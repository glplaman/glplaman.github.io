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gif" ContentType="image/gi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tags/tag1.xml" ContentType="application/vnd.openxmlformats-officedocument.presentationml.tags+xml"/>
  <Override PartName="/ppt/notesSlides/notesSlide2.xml" ContentType="application/vnd.openxmlformats-officedocument.presentationml.notesSlide+xml"/>
  <Override PartName="/ppt/tags/tag2.xml" ContentType="application/vnd.openxmlformats-officedocument.presentationml.tags+xml"/>
  <Override PartName="/ppt/notesSlides/notesSlide3.xml" ContentType="application/vnd.openxmlformats-officedocument.presentationml.notesSlide+xml"/>
  <Override PartName="/ppt/tags/tag3.xml" ContentType="application/vnd.openxmlformats-officedocument.presentationml.tags+xml"/>
  <Override PartName="/ppt/notesSlides/notesSlide4.xml" ContentType="application/vnd.openxmlformats-officedocument.presentationml.notesSlide+xml"/>
  <Override PartName="/ppt/tags/tag4.xml" ContentType="application/vnd.openxmlformats-officedocument.presentationml.tags+xml"/>
  <Override PartName="/ppt/notesSlides/notesSlide5.xml" ContentType="application/vnd.openxmlformats-officedocument.presentationml.notesSlide+xml"/>
  <Override PartName="/ppt/tags/tag5.xml" ContentType="application/vnd.openxmlformats-officedocument.presentationml.tags+xml"/>
  <Override PartName="/ppt/notesSlides/notesSlide6.xml" ContentType="application/vnd.openxmlformats-officedocument.presentationml.notesSlide+xml"/>
  <Override PartName="/ppt/tags/tag6.xml" ContentType="application/vnd.openxmlformats-officedocument.presentationml.tags+xml"/>
  <Override PartName="/ppt/notesSlides/notesSlide7.xml" ContentType="application/vnd.openxmlformats-officedocument.presentationml.notesSlide+xml"/>
  <Override PartName="/ppt/tags/tag7.xml" ContentType="application/vnd.openxmlformats-officedocument.presentationml.tags+xml"/>
  <Override PartName="/ppt/notesSlides/notesSlide8.xml" ContentType="application/vnd.openxmlformats-officedocument.presentationml.notesSlide+xml"/>
  <Override PartName="/ppt/tags/tag8.xml" ContentType="application/vnd.openxmlformats-officedocument.presentationml.tags+xml"/>
  <Override PartName="/ppt/notesSlides/notesSlide9.xml" ContentType="application/vnd.openxmlformats-officedocument.presentationml.notesSlide+xml"/>
  <Override PartName="/ppt/tags/tag9.xml" ContentType="application/vnd.openxmlformats-officedocument.presentationml.tags+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tags/tag10.xml" ContentType="application/vnd.openxmlformats-officedocument.presentationml.tags+xml"/>
  <Override PartName="/ppt/notesSlides/notesSlide12.xml" ContentType="application/vnd.openxmlformats-officedocument.presentationml.notesSlide+xml"/>
  <Override PartName="/ppt/tags/tag11.xml" ContentType="application/vnd.openxmlformats-officedocument.presentationml.tags+xml"/>
  <Override PartName="/ppt/notesSlides/notesSlide13.xml" ContentType="application/vnd.openxmlformats-officedocument.presentationml.notesSlide+xml"/>
  <Override PartName="/ppt/tags/tag12.xml" ContentType="application/vnd.openxmlformats-officedocument.presentationml.tags+xml"/>
  <Override PartName="/ppt/notesSlides/notesSlide14.xml" ContentType="application/vnd.openxmlformats-officedocument.presentationml.notesSlide+xml"/>
  <Override PartName="/ppt/tags/tag13.xml" ContentType="application/vnd.openxmlformats-officedocument.presentationml.tags+xml"/>
  <Override PartName="/ppt/notesSlides/notesSlide15.xml" ContentType="application/vnd.openxmlformats-officedocument.presentationml.notesSlide+xml"/>
  <Override PartName="/ppt/tags/tag14.xml" ContentType="application/vnd.openxmlformats-officedocument.presentationml.tags+xml"/>
  <Override PartName="/ppt/notesSlides/notesSlide16.xml" ContentType="application/vnd.openxmlformats-officedocument.presentationml.notesSlide+xml"/>
  <Override PartName="/ppt/tags/tag15.xml" ContentType="application/vnd.openxmlformats-officedocument.presentationml.tags+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tags/tag16.xml" ContentType="application/vnd.openxmlformats-officedocument.presentationml.tags+xml"/>
  <Override PartName="/ppt/notesSlides/notesSlide19.xml" ContentType="application/vnd.openxmlformats-officedocument.presentationml.notesSlide+xml"/>
  <Override PartName="/ppt/tags/tag17.xml" ContentType="application/vnd.openxmlformats-officedocument.presentationml.tags+xml"/>
  <Override PartName="/ppt/notesSlides/notesSlide20.xml" ContentType="application/vnd.openxmlformats-officedocument.presentationml.notesSlide+xml"/>
  <Override PartName="/ppt/tags/tag18.xml" ContentType="application/vnd.openxmlformats-officedocument.presentationml.tags+xml"/>
  <Override PartName="/ppt/notesSlides/notesSlide21.xml" ContentType="application/vnd.openxmlformats-officedocument.presentationml.notesSlide+xml"/>
  <Override PartName="/ppt/tags/tag19.xml" ContentType="application/vnd.openxmlformats-officedocument.presentationml.tags+xml"/>
  <Override PartName="/ppt/notesSlides/notesSlide22.xml" ContentType="application/vnd.openxmlformats-officedocument.presentationml.notesSlide+xml"/>
  <Override PartName="/ppt/tags/tag20.xml" ContentType="application/vnd.openxmlformats-officedocument.presentationml.tags+xml"/>
  <Override PartName="/ppt/notesSlides/notesSlide23.xml" ContentType="application/vnd.openxmlformats-officedocument.presentationml.notesSlide+xml"/>
  <Override PartName="/ppt/tags/tag21.xml" ContentType="application/vnd.openxmlformats-officedocument.presentationml.tags+xml"/>
  <Override PartName="/ppt/notesSlides/notesSlide24.xml" ContentType="application/vnd.openxmlformats-officedocument.presentationml.notesSlide+xml"/>
  <Override PartName="/ppt/tags/tag22.xml" ContentType="application/vnd.openxmlformats-officedocument.presentationml.tags+xml"/>
  <Override PartName="/ppt/notesSlides/notesSlide25.xml" ContentType="application/vnd.openxmlformats-officedocument.presentationml.notesSlide+xml"/>
  <Override PartName="/ppt/tags/tag23.xml" ContentType="application/vnd.openxmlformats-officedocument.presentationml.tags+xml"/>
  <Override PartName="/ppt/notesSlides/notesSlide26.xml" ContentType="application/vnd.openxmlformats-officedocument.presentationml.notesSlide+xml"/>
  <Override PartName="/ppt/tags/tag24.xml" ContentType="application/vnd.openxmlformats-officedocument.presentationml.tags+xml"/>
  <Override PartName="/ppt/notesSlides/notesSlide27.xml" ContentType="application/vnd.openxmlformats-officedocument.presentationml.notesSlide+xml"/>
  <Override PartName="/ppt/tags/tag25.xml" ContentType="application/vnd.openxmlformats-officedocument.presentationml.tags+xml"/>
  <Override PartName="/ppt/notesSlides/notesSlide28.xml" ContentType="application/vnd.openxmlformats-officedocument.presentationml.notesSlide+xml"/>
  <Override PartName="/ppt/tags/tag26.xml" ContentType="application/vnd.openxmlformats-officedocument.presentationml.tags+xml"/>
  <Override PartName="/ppt/notesSlides/notesSlide29.xml" ContentType="application/vnd.openxmlformats-officedocument.presentationml.notesSlide+xml"/>
  <Override PartName="/ppt/tags/tag27.xml" ContentType="application/vnd.openxmlformats-officedocument.presentationml.tags+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tags/tag28.xml" ContentType="application/vnd.openxmlformats-officedocument.presentationml.tags+xml"/>
  <Override PartName="/ppt/notesSlides/notesSlide32.xml" ContentType="application/vnd.openxmlformats-officedocument.presentationml.notesSlide+xml"/>
  <Override PartName="/ppt/tags/tag29.xml" ContentType="application/vnd.openxmlformats-officedocument.presentationml.tags+xml"/>
  <Override PartName="/ppt/notesSlides/notesSlide33.xml" ContentType="application/vnd.openxmlformats-officedocument.presentationml.notesSlide+xml"/>
  <Override PartName="/ppt/tags/tag30.xml" ContentType="application/vnd.openxmlformats-officedocument.presentationml.tags+xml"/>
  <Override PartName="/ppt/notesSlides/notesSlide34.xml" ContentType="application/vnd.openxmlformats-officedocument.presentationml.notesSlide+xml"/>
  <Override PartName="/ppt/tags/tag31.xml" ContentType="application/vnd.openxmlformats-officedocument.presentationml.tags+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tags/tag32.xml" ContentType="application/vnd.openxmlformats-officedocument.presentationml.tags+xml"/>
  <Override PartName="/ppt/notesSlides/notesSlide37.xml" ContentType="application/vnd.openxmlformats-officedocument.presentationml.notesSlide+xml"/>
  <Override PartName="/ppt/tags/tag33.xml" ContentType="application/vnd.openxmlformats-officedocument.presentationml.tags+xml"/>
  <Override PartName="/ppt/notesSlides/notesSlide38.xml" ContentType="application/vnd.openxmlformats-officedocument.presentationml.notesSlide+xml"/>
  <Override PartName="/ppt/tags/tag34.xml" ContentType="application/vnd.openxmlformats-officedocument.presentationml.tags+xml"/>
  <Override PartName="/ppt/notesSlides/notesSlide39.xml" ContentType="application/vnd.openxmlformats-officedocument.presentationml.notesSlide+xml"/>
  <Override PartName="/ppt/tags/tag35.xml" ContentType="application/vnd.openxmlformats-officedocument.presentationml.tags+xml"/>
  <Override PartName="/ppt/notesSlides/notesSlide40.xml" ContentType="application/vnd.openxmlformats-officedocument.presentationml.notesSlide+xml"/>
  <Override PartName="/ppt/tags/tag36.xml" ContentType="application/vnd.openxmlformats-officedocument.presentationml.tags+xml"/>
  <Override PartName="/ppt/notesSlides/notesSlide41.xml" ContentType="application/vnd.openxmlformats-officedocument.presentationml.notesSlide+xml"/>
  <Override PartName="/ppt/tags/tag37.xml" ContentType="application/vnd.openxmlformats-officedocument.presentationml.tags+xml"/>
  <Override PartName="/ppt/notesSlides/notesSlide42.xml" ContentType="application/vnd.openxmlformats-officedocument.presentationml.notesSlide+xml"/>
  <Override PartName="/ppt/tags/tag38.xml" ContentType="application/vnd.openxmlformats-officedocument.presentationml.tags+xml"/>
  <Override PartName="/ppt/notesSlides/notesSlide43.xml" ContentType="application/vnd.openxmlformats-officedocument.presentationml.notesSlide+xml"/>
  <Override PartName="/ppt/tags/tag39.xml" ContentType="application/vnd.openxmlformats-officedocument.presentationml.tags+xml"/>
  <Override PartName="/ppt/notesSlides/notesSlide44.xml" ContentType="application/vnd.openxmlformats-officedocument.presentationml.notesSlide+xml"/>
  <Override PartName="/ppt/tags/tag40.xml" ContentType="application/vnd.openxmlformats-officedocument.presentationml.tags+xml"/>
  <Override PartName="/ppt/notesSlides/notesSlide45.xml" ContentType="application/vnd.openxmlformats-officedocument.presentationml.notesSlide+xml"/>
  <Override PartName="/ppt/tags/tag41.xml" ContentType="application/vnd.openxmlformats-officedocument.presentationml.tags+xml"/>
  <Override PartName="/ppt/notesSlides/notesSlide46.xml" ContentType="application/vnd.openxmlformats-officedocument.presentationml.notesSlide+xml"/>
  <Override PartName="/ppt/tags/tag42.xml" ContentType="application/vnd.openxmlformats-officedocument.presentationml.tags+xml"/>
  <Override PartName="/ppt/notesSlides/notesSlide47.xml" ContentType="application/vnd.openxmlformats-officedocument.presentationml.notesSlide+xml"/>
  <Override PartName="/ppt/tags/tag43.xml" ContentType="application/vnd.openxmlformats-officedocument.presentationml.tags+xml"/>
  <Override PartName="/ppt/notesSlides/notesSlide48.xml" ContentType="application/vnd.openxmlformats-officedocument.presentationml.notesSlide+xml"/>
  <Override PartName="/ppt/tags/tag44.xml" ContentType="application/vnd.openxmlformats-officedocument.presentationml.tags+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tags/tag45.xml" ContentType="application/vnd.openxmlformats-officedocument.presentationml.tags+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tags/tag46.xml" ContentType="application/vnd.openxmlformats-officedocument.presentationml.tags+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tags/tag47.xml" ContentType="application/vnd.openxmlformats-officedocument.presentationml.tags+xml"/>
  <Override PartName="/ppt/notesSlides/notesSlide55.xml" ContentType="application/vnd.openxmlformats-officedocument.presentationml.notesSlide+xml"/>
  <Override PartName="/ppt/tags/tag48.xml" ContentType="application/vnd.openxmlformats-officedocument.presentationml.tags+xml"/>
  <Override PartName="/ppt/notesSlides/notesSlide56.xml" ContentType="application/vnd.openxmlformats-officedocument.presentationml.notesSlide+xml"/>
  <Override PartName="/ppt/tags/tag49.xml" ContentType="application/vnd.openxmlformats-officedocument.presentationml.tags+xml"/>
  <Override PartName="/ppt/notesSlides/notesSlide57.xml" ContentType="application/vnd.openxmlformats-officedocument.presentationml.notesSlide+xml"/>
  <Override PartName="/ppt/tags/tag50.xml" ContentType="application/vnd.openxmlformats-officedocument.presentationml.tags+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tags/tag51.xml" ContentType="application/vnd.openxmlformats-officedocument.presentationml.tags+xml"/>
  <Override PartName="/ppt/notesSlides/notesSlide60.xml" ContentType="application/vnd.openxmlformats-officedocument.presentationml.notesSlide+xml"/>
  <Override PartName="/ppt/tags/tag52.xml" ContentType="application/vnd.openxmlformats-officedocument.presentationml.tags+xml"/>
  <Override PartName="/ppt/notesSlides/notesSlide61.xml" ContentType="application/vnd.openxmlformats-officedocument.presentationml.notesSlide+xml"/>
  <Override PartName="/ppt/tags/tag53.xml" ContentType="application/vnd.openxmlformats-officedocument.presentationml.tags+xml"/>
  <Override PartName="/ppt/notesSlides/notesSlide62.xml" ContentType="application/vnd.openxmlformats-officedocument.presentationml.notesSlide+xml"/>
  <Override PartName="/ppt/tags/tag54.xml" ContentType="application/vnd.openxmlformats-officedocument.presentationml.tags+xml"/>
  <Override PartName="/ppt/notesSlides/notesSlide63.xml" ContentType="application/vnd.openxmlformats-officedocument.presentationml.notesSlide+xml"/>
  <Override PartName="/ppt/tags/tag55.xml" ContentType="application/vnd.openxmlformats-officedocument.presentationml.tags+xml"/>
  <Override PartName="/ppt/notesSlides/notesSlide64.xml" ContentType="application/vnd.openxmlformats-officedocument.presentationml.notesSlide+xml"/>
  <Override PartName="/ppt/tags/tag56.xml" ContentType="application/vnd.openxmlformats-officedocument.presentationml.tags+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tags/tag57.xml" ContentType="application/vnd.openxmlformats-officedocument.presentationml.tags+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tags/tag58.xml" ContentType="application/vnd.openxmlformats-officedocument.presentationml.tags+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tags/tag59.xml" ContentType="application/vnd.openxmlformats-officedocument.presentationml.tags+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tags/tag60.xml" ContentType="application/vnd.openxmlformats-officedocument.presentationml.tags+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tags/tag61.xml" ContentType="application/vnd.openxmlformats-officedocument.presentationml.tags+xml"/>
  <Override PartName="/ppt/notesSlides/notesSlide85.xml" ContentType="application/vnd.openxmlformats-officedocument.presentationml.notesSlide+xml"/>
  <Override PartName="/ppt/tags/tag62.xml" ContentType="application/vnd.openxmlformats-officedocument.presentationml.tags+xml"/>
  <Override PartName="/ppt/notesSlides/notesSlide86.xml" ContentType="application/vnd.openxmlformats-officedocument.presentationml.notesSlide+xml"/>
  <Override PartName="/ppt/tags/tag63.xml" ContentType="application/vnd.openxmlformats-officedocument.presentationml.tags+xml"/>
  <Override PartName="/ppt/notesSlides/notesSlide87.xml" ContentType="application/vnd.openxmlformats-officedocument.presentationml.notesSlide+xml"/>
  <Override PartName="/ppt/tags/tag64.xml" ContentType="application/vnd.openxmlformats-officedocument.presentationml.tags+xml"/>
  <Override PartName="/ppt/notesSlides/notesSlide88.xml" ContentType="application/vnd.openxmlformats-officedocument.presentationml.notesSlide+xml"/>
  <Override PartName="/ppt/tags/tag65.xml" ContentType="application/vnd.openxmlformats-officedocument.presentationml.tags+xml"/>
  <Override PartName="/ppt/notesSlides/notesSlide89.xml" ContentType="application/vnd.openxmlformats-officedocument.presentationml.notesSlide+xml"/>
  <Override PartName="/ppt/tags/tag66.xml" ContentType="application/vnd.openxmlformats-officedocument.presentationml.tags+xml"/>
  <Override PartName="/ppt/notesSlides/notesSlide90.xml" ContentType="application/vnd.openxmlformats-officedocument.presentationml.notesSlide+xml"/>
  <Override PartName="/ppt/tags/tag67.xml" ContentType="application/vnd.openxmlformats-officedocument.presentationml.tags+xml"/>
  <Override PartName="/ppt/notesSlides/notesSlide91.xml" ContentType="application/vnd.openxmlformats-officedocument.presentationml.notesSlide+xml"/>
  <Override PartName="/ppt/tags/tag68.xml" ContentType="application/vnd.openxmlformats-officedocument.presentationml.tags+xml"/>
  <Override PartName="/ppt/notesSlides/notesSlide92.xml" ContentType="application/vnd.openxmlformats-officedocument.presentationml.notesSlide+xml"/>
  <Override PartName="/ppt/tags/tag69.xml" ContentType="application/vnd.openxmlformats-officedocument.presentationml.tags+xml"/>
  <Override PartName="/ppt/notesSlides/notesSlide93.xml" ContentType="application/vnd.openxmlformats-officedocument.presentationml.notesSlide+xml"/>
  <Override PartName="/ppt/tags/tag70.xml" ContentType="application/vnd.openxmlformats-officedocument.presentationml.tags+xml"/>
  <Override PartName="/ppt/notesSlides/notesSlide94.xml" ContentType="application/vnd.openxmlformats-officedocument.presentationml.notesSlide+xml"/>
  <Override PartName="/ppt/tags/tag71.xml" ContentType="application/vnd.openxmlformats-officedocument.presentationml.tags+xml"/>
  <Override PartName="/ppt/notesSlides/notesSlide95.xml" ContentType="application/vnd.openxmlformats-officedocument.presentationml.notesSlide+xml"/>
  <Override PartName="/ppt/tags/tag72.xml" ContentType="application/vnd.openxmlformats-officedocument.presentationml.tags+xml"/>
  <Override PartName="/ppt/notesSlides/notesSlide96.xml" ContentType="application/vnd.openxmlformats-officedocument.presentationml.notesSlide+xml"/>
  <Override PartName="/ppt/tags/tag73.xml" ContentType="application/vnd.openxmlformats-officedocument.presentationml.tags+xml"/>
  <Override PartName="/ppt/notesSlides/notesSlide97.xml" ContentType="application/vnd.openxmlformats-officedocument.presentationml.notesSlide+xml"/>
  <Override PartName="/ppt/tags/tag74.xml" ContentType="application/vnd.openxmlformats-officedocument.presentationml.tags+xml"/>
  <Override PartName="/ppt/notesSlides/notesSlide98.xml" ContentType="application/vnd.openxmlformats-officedocument.presentationml.notesSlide+xml"/>
  <Override PartName="/ppt/tags/tag75.xml" ContentType="application/vnd.openxmlformats-officedocument.presentationml.tags+xml"/>
  <Override PartName="/ppt/notesSlides/notesSlide99.xml" ContentType="application/vnd.openxmlformats-officedocument.presentationml.notesSlide+xml"/>
  <Override PartName="/ppt/tags/tag76.xml" ContentType="application/vnd.openxmlformats-officedocument.presentationml.tags+xml"/>
  <Override PartName="/ppt/notesSlides/notesSlide100.xml" ContentType="application/vnd.openxmlformats-officedocument.presentationml.notesSlide+xml"/>
  <Override PartName="/ppt/tags/tag77.xml" ContentType="application/vnd.openxmlformats-officedocument.presentationml.tags+xml"/>
  <Override PartName="/ppt/notesSlides/notesSlide101.xml" ContentType="application/vnd.openxmlformats-officedocument.presentationml.notesSlide+xml"/>
  <Override PartName="/ppt/tags/tag78.xml" ContentType="application/vnd.openxmlformats-officedocument.presentationml.tags+xml"/>
  <Override PartName="/ppt/notesSlides/notesSlide102.xml" ContentType="application/vnd.openxmlformats-officedocument.presentationml.notesSlide+xml"/>
  <Override PartName="/ppt/tags/tag79.xml" ContentType="application/vnd.openxmlformats-officedocument.presentationml.tags+xml"/>
  <Override PartName="/ppt/notesSlides/notesSlide103.xml" ContentType="application/vnd.openxmlformats-officedocument.presentationml.notesSlide+xml"/>
  <Override PartName="/ppt/tags/tag80.xml" ContentType="application/vnd.openxmlformats-officedocument.presentationml.tags+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tags/tag81.xml" ContentType="application/vnd.openxmlformats-officedocument.presentationml.tags+xml"/>
  <Override PartName="/ppt/notesSlides/notesSlide107.xml" ContentType="application/vnd.openxmlformats-officedocument.presentationml.notesSlide+xml"/>
  <Override PartName="/ppt/tags/tag82.xml" ContentType="application/vnd.openxmlformats-officedocument.presentationml.tags+xml"/>
  <Override PartName="/ppt/notesSlides/notesSlide108.xml" ContentType="application/vnd.openxmlformats-officedocument.presentationml.notesSlide+xml"/>
  <Override PartName="/ppt/tags/tag83.xml" ContentType="application/vnd.openxmlformats-officedocument.presentationml.tags+xml"/>
  <Override PartName="/ppt/notesSlides/notesSlide109.xml" ContentType="application/vnd.openxmlformats-officedocument.presentationml.notesSlide+xml"/>
  <Override PartName="/ppt/tags/tag84.xml" ContentType="application/vnd.openxmlformats-officedocument.presentationml.tags+xml"/>
  <Override PartName="/ppt/notesSlides/notesSlide110.xml" ContentType="application/vnd.openxmlformats-officedocument.presentationml.notesSlide+xml"/>
  <Override PartName="/ppt/tags/tag85.xml" ContentType="application/vnd.openxmlformats-officedocument.presentationml.tags+xml"/>
  <Override PartName="/ppt/notesSlides/notesSlide111.xml" ContentType="application/vnd.openxmlformats-officedocument.presentationml.notesSlide+xml"/>
  <Override PartName="/ppt/tags/tag86.xml" ContentType="application/vnd.openxmlformats-officedocument.presentationml.tags+xml"/>
  <Override PartName="/ppt/notesSlides/notesSlide112.xml" ContentType="application/vnd.openxmlformats-officedocument.presentationml.notesSlide+xml"/>
  <Override PartName="/ppt/tags/tag87.xml" ContentType="application/vnd.openxmlformats-officedocument.presentationml.tags+xml"/>
  <Override PartName="/ppt/notesSlides/notesSlide113.xml" ContentType="application/vnd.openxmlformats-officedocument.presentationml.notesSlide+xml"/>
  <Override PartName="/ppt/tags/tag88.xml" ContentType="application/vnd.openxmlformats-officedocument.presentationml.tags+xml"/>
  <Override PartName="/ppt/notesSlides/notesSlide114.xml" ContentType="application/vnd.openxmlformats-officedocument.presentationml.notesSlide+xml"/>
  <Override PartName="/ppt/tags/tag89.xml" ContentType="application/vnd.openxmlformats-officedocument.presentationml.tags+xml"/>
  <Override PartName="/ppt/notesSlides/notesSlide115.xml" ContentType="application/vnd.openxmlformats-officedocument.presentationml.notesSlide+xml"/>
  <Override PartName="/ppt/tags/tag90.xml" ContentType="application/vnd.openxmlformats-officedocument.presentationml.tags+xml"/>
  <Override PartName="/ppt/notesSlides/notesSlide116.xml" ContentType="application/vnd.openxmlformats-officedocument.presentationml.notesSlide+xml"/>
  <Override PartName="/ppt/tags/tag91.xml" ContentType="application/vnd.openxmlformats-officedocument.presentationml.tags+xml"/>
  <Override PartName="/ppt/notesSlides/notesSlide117.xml" ContentType="application/vnd.openxmlformats-officedocument.presentationml.notesSlide+xml"/>
  <Override PartName="/ppt/tags/tag92.xml" ContentType="application/vnd.openxmlformats-officedocument.presentationml.tags+xml"/>
  <Override PartName="/ppt/notesSlides/notesSlide118.xml" ContentType="application/vnd.openxmlformats-officedocument.presentationml.notesSlide+xml"/>
  <Override PartName="/ppt/tags/tag93.xml" ContentType="application/vnd.openxmlformats-officedocument.presentationml.tags+xml"/>
  <Override PartName="/ppt/notesSlides/notesSlide119.xml" ContentType="application/vnd.openxmlformats-officedocument.presentationml.notesSlide+xml"/>
  <Override PartName="/ppt/tags/tag94.xml" ContentType="application/vnd.openxmlformats-officedocument.presentationml.tags+xml"/>
  <Override PartName="/ppt/notesSlides/notesSlide120.xml" ContentType="application/vnd.openxmlformats-officedocument.presentationml.notesSlide+xml"/>
  <Override PartName="/ppt/tags/tag95.xml" ContentType="application/vnd.openxmlformats-officedocument.presentationml.tags+xml"/>
  <Override PartName="/ppt/notesSlides/notesSlide121.xml" ContentType="application/vnd.openxmlformats-officedocument.presentationml.notesSlide+xml"/>
  <Override PartName="/ppt/tags/tag96.xml" ContentType="application/vnd.openxmlformats-officedocument.presentationml.tags+xml"/>
  <Override PartName="/ppt/notesSlides/notesSlide122.xml" ContentType="application/vnd.openxmlformats-officedocument.presentationml.notesSlide+xml"/>
  <Override PartName="/ppt/tags/tag97.xml" ContentType="application/vnd.openxmlformats-officedocument.presentationml.tags+xml"/>
  <Override PartName="/ppt/notesSlides/notesSlide123.xml" ContentType="application/vnd.openxmlformats-officedocument.presentationml.notesSlide+xml"/>
  <Override PartName="/ppt/tags/tag98.xml" ContentType="application/vnd.openxmlformats-officedocument.presentationml.tags+xml"/>
  <Override PartName="/ppt/notesSlides/notesSlide124.xml" ContentType="application/vnd.openxmlformats-officedocument.presentationml.notesSlide+xml"/>
  <Override PartName="/ppt/tags/tag99.xml" ContentType="application/vnd.openxmlformats-officedocument.presentationml.tags+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tags/tag100.xml" ContentType="application/vnd.openxmlformats-officedocument.presentationml.tags+xml"/>
  <Override PartName="/ppt/notesSlides/notesSlide129.xml" ContentType="application/vnd.openxmlformats-officedocument.presentationml.notesSlide+xml"/>
  <Override PartName="/ppt/tags/tag101.xml" ContentType="application/vnd.openxmlformats-officedocument.presentationml.tags+xml"/>
  <Override PartName="/ppt/notesSlides/notesSlide130.xml" ContentType="application/vnd.openxmlformats-officedocument.presentationml.notesSlide+xml"/>
  <Override PartName="/ppt/tags/tag102.xml" ContentType="application/vnd.openxmlformats-officedocument.presentationml.tags+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tags/tag103.xml" ContentType="application/vnd.openxmlformats-officedocument.presentationml.tags+xml"/>
  <Override PartName="/ppt/notesSlides/notesSlide269.xml" ContentType="application/vnd.openxmlformats-officedocument.presentationml.notesSlide+xml"/>
  <Override PartName="/ppt/tags/tag104.xml" ContentType="application/vnd.openxmlformats-officedocument.presentationml.tags+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bookmarkIdSeed="2">
  <p:sldMasterIdLst>
    <p:sldMasterId id="2147483648" r:id="rId1"/>
  </p:sldMasterIdLst>
  <p:notesMasterIdLst>
    <p:notesMasterId r:id="rId387"/>
  </p:notesMasterIdLst>
  <p:sldIdLst>
    <p:sldId id="257" r:id="rId2"/>
    <p:sldId id="613" r:id="rId3"/>
    <p:sldId id="256" r:id="rId4"/>
    <p:sldId id="608" r:id="rId5"/>
    <p:sldId id="858" r:id="rId6"/>
    <p:sldId id="859" r:id="rId7"/>
    <p:sldId id="860" r:id="rId8"/>
    <p:sldId id="861" r:id="rId9"/>
    <p:sldId id="862" r:id="rId10"/>
    <p:sldId id="863" r:id="rId11"/>
    <p:sldId id="868" r:id="rId12"/>
    <p:sldId id="620" r:id="rId13"/>
    <p:sldId id="869" r:id="rId14"/>
    <p:sldId id="870" r:id="rId15"/>
    <p:sldId id="871" r:id="rId16"/>
    <p:sldId id="872" r:id="rId17"/>
    <p:sldId id="873" r:id="rId18"/>
    <p:sldId id="874" r:id="rId19"/>
    <p:sldId id="875" r:id="rId20"/>
    <p:sldId id="876" r:id="rId21"/>
    <p:sldId id="877" r:id="rId22"/>
    <p:sldId id="878" r:id="rId23"/>
    <p:sldId id="879" r:id="rId24"/>
    <p:sldId id="880" r:id="rId25"/>
    <p:sldId id="881" r:id="rId26"/>
    <p:sldId id="882" r:id="rId27"/>
    <p:sldId id="883" r:id="rId28"/>
    <p:sldId id="884" r:id="rId29"/>
    <p:sldId id="885" r:id="rId30"/>
    <p:sldId id="886" r:id="rId31"/>
    <p:sldId id="887" r:id="rId32"/>
    <p:sldId id="888" r:id="rId33"/>
    <p:sldId id="889" r:id="rId34"/>
    <p:sldId id="890" r:id="rId35"/>
    <p:sldId id="891" r:id="rId36"/>
    <p:sldId id="892" r:id="rId37"/>
    <p:sldId id="893" r:id="rId38"/>
    <p:sldId id="894" r:id="rId39"/>
    <p:sldId id="895" r:id="rId40"/>
    <p:sldId id="896" r:id="rId41"/>
    <p:sldId id="897" r:id="rId42"/>
    <p:sldId id="898" r:id="rId43"/>
    <p:sldId id="899" r:id="rId44"/>
    <p:sldId id="900" r:id="rId45"/>
    <p:sldId id="901" r:id="rId46"/>
    <p:sldId id="902" r:id="rId47"/>
    <p:sldId id="903" r:id="rId48"/>
    <p:sldId id="904" r:id="rId49"/>
    <p:sldId id="905" r:id="rId50"/>
    <p:sldId id="906" r:id="rId51"/>
    <p:sldId id="907" r:id="rId52"/>
    <p:sldId id="908" r:id="rId53"/>
    <p:sldId id="909" r:id="rId54"/>
    <p:sldId id="910" r:id="rId55"/>
    <p:sldId id="911" r:id="rId56"/>
    <p:sldId id="912" r:id="rId57"/>
    <p:sldId id="913" r:id="rId58"/>
    <p:sldId id="914" r:id="rId59"/>
    <p:sldId id="915" r:id="rId60"/>
    <p:sldId id="916" r:id="rId61"/>
    <p:sldId id="917" r:id="rId62"/>
    <p:sldId id="918" r:id="rId63"/>
    <p:sldId id="843" r:id="rId64"/>
    <p:sldId id="919" r:id="rId65"/>
    <p:sldId id="920" r:id="rId66"/>
    <p:sldId id="921" r:id="rId67"/>
    <p:sldId id="922" r:id="rId68"/>
    <p:sldId id="923" r:id="rId69"/>
    <p:sldId id="924" r:id="rId70"/>
    <p:sldId id="925" r:id="rId71"/>
    <p:sldId id="926" r:id="rId72"/>
    <p:sldId id="927" r:id="rId73"/>
    <p:sldId id="928" r:id="rId74"/>
    <p:sldId id="929" r:id="rId75"/>
    <p:sldId id="930" r:id="rId76"/>
    <p:sldId id="931" r:id="rId77"/>
    <p:sldId id="676" r:id="rId78"/>
    <p:sldId id="932" r:id="rId79"/>
    <p:sldId id="933" r:id="rId80"/>
    <p:sldId id="934" r:id="rId81"/>
    <p:sldId id="935" r:id="rId82"/>
    <p:sldId id="936" r:id="rId83"/>
    <p:sldId id="937" r:id="rId84"/>
    <p:sldId id="938" r:id="rId85"/>
    <p:sldId id="939" r:id="rId86"/>
    <p:sldId id="940" r:id="rId87"/>
    <p:sldId id="941" r:id="rId88"/>
    <p:sldId id="942" r:id="rId89"/>
    <p:sldId id="943" r:id="rId90"/>
    <p:sldId id="944" r:id="rId91"/>
    <p:sldId id="855" r:id="rId92"/>
    <p:sldId id="856" r:id="rId93"/>
    <p:sldId id="857" r:id="rId94"/>
    <p:sldId id="945" r:id="rId95"/>
    <p:sldId id="946" r:id="rId96"/>
    <p:sldId id="947" r:id="rId97"/>
    <p:sldId id="948" r:id="rId98"/>
    <p:sldId id="949" r:id="rId99"/>
    <p:sldId id="950" r:id="rId100"/>
    <p:sldId id="951" r:id="rId101"/>
    <p:sldId id="952" r:id="rId102"/>
    <p:sldId id="953" r:id="rId103"/>
    <p:sldId id="954" r:id="rId104"/>
    <p:sldId id="955" r:id="rId105"/>
    <p:sldId id="956" r:id="rId106"/>
    <p:sldId id="967" r:id="rId107"/>
    <p:sldId id="968" r:id="rId108"/>
    <p:sldId id="969" r:id="rId109"/>
    <p:sldId id="970" r:id="rId110"/>
    <p:sldId id="971" r:id="rId111"/>
    <p:sldId id="972" r:id="rId112"/>
    <p:sldId id="973" r:id="rId113"/>
    <p:sldId id="974" r:id="rId114"/>
    <p:sldId id="975" r:id="rId115"/>
    <p:sldId id="976" r:id="rId116"/>
    <p:sldId id="977" r:id="rId117"/>
    <p:sldId id="978" r:id="rId118"/>
    <p:sldId id="979" r:id="rId119"/>
    <p:sldId id="980" r:id="rId120"/>
    <p:sldId id="981" r:id="rId121"/>
    <p:sldId id="982" r:id="rId122"/>
    <p:sldId id="983" r:id="rId123"/>
    <p:sldId id="984" r:id="rId124"/>
    <p:sldId id="957" r:id="rId125"/>
    <p:sldId id="958" r:id="rId126"/>
    <p:sldId id="567" r:id="rId127"/>
    <p:sldId id="439" r:id="rId128"/>
    <p:sldId id="959" r:id="rId129"/>
    <p:sldId id="960" r:id="rId130"/>
    <p:sldId id="571" r:id="rId131"/>
    <p:sldId id="961" r:id="rId132"/>
    <p:sldId id="962" r:id="rId133"/>
    <p:sldId id="963" r:id="rId134"/>
    <p:sldId id="964" r:id="rId135"/>
    <p:sldId id="965" r:id="rId136"/>
    <p:sldId id="985" r:id="rId137"/>
    <p:sldId id="986" r:id="rId138"/>
    <p:sldId id="987" r:id="rId139"/>
    <p:sldId id="988" r:id="rId140"/>
    <p:sldId id="989" r:id="rId141"/>
    <p:sldId id="990" r:id="rId142"/>
    <p:sldId id="744" r:id="rId143"/>
    <p:sldId id="991" r:id="rId144"/>
    <p:sldId id="992" r:id="rId145"/>
    <p:sldId id="993" r:id="rId146"/>
    <p:sldId id="994" r:id="rId147"/>
    <p:sldId id="995" r:id="rId148"/>
    <p:sldId id="996" r:id="rId149"/>
    <p:sldId id="997" r:id="rId150"/>
    <p:sldId id="998" r:id="rId151"/>
    <p:sldId id="752" r:id="rId152"/>
    <p:sldId id="999" r:id="rId153"/>
    <p:sldId id="1000" r:id="rId154"/>
    <p:sldId id="1001" r:id="rId155"/>
    <p:sldId id="1002" r:id="rId156"/>
    <p:sldId id="1003" r:id="rId157"/>
    <p:sldId id="1004" r:id="rId158"/>
    <p:sldId id="1005" r:id="rId159"/>
    <p:sldId id="1006" r:id="rId160"/>
    <p:sldId id="1007" r:id="rId161"/>
    <p:sldId id="1008" r:id="rId162"/>
    <p:sldId id="1009" r:id="rId163"/>
    <p:sldId id="1010" r:id="rId164"/>
    <p:sldId id="1011" r:id="rId165"/>
    <p:sldId id="1012" r:id="rId166"/>
    <p:sldId id="1013" r:id="rId167"/>
    <p:sldId id="1014" r:id="rId168"/>
    <p:sldId id="1015" r:id="rId169"/>
    <p:sldId id="1016" r:id="rId170"/>
    <p:sldId id="1017" r:id="rId171"/>
    <p:sldId id="767" r:id="rId172"/>
    <p:sldId id="1018" r:id="rId173"/>
    <p:sldId id="1019" r:id="rId174"/>
    <p:sldId id="1020" r:id="rId175"/>
    <p:sldId id="772" r:id="rId176"/>
    <p:sldId id="1021" r:id="rId177"/>
    <p:sldId id="775" r:id="rId178"/>
    <p:sldId id="1022" r:id="rId179"/>
    <p:sldId id="1023" r:id="rId180"/>
    <p:sldId id="1024" r:id="rId181"/>
    <p:sldId id="779" r:id="rId182"/>
    <p:sldId id="1025" r:id="rId183"/>
    <p:sldId id="1026" r:id="rId184"/>
    <p:sldId id="783" r:id="rId185"/>
    <p:sldId id="1027" r:id="rId186"/>
    <p:sldId id="1028" r:id="rId187"/>
    <p:sldId id="1029" r:id="rId188"/>
    <p:sldId id="787" r:id="rId189"/>
    <p:sldId id="788" r:id="rId190"/>
    <p:sldId id="1030" r:id="rId191"/>
    <p:sldId id="1031" r:id="rId192"/>
    <p:sldId id="1145" r:id="rId193"/>
    <p:sldId id="1032" r:id="rId194"/>
    <p:sldId id="415" r:id="rId195"/>
    <p:sldId id="416" r:id="rId196"/>
    <p:sldId id="746" r:id="rId197"/>
    <p:sldId id="747" r:id="rId198"/>
    <p:sldId id="419" r:id="rId199"/>
    <p:sldId id="421" r:id="rId200"/>
    <p:sldId id="422" r:id="rId201"/>
    <p:sldId id="1033" r:id="rId202"/>
    <p:sldId id="748" r:id="rId203"/>
    <p:sldId id="427" r:id="rId204"/>
    <p:sldId id="749" r:id="rId205"/>
    <p:sldId id="429" r:id="rId206"/>
    <p:sldId id="430" r:id="rId207"/>
    <p:sldId id="1034" r:id="rId208"/>
    <p:sldId id="1038" r:id="rId209"/>
    <p:sldId id="1036" r:id="rId210"/>
    <p:sldId id="1039" r:id="rId211"/>
    <p:sldId id="432" r:id="rId212"/>
    <p:sldId id="434" r:id="rId213"/>
    <p:sldId id="436" r:id="rId214"/>
    <p:sldId id="751" r:id="rId215"/>
    <p:sldId id="440" r:id="rId216"/>
    <p:sldId id="441" r:id="rId217"/>
    <p:sldId id="1040" r:id="rId218"/>
    <p:sldId id="1044" r:id="rId219"/>
    <p:sldId id="1045" r:id="rId220"/>
    <p:sldId id="446" r:id="rId221"/>
    <p:sldId id="447" r:id="rId222"/>
    <p:sldId id="753" r:id="rId223"/>
    <p:sldId id="449" r:id="rId224"/>
    <p:sldId id="1047" r:id="rId225"/>
    <p:sldId id="1048" r:id="rId226"/>
    <p:sldId id="1055" r:id="rId227"/>
    <p:sldId id="1056" r:id="rId228"/>
    <p:sldId id="1058" r:id="rId229"/>
    <p:sldId id="1059" r:id="rId230"/>
    <p:sldId id="1060" r:id="rId231"/>
    <p:sldId id="1053" r:id="rId232"/>
    <p:sldId id="452" r:id="rId233"/>
    <p:sldId id="1082" r:id="rId234"/>
    <p:sldId id="1083" r:id="rId235"/>
    <p:sldId id="1084" r:id="rId236"/>
    <p:sldId id="1085" r:id="rId237"/>
    <p:sldId id="1086" r:id="rId238"/>
    <p:sldId id="1087" r:id="rId239"/>
    <p:sldId id="453" r:id="rId240"/>
    <p:sldId id="464" r:id="rId241"/>
    <p:sldId id="465" r:id="rId242"/>
    <p:sldId id="1089" r:id="rId243"/>
    <p:sldId id="1091" r:id="rId244"/>
    <p:sldId id="1090" r:id="rId245"/>
    <p:sldId id="1092" r:id="rId246"/>
    <p:sldId id="1105" r:id="rId247"/>
    <p:sldId id="1106" r:id="rId248"/>
    <p:sldId id="1107" r:id="rId249"/>
    <p:sldId id="1108" r:id="rId250"/>
    <p:sldId id="766" r:id="rId251"/>
    <p:sldId id="1094" r:id="rId252"/>
    <p:sldId id="1095" r:id="rId253"/>
    <p:sldId id="1096" r:id="rId254"/>
    <p:sldId id="1097" r:id="rId255"/>
    <p:sldId id="1098" r:id="rId256"/>
    <p:sldId id="467" r:id="rId257"/>
    <p:sldId id="1099" r:id="rId258"/>
    <p:sldId id="773" r:id="rId259"/>
    <p:sldId id="774" r:id="rId260"/>
    <p:sldId id="1101" r:id="rId261"/>
    <p:sldId id="777" r:id="rId262"/>
    <p:sldId id="1102" r:id="rId263"/>
    <p:sldId id="778" r:id="rId264"/>
    <p:sldId id="1103" r:id="rId265"/>
    <p:sldId id="1104" r:id="rId266"/>
    <p:sldId id="474" r:id="rId267"/>
    <p:sldId id="475" r:id="rId268"/>
    <p:sldId id="1109" r:id="rId269"/>
    <p:sldId id="476" r:id="rId270"/>
    <p:sldId id="781" r:id="rId271"/>
    <p:sldId id="782" r:id="rId272"/>
    <p:sldId id="1123" r:id="rId273"/>
    <p:sldId id="483" r:id="rId274"/>
    <p:sldId id="485" r:id="rId275"/>
    <p:sldId id="1142" r:id="rId276"/>
    <p:sldId id="1143" r:id="rId277"/>
    <p:sldId id="487" r:id="rId278"/>
    <p:sldId id="1127" r:id="rId279"/>
    <p:sldId id="784" r:id="rId280"/>
    <p:sldId id="785" r:id="rId281"/>
    <p:sldId id="526" r:id="rId282"/>
    <p:sldId id="527" r:id="rId283"/>
    <p:sldId id="528" r:id="rId284"/>
    <p:sldId id="529" r:id="rId285"/>
    <p:sldId id="1128" r:id="rId286"/>
    <p:sldId id="1135" r:id="rId287"/>
    <p:sldId id="1136" r:id="rId288"/>
    <p:sldId id="533" r:id="rId289"/>
    <p:sldId id="1129" r:id="rId290"/>
    <p:sldId id="534" r:id="rId291"/>
    <p:sldId id="1130" r:id="rId292"/>
    <p:sldId id="786" r:id="rId293"/>
    <p:sldId id="537" r:id="rId294"/>
    <p:sldId id="1131" r:id="rId295"/>
    <p:sldId id="539" r:id="rId296"/>
    <p:sldId id="540" r:id="rId297"/>
    <p:sldId id="541" r:id="rId298"/>
    <p:sldId id="790" r:id="rId299"/>
    <p:sldId id="791" r:id="rId300"/>
    <p:sldId id="792" r:id="rId301"/>
    <p:sldId id="1132" r:id="rId302"/>
    <p:sldId id="794" r:id="rId303"/>
    <p:sldId id="548" r:id="rId304"/>
    <p:sldId id="549" r:id="rId305"/>
    <p:sldId id="552" r:id="rId306"/>
    <p:sldId id="1133" r:id="rId307"/>
    <p:sldId id="553" r:id="rId308"/>
    <p:sldId id="554" r:id="rId309"/>
    <p:sldId id="800" r:id="rId310"/>
    <p:sldId id="555" r:id="rId311"/>
    <p:sldId id="1146" r:id="rId312"/>
    <p:sldId id="556" r:id="rId313"/>
    <p:sldId id="1137" r:id="rId314"/>
    <p:sldId id="560" r:id="rId315"/>
    <p:sldId id="1138" r:id="rId316"/>
    <p:sldId id="564" r:id="rId317"/>
    <p:sldId id="565" r:id="rId318"/>
    <p:sldId id="568" r:id="rId319"/>
    <p:sldId id="570" r:id="rId320"/>
    <p:sldId id="1140" r:id="rId321"/>
    <p:sldId id="1141" r:id="rId322"/>
    <p:sldId id="574" r:id="rId323"/>
    <p:sldId id="566" r:id="rId324"/>
    <p:sldId id="1168" r:id="rId325"/>
    <p:sldId id="630" r:id="rId326"/>
    <p:sldId id="631" r:id="rId327"/>
    <p:sldId id="632" r:id="rId328"/>
    <p:sldId id="633" r:id="rId329"/>
    <p:sldId id="634" r:id="rId330"/>
    <p:sldId id="635" r:id="rId331"/>
    <p:sldId id="573" r:id="rId332"/>
    <p:sldId id="636" r:id="rId333"/>
    <p:sldId id="1169" r:id="rId334"/>
    <p:sldId id="575" r:id="rId335"/>
    <p:sldId id="1170" r:id="rId336"/>
    <p:sldId id="637" r:id="rId337"/>
    <p:sldId id="1171" r:id="rId338"/>
    <p:sldId id="1172" r:id="rId339"/>
    <p:sldId id="580" r:id="rId340"/>
    <p:sldId id="581" r:id="rId341"/>
    <p:sldId id="1173" r:id="rId342"/>
    <p:sldId id="583" r:id="rId343"/>
    <p:sldId id="1176" r:id="rId344"/>
    <p:sldId id="639" r:id="rId345"/>
    <p:sldId id="589" r:id="rId346"/>
    <p:sldId id="1177" r:id="rId347"/>
    <p:sldId id="643" r:id="rId348"/>
    <p:sldId id="1178" r:id="rId349"/>
    <p:sldId id="594" r:id="rId350"/>
    <p:sldId id="595" r:id="rId351"/>
    <p:sldId id="1179" r:id="rId352"/>
    <p:sldId id="601" r:id="rId353"/>
    <p:sldId id="602" r:id="rId354"/>
    <p:sldId id="604" r:id="rId355"/>
    <p:sldId id="576" r:id="rId356"/>
    <p:sldId id="578" r:id="rId357"/>
    <p:sldId id="579" r:id="rId358"/>
    <p:sldId id="1147" r:id="rId359"/>
    <p:sldId id="582" r:id="rId360"/>
    <p:sldId id="1148" r:id="rId361"/>
    <p:sldId id="1149" r:id="rId362"/>
    <p:sldId id="584" r:id="rId363"/>
    <p:sldId id="1150" r:id="rId364"/>
    <p:sldId id="1151" r:id="rId365"/>
    <p:sldId id="1152" r:id="rId366"/>
    <p:sldId id="1159" r:id="rId367"/>
    <p:sldId id="1160" r:id="rId368"/>
    <p:sldId id="1165" r:id="rId369"/>
    <p:sldId id="1161" r:id="rId370"/>
    <p:sldId id="1162" r:id="rId371"/>
    <p:sldId id="1163" r:id="rId372"/>
    <p:sldId id="1164" r:id="rId373"/>
    <p:sldId id="1166" r:id="rId374"/>
    <p:sldId id="1167" r:id="rId375"/>
    <p:sldId id="593" r:id="rId376"/>
    <p:sldId id="810" r:id="rId377"/>
    <p:sldId id="811" r:id="rId378"/>
    <p:sldId id="812" r:id="rId379"/>
    <p:sldId id="813" r:id="rId380"/>
    <p:sldId id="814" r:id="rId381"/>
    <p:sldId id="1158" r:id="rId382"/>
    <p:sldId id="1154" r:id="rId383"/>
    <p:sldId id="590" r:id="rId384"/>
    <p:sldId id="1156" r:id="rId385"/>
    <p:sldId id="1155" r:id="rId386"/>
  </p:sldIdLst>
  <p:sldSz cx="9144000" cy="5143500" type="screen16x9"/>
  <p:notesSz cx="6858000" cy="9144000"/>
  <p:embeddedFontLst>
    <p:embeddedFont>
      <p:font typeface="Tahoma" panose="020B0604030504040204" pitchFamily="34" charset="0"/>
      <p:regular r:id="rId388"/>
      <p:bold r:id="rId389"/>
    </p:embeddedFont>
    <p:embeddedFont>
      <p:font typeface="黑体" panose="02010609060101010101" pitchFamily="49" charset="-122"/>
      <p:regular r:id="rId390"/>
    </p:embeddedFont>
    <p:embeddedFont>
      <p:font typeface="微软雅黑" panose="020B0503020204020204" pitchFamily="34" charset="-122"/>
      <p:regular r:id="rId391"/>
      <p:bold r:id="rId392"/>
    </p:embeddedFont>
  </p:embeddedFont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0FFFF"/>
    <a:srgbClr val="C3E3F9"/>
    <a:srgbClr val="616161"/>
    <a:srgbClr val="CCFF99"/>
    <a:srgbClr val="0000CC"/>
    <a:srgbClr val="66FF66"/>
    <a:srgbClr val="CC0099"/>
    <a:srgbClr val="00B0F0"/>
    <a:srgbClr val="FFFF9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中度样式 2 - 强调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00A15C55-8517-42AA-B614-E9B94910E393}" styleName="中度样式 2 - 强调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73A0DAA-6AF3-43AB-8588-CEC1D06C72B9}" styleName="中度样式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7902" autoAdjust="0"/>
    <p:restoredTop sz="81801" autoAdjust="0"/>
  </p:normalViewPr>
  <p:slideViewPr>
    <p:cSldViewPr snapToGrid="0">
      <p:cViewPr varScale="1">
        <p:scale>
          <a:sx n="82" d="100"/>
          <a:sy n="82" d="100"/>
        </p:scale>
        <p:origin x="485" y="36"/>
      </p:cViewPr>
      <p:guideLst>
        <p:guide orient="horz" pos="1620"/>
        <p:guide pos="2880"/>
      </p:guideLst>
    </p:cSldViewPr>
  </p:slideViewPr>
  <p:notesTextViewPr>
    <p:cViewPr>
      <p:scale>
        <a:sx n="1" d="1"/>
        <a:sy n="1" d="1"/>
      </p:scale>
      <p:origin x="0" y="0"/>
    </p:cViewPr>
  </p:notesTextViewPr>
  <p:notesViewPr>
    <p:cSldViewPr snapToGrid="0">
      <p:cViewPr varScale="1">
        <p:scale>
          <a:sx n="66" d="100"/>
          <a:sy n="66" d="100"/>
        </p:scale>
        <p:origin x="0" y="0"/>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slide" Target="slides/slide246.xml"/><Relationship Id="rId107" Type="http://schemas.openxmlformats.org/officeDocument/2006/relationships/slide" Target="slides/slide106.xml"/><Relationship Id="rId268" Type="http://schemas.openxmlformats.org/officeDocument/2006/relationships/slide" Target="slides/slide267.xml"/><Relationship Id="rId289" Type="http://schemas.openxmlformats.org/officeDocument/2006/relationships/slide" Target="slides/slide288.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314" Type="http://schemas.openxmlformats.org/officeDocument/2006/relationships/slide" Target="slides/slide313.xml"/><Relationship Id="rId335" Type="http://schemas.openxmlformats.org/officeDocument/2006/relationships/slide" Target="slides/slide334.xml"/><Relationship Id="rId356" Type="http://schemas.openxmlformats.org/officeDocument/2006/relationships/slide" Target="slides/slide355.xml"/><Relationship Id="rId377" Type="http://schemas.openxmlformats.org/officeDocument/2006/relationships/slide" Target="slides/slide376.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slide" Target="slides/slide236.xml"/><Relationship Id="rId258" Type="http://schemas.openxmlformats.org/officeDocument/2006/relationships/slide" Target="slides/slide257.xml"/><Relationship Id="rId279" Type="http://schemas.openxmlformats.org/officeDocument/2006/relationships/slide" Target="slides/slide278.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25" Type="http://schemas.openxmlformats.org/officeDocument/2006/relationships/slide" Target="slides/slide324.xml"/><Relationship Id="rId346" Type="http://schemas.openxmlformats.org/officeDocument/2006/relationships/slide" Target="slides/slide345.xml"/><Relationship Id="rId367" Type="http://schemas.openxmlformats.org/officeDocument/2006/relationships/slide" Target="slides/slide366.xml"/><Relationship Id="rId388" Type="http://schemas.openxmlformats.org/officeDocument/2006/relationships/font" Target="fonts/font1.fntdata"/><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slide" Target="slides/slide279.xml"/><Relationship Id="rId315" Type="http://schemas.openxmlformats.org/officeDocument/2006/relationships/slide" Target="slides/slide314.xml"/><Relationship Id="rId336" Type="http://schemas.openxmlformats.org/officeDocument/2006/relationships/slide" Target="slides/slide335.xml"/><Relationship Id="rId357" Type="http://schemas.openxmlformats.org/officeDocument/2006/relationships/slide" Target="slides/slide356.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378" Type="http://schemas.openxmlformats.org/officeDocument/2006/relationships/slide" Target="slides/slide377.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291" Type="http://schemas.openxmlformats.org/officeDocument/2006/relationships/slide" Target="slides/slide290.xml"/><Relationship Id="rId305" Type="http://schemas.openxmlformats.org/officeDocument/2006/relationships/slide" Target="slides/slide304.xml"/><Relationship Id="rId326" Type="http://schemas.openxmlformats.org/officeDocument/2006/relationships/slide" Target="slides/slide325.xml"/><Relationship Id="rId347" Type="http://schemas.openxmlformats.org/officeDocument/2006/relationships/slide" Target="slides/slide346.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368" Type="http://schemas.openxmlformats.org/officeDocument/2006/relationships/slide" Target="slides/slide367.xml"/><Relationship Id="rId389" Type="http://schemas.openxmlformats.org/officeDocument/2006/relationships/font" Target="fonts/font2.fntdata"/><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16" Type="http://schemas.openxmlformats.org/officeDocument/2006/relationships/slide" Target="slides/slide315.xml"/><Relationship Id="rId337" Type="http://schemas.openxmlformats.org/officeDocument/2006/relationships/slide" Target="slides/slide336.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358" Type="http://schemas.openxmlformats.org/officeDocument/2006/relationships/slide" Target="slides/slide357.xml"/><Relationship Id="rId379" Type="http://schemas.openxmlformats.org/officeDocument/2006/relationships/slide" Target="slides/slide378.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390" Type="http://schemas.openxmlformats.org/officeDocument/2006/relationships/font" Target="fonts/font3.fntdata"/><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slide" Target="slides/slide305.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327" Type="http://schemas.openxmlformats.org/officeDocument/2006/relationships/slide" Target="slides/slide326.xml"/><Relationship Id="rId348" Type="http://schemas.openxmlformats.org/officeDocument/2006/relationships/slide" Target="slides/slide347.xml"/><Relationship Id="rId369" Type="http://schemas.openxmlformats.org/officeDocument/2006/relationships/slide" Target="slides/slide368.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380" Type="http://schemas.openxmlformats.org/officeDocument/2006/relationships/slide" Target="slides/slide379.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17" Type="http://schemas.openxmlformats.org/officeDocument/2006/relationships/slide" Target="slides/slide316.xml"/><Relationship Id="rId338" Type="http://schemas.openxmlformats.org/officeDocument/2006/relationships/slide" Target="slides/slide337.xml"/><Relationship Id="rId359" Type="http://schemas.openxmlformats.org/officeDocument/2006/relationships/slide" Target="slides/slide358.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370" Type="http://schemas.openxmlformats.org/officeDocument/2006/relationships/slide" Target="slides/slide369.xml"/><Relationship Id="rId391" Type="http://schemas.openxmlformats.org/officeDocument/2006/relationships/font" Target="fonts/font4.fntdata"/><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slide" Target="slides/slide306.xml"/><Relationship Id="rId328" Type="http://schemas.openxmlformats.org/officeDocument/2006/relationships/slide" Target="slides/slide327.xml"/><Relationship Id="rId349" Type="http://schemas.openxmlformats.org/officeDocument/2006/relationships/slide" Target="slides/slide348.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381" Type="http://schemas.openxmlformats.org/officeDocument/2006/relationships/slide" Target="slides/slide380.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339" Type="http://schemas.openxmlformats.org/officeDocument/2006/relationships/slide" Target="slides/slide338.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350" Type="http://schemas.openxmlformats.org/officeDocument/2006/relationships/slide" Target="slides/slide349.xml"/><Relationship Id="rId371" Type="http://schemas.openxmlformats.org/officeDocument/2006/relationships/slide" Target="slides/slide370.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font" Target="fonts/font5.fntdata"/><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361" Type="http://schemas.openxmlformats.org/officeDocument/2006/relationships/slide" Target="slides/slide360.xml"/><Relationship Id="rId196" Type="http://schemas.openxmlformats.org/officeDocument/2006/relationships/slide" Target="slides/slide195.xml"/><Relationship Id="rId200" Type="http://schemas.openxmlformats.org/officeDocument/2006/relationships/slide" Target="slides/slide199.xml"/><Relationship Id="rId382" Type="http://schemas.openxmlformats.org/officeDocument/2006/relationships/slide" Target="slides/slide381.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351" Type="http://schemas.openxmlformats.org/officeDocument/2006/relationships/slide" Target="slides/slide350.xml"/><Relationship Id="rId372" Type="http://schemas.openxmlformats.org/officeDocument/2006/relationships/slide" Target="slides/slide371.xml"/><Relationship Id="rId393" Type="http://schemas.openxmlformats.org/officeDocument/2006/relationships/presProps" Target="presProps.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slide" Target="slides/slide340.xml"/><Relationship Id="rId362" Type="http://schemas.openxmlformats.org/officeDocument/2006/relationships/slide" Target="slides/slide361.xml"/><Relationship Id="rId383" Type="http://schemas.openxmlformats.org/officeDocument/2006/relationships/slide" Target="slides/slide382.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slide" Target="slides/slide351.xml"/><Relationship Id="rId373" Type="http://schemas.openxmlformats.org/officeDocument/2006/relationships/slide" Target="slides/slide372.xml"/><Relationship Id="rId394" Type="http://schemas.openxmlformats.org/officeDocument/2006/relationships/viewProps" Target="viewProps.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363" Type="http://schemas.openxmlformats.org/officeDocument/2006/relationships/slide" Target="slides/slide362.xml"/><Relationship Id="rId384" Type="http://schemas.openxmlformats.org/officeDocument/2006/relationships/slide" Target="slides/slide383.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slide" Target="slides/slide352.xml"/><Relationship Id="rId374" Type="http://schemas.openxmlformats.org/officeDocument/2006/relationships/slide" Target="slides/slide373.xml"/><Relationship Id="rId395" Type="http://schemas.openxmlformats.org/officeDocument/2006/relationships/theme" Target="theme/theme1.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slide" Target="slides/slide384.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96" Type="http://schemas.openxmlformats.org/officeDocument/2006/relationships/tableStyles" Target="tableStyles.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slide" Target="slides/slide385.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notesMaster" Target="notesMasters/notesMaster1.xml"/></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7">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1#7">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1#7">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1#7">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509D1AF-3F45-453B-AACE-DE8372CBE3C6}" type="doc">
      <dgm:prSet loTypeId="urn:microsoft.com/office/officeart/2005/8/layout/hList1" loCatId="list" qsTypeId="urn:microsoft.com/office/officeart/2005/8/quickstyle/simple2" qsCatId="simple" csTypeId="urn:microsoft.com/office/officeart/2005/8/colors/colorful2" csCatId="colorful" phldr="1"/>
      <dgm:spPr/>
      <dgm:t>
        <a:bodyPr/>
        <a:lstStyle/>
        <a:p>
          <a:endParaRPr lang="zh-CN" altLang="en-US"/>
        </a:p>
      </dgm:t>
    </dgm:pt>
    <dgm:pt modelId="{22EAAA66-547D-4B51-BF4D-D6DB3D7509FE}">
      <dgm:prSet phldrT="[文本]" custT="1"/>
      <dgm:spPr/>
      <dgm:t>
        <a:bodyPr/>
        <a:lstStyle/>
        <a:p>
          <a:r>
            <a:rPr lang="zh-CN" altLang="en-US" sz="2000" b="1" dirty="0">
              <a:latin typeface="微软雅黑" panose="020B0503020204020204" pitchFamily="34" charset="-122"/>
              <a:ea typeface="微软雅黑" panose="020B0503020204020204" pitchFamily="34" charset="-122"/>
            </a:rPr>
            <a:t>内部网关协议 </a:t>
          </a:r>
          <a:r>
            <a:rPr lang="en-US" altLang="en-US" sz="2000" b="1" dirty="0">
              <a:latin typeface="微软雅黑" panose="020B0503020204020204" pitchFamily="34" charset="-122"/>
              <a:ea typeface="微软雅黑" panose="020B0503020204020204" pitchFamily="34" charset="-122"/>
            </a:rPr>
            <a:t>IGP </a:t>
          </a:r>
          <a:endParaRPr lang="zh-CN" altLang="en-US" sz="2000" b="1" dirty="0">
            <a:latin typeface="微软雅黑" panose="020B0503020204020204" pitchFamily="34" charset="-122"/>
            <a:ea typeface="微软雅黑" panose="020B0503020204020204" pitchFamily="34" charset="-122"/>
          </a:endParaRPr>
        </a:p>
      </dgm:t>
    </dgm:pt>
    <dgm:pt modelId="{48CADA59-BA4F-4FCB-B61F-72AB0C28CB52}" type="parTrans" cxnId="{25108764-331C-49F5-AD56-0C02CF03193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9DFCE58-1778-4029-9234-42DBC5AE9592}" type="sibTrans" cxnId="{25108764-331C-49F5-AD56-0C02CF03193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0FEE0F5-92EC-4D73-8F97-62ABE0C0B1AD}">
      <dgm:prSet phldrT="[文本]" custT="1"/>
      <dgm:spPr/>
      <dgm:t>
        <a:bodyPr/>
        <a:lstStyle/>
        <a:p>
          <a:r>
            <a:rPr lang="en-US" altLang="en-US" sz="1800" b="1" dirty="0">
              <a:latin typeface="微软雅黑" panose="020B0503020204020204" pitchFamily="34" charset="-122"/>
              <a:ea typeface="微软雅黑" panose="020B0503020204020204" pitchFamily="34" charset="-122"/>
            </a:rPr>
            <a:t>Interior Gateway Protocol</a:t>
          </a:r>
          <a:endParaRPr lang="zh-CN" altLang="en-US" sz="1800" b="1" dirty="0">
            <a:latin typeface="微软雅黑" panose="020B0503020204020204" pitchFamily="34" charset="-122"/>
            <a:ea typeface="微软雅黑" panose="020B0503020204020204" pitchFamily="34" charset="-122"/>
          </a:endParaRPr>
        </a:p>
      </dgm:t>
    </dgm:pt>
    <dgm:pt modelId="{6B364625-1F64-4A2C-92E4-8ACCAE108854}" type="parTrans" cxnId="{BA41E5B2-0918-4C75-BD81-EA2852E9341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23F8354-FC9E-4128-896D-37F58AB0782A}" type="sibTrans" cxnId="{BA41E5B2-0918-4C75-BD81-EA2852E9341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45CE52F7-516C-41E7-98C3-DE6A902FC6B5}">
      <dgm:prSet phldrT="[文本]" custT="1"/>
      <dgm:spPr/>
      <dgm:t>
        <a:bodyPr/>
        <a:lstStyle/>
        <a:p>
          <a:r>
            <a:rPr lang="zh-CN" altLang="en-US" sz="2000" b="1" dirty="0">
              <a:solidFill>
                <a:srgbClr val="0000FF"/>
              </a:solidFill>
              <a:latin typeface="微软雅黑" panose="020B0503020204020204" pitchFamily="34" charset="-122"/>
              <a:ea typeface="微软雅黑" panose="020B0503020204020204" pitchFamily="34" charset="-122"/>
            </a:rPr>
            <a:t>外部网关协议 </a:t>
          </a:r>
          <a:r>
            <a:rPr lang="en-US" altLang="en-US" sz="2000" b="1" dirty="0">
              <a:solidFill>
                <a:srgbClr val="0000FF"/>
              </a:solidFill>
              <a:latin typeface="微软雅黑" panose="020B0503020204020204" pitchFamily="34" charset="-122"/>
              <a:ea typeface="微软雅黑" panose="020B0503020204020204" pitchFamily="34" charset="-122"/>
            </a:rPr>
            <a:t>EGP </a:t>
          </a:r>
          <a:endParaRPr lang="zh-CN" altLang="en-US" sz="2000" b="1" dirty="0">
            <a:solidFill>
              <a:srgbClr val="0000FF"/>
            </a:solidFill>
            <a:latin typeface="微软雅黑" panose="020B0503020204020204" pitchFamily="34" charset="-122"/>
            <a:ea typeface="微软雅黑" panose="020B0503020204020204" pitchFamily="34" charset="-122"/>
          </a:endParaRPr>
        </a:p>
      </dgm:t>
    </dgm:pt>
    <dgm:pt modelId="{4851B073-903C-4F9D-8072-2D8A05A18A38}" type="parTrans" cxnId="{7F6F0DD8-3A82-4051-87D5-2536B590519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A0401B2-7A98-4518-8A77-2C9DC55F6202}" type="sibTrans" cxnId="{7F6F0DD8-3A82-4051-87D5-2536B590519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C7D5F8E2-243B-4DE9-B470-B712E8897F5B}">
      <dgm:prSet phldrT="[文本]" custT="1"/>
      <dgm:spPr/>
      <dgm:t>
        <a:bodyPr/>
        <a:lstStyle/>
        <a:p>
          <a:r>
            <a:rPr lang="en-US" altLang="en-US" sz="1800" b="1" dirty="0">
              <a:latin typeface="微软雅黑" panose="020B0503020204020204" pitchFamily="34" charset="-122"/>
              <a:ea typeface="微软雅黑" panose="020B0503020204020204" pitchFamily="34" charset="-122"/>
            </a:rPr>
            <a:t>External Gateway Protocol</a:t>
          </a:r>
          <a:endParaRPr lang="zh-CN" altLang="en-US" sz="1800" b="1" dirty="0">
            <a:latin typeface="微软雅黑" panose="020B0503020204020204" pitchFamily="34" charset="-122"/>
            <a:ea typeface="微软雅黑" panose="020B0503020204020204" pitchFamily="34" charset="-122"/>
          </a:endParaRPr>
        </a:p>
      </dgm:t>
    </dgm:pt>
    <dgm:pt modelId="{292068CC-A905-42E3-851F-0980B0482AAB}" type="parTrans" cxnId="{EBEF6AA6-4BC5-4136-986E-B0AA9E01438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AEB55ABB-C6D0-4CD5-A01F-970B67F60A07}" type="sibTrans" cxnId="{EBEF6AA6-4BC5-4136-986E-B0AA9E01438F}">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EDC6E589-44E1-49CC-BAB5-1FCBE573BC1C}">
      <dgm:prSet phldrT="[文本]" custT="1"/>
      <dgm:spPr/>
      <dgm:t>
        <a:bodyPr/>
        <a:lstStyle/>
        <a:p>
          <a:r>
            <a:rPr lang="zh-CN" altLang="en-US" sz="1800" b="1" dirty="0">
              <a:latin typeface="微软雅黑" panose="020B0503020204020204" pitchFamily="34" charset="-122"/>
              <a:ea typeface="微软雅黑" panose="020B0503020204020204" pitchFamily="34" charset="-122"/>
            </a:rPr>
            <a:t>在不同自治系统之间进行路由时使用的协议</a:t>
          </a:r>
        </a:p>
      </dgm:t>
    </dgm:pt>
    <dgm:pt modelId="{E63EF559-E6BF-4462-81EE-BD63AE8BF5CC}" type="parTrans" cxnId="{64FE0401-5DA3-4A14-B1FC-44C158D0747D}">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C06A0B01-C265-432B-8D47-AC0785624F65}" type="sibTrans" cxnId="{64FE0401-5DA3-4A14-B1FC-44C158D0747D}">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7D6E7755-F197-41FB-8605-1BFB9B1B3E4D}">
      <dgm:prSet custT="1"/>
      <dgm:spPr/>
      <dgm:t>
        <a:bodyPr/>
        <a:lstStyle/>
        <a:p>
          <a:r>
            <a:rPr lang="zh-CN" altLang="en-US" sz="1800" b="1" dirty="0">
              <a:latin typeface="微软雅黑" panose="020B0503020204020204" pitchFamily="34" charset="-122"/>
              <a:ea typeface="微软雅黑" panose="020B0503020204020204" pitchFamily="34" charset="-122"/>
            </a:rPr>
            <a:t>在一个自治系统内部使用的路由协议</a:t>
          </a:r>
        </a:p>
      </dgm:t>
    </dgm:pt>
    <dgm:pt modelId="{E10F256C-3A61-44A7-9FB9-5C7D0142FE8A}" type="parTrans" cxnId="{CAE0B115-114A-468C-BEDB-2D5FE2E0B17D}">
      <dgm:prSet/>
      <dgm:spPr/>
      <dgm:t>
        <a:bodyPr/>
        <a:lstStyle/>
        <a:p>
          <a:endParaRPr lang="zh-CN" altLang="en-US"/>
        </a:p>
      </dgm:t>
    </dgm:pt>
    <dgm:pt modelId="{998963D5-F615-4C0F-BC06-0F0483E40DAF}" type="sibTrans" cxnId="{CAE0B115-114A-468C-BEDB-2D5FE2E0B17D}">
      <dgm:prSet/>
      <dgm:spPr/>
      <dgm:t>
        <a:bodyPr/>
        <a:lstStyle/>
        <a:p>
          <a:endParaRPr lang="zh-CN" altLang="en-US"/>
        </a:p>
      </dgm:t>
    </dgm:pt>
    <dgm:pt modelId="{427CA751-AD5C-4205-9441-B3381D745046}">
      <dgm:prSet custT="1"/>
      <dgm:spPr/>
      <dgm:t>
        <a:bodyPr/>
        <a:lstStyle/>
        <a:p>
          <a:r>
            <a:rPr lang="zh-CN" altLang="en-US" sz="1800" b="1" dirty="0">
              <a:latin typeface="微软雅黑" panose="020B0503020204020204" pitchFamily="34" charset="-122"/>
              <a:ea typeface="微软雅黑" panose="020B0503020204020204" pitchFamily="34" charset="-122"/>
            </a:rPr>
            <a:t>常用：</a:t>
          </a:r>
          <a:r>
            <a:rPr lang="en-US" altLang="en-US" sz="1800" b="1" dirty="0">
              <a:latin typeface="微软雅黑" panose="020B0503020204020204" pitchFamily="34" charset="-122"/>
              <a:ea typeface="微软雅黑" panose="020B0503020204020204" pitchFamily="34" charset="-122"/>
            </a:rPr>
            <a:t>RIP</a:t>
          </a:r>
          <a:r>
            <a:rPr lang="zh-CN" altLang="en-US" sz="1800" b="1" dirty="0">
              <a:latin typeface="微软雅黑" panose="020B0503020204020204" pitchFamily="34" charset="-122"/>
              <a:ea typeface="微软雅黑" panose="020B0503020204020204" pitchFamily="34" charset="-122"/>
            </a:rPr>
            <a:t>，</a:t>
          </a:r>
          <a:r>
            <a:rPr lang="en-US" altLang="en-US" sz="1800" b="1" dirty="0">
              <a:latin typeface="微软雅黑" panose="020B0503020204020204" pitchFamily="34" charset="-122"/>
              <a:ea typeface="微软雅黑" panose="020B0503020204020204" pitchFamily="34" charset="-122"/>
            </a:rPr>
            <a:t>OSPF</a:t>
          </a:r>
          <a:endParaRPr lang="zh-CN" altLang="en-US" sz="1800" b="1" dirty="0">
            <a:latin typeface="微软雅黑" panose="020B0503020204020204" pitchFamily="34" charset="-122"/>
            <a:ea typeface="微软雅黑" panose="020B0503020204020204" pitchFamily="34" charset="-122"/>
          </a:endParaRPr>
        </a:p>
      </dgm:t>
    </dgm:pt>
    <dgm:pt modelId="{74833AC5-8572-4F1E-BAA1-CEC9100405A4}" type="parTrans" cxnId="{1B8DF4EF-6AB6-4FC0-AFE4-B74305DCB10F}">
      <dgm:prSet/>
      <dgm:spPr/>
      <dgm:t>
        <a:bodyPr/>
        <a:lstStyle/>
        <a:p>
          <a:endParaRPr lang="zh-CN" altLang="en-US"/>
        </a:p>
      </dgm:t>
    </dgm:pt>
    <dgm:pt modelId="{60A14015-7078-43BB-AB9E-4E4C76939902}" type="sibTrans" cxnId="{1B8DF4EF-6AB6-4FC0-AFE4-B74305DCB10F}">
      <dgm:prSet/>
      <dgm:spPr/>
      <dgm:t>
        <a:bodyPr/>
        <a:lstStyle/>
        <a:p>
          <a:endParaRPr lang="zh-CN" altLang="en-US"/>
        </a:p>
      </dgm:t>
    </dgm:pt>
    <dgm:pt modelId="{FA847D9B-745D-4745-B7C4-9547BD61697B}">
      <dgm:prSet phldrT="[文本]" custT="1"/>
      <dgm:spPr/>
      <dgm:t>
        <a:bodyPr/>
        <a:lstStyle/>
        <a:p>
          <a:r>
            <a:rPr lang="zh-CN" altLang="en-US" sz="1800" b="1" dirty="0">
              <a:latin typeface="微软雅黑" panose="020B0503020204020204" pitchFamily="34" charset="-122"/>
              <a:ea typeface="微软雅黑" panose="020B0503020204020204" pitchFamily="34" charset="-122"/>
            </a:rPr>
            <a:t>使用最多：</a:t>
          </a:r>
          <a:r>
            <a:rPr lang="en-US" altLang="en-US" sz="1800" b="1" dirty="0">
              <a:latin typeface="微软雅黑" panose="020B0503020204020204" pitchFamily="34" charset="-122"/>
              <a:ea typeface="微软雅黑" panose="020B0503020204020204" pitchFamily="34" charset="-122"/>
            </a:rPr>
            <a:t>BGP-4</a:t>
          </a:r>
          <a:endParaRPr lang="zh-CN" altLang="en-US" sz="1800" b="1" dirty="0">
            <a:latin typeface="微软雅黑" panose="020B0503020204020204" pitchFamily="34" charset="-122"/>
            <a:ea typeface="微软雅黑" panose="020B0503020204020204" pitchFamily="34" charset="-122"/>
          </a:endParaRPr>
        </a:p>
      </dgm:t>
    </dgm:pt>
    <dgm:pt modelId="{11E045D3-6FEC-4BAC-BBC6-E3F85AF3E6FE}" type="parTrans" cxnId="{8E15BA48-9F24-4760-BC2E-F975CEDF504B}">
      <dgm:prSet/>
      <dgm:spPr/>
      <dgm:t>
        <a:bodyPr/>
        <a:lstStyle/>
        <a:p>
          <a:endParaRPr lang="zh-CN" altLang="en-US"/>
        </a:p>
      </dgm:t>
    </dgm:pt>
    <dgm:pt modelId="{01A76F89-8655-45DB-8632-72B69EBACACB}" type="sibTrans" cxnId="{8E15BA48-9F24-4760-BC2E-F975CEDF504B}">
      <dgm:prSet/>
      <dgm:spPr/>
      <dgm:t>
        <a:bodyPr/>
        <a:lstStyle/>
        <a:p>
          <a:endParaRPr lang="zh-CN" altLang="en-US"/>
        </a:p>
      </dgm:t>
    </dgm:pt>
    <dgm:pt modelId="{9F83B98B-72FF-44E6-B52B-F2F63F48C7CE}" type="pres">
      <dgm:prSet presAssocID="{9509D1AF-3F45-453B-AACE-DE8372CBE3C6}" presName="Name0" presStyleCnt="0">
        <dgm:presLayoutVars>
          <dgm:dir/>
          <dgm:animLvl val="lvl"/>
          <dgm:resizeHandles val="exact"/>
        </dgm:presLayoutVars>
      </dgm:prSet>
      <dgm:spPr/>
    </dgm:pt>
    <dgm:pt modelId="{51D230E4-3E09-4D13-9A8E-98B08CE0B2CA}" type="pres">
      <dgm:prSet presAssocID="{22EAAA66-547D-4B51-BF4D-D6DB3D7509FE}" presName="composite" presStyleCnt="0"/>
      <dgm:spPr/>
    </dgm:pt>
    <dgm:pt modelId="{ACA20801-F352-434C-8293-8F2818AFDE5B}" type="pres">
      <dgm:prSet presAssocID="{22EAAA66-547D-4B51-BF4D-D6DB3D7509FE}" presName="parTx" presStyleLbl="alignNode1" presStyleIdx="0" presStyleCnt="2">
        <dgm:presLayoutVars>
          <dgm:chMax val="0"/>
          <dgm:chPref val="0"/>
          <dgm:bulletEnabled val="1"/>
        </dgm:presLayoutVars>
      </dgm:prSet>
      <dgm:spPr/>
    </dgm:pt>
    <dgm:pt modelId="{19FF7ECD-B0E8-443E-8703-812623A25DE9}" type="pres">
      <dgm:prSet presAssocID="{22EAAA66-547D-4B51-BF4D-D6DB3D7509FE}" presName="desTx" presStyleLbl="alignAccFollowNode1" presStyleIdx="0" presStyleCnt="2">
        <dgm:presLayoutVars>
          <dgm:bulletEnabled val="1"/>
        </dgm:presLayoutVars>
      </dgm:prSet>
      <dgm:spPr/>
    </dgm:pt>
    <dgm:pt modelId="{000A0750-EBC1-44F2-9C1F-4E35F71659DA}" type="pres">
      <dgm:prSet presAssocID="{39DFCE58-1778-4029-9234-42DBC5AE9592}" presName="space" presStyleCnt="0"/>
      <dgm:spPr/>
    </dgm:pt>
    <dgm:pt modelId="{E54045DA-C7DF-4AC3-8BA1-C6D0FBE29413}" type="pres">
      <dgm:prSet presAssocID="{45CE52F7-516C-41E7-98C3-DE6A902FC6B5}" presName="composite" presStyleCnt="0"/>
      <dgm:spPr/>
    </dgm:pt>
    <dgm:pt modelId="{2075194E-504D-46FF-9735-28FB3A1952A0}" type="pres">
      <dgm:prSet presAssocID="{45CE52F7-516C-41E7-98C3-DE6A902FC6B5}" presName="parTx" presStyleLbl="alignNode1" presStyleIdx="1" presStyleCnt="2">
        <dgm:presLayoutVars>
          <dgm:chMax val="0"/>
          <dgm:chPref val="0"/>
          <dgm:bulletEnabled val="1"/>
        </dgm:presLayoutVars>
      </dgm:prSet>
      <dgm:spPr/>
    </dgm:pt>
    <dgm:pt modelId="{4CDFFC38-F27C-472E-A2F4-B6BCE3ADBC7B}" type="pres">
      <dgm:prSet presAssocID="{45CE52F7-516C-41E7-98C3-DE6A902FC6B5}" presName="desTx" presStyleLbl="alignAccFollowNode1" presStyleIdx="1" presStyleCnt="2">
        <dgm:presLayoutVars>
          <dgm:bulletEnabled val="1"/>
        </dgm:presLayoutVars>
      </dgm:prSet>
      <dgm:spPr/>
    </dgm:pt>
  </dgm:ptLst>
  <dgm:cxnLst>
    <dgm:cxn modelId="{64FE0401-5DA3-4A14-B1FC-44C158D0747D}" srcId="{45CE52F7-516C-41E7-98C3-DE6A902FC6B5}" destId="{EDC6E589-44E1-49CC-BAB5-1FCBE573BC1C}" srcOrd="1" destOrd="0" parTransId="{E63EF559-E6BF-4462-81EE-BD63AE8BF5CC}" sibTransId="{C06A0B01-C265-432B-8D47-AC0785624F65}"/>
    <dgm:cxn modelId="{CAE0B115-114A-468C-BEDB-2D5FE2E0B17D}" srcId="{22EAAA66-547D-4B51-BF4D-D6DB3D7509FE}" destId="{7D6E7755-F197-41FB-8605-1BFB9B1B3E4D}" srcOrd="1" destOrd="0" parTransId="{E10F256C-3A61-44A7-9FB9-5C7D0142FE8A}" sibTransId="{998963D5-F615-4C0F-BC06-0F0483E40DAF}"/>
    <dgm:cxn modelId="{0AFDA517-52A7-4106-9DEC-24ADAE9C1401}" type="presOf" srcId="{C7D5F8E2-243B-4DE9-B470-B712E8897F5B}" destId="{4CDFFC38-F27C-472E-A2F4-B6BCE3ADBC7B}" srcOrd="0" destOrd="0" presId="urn:microsoft.com/office/officeart/2005/8/layout/hList1"/>
    <dgm:cxn modelId="{F649F02C-3A0E-4CB9-B195-EBCA327DD96B}" type="presOf" srcId="{22EAAA66-547D-4B51-BF4D-D6DB3D7509FE}" destId="{ACA20801-F352-434C-8293-8F2818AFDE5B}" srcOrd="0" destOrd="0" presId="urn:microsoft.com/office/officeart/2005/8/layout/hList1"/>
    <dgm:cxn modelId="{EEB0B035-25DE-410A-A6E6-950B73983029}" type="presOf" srcId="{427CA751-AD5C-4205-9441-B3381D745046}" destId="{19FF7ECD-B0E8-443E-8703-812623A25DE9}" srcOrd="0" destOrd="2" presId="urn:microsoft.com/office/officeart/2005/8/layout/hList1"/>
    <dgm:cxn modelId="{ED8FA239-3D16-4845-B639-C031EF97F765}" type="presOf" srcId="{FA847D9B-745D-4745-B7C4-9547BD61697B}" destId="{4CDFFC38-F27C-472E-A2F4-B6BCE3ADBC7B}" srcOrd="0" destOrd="2" presId="urn:microsoft.com/office/officeart/2005/8/layout/hList1"/>
    <dgm:cxn modelId="{B3BBB95D-FBE9-4070-B2DA-1787B78E4F3F}" type="presOf" srcId="{45CE52F7-516C-41E7-98C3-DE6A902FC6B5}" destId="{2075194E-504D-46FF-9735-28FB3A1952A0}" srcOrd="0" destOrd="0" presId="urn:microsoft.com/office/officeart/2005/8/layout/hList1"/>
    <dgm:cxn modelId="{25108764-331C-49F5-AD56-0C02CF031934}" srcId="{9509D1AF-3F45-453B-AACE-DE8372CBE3C6}" destId="{22EAAA66-547D-4B51-BF4D-D6DB3D7509FE}" srcOrd="0" destOrd="0" parTransId="{48CADA59-BA4F-4FCB-B61F-72AB0C28CB52}" sibTransId="{39DFCE58-1778-4029-9234-42DBC5AE9592}"/>
    <dgm:cxn modelId="{8E15BA48-9F24-4760-BC2E-F975CEDF504B}" srcId="{45CE52F7-516C-41E7-98C3-DE6A902FC6B5}" destId="{FA847D9B-745D-4745-B7C4-9547BD61697B}" srcOrd="2" destOrd="0" parTransId="{11E045D3-6FEC-4BAC-BBC6-E3F85AF3E6FE}" sibTransId="{01A76F89-8655-45DB-8632-72B69EBACACB}"/>
    <dgm:cxn modelId="{EBEF6AA6-4BC5-4136-986E-B0AA9E01438F}" srcId="{45CE52F7-516C-41E7-98C3-DE6A902FC6B5}" destId="{C7D5F8E2-243B-4DE9-B470-B712E8897F5B}" srcOrd="0" destOrd="0" parTransId="{292068CC-A905-42E3-851F-0980B0482AAB}" sibTransId="{AEB55ABB-C6D0-4CD5-A01F-970B67F60A07}"/>
    <dgm:cxn modelId="{52D1A9A7-FB61-4544-A7FC-80E5622CCB21}" type="presOf" srcId="{9509D1AF-3F45-453B-AACE-DE8372CBE3C6}" destId="{9F83B98B-72FF-44E6-B52B-F2F63F48C7CE}" srcOrd="0" destOrd="0" presId="urn:microsoft.com/office/officeart/2005/8/layout/hList1"/>
    <dgm:cxn modelId="{BA41E5B2-0918-4C75-BD81-EA2852E9341F}" srcId="{22EAAA66-547D-4B51-BF4D-D6DB3D7509FE}" destId="{00FEE0F5-92EC-4D73-8F97-62ABE0C0B1AD}" srcOrd="0" destOrd="0" parTransId="{6B364625-1F64-4A2C-92E4-8ACCAE108854}" sibTransId="{323F8354-FC9E-4128-896D-37F58AB0782A}"/>
    <dgm:cxn modelId="{4A0742BC-43D8-4055-9627-372DE98EA475}" type="presOf" srcId="{EDC6E589-44E1-49CC-BAB5-1FCBE573BC1C}" destId="{4CDFFC38-F27C-472E-A2F4-B6BCE3ADBC7B}" srcOrd="0" destOrd="1" presId="urn:microsoft.com/office/officeart/2005/8/layout/hList1"/>
    <dgm:cxn modelId="{F43438D5-14FC-4C8D-8CAD-EAAFE8FE7119}" type="presOf" srcId="{7D6E7755-F197-41FB-8605-1BFB9B1B3E4D}" destId="{19FF7ECD-B0E8-443E-8703-812623A25DE9}" srcOrd="0" destOrd="1" presId="urn:microsoft.com/office/officeart/2005/8/layout/hList1"/>
    <dgm:cxn modelId="{7F6F0DD8-3A82-4051-87D5-2536B5905195}" srcId="{9509D1AF-3F45-453B-AACE-DE8372CBE3C6}" destId="{45CE52F7-516C-41E7-98C3-DE6A902FC6B5}" srcOrd="1" destOrd="0" parTransId="{4851B073-903C-4F9D-8072-2D8A05A18A38}" sibTransId="{0A0401B2-7A98-4518-8A77-2C9DC55F6202}"/>
    <dgm:cxn modelId="{F07B9FE5-15C6-45F2-A7B7-F311439C5154}" type="presOf" srcId="{00FEE0F5-92EC-4D73-8F97-62ABE0C0B1AD}" destId="{19FF7ECD-B0E8-443E-8703-812623A25DE9}" srcOrd="0" destOrd="0" presId="urn:microsoft.com/office/officeart/2005/8/layout/hList1"/>
    <dgm:cxn modelId="{1B8DF4EF-6AB6-4FC0-AFE4-B74305DCB10F}" srcId="{22EAAA66-547D-4B51-BF4D-D6DB3D7509FE}" destId="{427CA751-AD5C-4205-9441-B3381D745046}" srcOrd="2" destOrd="0" parTransId="{74833AC5-8572-4F1E-BAA1-CEC9100405A4}" sibTransId="{60A14015-7078-43BB-AB9E-4E4C76939902}"/>
    <dgm:cxn modelId="{150135E0-CB36-492F-BB08-74CBEF488F7A}" type="presParOf" srcId="{9F83B98B-72FF-44E6-B52B-F2F63F48C7CE}" destId="{51D230E4-3E09-4D13-9A8E-98B08CE0B2CA}" srcOrd="0" destOrd="0" presId="urn:microsoft.com/office/officeart/2005/8/layout/hList1"/>
    <dgm:cxn modelId="{F6BF3E4A-8560-4759-9686-AB832B29918A}" type="presParOf" srcId="{51D230E4-3E09-4D13-9A8E-98B08CE0B2CA}" destId="{ACA20801-F352-434C-8293-8F2818AFDE5B}" srcOrd="0" destOrd="0" presId="urn:microsoft.com/office/officeart/2005/8/layout/hList1"/>
    <dgm:cxn modelId="{59067D18-429E-4AF3-8EBD-22EC9237102C}" type="presParOf" srcId="{51D230E4-3E09-4D13-9A8E-98B08CE0B2CA}" destId="{19FF7ECD-B0E8-443E-8703-812623A25DE9}" srcOrd="1" destOrd="0" presId="urn:microsoft.com/office/officeart/2005/8/layout/hList1"/>
    <dgm:cxn modelId="{C7F7318B-7350-4337-8FD6-6B433E7DC62D}" type="presParOf" srcId="{9F83B98B-72FF-44E6-B52B-F2F63F48C7CE}" destId="{000A0750-EBC1-44F2-9C1F-4E35F71659DA}" srcOrd="1" destOrd="0" presId="urn:microsoft.com/office/officeart/2005/8/layout/hList1"/>
    <dgm:cxn modelId="{7099BDC1-C8CE-4C95-9639-79113250CEA2}" type="presParOf" srcId="{9F83B98B-72FF-44E6-B52B-F2F63F48C7CE}" destId="{E54045DA-C7DF-4AC3-8BA1-C6D0FBE29413}" srcOrd="2" destOrd="0" presId="urn:microsoft.com/office/officeart/2005/8/layout/hList1"/>
    <dgm:cxn modelId="{1DC0AFF3-FFAC-4174-BCA4-2743B5E87B00}" type="presParOf" srcId="{E54045DA-C7DF-4AC3-8BA1-C6D0FBE29413}" destId="{2075194E-504D-46FF-9735-28FB3A1952A0}" srcOrd="0" destOrd="0" presId="urn:microsoft.com/office/officeart/2005/8/layout/hList1"/>
    <dgm:cxn modelId="{AB362581-C4CC-4D6E-861F-25C1A6316AAF}" type="presParOf" srcId="{E54045DA-C7DF-4AC3-8BA1-C6D0FBE29413}" destId="{4CDFFC38-F27C-472E-A2F4-B6BCE3ADBC7B}"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FD64D01F-8560-47A8-8127-355261850500}" type="doc">
      <dgm:prSet loTypeId="urn:microsoft.com/office/officeart/2005/8/layout/chevron2" loCatId="list" qsTypeId="urn:microsoft.com/office/officeart/2005/8/quickstyle/simple1" qsCatId="simple" csTypeId="urn:microsoft.com/office/officeart/2005/8/colors/colorful1#7" csCatId="colorful" phldr="1"/>
      <dgm:spPr/>
      <dgm:t>
        <a:bodyPr/>
        <a:lstStyle/>
        <a:p>
          <a:endParaRPr lang="zh-CN" altLang="en-US"/>
        </a:p>
      </dgm:t>
    </dgm:pt>
    <dgm:pt modelId="{C5D95768-64CF-4D5F-8F7F-4A5996C27CD9}">
      <dgm:prSet phldrT="[文本]" custT="1"/>
      <dgm:spPr/>
      <dgm:t>
        <a:bodyPr/>
        <a:lstStyle/>
        <a:p>
          <a:r>
            <a:rPr lang="en-US" altLang="zh-CN" sz="1600" b="1" dirty="0">
              <a:latin typeface="微软雅黑" panose="020B0503020204020204" pitchFamily="34" charset="-122"/>
              <a:ea typeface="微软雅黑" panose="020B0503020204020204" pitchFamily="34" charset="-122"/>
            </a:rPr>
            <a:t>1</a:t>
          </a:r>
          <a:endParaRPr lang="zh-CN" altLang="en-US" sz="1600" b="1" dirty="0">
            <a:latin typeface="微软雅黑" panose="020B0503020204020204" pitchFamily="34" charset="-122"/>
            <a:ea typeface="微软雅黑" panose="020B0503020204020204" pitchFamily="34" charset="-122"/>
          </a:endParaRPr>
        </a:p>
      </dgm:t>
    </dgm:pt>
    <dgm:pt modelId="{095A1CAB-4AA6-4555-A355-CFD87D44D186}" type="parTrans" cxnId="{1236EF00-0657-4E4D-8B27-2D49AF72D85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E2A83572-A1BA-4AEF-BB4D-0C9E0744D9DE}" type="sibTrans" cxnId="{1236EF00-0657-4E4D-8B27-2D49AF72D85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2E3AFA4-03DE-4EB5-974A-AAC8D531866F}">
      <dgm:prSet phldrT="[文本]" custT="1"/>
      <dgm:spPr/>
      <dgm:t>
        <a:bodyPr/>
        <a:lstStyle/>
        <a:p>
          <a:r>
            <a:rPr lang="zh-CN" altLang="en-US" sz="1600" b="1" dirty="0">
              <a:latin typeface="微软雅黑" panose="020B0503020204020204" pitchFamily="34" charset="-122"/>
              <a:ea typeface="微软雅黑" panose="020B0503020204020204" pitchFamily="34" charset="-122"/>
            </a:rPr>
            <a:t>选择本地偏好 </a:t>
          </a:r>
          <a:r>
            <a:rPr lang="en-US" altLang="en-US" sz="1600" b="1" dirty="0">
              <a:latin typeface="微软雅黑" panose="020B0503020204020204" pitchFamily="34" charset="-122"/>
              <a:ea typeface="微软雅黑" panose="020B0503020204020204" pitchFamily="34" charset="-122"/>
            </a:rPr>
            <a:t>(local preference) </a:t>
          </a:r>
          <a:r>
            <a:rPr lang="zh-CN" altLang="en-US" sz="1600" b="1" dirty="0">
              <a:latin typeface="微软雅黑" panose="020B0503020204020204" pitchFamily="34" charset="-122"/>
              <a:ea typeface="微软雅黑" panose="020B0503020204020204" pitchFamily="34" charset="-122"/>
            </a:rPr>
            <a:t>值最高的路由</a:t>
          </a:r>
        </a:p>
      </dgm:t>
    </dgm:pt>
    <dgm:pt modelId="{0A91646E-F85F-4DB9-8D79-8B2D2A89F3B1}" type="parTrans" cxnId="{E05ADA4D-7A3E-4E06-9659-ACD04759E5F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6B5DE66-85F8-4D27-90D3-EF3C3C3C171B}" type="sibTrans" cxnId="{E05ADA4D-7A3E-4E06-9659-ACD04759E5F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EEA00C2-93BC-4594-A89F-B19031BEA809}">
      <dgm:prSet phldrT="[文本]" custT="1"/>
      <dgm:spPr/>
      <dgm:t>
        <a:bodyPr/>
        <a:lstStyle/>
        <a:p>
          <a:r>
            <a:rPr lang="en-US" altLang="zh-CN" sz="1600" b="1" dirty="0">
              <a:latin typeface="微软雅黑" panose="020B0503020204020204" pitchFamily="34" charset="-122"/>
              <a:ea typeface="微软雅黑" panose="020B0503020204020204" pitchFamily="34" charset="-122"/>
            </a:rPr>
            <a:t>2</a:t>
          </a:r>
          <a:endParaRPr lang="zh-CN" altLang="en-US" sz="1600" b="1" dirty="0">
            <a:latin typeface="微软雅黑" panose="020B0503020204020204" pitchFamily="34" charset="-122"/>
            <a:ea typeface="微软雅黑" panose="020B0503020204020204" pitchFamily="34" charset="-122"/>
          </a:endParaRPr>
        </a:p>
      </dgm:t>
    </dgm:pt>
    <dgm:pt modelId="{13A3DC76-198C-46D6-9E07-18965F9979A0}" type="parTrans" cxnId="{BC70318A-D626-4006-9FF2-051025E4DD7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54D2AC9-7745-4621-BE80-FD0ED53C328A}" type="sibTrans" cxnId="{BC70318A-D626-4006-9FF2-051025E4DD7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B0D0D92-7B41-47B9-88A7-C0582EC816C3}">
      <dgm:prSet phldrT="[文本]" custT="1"/>
      <dgm:spPr/>
      <dgm:t>
        <a:bodyPr/>
        <a:lstStyle/>
        <a:p>
          <a:r>
            <a:rPr lang="zh-CN" altLang="en-US" sz="1600" b="1" dirty="0">
              <a:latin typeface="微软雅黑" panose="020B0503020204020204" pitchFamily="34" charset="-122"/>
              <a:ea typeface="微软雅黑" panose="020B0503020204020204" pitchFamily="34" charset="-122"/>
            </a:rPr>
            <a:t>选择具有 </a:t>
          </a:r>
          <a:r>
            <a:rPr lang="en-US" altLang="en-US"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跳数最少的路由</a:t>
          </a:r>
        </a:p>
      </dgm:t>
    </dgm:pt>
    <dgm:pt modelId="{351E5DC5-A557-4ACF-B5F7-0E7AC090A2CF}" type="parTrans" cxnId="{734AA91F-B8F4-4F8F-BC5B-66C78E0F36A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7BA015C-934C-4A85-97B4-C36259D5C27E}" type="sibTrans" cxnId="{734AA91F-B8F4-4F8F-BC5B-66C78E0F36A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C75D0E3-AD55-409C-8E70-7C9A60C6090F}">
      <dgm:prSet phldrT="[文本]" custT="1"/>
      <dgm:spPr/>
      <dgm:t>
        <a:bodyPr/>
        <a:lstStyle/>
        <a:p>
          <a:r>
            <a:rPr lang="en-US" altLang="zh-CN" sz="1600" b="1" dirty="0">
              <a:latin typeface="微软雅黑" panose="020B0503020204020204" pitchFamily="34" charset="-122"/>
              <a:ea typeface="微软雅黑" panose="020B0503020204020204" pitchFamily="34" charset="-122"/>
            </a:rPr>
            <a:t>3</a:t>
          </a:r>
          <a:endParaRPr lang="zh-CN" altLang="en-US" sz="1600" b="1" dirty="0">
            <a:latin typeface="微软雅黑" panose="020B0503020204020204" pitchFamily="34" charset="-122"/>
            <a:ea typeface="微软雅黑" panose="020B0503020204020204" pitchFamily="34" charset="-122"/>
          </a:endParaRPr>
        </a:p>
      </dgm:t>
    </dgm:pt>
    <dgm:pt modelId="{4A0B1DED-E29F-41E6-8689-CB100BB93A33}" type="parTrans" cxnId="{ADF66DBB-9393-4116-8CC0-6D697476D591}">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51E2091-1D7F-42F1-A9B4-CCE388AF88F1}" type="sibTrans" cxnId="{ADF66DBB-9393-4116-8CC0-6D697476D591}">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FFF64E73-C233-45A7-8F5D-4089CAD697FF}">
      <dgm:prSet phldrT="[文本]" custT="1"/>
      <dgm:spPr/>
      <dgm:t>
        <a:bodyPr/>
        <a:lstStyle/>
        <a:p>
          <a:r>
            <a:rPr lang="en-US" altLang="zh-CN" sz="1600" b="1" dirty="0">
              <a:latin typeface="微软雅黑" panose="020B0503020204020204" pitchFamily="34" charset="-122"/>
              <a:ea typeface="微软雅黑" panose="020B0503020204020204" pitchFamily="34" charset="-122"/>
            </a:rPr>
            <a:t>4</a:t>
          </a:r>
          <a:endParaRPr lang="zh-CN" altLang="en-US" sz="1600" b="1" dirty="0">
            <a:latin typeface="微软雅黑" panose="020B0503020204020204" pitchFamily="34" charset="-122"/>
            <a:ea typeface="微软雅黑" panose="020B0503020204020204" pitchFamily="34" charset="-122"/>
          </a:endParaRPr>
        </a:p>
      </dgm:t>
    </dgm:pt>
    <dgm:pt modelId="{33A5E1EF-C09D-4317-BF50-3E3A7AD8F5AD}" type="parTrans" cxnId="{964EE627-7EAD-42B6-96B6-724558A854D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11CDF31-2C2A-4327-8158-DE91CDB3A98C}" type="sibTrans" cxnId="{964EE627-7EAD-42B6-96B6-724558A854D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856CF85C-AFE6-43D4-BD07-CEBB31FE6836}">
      <dgm:prSet phldrT="[文本]" custT="1"/>
      <dgm:spPr/>
      <dgm:t>
        <a:bodyPr/>
        <a:lstStyle/>
        <a:p>
          <a:r>
            <a:rPr lang="zh-CN" altLang="en-US" sz="1600" b="1" dirty="0">
              <a:latin typeface="微软雅黑" panose="020B0503020204020204" pitchFamily="34" charset="-122"/>
              <a:ea typeface="微软雅黑" panose="020B0503020204020204" pitchFamily="34" charset="-122"/>
            </a:rPr>
            <a:t>使用热土豆路由算法（使分组尽快从本 </a:t>
          </a:r>
          <a:r>
            <a:rPr lang="en-US" altLang="zh-CN"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转发出去）</a:t>
          </a:r>
        </a:p>
      </dgm:t>
    </dgm:pt>
    <dgm:pt modelId="{69CECD98-70EC-4789-9ADD-7B490C308C2C}" type="parTrans" cxnId="{C48B5691-7C60-423E-B931-CA3DFE359FB9}">
      <dgm:prSet/>
      <dgm:spPr/>
      <dgm:t>
        <a:bodyPr/>
        <a:lstStyle/>
        <a:p>
          <a:endParaRPr lang="zh-CN" altLang="en-US"/>
        </a:p>
      </dgm:t>
    </dgm:pt>
    <dgm:pt modelId="{DDF95A1A-C44D-4927-A030-6A34D414D84C}" type="sibTrans" cxnId="{C48B5691-7C60-423E-B931-CA3DFE359FB9}">
      <dgm:prSet/>
      <dgm:spPr/>
      <dgm:t>
        <a:bodyPr/>
        <a:lstStyle/>
        <a:p>
          <a:endParaRPr lang="zh-CN" altLang="en-US"/>
        </a:p>
      </dgm:t>
    </dgm:pt>
    <dgm:pt modelId="{BDC85DC2-8141-45A3-86C7-98E5B6509650}">
      <dgm:prSet phldrT="[文本]" custT="1"/>
      <dgm:spPr/>
      <dgm:t>
        <a:bodyPr/>
        <a:lstStyle/>
        <a:p>
          <a:r>
            <a:rPr lang="zh-CN" altLang="en-US" sz="1600" b="1" dirty="0">
              <a:latin typeface="微软雅黑" panose="020B0503020204020204" pitchFamily="34" charset="-122"/>
              <a:ea typeface="微软雅黑" panose="020B0503020204020204" pitchFamily="34" charset="-122"/>
            </a:rPr>
            <a:t>路由器 </a:t>
          </a:r>
          <a:r>
            <a:rPr lang="en-US" altLang="en-US" sz="1600" b="1" dirty="0">
              <a:latin typeface="微软雅黑" panose="020B0503020204020204" pitchFamily="34" charset="-122"/>
              <a:ea typeface="微软雅黑" panose="020B0503020204020204" pitchFamily="34" charset="-122"/>
            </a:rPr>
            <a:t>BGP </a:t>
          </a:r>
          <a:r>
            <a:rPr lang="en-US" altLang="zh-CN" sz="1600" b="1" dirty="0">
              <a:latin typeface="微软雅黑" panose="020B0503020204020204" pitchFamily="34" charset="-122"/>
              <a:ea typeface="微软雅黑" panose="020B0503020204020204" pitchFamily="34" charset="-122"/>
            </a:rPr>
            <a:t>ID </a:t>
          </a:r>
          <a:r>
            <a:rPr lang="zh-CN" altLang="en-US" sz="1600" b="1" dirty="0">
              <a:latin typeface="微软雅黑" panose="020B0503020204020204" pitchFamily="34" charset="-122"/>
              <a:ea typeface="微软雅黑" panose="020B0503020204020204" pitchFamily="34" charset="-122"/>
            </a:rPr>
            <a:t>数值最小的路由。具有多个接口的路由器有多个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r>
            <a:rPr lang="en-US" altLang="en-US" sz="1600" b="1" dirty="0">
              <a:latin typeface="微软雅黑" panose="020B0503020204020204" pitchFamily="34" charset="-122"/>
              <a:ea typeface="微软雅黑" panose="020B0503020204020204" pitchFamily="34" charset="-122"/>
            </a:rPr>
            <a:t>BGP ID </a:t>
          </a:r>
          <a:r>
            <a:rPr lang="zh-CN" altLang="en-US" sz="1600" b="1" dirty="0">
              <a:latin typeface="微软雅黑" panose="020B0503020204020204" pitchFamily="34" charset="-122"/>
              <a:ea typeface="微软雅黑" panose="020B0503020204020204" pitchFamily="34" charset="-122"/>
            </a:rPr>
            <a:t>就使用该路由器的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地址中数值最大的一个。</a:t>
          </a:r>
        </a:p>
      </dgm:t>
    </dgm:pt>
    <dgm:pt modelId="{19CA359C-E121-40CE-9D99-A97A650135B1}" type="parTrans" cxnId="{F3797FDF-B4B0-4767-9463-0A60D5B8E21B}">
      <dgm:prSet/>
      <dgm:spPr/>
      <dgm:t>
        <a:bodyPr/>
        <a:lstStyle/>
        <a:p>
          <a:endParaRPr lang="zh-CN" altLang="en-US"/>
        </a:p>
      </dgm:t>
    </dgm:pt>
    <dgm:pt modelId="{D0E75E54-8483-4E38-A5BF-CF0A25C2C09C}" type="sibTrans" cxnId="{F3797FDF-B4B0-4767-9463-0A60D5B8E21B}">
      <dgm:prSet/>
      <dgm:spPr/>
      <dgm:t>
        <a:bodyPr/>
        <a:lstStyle/>
        <a:p>
          <a:endParaRPr lang="zh-CN" altLang="en-US"/>
        </a:p>
      </dgm:t>
    </dgm:pt>
    <dgm:pt modelId="{8812DE91-C297-420B-AFB3-99A8E5FEF467}" type="pres">
      <dgm:prSet presAssocID="{FD64D01F-8560-47A8-8127-355261850500}" presName="linearFlow" presStyleCnt="0">
        <dgm:presLayoutVars>
          <dgm:dir/>
          <dgm:animLvl val="lvl"/>
          <dgm:resizeHandles val="exact"/>
        </dgm:presLayoutVars>
      </dgm:prSet>
      <dgm:spPr/>
    </dgm:pt>
    <dgm:pt modelId="{C5043315-3167-4242-8756-3EFDECDE697D}" type="pres">
      <dgm:prSet presAssocID="{C5D95768-64CF-4D5F-8F7F-4A5996C27CD9}" presName="composite" presStyleCnt="0"/>
      <dgm:spPr/>
    </dgm:pt>
    <dgm:pt modelId="{087CCF3B-B980-4744-A098-51E164BAF300}" type="pres">
      <dgm:prSet presAssocID="{C5D95768-64CF-4D5F-8F7F-4A5996C27CD9}" presName="parentText" presStyleLbl="alignNode1" presStyleIdx="0" presStyleCnt="4">
        <dgm:presLayoutVars>
          <dgm:chMax val="1"/>
          <dgm:bulletEnabled val="1"/>
        </dgm:presLayoutVars>
      </dgm:prSet>
      <dgm:spPr/>
    </dgm:pt>
    <dgm:pt modelId="{967F5469-8640-4696-BE0A-D179F4D13586}" type="pres">
      <dgm:prSet presAssocID="{C5D95768-64CF-4D5F-8F7F-4A5996C27CD9}" presName="descendantText" presStyleLbl="alignAcc1" presStyleIdx="0" presStyleCnt="4">
        <dgm:presLayoutVars>
          <dgm:bulletEnabled val="1"/>
        </dgm:presLayoutVars>
      </dgm:prSet>
      <dgm:spPr/>
    </dgm:pt>
    <dgm:pt modelId="{F234092F-7BEC-404E-8293-C36748A6A87C}" type="pres">
      <dgm:prSet presAssocID="{E2A83572-A1BA-4AEF-BB4D-0C9E0744D9DE}" presName="sp" presStyleCnt="0"/>
      <dgm:spPr/>
    </dgm:pt>
    <dgm:pt modelId="{9ECA41B6-16C1-4500-9E83-45EDD0D06E81}" type="pres">
      <dgm:prSet presAssocID="{0EEA00C2-93BC-4594-A89F-B19031BEA809}" presName="composite" presStyleCnt="0"/>
      <dgm:spPr/>
    </dgm:pt>
    <dgm:pt modelId="{1C1FCDAF-0D65-4A39-A0AC-A9D03E334517}" type="pres">
      <dgm:prSet presAssocID="{0EEA00C2-93BC-4594-A89F-B19031BEA809}" presName="parentText" presStyleLbl="alignNode1" presStyleIdx="1" presStyleCnt="4">
        <dgm:presLayoutVars>
          <dgm:chMax val="1"/>
          <dgm:bulletEnabled val="1"/>
        </dgm:presLayoutVars>
      </dgm:prSet>
      <dgm:spPr/>
    </dgm:pt>
    <dgm:pt modelId="{7FDDCB89-19F3-4537-A956-66DB05444287}" type="pres">
      <dgm:prSet presAssocID="{0EEA00C2-93BC-4594-A89F-B19031BEA809}" presName="descendantText" presStyleLbl="alignAcc1" presStyleIdx="1" presStyleCnt="4">
        <dgm:presLayoutVars>
          <dgm:bulletEnabled val="1"/>
        </dgm:presLayoutVars>
      </dgm:prSet>
      <dgm:spPr/>
    </dgm:pt>
    <dgm:pt modelId="{59AFE3C5-7CD4-4DD8-826C-548BC463411A}" type="pres">
      <dgm:prSet presAssocID="{154D2AC9-7745-4621-BE80-FD0ED53C328A}" presName="sp" presStyleCnt="0"/>
      <dgm:spPr/>
    </dgm:pt>
    <dgm:pt modelId="{E8A8C8B2-0AE7-4255-A2E4-A5468342E36B}" type="pres">
      <dgm:prSet presAssocID="{9C75D0E3-AD55-409C-8E70-7C9A60C6090F}" presName="composite" presStyleCnt="0"/>
      <dgm:spPr/>
    </dgm:pt>
    <dgm:pt modelId="{061776BC-E55D-472E-AA38-6C4CA9431466}" type="pres">
      <dgm:prSet presAssocID="{9C75D0E3-AD55-409C-8E70-7C9A60C6090F}" presName="parentText" presStyleLbl="alignNode1" presStyleIdx="2" presStyleCnt="4">
        <dgm:presLayoutVars>
          <dgm:chMax val="1"/>
          <dgm:bulletEnabled val="1"/>
        </dgm:presLayoutVars>
      </dgm:prSet>
      <dgm:spPr/>
    </dgm:pt>
    <dgm:pt modelId="{24E43028-DB82-414F-9136-AA94D471AC5C}" type="pres">
      <dgm:prSet presAssocID="{9C75D0E3-AD55-409C-8E70-7C9A60C6090F}" presName="descendantText" presStyleLbl="alignAcc1" presStyleIdx="2" presStyleCnt="4">
        <dgm:presLayoutVars>
          <dgm:bulletEnabled val="1"/>
        </dgm:presLayoutVars>
      </dgm:prSet>
      <dgm:spPr/>
    </dgm:pt>
    <dgm:pt modelId="{BADD0972-AE9D-4166-B00C-135E3FBC19C2}" type="pres">
      <dgm:prSet presAssocID="{751E2091-1D7F-42F1-A9B4-CCE388AF88F1}" presName="sp" presStyleCnt="0"/>
      <dgm:spPr/>
    </dgm:pt>
    <dgm:pt modelId="{010C641B-529F-49FF-8D75-853C0A91C8C6}" type="pres">
      <dgm:prSet presAssocID="{FFF64E73-C233-45A7-8F5D-4089CAD697FF}" presName="composite" presStyleCnt="0"/>
      <dgm:spPr/>
    </dgm:pt>
    <dgm:pt modelId="{AC9695CB-865B-4694-A98D-9F8EAB741670}" type="pres">
      <dgm:prSet presAssocID="{FFF64E73-C233-45A7-8F5D-4089CAD697FF}" presName="parentText" presStyleLbl="alignNode1" presStyleIdx="3" presStyleCnt="4">
        <dgm:presLayoutVars>
          <dgm:chMax val="1"/>
          <dgm:bulletEnabled val="1"/>
        </dgm:presLayoutVars>
      </dgm:prSet>
      <dgm:spPr/>
    </dgm:pt>
    <dgm:pt modelId="{0B7E51AB-E203-4D88-91EC-23BBEBF68989}" type="pres">
      <dgm:prSet presAssocID="{FFF64E73-C233-45A7-8F5D-4089CAD697FF}" presName="descendantText" presStyleLbl="alignAcc1" presStyleIdx="3" presStyleCnt="4">
        <dgm:presLayoutVars>
          <dgm:bulletEnabled val="1"/>
        </dgm:presLayoutVars>
      </dgm:prSet>
      <dgm:spPr/>
    </dgm:pt>
  </dgm:ptLst>
  <dgm:cxnLst>
    <dgm:cxn modelId="{1236EF00-0657-4E4D-8B27-2D49AF72D854}" srcId="{FD64D01F-8560-47A8-8127-355261850500}" destId="{C5D95768-64CF-4D5F-8F7F-4A5996C27CD9}" srcOrd="0" destOrd="0" parTransId="{095A1CAB-4AA6-4555-A355-CFD87D44D186}" sibTransId="{E2A83572-A1BA-4AEF-BB4D-0C9E0744D9DE}"/>
    <dgm:cxn modelId="{0B807519-E138-4175-A35B-827F947D649D}" type="presOf" srcId="{BB0D0D92-7B41-47B9-88A7-C0582EC816C3}" destId="{7FDDCB89-19F3-4537-A956-66DB05444287}" srcOrd="0" destOrd="0" presId="urn:microsoft.com/office/officeart/2005/8/layout/chevron2"/>
    <dgm:cxn modelId="{734AA91F-B8F4-4F8F-BC5B-66C78E0F36AC}" srcId="{0EEA00C2-93BC-4594-A89F-B19031BEA809}" destId="{BB0D0D92-7B41-47B9-88A7-C0582EC816C3}" srcOrd="0" destOrd="0" parTransId="{351E5DC5-A557-4ACF-B5F7-0E7AC090A2CF}" sibTransId="{77BA015C-934C-4A85-97B4-C36259D5C27E}"/>
    <dgm:cxn modelId="{964EE627-7EAD-42B6-96B6-724558A854D0}" srcId="{FD64D01F-8560-47A8-8127-355261850500}" destId="{FFF64E73-C233-45A7-8F5D-4089CAD697FF}" srcOrd="3" destOrd="0" parTransId="{33A5E1EF-C09D-4317-BF50-3E3A7AD8F5AD}" sibTransId="{C11CDF31-2C2A-4327-8158-DE91CDB3A98C}"/>
    <dgm:cxn modelId="{2007EE2B-C518-48B5-93E3-226E88A0D8DA}" type="presOf" srcId="{9C75D0E3-AD55-409C-8E70-7C9A60C6090F}" destId="{061776BC-E55D-472E-AA38-6C4CA9431466}" srcOrd="0" destOrd="0" presId="urn:microsoft.com/office/officeart/2005/8/layout/chevron2"/>
    <dgm:cxn modelId="{800DBB5C-0218-4C4C-B13E-9BA3A281C287}" type="presOf" srcId="{C2E3AFA4-03DE-4EB5-974A-AAC8D531866F}" destId="{967F5469-8640-4696-BE0A-D179F4D13586}" srcOrd="0" destOrd="0" presId="urn:microsoft.com/office/officeart/2005/8/layout/chevron2"/>
    <dgm:cxn modelId="{E05ADA4D-7A3E-4E06-9659-ACD04759E5FC}" srcId="{C5D95768-64CF-4D5F-8F7F-4A5996C27CD9}" destId="{C2E3AFA4-03DE-4EB5-974A-AAC8D531866F}" srcOrd="0" destOrd="0" parTransId="{0A91646E-F85F-4DB9-8D79-8B2D2A89F3B1}" sibTransId="{96B5DE66-85F8-4D27-90D3-EF3C3C3C171B}"/>
    <dgm:cxn modelId="{E463B871-7F4E-40F9-AC91-58B9FA598B8E}" type="presOf" srcId="{C5D95768-64CF-4D5F-8F7F-4A5996C27CD9}" destId="{087CCF3B-B980-4744-A098-51E164BAF300}" srcOrd="0" destOrd="0" presId="urn:microsoft.com/office/officeart/2005/8/layout/chevron2"/>
    <dgm:cxn modelId="{1E2D2E89-B2F5-4722-BBD0-70AAD5FB8339}" type="presOf" srcId="{856CF85C-AFE6-43D4-BD07-CEBB31FE6836}" destId="{24E43028-DB82-414F-9136-AA94D471AC5C}" srcOrd="0" destOrd="0" presId="urn:microsoft.com/office/officeart/2005/8/layout/chevron2"/>
    <dgm:cxn modelId="{BC70318A-D626-4006-9FF2-051025E4DD7D}" srcId="{FD64D01F-8560-47A8-8127-355261850500}" destId="{0EEA00C2-93BC-4594-A89F-B19031BEA809}" srcOrd="1" destOrd="0" parTransId="{13A3DC76-198C-46D6-9E07-18965F9979A0}" sibTransId="{154D2AC9-7745-4621-BE80-FD0ED53C328A}"/>
    <dgm:cxn modelId="{C48B5691-7C60-423E-B931-CA3DFE359FB9}" srcId="{9C75D0E3-AD55-409C-8E70-7C9A60C6090F}" destId="{856CF85C-AFE6-43D4-BD07-CEBB31FE6836}" srcOrd="0" destOrd="0" parTransId="{69CECD98-70EC-4789-9ADD-7B490C308C2C}" sibTransId="{DDF95A1A-C44D-4927-A030-6A34D414D84C}"/>
    <dgm:cxn modelId="{B1E56E97-41A8-4CB4-9F10-4879E95822BB}" type="presOf" srcId="{FFF64E73-C233-45A7-8F5D-4089CAD697FF}" destId="{AC9695CB-865B-4694-A98D-9F8EAB741670}" srcOrd="0" destOrd="0" presId="urn:microsoft.com/office/officeart/2005/8/layout/chevron2"/>
    <dgm:cxn modelId="{6B0E3C99-97A8-41EE-8644-3F9496A5CFE0}" type="presOf" srcId="{BDC85DC2-8141-45A3-86C7-98E5B6509650}" destId="{0B7E51AB-E203-4D88-91EC-23BBEBF68989}" srcOrd="0" destOrd="0" presId="urn:microsoft.com/office/officeart/2005/8/layout/chevron2"/>
    <dgm:cxn modelId="{171ACD99-DE4C-411B-89B4-AAF0D655C0E8}" type="presOf" srcId="{FD64D01F-8560-47A8-8127-355261850500}" destId="{8812DE91-C297-420B-AFB3-99A8E5FEF467}" srcOrd="0" destOrd="0" presId="urn:microsoft.com/office/officeart/2005/8/layout/chevron2"/>
    <dgm:cxn modelId="{61872CB5-2657-4CB5-A05C-B3BC0E2E1CEF}" type="presOf" srcId="{0EEA00C2-93BC-4594-A89F-B19031BEA809}" destId="{1C1FCDAF-0D65-4A39-A0AC-A9D03E334517}" srcOrd="0" destOrd="0" presId="urn:microsoft.com/office/officeart/2005/8/layout/chevron2"/>
    <dgm:cxn modelId="{ADF66DBB-9393-4116-8CC0-6D697476D591}" srcId="{FD64D01F-8560-47A8-8127-355261850500}" destId="{9C75D0E3-AD55-409C-8E70-7C9A60C6090F}" srcOrd="2" destOrd="0" parTransId="{4A0B1DED-E29F-41E6-8689-CB100BB93A33}" sibTransId="{751E2091-1D7F-42F1-A9B4-CCE388AF88F1}"/>
    <dgm:cxn modelId="{F3797FDF-B4B0-4767-9463-0A60D5B8E21B}" srcId="{FFF64E73-C233-45A7-8F5D-4089CAD697FF}" destId="{BDC85DC2-8141-45A3-86C7-98E5B6509650}" srcOrd="0" destOrd="0" parTransId="{19CA359C-E121-40CE-9D99-A97A650135B1}" sibTransId="{D0E75E54-8483-4E38-A5BF-CF0A25C2C09C}"/>
    <dgm:cxn modelId="{C64A0415-30F8-4657-94B5-B6770E2E4A17}" type="presParOf" srcId="{8812DE91-C297-420B-AFB3-99A8E5FEF467}" destId="{C5043315-3167-4242-8756-3EFDECDE697D}" srcOrd="0" destOrd="0" presId="urn:microsoft.com/office/officeart/2005/8/layout/chevron2"/>
    <dgm:cxn modelId="{4B8F6622-BF5B-4703-B962-0667A439B385}" type="presParOf" srcId="{C5043315-3167-4242-8756-3EFDECDE697D}" destId="{087CCF3B-B980-4744-A098-51E164BAF300}" srcOrd="0" destOrd="0" presId="urn:microsoft.com/office/officeart/2005/8/layout/chevron2"/>
    <dgm:cxn modelId="{2B0FCE80-9EA3-4976-981D-2B52FDA8ED11}" type="presParOf" srcId="{C5043315-3167-4242-8756-3EFDECDE697D}" destId="{967F5469-8640-4696-BE0A-D179F4D13586}" srcOrd="1" destOrd="0" presId="urn:microsoft.com/office/officeart/2005/8/layout/chevron2"/>
    <dgm:cxn modelId="{DD47DAED-CD71-4E9D-8360-F95A3345A2A0}" type="presParOf" srcId="{8812DE91-C297-420B-AFB3-99A8E5FEF467}" destId="{F234092F-7BEC-404E-8293-C36748A6A87C}" srcOrd="1" destOrd="0" presId="urn:microsoft.com/office/officeart/2005/8/layout/chevron2"/>
    <dgm:cxn modelId="{5E68F53B-7712-42DD-A075-CC6D0321C578}" type="presParOf" srcId="{8812DE91-C297-420B-AFB3-99A8E5FEF467}" destId="{9ECA41B6-16C1-4500-9E83-45EDD0D06E81}" srcOrd="2" destOrd="0" presId="urn:microsoft.com/office/officeart/2005/8/layout/chevron2"/>
    <dgm:cxn modelId="{CAC61C07-8FCE-4442-8685-419BE65095B7}" type="presParOf" srcId="{9ECA41B6-16C1-4500-9E83-45EDD0D06E81}" destId="{1C1FCDAF-0D65-4A39-A0AC-A9D03E334517}" srcOrd="0" destOrd="0" presId="urn:microsoft.com/office/officeart/2005/8/layout/chevron2"/>
    <dgm:cxn modelId="{6E1E0FD5-009A-4088-841D-8E21775B0BE1}" type="presParOf" srcId="{9ECA41B6-16C1-4500-9E83-45EDD0D06E81}" destId="{7FDDCB89-19F3-4537-A956-66DB05444287}" srcOrd="1" destOrd="0" presId="urn:microsoft.com/office/officeart/2005/8/layout/chevron2"/>
    <dgm:cxn modelId="{E7A20A1A-174C-4851-8A45-445601074D5F}" type="presParOf" srcId="{8812DE91-C297-420B-AFB3-99A8E5FEF467}" destId="{59AFE3C5-7CD4-4DD8-826C-548BC463411A}" srcOrd="3" destOrd="0" presId="urn:microsoft.com/office/officeart/2005/8/layout/chevron2"/>
    <dgm:cxn modelId="{324D96E4-DC48-4671-9928-50C0B339F514}" type="presParOf" srcId="{8812DE91-C297-420B-AFB3-99A8E5FEF467}" destId="{E8A8C8B2-0AE7-4255-A2E4-A5468342E36B}" srcOrd="4" destOrd="0" presId="urn:microsoft.com/office/officeart/2005/8/layout/chevron2"/>
    <dgm:cxn modelId="{3DFD4D47-1636-4781-A8AD-7E06FC395286}" type="presParOf" srcId="{E8A8C8B2-0AE7-4255-A2E4-A5468342E36B}" destId="{061776BC-E55D-472E-AA38-6C4CA9431466}" srcOrd="0" destOrd="0" presId="urn:microsoft.com/office/officeart/2005/8/layout/chevron2"/>
    <dgm:cxn modelId="{171FA9E3-E314-4295-9E5B-C7A3CB9F8A82}" type="presParOf" srcId="{E8A8C8B2-0AE7-4255-A2E4-A5468342E36B}" destId="{24E43028-DB82-414F-9136-AA94D471AC5C}" srcOrd="1" destOrd="0" presId="urn:microsoft.com/office/officeart/2005/8/layout/chevron2"/>
    <dgm:cxn modelId="{AE9E7E87-D686-4B45-A84D-5ABE2933C1B7}" type="presParOf" srcId="{8812DE91-C297-420B-AFB3-99A8E5FEF467}" destId="{BADD0972-AE9D-4166-B00C-135E3FBC19C2}" srcOrd="5" destOrd="0" presId="urn:microsoft.com/office/officeart/2005/8/layout/chevron2"/>
    <dgm:cxn modelId="{9056BABD-5574-4751-835D-FBA25C5BFFFA}" type="presParOf" srcId="{8812DE91-C297-420B-AFB3-99A8E5FEF467}" destId="{010C641B-529F-49FF-8D75-853C0A91C8C6}" srcOrd="6" destOrd="0" presId="urn:microsoft.com/office/officeart/2005/8/layout/chevron2"/>
    <dgm:cxn modelId="{6FCBEEF0-EF56-43AE-B9B7-3E326E2733D9}" type="presParOf" srcId="{010C641B-529F-49FF-8D75-853C0A91C8C6}" destId="{AC9695CB-865B-4694-A98D-9F8EAB741670}" srcOrd="0" destOrd="0" presId="urn:microsoft.com/office/officeart/2005/8/layout/chevron2"/>
    <dgm:cxn modelId="{4319CC0D-EB4C-4D7F-8882-92073AFDFC18}" type="presParOf" srcId="{010C641B-529F-49FF-8D75-853C0A91C8C6}" destId="{0B7E51AB-E203-4D88-91EC-23BBEBF68989}"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FD64D01F-8560-47A8-8127-355261850500}" type="doc">
      <dgm:prSet loTypeId="urn:microsoft.com/office/officeart/2005/8/layout/chevron2" loCatId="list" qsTypeId="urn:microsoft.com/office/officeart/2005/8/quickstyle/simple1" qsCatId="simple" csTypeId="urn:microsoft.com/office/officeart/2005/8/colors/colorful1#7" csCatId="colorful" phldr="1"/>
      <dgm:spPr/>
      <dgm:t>
        <a:bodyPr/>
        <a:lstStyle/>
        <a:p>
          <a:endParaRPr lang="zh-CN" altLang="en-US"/>
        </a:p>
      </dgm:t>
    </dgm:pt>
    <dgm:pt modelId="{C5D95768-64CF-4D5F-8F7F-4A5996C27CD9}">
      <dgm:prSet phldrT="[文本]" custT="1"/>
      <dgm:spPr/>
      <dgm:t>
        <a:bodyPr/>
        <a:lstStyle/>
        <a:p>
          <a:r>
            <a:rPr lang="en-US" altLang="zh-CN" sz="1600" b="1" dirty="0">
              <a:latin typeface="微软雅黑" panose="020B0503020204020204" pitchFamily="34" charset="-122"/>
              <a:ea typeface="微软雅黑" panose="020B0503020204020204" pitchFamily="34" charset="-122"/>
            </a:rPr>
            <a:t>1</a:t>
          </a:r>
          <a:endParaRPr lang="zh-CN" altLang="en-US" sz="1600" b="1" dirty="0">
            <a:latin typeface="微软雅黑" panose="020B0503020204020204" pitchFamily="34" charset="-122"/>
            <a:ea typeface="微软雅黑" panose="020B0503020204020204" pitchFamily="34" charset="-122"/>
          </a:endParaRPr>
        </a:p>
      </dgm:t>
    </dgm:pt>
    <dgm:pt modelId="{095A1CAB-4AA6-4555-A355-CFD87D44D186}" type="parTrans" cxnId="{1236EF00-0657-4E4D-8B27-2D49AF72D85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E2A83572-A1BA-4AEF-BB4D-0C9E0744D9DE}" type="sibTrans" cxnId="{1236EF00-0657-4E4D-8B27-2D49AF72D85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2E3AFA4-03DE-4EB5-974A-AAC8D531866F}">
      <dgm:prSet phldrT="[文本]" custT="1"/>
      <dgm:spPr/>
      <dgm:t>
        <a:bodyPr/>
        <a:lstStyle/>
        <a:p>
          <a:r>
            <a:rPr lang="zh-CN" altLang="en-US" sz="1600" b="1" dirty="0">
              <a:latin typeface="微软雅黑" panose="020B0503020204020204" pitchFamily="34" charset="-122"/>
              <a:ea typeface="微软雅黑" panose="020B0503020204020204" pitchFamily="34" charset="-122"/>
            </a:rPr>
            <a:t>选择本地偏好 </a:t>
          </a:r>
          <a:r>
            <a:rPr lang="en-US" altLang="en-US" sz="1600" b="1" dirty="0">
              <a:latin typeface="微软雅黑" panose="020B0503020204020204" pitchFamily="34" charset="-122"/>
              <a:ea typeface="微软雅黑" panose="020B0503020204020204" pitchFamily="34" charset="-122"/>
            </a:rPr>
            <a:t>(local preference) </a:t>
          </a:r>
          <a:r>
            <a:rPr lang="zh-CN" altLang="en-US" sz="1600" b="1" dirty="0">
              <a:latin typeface="微软雅黑" panose="020B0503020204020204" pitchFamily="34" charset="-122"/>
              <a:ea typeface="微软雅黑" panose="020B0503020204020204" pitchFamily="34" charset="-122"/>
            </a:rPr>
            <a:t>值最高的路由</a:t>
          </a:r>
        </a:p>
      </dgm:t>
    </dgm:pt>
    <dgm:pt modelId="{0A91646E-F85F-4DB9-8D79-8B2D2A89F3B1}" type="parTrans" cxnId="{E05ADA4D-7A3E-4E06-9659-ACD04759E5F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6B5DE66-85F8-4D27-90D3-EF3C3C3C171B}" type="sibTrans" cxnId="{E05ADA4D-7A3E-4E06-9659-ACD04759E5F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EEA00C2-93BC-4594-A89F-B19031BEA809}">
      <dgm:prSet phldrT="[文本]" custT="1"/>
      <dgm:spPr/>
      <dgm:t>
        <a:bodyPr/>
        <a:lstStyle/>
        <a:p>
          <a:r>
            <a:rPr lang="en-US" altLang="zh-CN" sz="1600" b="1" dirty="0">
              <a:latin typeface="微软雅黑" panose="020B0503020204020204" pitchFamily="34" charset="-122"/>
              <a:ea typeface="微软雅黑" panose="020B0503020204020204" pitchFamily="34" charset="-122"/>
            </a:rPr>
            <a:t>2</a:t>
          </a:r>
          <a:endParaRPr lang="zh-CN" altLang="en-US" sz="1600" b="1" dirty="0">
            <a:latin typeface="微软雅黑" panose="020B0503020204020204" pitchFamily="34" charset="-122"/>
            <a:ea typeface="微软雅黑" panose="020B0503020204020204" pitchFamily="34" charset="-122"/>
          </a:endParaRPr>
        </a:p>
      </dgm:t>
    </dgm:pt>
    <dgm:pt modelId="{13A3DC76-198C-46D6-9E07-18965F9979A0}" type="parTrans" cxnId="{BC70318A-D626-4006-9FF2-051025E4DD7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54D2AC9-7745-4621-BE80-FD0ED53C328A}" type="sibTrans" cxnId="{BC70318A-D626-4006-9FF2-051025E4DD7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B0D0D92-7B41-47B9-88A7-C0582EC816C3}">
      <dgm:prSet phldrT="[文本]" custT="1"/>
      <dgm:spPr/>
      <dgm:t>
        <a:bodyPr/>
        <a:lstStyle/>
        <a:p>
          <a:r>
            <a:rPr lang="zh-CN" altLang="en-US" sz="1600" b="1" dirty="0">
              <a:latin typeface="微软雅黑" panose="020B0503020204020204" pitchFamily="34" charset="-122"/>
              <a:ea typeface="微软雅黑" panose="020B0503020204020204" pitchFamily="34" charset="-122"/>
            </a:rPr>
            <a:t>选择具有 </a:t>
          </a:r>
          <a:r>
            <a:rPr lang="en-US" altLang="en-US"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跳数最少的路由</a:t>
          </a:r>
        </a:p>
      </dgm:t>
    </dgm:pt>
    <dgm:pt modelId="{351E5DC5-A557-4ACF-B5F7-0E7AC090A2CF}" type="parTrans" cxnId="{734AA91F-B8F4-4F8F-BC5B-66C78E0F36A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7BA015C-934C-4A85-97B4-C36259D5C27E}" type="sibTrans" cxnId="{734AA91F-B8F4-4F8F-BC5B-66C78E0F36A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C75D0E3-AD55-409C-8E70-7C9A60C6090F}">
      <dgm:prSet phldrT="[文本]" custT="1"/>
      <dgm:spPr/>
      <dgm:t>
        <a:bodyPr/>
        <a:lstStyle/>
        <a:p>
          <a:r>
            <a:rPr lang="en-US" altLang="zh-CN" sz="1600" b="1" dirty="0">
              <a:latin typeface="微软雅黑" panose="020B0503020204020204" pitchFamily="34" charset="-122"/>
              <a:ea typeface="微软雅黑" panose="020B0503020204020204" pitchFamily="34" charset="-122"/>
            </a:rPr>
            <a:t>3</a:t>
          </a:r>
          <a:endParaRPr lang="zh-CN" altLang="en-US" sz="1600" b="1" dirty="0">
            <a:latin typeface="微软雅黑" panose="020B0503020204020204" pitchFamily="34" charset="-122"/>
            <a:ea typeface="微软雅黑" panose="020B0503020204020204" pitchFamily="34" charset="-122"/>
          </a:endParaRPr>
        </a:p>
      </dgm:t>
    </dgm:pt>
    <dgm:pt modelId="{4A0B1DED-E29F-41E6-8689-CB100BB93A33}" type="parTrans" cxnId="{ADF66DBB-9393-4116-8CC0-6D697476D591}">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51E2091-1D7F-42F1-A9B4-CCE388AF88F1}" type="sibTrans" cxnId="{ADF66DBB-9393-4116-8CC0-6D697476D591}">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FFF64E73-C233-45A7-8F5D-4089CAD697FF}">
      <dgm:prSet phldrT="[文本]" custT="1"/>
      <dgm:spPr/>
      <dgm:t>
        <a:bodyPr/>
        <a:lstStyle/>
        <a:p>
          <a:r>
            <a:rPr lang="en-US" altLang="zh-CN" sz="1600" b="1" dirty="0">
              <a:latin typeface="微软雅黑" panose="020B0503020204020204" pitchFamily="34" charset="-122"/>
              <a:ea typeface="微软雅黑" panose="020B0503020204020204" pitchFamily="34" charset="-122"/>
            </a:rPr>
            <a:t>4</a:t>
          </a:r>
          <a:endParaRPr lang="zh-CN" altLang="en-US" sz="1600" b="1" dirty="0">
            <a:latin typeface="微软雅黑" panose="020B0503020204020204" pitchFamily="34" charset="-122"/>
            <a:ea typeface="微软雅黑" panose="020B0503020204020204" pitchFamily="34" charset="-122"/>
          </a:endParaRPr>
        </a:p>
      </dgm:t>
    </dgm:pt>
    <dgm:pt modelId="{33A5E1EF-C09D-4317-BF50-3E3A7AD8F5AD}" type="parTrans" cxnId="{964EE627-7EAD-42B6-96B6-724558A854D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11CDF31-2C2A-4327-8158-DE91CDB3A98C}" type="sibTrans" cxnId="{964EE627-7EAD-42B6-96B6-724558A854D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856CF85C-AFE6-43D4-BD07-CEBB31FE6836}">
      <dgm:prSet phldrT="[文本]" custT="1"/>
      <dgm:spPr/>
      <dgm:t>
        <a:bodyPr/>
        <a:lstStyle/>
        <a:p>
          <a:r>
            <a:rPr lang="zh-CN" altLang="en-US" sz="1600" b="1" dirty="0">
              <a:latin typeface="微软雅黑" panose="020B0503020204020204" pitchFamily="34" charset="-122"/>
              <a:ea typeface="微软雅黑" panose="020B0503020204020204" pitchFamily="34" charset="-122"/>
            </a:rPr>
            <a:t>使用热土豆路由算法（使分组尽快从本 </a:t>
          </a:r>
          <a:r>
            <a:rPr lang="en-US" altLang="zh-CN"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转发出去）</a:t>
          </a:r>
        </a:p>
      </dgm:t>
    </dgm:pt>
    <dgm:pt modelId="{69CECD98-70EC-4789-9ADD-7B490C308C2C}" type="parTrans" cxnId="{C48B5691-7C60-423E-B931-CA3DFE359FB9}">
      <dgm:prSet/>
      <dgm:spPr/>
      <dgm:t>
        <a:bodyPr/>
        <a:lstStyle/>
        <a:p>
          <a:endParaRPr lang="zh-CN" altLang="en-US"/>
        </a:p>
      </dgm:t>
    </dgm:pt>
    <dgm:pt modelId="{DDF95A1A-C44D-4927-A030-6A34D414D84C}" type="sibTrans" cxnId="{C48B5691-7C60-423E-B931-CA3DFE359FB9}">
      <dgm:prSet/>
      <dgm:spPr/>
      <dgm:t>
        <a:bodyPr/>
        <a:lstStyle/>
        <a:p>
          <a:endParaRPr lang="zh-CN" altLang="en-US"/>
        </a:p>
      </dgm:t>
    </dgm:pt>
    <dgm:pt modelId="{BDC85DC2-8141-45A3-86C7-98E5B6509650}">
      <dgm:prSet phldrT="[文本]" custT="1"/>
      <dgm:spPr/>
      <dgm:t>
        <a:bodyPr/>
        <a:lstStyle/>
        <a:p>
          <a:r>
            <a:rPr lang="zh-CN" altLang="en-US" sz="1600" b="1" dirty="0">
              <a:latin typeface="微软雅黑" panose="020B0503020204020204" pitchFamily="34" charset="-122"/>
              <a:ea typeface="微软雅黑" panose="020B0503020204020204" pitchFamily="34" charset="-122"/>
            </a:rPr>
            <a:t>路由器 </a:t>
          </a:r>
          <a:r>
            <a:rPr lang="en-US" altLang="en-US" sz="1600" b="1" dirty="0">
              <a:latin typeface="微软雅黑" panose="020B0503020204020204" pitchFamily="34" charset="-122"/>
              <a:ea typeface="微软雅黑" panose="020B0503020204020204" pitchFamily="34" charset="-122"/>
            </a:rPr>
            <a:t>BGP </a:t>
          </a:r>
          <a:r>
            <a:rPr lang="en-US" altLang="zh-CN" sz="1600" b="1" dirty="0">
              <a:latin typeface="微软雅黑" panose="020B0503020204020204" pitchFamily="34" charset="-122"/>
              <a:ea typeface="微软雅黑" panose="020B0503020204020204" pitchFamily="34" charset="-122"/>
            </a:rPr>
            <a:t>ID </a:t>
          </a:r>
          <a:r>
            <a:rPr lang="zh-CN" altLang="en-US" sz="1600" b="1" dirty="0">
              <a:latin typeface="微软雅黑" panose="020B0503020204020204" pitchFamily="34" charset="-122"/>
              <a:ea typeface="微软雅黑" panose="020B0503020204020204" pitchFamily="34" charset="-122"/>
            </a:rPr>
            <a:t>数值最小的路由。具有多个接口的路由器有多个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r>
            <a:rPr lang="en-US" altLang="en-US" sz="1600" b="1" dirty="0">
              <a:latin typeface="微软雅黑" panose="020B0503020204020204" pitchFamily="34" charset="-122"/>
              <a:ea typeface="微软雅黑" panose="020B0503020204020204" pitchFamily="34" charset="-122"/>
            </a:rPr>
            <a:t>BGP ID </a:t>
          </a:r>
          <a:r>
            <a:rPr lang="zh-CN" altLang="en-US" sz="1600" b="1" dirty="0">
              <a:latin typeface="微软雅黑" panose="020B0503020204020204" pitchFamily="34" charset="-122"/>
              <a:ea typeface="微软雅黑" panose="020B0503020204020204" pitchFamily="34" charset="-122"/>
            </a:rPr>
            <a:t>就使用该路由器的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地址中数值最大的一个。</a:t>
          </a:r>
        </a:p>
      </dgm:t>
    </dgm:pt>
    <dgm:pt modelId="{19CA359C-E121-40CE-9D99-A97A650135B1}" type="parTrans" cxnId="{F3797FDF-B4B0-4767-9463-0A60D5B8E21B}">
      <dgm:prSet/>
      <dgm:spPr/>
      <dgm:t>
        <a:bodyPr/>
        <a:lstStyle/>
        <a:p>
          <a:endParaRPr lang="zh-CN" altLang="en-US"/>
        </a:p>
      </dgm:t>
    </dgm:pt>
    <dgm:pt modelId="{D0E75E54-8483-4E38-A5BF-CF0A25C2C09C}" type="sibTrans" cxnId="{F3797FDF-B4B0-4767-9463-0A60D5B8E21B}">
      <dgm:prSet/>
      <dgm:spPr/>
      <dgm:t>
        <a:bodyPr/>
        <a:lstStyle/>
        <a:p>
          <a:endParaRPr lang="zh-CN" altLang="en-US"/>
        </a:p>
      </dgm:t>
    </dgm:pt>
    <dgm:pt modelId="{8812DE91-C297-420B-AFB3-99A8E5FEF467}" type="pres">
      <dgm:prSet presAssocID="{FD64D01F-8560-47A8-8127-355261850500}" presName="linearFlow" presStyleCnt="0">
        <dgm:presLayoutVars>
          <dgm:dir/>
          <dgm:animLvl val="lvl"/>
          <dgm:resizeHandles val="exact"/>
        </dgm:presLayoutVars>
      </dgm:prSet>
      <dgm:spPr/>
    </dgm:pt>
    <dgm:pt modelId="{C5043315-3167-4242-8756-3EFDECDE697D}" type="pres">
      <dgm:prSet presAssocID="{C5D95768-64CF-4D5F-8F7F-4A5996C27CD9}" presName="composite" presStyleCnt="0"/>
      <dgm:spPr/>
    </dgm:pt>
    <dgm:pt modelId="{087CCF3B-B980-4744-A098-51E164BAF300}" type="pres">
      <dgm:prSet presAssocID="{C5D95768-64CF-4D5F-8F7F-4A5996C27CD9}" presName="parentText" presStyleLbl="alignNode1" presStyleIdx="0" presStyleCnt="4">
        <dgm:presLayoutVars>
          <dgm:chMax val="1"/>
          <dgm:bulletEnabled val="1"/>
        </dgm:presLayoutVars>
      </dgm:prSet>
      <dgm:spPr/>
    </dgm:pt>
    <dgm:pt modelId="{967F5469-8640-4696-BE0A-D179F4D13586}" type="pres">
      <dgm:prSet presAssocID="{C5D95768-64CF-4D5F-8F7F-4A5996C27CD9}" presName="descendantText" presStyleLbl="alignAcc1" presStyleIdx="0" presStyleCnt="4">
        <dgm:presLayoutVars>
          <dgm:bulletEnabled val="1"/>
        </dgm:presLayoutVars>
      </dgm:prSet>
      <dgm:spPr/>
    </dgm:pt>
    <dgm:pt modelId="{F234092F-7BEC-404E-8293-C36748A6A87C}" type="pres">
      <dgm:prSet presAssocID="{E2A83572-A1BA-4AEF-BB4D-0C9E0744D9DE}" presName="sp" presStyleCnt="0"/>
      <dgm:spPr/>
    </dgm:pt>
    <dgm:pt modelId="{9ECA41B6-16C1-4500-9E83-45EDD0D06E81}" type="pres">
      <dgm:prSet presAssocID="{0EEA00C2-93BC-4594-A89F-B19031BEA809}" presName="composite" presStyleCnt="0"/>
      <dgm:spPr/>
    </dgm:pt>
    <dgm:pt modelId="{1C1FCDAF-0D65-4A39-A0AC-A9D03E334517}" type="pres">
      <dgm:prSet presAssocID="{0EEA00C2-93BC-4594-A89F-B19031BEA809}" presName="parentText" presStyleLbl="alignNode1" presStyleIdx="1" presStyleCnt="4">
        <dgm:presLayoutVars>
          <dgm:chMax val="1"/>
          <dgm:bulletEnabled val="1"/>
        </dgm:presLayoutVars>
      </dgm:prSet>
      <dgm:spPr/>
    </dgm:pt>
    <dgm:pt modelId="{7FDDCB89-19F3-4537-A956-66DB05444287}" type="pres">
      <dgm:prSet presAssocID="{0EEA00C2-93BC-4594-A89F-B19031BEA809}" presName="descendantText" presStyleLbl="alignAcc1" presStyleIdx="1" presStyleCnt="4">
        <dgm:presLayoutVars>
          <dgm:bulletEnabled val="1"/>
        </dgm:presLayoutVars>
      </dgm:prSet>
      <dgm:spPr/>
    </dgm:pt>
    <dgm:pt modelId="{59AFE3C5-7CD4-4DD8-826C-548BC463411A}" type="pres">
      <dgm:prSet presAssocID="{154D2AC9-7745-4621-BE80-FD0ED53C328A}" presName="sp" presStyleCnt="0"/>
      <dgm:spPr/>
    </dgm:pt>
    <dgm:pt modelId="{E8A8C8B2-0AE7-4255-A2E4-A5468342E36B}" type="pres">
      <dgm:prSet presAssocID="{9C75D0E3-AD55-409C-8E70-7C9A60C6090F}" presName="composite" presStyleCnt="0"/>
      <dgm:spPr/>
    </dgm:pt>
    <dgm:pt modelId="{061776BC-E55D-472E-AA38-6C4CA9431466}" type="pres">
      <dgm:prSet presAssocID="{9C75D0E3-AD55-409C-8E70-7C9A60C6090F}" presName="parentText" presStyleLbl="alignNode1" presStyleIdx="2" presStyleCnt="4">
        <dgm:presLayoutVars>
          <dgm:chMax val="1"/>
          <dgm:bulletEnabled val="1"/>
        </dgm:presLayoutVars>
      </dgm:prSet>
      <dgm:spPr/>
    </dgm:pt>
    <dgm:pt modelId="{24E43028-DB82-414F-9136-AA94D471AC5C}" type="pres">
      <dgm:prSet presAssocID="{9C75D0E3-AD55-409C-8E70-7C9A60C6090F}" presName="descendantText" presStyleLbl="alignAcc1" presStyleIdx="2" presStyleCnt="4">
        <dgm:presLayoutVars>
          <dgm:bulletEnabled val="1"/>
        </dgm:presLayoutVars>
      </dgm:prSet>
      <dgm:spPr/>
    </dgm:pt>
    <dgm:pt modelId="{BADD0972-AE9D-4166-B00C-135E3FBC19C2}" type="pres">
      <dgm:prSet presAssocID="{751E2091-1D7F-42F1-A9B4-CCE388AF88F1}" presName="sp" presStyleCnt="0"/>
      <dgm:spPr/>
    </dgm:pt>
    <dgm:pt modelId="{010C641B-529F-49FF-8D75-853C0A91C8C6}" type="pres">
      <dgm:prSet presAssocID="{FFF64E73-C233-45A7-8F5D-4089CAD697FF}" presName="composite" presStyleCnt="0"/>
      <dgm:spPr/>
    </dgm:pt>
    <dgm:pt modelId="{AC9695CB-865B-4694-A98D-9F8EAB741670}" type="pres">
      <dgm:prSet presAssocID="{FFF64E73-C233-45A7-8F5D-4089CAD697FF}" presName="parentText" presStyleLbl="alignNode1" presStyleIdx="3" presStyleCnt="4">
        <dgm:presLayoutVars>
          <dgm:chMax val="1"/>
          <dgm:bulletEnabled val="1"/>
        </dgm:presLayoutVars>
      </dgm:prSet>
      <dgm:spPr/>
    </dgm:pt>
    <dgm:pt modelId="{0B7E51AB-E203-4D88-91EC-23BBEBF68989}" type="pres">
      <dgm:prSet presAssocID="{FFF64E73-C233-45A7-8F5D-4089CAD697FF}" presName="descendantText" presStyleLbl="alignAcc1" presStyleIdx="3" presStyleCnt="4">
        <dgm:presLayoutVars>
          <dgm:bulletEnabled val="1"/>
        </dgm:presLayoutVars>
      </dgm:prSet>
      <dgm:spPr/>
    </dgm:pt>
  </dgm:ptLst>
  <dgm:cxnLst>
    <dgm:cxn modelId="{1236EF00-0657-4E4D-8B27-2D49AF72D854}" srcId="{FD64D01F-8560-47A8-8127-355261850500}" destId="{C5D95768-64CF-4D5F-8F7F-4A5996C27CD9}" srcOrd="0" destOrd="0" parTransId="{095A1CAB-4AA6-4555-A355-CFD87D44D186}" sibTransId="{E2A83572-A1BA-4AEF-BB4D-0C9E0744D9DE}"/>
    <dgm:cxn modelId="{0B807519-E138-4175-A35B-827F947D649D}" type="presOf" srcId="{BB0D0D92-7B41-47B9-88A7-C0582EC816C3}" destId="{7FDDCB89-19F3-4537-A956-66DB05444287}" srcOrd="0" destOrd="0" presId="urn:microsoft.com/office/officeart/2005/8/layout/chevron2"/>
    <dgm:cxn modelId="{734AA91F-B8F4-4F8F-BC5B-66C78E0F36AC}" srcId="{0EEA00C2-93BC-4594-A89F-B19031BEA809}" destId="{BB0D0D92-7B41-47B9-88A7-C0582EC816C3}" srcOrd="0" destOrd="0" parTransId="{351E5DC5-A557-4ACF-B5F7-0E7AC090A2CF}" sibTransId="{77BA015C-934C-4A85-97B4-C36259D5C27E}"/>
    <dgm:cxn modelId="{964EE627-7EAD-42B6-96B6-724558A854D0}" srcId="{FD64D01F-8560-47A8-8127-355261850500}" destId="{FFF64E73-C233-45A7-8F5D-4089CAD697FF}" srcOrd="3" destOrd="0" parTransId="{33A5E1EF-C09D-4317-BF50-3E3A7AD8F5AD}" sibTransId="{C11CDF31-2C2A-4327-8158-DE91CDB3A98C}"/>
    <dgm:cxn modelId="{2007EE2B-C518-48B5-93E3-226E88A0D8DA}" type="presOf" srcId="{9C75D0E3-AD55-409C-8E70-7C9A60C6090F}" destId="{061776BC-E55D-472E-AA38-6C4CA9431466}" srcOrd="0" destOrd="0" presId="urn:microsoft.com/office/officeart/2005/8/layout/chevron2"/>
    <dgm:cxn modelId="{800DBB5C-0218-4C4C-B13E-9BA3A281C287}" type="presOf" srcId="{C2E3AFA4-03DE-4EB5-974A-AAC8D531866F}" destId="{967F5469-8640-4696-BE0A-D179F4D13586}" srcOrd="0" destOrd="0" presId="urn:microsoft.com/office/officeart/2005/8/layout/chevron2"/>
    <dgm:cxn modelId="{E05ADA4D-7A3E-4E06-9659-ACD04759E5FC}" srcId="{C5D95768-64CF-4D5F-8F7F-4A5996C27CD9}" destId="{C2E3AFA4-03DE-4EB5-974A-AAC8D531866F}" srcOrd="0" destOrd="0" parTransId="{0A91646E-F85F-4DB9-8D79-8B2D2A89F3B1}" sibTransId="{96B5DE66-85F8-4D27-90D3-EF3C3C3C171B}"/>
    <dgm:cxn modelId="{E463B871-7F4E-40F9-AC91-58B9FA598B8E}" type="presOf" srcId="{C5D95768-64CF-4D5F-8F7F-4A5996C27CD9}" destId="{087CCF3B-B980-4744-A098-51E164BAF300}" srcOrd="0" destOrd="0" presId="urn:microsoft.com/office/officeart/2005/8/layout/chevron2"/>
    <dgm:cxn modelId="{1E2D2E89-B2F5-4722-BBD0-70AAD5FB8339}" type="presOf" srcId="{856CF85C-AFE6-43D4-BD07-CEBB31FE6836}" destId="{24E43028-DB82-414F-9136-AA94D471AC5C}" srcOrd="0" destOrd="0" presId="urn:microsoft.com/office/officeart/2005/8/layout/chevron2"/>
    <dgm:cxn modelId="{BC70318A-D626-4006-9FF2-051025E4DD7D}" srcId="{FD64D01F-8560-47A8-8127-355261850500}" destId="{0EEA00C2-93BC-4594-A89F-B19031BEA809}" srcOrd="1" destOrd="0" parTransId="{13A3DC76-198C-46D6-9E07-18965F9979A0}" sibTransId="{154D2AC9-7745-4621-BE80-FD0ED53C328A}"/>
    <dgm:cxn modelId="{C48B5691-7C60-423E-B931-CA3DFE359FB9}" srcId="{9C75D0E3-AD55-409C-8E70-7C9A60C6090F}" destId="{856CF85C-AFE6-43D4-BD07-CEBB31FE6836}" srcOrd="0" destOrd="0" parTransId="{69CECD98-70EC-4789-9ADD-7B490C308C2C}" sibTransId="{DDF95A1A-C44D-4927-A030-6A34D414D84C}"/>
    <dgm:cxn modelId="{B1E56E97-41A8-4CB4-9F10-4879E95822BB}" type="presOf" srcId="{FFF64E73-C233-45A7-8F5D-4089CAD697FF}" destId="{AC9695CB-865B-4694-A98D-9F8EAB741670}" srcOrd="0" destOrd="0" presId="urn:microsoft.com/office/officeart/2005/8/layout/chevron2"/>
    <dgm:cxn modelId="{6B0E3C99-97A8-41EE-8644-3F9496A5CFE0}" type="presOf" srcId="{BDC85DC2-8141-45A3-86C7-98E5B6509650}" destId="{0B7E51AB-E203-4D88-91EC-23BBEBF68989}" srcOrd="0" destOrd="0" presId="urn:microsoft.com/office/officeart/2005/8/layout/chevron2"/>
    <dgm:cxn modelId="{171ACD99-DE4C-411B-89B4-AAF0D655C0E8}" type="presOf" srcId="{FD64D01F-8560-47A8-8127-355261850500}" destId="{8812DE91-C297-420B-AFB3-99A8E5FEF467}" srcOrd="0" destOrd="0" presId="urn:microsoft.com/office/officeart/2005/8/layout/chevron2"/>
    <dgm:cxn modelId="{61872CB5-2657-4CB5-A05C-B3BC0E2E1CEF}" type="presOf" srcId="{0EEA00C2-93BC-4594-A89F-B19031BEA809}" destId="{1C1FCDAF-0D65-4A39-A0AC-A9D03E334517}" srcOrd="0" destOrd="0" presId="urn:microsoft.com/office/officeart/2005/8/layout/chevron2"/>
    <dgm:cxn modelId="{ADF66DBB-9393-4116-8CC0-6D697476D591}" srcId="{FD64D01F-8560-47A8-8127-355261850500}" destId="{9C75D0E3-AD55-409C-8E70-7C9A60C6090F}" srcOrd="2" destOrd="0" parTransId="{4A0B1DED-E29F-41E6-8689-CB100BB93A33}" sibTransId="{751E2091-1D7F-42F1-A9B4-CCE388AF88F1}"/>
    <dgm:cxn modelId="{F3797FDF-B4B0-4767-9463-0A60D5B8E21B}" srcId="{FFF64E73-C233-45A7-8F5D-4089CAD697FF}" destId="{BDC85DC2-8141-45A3-86C7-98E5B6509650}" srcOrd="0" destOrd="0" parTransId="{19CA359C-E121-40CE-9D99-A97A650135B1}" sibTransId="{D0E75E54-8483-4E38-A5BF-CF0A25C2C09C}"/>
    <dgm:cxn modelId="{C64A0415-30F8-4657-94B5-B6770E2E4A17}" type="presParOf" srcId="{8812DE91-C297-420B-AFB3-99A8E5FEF467}" destId="{C5043315-3167-4242-8756-3EFDECDE697D}" srcOrd="0" destOrd="0" presId="urn:microsoft.com/office/officeart/2005/8/layout/chevron2"/>
    <dgm:cxn modelId="{4B8F6622-BF5B-4703-B962-0667A439B385}" type="presParOf" srcId="{C5043315-3167-4242-8756-3EFDECDE697D}" destId="{087CCF3B-B980-4744-A098-51E164BAF300}" srcOrd="0" destOrd="0" presId="urn:microsoft.com/office/officeart/2005/8/layout/chevron2"/>
    <dgm:cxn modelId="{2B0FCE80-9EA3-4976-981D-2B52FDA8ED11}" type="presParOf" srcId="{C5043315-3167-4242-8756-3EFDECDE697D}" destId="{967F5469-8640-4696-BE0A-D179F4D13586}" srcOrd="1" destOrd="0" presId="urn:microsoft.com/office/officeart/2005/8/layout/chevron2"/>
    <dgm:cxn modelId="{DD47DAED-CD71-4E9D-8360-F95A3345A2A0}" type="presParOf" srcId="{8812DE91-C297-420B-AFB3-99A8E5FEF467}" destId="{F234092F-7BEC-404E-8293-C36748A6A87C}" srcOrd="1" destOrd="0" presId="urn:microsoft.com/office/officeart/2005/8/layout/chevron2"/>
    <dgm:cxn modelId="{5E68F53B-7712-42DD-A075-CC6D0321C578}" type="presParOf" srcId="{8812DE91-C297-420B-AFB3-99A8E5FEF467}" destId="{9ECA41B6-16C1-4500-9E83-45EDD0D06E81}" srcOrd="2" destOrd="0" presId="urn:microsoft.com/office/officeart/2005/8/layout/chevron2"/>
    <dgm:cxn modelId="{CAC61C07-8FCE-4442-8685-419BE65095B7}" type="presParOf" srcId="{9ECA41B6-16C1-4500-9E83-45EDD0D06E81}" destId="{1C1FCDAF-0D65-4A39-A0AC-A9D03E334517}" srcOrd="0" destOrd="0" presId="urn:microsoft.com/office/officeart/2005/8/layout/chevron2"/>
    <dgm:cxn modelId="{6E1E0FD5-009A-4088-841D-8E21775B0BE1}" type="presParOf" srcId="{9ECA41B6-16C1-4500-9E83-45EDD0D06E81}" destId="{7FDDCB89-19F3-4537-A956-66DB05444287}" srcOrd="1" destOrd="0" presId="urn:microsoft.com/office/officeart/2005/8/layout/chevron2"/>
    <dgm:cxn modelId="{E7A20A1A-174C-4851-8A45-445601074D5F}" type="presParOf" srcId="{8812DE91-C297-420B-AFB3-99A8E5FEF467}" destId="{59AFE3C5-7CD4-4DD8-826C-548BC463411A}" srcOrd="3" destOrd="0" presId="urn:microsoft.com/office/officeart/2005/8/layout/chevron2"/>
    <dgm:cxn modelId="{324D96E4-DC48-4671-9928-50C0B339F514}" type="presParOf" srcId="{8812DE91-C297-420B-AFB3-99A8E5FEF467}" destId="{E8A8C8B2-0AE7-4255-A2E4-A5468342E36B}" srcOrd="4" destOrd="0" presId="urn:microsoft.com/office/officeart/2005/8/layout/chevron2"/>
    <dgm:cxn modelId="{3DFD4D47-1636-4781-A8AD-7E06FC395286}" type="presParOf" srcId="{E8A8C8B2-0AE7-4255-A2E4-A5468342E36B}" destId="{061776BC-E55D-472E-AA38-6C4CA9431466}" srcOrd="0" destOrd="0" presId="urn:microsoft.com/office/officeart/2005/8/layout/chevron2"/>
    <dgm:cxn modelId="{171FA9E3-E314-4295-9E5B-C7A3CB9F8A82}" type="presParOf" srcId="{E8A8C8B2-0AE7-4255-A2E4-A5468342E36B}" destId="{24E43028-DB82-414F-9136-AA94D471AC5C}" srcOrd="1" destOrd="0" presId="urn:microsoft.com/office/officeart/2005/8/layout/chevron2"/>
    <dgm:cxn modelId="{AE9E7E87-D686-4B45-A84D-5ABE2933C1B7}" type="presParOf" srcId="{8812DE91-C297-420B-AFB3-99A8E5FEF467}" destId="{BADD0972-AE9D-4166-B00C-135E3FBC19C2}" srcOrd="5" destOrd="0" presId="urn:microsoft.com/office/officeart/2005/8/layout/chevron2"/>
    <dgm:cxn modelId="{9056BABD-5574-4751-835D-FBA25C5BFFFA}" type="presParOf" srcId="{8812DE91-C297-420B-AFB3-99A8E5FEF467}" destId="{010C641B-529F-49FF-8D75-853C0A91C8C6}" srcOrd="6" destOrd="0" presId="urn:microsoft.com/office/officeart/2005/8/layout/chevron2"/>
    <dgm:cxn modelId="{6FCBEEF0-EF56-43AE-B9B7-3E326E2733D9}" type="presParOf" srcId="{010C641B-529F-49FF-8D75-853C0A91C8C6}" destId="{AC9695CB-865B-4694-A98D-9F8EAB741670}" srcOrd="0" destOrd="0" presId="urn:microsoft.com/office/officeart/2005/8/layout/chevron2"/>
    <dgm:cxn modelId="{4319CC0D-EB4C-4D7F-8882-92073AFDFC18}" type="presParOf" srcId="{010C641B-529F-49FF-8D75-853C0A91C8C6}" destId="{0B7E51AB-E203-4D88-91EC-23BBEBF68989}"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FD64D01F-8560-47A8-8127-355261850500}" type="doc">
      <dgm:prSet loTypeId="urn:microsoft.com/office/officeart/2005/8/layout/chevron2" loCatId="list" qsTypeId="urn:microsoft.com/office/officeart/2005/8/quickstyle/simple1" qsCatId="simple" csTypeId="urn:microsoft.com/office/officeart/2005/8/colors/colorful1#7" csCatId="colorful" phldr="1"/>
      <dgm:spPr/>
      <dgm:t>
        <a:bodyPr/>
        <a:lstStyle/>
        <a:p>
          <a:endParaRPr lang="zh-CN" altLang="en-US"/>
        </a:p>
      </dgm:t>
    </dgm:pt>
    <dgm:pt modelId="{C5D95768-64CF-4D5F-8F7F-4A5996C27CD9}">
      <dgm:prSet phldrT="[文本]" custT="1"/>
      <dgm:spPr/>
      <dgm:t>
        <a:bodyPr/>
        <a:lstStyle/>
        <a:p>
          <a:r>
            <a:rPr lang="en-US" altLang="zh-CN" sz="1600" b="1" dirty="0">
              <a:latin typeface="微软雅黑" panose="020B0503020204020204" pitchFamily="34" charset="-122"/>
              <a:ea typeface="微软雅黑" panose="020B0503020204020204" pitchFamily="34" charset="-122"/>
            </a:rPr>
            <a:t>1</a:t>
          </a:r>
          <a:endParaRPr lang="zh-CN" altLang="en-US" sz="1600" b="1" dirty="0">
            <a:latin typeface="微软雅黑" panose="020B0503020204020204" pitchFamily="34" charset="-122"/>
            <a:ea typeface="微软雅黑" panose="020B0503020204020204" pitchFamily="34" charset="-122"/>
          </a:endParaRPr>
        </a:p>
      </dgm:t>
    </dgm:pt>
    <dgm:pt modelId="{095A1CAB-4AA6-4555-A355-CFD87D44D186}" type="parTrans" cxnId="{1236EF00-0657-4E4D-8B27-2D49AF72D85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E2A83572-A1BA-4AEF-BB4D-0C9E0744D9DE}" type="sibTrans" cxnId="{1236EF00-0657-4E4D-8B27-2D49AF72D85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2E3AFA4-03DE-4EB5-974A-AAC8D531866F}">
      <dgm:prSet phldrT="[文本]" custT="1"/>
      <dgm:spPr/>
      <dgm:t>
        <a:bodyPr/>
        <a:lstStyle/>
        <a:p>
          <a:r>
            <a:rPr lang="zh-CN" altLang="en-US" sz="1600" b="1" dirty="0">
              <a:latin typeface="微软雅黑" panose="020B0503020204020204" pitchFamily="34" charset="-122"/>
              <a:ea typeface="微软雅黑" panose="020B0503020204020204" pitchFamily="34" charset="-122"/>
            </a:rPr>
            <a:t>选择本地偏好 </a:t>
          </a:r>
          <a:r>
            <a:rPr lang="en-US" altLang="en-US" sz="1600" b="1" dirty="0">
              <a:latin typeface="微软雅黑" panose="020B0503020204020204" pitchFamily="34" charset="-122"/>
              <a:ea typeface="微软雅黑" panose="020B0503020204020204" pitchFamily="34" charset="-122"/>
            </a:rPr>
            <a:t>(local preference) </a:t>
          </a:r>
          <a:r>
            <a:rPr lang="zh-CN" altLang="en-US" sz="1600" b="1" dirty="0">
              <a:latin typeface="微软雅黑" panose="020B0503020204020204" pitchFamily="34" charset="-122"/>
              <a:ea typeface="微软雅黑" panose="020B0503020204020204" pitchFamily="34" charset="-122"/>
            </a:rPr>
            <a:t>值最高的路由</a:t>
          </a:r>
        </a:p>
      </dgm:t>
    </dgm:pt>
    <dgm:pt modelId="{0A91646E-F85F-4DB9-8D79-8B2D2A89F3B1}" type="parTrans" cxnId="{E05ADA4D-7A3E-4E06-9659-ACD04759E5F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6B5DE66-85F8-4D27-90D3-EF3C3C3C171B}" type="sibTrans" cxnId="{E05ADA4D-7A3E-4E06-9659-ACD04759E5F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EEA00C2-93BC-4594-A89F-B19031BEA809}">
      <dgm:prSet phldrT="[文本]" custT="1"/>
      <dgm:spPr/>
      <dgm:t>
        <a:bodyPr/>
        <a:lstStyle/>
        <a:p>
          <a:r>
            <a:rPr lang="en-US" altLang="zh-CN" sz="1600" b="1" dirty="0">
              <a:latin typeface="微软雅黑" panose="020B0503020204020204" pitchFamily="34" charset="-122"/>
              <a:ea typeface="微软雅黑" panose="020B0503020204020204" pitchFamily="34" charset="-122"/>
            </a:rPr>
            <a:t>2</a:t>
          </a:r>
          <a:endParaRPr lang="zh-CN" altLang="en-US" sz="1600" b="1" dirty="0">
            <a:latin typeface="微软雅黑" panose="020B0503020204020204" pitchFamily="34" charset="-122"/>
            <a:ea typeface="微软雅黑" panose="020B0503020204020204" pitchFamily="34" charset="-122"/>
          </a:endParaRPr>
        </a:p>
      </dgm:t>
    </dgm:pt>
    <dgm:pt modelId="{13A3DC76-198C-46D6-9E07-18965F9979A0}" type="parTrans" cxnId="{BC70318A-D626-4006-9FF2-051025E4DD7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54D2AC9-7745-4621-BE80-FD0ED53C328A}" type="sibTrans" cxnId="{BC70318A-D626-4006-9FF2-051025E4DD7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B0D0D92-7B41-47B9-88A7-C0582EC816C3}">
      <dgm:prSet phldrT="[文本]" custT="1"/>
      <dgm:spPr/>
      <dgm:t>
        <a:bodyPr/>
        <a:lstStyle/>
        <a:p>
          <a:r>
            <a:rPr lang="zh-CN" altLang="en-US" sz="1600" b="1" dirty="0">
              <a:latin typeface="微软雅黑" panose="020B0503020204020204" pitchFamily="34" charset="-122"/>
              <a:ea typeface="微软雅黑" panose="020B0503020204020204" pitchFamily="34" charset="-122"/>
            </a:rPr>
            <a:t>选择具有 </a:t>
          </a:r>
          <a:r>
            <a:rPr lang="en-US" altLang="en-US"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跳数最少的路由</a:t>
          </a:r>
        </a:p>
      </dgm:t>
    </dgm:pt>
    <dgm:pt modelId="{351E5DC5-A557-4ACF-B5F7-0E7AC090A2CF}" type="parTrans" cxnId="{734AA91F-B8F4-4F8F-BC5B-66C78E0F36A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7BA015C-934C-4A85-97B4-C36259D5C27E}" type="sibTrans" cxnId="{734AA91F-B8F4-4F8F-BC5B-66C78E0F36A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C75D0E3-AD55-409C-8E70-7C9A60C6090F}">
      <dgm:prSet phldrT="[文本]" custT="1"/>
      <dgm:spPr/>
      <dgm:t>
        <a:bodyPr/>
        <a:lstStyle/>
        <a:p>
          <a:r>
            <a:rPr lang="en-US" altLang="zh-CN" sz="1600" b="1" dirty="0">
              <a:latin typeface="微软雅黑" panose="020B0503020204020204" pitchFamily="34" charset="-122"/>
              <a:ea typeface="微软雅黑" panose="020B0503020204020204" pitchFamily="34" charset="-122"/>
            </a:rPr>
            <a:t>3</a:t>
          </a:r>
          <a:endParaRPr lang="zh-CN" altLang="en-US" sz="1600" b="1" dirty="0">
            <a:latin typeface="微软雅黑" panose="020B0503020204020204" pitchFamily="34" charset="-122"/>
            <a:ea typeface="微软雅黑" panose="020B0503020204020204" pitchFamily="34" charset="-122"/>
          </a:endParaRPr>
        </a:p>
      </dgm:t>
    </dgm:pt>
    <dgm:pt modelId="{4A0B1DED-E29F-41E6-8689-CB100BB93A33}" type="parTrans" cxnId="{ADF66DBB-9393-4116-8CC0-6D697476D591}">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51E2091-1D7F-42F1-A9B4-CCE388AF88F1}" type="sibTrans" cxnId="{ADF66DBB-9393-4116-8CC0-6D697476D591}">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FFF64E73-C233-45A7-8F5D-4089CAD697FF}">
      <dgm:prSet phldrT="[文本]" custT="1"/>
      <dgm:spPr/>
      <dgm:t>
        <a:bodyPr/>
        <a:lstStyle/>
        <a:p>
          <a:r>
            <a:rPr lang="en-US" altLang="zh-CN" sz="1600" b="1" dirty="0">
              <a:latin typeface="微软雅黑" panose="020B0503020204020204" pitchFamily="34" charset="-122"/>
              <a:ea typeface="微软雅黑" panose="020B0503020204020204" pitchFamily="34" charset="-122"/>
            </a:rPr>
            <a:t>4</a:t>
          </a:r>
          <a:endParaRPr lang="zh-CN" altLang="en-US" sz="1600" b="1" dirty="0">
            <a:latin typeface="微软雅黑" panose="020B0503020204020204" pitchFamily="34" charset="-122"/>
            <a:ea typeface="微软雅黑" panose="020B0503020204020204" pitchFamily="34" charset="-122"/>
          </a:endParaRPr>
        </a:p>
      </dgm:t>
    </dgm:pt>
    <dgm:pt modelId="{33A5E1EF-C09D-4317-BF50-3E3A7AD8F5AD}" type="parTrans" cxnId="{964EE627-7EAD-42B6-96B6-724558A854D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11CDF31-2C2A-4327-8158-DE91CDB3A98C}" type="sibTrans" cxnId="{964EE627-7EAD-42B6-96B6-724558A854D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856CF85C-AFE6-43D4-BD07-CEBB31FE6836}">
      <dgm:prSet phldrT="[文本]" custT="1"/>
      <dgm:spPr/>
      <dgm:t>
        <a:bodyPr/>
        <a:lstStyle/>
        <a:p>
          <a:r>
            <a:rPr lang="zh-CN" altLang="en-US" sz="1600" b="1" dirty="0">
              <a:latin typeface="微软雅黑" panose="020B0503020204020204" pitchFamily="34" charset="-122"/>
              <a:ea typeface="微软雅黑" panose="020B0503020204020204" pitchFamily="34" charset="-122"/>
            </a:rPr>
            <a:t>使用热土豆路由算法（使分组尽快从本 </a:t>
          </a:r>
          <a:r>
            <a:rPr lang="en-US" altLang="zh-CN"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转发出去）</a:t>
          </a:r>
        </a:p>
      </dgm:t>
    </dgm:pt>
    <dgm:pt modelId="{69CECD98-70EC-4789-9ADD-7B490C308C2C}" type="parTrans" cxnId="{C48B5691-7C60-423E-B931-CA3DFE359FB9}">
      <dgm:prSet/>
      <dgm:spPr/>
      <dgm:t>
        <a:bodyPr/>
        <a:lstStyle/>
        <a:p>
          <a:endParaRPr lang="zh-CN" altLang="en-US"/>
        </a:p>
      </dgm:t>
    </dgm:pt>
    <dgm:pt modelId="{DDF95A1A-C44D-4927-A030-6A34D414D84C}" type="sibTrans" cxnId="{C48B5691-7C60-423E-B931-CA3DFE359FB9}">
      <dgm:prSet/>
      <dgm:spPr/>
      <dgm:t>
        <a:bodyPr/>
        <a:lstStyle/>
        <a:p>
          <a:endParaRPr lang="zh-CN" altLang="en-US"/>
        </a:p>
      </dgm:t>
    </dgm:pt>
    <dgm:pt modelId="{BDC85DC2-8141-45A3-86C7-98E5B6509650}">
      <dgm:prSet phldrT="[文本]" custT="1"/>
      <dgm:spPr/>
      <dgm:t>
        <a:bodyPr/>
        <a:lstStyle/>
        <a:p>
          <a:r>
            <a:rPr lang="zh-CN" altLang="en-US" sz="1600" b="1" dirty="0">
              <a:latin typeface="微软雅黑" panose="020B0503020204020204" pitchFamily="34" charset="-122"/>
              <a:ea typeface="微软雅黑" panose="020B0503020204020204" pitchFamily="34" charset="-122"/>
            </a:rPr>
            <a:t>路由器 </a:t>
          </a:r>
          <a:r>
            <a:rPr lang="en-US" altLang="en-US" sz="1600" b="1" dirty="0">
              <a:latin typeface="微软雅黑" panose="020B0503020204020204" pitchFamily="34" charset="-122"/>
              <a:ea typeface="微软雅黑" panose="020B0503020204020204" pitchFamily="34" charset="-122"/>
            </a:rPr>
            <a:t>BGP </a:t>
          </a:r>
          <a:r>
            <a:rPr lang="en-US" altLang="zh-CN" sz="1600" b="1" dirty="0">
              <a:latin typeface="微软雅黑" panose="020B0503020204020204" pitchFamily="34" charset="-122"/>
              <a:ea typeface="微软雅黑" panose="020B0503020204020204" pitchFamily="34" charset="-122"/>
            </a:rPr>
            <a:t>ID </a:t>
          </a:r>
          <a:r>
            <a:rPr lang="zh-CN" altLang="en-US" sz="1600" b="1" dirty="0">
              <a:latin typeface="微软雅黑" panose="020B0503020204020204" pitchFamily="34" charset="-122"/>
              <a:ea typeface="微软雅黑" panose="020B0503020204020204" pitchFamily="34" charset="-122"/>
            </a:rPr>
            <a:t>数值最小的路由。具有多个接口的路由器有多个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r>
            <a:rPr lang="en-US" altLang="en-US" sz="1600" b="1" dirty="0">
              <a:latin typeface="微软雅黑" panose="020B0503020204020204" pitchFamily="34" charset="-122"/>
              <a:ea typeface="微软雅黑" panose="020B0503020204020204" pitchFamily="34" charset="-122"/>
            </a:rPr>
            <a:t>BGP ID </a:t>
          </a:r>
          <a:r>
            <a:rPr lang="zh-CN" altLang="en-US" sz="1600" b="1" dirty="0">
              <a:latin typeface="微软雅黑" panose="020B0503020204020204" pitchFamily="34" charset="-122"/>
              <a:ea typeface="微软雅黑" panose="020B0503020204020204" pitchFamily="34" charset="-122"/>
            </a:rPr>
            <a:t>就使用该路由器的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地址中数值最大的一个。</a:t>
          </a:r>
        </a:p>
      </dgm:t>
    </dgm:pt>
    <dgm:pt modelId="{19CA359C-E121-40CE-9D99-A97A650135B1}" type="parTrans" cxnId="{F3797FDF-B4B0-4767-9463-0A60D5B8E21B}">
      <dgm:prSet/>
      <dgm:spPr/>
      <dgm:t>
        <a:bodyPr/>
        <a:lstStyle/>
        <a:p>
          <a:endParaRPr lang="zh-CN" altLang="en-US"/>
        </a:p>
      </dgm:t>
    </dgm:pt>
    <dgm:pt modelId="{D0E75E54-8483-4E38-A5BF-CF0A25C2C09C}" type="sibTrans" cxnId="{F3797FDF-B4B0-4767-9463-0A60D5B8E21B}">
      <dgm:prSet/>
      <dgm:spPr/>
      <dgm:t>
        <a:bodyPr/>
        <a:lstStyle/>
        <a:p>
          <a:endParaRPr lang="zh-CN" altLang="en-US"/>
        </a:p>
      </dgm:t>
    </dgm:pt>
    <dgm:pt modelId="{8812DE91-C297-420B-AFB3-99A8E5FEF467}" type="pres">
      <dgm:prSet presAssocID="{FD64D01F-8560-47A8-8127-355261850500}" presName="linearFlow" presStyleCnt="0">
        <dgm:presLayoutVars>
          <dgm:dir/>
          <dgm:animLvl val="lvl"/>
          <dgm:resizeHandles val="exact"/>
        </dgm:presLayoutVars>
      </dgm:prSet>
      <dgm:spPr/>
    </dgm:pt>
    <dgm:pt modelId="{C5043315-3167-4242-8756-3EFDECDE697D}" type="pres">
      <dgm:prSet presAssocID="{C5D95768-64CF-4D5F-8F7F-4A5996C27CD9}" presName="composite" presStyleCnt="0"/>
      <dgm:spPr/>
    </dgm:pt>
    <dgm:pt modelId="{087CCF3B-B980-4744-A098-51E164BAF300}" type="pres">
      <dgm:prSet presAssocID="{C5D95768-64CF-4D5F-8F7F-4A5996C27CD9}" presName="parentText" presStyleLbl="alignNode1" presStyleIdx="0" presStyleCnt="4">
        <dgm:presLayoutVars>
          <dgm:chMax val="1"/>
          <dgm:bulletEnabled val="1"/>
        </dgm:presLayoutVars>
      </dgm:prSet>
      <dgm:spPr/>
    </dgm:pt>
    <dgm:pt modelId="{967F5469-8640-4696-BE0A-D179F4D13586}" type="pres">
      <dgm:prSet presAssocID="{C5D95768-64CF-4D5F-8F7F-4A5996C27CD9}" presName="descendantText" presStyleLbl="alignAcc1" presStyleIdx="0" presStyleCnt="4">
        <dgm:presLayoutVars>
          <dgm:bulletEnabled val="1"/>
        </dgm:presLayoutVars>
      </dgm:prSet>
      <dgm:spPr/>
    </dgm:pt>
    <dgm:pt modelId="{F234092F-7BEC-404E-8293-C36748A6A87C}" type="pres">
      <dgm:prSet presAssocID="{E2A83572-A1BA-4AEF-BB4D-0C9E0744D9DE}" presName="sp" presStyleCnt="0"/>
      <dgm:spPr/>
    </dgm:pt>
    <dgm:pt modelId="{9ECA41B6-16C1-4500-9E83-45EDD0D06E81}" type="pres">
      <dgm:prSet presAssocID="{0EEA00C2-93BC-4594-A89F-B19031BEA809}" presName="composite" presStyleCnt="0"/>
      <dgm:spPr/>
    </dgm:pt>
    <dgm:pt modelId="{1C1FCDAF-0D65-4A39-A0AC-A9D03E334517}" type="pres">
      <dgm:prSet presAssocID="{0EEA00C2-93BC-4594-A89F-B19031BEA809}" presName="parentText" presStyleLbl="alignNode1" presStyleIdx="1" presStyleCnt="4">
        <dgm:presLayoutVars>
          <dgm:chMax val="1"/>
          <dgm:bulletEnabled val="1"/>
        </dgm:presLayoutVars>
      </dgm:prSet>
      <dgm:spPr/>
    </dgm:pt>
    <dgm:pt modelId="{7FDDCB89-19F3-4537-A956-66DB05444287}" type="pres">
      <dgm:prSet presAssocID="{0EEA00C2-93BC-4594-A89F-B19031BEA809}" presName="descendantText" presStyleLbl="alignAcc1" presStyleIdx="1" presStyleCnt="4">
        <dgm:presLayoutVars>
          <dgm:bulletEnabled val="1"/>
        </dgm:presLayoutVars>
      </dgm:prSet>
      <dgm:spPr/>
    </dgm:pt>
    <dgm:pt modelId="{59AFE3C5-7CD4-4DD8-826C-548BC463411A}" type="pres">
      <dgm:prSet presAssocID="{154D2AC9-7745-4621-BE80-FD0ED53C328A}" presName="sp" presStyleCnt="0"/>
      <dgm:spPr/>
    </dgm:pt>
    <dgm:pt modelId="{E8A8C8B2-0AE7-4255-A2E4-A5468342E36B}" type="pres">
      <dgm:prSet presAssocID="{9C75D0E3-AD55-409C-8E70-7C9A60C6090F}" presName="composite" presStyleCnt="0"/>
      <dgm:spPr/>
    </dgm:pt>
    <dgm:pt modelId="{061776BC-E55D-472E-AA38-6C4CA9431466}" type="pres">
      <dgm:prSet presAssocID="{9C75D0E3-AD55-409C-8E70-7C9A60C6090F}" presName="parentText" presStyleLbl="alignNode1" presStyleIdx="2" presStyleCnt="4">
        <dgm:presLayoutVars>
          <dgm:chMax val="1"/>
          <dgm:bulletEnabled val="1"/>
        </dgm:presLayoutVars>
      </dgm:prSet>
      <dgm:spPr/>
    </dgm:pt>
    <dgm:pt modelId="{24E43028-DB82-414F-9136-AA94D471AC5C}" type="pres">
      <dgm:prSet presAssocID="{9C75D0E3-AD55-409C-8E70-7C9A60C6090F}" presName="descendantText" presStyleLbl="alignAcc1" presStyleIdx="2" presStyleCnt="4">
        <dgm:presLayoutVars>
          <dgm:bulletEnabled val="1"/>
        </dgm:presLayoutVars>
      </dgm:prSet>
      <dgm:spPr/>
    </dgm:pt>
    <dgm:pt modelId="{BADD0972-AE9D-4166-B00C-135E3FBC19C2}" type="pres">
      <dgm:prSet presAssocID="{751E2091-1D7F-42F1-A9B4-CCE388AF88F1}" presName="sp" presStyleCnt="0"/>
      <dgm:spPr/>
    </dgm:pt>
    <dgm:pt modelId="{010C641B-529F-49FF-8D75-853C0A91C8C6}" type="pres">
      <dgm:prSet presAssocID="{FFF64E73-C233-45A7-8F5D-4089CAD697FF}" presName="composite" presStyleCnt="0"/>
      <dgm:spPr/>
    </dgm:pt>
    <dgm:pt modelId="{AC9695CB-865B-4694-A98D-9F8EAB741670}" type="pres">
      <dgm:prSet presAssocID="{FFF64E73-C233-45A7-8F5D-4089CAD697FF}" presName="parentText" presStyleLbl="alignNode1" presStyleIdx="3" presStyleCnt="4">
        <dgm:presLayoutVars>
          <dgm:chMax val="1"/>
          <dgm:bulletEnabled val="1"/>
        </dgm:presLayoutVars>
      </dgm:prSet>
      <dgm:spPr/>
    </dgm:pt>
    <dgm:pt modelId="{0B7E51AB-E203-4D88-91EC-23BBEBF68989}" type="pres">
      <dgm:prSet presAssocID="{FFF64E73-C233-45A7-8F5D-4089CAD697FF}" presName="descendantText" presStyleLbl="alignAcc1" presStyleIdx="3" presStyleCnt="4">
        <dgm:presLayoutVars>
          <dgm:bulletEnabled val="1"/>
        </dgm:presLayoutVars>
      </dgm:prSet>
      <dgm:spPr/>
    </dgm:pt>
  </dgm:ptLst>
  <dgm:cxnLst>
    <dgm:cxn modelId="{1236EF00-0657-4E4D-8B27-2D49AF72D854}" srcId="{FD64D01F-8560-47A8-8127-355261850500}" destId="{C5D95768-64CF-4D5F-8F7F-4A5996C27CD9}" srcOrd="0" destOrd="0" parTransId="{095A1CAB-4AA6-4555-A355-CFD87D44D186}" sibTransId="{E2A83572-A1BA-4AEF-BB4D-0C9E0744D9DE}"/>
    <dgm:cxn modelId="{0B807519-E138-4175-A35B-827F947D649D}" type="presOf" srcId="{BB0D0D92-7B41-47B9-88A7-C0582EC816C3}" destId="{7FDDCB89-19F3-4537-A956-66DB05444287}" srcOrd="0" destOrd="0" presId="urn:microsoft.com/office/officeart/2005/8/layout/chevron2"/>
    <dgm:cxn modelId="{734AA91F-B8F4-4F8F-BC5B-66C78E0F36AC}" srcId="{0EEA00C2-93BC-4594-A89F-B19031BEA809}" destId="{BB0D0D92-7B41-47B9-88A7-C0582EC816C3}" srcOrd="0" destOrd="0" parTransId="{351E5DC5-A557-4ACF-B5F7-0E7AC090A2CF}" sibTransId="{77BA015C-934C-4A85-97B4-C36259D5C27E}"/>
    <dgm:cxn modelId="{964EE627-7EAD-42B6-96B6-724558A854D0}" srcId="{FD64D01F-8560-47A8-8127-355261850500}" destId="{FFF64E73-C233-45A7-8F5D-4089CAD697FF}" srcOrd="3" destOrd="0" parTransId="{33A5E1EF-C09D-4317-BF50-3E3A7AD8F5AD}" sibTransId="{C11CDF31-2C2A-4327-8158-DE91CDB3A98C}"/>
    <dgm:cxn modelId="{2007EE2B-C518-48B5-93E3-226E88A0D8DA}" type="presOf" srcId="{9C75D0E3-AD55-409C-8E70-7C9A60C6090F}" destId="{061776BC-E55D-472E-AA38-6C4CA9431466}" srcOrd="0" destOrd="0" presId="urn:microsoft.com/office/officeart/2005/8/layout/chevron2"/>
    <dgm:cxn modelId="{800DBB5C-0218-4C4C-B13E-9BA3A281C287}" type="presOf" srcId="{C2E3AFA4-03DE-4EB5-974A-AAC8D531866F}" destId="{967F5469-8640-4696-BE0A-D179F4D13586}" srcOrd="0" destOrd="0" presId="urn:microsoft.com/office/officeart/2005/8/layout/chevron2"/>
    <dgm:cxn modelId="{E05ADA4D-7A3E-4E06-9659-ACD04759E5FC}" srcId="{C5D95768-64CF-4D5F-8F7F-4A5996C27CD9}" destId="{C2E3AFA4-03DE-4EB5-974A-AAC8D531866F}" srcOrd="0" destOrd="0" parTransId="{0A91646E-F85F-4DB9-8D79-8B2D2A89F3B1}" sibTransId="{96B5DE66-85F8-4D27-90D3-EF3C3C3C171B}"/>
    <dgm:cxn modelId="{E463B871-7F4E-40F9-AC91-58B9FA598B8E}" type="presOf" srcId="{C5D95768-64CF-4D5F-8F7F-4A5996C27CD9}" destId="{087CCF3B-B980-4744-A098-51E164BAF300}" srcOrd="0" destOrd="0" presId="urn:microsoft.com/office/officeart/2005/8/layout/chevron2"/>
    <dgm:cxn modelId="{1E2D2E89-B2F5-4722-BBD0-70AAD5FB8339}" type="presOf" srcId="{856CF85C-AFE6-43D4-BD07-CEBB31FE6836}" destId="{24E43028-DB82-414F-9136-AA94D471AC5C}" srcOrd="0" destOrd="0" presId="urn:microsoft.com/office/officeart/2005/8/layout/chevron2"/>
    <dgm:cxn modelId="{BC70318A-D626-4006-9FF2-051025E4DD7D}" srcId="{FD64D01F-8560-47A8-8127-355261850500}" destId="{0EEA00C2-93BC-4594-A89F-B19031BEA809}" srcOrd="1" destOrd="0" parTransId="{13A3DC76-198C-46D6-9E07-18965F9979A0}" sibTransId="{154D2AC9-7745-4621-BE80-FD0ED53C328A}"/>
    <dgm:cxn modelId="{C48B5691-7C60-423E-B931-CA3DFE359FB9}" srcId="{9C75D0E3-AD55-409C-8E70-7C9A60C6090F}" destId="{856CF85C-AFE6-43D4-BD07-CEBB31FE6836}" srcOrd="0" destOrd="0" parTransId="{69CECD98-70EC-4789-9ADD-7B490C308C2C}" sibTransId="{DDF95A1A-C44D-4927-A030-6A34D414D84C}"/>
    <dgm:cxn modelId="{B1E56E97-41A8-4CB4-9F10-4879E95822BB}" type="presOf" srcId="{FFF64E73-C233-45A7-8F5D-4089CAD697FF}" destId="{AC9695CB-865B-4694-A98D-9F8EAB741670}" srcOrd="0" destOrd="0" presId="urn:microsoft.com/office/officeart/2005/8/layout/chevron2"/>
    <dgm:cxn modelId="{6B0E3C99-97A8-41EE-8644-3F9496A5CFE0}" type="presOf" srcId="{BDC85DC2-8141-45A3-86C7-98E5B6509650}" destId="{0B7E51AB-E203-4D88-91EC-23BBEBF68989}" srcOrd="0" destOrd="0" presId="urn:microsoft.com/office/officeart/2005/8/layout/chevron2"/>
    <dgm:cxn modelId="{171ACD99-DE4C-411B-89B4-AAF0D655C0E8}" type="presOf" srcId="{FD64D01F-8560-47A8-8127-355261850500}" destId="{8812DE91-C297-420B-AFB3-99A8E5FEF467}" srcOrd="0" destOrd="0" presId="urn:microsoft.com/office/officeart/2005/8/layout/chevron2"/>
    <dgm:cxn modelId="{61872CB5-2657-4CB5-A05C-B3BC0E2E1CEF}" type="presOf" srcId="{0EEA00C2-93BC-4594-A89F-B19031BEA809}" destId="{1C1FCDAF-0D65-4A39-A0AC-A9D03E334517}" srcOrd="0" destOrd="0" presId="urn:microsoft.com/office/officeart/2005/8/layout/chevron2"/>
    <dgm:cxn modelId="{ADF66DBB-9393-4116-8CC0-6D697476D591}" srcId="{FD64D01F-8560-47A8-8127-355261850500}" destId="{9C75D0E3-AD55-409C-8E70-7C9A60C6090F}" srcOrd="2" destOrd="0" parTransId="{4A0B1DED-E29F-41E6-8689-CB100BB93A33}" sibTransId="{751E2091-1D7F-42F1-A9B4-CCE388AF88F1}"/>
    <dgm:cxn modelId="{F3797FDF-B4B0-4767-9463-0A60D5B8E21B}" srcId="{FFF64E73-C233-45A7-8F5D-4089CAD697FF}" destId="{BDC85DC2-8141-45A3-86C7-98E5B6509650}" srcOrd="0" destOrd="0" parTransId="{19CA359C-E121-40CE-9D99-A97A650135B1}" sibTransId="{D0E75E54-8483-4E38-A5BF-CF0A25C2C09C}"/>
    <dgm:cxn modelId="{C64A0415-30F8-4657-94B5-B6770E2E4A17}" type="presParOf" srcId="{8812DE91-C297-420B-AFB3-99A8E5FEF467}" destId="{C5043315-3167-4242-8756-3EFDECDE697D}" srcOrd="0" destOrd="0" presId="urn:microsoft.com/office/officeart/2005/8/layout/chevron2"/>
    <dgm:cxn modelId="{4B8F6622-BF5B-4703-B962-0667A439B385}" type="presParOf" srcId="{C5043315-3167-4242-8756-3EFDECDE697D}" destId="{087CCF3B-B980-4744-A098-51E164BAF300}" srcOrd="0" destOrd="0" presId="urn:microsoft.com/office/officeart/2005/8/layout/chevron2"/>
    <dgm:cxn modelId="{2B0FCE80-9EA3-4976-981D-2B52FDA8ED11}" type="presParOf" srcId="{C5043315-3167-4242-8756-3EFDECDE697D}" destId="{967F5469-8640-4696-BE0A-D179F4D13586}" srcOrd="1" destOrd="0" presId="urn:microsoft.com/office/officeart/2005/8/layout/chevron2"/>
    <dgm:cxn modelId="{DD47DAED-CD71-4E9D-8360-F95A3345A2A0}" type="presParOf" srcId="{8812DE91-C297-420B-AFB3-99A8E5FEF467}" destId="{F234092F-7BEC-404E-8293-C36748A6A87C}" srcOrd="1" destOrd="0" presId="urn:microsoft.com/office/officeart/2005/8/layout/chevron2"/>
    <dgm:cxn modelId="{5E68F53B-7712-42DD-A075-CC6D0321C578}" type="presParOf" srcId="{8812DE91-C297-420B-AFB3-99A8E5FEF467}" destId="{9ECA41B6-16C1-4500-9E83-45EDD0D06E81}" srcOrd="2" destOrd="0" presId="urn:microsoft.com/office/officeart/2005/8/layout/chevron2"/>
    <dgm:cxn modelId="{CAC61C07-8FCE-4442-8685-419BE65095B7}" type="presParOf" srcId="{9ECA41B6-16C1-4500-9E83-45EDD0D06E81}" destId="{1C1FCDAF-0D65-4A39-A0AC-A9D03E334517}" srcOrd="0" destOrd="0" presId="urn:microsoft.com/office/officeart/2005/8/layout/chevron2"/>
    <dgm:cxn modelId="{6E1E0FD5-009A-4088-841D-8E21775B0BE1}" type="presParOf" srcId="{9ECA41B6-16C1-4500-9E83-45EDD0D06E81}" destId="{7FDDCB89-19F3-4537-A956-66DB05444287}" srcOrd="1" destOrd="0" presId="urn:microsoft.com/office/officeart/2005/8/layout/chevron2"/>
    <dgm:cxn modelId="{E7A20A1A-174C-4851-8A45-445601074D5F}" type="presParOf" srcId="{8812DE91-C297-420B-AFB3-99A8E5FEF467}" destId="{59AFE3C5-7CD4-4DD8-826C-548BC463411A}" srcOrd="3" destOrd="0" presId="urn:microsoft.com/office/officeart/2005/8/layout/chevron2"/>
    <dgm:cxn modelId="{324D96E4-DC48-4671-9928-50C0B339F514}" type="presParOf" srcId="{8812DE91-C297-420B-AFB3-99A8E5FEF467}" destId="{E8A8C8B2-0AE7-4255-A2E4-A5468342E36B}" srcOrd="4" destOrd="0" presId="urn:microsoft.com/office/officeart/2005/8/layout/chevron2"/>
    <dgm:cxn modelId="{3DFD4D47-1636-4781-A8AD-7E06FC395286}" type="presParOf" srcId="{E8A8C8B2-0AE7-4255-A2E4-A5468342E36B}" destId="{061776BC-E55D-472E-AA38-6C4CA9431466}" srcOrd="0" destOrd="0" presId="urn:microsoft.com/office/officeart/2005/8/layout/chevron2"/>
    <dgm:cxn modelId="{171FA9E3-E314-4295-9E5B-C7A3CB9F8A82}" type="presParOf" srcId="{E8A8C8B2-0AE7-4255-A2E4-A5468342E36B}" destId="{24E43028-DB82-414F-9136-AA94D471AC5C}" srcOrd="1" destOrd="0" presId="urn:microsoft.com/office/officeart/2005/8/layout/chevron2"/>
    <dgm:cxn modelId="{AE9E7E87-D686-4B45-A84D-5ABE2933C1B7}" type="presParOf" srcId="{8812DE91-C297-420B-AFB3-99A8E5FEF467}" destId="{BADD0972-AE9D-4166-B00C-135E3FBC19C2}" srcOrd="5" destOrd="0" presId="urn:microsoft.com/office/officeart/2005/8/layout/chevron2"/>
    <dgm:cxn modelId="{9056BABD-5574-4751-835D-FBA25C5BFFFA}" type="presParOf" srcId="{8812DE91-C297-420B-AFB3-99A8E5FEF467}" destId="{010C641B-529F-49FF-8D75-853C0A91C8C6}" srcOrd="6" destOrd="0" presId="urn:microsoft.com/office/officeart/2005/8/layout/chevron2"/>
    <dgm:cxn modelId="{6FCBEEF0-EF56-43AE-B9B7-3E326E2733D9}" type="presParOf" srcId="{010C641B-529F-49FF-8D75-853C0A91C8C6}" destId="{AC9695CB-865B-4694-A98D-9F8EAB741670}" srcOrd="0" destOrd="0" presId="urn:microsoft.com/office/officeart/2005/8/layout/chevron2"/>
    <dgm:cxn modelId="{4319CC0D-EB4C-4D7F-8882-92073AFDFC18}" type="presParOf" srcId="{010C641B-529F-49FF-8D75-853C0A91C8C6}" destId="{0B7E51AB-E203-4D88-91EC-23BBEBF68989}"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FD64D01F-8560-47A8-8127-355261850500}" type="doc">
      <dgm:prSet loTypeId="urn:microsoft.com/office/officeart/2005/8/layout/chevron2" loCatId="list" qsTypeId="urn:microsoft.com/office/officeart/2005/8/quickstyle/simple1" qsCatId="simple" csTypeId="urn:microsoft.com/office/officeart/2005/8/colors/colorful1#7" csCatId="colorful" phldr="1"/>
      <dgm:spPr/>
      <dgm:t>
        <a:bodyPr/>
        <a:lstStyle/>
        <a:p>
          <a:endParaRPr lang="zh-CN" altLang="en-US"/>
        </a:p>
      </dgm:t>
    </dgm:pt>
    <dgm:pt modelId="{C5D95768-64CF-4D5F-8F7F-4A5996C27CD9}">
      <dgm:prSet phldrT="[文本]" custT="1"/>
      <dgm:spPr/>
      <dgm:t>
        <a:bodyPr/>
        <a:lstStyle/>
        <a:p>
          <a:r>
            <a:rPr lang="en-US" altLang="zh-CN" sz="1600" b="1" dirty="0">
              <a:latin typeface="微软雅黑" panose="020B0503020204020204" pitchFamily="34" charset="-122"/>
              <a:ea typeface="微软雅黑" panose="020B0503020204020204" pitchFamily="34" charset="-122"/>
            </a:rPr>
            <a:t>1</a:t>
          </a:r>
          <a:endParaRPr lang="zh-CN" altLang="en-US" sz="1600" b="1" dirty="0">
            <a:latin typeface="微软雅黑" panose="020B0503020204020204" pitchFamily="34" charset="-122"/>
            <a:ea typeface="微软雅黑" panose="020B0503020204020204" pitchFamily="34" charset="-122"/>
          </a:endParaRPr>
        </a:p>
      </dgm:t>
    </dgm:pt>
    <dgm:pt modelId="{095A1CAB-4AA6-4555-A355-CFD87D44D186}" type="parTrans" cxnId="{1236EF00-0657-4E4D-8B27-2D49AF72D85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E2A83572-A1BA-4AEF-BB4D-0C9E0744D9DE}" type="sibTrans" cxnId="{1236EF00-0657-4E4D-8B27-2D49AF72D854}">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2E3AFA4-03DE-4EB5-974A-AAC8D531866F}">
      <dgm:prSet phldrT="[文本]" custT="1"/>
      <dgm:spPr/>
      <dgm:t>
        <a:bodyPr/>
        <a:lstStyle/>
        <a:p>
          <a:r>
            <a:rPr lang="zh-CN" altLang="en-US" sz="1600" b="1" dirty="0">
              <a:latin typeface="微软雅黑" panose="020B0503020204020204" pitchFamily="34" charset="-122"/>
              <a:ea typeface="微软雅黑" panose="020B0503020204020204" pitchFamily="34" charset="-122"/>
            </a:rPr>
            <a:t>选择本地偏好 </a:t>
          </a:r>
          <a:r>
            <a:rPr lang="en-US" altLang="en-US" sz="1600" b="1" dirty="0">
              <a:latin typeface="微软雅黑" panose="020B0503020204020204" pitchFamily="34" charset="-122"/>
              <a:ea typeface="微软雅黑" panose="020B0503020204020204" pitchFamily="34" charset="-122"/>
            </a:rPr>
            <a:t>(local preference) </a:t>
          </a:r>
          <a:r>
            <a:rPr lang="zh-CN" altLang="en-US" sz="1600" b="1" dirty="0">
              <a:latin typeface="微软雅黑" panose="020B0503020204020204" pitchFamily="34" charset="-122"/>
              <a:ea typeface="微软雅黑" panose="020B0503020204020204" pitchFamily="34" charset="-122"/>
            </a:rPr>
            <a:t>值最高的路由</a:t>
          </a:r>
        </a:p>
      </dgm:t>
    </dgm:pt>
    <dgm:pt modelId="{0A91646E-F85F-4DB9-8D79-8B2D2A89F3B1}" type="parTrans" cxnId="{E05ADA4D-7A3E-4E06-9659-ACD04759E5F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6B5DE66-85F8-4D27-90D3-EF3C3C3C171B}" type="sibTrans" cxnId="{E05ADA4D-7A3E-4E06-9659-ACD04759E5F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EEA00C2-93BC-4594-A89F-B19031BEA809}">
      <dgm:prSet phldrT="[文本]" custT="1"/>
      <dgm:spPr/>
      <dgm:t>
        <a:bodyPr/>
        <a:lstStyle/>
        <a:p>
          <a:r>
            <a:rPr lang="en-US" altLang="zh-CN" sz="1600" b="1" dirty="0">
              <a:latin typeface="微软雅黑" panose="020B0503020204020204" pitchFamily="34" charset="-122"/>
              <a:ea typeface="微软雅黑" panose="020B0503020204020204" pitchFamily="34" charset="-122"/>
            </a:rPr>
            <a:t>2</a:t>
          </a:r>
          <a:endParaRPr lang="zh-CN" altLang="en-US" sz="1600" b="1" dirty="0">
            <a:latin typeface="微软雅黑" panose="020B0503020204020204" pitchFamily="34" charset="-122"/>
            <a:ea typeface="微软雅黑" panose="020B0503020204020204" pitchFamily="34" charset="-122"/>
          </a:endParaRPr>
        </a:p>
      </dgm:t>
    </dgm:pt>
    <dgm:pt modelId="{13A3DC76-198C-46D6-9E07-18965F9979A0}" type="parTrans" cxnId="{BC70318A-D626-4006-9FF2-051025E4DD7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154D2AC9-7745-4621-BE80-FD0ED53C328A}" type="sibTrans" cxnId="{BC70318A-D626-4006-9FF2-051025E4DD7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B0D0D92-7B41-47B9-88A7-C0582EC816C3}">
      <dgm:prSet phldrT="[文本]" custT="1"/>
      <dgm:spPr/>
      <dgm:t>
        <a:bodyPr/>
        <a:lstStyle/>
        <a:p>
          <a:r>
            <a:rPr lang="zh-CN" altLang="en-US" sz="1600" b="1" dirty="0">
              <a:latin typeface="微软雅黑" panose="020B0503020204020204" pitchFamily="34" charset="-122"/>
              <a:ea typeface="微软雅黑" panose="020B0503020204020204" pitchFamily="34" charset="-122"/>
            </a:rPr>
            <a:t>选择具有 </a:t>
          </a:r>
          <a:r>
            <a:rPr lang="en-US" altLang="en-US"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跳数最少的路由</a:t>
          </a:r>
        </a:p>
      </dgm:t>
    </dgm:pt>
    <dgm:pt modelId="{351E5DC5-A557-4ACF-B5F7-0E7AC090A2CF}" type="parTrans" cxnId="{734AA91F-B8F4-4F8F-BC5B-66C78E0F36A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7BA015C-934C-4A85-97B4-C36259D5C27E}" type="sibTrans" cxnId="{734AA91F-B8F4-4F8F-BC5B-66C78E0F36AC}">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C75D0E3-AD55-409C-8E70-7C9A60C6090F}">
      <dgm:prSet phldrT="[文本]" custT="1"/>
      <dgm:spPr/>
      <dgm:t>
        <a:bodyPr/>
        <a:lstStyle/>
        <a:p>
          <a:r>
            <a:rPr lang="en-US" altLang="zh-CN" sz="1600" b="1" dirty="0">
              <a:latin typeface="微软雅黑" panose="020B0503020204020204" pitchFamily="34" charset="-122"/>
              <a:ea typeface="微软雅黑" panose="020B0503020204020204" pitchFamily="34" charset="-122"/>
            </a:rPr>
            <a:t>3</a:t>
          </a:r>
          <a:endParaRPr lang="zh-CN" altLang="en-US" sz="1600" b="1" dirty="0">
            <a:latin typeface="微软雅黑" panose="020B0503020204020204" pitchFamily="34" charset="-122"/>
            <a:ea typeface="微软雅黑" panose="020B0503020204020204" pitchFamily="34" charset="-122"/>
          </a:endParaRPr>
        </a:p>
      </dgm:t>
    </dgm:pt>
    <dgm:pt modelId="{4A0B1DED-E29F-41E6-8689-CB100BB93A33}" type="parTrans" cxnId="{ADF66DBB-9393-4116-8CC0-6D697476D591}">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751E2091-1D7F-42F1-A9B4-CCE388AF88F1}" type="sibTrans" cxnId="{ADF66DBB-9393-4116-8CC0-6D697476D591}">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FFF64E73-C233-45A7-8F5D-4089CAD697FF}">
      <dgm:prSet phldrT="[文本]" custT="1"/>
      <dgm:spPr/>
      <dgm:t>
        <a:bodyPr/>
        <a:lstStyle/>
        <a:p>
          <a:r>
            <a:rPr lang="en-US" altLang="zh-CN" sz="1600" b="1" dirty="0">
              <a:latin typeface="微软雅黑" panose="020B0503020204020204" pitchFamily="34" charset="-122"/>
              <a:ea typeface="微软雅黑" panose="020B0503020204020204" pitchFamily="34" charset="-122"/>
            </a:rPr>
            <a:t>4</a:t>
          </a:r>
          <a:endParaRPr lang="zh-CN" altLang="en-US" sz="1600" b="1" dirty="0">
            <a:latin typeface="微软雅黑" panose="020B0503020204020204" pitchFamily="34" charset="-122"/>
            <a:ea typeface="微软雅黑" panose="020B0503020204020204" pitchFamily="34" charset="-122"/>
          </a:endParaRPr>
        </a:p>
      </dgm:t>
    </dgm:pt>
    <dgm:pt modelId="{33A5E1EF-C09D-4317-BF50-3E3A7AD8F5AD}" type="parTrans" cxnId="{964EE627-7EAD-42B6-96B6-724558A854D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11CDF31-2C2A-4327-8158-DE91CDB3A98C}" type="sibTrans" cxnId="{964EE627-7EAD-42B6-96B6-724558A854D0}">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856CF85C-AFE6-43D4-BD07-CEBB31FE6836}">
      <dgm:prSet phldrT="[文本]" custT="1"/>
      <dgm:spPr/>
      <dgm:t>
        <a:bodyPr/>
        <a:lstStyle/>
        <a:p>
          <a:r>
            <a:rPr lang="zh-CN" altLang="en-US" sz="1600" b="1" dirty="0">
              <a:latin typeface="微软雅黑" panose="020B0503020204020204" pitchFamily="34" charset="-122"/>
              <a:ea typeface="微软雅黑" panose="020B0503020204020204" pitchFamily="34" charset="-122"/>
            </a:rPr>
            <a:t>使用热土豆路由算法（使分组尽快从本 </a:t>
          </a:r>
          <a:r>
            <a:rPr lang="en-US" altLang="zh-CN"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转发出去）</a:t>
          </a:r>
        </a:p>
      </dgm:t>
    </dgm:pt>
    <dgm:pt modelId="{69CECD98-70EC-4789-9ADD-7B490C308C2C}" type="parTrans" cxnId="{C48B5691-7C60-423E-B931-CA3DFE359FB9}">
      <dgm:prSet/>
      <dgm:spPr/>
      <dgm:t>
        <a:bodyPr/>
        <a:lstStyle/>
        <a:p>
          <a:endParaRPr lang="zh-CN" altLang="en-US"/>
        </a:p>
      </dgm:t>
    </dgm:pt>
    <dgm:pt modelId="{DDF95A1A-C44D-4927-A030-6A34D414D84C}" type="sibTrans" cxnId="{C48B5691-7C60-423E-B931-CA3DFE359FB9}">
      <dgm:prSet/>
      <dgm:spPr/>
      <dgm:t>
        <a:bodyPr/>
        <a:lstStyle/>
        <a:p>
          <a:endParaRPr lang="zh-CN" altLang="en-US"/>
        </a:p>
      </dgm:t>
    </dgm:pt>
    <dgm:pt modelId="{BDC85DC2-8141-45A3-86C7-98E5B6509650}">
      <dgm:prSet phldrT="[文本]" custT="1"/>
      <dgm:spPr/>
      <dgm:t>
        <a:bodyPr/>
        <a:lstStyle/>
        <a:p>
          <a:r>
            <a:rPr lang="zh-CN" altLang="en-US" sz="1600" b="1" dirty="0">
              <a:latin typeface="微软雅黑" panose="020B0503020204020204" pitchFamily="34" charset="-122"/>
              <a:ea typeface="微软雅黑" panose="020B0503020204020204" pitchFamily="34" charset="-122"/>
            </a:rPr>
            <a:t>路由器 </a:t>
          </a:r>
          <a:r>
            <a:rPr lang="en-US" altLang="en-US" sz="1600" b="1" dirty="0">
              <a:latin typeface="微软雅黑" panose="020B0503020204020204" pitchFamily="34" charset="-122"/>
              <a:ea typeface="微软雅黑" panose="020B0503020204020204" pitchFamily="34" charset="-122"/>
            </a:rPr>
            <a:t>BGP </a:t>
          </a:r>
          <a:r>
            <a:rPr lang="en-US" altLang="zh-CN" sz="1600" b="1" dirty="0">
              <a:latin typeface="微软雅黑" panose="020B0503020204020204" pitchFamily="34" charset="-122"/>
              <a:ea typeface="微软雅黑" panose="020B0503020204020204" pitchFamily="34" charset="-122"/>
            </a:rPr>
            <a:t>ID </a:t>
          </a:r>
          <a:r>
            <a:rPr lang="zh-CN" altLang="en-US" sz="1600" b="1" dirty="0">
              <a:latin typeface="微软雅黑" panose="020B0503020204020204" pitchFamily="34" charset="-122"/>
              <a:ea typeface="微软雅黑" panose="020B0503020204020204" pitchFamily="34" charset="-122"/>
            </a:rPr>
            <a:t>数值最小的路由。具有多个接口的路由器有多个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r>
            <a:rPr lang="en-US" altLang="en-US" sz="1600" b="1" dirty="0">
              <a:latin typeface="微软雅黑" panose="020B0503020204020204" pitchFamily="34" charset="-122"/>
              <a:ea typeface="微软雅黑" panose="020B0503020204020204" pitchFamily="34" charset="-122"/>
            </a:rPr>
            <a:t>BGP ID </a:t>
          </a:r>
          <a:r>
            <a:rPr lang="zh-CN" altLang="en-US" sz="1600" b="1" dirty="0">
              <a:latin typeface="微软雅黑" panose="020B0503020204020204" pitchFamily="34" charset="-122"/>
              <a:ea typeface="微软雅黑" panose="020B0503020204020204" pitchFamily="34" charset="-122"/>
            </a:rPr>
            <a:t>就使用该路由器的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地址中数值最大的一个。</a:t>
          </a:r>
        </a:p>
      </dgm:t>
    </dgm:pt>
    <dgm:pt modelId="{19CA359C-E121-40CE-9D99-A97A650135B1}" type="parTrans" cxnId="{F3797FDF-B4B0-4767-9463-0A60D5B8E21B}">
      <dgm:prSet/>
      <dgm:spPr/>
      <dgm:t>
        <a:bodyPr/>
        <a:lstStyle/>
        <a:p>
          <a:endParaRPr lang="zh-CN" altLang="en-US"/>
        </a:p>
      </dgm:t>
    </dgm:pt>
    <dgm:pt modelId="{D0E75E54-8483-4E38-A5BF-CF0A25C2C09C}" type="sibTrans" cxnId="{F3797FDF-B4B0-4767-9463-0A60D5B8E21B}">
      <dgm:prSet/>
      <dgm:spPr/>
      <dgm:t>
        <a:bodyPr/>
        <a:lstStyle/>
        <a:p>
          <a:endParaRPr lang="zh-CN" altLang="en-US"/>
        </a:p>
      </dgm:t>
    </dgm:pt>
    <dgm:pt modelId="{8812DE91-C297-420B-AFB3-99A8E5FEF467}" type="pres">
      <dgm:prSet presAssocID="{FD64D01F-8560-47A8-8127-355261850500}" presName="linearFlow" presStyleCnt="0">
        <dgm:presLayoutVars>
          <dgm:dir/>
          <dgm:animLvl val="lvl"/>
          <dgm:resizeHandles val="exact"/>
        </dgm:presLayoutVars>
      </dgm:prSet>
      <dgm:spPr/>
    </dgm:pt>
    <dgm:pt modelId="{C5043315-3167-4242-8756-3EFDECDE697D}" type="pres">
      <dgm:prSet presAssocID="{C5D95768-64CF-4D5F-8F7F-4A5996C27CD9}" presName="composite" presStyleCnt="0"/>
      <dgm:spPr/>
    </dgm:pt>
    <dgm:pt modelId="{087CCF3B-B980-4744-A098-51E164BAF300}" type="pres">
      <dgm:prSet presAssocID="{C5D95768-64CF-4D5F-8F7F-4A5996C27CD9}" presName="parentText" presStyleLbl="alignNode1" presStyleIdx="0" presStyleCnt="4">
        <dgm:presLayoutVars>
          <dgm:chMax val="1"/>
          <dgm:bulletEnabled val="1"/>
        </dgm:presLayoutVars>
      </dgm:prSet>
      <dgm:spPr/>
    </dgm:pt>
    <dgm:pt modelId="{967F5469-8640-4696-BE0A-D179F4D13586}" type="pres">
      <dgm:prSet presAssocID="{C5D95768-64CF-4D5F-8F7F-4A5996C27CD9}" presName="descendantText" presStyleLbl="alignAcc1" presStyleIdx="0" presStyleCnt="4">
        <dgm:presLayoutVars>
          <dgm:bulletEnabled val="1"/>
        </dgm:presLayoutVars>
      </dgm:prSet>
      <dgm:spPr/>
    </dgm:pt>
    <dgm:pt modelId="{F234092F-7BEC-404E-8293-C36748A6A87C}" type="pres">
      <dgm:prSet presAssocID="{E2A83572-A1BA-4AEF-BB4D-0C9E0744D9DE}" presName="sp" presStyleCnt="0"/>
      <dgm:spPr/>
    </dgm:pt>
    <dgm:pt modelId="{9ECA41B6-16C1-4500-9E83-45EDD0D06E81}" type="pres">
      <dgm:prSet presAssocID="{0EEA00C2-93BC-4594-A89F-B19031BEA809}" presName="composite" presStyleCnt="0"/>
      <dgm:spPr/>
    </dgm:pt>
    <dgm:pt modelId="{1C1FCDAF-0D65-4A39-A0AC-A9D03E334517}" type="pres">
      <dgm:prSet presAssocID="{0EEA00C2-93BC-4594-A89F-B19031BEA809}" presName="parentText" presStyleLbl="alignNode1" presStyleIdx="1" presStyleCnt="4">
        <dgm:presLayoutVars>
          <dgm:chMax val="1"/>
          <dgm:bulletEnabled val="1"/>
        </dgm:presLayoutVars>
      </dgm:prSet>
      <dgm:spPr/>
    </dgm:pt>
    <dgm:pt modelId="{7FDDCB89-19F3-4537-A956-66DB05444287}" type="pres">
      <dgm:prSet presAssocID="{0EEA00C2-93BC-4594-A89F-B19031BEA809}" presName="descendantText" presStyleLbl="alignAcc1" presStyleIdx="1" presStyleCnt="4">
        <dgm:presLayoutVars>
          <dgm:bulletEnabled val="1"/>
        </dgm:presLayoutVars>
      </dgm:prSet>
      <dgm:spPr/>
    </dgm:pt>
    <dgm:pt modelId="{59AFE3C5-7CD4-4DD8-826C-548BC463411A}" type="pres">
      <dgm:prSet presAssocID="{154D2AC9-7745-4621-BE80-FD0ED53C328A}" presName="sp" presStyleCnt="0"/>
      <dgm:spPr/>
    </dgm:pt>
    <dgm:pt modelId="{E8A8C8B2-0AE7-4255-A2E4-A5468342E36B}" type="pres">
      <dgm:prSet presAssocID="{9C75D0E3-AD55-409C-8E70-7C9A60C6090F}" presName="composite" presStyleCnt="0"/>
      <dgm:spPr/>
    </dgm:pt>
    <dgm:pt modelId="{061776BC-E55D-472E-AA38-6C4CA9431466}" type="pres">
      <dgm:prSet presAssocID="{9C75D0E3-AD55-409C-8E70-7C9A60C6090F}" presName="parentText" presStyleLbl="alignNode1" presStyleIdx="2" presStyleCnt="4">
        <dgm:presLayoutVars>
          <dgm:chMax val="1"/>
          <dgm:bulletEnabled val="1"/>
        </dgm:presLayoutVars>
      </dgm:prSet>
      <dgm:spPr/>
    </dgm:pt>
    <dgm:pt modelId="{24E43028-DB82-414F-9136-AA94D471AC5C}" type="pres">
      <dgm:prSet presAssocID="{9C75D0E3-AD55-409C-8E70-7C9A60C6090F}" presName="descendantText" presStyleLbl="alignAcc1" presStyleIdx="2" presStyleCnt="4">
        <dgm:presLayoutVars>
          <dgm:bulletEnabled val="1"/>
        </dgm:presLayoutVars>
      </dgm:prSet>
      <dgm:spPr/>
    </dgm:pt>
    <dgm:pt modelId="{BADD0972-AE9D-4166-B00C-135E3FBC19C2}" type="pres">
      <dgm:prSet presAssocID="{751E2091-1D7F-42F1-A9B4-CCE388AF88F1}" presName="sp" presStyleCnt="0"/>
      <dgm:spPr/>
    </dgm:pt>
    <dgm:pt modelId="{010C641B-529F-49FF-8D75-853C0A91C8C6}" type="pres">
      <dgm:prSet presAssocID="{FFF64E73-C233-45A7-8F5D-4089CAD697FF}" presName="composite" presStyleCnt="0"/>
      <dgm:spPr/>
    </dgm:pt>
    <dgm:pt modelId="{AC9695CB-865B-4694-A98D-9F8EAB741670}" type="pres">
      <dgm:prSet presAssocID="{FFF64E73-C233-45A7-8F5D-4089CAD697FF}" presName="parentText" presStyleLbl="alignNode1" presStyleIdx="3" presStyleCnt="4">
        <dgm:presLayoutVars>
          <dgm:chMax val="1"/>
          <dgm:bulletEnabled val="1"/>
        </dgm:presLayoutVars>
      </dgm:prSet>
      <dgm:spPr/>
    </dgm:pt>
    <dgm:pt modelId="{0B7E51AB-E203-4D88-91EC-23BBEBF68989}" type="pres">
      <dgm:prSet presAssocID="{FFF64E73-C233-45A7-8F5D-4089CAD697FF}" presName="descendantText" presStyleLbl="alignAcc1" presStyleIdx="3" presStyleCnt="4">
        <dgm:presLayoutVars>
          <dgm:bulletEnabled val="1"/>
        </dgm:presLayoutVars>
      </dgm:prSet>
      <dgm:spPr/>
    </dgm:pt>
  </dgm:ptLst>
  <dgm:cxnLst>
    <dgm:cxn modelId="{1236EF00-0657-4E4D-8B27-2D49AF72D854}" srcId="{FD64D01F-8560-47A8-8127-355261850500}" destId="{C5D95768-64CF-4D5F-8F7F-4A5996C27CD9}" srcOrd="0" destOrd="0" parTransId="{095A1CAB-4AA6-4555-A355-CFD87D44D186}" sibTransId="{E2A83572-A1BA-4AEF-BB4D-0C9E0744D9DE}"/>
    <dgm:cxn modelId="{0B807519-E138-4175-A35B-827F947D649D}" type="presOf" srcId="{BB0D0D92-7B41-47B9-88A7-C0582EC816C3}" destId="{7FDDCB89-19F3-4537-A956-66DB05444287}" srcOrd="0" destOrd="0" presId="urn:microsoft.com/office/officeart/2005/8/layout/chevron2"/>
    <dgm:cxn modelId="{734AA91F-B8F4-4F8F-BC5B-66C78E0F36AC}" srcId="{0EEA00C2-93BC-4594-A89F-B19031BEA809}" destId="{BB0D0D92-7B41-47B9-88A7-C0582EC816C3}" srcOrd="0" destOrd="0" parTransId="{351E5DC5-A557-4ACF-B5F7-0E7AC090A2CF}" sibTransId="{77BA015C-934C-4A85-97B4-C36259D5C27E}"/>
    <dgm:cxn modelId="{964EE627-7EAD-42B6-96B6-724558A854D0}" srcId="{FD64D01F-8560-47A8-8127-355261850500}" destId="{FFF64E73-C233-45A7-8F5D-4089CAD697FF}" srcOrd="3" destOrd="0" parTransId="{33A5E1EF-C09D-4317-BF50-3E3A7AD8F5AD}" sibTransId="{C11CDF31-2C2A-4327-8158-DE91CDB3A98C}"/>
    <dgm:cxn modelId="{2007EE2B-C518-48B5-93E3-226E88A0D8DA}" type="presOf" srcId="{9C75D0E3-AD55-409C-8E70-7C9A60C6090F}" destId="{061776BC-E55D-472E-AA38-6C4CA9431466}" srcOrd="0" destOrd="0" presId="urn:microsoft.com/office/officeart/2005/8/layout/chevron2"/>
    <dgm:cxn modelId="{800DBB5C-0218-4C4C-B13E-9BA3A281C287}" type="presOf" srcId="{C2E3AFA4-03DE-4EB5-974A-AAC8D531866F}" destId="{967F5469-8640-4696-BE0A-D179F4D13586}" srcOrd="0" destOrd="0" presId="urn:microsoft.com/office/officeart/2005/8/layout/chevron2"/>
    <dgm:cxn modelId="{E05ADA4D-7A3E-4E06-9659-ACD04759E5FC}" srcId="{C5D95768-64CF-4D5F-8F7F-4A5996C27CD9}" destId="{C2E3AFA4-03DE-4EB5-974A-AAC8D531866F}" srcOrd="0" destOrd="0" parTransId="{0A91646E-F85F-4DB9-8D79-8B2D2A89F3B1}" sibTransId="{96B5DE66-85F8-4D27-90D3-EF3C3C3C171B}"/>
    <dgm:cxn modelId="{E463B871-7F4E-40F9-AC91-58B9FA598B8E}" type="presOf" srcId="{C5D95768-64CF-4D5F-8F7F-4A5996C27CD9}" destId="{087CCF3B-B980-4744-A098-51E164BAF300}" srcOrd="0" destOrd="0" presId="urn:microsoft.com/office/officeart/2005/8/layout/chevron2"/>
    <dgm:cxn modelId="{1E2D2E89-B2F5-4722-BBD0-70AAD5FB8339}" type="presOf" srcId="{856CF85C-AFE6-43D4-BD07-CEBB31FE6836}" destId="{24E43028-DB82-414F-9136-AA94D471AC5C}" srcOrd="0" destOrd="0" presId="urn:microsoft.com/office/officeart/2005/8/layout/chevron2"/>
    <dgm:cxn modelId="{BC70318A-D626-4006-9FF2-051025E4DD7D}" srcId="{FD64D01F-8560-47A8-8127-355261850500}" destId="{0EEA00C2-93BC-4594-A89F-B19031BEA809}" srcOrd="1" destOrd="0" parTransId="{13A3DC76-198C-46D6-9E07-18965F9979A0}" sibTransId="{154D2AC9-7745-4621-BE80-FD0ED53C328A}"/>
    <dgm:cxn modelId="{C48B5691-7C60-423E-B931-CA3DFE359FB9}" srcId="{9C75D0E3-AD55-409C-8E70-7C9A60C6090F}" destId="{856CF85C-AFE6-43D4-BD07-CEBB31FE6836}" srcOrd="0" destOrd="0" parTransId="{69CECD98-70EC-4789-9ADD-7B490C308C2C}" sibTransId="{DDF95A1A-C44D-4927-A030-6A34D414D84C}"/>
    <dgm:cxn modelId="{B1E56E97-41A8-4CB4-9F10-4879E95822BB}" type="presOf" srcId="{FFF64E73-C233-45A7-8F5D-4089CAD697FF}" destId="{AC9695CB-865B-4694-A98D-9F8EAB741670}" srcOrd="0" destOrd="0" presId="urn:microsoft.com/office/officeart/2005/8/layout/chevron2"/>
    <dgm:cxn modelId="{6B0E3C99-97A8-41EE-8644-3F9496A5CFE0}" type="presOf" srcId="{BDC85DC2-8141-45A3-86C7-98E5B6509650}" destId="{0B7E51AB-E203-4D88-91EC-23BBEBF68989}" srcOrd="0" destOrd="0" presId="urn:microsoft.com/office/officeart/2005/8/layout/chevron2"/>
    <dgm:cxn modelId="{171ACD99-DE4C-411B-89B4-AAF0D655C0E8}" type="presOf" srcId="{FD64D01F-8560-47A8-8127-355261850500}" destId="{8812DE91-C297-420B-AFB3-99A8E5FEF467}" srcOrd="0" destOrd="0" presId="urn:microsoft.com/office/officeart/2005/8/layout/chevron2"/>
    <dgm:cxn modelId="{61872CB5-2657-4CB5-A05C-B3BC0E2E1CEF}" type="presOf" srcId="{0EEA00C2-93BC-4594-A89F-B19031BEA809}" destId="{1C1FCDAF-0D65-4A39-A0AC-A9D03E334517}" srcOrd="0" destOrd="0" presId="urn:microsoft.com/office/officeart/2005/8/layout/chevron2"/>
    <dgm:cxn modelId="{ADF66DBB-9393-4116-8CC0-6D697476D591}" srcId="{FD64D01F-8560-47A8-8127-355261850500}" destId="{9C75D0E3-AD55-409C-8E70-7C9A60C6090F}" srcOrd="2" destOrd="0" parTransId="{4A0B1DED-E29F-41E6-8689-CB100BB93A33}" sibTransId="{751E2091-1D7F-42F1-A9B4-CCE388AF88F1}"/>
    <dgm:cxn modelId="{F3797FDF-B4B0-4767-9463-0A60D5B8E21B}" srcId="{FFF64E73-C233-45A7-8F5D-4089CAD697FF}" destId="{BDC85DC2-8141-45A3-86C7-98E5B6509650}" srcOrd="0" destOrd="0" parTransId="{19CA359C-E121-40CE-9D99-A97A650135B1}" sibTransId="{D0E75E54-8483-4E38-A5BF-CF0A25C2C09C}"/>
    <dgm:cxn modelId="{C64A0415-30F8-4657-94B5-B6770E2E4A17}" type="presParOf" srcId="{8812DE91-C297-420B-AFB3-99A8E5FEF467}" destId="{C5043315-3167-4242-8756-3EFDECDE697D}" srcOrd="0" destOrd="0" presId="urn:microsoft.com/office/officeart/2005/8/layout/chevron2"/>
    <dgm:cxn modelId="{4B8F6622-BF5B-4703-B962-0667A439B385}" type="presParOf" srcId="{C5043315-3167-4242-8756-3EFDECDE697D}" destId="{087CCF3B-B980-4744-A098-51E164BAF300}" srcOrd="0" destOrd="0" presId="urn:microsoft.com/office/officeart/2005/8/layout/chevron2"/>
    <dgm:cxn modelId="{2B0FCE80-9EA3-4976-981D-2B52FDA8ED11}" type="presParOf" srcId="{C5043315-3167-4242-8756-3EFDECDE697D}" destId="{967F5469-8640-4696-BE0A-D179F4D13586}" srcOrd="1" destOrd="0" presId="urn:microsoft.com/office/officeart/2005/8/layout/chevron2"/>
    <dgm:cxn modelId="{DD47DAED-CD71-4E9D-8360-F95A3345A2A0}" type="presParOf" srcId="{8812DE91-C297-420B-AFB3-99A8E5FEF467}" destId="{F234092F-7BEC-404E-8293-C36748A6A87C}" srcOrd="1" destOrd="0" presId="urn:microsoft.com/office/officeart/2005/8/layout/chevron2"/>
    <dgm:cxn modelId="{5E68F53B-7712-42DD-A075-CC6D0321C578}" type="presParOf" srcId="{8812DE91-C297-420B-AFB3-99A8E5FEF467}" destId="{9ECA41B6-16C1-4500-9E83-45EDD0D06E81}" srcOrd="2" destOrd="0" presId="urn:microsoft.com/office/officeart/2005/8/layout/chevron2"/>
    <dgm:cxn modelId="{CAC61C07-8FCE-4442-8685-419BE65095B7}" type="presParOf" srcId="{9ECA41B6-16C1-4500-9E83-45EDD0D06E81}" destId="{1C1FCDAF-0D65-4A39-A0AC-A9D03E334517}" srcOrd="0" destOrd="0" presId="urn:microsoft.com/office/officeart/2005/8/layout/chevron2"/>
    <dgm:cxn modelId="{6E1E0FD5-009A-4088-841D-8E21775B0BE1}" type="presParOf" srcId="{9ECA41B6-16C1-4500-9E83-45EDD0D06E81}" destId="{7FDDCB89-19F3-4537-A956-66DB05444287}" srcOrd="1" destOrd="0" presId="urn:microsoft.com/office/officeart/2005/8/layout/chevron2"/>
    <dgm:cxn modelId="{E7A20A1A-174C-4851-8A45-445601074D5F}" type="presParOf" srcId="{8812DE91-C297-420B-AFB3-99A8E5FEF467}" destId="{59AFE3C5-7CD4-4DD8-826C-548BC463411A}" srcOrd="3" destOrd="0" presId="urn:microsoft.com/office/officeart/2005/8/layout/chevron2"/>
    <dgm:cxn modelId="{324D96E4-DC48-4671-9928-50C0B339F514}" type="presParOf" srcId="{8812DE91-C297-420B-AFB3-99A8E5FEF467}" destId="{E8A8C8B2-0AE7-4255-A2E4-A5468342E36B}" srcOrd="4" destOrd="0" presId="urn:microsoft.com/office/officeart/2005/8/layout/chevron2"/>
    <dgm:cxn modelId="{3DFD4D47-1636-4781-A8AD-7E06FC395286}" type="presParOf" srcId="{E8A8C8B2-0AE7-4255-A2E4-A5468342E36B}" destId="{061776BC-E55D-472E-AA38-6C4CA9431466}" srcOrd="0" destOrd="0" presId="urn:microsoft.com/office/officeart/2005/8/layout/chevron2"/>
    <dgm:cxn modelId="{171FA9E3-E314-4295-9E5B-C7A3CB9F8A82}" type="presParOf" srcId="{E8A8C8B2-0AE7-4255-A2E4-A5468342E36B}" destId="{24E43028-DB82-414F-9136-AA94D471AC5C}" srcOrd="1" destOrd="0" presId="urn:microsoft.com/office/officeart/2005/8/layout/chevron2"/>
    <dgm:cxn modelId="{AE9E7E87-D686-4B45-A84D-5ABE2933C1B7}" type="presParOf" srcId="{8812DE91-C297-420B-AFB3-99A8E5FEF467}" destId="{BADD0972-AE9D-4166-B00C-135E3FBC19C2}" srcOrd="5" destOrd="0" presId="urn:microsoft.com/office/officeart/2005/8/layout/chevron2"/>
    <dgm:cxn modelId="{9056BABD-5574-4751-835D-FBA25C5BFFFA}" type="presParOf" srcId="{8812DE91-C297-420B-AFB3-99A8E5FEF467}" destId="{010C641B-529F-49FF-8D75-853C0A91C8C6}" srcOrd="6" destOrd="0" presId="urn:microsoft.com/office/officeart/2005/8/layout/chevron2"/>
    <dgm:cxn modelId="{6FCBEEF0-EF56-43AE-B9B7-3E326E2733D9}" type="presParOf" srcId="{010C641B-529F-49FF-8D75-853C0A91C8C6}" destId="{AC9695CB-865B-4694-A98D-9F8EAB741670}" srcOrd="0" destOrd="0" presId="urn:microsoft.com/office/officeart/2005/8/layout/chevron2"/>
    <dgm:cxn modelId="{4319CC0D-EB4C-4D7F-8882-92073AFDFC18}" type="presParOf" srcId="{010C641B-529F-49FF-8D75-853C0A91C8C6}" destId="{0B7E51AB-E203-4D88-91EC-23BBEBF68989}"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7F52BF93-D6EE-4740-AD78-25E3EC69E731}" type="doc">
      <dgm:prSet loTypeId="urn:microsoft.com/office/officeart/2005/8/layout/hList1" loCatId="list" qsTypeId="urn:microsoft.com/office/officeart/2005/8/quickstyle/simple1" qsCatId="simple" csTypeId="urn:microsoft.com/office/officeart/2005/8/colors/colorful3" csCatId="colorful" phldr="1"/>
      <dgm:spPr/>
      <dgm:t>
        <a:bodyPr/>
        <a:lstStyle/>
        <a:p>
          <a:endParaRPr lang="zh-CN" altLang="en-US"/>
        </a:p>
      </dgm:t>
    </dgm:pt>
    <dgm:pt modelId="{2D60C2BA-FA76-4EF7-B3D5-42C862287F9B}">
      <dgm:prSet phldrT="[文本]" custT="1"/>
      <dgm:spPr/>
      <dgm:t>
        <a:bodyPr/>
        <a:lstStyle/>
        <a:p>
          <a:pPr>
            <a:lnSpc>
              <a:spcPts val="2400"/>
            </a:lnSpc>
            <a:spcBef>
              <a:spcPts val="0"/>
            </a:spcBef>
            <a:spcAft>
              <a:spcPts val="0"/>
            </a:spcAft>
          </a:pPr>
          <a:r>
            <a:rPr lang="zh-CN" altLang="en-US" sz="1600" b="1" dirty="0">
              <a:latin typeface="微软雅黑" panose="020B0503020204020204" pitchFamily="34" charset="-122"/>
              <a:ea typeface="微软雅黑" panose="020B0503020204020204" pitchFamily="34" charset="-122"/>
            </a:rPr>
            <a:t>加速转发 </a:t>
          </a:r>
          <a:r>
            <a:rPr lang="en-US" altLang="en-US" sz="1600" b="1" dirty="0">
              <a:latin typeface="微软雅黑" panose="020B0503020204020204" pitchFamily="34" charset="-122"/>
              <a:ea typeface="微软雅黑" panose="020B0503020204020204" pitchFamily="34" charset="-122"/>
            </a:rPr>
            <a:t>PHB</a:t>
          </a:r>
          <a:endParaRPr lang="zh-CN" altLang="en-US" sz="1600" b="1" dirty="0">
            <a:latin typeface="微软雅黑" panose="020B0503020204020204" pitchFamily="34" charset="-122"/>
            <a:ea typeface="微软雅黑" panose="020B0503020204020204" pitchFamily="34" charset="-122"/>
          </a:endParaRPr>
        </a:p>
      </dgm:t>
    </dgm:pt>
    <dgm:pt modelId="{7B7BED97-E213-44AA-AD3A-BB9686685F67}" type="parTrans" cxnId="{16A75BAF-BC7C-41A8-8532-11A1BF2E3992}">
      <dgm:prSet/>
      <dgm:spPr/>
      <dgm:t>
        <a:bodyPr/>
        <a:lstStyle/>
        <a:p>
          <a:pPr>
            <a:lnSpc>
              <a:spcPts val="2400"/>
            </a:lnSpc>
            <a:spcBef>
              <a:spcPts val="0"/>
            </a:spcBef>
            <a:spcAft>
              <a:spcPts val="0"/>
            </a:spcAft>
          </a:pPr>
          <a:endParaRPr lang="zh-CN" altLang="en-US" sz="1200" b="1">
            <a:latin typeface="微软雅黑" panose="020B0503020204020204" pitchFamily="34" charset="-122"/>
            <a:ea typeface="微软雅黑" panose="020B0503020204020204" pitchFamily="34" charset="-122"/>
          </a:endParaRPr>
        </a:p>
      </dgm:t>
    </dgm:pt>
    <dgm:pt modelId="{CACDB2E7-EB03-4714-A421-1297E59EC43C}" type="sibTrans" cxnId="{16A75BAF-BC7C-41A8-8532-11A1BF2E3992}">
      <dgm:prSet/>
      <dgm:spPr/>
      <dgm:t>
        <a:bodyPr/>
        <a:lstStyle/>
        <a:p>
          <a:pPr>
            <a:lnSpc>
              <a:spcPts val="2400"/>
            </a:lnSpc>
            <a:spcBef>
              <a:spcPts val="0"/>
            </a:spcBef>
            <a:spcAft>
              <a:spcPts val="0"/>
            </a:spcAft>
          </a:pPr>
          <a:endParaRPr lang="zh-CN" altLang="en-US" sz="1200" b="1">
            <a:latin typeface="微软雅黑" panose="020B0503020204020204" pitchFamily="34" charset="-122"/>
            <a:ea typeface="微软雅黑" panose="020B0503020204020204" pitchFamily="34" charset="-122"/>
          </a:endParaRPr>
        </a:p>
      </dgm:t>
    </dgm:pt>
    <dgm:pt modelId="{53A28961-1191-4568-9E33-32FBC2D07A98}">
      <dgm:prSet phldrT="[文本]" custT="1"/>
      <dgm:spPr/>
      <dgm:t>
        <a:bodyPr/>
        <a:lstStyle/>
        <a:p>
          <a:pPr>
            <a:lnSpc>
              <a:spcPts val="2400"/>
            </a:lnSpc>
            <a:spcBef>
              <a:spcPts val="0"/>
            </a:spcBef>
            <a:spcAft>
              <a:spcPts val="0"/>
            </a:spcAft>
          </a:pPr>
          <a:r>
            <a:rPr lang="en-US" altLang="en-US" sz="1400" b="1" dirty="0">
              <a:latin typeface="微软雅黑" panose="020B0503020204020204" pitchFamily="34" charset="-122"/>
              <a:ea typeface="微软雅黑" panose="020B0503020204020204" pitchFamily="34" charset="-122"/>
            </a:rPr>
            <a:t>EF PHB (Expedited Forwarding PHB)</a:t>
          </a:r>
          <a:r>
            <a:rPr lang="zh-CN" altLang="en-US" sz="1400" b="1" dirty="0">
              <a:latin typeface="微软雅黑" panose="020B0503020204020204" pitchFamily="34" charset="-122"/>
              <a:ea typeface="微软雅黑" panose="020B0503020204020204" pitchFamily="34" charset="-122"/>
            </a:rPr>
            <a:t>。</a:t>
          </a:r>
        </a:p>
      </dgm:t>
    </dgm:pt>
    <dgm:pt modelId="{ACCE000D-1BA1-46DA-A0C4-B6BE0434ED53}" type="parTrans" cxnId="{FF4676C7-66E7-45C5-8A1F-33D0DF2F18E7}">
      <dgm:prSet/>
      <dgm:spPr/>
      <dgm:t>
        <a:bodyPr/>
        <a:lstStyle/>
        <a:p>
          <a:pPr>
            <a:lnSpc>
              <a:spcPts val="2400"/>
            </a:lnSpc>
            <a:spcBef>
              <a:spcPts val="0"/>
            </a:spcBef>
            <a:spcAft>
              <a:spcPts val="0"/>
            </a:spcAft>
          </a:pPr>
          <a:endParaRPr lang="zh-CN" altLang="en-US" sz="1200" b="1">
            <a:latin typeface="微软雅黑" panose="020B0503020204020204" pitchFamily="34" charset="-122"/>
            <a:ea typeface="微软雅黑" panose="020B0503020204020204" pitchFamily="34" charset="-122"/>
          </a:endParaRPr>
        </a:p>
      </dgm:t>
    </dgm:pt>
    <dgm:pt modelId="{410CF133-9EB5-4AEF-8F00-64E85ADA1DDB}" type="sibTrans" cxnId="{FF4676C7-66E7-45C5-8A1F-33D0DF2F18E7}">
      <dgm:prSet/>
      <dgm:spPr/>
      <dgm:t>
        <a:bodyPr/>
        <a:lstStyle/>
        <a:p>
          <a:pPr>
            <a:lnSpc>
              <a:spcPts val="2400"/>
            </a:lnSpc>
            <a:spcBef>
              <a:spcPts val="0"/>
            </a:spcBef>
            <a:spcAft>
              <a:spcPts val="0"/>
            </a:spcAft>
          </a:pPr>
          <a:endParaRPr lang="zh-CN" altLang="en-US" sz="1200" b="1">
            <a:latin typeface="微软雅黑" panose="020B0503020204020204" pitchFamily="34" charset="-122"/>
            <a:ea typeface="微软雅黑" panose="020B0503020204020204" pitchFamily="34" charset="-122"/>
          </a:endParaRPr>
        </a:p>
      </dgm:t>
    </dgm:pt>
    <dgm:pt modelId="{7F8F7F1E-851F-4309-8E1B-FAB30919A630}">
      <dgm:prSet phldrT="[文本]" custT="1"/>
      <dgm:spPr/>
      <dgm:t>
        <a:bodyPr/>
        <a:lstStyle/>
        <a:p>
          <a:pPr>
            <a:lnSpc>
              <a:spcPts val="2400"/>
            </a:lnSpc>
            <a:spcBef>
              <a:spcPts val="0"/>
            </a:spcBef>
            <a:spcAft>
              <a:spcPts val="0"/>
            </a:spcAft>
          </a:pPr>
          <a:r>
            <a:rPr lang="zh-CN" altLang="en-US" sz="1600" b="1" dirty="0">
              <a:latin typeface="微软雅黑" panose="020B0503020204020204" pitchFamily="34" charset="-122"/>
              <a:ea typeface="微软雅黑" panose="020B0503020204020204" pitchFamily="34" charset="-122"/>
            </a:rPr>
            <a:t>确保转发 </a:t>
          </a:r>
          <a:r>
            <a:rPr lang="en-US" altLang="en-US" sz="1600" b="1" dirty="0">
              <a:latin typeface="微软雅黑" panose="020B0503020204020204" pitchFamily="34" charset="-122"/>
              <a:ea typeface="微软雅黑" panose="020B0503020204020204" pitchFamily="34" charset="-122"/>
            </a:rPr>
            <a:t>PHB</a:t>
          </a:r>
          <a:endParaRPr lang="zh-CN" altLang="en-US" sz="1600" b="1" dirty="0">
            <a:latin typeface="微软雅黑" panose="020B0503020204020204" pitchFamily="34" charset="-122"/>
            <a:ea typeface="微软雅黑" panose="020B0503020204020204" pitchFamily="34" charset="-122"/>
          </a:endParaRPr>
        </a:p>
      </dgm:t>
    </dgm:pt>
    <dgm:pt modelId="{C5A3FAEC-06FE-4AC2-8D00-31588FF9ED83}" type="parTrans" cxnId="{7127AA3A-023A-43F4-89AA-4833378D8F1F}">
      <dgm:prSet/>
      <dgm:spPr/>
      <dgm:t>
        <a:bodyPr/>
        <a:lstStyle/>
        <a:p>
          <a:pPr>
            <a:lnSpc>
              <a:spcPts val="2400"/>
            </a:lnSpc>
            <a:spcBef>
              <a:spcPts val="0"/>
            </a:spcBef>
            <a:spcAft>
              <a:spcPts val="0"/>
            </a:spcAft>
          </a:pPr>
          <a:endParaRPr lang="zh-CN" altLang="en-US" sz="1200" b="1">
            <a:latin typeface="微软雅黑" panose="020B0503020204020204" pitchFamily="34" charset="-122"/>
            <a:ea typeface="微软雅黑" panose="020B0503020204020204" pitchFamily="34" charset="-122"/>
          </a:endParaRPr>
        </a:p>
      </dgm:t>
    </dgm:pt>
    <dgm:pt modelId="{BD9070B7-6740-4478-9F39-2CE312A84E91}" type="sibTrans" cxnId="{7127AA3A-023A-43F4-89AA-4833378D8F1F}">
      <dgm:prSet/>
      <dgm:spPr/>
      <dgm:t>
        <a:bodyPr/>
        <a:lstStyle/>
        <a:p>
          <a:pPr>
            <a:lnSpc>
              <a:spcPts val="2400"/>
            </a:lnSpc>
            <a:spcBef>
              <a:spcPts val="0"/>
            </a:spcBef>
            <a:spcAft>
              <a:spcPts val="0"/>
            </a:spcAft>
          </a:pPr>
          <a:endParaRPr lang="zh-CN" altLang="en-US" sz="1200" b="1">
            <a:latin typeface="微软雅黑" panose="020B0503020204020204" pitchFamily="34" charset="-122"/>
            <a:ea typeface="微软雅黑" panose="020B0503020204020204" pitchFamily="34" charset="-122"/>
          </a:endParaRPr>
        </a:p>
      </dgm:t>
    </dgm:pt>
    <dgm:pt modelId="{CEFC629F-4DF5-456B-941F-E3D00629F1F9}">
      <dgm:prSet phldrT="[文本]" custT="1"/>
      <dgm:spPr/>
      <dgm:t>
        <a:bodyPr/>
        <a:lstStyle/>
        <a:p>
          <a:pPr>
            <a:lnSpc>
              <a:spcPts val="2400"/>
            </a:lnSpc>
            <a:spcBef>
              <a:spcPts val="0"/>
            </a:spcBef>
            <a:spcAft>
              <a:spcPts val="0"/>
            </a:spcAft>
          </a:pPr>
          <a:r>
            <a:rPr lang="en-US" altLang="en-US" sz="1400" b="1" dirty="0">
              <a:latin typeface="微软雅黑" panose="020B0503020204020204" pitchFamily="34" charset="-122"/>
              <a:ea typeface="微软雅黑" panose="020B0503020204020204" pitchFamily="34" charset="-122"/>
            </a:rPr>
            <a:t>AF PHB (Assured Forwarding PHB)</a:t>
          </a:r>
          <a:r>
            <a:rPr lang="zh-CN" altLang="en-US" sz="1400" b="1" dirty="0">
              <a:latin typeface="微软雅黑" panose="020B0503020204020204" pitchFamily="34" charset="-122"/>
              <a:ea typeface="微软雅黑" panose="020B0503020204020204" pitchFamily="34" charset="-122"/>
            </a:rPr>
            <a:t>。</a:t>
          </a:r>
        </a:p>
      </dgm:t>
    </dgm:pt>
    <dgm:pt modelId="{B5D0CD28-9792-45E2-95A2-93FF3BD61BB0}" type="parTrans" cxnId="{71E03513-72C4-43D0-86FA-2C32FB3AA651}">
      <dgm:prSet/>
      <dgm:spPr/>
      <dgm:t>
        <a:bodyPr/>
        <a:lstStyle/>
        <a:p>
          <a:pPr>
            <a:lnSpc>
              <a:spcPts val="2400"/>
            </a:lnSpc>
            <a:spcBef>
              <a:spcPts val="0"/>
            </a:spcBef>
            <a:spcAft>
              <a:spcPts val="0"/>
            </a:spcAft>
          </a:pPr>
          <a:endParaRPr lang="zh-CN" altLang="en-US" sz="1200" b="1">
            <a:latin typeface="微软雅黑" panose="020B0503020204020204" pitchFamily="34" charset="-122"/>
            <a:ea typeface="微软雅黑" panose="020B0503020204020204" pitchFamily="34" charset="-122"/>
          </a:endParaRPr>
        </a:p>
      </dgm:t>
    </dgm:pt>
    <dgm:pt modelId="{4ACC93EF-8A97-4875-891E-5DED77EA4248}" type="sibTrans" cxnId="{71E03513-72C4-43D0-86FA-2C32FB3AA651}">
      <dgm:prSet/>
      <dgm:spPr/>
      <dgm:t>
        <a:bodyPr/>
        <a:lstStyle/>
        <a:p>
          <a:pPr>
            <a:lnSpc>
              <a:spcPts val="2400"/>
            </a:lnSpc>
            <a:spcBef>
              <a:spcPts val="0"/>
            </a:spcBef>
            <a:spcAft>
              <a:spcPts val="0"/>
            </a:spcAft>
          </a:pPr>
          <a:endParaRPr lang="zh-CN" altLang="en-US" sz="1200" b="1">
            <a:latin typeface="微软雅黑" panose="020B0503020204020204" pitchFamily="34" charset="-122"/>
            <a:ea typeface="微软雅黑" panose="020B0503020204020204" pitchFamily="34" charset="-122"/>
          </a:endParaRPr>
        </a:p>
      </dgm:t>
    </dgm:pt>
    <dgm:pt modelId="{318C2F33-9327-4EF8-9CE1-83B0FE23CC9B}">
      <dgm:prSet phldrT="[文本]" custT="1"/>
      <dgm:spPr/>
      <dgm:t>
        <a:bodyPr/>
        <a:lstStyle/>
        <a:p>
          <a:pPr>
            <a:lnSpc>
              <a:spcPts val="2400"/>
            </a:lnSpc>
            <a:spcBef>
              <a:spcPts val="0"/>
            </a:spcBef>
            <a:spcAft>
              <a:spcPts val="0"/>
            </a:spcAft>
          </a:pPr>
          <a:r>
            <a:rPr lang="zh-CN" altLang="en-US" sz="1400" b="1" dirty="0">
              <a:latin typeface="微软雅黑" panose="020B0503020204020204" pitchFamily="34" charset="-122"/>
              <a:ea typeface="微软雅黑" panose="020B0503020204020204" pitchFamily="34" charset="-122"/>
            </a:rPr>
            <a:t>将通信量划分为</a:t>
          </a:r>
          <a:r>
            <a:rPr lang="zh-CN" altLang="en-US" sz="1400" b="1" dirty="0">
              <a:solidFill>
                <a:srgbClr val="0000FF"/>
              </a:solidFill>
              <a:latin typeface="微软雅黑" panose="020B0503020204020204" pitchFamily="34" charset="-122"/>
              <a:ea typeface="微软雅黑" panose="020B0503020204020204" pitchFamily="34" charset="-122"/>
            </a:rPr>
            <a:t>四个等级</a:t>
          </a:r>
          <a:r>
            <a:rPr lang="zh-CN" altLang="en-US" sz="1400" b="1" dirty="0">
              <a:latin typeface="微软雅黑" panose="020B0503020204020204" pitchFamily="34" charset="-122"/>
              <a:ea typeface="微软雅黑" panose="020B0503020204020204" pitchFamily="34" charset="-122"/>
            </a:rPr>
            <a:t>，给每一种等级提供</a:t>
          </a:r>
          <a:r>
            <a:rPr lang="zh-CN" altLang="en-US" sz="1400" b="1" dirty="0">
              <a:solidFill>
                <a:srgbClr val="0000FF"/>
              </a:solidFill>
              <a:latin typeface="微软雅黑" panose="020B0503020204020204" pitchFamily="34" charset="-122"/>
              <a:ea typeface="微软雅黑" panose="020B0503020204020204" pitchFamily="34" charset="-122"/>
            </a:rPr>
            <a:t>最低数量</a:t>
          </a:r>
          <a:r>
            <a:rPr lang="zh-CN" altLang="en-US" sz="1400" b="1" dirty="0">
              <a:latin typeface="微软雅黑" panose="020B0503020204020204" pitchFamily="34" charset="-122"/>
              <a:ea typeface="微软雅黑" panose="020B0503020204020204" pitchFamily="34" charset="-122"/>
            </a:rPr>
            <a:t>的带宽和缓冲区。</a:t>
          </a:r>
        </a:p>
      </dgm:t>
    </dgm:pt>
    <dgm:pt modelId="{1AFB66B6-FD4C-4E9B-925D-6DA4F26E034C}" type="parTrans" cxnId="{40EB9F4C-476C-49BD-A27E-557FE49BC456}">
      <dgm:prSet/>
      <dgm:spPr/>
      <dgm:t>
        <a:bodyPr/>
        <a:lstStyle/>
        <a:p>
          <a:pPr>
            <a:lnSpc>
              <a:spcPts val="2400"/>
            </a:lnSpc>
            <a:spcBef>
              <a:spcPts val="0"/>
            </a:spcBef>
            <a:spcAft>
              <a:spcPts val="0"/>
            </a:spcAft>
          </a:pPr>
          <a:endParaRPr lang="zh-CN" altLang="en-US" sz="1200" b="1">
            <a:latin typeface="微软雅黑" panose="020B0503020204020204" pitchFamily="34" charset="-122"/>
            <a:ea typeface="微软雅黑" panose="020B0503020204020204" pitchFamily="34" charset="-122"/>
          </a:endParaRPr>
        </a:p>
      </dgm:t>
    </dgm:pt>
    <dgm:pt modelId="{63A9FEF4-A703-4D4E-B5A8-EF5227CE27BE}" type="sibTrans" cxnId="{40EB9F4C-476C-49BD-A27E-557FE49BC456}">
      <dgm:prSet/>
      <dgm:spPr/>
      <dgm:t>
        <a:bodyPr/>
        <a:lstStyle/>
        <a:p>
          <a:pPr>
            <a:lnSpc>
              <a:spcPts val="2400"/>
            </a:lnSpc>
            <a:spcBef>
              <a:spcPts val="0"/>
            </a:spcBef>
            <a:spcAft>
              <a:spcPts val="0"/>
            </a:spcAft>
          </a:pPr>
          <a:endParaRPr lang="zh-CN" altLang="en-US" sz="1200" b="1">
            <a:latin typeface="微软雅黑" panose="020B0503020204020204" pitchFamily="34" charset="-122"/>
            <a:ea typeface="微软雅黑" panose="020B0503020204020204" pitchFamily="34" charset="-122"/>
          </a:endParaRPr>
        </a:p>
      </dgm:t>
    </dgm:pt>
    <dgm:pt modelId="{639EB764-3517-4BF1-8C5D-5C719B42F3A6}">
      <dgm:prSet phldrT="[文本]" custT="1"/>
      <dgm:spPr/>
      <dgm:t>
        <a:bodyPr/>
        <a:lstStyle/>
        <a:p>
          <a:pPr>
            <a:lnSpc>
              <a:spcPts val="2400"/>
            </a:lnSpc>
            <a:spcBef>
              <a:spcPts val="0"/>
            </a:spcBef>
            <a:spcAft>
              <a:spcPts val="0"/>
            </a:spcAft>
          </a:pPr>
          <a:r>
            <a:rPr lang="zh-CN" altLang="en-US" sz="1400" b="1" dirty="0">
              <a:latin typeface="微软雅黑" panose="020B0503020204020204" pitchFamily="34" charset="-122"/>
              <a:ea typeface="微软雅黑" panose="020B0503020204020204" pitchFamily="34" charset="-122"/>
            </a:rPr>
            <a:t>离开路由器的通信量的数据率必须</a:t>
          </a:r>
          <a:r>
            <a:rPr lang="zh-CN" altLang="en-US" sz="1400" b="1" dirty="0">
              <a:solidFill>
                <a:srgbClr val="0000FF"/>
              </a:solidFill>
              <a:latin typeface="微软雅黑" panose="020B0503020204020204" pitchFamily="34" charset="-122"/>
              <a:ea typeface="微软雅黑" panose="020B0503020204020204" pitchFamily="34" charset="-122"/>
            </a:rPr>
            <a:t>等于或大于</a:t>
          </a:r>
          <a:r>
            <a:rPr lang="zh-CN" altLang="en-US" sz="1400" b="1" dirty="0">
              <a:latin typeface="微软雅黑" panose="020B0503020204020204" pitchFamily="34" charset="-122"/>
              <a:ea typeface="微软雅黑" panose="020B0503020204020204" pitchFamily="34" charset="-122"/>
            </a:rPr>
            <a:t>某一数值。</a:t>
          </a:r>
        </a:p>
      </dgm:t>
    </dgm:pt>
    <dgm:pt modelId="{E139A98C-F2E5-4523-8458-7609E8856CF3}" type="parTrans" cxnId="{56897D62-BEC6-4A0C-9C67-6EDDE266A204}">
      <dgm:prSet/>
      <dgm:spPr/>
      <dgm:t>
        <a:bodyPr/>
        <a:lstStyle/>
        <a:p>
          <a:pPr>
            <a:lnSpc>
              <a:spcPts val="2400"/>
            </a:lnSpc>
            <a:spcBef>
              <a:spcPts val="0"/>
            </a:spcBef>
            <a:spcAft>
              <a:spcPts val="0"/>
            </a:spcAft>
          </a:pPr>
          <a:endParaRPr lang="zh-CN" altLang="en-US" sz="1200"/>
        </a:p>
      </dgm:t>
    </dgm:pt>
    <dgm:pt modelId="{C07CF4F1-101F-41AD-B2F2-9B181802EBBD}" type="sibTrans" cxnId="{56897D62-BEC6-4A0C-9C67-6EDDE266A204}">
      <dgm:prSet/>
      <dgm:spPr/>
      <dgm:t>
        <a:bodyPr/>
        <a:lstStyle/>
        <a:p>
          <a:pPr>
            <a:lnSpc>
              <a:spcPts val="2400"/>
            </a:lnSpc>
            <a:spcBef>
              <a:spcPts val="0"/>
            </a:spcBef>
            <a:spcAft>
              <a:spcPts val="0"/>
            </a:spcAft>
          </a:pPr>
          <a:endParaRPr lang="zh-CN" altLang="en-US" sz="1200"/>
        </a:p>
      </dgm:t>
    </dgm:pt>
    <dgm:pt modelId="{4A928DB5-94A1-41F7-BD44-0DBB267E728A}">
      <dgm:prSet phldrT="[文本]" custT="1"/>
      <dgm:spPr/>
      <dgm:t>
        <a:bodyPr/>
        <a:lstStyle/>
        <a:p>
          <a:pPr>
            <a:lnSpc>
              <a:spcPts val="2400"/>
            </a:lnSpc>
            <a:spcBef>
              <a:spcPts val="0"/>
            </a:spcBef>
            <a:spcAft>
              <a:spcPts val="0"/>
            </a:spcAft>
          </a:pPr>
          <a:r>
            <a:rPr lang="zh-CN" altLang="en-US" sz="1400" b="1" dirty="0">
              <a:latin typeface="微软雅黑" panose="020B0503020204020204" pitchFamily="34" charset="-122"/>
              <a:ea typeface="微软雅黑" panose="020B0503020204020204" pitchFamily="34" charset="-122"/>
            </a:rPr>
            <a:t>用来构造通过 </a:t>
          </a:r>
          <a:r>
            <a:rPr lang="en-US" altLang="en-US" sz="1400" b="1" dirty="0">
              <a:latin typeface="微软雅黑" panose="020B0503020204020204" pitchFamily="34" charset="-122"/>
              <a:ea typeface="微软雅黑" panose="020B0503020204020204" pitchFamily="34" charset="-122"/>
            </a:rPr>
            <a:t>DS </a:t>
          </a:r>
          <a:r>
            <a:rPr lang="zh-CN" altLang="en-US" sz="1400" b="1" dirty="0">
              <a:latin typeface="微软雅黑" panose="020B0503020204020204" pitchFamily="34" charset="-122"/>
              <a:ea typeface="微软雅黑" panose="020B0503020204020204" pitchFamily="34" charset="-122"/>
            </a:rPr>
            <a:t>域的低丢失率、低时延、低时延抖动、确保带宽的端到端服务（即不排队或很少排队）。</a:t>
          </a:r>
        </a:p>
      </dgm:t>
    </dgm:pt>
    <dgm:pt modelId="{00688BAC-D865-482B-8EF0-064818FB499F}" type="parTrans" cxnId="{CC915BF3-3309-4A96-A25D-81FD197AC4BD}">
      <dgm:prSet/>
      <dgm:spPr/>
      <dgm:t>
        <a:bodyPr/>
        <a:lstStyle/>
        <a:p>
          <a:pPr>
            <a:lnSpc>
              <a:spcPts val="2400"/>
            </a:lnSpc>
            <a:spcBef>
              <a:spcPts val="0"/>
            </a:spcBef>
            <a:spcAft>
              <a:spcPts val="0"/>
            </a:spcAft>
          </a:pPr>
          <a:endParaRPr lang="zh-CN" altLang="en-US" sz="1200"/>
        </a:p>
      </dgm:t>
    </dgm:pt>
    <dgm:pt modelId="{21978812-193A-42EB-9A3E-0057A2E58A4F}" type="sibTrans" cxnId="{CC915BF3-3309-4A96-A25D-81FD197AC4BD}">
      <dgm:prSet/>
      <dgm:spPr/>
      <dgm:t>
        <a:bodyPr/>
        <a:lstStyle/>
        <a:p>
          <a:pPr>
            <a:lnSpc>
              <a:spcPts val="2400"/>
            </a:lnSpc>
            <a:spcBef>
              <a:spcPts val="0"/>
            </a:spcBef>
            <a:spcAft>
              <a:spcPts val="0"/>
            </a:spcAft>
          </a:pPr>
          <a:endParaRPr lang="zh-CN" altLang="en-US" sz="1200"/>
        </a:p>
      </dgm:t>
    </dgm:pt>
    <dgm:pt modelId="{D6173F75-3EAF-4351-907C-2BE08DC3D38B}">
      <dgm:prSet phldrT="[文本]" custT="1"/>
      <dgm:spPr/>
      <dgm:t>
        <a:bodyPr/>
        <a:lstStyle/>
        <a:p>
          <a:pPr>
            <a:lnSpc>
              <a:spcPts val="2400"/>
            </a:lnSpc>
            <a:spcBef>
              <a:spcPts val="0"/>
            </a:spcBef>
            <a:spcAft>
              <a:spcPts val="0"/>
            </a:spcAft>
          </a:pPr>
          <a:r>
            <a:rPr lang="zh-CN" altLang="en-US" sz="1400" b="1" dirty="0">
              <a:latin typeface="微软雅黑" panose="020B0503020204020204" pitchFamily="34" charset="-122"/>
              <a:ea typeface="微软雅黑" panose="020B0503020204020204" pitchFamily="34" charset="-122"/>
            </a:rPr>
            <a:t>这种服务对端点来说像点对点连接或虚拟租用线，又称为 </a:t>
          </a:r>
          <a:r>
            <a:rPr lang="en-US" altLang="en-US" sz="1400" b="1" dirty="0">
              <a:latin typeface="微软雅黑" panose="020B0503020204020204" pitchFamily="34" charset="-122"/>
              <a:ea typeface="微软雅黑" panose="020B0503020204020204" pitchFamily="34" charset="-122"/>
            </a:rPr>
            <a:t>Premium</a:t>
          </a:r>
          <a:r>
            <a:rPr lang="zh-CN" altLang="en-US" sz="1400" b="1" dirty="0">
              <a:latin typeface="微软雅黑" panose="020B0503020204020204" pitchFamily="34" charset="-122"/>
              <a:ea typeface="微软雅黑" panose="020B0503020204020204" pitchFamily="34" charset="-122"/>
            </a:rPr>
            <a:t>（优质）服务。</a:t>
          </a:r>
        </a:p>
      </dgm:t>
    </dgm:pt>
    <dgm:pt modelId="{45426620-A597-4457-AC7F-1BD3522B9622}" type="parTrans" cxnId="{9381CFD1-52AD-48B9-BA98-6DC060CA3A39}">
      <dgm:prSet/>
      <dgm:spPr/>
      <dgm:t>
        <a:bodyPr/>
        <a:lstStyle/>
        <a:p>
          <a:pPr>
            <a:lnSpc>
              <a:spcPts val="2400"/>
            </a:lnSpc>
            <a:spcBef>
              <a:spcPts val="0"/>
            </a:spcBef>
            <a:spcAft>
              <a:spcPts val="0"/>
            </a:spcAft>
          </a:pPr>
          <a:endParaRPr lang="zh-CN" altLang="en-US" sz="1400"/>
        </a:p>
      </dgm:t>
    </dgm:pt>
    <dgm:pt modelId="{40D4AC11-C9CA-4974-B814-9EABAF50E0D4}" type="sibTrans" cxnId="{9381CFD1-52AD-48B9-BA98-6DC060CA3A39}">
      <dgm:prSet/>
      <dgm:spPr/>
      <dgm:t>
        <a:bodyPr/>
        <a:lstStyle/>
        <a:p>
          <a:pPr>
            <a:lnSpc>
              <a:spcPts val="2400"/>
            </a:lnSpc>
            <a:spcBef>
              <a:spcPts val="0"/>
            </a:spcBef>
            <a:spcAft>
              <a:spcPts val="0"/>
            </a:spcAft>
          </a:pPr>
          <a:endParaRPr lang="zh-CN" altLang="en-US" sz="1400"/>
        </a:p>
      </dgm:t>
    </dgm:pt>
    <dgm:pt modelId="{04DFDD78-8A15-4BD0-858A-0B50CAAD5F75}">
      <dgm:prSet custT="1"/>
      <dgm:spPr/>
      <dgm:t>
        <a:bodyPr/>
        <a:lstStyle/>
        <a:p>
          <a:pPr>
            <a:lnSpc>
              <a:spcPts val="2400"/>
            </a:lnSpc>
            <a:spcBef>
              <a:spcPts val="0"/>
            </a:spcBef>
            <a:spcAft>
              <a:spcPts val="0"/>
            </a:spcAft>
          </a:pPr>
          <a:r>
            <a:rPr lang="zh-CN" altLang="en-US" sz="1400" b="1" dirty="0">
              <a:latin typeface="微软雅黑" panose="020B0503020204020204" pitchFamily="34" charset="-122"/>
              <a:ea typeface="微软雅黑" panose="020B0503020204020204" pitchFamily="34" charset="-122"/>
            </a:rPr>
            <a:t>对于其中的每一个等级</a:t>
          </a:r>
          <a:r>
            <a:rPr lang="zh-CN" altLang="en-US" sz="1400" b="1" dirty="0">
              <a:solidFill>
                <a:srgbClr val="0000FF"/>
              </a:solidFill>
              <a:latin typeface="微软雅黑" panose="020B0503020204020204" pitchFamily="34" charset="-122"/>
              <a:ea typeface="微软雅黑" panose="020B0503020204020204" pitchFamily="34" charset="-122"/>
            </a:rPr>
            <a:t>再划分出三个“丢弃优先级” </a:t>
          </a:r>
          <a:r>
            <a:rPr lang="zh-CN" altLang="en-US" sz="1400" b="1" dirty="0">
              <a:latin typeface="微软雅黑" panose="020B0503020204020204" pitchFamily="34" charset="-122"/>
              <a:ea typeface="微软雅黑" panose="020B0503020204020204" pitchFamily="34" charset="-122"/>
            </a:rPr>
            <a:t>。当发生网络拥塞时，对于每一个等级的 </a:t>
          </a:r>
          <a:r>
            <a:rPr lang="en-US" altLang="en-US" sz="1400" b="1" dirty="0">
              <a:latin typeface="微软雅黑" panose="020B0503020204020204" pitchFamily="34" charset="-122"/>
              <a:ea typeface="微软雅黑" panose="020B0503020204020204" pitchFamily="34" charset="-122"/>
            </a:rPr>
            <a:t>AF</a:t>
          </a:r>
          <a:r>
            <a:rPr lang="zh-CN" altLang="en-US" sz="1400" b="1" dirty="0">
              <a:latin typeface="微软雅黑" panose="020B0503020204020204" pitchFamily="34" charset="-122"/>
              <a:ea typeface="微软雅黑" panose="020B0503020204020204" pitchFamily="34" charset="-122"/>
            </a:rPr>
            <a:t>，路由器首先丢弃“丢弃优先级”较高的分组。</a:t>
          </a:r>
        </a:p>
      </dgm:t>
    </dgm:pt>
    <dgm:pt modelId="{57CE4FC3-DBB5-4FD9-9C3C-8CA313477EA4}" type="parTrans" cxnId="{0D728548-EFF4-44A2-8971-A6DBFA9DA144}">
      <dgm:prSet/>
      <dgm:spPr/>
      <dgm:t>
        <a:bodyPr/>
        <a:lstStyle/>
        <a:p>
          <a:pPr>
            <a:lnSpc>
              <a:spcPts val="2400"/>
            </a:lnSpc>
            <a:spcBef>
              <a:spcPts val="0"/>
            </a:spcBef>
            <a:spcAft>
              <a:spcPts val="0"/>
            </a:spcAft>
          </a:pPr>
          <a:endParaRPr lang="zh-CN" altLang="en-US" sz="1600"/>
        </a:p>
      </dgm:t>
    </dgm:pt>
    <dgm:pt modelId="{667F958F-1160-4355-A7E7-94AA7F8C2516}" type="sibTrans" cxnId="{0D728548-EFF4-44A2-8971-A6DBFA9DA144}">
      <dgm:prSet/>
      <dgm:spPr/>
      <dgm:t>
        <a:bodyPr/>
        <a:lstStyle/>
        <a:p>
          <a:pPr>
            <a:lnSpc>
              <a:spcPts val="2400"/>
            </a:lnSpc>
            <a:spcBef>
              <a:spcPts val="0"/>
            </a:spcBef>
            <a:spcAft>
              <a:spcPts val="0"/>
            </a:spcAft>
          </a:pPr>
          <a:endParaRPr lang="zh-CN" altLang="en-US" sz="1600"/>
        </a:p>
      </dgm:t>
    </dgm:pt>
    <dgm:pt modelId="{8A81C3A0-60D0-4A09-8350-C615DAAD72A8}" type="pres">
      <dgm:prSet presAssocID="{7F52BF93-D6EE-4740-AD78-25E3EC69E731}" presName="Name0" presStyleCnt="0">
        <dgm:presLayoutVars>
          <dgm:dir/>
          <dgm:animLvl val="lvl"/>
          <dgm:resizeHandles val="exact"/>
        </dgm:presLayoutVars>
      </dgm:prSet>
      <dgm:spPr/>
    </dgm:pt>
    <dgm:pt modelId="{9093870F-DE11-4D8B-AE94-042045217BA5}" type="pres">
      <dgm:prSet presAssocID="{2D60C2BA-FA76-4EF7-B3D5-42C862287F9B}" presName="composite" presStyleCnt="0"/>
      <dgm:spPr/>
    </dgm:pt>
    <dgm:pt modelId="{D0C0CB7E-6136-4635-9AC0-112BB9B4E5E2}" type="pres">
      <dgm:prSet presAssocID="{2D60C2BA-FA76-4EF7-B3D5-42C862287F9B}" presName="parTx" presStyleLbl="alignNode1" presStyleIdx="0" presStyleCnt="2">
        <dgm:presLayoutVars>
          <dgm:chMax val="0"/>
          <dgm:chPref val="0"/>
          <dgm:bulletEnabled val="1"/>
        </dgm:presLayoutVars>
      </dgm:prSet>
      <dgm:spPr/>
    </dgm:pt>
    <dgm:pt modelId="{7183134A-D480-4461-B7E8-C77A4B90A760}" type="pres">
      <dgm:prSet presAssocID="{2D60C2BA-FA76-4EF7-B3D5-42C862287F9B}" presName="desTx" presStyleLbl="alignAccFollowNode1" presStyleIdx="0" presStyleCnt="2">
        <dgm:presLayoutVars>
          <dgm:bulletEnabled val="1"/>
        </dgm:presLayoutVars>
      </dgm:prSet>
      <dgm:spPr/>
    </dgm:pt>
    <dgm:pt modelId="{9653826E-8716-4543-96DB-23B2B74200E0}" type="pres">
      <dgm:prSet presAssocID="{CACDB2E7-EB03-4714-A421-1297E59EC43C}" presName="space" presStyleCnt="0"/>
      <dgm:spPr/>
    </dgm:pt>
    <dgm:pt modelId="{22DC2BC9-4243-4BCC-A3A5-ED618683B0DB}" type="pres">
      <dgm:prSet presAssocID="{7F8F7F1E-851F-4309-8E1B-FAB30919A630}" presName="composite" presStyleCnt="0"/>
      <dgm:spPr/>
    </dgm:pt>
    <dgm:pt modelId="{0DFD9E3B-76A2-4F5F-BD45-38491603F53F}" type="pres">
      <dgm:prSet presAssocID="{7F8F7F1E-851F-4309-8E1B-FAB30919A630}" presName="parTx" presStyleLbl="alignNode1" presStyleIdx="1" presStyleCnt="2">
        <dgm:presLayoutVars>
          <dgm:chMax val="0"/>
          <dgm:chPref val="0"/>
          <dgm:bulletEnabled val="1"/>
        </dgm:presLayoutVars>
      </dgm:prSet>
      <dgm:spPr/>
    </dgm:pt>
    <dgm:pt modelId="{3B74DCCB-75E6-4983-B2F9-E8BC2554D25B}" type="pres">
      <dgm:prSet presAssocID="{7F8F7F1E-851F-4309-8E1B-FAB30919A630}" presName="desTx" presStyleLbl="alignAccFollowNode1" presStyleIdx="1" presStyleCnt="2">
        <dgm:presLayoutVars>
          <dgm:bulletEnabled val="1"/>
        </dgm:presLayoutVars>
      </dgm:prSet>
      <dgm:spPr/>
    </dgm:pt>
  </dgm:ptLst>
  <dgm:cxnLst>
    <dgm:cxn modelId="{71E03513-72C4-43D0-86FA-2C32FB3AA651}" srcId="{7F8F7F1E-851F-4309-8E1B-FAB30919A630}" destId="{CEFC629F-4DF5-456B-941F-E3D00629F1F9}" srcOrd="0" destOrd="0" parTransId="{B5D0CD28-9792-45E2-95A2-93FF3BD61BB0}" sibTransId="{4ACC93EF-8A97-4875-891E-5DED77EA4248}"/>
    <dgm:cxn modelId="{AFD40214-E57F-4C63-B05F-400DD47473D8}" type="presOf" srcId="{CEFC629F-4DF5-456B-941F-E3D00629F1F9}" destId="{3B74DCCB-75E6-4983-B2F9-E8BC2554D25B}" srcOrd="0" destOrd="0" presId="urn:microsoft.com/office/officeart/2005/8/layout/hList1"/>
    <dgm:cxn modelId="{7A99FC1B-D7B7-44EB-94D4-1CA3D376F1D0}" type="presOf" srcId="{D6173F75-3EAF-4351-907C-2BE08DC3D38B}" destId="{7183134A-D480-4461-B7E8-C77A4B90A760}" srcOrd="0" destOrd="3" presId="urn:microsoft.com/office/officeart/2005/8/layout/hList1"/>
    <dgm:cxn modelId="{9A4FC323-A576-490C-B8BC-5C93F63B0FC4}" type="presOf" srcId="{04DFDD78-8A15-4BD0-858A-0B50CAAD5F75}" destId="{3B74DCCB-75E6-4983-B2F9-E8BC2554D25B}" srcOrd="0" destOrd="2" presId="urn:microsoft.com/office/officeart/2005/8/layout/hList1"/>
    <dgm:cxn modelId="{68746C35-BAF3-42A1-881E-5839CAF0D466}" type="presOf" srcId="{53A28961-1191-4568-9E33-32FBC2D07A98}" destId="{7183134A-D480-4461-B7E8-C77A4B90A760}" srcOrd="0" destOrd="0" presId="urn:microsoft.com/office/officeart/2005/8/layout/hList1"/>
    <dgm:cxn modelId="{82876737-ECC7-4EE3-8F5E-A051C32CDF7C}" type="presOf" srcId="{2D60C2BA-FA76-4EF7-B3D5-42C862287F9B}" destId="{D0C0CB7E-6136-4635-9AC0-112BB9B4E5E2}" srcOrd="0" destOrd="0" presId="urn:microsoft.com/office/officeart/2005/8/layout/hList1"/>
    <dgm:cxn modelId="{7127AA3A-023A-43F4-89AA-4833378D8F1F}" srcId="{7F52BF93-D6EE-4740-AD78-25E3EC69E731}" destId="{7F8F7F1E-851F-4309-8E1B-FAB30919A630}" srcOrd="1" destOrd="0" parTransId="{C5A3FAEC-06FE-4AC2-8D00-31588FF9ED83}" sibTransId="{BD9070B7-6740-4478-9F39-2CE312A84E91}"/>
    <dgm:cxn modelId="{56897D62-BEC6-4A0C-9C67-6EDDE266A204}" srcId="{2D60C2BA-FA76-4EF7-B3D5-42C862287F9B}" destId="{639EB764-3517-4BF1-8C5D-5C719B42F3A6}" srcOrd="1" destOrd="0" parTransId="{E139A98C-F2E5-4523-8458-7609E8856CF3}" sibTransId="{C07CF4F1-101F-41AD-B2F2-9B181802EBBD}"/>
    <dgm:cxn modelId="{0D728548-EFF4-44A2-8971-A6DBFA9DA144}" srcId="{7F8F7F1E-851F-4309-8E1B-FAB30919A630}" destId="{04DFDD78-8A15-4BD0-858A-0B50CAAD5F75}" srcOrd="2" destOrd="0" parTransId="{57CE4FC3-DBB5-4FD9-9C3C-8CA313477EA4}" sibTransId="{667F958F-1160-4355-A7E7-94AA7F8C2516}"/>
    <dgm:cxn modelId="{40EB9F4C-476C-49BD-A27E-557FE49BC456}" srcId="{7F8F7F1E-851F-4309-8E1B-FAB30919A630}" destId="{318C2F33-9327-4EF8-9CE1-83B0FE23CC9B}" srcOrd="1" destOrd="0" parTransId="{1AFB66B6-FD4C-4E9B-925D-6DA4F26E034C}" sibTransId="{63A9FEF4-A703-4D4E-B5A8-EF5227CE27BE}"/>
    <dgm:cxn modelId="{F4AF077D-F9DB-4D70-9AB8-BEA6EBD68558}" type="presOf" srcId="{7F8F7F1E-851F-4309-8E1B-FAB30919A630}" destId="{0DFD9E3B-76A2-4F5F-BD45-38491603F53F}" srcOrd="0" destOrd="0" presId="urn:microsoft.com/office/officeart/2005/8/layout/hList1"/>
    <dgm:cxn modelId="{03DCADA4-23EF-4FAE-B31E-B83657C73936}" type="presOf" srcId="{7F52BF93-D6EE-4740-AD78-25E3EC69E731}" destId="{8A81C3A0-60D0-4A09-8350-C615DAAD72A8}" srcOrd="0" destOrd="0" presId="urn:microsoft.com/office/officeart/2005/8/layout/hList1"/>
    <dgm:cxn modelId="{16A75BAF-BC7C-41A8-8532-11A1BF2E3992}" srcId="{7F52BF93-D6EE-4740-AD78-25E3EC69E731}" destId="{2D60C2BA-FA76-4EF7-B3D5-42C862287F9B}" srcOrd="0" destOrd="0" parTransId="{7B7BED97-E213-44AA-AD3A-BB9686685F67}" sibTransId="{CACDB2E7-EB03-4714-A421-1297E59EC43C}"/>
    <dgm:cxn modelId="{8D9C5FB0-6688-4CFB-8B07-66C5FA8033DE}" type="presOf" srcId="{639EB764-3517-4BF1-8C5D-5C719B42F3A6}" destId="{7183134A-D480-4461-B7E8-C77A4B90A760}" srcOrd="0" destOrd="1" presId="urn:microsoft.com/office/officeart/2005/8/layout/hList1"/>
    <dgm:cxn modelId="{78B521C0-46A8-4EA0-B202-4C304AD5D886}" type="presOf" srcId="{318C2F33-9327-4EF8-9CE1-83B0FE23CC9B}" destId="{3B74DCCB-75E6-4983-B2F9-E8BC2554D25B}" srcOrd="0" destOrd="1" presId="urn:microsoft.com/office/officeart/2005/8/layout/hList1"/>
    <dgm:cxn modelId="{F80F39C5-4369-4D88-BFE3-60B68242C4DF}" type="presOf" srcId="{4A928DB5-94A1-41F7-BD44-0DBB267E728A}" destId="{7183134A-D480-4461-B7E8-C77A4B90A760}" srcOrd="0" destOrd="2" presId="urn:microsoft.com/office/officeart/2005/8/layout/hList1"/>
    <dgm:cxn modelId="{FF4676C7-66E7-45C5-8A1F-33D0DF2F18E7}" srcId="{2D60C2BA-FA76-4EF7-B3D5-42C862287F9B}" destId="{53A28961-1191-4568-9E33-32FBC2D07A98}" srcOrd="0" destOrd="0" parTransId="{ACCE000D-1BA1-46DA-A0C4-B6BE0434ED53}" sibTransId="{410CF133-9EB5-4AEF-8F00-64E85ADA1DDB}"/>
    <dgm:cxn modelId="{9381CFD1-52AD-48B9-BA98-6DC060CA3A39}" srcId="{2D60C2BA-FA76-4EF7-B3D5-42C862287F9B}" destId="{D6173F75-3EAF-4351-907C-2BE08DC3D38B}" srcOrd="3" destOrd="0" parTransId="{45426620-A597-4457-AC7F-1BD3522B9622}" sibTransId="{40D4AC11-C9CA-4974-B814-9EABAF50E0D4}"/>
    <dgm:cxn modelId="{CC915BF3-3309-4A96-A25D-81FD197AC4BD}" srcId="{2D60C2BA-FA76-4EF7-B3D5-42C862287F9B}" destId="{4A928DB5-94A1-41F7-BD44-0DBB267E728A}" srcOrd="2" destOrd="0" parTransId="{00688BAC-D865-482B-8EF0-064818FB499F}" sibTransId="{21978812-193A-42EB-9A3E-0057A2E58A4F}"/>
    <dgm:cxn modelId="{EFB1127D-6157-471A-BC53-D44BB6E7BAFE}" type="presParOf" srcId="{8A81C3A0-60D0-4A09-8350-C615DAAD72A8}" destId="{9093870F-DE11-4D8B-AE94-042045217BA5}" srcOrd="0" destOrd="0" presId="urn:microsoft.com/office/officeart/2005/8/layout/hList1"/>
    <dgm:cxn modelId="{F33EB6C2-40C2-40F4-84CA-DCC334B06874}" type="presParOf" srcId="{9093870F-DE11-4D8B-AE94-042045217BA5}" destId="{D0C0CB7E-6136-4635-9AC0-112BB9B4E5E2}" srcOrd="0" destOrd="0" presId="urn:microsoft.com/office/officeart/2005/8/layout/hList1"/>
    <dgm:cxn modelId="{C9C16CA6-19BE-4900-92F8-6A98A6F86C59}" type="presParOf" srcId="{9093870F-DE11-4D8B-AE94-042045217BA5}" destId="{7183134A-D480-4461-B7E8-C77A4B90A760}" srcOrd="1" destOrd="0" presId="urn:microsoft.com/office/officeart/2005/8/layout/hList1"/>
    <dgm:cxn modelId="{ACA56D85-0426-4EF2-BFB8-97969EB27DC2}" type="presParOf" srcId="{8A81C3A0-60D0-4A09-8350-C615DAAD72A8}" destId="{9653826E-8716-4543-96DB-23B2B74200E0}" srcOrd="1" destOrd="0" presId="urn:microsoft.com/office/officeart/2005/8/layout/hList1"/>
    <dgm:cxn modelId="{C7A35610-B2FA-4D03-83AB-EDE104D8177B}" type="presParOf" srcId="{8A81C3A0-60D0-4A09-8350-C615DAAD72A8}" destId="{22DC2BC9-4243-4BCC-A3A5-ED618683B0DB}" srcOrd="2" destOrd="0" presId="urn:microsoft.com/office/officeart/2005/8/layout/hList1"/>
    <dgm:cxn modelId="{E94308E9-F841-4200-9783-5D7880A65890}" type="presParOf" srcId="{22DC2BC9-4243-4BCC-A3A5-ED618683B0DB}" destId="{0DFD9E3B-76A2-4F5F-BD45-38491603F53F}" srcOrd="0" destOrd="0" presId="urn:microsoft.com/office/officeart/2005/8/layout/hList1"/>
    <dgm:cxn modelId="{54B6071F-F8FE-44C7-BB3B-96EE3F76C1E7}" type="presParOf" srcId="{22DC2BC9-4243-4BCC-A3A5-ED618683B0DB}" destId="{3B74DCCB-75E6-4983-B2F9-E8BC2554D25B}"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CA20801-F352-434C-8293-8F2818AFDE5B}">
      <dsp:nvSpPr>
        <dsp:cNvPr id="0" name=""/>
        <dsp:cNvSpPr/>
      </dsp:nvSpPr>
      <dsp:spPr>
        <a:xfrm>
          <a:off x="36" y="10305"/>
          <a:ext cx="3480866" cy="10080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内部网关协议 </a:t>
          </a:r>
          <a:r>
            <a:rPr lang="en-US" altLang="en-US" sz="2000" b="1" kern="1200" dirty="0">
              <a:latin typeface="微软雅黑" panose="020B0503020204020204" pitchFamily="34" charset="-122"/>
              <a:ea typeface="微软雅黑" panose="020B0503020204020204" pitchFamily="34" charset="-122"/>
            </a:rPr>
            <a:t>IGP </a:t>
          </a:r>
          <a:endParaRPr lang="zh-CN" altLang="en-US" sz="2000" b="1" kern="1200" dirty="0">
            <a:latin typeface="微软雅黑" panose="020B0503020204020204" pitchFamily="34" charset="-122"/>
            <a:ea typeface="微软雅黑" panose="020B0503020204020204" pitchFamily="34" charset="-122"/>
          </a:endParaRPr>
        </a:p>
      </dsp:txBody>
      <dsp:txXfrm>
        <a:off x="36" y="10305"/>
        <a:ext cx="3480866" cy="1008000"/>
      </dsp:txXfrm>
    </dsp:sp>
    <dsp:sp modelId="{19FF7ECD-B0E8-443E-8703-812623A25DE9}">
      <dsp:nvSpPr>
        <dsp:cNvPr id="0" name=""/>
        <dsp:cNvSpPr/>
      </dsp:nvSpPr>
      <dsp:spPr>
        <a:xfrm>
          <a:off x="36" y="1018305"/>
          <a:ext cx="3480866" cy="1825425"/>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US" altLang="en-US" sz="1800" b="1" kern="1200" dirty="0">
              <a:latin typeface="微软雅黑" panose="020B0503020204020204" pitchFamily="34" charset="-122"/>
              <a:ea typeface="微软雅黑" panose="020B0503020204020204" pitchFamily="34" charset="-122"/>
            </a:rPr>
            <a:t>Interior Gateway Protocol</a:t>
          </a:r>
          <a:endParaRPr lang="zh-CN" altLang="en-US" sz="1800" b="1" kern="1200" dirty="0">
            <a:latin typeface="微软雅黑" panose="020B0503020204020204" pitchFamily="34" charset="-122"/>
            <a:ea typeface="微软雅黑" panose="020B0503020204020204" pitchFamily="34" charset="-122"/>
          </a:endParaRP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在一个自治系统内部使用的路由协议</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常用：</a:t>
          </a:r>
          <a:r>
            <a:rPr lang="en-US" altLang="en-US" sz="1800" b="1" kern="1200" dirty="0">
              <a:latin typeface="微软雅黑" panose="020B0503020204020204" pitchFamily="34" charset="-122"/>
              <a:ea typeface="微软雅黑" panose="020B0503020204020204" pitchFamily="34" charset="-122"/>
            </a:rPr>
            <a:t>RIP</a:t>
          </a:r>
          <a:r>
            <a:rPr lang="zh-CN" altLang="en-US" sz="1800" b="1" kern="1200" dirty="0">
              <a:latin typeface="微软雅黑" panose="020B0503020204020204" pitchFamily="34" charset="-122"/>
              <a:ea typeface="微软雅黑" panose="020B0503020204020204" pitchFamily="34" charset="-122"/>
            </a:rPr>
            <a:t>，</a:t>
          </a:r>
          <a:r>
            <a:rPr lang="en-US" altLang="en-US" sz="1800" b="1" kern="1200" dirty="0">
              <a:latin typeface="微软雅黑" panose="020B0503020204020204" pitchFamily="34" charset="-122"/>
              <a:ea typeface="微软雅黑" panose="020B0503020204020204" pitchFamily="34" charset="-122"/>
            </a:rPr>
            <a:t>OSPF</a:t>
          </a:r>
          <a:endParaRPr lang="zh-CN" altLang="en-US" sz="1800" b="1" kern="1200" dirty="0">
            <a:latin typeface="微软雅黑" panose="020B0503020204020204" pitchFamily="34" charset="-122"/>
            <a:ea typeface="微软雅黑" panose="020B0503020204020204" pitchFamily="34" charset="-122"/>
          </a:endParaRPr>
        </a:p>
      </dsp:txBody>
      <dsp:txXfrm>
        <a:off x="36" y="1018305"/>
        <a:ext cx="3480866" cy="1825425"/>
      </dsp:txXfrm>
    </dsp:sp>
    <dsp:sp modelId="{2075194E-504D-46FF-9735-28FB3A1952A0}">
      <dsp:nvSpPr>
        <dsp:cNvPr id="0" name=""/>
        <dsp:cNvSpPr/>
      </dsp:nvSpPr>
      <dsp:spPr>
        <a:xfrm>
          <a:off x="3968224" y="10305"/>
          <a:ext cx="3480866" cy="1008000"/>
        </a:xfrm>
        <a:prstGeom prst="rect">
          <a:avLst/>
        </a:prstGeom>
        <a:solidFill>
          <a:schemeClr val="accent2">
            <a:hueOff val="4681519"/>
            <a:satOff val="-5839"/>
            <a:lumOff val="1373"/>
            <a:alphaOff val="0"/>
          </a:schemeClr>
        </a:solidFill>
        <a:ln w="25400" cap="flat" cmpd="sng" algn="ctr">
          <a:solidFill>
            <a:schemeClr val="accent2">
              <a:hueOff val="4681519"/>
              <a:satOff val="-5839"/>
              <a:lumOff val="1373"/>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solidFill>
                <a:srgbClr val="0000FF"/>
              </a:solidFill>
              <a:latin typeface="微软雅黑" panose="020B0503020204020204" pitchFamily="34" charset="-122"/>
              <a:ea typeface="微软雅黑" panose="020B0503020204020204" pitchFamily="34" charset="-122"/>
            </a:rPr>
            <a:t>外部网关协议 </a:t>
          </a:r>
          <a:r>
            <a:rPr lang="en-US" altLang="en-US" sz="2000" b="1" kern="1200" dirty="0">
              <a:solidFill>
                <a:srgbClr val="0000FF"/>
              </a:solidFill>
              <a:latin typeface="微软雅黑" panose="020B0503020204020204" pitchFamily="34" charset="-122"/>
              <a:ea typeface="微软雅黑" panose="020B0503020204020204" pitchFamily="34" charset="-122"/>
            </a:rPr>
            <a:t>EGP </a:t>
          </a:r>
          <a:endParaRPr lang="zh-CN" altLang="en-US" sz="2000" b="1" kern="1200" dirty="0">
            <a:solidFill>
              <a:srgbClr val="0000FF"/>
            </a:solidFill>
            <a:latin typeface="微软雅黑" panose="020B0503020204020204" pitchFamily="34" charset="-122"/>
            <a:ea typeface="微软雅黑" panose="020B0503020204020204" pitchFamily="34" charset="-122"/>
          </a:endParaRPr>
        </a:p>
      </dsp:txBody>
      <dsp:txXfrm>
        <a:off x="3968224" y="10305"/>
        <a:ext cx="3480866" cy="1008000"/>
      </dsp:txXfrm>
    </dsp:sp>
    <dsp:sp modelId="{4CDFFC38-F27C-472E-A2F4-B6BCE3ADBC7B}">
      <dsp:nvSpPr>
        <dsp:cNvPr id="0" name=""/>
        <dsp:cNvSpPr/>
      </dsp:nvSpPr>
      <dsp:spPr>
        <a:xfrm>
          <a:off x="3968224" y="1018305"/>
          <a:ext cx="3480866" cy="1825425"/>
        </a:xfrm>
        <a:prstGeom prst="rect">
          <a:avLst/>
        </a:prstGeom>
        <a:solidFill>
          <a:schemeClr val="accent2">
            <a:tint val="40000"/>
            <a:alpha val="90000"/>
            <a:hueOff val="5025821"/>
            <a:satOff val="-4378"/>
            <a:lumOff val="-6"/>
            <a:alphaOff val="0"/>
          </a:schemeClr>
        </a:solidFill>
        <a:ln w="25400" cap="flat" cmpd="sng" algn="ctr">
          <a:solidFill>
            <a:schemeClr val="accent2">
              <a:tint val="40000"/>
              <a:alpha val="90000"/>
              <a:hueOff val="5025821"/>
              <a:satOff val="-4378"/>
              <a:lumOff val="-6"/>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n-US" altLang="en-US" sz="1800" b="1" kern="1200" dirty="0">
              <a:latin typeface="微软雅黑" panose="020B0503020204020204" pitchFamily="34" charset="-122"/>
              <a:ea typeface="微软雅黑" panose="020B0503020204020204" pitchFamily="34" charset="-122"/>
            </a:rPr>
            <a:t>External Gateway Protocol</a:t>
          </a:r>
          <a:endParaRPr lang="zh-CN" altLang="en-US" sz="1800" b="1" kern="1200" dirty="0">
            <a:latin typeface="微软雅黑" panose="020B0503020204020204" pitchFamily="34" charset="-122"/>
            <a:ea typeface="微软雅黑" panose="020B0503020204020204" pitchFamily="34" charset="-122"/>
          </a:endParaRP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在不同自治系统之间进行路由时使用的协议</a:t>
          </a:r>
        </a:p>
        <a:p>
          <a:pPr marL="171450" lvl="1" indent="-171450" algn="l" defTabSz="800100">
            <a:lnSpc>
              <a:spcPct val="90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使用最多：</a:t>
          </a:r>
          <a:r>
            <a:rPr lang="en-US" altLang="en-US" sz="1800" b="1" kern="1200" dirty="0">
              <a:latin typeface="微软雅黑" panose="020B0503020204020204" pitchFamily="34" charset="-122"/>
              <a:ea typeface="微软雅黑" panose="020B0503020204020204" pitchFamily="34" charset="-122"/>
            </a:rPr>
            <a:t>BGP-4</a:t>
          </a:r>
          <a:endParaRPr lang="zh-CN" altLang="en-US" sz="1800" b="1" kern="1200" dirty="0">
            <a:latin typeface="微软雅黑" panose="020B0503020204020204" pitchFamily="34" charset="-122"/>
            <a:ea typeface="微软雅黑" panose="020B0503020204020204" pitchFamily="34" charset="-122"/>
          </a:endParaRPr>
        </a:p>
      </dsp:txBody>
      <dsp:txXfrm>
        <a:off x="3968224" y="1018305"/>
        <a:ext cx="3480866" cy="182542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7CCF3B-B980-4744-A098-51E164BAF300}">
      <dsp:nvSpPr>
        <dsp:cNvPr id="0" name=""/>
        <dsp:cNvSpPr/>
      </dsp:nvSpPr>
      <dsp:spPr>
        <a:xfrm rot="5400000">
          <a:off x="-139479" y="143104"/>
          <a:ext cx="929862" cy="650903"/>
        </a:xfrm>
        <a:prstGeom prst="chevron">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1</a:t>
          </a:r>
          <a:endParaRPr lang="zh-CN" altLang="en-US" sz="1600" b="1" kern="1200" dirty="0">
            <a:latin typeface="微软雅黑" panose="020B0503020204020204" pitchFamily="34" charset="-122"/>
            <a:ea typeface="微软雅黑" panose="020B0503020204020204" pitchFamily="34" charset="-122"/>
          </a:endParaRPr>
        </a:p>
      </dsp:txBody>
      <dsp:txXfrm rot="-5400000">
        <a:off x="1" y="329077"/>
        <a:ext cx="650903" cy="278959"/>
      </dsp:txXfrm>
    </dsp:sp>
    <dsp:sp modelId="{967F5469-8640-4696-BE0A-D179F4D13586}">
      <dsp:nvSpPr>
        <dsp:cNvPr id="0" name=""/>
        <dsp:cNvSpPr/>
      </dsp:nvSpPr>
      <dsp:spPr>
        <a:xfrm rot="5400000">
          <a:off x="3454396" y="-2799867"/>
          <a:ext cx="604728" cy="6211714"/>
        </a:xfrm>
        <a:prstGeom prst="round2SameRect">
          <a:avLst/>
        </a:prstGeom>
        <a:solidFill>
          <a:schemeClr val="lt1">
            <a:alpha val="9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选择本地偏好 </a:t>
          </a:r>
          <a:r>
            <a:rPr lang="en-US" altLang="en-US" sz="1600" b="1" kern="1200" dirty="0">
              <a:latin typeface="微软雅黑" panose="020B0503020204020204" pitchFamily="34" charset="-122"/>
              <a:ea typeface="微软雅黑" panose="020B0503020204020204" pitchFamily="34" charset="-122"/>
            </a:rPr>
            <a:t>(local preference) </a:t>
          </a:r>
          <a:r>
            <a:rPr lang="zh-CN" altLang="en-US" sz="1600" b="1" kern="1200" dirty="0">
              <a:latin typeface="微软雅黑" panose="020B0503020204020204" pitchFamily="34" charset="-122"/>
              <a:ea typeface="微软雅黑" panose="020B0503020204020204" pitchFamily="34" charset="-122"/>
            </a:rPr>
            <a:t>值最高的路由</a:t>
          </a:r>
        </a:p>
      </dsp:txBody>
      <dsp:txXfrm rot="-5400000">
        <a:off x="650903" y="33146"/>
        <a:ext cx="6182194" cy="545688"/>
      </dsp:txXfrm>
    </dsp:sp>
    <dsp:sp modelId="{1C1FCDAF-0D65-4A39-A0AC-A9D03E334517}">
      <dsp:nvSpPr>
        <dsp:cNvPr id="0" name=""/>
        <dsp:cNvSpPr/>
      </dsp:nvSpPr>
      <dsp:spPr>
        <a:xfrm rot="5400000">
          <a:off x="-139479" y="920625"/>
          <a:ext cx="929862" cy="650903"/>
        </a:xfrm>
        <a:prstGeom prst="chevron">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2</a:t>
          </a:r>
          <a:endParaRPr lang="zh-CN" altLang="en-US" sz="1600" b="1" kern="1200" dirty="0">
            <a:latin typeface="微软雅黑" panose="020B0503020204020204" pitchFamily="34" charset="-122"/>
            <a:ea typeface="微软雅黑" panose="020B0503020204020204" pitchFamily="34" charset="-122"/>
          </a:endParaRPr>
        </a:p>
      </dsp:txBody>
      <dsp:txXfrm rot="-5400000">
        <a:off x="1" y="1106598"/>
        <a:ext cx="650903" cy="278959"/>
      </dsp:txXfrm>
    </dsp:sp>
    <dsp:sp modelId="{7FDDCB89-19F3-4537-A956-66DB05444287}">
      <dsp:nvSpPr>
        <dsp:cNvPr id="0" name=""/>
        <dsp:cNvSpPr/>
      </dsp:nvSpPr>
      <dsp:spPr>
        <a:xfrm rot="5400000">
          <a:off x="3454555" y="-2022505"/>
          <a:ext cx="604410" cy="6211714"/>
        </a:xfrm>
        <a:prstGeom prst="round2SameRect">
          <a:avLst/>
        </a:prstGeom>
        <a:solidFill>
          <a:schemeClr val="lt1">
            <a:alpha val="90000"/>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选择具有 </a:t>
          </a:r>
          <a:r>
            <a:rPr lang="en-US" altLang="en-US" sz="1600" b="1" kern="1200" dirty="0">
              <a:latin typeface="微软雅黑" panose="020B0503020204020204" pitchFamily="34" charset="-122"/>
              <a:ea typeface="微软雅黑" panose="020B0503020204020204" pitchFamily="34" charset="-122"/>
            </a:rPr>
            <a:t>AS </a:t>
          </a:r>
          <a:r>
            <a:rPr lang="zh-CN" altLang="en-US" sz="1600" b="1" kern="1200" dirty="0">
              <a:latin typeface="微软雅黑" panose="020B0503020204020204" pitchFamily="34" charset="-122"/>
              <a:ea typeface="微软雅黑" panose="020B0503020204020204" pitchFamily="34" charset="-122"/>
            </a:rPr>
            <a:t>跳数最少的路由</a:t>
          </a:r>
        </a:p>
      </dsp:txBody>
      <dsp:txXfrm rot="-5400000">
        <a:off x="650904" y="810651"/>
        <a:ext cx="6182209" cy="545400"/>
      </dsp:txXfrm>
    </dsp:sp>
    <dsp:sp modelId="{061776BC-E55D-472E-AA38-6C4CA9431466}">
      <dsp:nvSpPr>
        <dsp:cNvPr id="0" name=""/>
        <dsp:cNvSpPr/>
      </dsp:nvSpPr>
      <dsp:spPr>
        <a:xfrm rot="5400000">
          <a:off x="-139479" y="1698145"/>
          <a:ext cx="929862" cy="650903"/>
        </a:xfrm>
        <a:prstGeom prst="chevron">
          <a:avLst/>
        </a:prstGeom>
        <a:solidFill>
          <a:schemeClr val="accent4">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3</a:t>
          </a:r>
          <a:endParaRPr lang="zh-CN" altLang="en-US" sz="1600" b="1" kern="1200" dirty="0">
            <a:latin typeface="微软雅黑" panose="020B0503020204020204" pitchFamily="34" charset="-122"/>
            <a:ea typeface="微软雅黑" panose="020B0503020204020204" pitchFamily="34" charset="-122"/>
          </a:endParaRPr>
        </a:p>
      </dsp:txBody>
      <dsp:txXfrm rot="-5400000">
        <a:off x="1" y="1884118"/>
        <a:ext cx="650903" cy="278959"/>
      </dsp:txXfrm>
    </dsp:sp>
    <dsp:sp modelId="{24E43028-DB82-414F-9136-AA94D471AC5C}">
      <dsp:nvSpPr>
        <dsp:cNvPr id="0" name=""/>
        <dsp:cNvSpPr/>
      </dsp:nvSpPr>
      <dsp:spPr>
        <a:xfrm rot="5400000">
          <a:off x="3454555" y="-1244985"/>
          <a:ext cx="604410" cy="6211714"/>
        </a:xfrm>
        <a:prstGeom prst="round2SameRect">
          <a:avLst/>
        </a:prstGeom>
        <a:solidFill>
          <a:schemeClr val="lt1">
            <a:alpha val="90000"/>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使用热土豆路由算法（使分组尽快从本 </a:t>
          </a:r>
          <a:r>
            <a:rPr lang="en-US" altLang="zh-CN" sz="1600" b="1" kern="1200" dirty="0">
              <a:latin typeface="微软雅黑" panose="020B0503020204020204" pitchFamily="34" charset="-122"/>
              <a:ea typeface="微软雅黑" panose="020B0503020204020204" pitchFamily="34" charset="-122"/>
            </a:rPr>
            <a:t>AS </a:t>
          </a:r>
          <a:r>
            <a:rPr lang="zh-CN" altLang="en-US" sz="1600" b="1" kern="1200" dirty="0">
              <a:latin typeface="微软雅黑" panose="020B0503020204020204" pitchFamily="34" charset="-122"/>
              <a:ea typeface="微软雅黑" panose="020B0503020204020204" pitchFamily="34" charset="-122"/>
            </a:rPr>
            <a:t>转发出去）</a:t>
          </a:r>
        </a:p>
      </dsp:txBody>
      <dsp:txXfrm rot="-5400000">
        <a:off x="650904" y="1588171"/>
        <a:ext cx="6182209" cy="545400"/>
      </dsp:txXfrm>
    </dsp:sp>
    <dsp:sp modelId="{AC9695CB-865B-4694-A98D-9F8EAB741670}">
      <dsp:nvSpPr>
        <dsp:cNvPr id="0" name=""/>
        <dsp:cNvSpPr/>
      </dsp:nvSpPr>
      <dsp:spPr>
        <a:xfrm rot="5400000">
          <a:off x="-139479" y="2475666"/>
          <a:ext cx="929862" cy="650903"/>
        </a:xfrm>
        <a:prstGeom prst="chevron">
          <a:avLst/>
        </a:prstGeom>
        <a:solidFill>
          <a:schemeClr val="accent5">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4</a:t>
          </a:r>
          <a:endParaRPr lang="zh-CN" altLang="en-US" sz="1600" b="1" kern="1200" dirty="0">
            <a:latin typeface="微软雅黑" panose="020B0503020204020204" pitchFamily="34" charset="-122"/>
            <a:ea typeface="微软雅黑" panose="020B0503020204020204" pitchFamily="34" charset="-122"/>
          </a:endParaRPr>
        </a:p>
      </dsp:txBody>
      <dsp:txXfrm rot="-5400000">
        <a:off x="1" y="2661639"/>
        <a:ext cx="650903" cy="278959"/>
      </dsp:txXfrm>
    </dsp:sp>
    <dsp:sp modelId="{0B7E51AB-E203-4D88-91EC-23BBEBF68989}">
      <dsp:nvSpPr>
        <dsp:cNvPr id="0" name=""/>
        <dsp:cNvSpPr/>
      </dsp:nvSpPr>
      <dsp:spPr>
        <a:xfrm rot="5400000">
          <a:off x="3454555" y="-467464"/>
          <a:ext cx="604410" cy="6211714"/>
        </a:xfrm>
        <a:prstGeom prst="round2SameRect">
          <a:avLst/>
        </a:prstGeom>
        <a:solidFill>
          <a:schemeClr val="lt1">
            <a:alpha val="90000"/>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路由器 </a:t>
          </a:r>
          <a:r>
            <a:rPr lang="en-US" altLang="en-US" sz="1600" b="1" kern="1200" dirty="0">
              <a:latin typeface="微软雅黑" panose="020B0503020204020204" pitchFamily="34" charset="-122"/>
              <a:ea typeface="微软雅黑" panose="020B0503020204020204" pitchFamily="34" charset="-122"/>
            </a:rPr>
            <a:t>BGP </a:t>
          </a:r>
          <a:r>
            <a:rPr lang="en-US" altLang="zh-CN" sz="1600" b="1" kern="1200" dirty="0">
              <a:latin typeface="微软雅黑" panose="020B0503020204020204" pitchFamily="34" charset="-122"/>
              <a:ea typeface="微软雅黑" panose="020B0503020204020204" pitchFamily="34" charset="-122"/>
            </a:rPr>
            <a:t>ID </a:t>
          </a:r>
          <a:r>
            <a:rPr lang="zh-CN" altLang="en-US" sz="1600" b="1" kern="1200" dirty="0">
              <a:latin typeface="微软雅黑" panose="020B0503020204020204" pitchFamily="34" charset="-122"/>
              <a:ea typeface="微软雅黑" panose="020B0503020204020204" pitchFamily="34" charset="-122"/>
            </a:rPr>
            <a:t>数值最小的路由。具有多个接口的路由器有多个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a:t>
          </a:r>
          <a:r>
            <a:rPr lang="en-US" altLang="en-US" sz="1600" b="1" kern="1200" dirty="0">
              <a:latin typeface="微软雅黑" panose="020B0503020204020204" pitchFamily="34" charset="-122"/>
              <a:ea typeface="微软雅黑" panose="020B0503020204020204" pitchFamily="34" charset="-122"/>
            </a:rPr>
            <a:t>BGP ID </a:t>
          </a:r>
          <a:r>
            <a:rPr lang="zh-CN" altLang="en-US" sz="1600" b="1" kern="1200" dirty="0">
              <a:latin typeface="微软雅黑" panose="020B0503020204020204" pitchFamily="34" charset="-122"/>
              <a:ea typeface="微软雅黑" panose="020B0503020204020204" pitchFamily="34" charset="-122"/>
            </a:rPr>
            <a:t>就使用该路由器的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地址中数值最大的一个。</a:t>
          </a:r>
        </a:p>
      </dsp:txBody>
      <dsp:txXfrm rot="-5400000">
        <a:off x="650904" y="2365692"/>
        <a:ext cx="6182209" cy="545400"/>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7CCF3B-B980-4744-A098-51E164BAF300}">
      <dsp:nvSpPr>
        <dsp:cNvPr id="0" name=""/>
        <dsp:cNvSpPr/>
      </dsp:nvSpPr>
      <dsp:spPr>
        <a:xfrm rot="5400000">
          <a:off x="-139479" y="143104"/>
          <a:ext cx="929862" cy="650903"/>
        </a:xfrm>
        <a:prstGeom prst="chevron">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1</a:t>
          </a:r>
          <a:endParaRPr lang="zh-CN" altLang="en-US" sz="1600" b="1" kern="1200" dirty="0">
            <a:latin typeface="微软雅黑" panose="020B0503020204020204" pitchFamily="34" charset="-122"/>
            <a:ea typeface="微软雅黑" panose="020B0503020204020204" pitchFamily="34" charset="-122"/>
          </a:endParaRPr>
        </a:p>
      </dsp:txBody>
      <dsp:txXfrm rot="-5400000">
        <a:off x="1" y="329077"/>
        <a:ext cx="650903" cy="278959"/>
      </dsp:txXfrm>
    </dsp:sp>
    <dsp:sp modelId="{967F5469-8640-4696-BE0A-D179F4D13586}">
      <dsp:nvSpPr>
        <dsp:cNvPr id="0" name=""/>
        <dsp:cNvSpPr/>
      </dsp:nvSpPr>
      <dsp:spPr>
        <a:xfrm rot="5400000">
          <a:off x="3454396" y="-2799867"/>
          <a:ext cx="604728" cy="6211714"/>
        </a:xfrm>
        <a:prstGeom prst="round2SameRect">
          <a:avLst/>
        </a:prstGeom>
        <a:solidFill>
          <a:schemeClr val="lt1">
            <a:alpha val="9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选择本地偏好 </a:t>
          </a:r>
          <a:r>
            <a:rPr lang="en-US" altLang="en-US" sz="1600" b="1" kern="1200" dirty="0">
              <a:latin typeface="微软雅黑" panose="020B0503020204020204" pitchFamily="34" charset="-122"/>
              <a:ea typeface="微软雅黑" panose="020B0503020204020204" pitchFamily="34" charset="-122"/>
            </a:rPr>
            <a:t>(local preference) </a:t>
          </a:r>
          <a:r>
            <a:rPr lang="zh-CN" altLang="en-US" sz="1600" b="1" kern="1200" dirty="0">
              <a:latin typeface="微软雅黑" panose="020B0503020204020204" pitchFamily="34" charset="-122"/>
              <a:ea typeface="微软雅黑" panose="020B0503020204020204" pitchFamily="34" charset="-122"/>
            </a:rPr>
            <a:t>值最高的路由</a:t>
          </a:r>
        </a:p>
      </dsp:txBody>
      <dsp:txXfrm rot="-5400000">
        <a:off x="650903" y="33146"/>
        <a:ext cx="6182194" cy="545688"/>
      </dsp:txXfrm>
    </dsp:sp>
    <dsp:sp modelId="{1C1FCDAF-0D65-4A39-A0AC-A9D03E334517}">
      <dsp:nvSpPr>
        <dsp:cNvPr id="0" name=""/>
        <dsp:cNvSpPr/>
      </dsp:nvSpPr>
      <dsp:spPr>
        <a:xfrm rot="5400000">
          <a:off x="-139479" y="920625"/>
          <a:ext cx="929862" cy="650903"/>
        </a:xfrm>
        <a:prstGeom prst="chevron">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2</a:t>
          </a:r>
          <a:endParaRPr lang="zh-CN" altLang="en-US" sz="1600" b="1" kern="1200" dirty="0">
            <a:latin typeface="微软雅黑" panose="020B0503020204020204" pitchFamily="34" charset="-122"/>
            <a:ea typeface="微软雅黑" panose="020B0503020204020204" pitchFamily="34" charset="-122"/>
          </a:endParaRPr>
        </a:p>
      </dsp:txBody>
      <dsp:txXfrm rot="-5400000">
        <a:off x="1" y="1106598"/>
        <a:ext cx="650903" cy="278959"/>
      </dsp:txXfrm>
    </dsp:sp>
    <dsp:sp modelId="{7FDDCB89-19F3-4537-A956-66DB05444287}">
      <dsp:nvSpPr>
        <dsp:cNvPr id="0" name=""/>
        <dsp:cNvSpPr/>
      </dsp:nvSpPr>
      <dsp:spPr>
        <a:xfrm rot="5400000">
          <a:off x="3454555" y="-2022505"/>
          <a:ext cx="604410" cy="6211714"/>
        </a:xfrm>
        <a:prstGeom prst="round2SameRect">
          <a:avLst/>
        </a:prstGeom>
        <a:solidFill>
          <a:schemeClr val="lt1">
            <a:alpha val="90000"/>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选择具有 </a:t>
          </a:r>
          <a:r>
            <a:rPr lang="en-US" altLang="en-US" sz="1600" b="1" kern="1200" dirty="0">
              <a:latin typeface="微软雅黑" panose="020B0503020204020204" pitchFamily="34" charset="-122"/>
              <a:ea typeface="微软雅黑" panose="020B0503020204020204" pitchFamily="34" charset="-122"/>
            </a:rPr>
            <a:t>AS </a:t>
          </a:r>
          <a:r>
            <a:rPr lang="zh-CN" altLang="en-US" sz="1600" b="1" kern="1200" dirty="0">
              <a:latin typeface="微软雅黑" panose="020B0503020204020204" pitchFamily="34" charset="-122"/>
              <a:ea typeface="微软雅黑" panose="020B0503020204020204" pitchFamily="34" charset="-122"/>
            </a:rPr>
            <a:t>跳数最少的路由</a:t>
          </a:r>
        </a:p>
      </dsp:txBody>
      <dsp:txXfrm rot="-5400000">
        <a:off x="650904" y="810651"/>
        <a:ext cx="6182209" cy="545400"/>
      </dsp:txXfrm>
    </dsp:sp>
    <dsp:sp modelId="{061776BC-E55D-472E-AA38-6C4CA9431466}">
      <dsp:nvSpPr>
        <dsp:cNvPr id="0" name=""/>
        <dsp:cNvSpPr/>
      </dsp:nvSpPr>
      <dsp:spPr>
        <a:xfrm rot="5400000">
          <a:off x="-139479" y="1698145"/>
          <a:ext cx="929862" cy="650903"/>
        </a:xfrm>
        <a:prstGeom prst="chevron">
          <a:avLst/>
        </a:prstGeom>
        <a:solidFill>
          <a:schemeClr val="accent4">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3</a:t>
          </a:r>
          <a:endParaRPr lang="zh-CN" altLang="en-US" sz="1600" b="1" kern="1200" dirty="0">
            <a:latin typeface="微软雅黑" panose="020B0503020204020204" pitchFamily="34" charset="-122"/>
            <a:ea typeface="微软雅黑" panose="020B0503020204020204" pitchFamily="34" charset="-122"/>
          </a:endParaRPr>
        </a:p>
      </dsp:txBody>
      <dsp:txXfrm rot="-5400000">
        <a:off x="1" y="1884118"/>
        <a:ext cx="650903" cy="278959"/>
      </dsp:txXfrm>
    </dsp:sp>
    <dsp:sp modelId="{24E43028-DB82-414F-9136-AA94D471AC5C}">
      <dsp:nvSpPr>
        <dsp:cNvPr id="0" name=""/>
        <dsp:cNvSpPr/>
      </dsp:nvSpPr>
      <dsp:spPr>
        <a:xfrm rot="5400000">
          <a:off x="3454555" y="-1244985"/>
          <a:ext cx="604410" cy="6211714"/>
        </a:xfrm>
        <a:prstGeom prst="round2SameRect">
          <a:avLst/>
        </a:prstGeom>
        <a:solidFill>
          <a:schemeClr val="lt1">
            <a:alpha val="90000"/>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使用热土豆路由算法（使分组尽快从本 </a:t>
          </a:r>
          <a:r>
            <a:rPr lang="en-US" altLang="zh-CN" sz="1600" b="1" kern="1200" dirty="0">
              <a:latin typeface="微软雅黑" panose="020B0503020204020204" pitchFamily="34" charset="-122"/>
              <a:ea typeface="微软雅黑" panose="020B0503020204020204" pitchFamily="34" charset="-122"/>
            </a:rPr>
            <a:t>AS </a:t>
          </a:r>
          <a:r>
            <a:rPr lang="zh-CN" altLang="en-US" sz="1600" b="1" kern="1200" dirty="0">
              <a:latin typeface="微软雅黑" panose="020B0503020204020204" pitchFamily="34" charset="-122"/>
              <a:ea typeface="微软雅黑" panose="020B0503020204020204" pitchFamily="34" charset="-122"/>
            </a:rPr>
            <a:t>转发出去）</a:t>
          </a:r>
        </a:p>
      </dsp:txBody>
      <dsp:txXfrm rot="-5400000">
        <a:off x="650904" y="1588171"/>
        <a:ext cx="6182209" cy="545400"/>
      </dsp:txXfrm>
    </dsp:sp>
    <dsp:sp modelId="{AC9695CB-865B-4694-A98D-9F8EAB741670}">
      <dsp:nvSpPr>
        <dsp:cNvPr id="0" name=""/>
        <dsp:cNvSpPr/>
      </dsp:nvSpPr>
      <dsp:spPr>
        <a:xfrm rot="5400000">
          <a:off x="-139479" y="2475666"/>
          <a:ext cx="929862" cy="650903"/>
        </a:xfrm>
        <a:prstGeom prst="chevron">
          <a:avLst/>
        </a:prstGeom>
        <a:solidFill>
          <a:schemeClr val="accent5">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4</a:t>
          </a:r>
          <a:endParaRPr lang="zh-CN" altLang="en-US" sz="1600" b="1" kern="1200" dirty="0">
            <a:latin typeface="微软雅黑" panose="020B0503020204020204" pitchFamily="34" charset="-122"/>
            <a:ea typeface="微软雅黑" panose="020B0503020204020204" pitchFamily="34" charset="-122"/>
          </a:endParaRPr>
        </a:p>
      </dsp:txBody>
      <dsp:txXfrm rot="-5400000">
        <a:off x="1" y="2661639"/>
        <a:ext cx="650903" cy="278959"/>
      </dsp:txXfrm>
    </dsp:sp>
    <dsp:sp modelId="{0B7E51AB-E203-4D88-91EC-23BBEBF68989}">
      <dsp:nvSpPr>
        <dsp:cNvPr id="0" name=""/>
        <dsp:cNvSpPr/>
      </dsp:nvSpPr>
      <dsp:spPr>
        <a:xfrm rot="5400000">
          <a:off x="3454555" y="-467464"/>
          <a:ext cx="604410" cy="6211714"/>
        </a:xfrm>
        <a:prstGeom prst="round2SameRect">
          <a:avLst/>
        </a:prstGeom>
        <a:solidFill>
          <a:schemeClr val="lt1">
            <a:alpha val="90000"/>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路由器 </a:t>
          </a:r>
          <a:r>
            <a:rPr lang="en-US" altLang="en-US" sz="1600" b="1" kern="1200" dirty="0">
              <a:latin typeface="微软雅黑" panose="020B0503020204020204" pitchFamily="34" charset="-122"/>
              <a:ea typeface="微软雅黑" panose="020B0503020204020204" pitchFamily="34" charset="-122"/>
            </a:rPr>
            <a:t>BGP </a:t>
          </a:r>
          <a:r>
            <a:rPr lang="en-US" altLang="zh-CN" sz="1600" b="1" kern="1200" dirty="0">
              <a:latin typeface="微软雅黑" panose="020B0503020204020204" pitchFamily="34" charset="-122"/>
              <a:ea typeface="微软雅黑" panose="020B0503020204020204" pitchFamily="34" charset="-122"/>
            </a:rPr>
            <a:t>ID </a:t>
          </a:r>
          <a:r>
            <a:rPr lang="zh-CN" altLang="en-US" sz="1600" b="1" kern="1200" dirty="0">
              <a:latin typeface="微软雅黑" panose="020B0503020204020204" pitchFamily="34" charset="-122"/>
              <a:ea typeface="微软雅黑" panose="020B0503020204020204" pitchFamily="34" charset="-122"/>
            </a:rPr>
            <a:t>数值最小的路由。具有多个接口的路由器有多个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a:t>
          </a:r>
          <a:r>
            <a:rPr lang="en-US" altLang="en-US" sz="1600" b="1" kern="1200" dirty="0">
              <a:latin typeface="微软雅黑" panose="020B0503020204020204" pitchFamily="34" charset="-122"/>
              <a:ea typeface="微软雅黑" panose="020B0503020204020204" pitchFamily="34" charset="-122"/>
            </a:rPr>
            <a:t>BGP ID </a:t>
          </a:r>
          <a:r>
            <a:rPr lang="zh-CN" altLang="en-US" sz="1600" b="1" kern="1200" dirty="0">
              <a:latin typeface="微软雅黑" panose="020B0503020204020204" pitchFamily="34" charset="-122"/>
              <a:ea typeface="微软雅黑" panose="020B0503020204020204" pitchFamily="34" charset="-122"/>
            </a:rPr>
            <a:t>就使用该路由器的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地址中数值最大的一个。</a:t>
          </a:r>
        </a:p>
      </dsp:txBody>
      <dsp:txXfrm rot="-5400000">
        <a:off x="650904" y="2365692"/>
        <a:ext cx="6182209" cy="545400"/>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7CCF3B-B980-4744-A098-51E164BAF300}">
      <dsp:nvSpPr>
        <dsp:cNvPr id="0" name=""/>
        <dsp:cNvSpPr/>
      </dsp:nvSpPr>
      <dsp:spPr>
        <a:xfrm rot="5400000">
          <a:off x="-139479" y="143104"/>
          <a:ext cx="929862" cy="650903"/>
        </a:xfrm>
        <a:prstGeom prst="chevron">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1</a:t>
          </a:r>
          <a:endParaRPr lang="zh-CN" altLang="en-US" sz="1600" b="1" kern="1200" dirty="0">
            <a:latin typeface="微软雅黑" panose="020B0503020204020204" pitchFamily="34" charset="-122"/>
            <a:ea typeface="微软雅黑" panose="020B0503020204020204" pitchFamily="34" charset="-122"/>
          </a:endParaRPr>
        </a:p>
      </dsp:txBody>
      <dsp:txXfrm rot="-5400000">
        <a:off x="1" y="329077"/>
        <a:ext cx="650903" cy="278959"/>
      </dsp:txXfrm>
    </dsp:sp>
    <dsp:sp modelId="{967F5469-8640-4696-BE0A-D179F4D13586}">
      <dsp:nvSpPr>
        <dsp:cNvPr id="0" name=""/>
        <dsp:cNvSpPr/>
      </dsp:nvSpPr>
      <dsp:spPr>
        <a:xfrm rot="5400000">
          <a:off x="3454396" y="-2799867"/>
          <a:ext cx="604728" cy="6211714"/>
        </a:xfrm>
        <a:prstGeom prst="round2SameRect">
          <a:avLst/>
        </a:prstGeom>
        <a:solidFill>
          <a:schemeClr val="lt1">
            <a:alpha val="9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选择本地偏好 </a:t>
          </a:r>
          <a:r>
            <a:rPr lang="en-US" altLang="en-US" sz="1600" b="1" kern="1200" dirty="0">
              <a:latin typeface="微软雅黑" panose="020B0503020204020204" pitchFamily="34" charset="-122"/>
              <a:ea typeface="微软雅黑" panose="020B0503020204020204" pitchFamily="34" charset="-122"/>
            </a:rPr>
            <a:t>(local preference) </a:t>
          </a:r>
          <a:r>
            <a:rPr lang="zh-CN" altLang="en-US" sz="1600" b="1" kern="1200" dirty="0">
              <a:latin typeface="微软雅黑" panose="020B0503020204020204" pitchFamily="34" charset="-122"/>
              <a:ea typeface="微软雅黑" panose="020B0503020204020204" pitchFamily="34" charset="-122"/>
            </a:rPr>
            <a:t>值最高的路由</a:t>
          </a:r>
        </a:p>
      </dsp:txBody>
      <dsp:txXfrm rot="-5400000">
        <a:off x="650903" y="33146"/>
        <a:ext cx="6182194" cy="545688"/>
      </dsp:txXfrm>
    </dsp:sp>
    <dsp:sp modelId="{1C1FCDAF-0D65-4A39-A0AC-A9D03E334517}">
      <dsp:nvSpPr>
        <dsp:cNvPr id="0" name=""/>
        <dsp:cNvSpPr/>
      </dsp:nvSpPr>
      <dsp:spPr>
        <a:xfrm rot="5400000">
          <a:off x="-139479" y="920625"/>
          <a:ext cx="929862" cy="650903"/>
        </a:xfrm>
        <a:prstGeom prst="chevron">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2</a:t>
          </a:r>
          <a:endParaRPr lang="zh-CN" altLang="en-US" sz="1600" b="1" kern="1200" dirty="0">
            <a:latin typeface="微软雅黑" panose="020B0503020204020204" pitchFamily="34" charset="-122"/>
            <a:ea typeface="微软雅黑" panose="020B0503020204020204" pitchFamily="34" charset="-122"/>
          </a:endParaRPr>
        </a:p>
      </dsp:txBody>
      <dsp:txXfrm rot="-5400000">
        <a:off x="1" y="1106598"/>
        <a:ext cx="650903" cy="278959"/>
      </dsp:txXfrm>
    </dsp:sp>
    <dsp:sp modelId="{7FDDCB89-19F3-4537-A956-66DB05444287}">
      <dsp:nvSpPr>
        <dsp:cNvPr id="0" name=""/>
        <dsp:cNvSpPr/>
      </dsp:nvSpPr>
      <dsp:spPr>
        <a:xfrm rot="5400000">
          <a:off x="3454555" y="-2022505"/>
          <a:ext cx="604410" cy="6211714"/>
        </a:xfrm>
        <a:prstGeom prst="round2SameRect">
          <a:avLst/>
        </a:prstGeom>
        <a:solidFill>
          <a:schemeClr val="lt1">
            <a:alpha val="90000"/>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选择具有 </a:t>
          </a:r>
          <a:r>
            <a:rPr lang="en-US" altLang="en-US" sz="1600" b="1" kern="1200" dirty="0">
              <a:latin typeface="微软雅黑" panose="020B0503020204020204" pitchFamily="34" charset="-122"/>
              <a:ea typeface="微软雅黑" panose="020B0503020204020204" pitchFamily="34" charset="-122"/>
            </a:rPr>
            <a:t>AS </a:t>
          </a:r>
          <a:r>
            <a:rPr lang="zh-CN" altLang="en-US" sz="1600" b="1" kern="1200" dirty="0">
              <a:latin typeface="微软雅黑" panose="020B0503020204020204" pitchFamily="34" charset="-122"/>
              <a:ea typeface="微软雅黑" panose="020B0503020204020204" pitchFamily="34" charset="-122"/>
            </a:rPr>
            <a:t>跳数最少的路由</a:t>
          </a:r>
        </a:p>
      </dsp:txBody>
      <dsp:txXfrm rot="-5400000">
        <a:off x="650904" y="810651"/>
        <a:ext cx="6182209" cy="545400"/>
      </dsp:txXfrm>
    </dsp:sp>
    <dsp:sp modelId="{061776BC-E55D-472E-AA38-6C4CA9431466}">
      <dsp:nvSpPr>
        <dsp:cNvPr id="0" name=""/>
        <dsp:cNvSpPr/>
      </dsp:nvSpPr>
      <dsp:spPr>
        <a:xfrm rot="5400000">
          <a:off x="-139479" y="1698145"/>
          <a:ext cx="929862" cy="650903"/>
        </a:xfrm>
        <a:prstGeom prst="chevron">
          <a:avLst/>
        </a:prstGeom>
        <a:solidFill>
          <a:schemeClr val="accent4">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3</a:t>
          </a:r>
          <a:endParaRPr lang="zh-CN" altLang="en-US" sz="1600" b="1" kern="1200" dirty="0">
            <a:latin typeface="微软雅黑" panose="020B0503020204020204" pitchFamily="34" charset="-122"/>
            <a:ea typeface="微软雅黑" panose="020B0503020204020204" pitchFamily="34" charset="-122"/>
          </a:endParaRPr>
        </a:p>
      </dsp:txBody>
      <dsp:txXfrm rot="-5400000">
        <a:off x="1" y="1884118"/>
        <a:ext cx="650903" cy="278959"/>
      </dsp:txXfrm>
    </dsp:sp>
    <dsp:sp modelId="{24E43028-DB82-414F-9136-AA94D471AC5C}">
      <dsp:nvSpPr>
        <dsp:cNvPr id="0" name=""/>
        <dsp:cNvSpPr/>
      </dsp:nvSpPr>
      <dsp:spPr>
        <a:xfrm rot="5400000">
          <a:off x="3454555" y="-1244985"/>
          <a:ext cx="604410" cy="6211714"/>
        </a:xfrm>
        <a:prstGeom prst="round2SameRect">
          <a:avLst/>
        </a:prstGeom>
        <a:solidFill>
          <a:schemeClr val="lt1">
            <a:alpha val="90000"/>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使用热土豆路由算法（使分组尽快从本 </a:t>
          </a:r>
          <a:r>
            <a:rPr lang="en-US" altLang="zh-CN" sz="1600" b="1" kern="1200" dirty="0">
              <a:latin typeface="微软雅黑" panose="020B0503020204020204" pitchFamily="34" charset="-122"/>
              <a:ea typeface="微软雅黑" panose="020B0503020204020204" pitchFamily="34" charset="-122"/>
            </a:rPr>
            <a:t>AS </a:t>
          </a:r>
          <a:r>
            <a:rPr lang="zh-CN" altLang="en-US" sz="1600" b="1" kern="1200" dirty="0">
              <a:latin typeface="微软雅黑" panose="020B0503020204020204" pitchFamily="34" charset="-122"/>
              <a:ea typeface="微软雅黑" panose="020B0503020204020204" pitchFamily="34" charset="-122"/>
            </a:rPr>
            <a:t>转发出去）</a:t>
          </a:r>
        </a:p>
      </dsp:txBody>
      <dsp:txXfrm rot="-5400000">
        <a:off x="650904" y="1588171"/>
        <a:ext cx="6182209" cy="545400"/>
      </dsp:txXfrm>
    </dsp:sp>
    <dsp:sp modelId="{AC9695CB-865B-4694-A98D-9F8EAB741670}">
      <dsp:nvSpPr>
        <dsp:cNvPr id="0" name=""/>
        <dsp:cNvSpPr/>
      </dsp:nvSpPr>
      <dsp:spPr>
        <a:xfrm rot="5400000">
          <a:off x="-139479" y="2475666"/>
          <a:ext cx="929862" cy="650903"/>
        </a:xfrm>
        <a:prstGeom prst="chevron">
          <a:avLst/>
        </a:prstGeom>
        <a:solidFill>
          <a:schemeClr val="accent5">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4</a:t>
          </a:r>
          <a:endParaRPr lang="zh-CN" altLang="en-US" sz="1600" b="1" kern="1200" dirty="0">
            <a:latin typeface="微软雅黑" panose="020B0503020204020204" pitchFamily="34" charset="-122"/>
            <a:ea typeface="微软雅黑" panose="020B0503020204020204" pitchFamily="34" charset="-122"/>
          </a:endParaRPr>
        </a:p>
      </dsp:txBody>
      <dsp:txXfrm rot="-5400000">
        <a:off x="1" y="2661639"/>
        <a:ext cx="650903" cy="278959"/>
      </dsp:txXfrm>
    </dsp:sp>
    <dsp:sp modelId="{0B7E51AB-E203-4D88-91EC-23BBEBF68989}">
      <dsp:nvSpPr>
        <dsp:cNvPr id="0" name=""/>
        <dsp:cNvSpPr/>
      </dsp:nvSpPr>
      <dsp:spPr>
        <a:xfrm rot="5400000">
          <a:off x="3454555" y="-467464"/>
          <a:ext cx="604410" cy="6211714"/>
        </a:xfrm>
        <a:prstGeom prst="round2SameRect">
          <a:avLst/>
        </a:prstGeom>
        <a:solidFill>
          <a:schemeClr val="lt1">
            <a:alpha val="90000"/>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路由器 </a:t>
          </a:r>
          <a:r>
            <a:rPr lang="en-US" altLang="en-US" sz="1600" b="1" kern="1200" dirty="0">
              <a:latin typeface="微软雅黑" panose="020B0503020204020204" pitchFamily="34" charset="-122"/>
              <a:ea typeface="微软雅黑" panose="020B0503020204020204" pitchFamily="34" charset="-122"/>
            </a:rPr>
            <a:t>BGP </a:t>
          </a:r>
          <a:r>
            <a:rPr lang="en-US" altLang="zh-CN" sz="1600" b="1" kern="1200" dirty="0">
              <a:latin typeface="微软雅黑" panose="020B0503020204020204" pitchFamily="34" charset="-122"/>
              <a:ea typeface="微软雅黑" panose="020B0503020204020204" pitchFamily="34" charset="-122"/>
            </a:rPr>
            <a:t>ID </a:t>
          </a:r>
          <a:r>
            <a:rPr lang="zh-CN" altLang="en-US" sz="1600" b="1" kern="1200" dirty="0">
              <a:latin typeface="微软雅黑" panose="020B0503020204020204" pitchFamily="34" charset="-122"/>
              <a:ea typeface="微软雅黑" panose="020B0503020204020204" pitchFamily="34" charset="-122"/>
            </a:rPr>
            <a:t>数值最小的路由。具有多个接口的路由器有多个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a:t>
          </a:r>
          <a:r>
            <a:rPr lang="en-US" altLang="en-US" sz="1600" b="1" kern="1200" dirty="0">
              <a:latin typeface="微软雅黑" panose="020B0503020204020204" pitchFamily="34" charset="-122"/>
              <a:ea typeface="微软雅黑" panose="020B0503020204020204" pitchFamily="34" charset="-122"/>
            </a:rPr>
            <a:t>BGP ID </a:t>
          </a:r>
          <a:r>
            <a:rPr lang="zh-CN" altLang="en-US" sz="1600" b="1" kern="1200" dirty="0">
              <a:latin typeface="微软雅黑" panose="020B0503020204020204" pitchFamily="34" charset="-122"/>
              <a:ea typeface="微软雅黑" panose="020B0503020204020204" pitchFamily="34" charset="-122"/>
            </a:rPr>
            <a:t>就使用该路由器的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地址中数值最大的一个。</a:t>
          </a:r>
        </a:p>
      </dsp:txBody>
      <dsp:txXfrm rot="-5400000">
        <a:off x="650904" y="2365692"/>
        <a:ext cx="6182209" cy="545400"/>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7CCF3B-B980-4744-A098-51E164BAF300}">
      <dsp:nvSpPr>
        <dsp:cNvPr id="0" name=""/>
        <dsp:cNvSpPr/>
      </dsp:nvSpPr>
      <dsp:spPr>
        <a:xfrm rot="5400000">
          <a:off x="-139479" y="143104"/>
          <a:ext cx="929862" cy="650903"/>
        </a:xfrm>
        <a:prstGeom prst="chevron">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1</a:t>
          </a:r>
          <a:endParaRPr lang="zh-CN" altLang="en-US" sz="1600" b="1" kern="1200" dirty="0">
            <a:latin typeface="微软雅黑" panose="020B0503020204020204" pitchFamily="34" charset="-122"/>
            <a:ea typeface="微软雅黑" panose="020B0503020204020204" pitchFamily="34" charset="-122"/>
          </a:endParaRPr>
        </a:p>
      </dsp:txBody>
      <dsp:txXfrm rot="-5400000">
        <a:off x="1" y="329077"/>
        <a:ext cx="650903" cy="278959"/>
      </dsp:txXfrm>
    </dsp:sp>
    <dsp:sp modelId="{967F5469-8640-4696-BE0A-D179F4D13586}">
      <dsp:nvSpPr>
        <dsp:cNvPr id="0" name=""/>
        <dsp:cNvSpPr/>
      </dsp:nvSpPr>
      <dsp:spPr>
        <a:xfrm rot="5400000">
          <a:off x="3454396" y="-2799867"/>
          <a:ext cx="604728" cy="6211714"/>
        </a:xfrm>
        <a:prstGeom prst="round2SameRect">
          <a:avLst/>
        </a:prstGeom>
        <a:solidFill>
          <a:schemeClr val="lt1">
            <a:alpha val="9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选择本地偏好 </a:t>
          </a:r>
          <a:r>
            <a:rPr lang="en-US" altLang="en-US" sz="1600" b="1" kern="1200" dirty="0">
              <a:latin typeface="微软雅黑" panose="020B0503020204020204" pitchFamily="34" charset="-122"/>
              <a:ea typeface="微软雅黑" panose="020B0503020204020204" pitchFamily="34" charset="-122"/>
            </a:rPr>
            <a:t>(local preference) </a:t>
          </a:r>
          <a:r>
            <a:rPr lang="zh-CN" altLang="en-US" sz="1600" b="1" kern="1200" dirty="0">
              <a:latin typeface="微软雅黑" panose="020B0503020204020204" pitchFamily="34" charset="-122"/>
              <a:ea typeface="微软雅黑" panose="020B0503020204020204" pitchFamily="34" charset="-122"/>
            </a:rPr>
            <a:t>值最高的路由</a:t>
          </a:r>
        </a:p>
      </dsp:txBody>
      <dsp:txXfrm rot="-5400000">
        <a:off x="650903" y="33146"/>
        <a:ext cx="6182194" cy="545688"/>
      </dsp:txXfrm>
    </dsp:sp>
    <dsp:sp modelId="{1C1FCDAF-0D65-4A39-A0AC-A9D03E334517}">
      <dsp:nvSpPr>
        <dsp:cNvPr id="0" name=""/>
        <dsp:cNvSpPr/>
      </dsp:nvSpPr>
      <dsp:spPr>
        <a:xfrm rot="5400000">
          <a:off x="-139479" y="920625"/>
          <a:ext cx="929862" cy="650903"/>
        </a:xfrm>
        <a:prstGeom prst="chevron">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2</a:t>
          </a:r>
          <a:endParaRPr lang="zh-CN" altLang="en-US" sz="1600" b="1" kern="1200" dirty="0">
            <a:latin typeface="微软雅黑" panose="020B0503020204020204" pitchFamily="34" charset="-122"/>
            <a:ea typeface="微软雅黑" panose="020B0503020204020204" pitchFamily="34" charset="-122"/>
          </a:endParaRPr>
        </a:p>
      </dsp:txBody>
      <dsp:txXfrm rot="-5400000">
        <a:off x="1" y="1106598"/>
        <a:ext cx="650903" cy="278959"/>
      </dsp:txXfrm>
    </dsp:sp>
    <dsp:sp modelId="{7FDDCB89-19F3-4537-A956-66DB05444287}">
      <dsp:nvSpPr>
        <dsp:cNvPr id="0" name=""/>
        <dsp:cNvSpPr/>
      </dsp:nvSpPr>
      <dsp:spPr>
        <a:xfrm rot="5400000">
          <a:off x="3454555" y="-2022505"/>
          <a:ext cx="604410" cy="6211714"/>
        </a:xfrm>
        <a:prstGeom prst="round2SameRect">
          <a:avLst/>
        </a:prstGeom>
        <a:solidFill>
          <a:schemeClr val="lt1">
            <a:alpha val="90000"/>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选择具有 </a:t>
          </a:r>
          <a:r>
            <a:rPr lang="en-US" altLang="en-US" sz="1600" b="1" kern="1200" dirty="0">
              <a:latin typeface="微软雅黑" panose="020B0503020204020204" pitchFamily="34" charset="-122"/>
              <a:ea typeface="微软雅黑" panose="020B0503020204020204" pitchFamily="34" charset="-122"/>
            </a:rPr>
            <a:t>AS </a:t>
          </a:r>
          <a:r>
            <a:rPr lang="zh-CN" altLang="en-US" sz="1600" b="1" kern="1200" dirty="0">
              <a:latin typeface="微软雅黑" panose="020B0503020204020204" pitchFamily="34" charset="-122"/>
              <a:ea typeface="微软雅黑" panose="020B0503020204020204" pitchFamily="34" charset="-122"/>
            </a:rPr>
            <a:t>跳数最少的路由</a:t>
          </a:r>
        </a:p>
      </dsp:txBody>
      <dsp:txXfrm rot="-5400000">
        <a:off x="650904" y="810651"/>
        <a:ext cx="6182209" cy="545400"/>
      </dsp:txXfrm>
    </dsp:sp>
    <dsp:sp modelId="{061776BC-E55D-472E-AA38-6C4CA9431466}">
      <dsp:nvSpPr>
        <dsp:cNvPr id="0" name=""/>
        <dsp:cNvSpPr/>
      </dsp:nvSpPr>
      <dsp:spPr>
        <a:xfrm rot="5400000">
          <a:off x="-139479" y="1698145"/>
          <a:ext cx="929862" cy="650903"/>
        </a:xfrm>
        <a:prstGeom prst="chevron">
          <a:avLst/>
        </a:prstGeom>
        <a:solidFill>
          <a:schemeClr val="accent4">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3</a:t>
          </a:r>
          <a:endParaRPr lang="zh-CN" altLang="en-US" sz="1600" b="1" kern="1200" dirty="0">
            <a:latin typeface="微软雅黑" panose="020B0503020204020204" pitchFamily="34" charset="-122"/>
            <a:ea typeface="微软雅黑" panose="020B0503020204020204" pitchFamily="34" charset="-122"/>
          </a:endParaRPr>
        </a:p>
      </dsp:txBody>
      <dsp:txXfrm rot="-5400000">
        <a:off x="1" y="1884118"/>
        <a:ext cx="650903" cy="278959"/>
      </dsp:txXfrm>
    </dsp:sp>
    <dsp:sp modelId="{24E43028-DB82-414F-9136-AA94D471AC5C}">
      <dsp:nvSpPr>
        <dsp:cNvPr id="0" name=""/>
        <dsp:cNvSpPr/>
      </dsp:nvSpPr>
      <dsp:spPr>
        <a:xfrm rot="5400000">
          <a:off x="3454555" y="-1244985"/>
          <a:ext cx="604410" cy="6211714"/>
        </a:xfrm>
        <a:prstGeom prst="round2SameRect">
          <a:avLst/>
        </a:prstGeom>
        <a:solidFill>
          <a:schemeClr val="lt1">
            <a:alpha val="90000"/>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使用热土豆路由算法（使分组尽快从本 </a:t>
          </a:r>
          <a:r>
            <a:rPr lang="en-US" altLang="zh-CN" sz="1600" b="1" kern="1200" dirty="0">
              <a:latin typeface="微软雅黑" panose="020B0503020204020204" pitchFamily="34" charset="-122"/>
              <a:ea typeface="微软雅黑" panose="020B0503020204020204" pitchFamily="34" charset="-122"/>
            </a:rPr>
            <a:t>AS </a:t>
          </a:r>
          <a:r>
            <a:rPr lang="zh-CN" altLang="en-US" sz="1600" b="1" kern="1200" dirty="0">
              <a:latin typeface="微软雅黑" panose="020B0503020204020204" pitchFamily="34" charset="-122"/>
              <a:ea typeface="微软雅黑" panose="020B0503020204020204" pitchFamily="34" charset="-122"/>
            </a:rPr>
            <a:t>转发出去）</a:t>
          </a:r>
        </a:p>
      </dsp:txBody>
      <dsp:txXfrm rot="-5400000">
        <a:off x="650904" y="1588171"/>
        <a:ext cx="6182209" cy="545400"/>
      </dsp:txXfrm>
    </dsp:sp>
    <dsp:sp modelId="{AC9695CB-865B-4694-A98D-9F8EAB741670}">
      <dsp:nvSpPr>
        <dsp:cNvPr id="0" name=""/>
        <dsp:cNvSpPr/>
      </dsp:nvSpPr>
      <dsp:spPr>
        <a:xfrm rot="5400000">
          <a:off x="-139479" y="2475666"/>
          <a:ext cx="929862" cy="650903"/>
        </a:xfrm>
        <a:prstGeom prst="chevron">
          <a:avLst/>
        </a:prstGeom>
        <a:solidFill>
          <a:schemeClr val="accent5">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4</a:t>
          </a:r>
          <a:endParaRPr lang="zh-CN" altLang="en-US" sz="1600" b="1" kern="1200" dirty="0">
            <a:latin typeface="微软雅黑" panose="020B0503020204020204" pitchFamily="34" charset="-122"/>
            <a:ea typeface="微软雅黑" panose="020B0503020204020204" pitchFamily="34" charset="-122"/>
          </a:endParaRPr>
        </a:p>
      </dsp:txBody>
      <dsp:txXfrm rot="-5400000">
        <a:off x="1" y="2661639"/>
        <a:ext cx="650903" cy="278959"/>
      </dsp:txXfrm>
    </dsp:sp>
    <dsp:sp modelId="{0B7E51AB-E203-4D88-91EC-23BBEBF68989}">
      <dsp:nvSpPr>
        <dsp:cNvPr id="0" name=""/>
        <dsp:cNvSpPr/>
      </dsp:nvSpPr>
      <dsp:spPr>
        <a:xfrm rot="5400000">
          <a:off x="3454555" y="-467464"/>
          <a:ext cx="604410" cy="6211714"/>
        </a:xfrm>
        <a:prstGeom prst="round2SameRect">
          <a:avLst/>
        </a:prstGeom>
        <a:solidFill>
          <a:schemeClr val="lt1">
            <a:alpha val="90000"/>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13792" tIns="10160" rIns="10160" bIns="101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路由器 </a:t>
          </a:r>
          <a:r>
            <a:rPr lang="en-US" altLang="en-US" sz="1600" b="1" kern="1200" dirty="0">
              <a:latin typeface="微软雅黑" panose="020B0503020204020204" pitchFamily="34" charset="-122"/>
              <a:ea typeface="微软雅黑" panose="020B0503020204020204" pitchFamily="34" charset="-122"/>
            </a:rPr>
            <a:t>BGP </a:t>
          </a:r>
          <a:r>
            <a:rPr lang="en-US" altLang="zh-CN" sz="1600" b="1" kern="1200" dirty="0">
              <a:latin typeface="微软雅黑" panose="020B0503020204020204" pitchFamily="34" charset="-122"/>
              <a:ea typeface="微软雅黑" panose="020B0503020204020204" pitchFamily="34" charset="-122"/>
            </a:rPr>
            <a:t>ID </a:t>
          </a:r>
          <a:r>
            <a:rPr lang="zh-CN" altLang="en-US" sz="1600" b="1" kern="1200" dirty="0">
              <a:latin typeface="微软雅黑" panose="020B0503020204020204" pitchFamily="34" charset="-122"/>
              <a:ea typeface="微软雅黑" panose="020B0503020204020204" pitchFamily="34" charset="-122"/>
            </a:rPr>
            <a:t>数值最小的路由。具有多个接口的路由器有多个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a:t>
          </a:r>
          <a:r>
            <a:rPr lang="en-US" altLang="en-US" sz="1600" b="1" kern="1200" dirty="0">
              <a:latin typeface="微软雅黑" panose="020B0503020204020204" pitchFamily="34" charset="-122"/>
              <a:ea typeface="微软雅黑" panose="020B0503020204020204" pitchFamily="34" charset="-122"/>
            </a:rPr>
            <a:t>BGP ID </a:t>
          </a:r>
          <a:r>
            <a:rPr lang="zh-CN" altLang="en-US" sz="1600" b="1" kern="1200" dirty="0">
              <a:latin typeface="微软雅黑" panose="020B0503020204020204" pitchFamily="34" charset="-122"/>
              <a:ea typeface="微软雅黑" panose="020B0503020204020204" pitchFamily="34" charset="-122"/>
            </a:rPr>
            <a:t>就使用该路由器的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地址中数值最大的一个。</a:t>
          </a:r>
        </a:p>
      </dsp:txBody>
      <dsp:txXfrm rot="-5400000">
        <a:off x="650904" y="2365692"/>
        <a:ext cx="6182209" cy="545400"/>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0C0CB7E-6136-4635-9AC0-112BB9B4E5E2}">
      <dsp:nvSpPr>
        <dsp:cNvPr id="0" name=""/>
        <dsp:cNvSpPr/>
      </dsp:nvSpPr>
      <dsp:spPr>
        <a:xfrm>
          <a:off x="38" y="12456"/>
          <a:ext cx="3675871" cy="6048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ts val="2400"/>
            </a:lnSpc>
            <a:spcBef>
              <a:spcPts val="0"/>
            </a:spcBef>
            <a:spcAft>
              <a:spcPts val="0"/>
            </a:spcAft>
            <a:buNone/>
          </a:pPr>
          <a:r>
            <a:rPr lang="zh-CN" altLang="en-US" sz="1600" b="1" kern="1200" dirty="0">
              <a:latin typeface="微软雅黑" panose="020B0503020204020204" pitchFamily="34" charset="-122"/>
              <a:ea typeface="微软雅黑" panose="020B0503020204020204" pitchFamily="34" charset="-122"/>
            </a:rPr>
            <a:t>加速转发 </a:t>
          </a:r>
          <a:r>
            <a:rPr lang="en-US" altLang="en-US" sz="1600" b="1" kern="1200" dirty="0">
              <a:latin typeface="微软雅黑" panose="020B0503020204020204" pitchFamily="34" charset="-122"/>
              <a:ea typeface="微软雅黑" panose="020B0503020204020204" pitchFamily="34" charset="-122"/>
            </a:rPr>
            <a:t>PHB</a:t>
          </a:r>
          <a:endParaRPr lang="zh-CN" altLang="en-US" sz="1600" b="1" kern="1200" dirty="0">
            <a:latin typeface="微软雅黑" panose="020B0503020204020204" pitchFamily="34" charset="-122"/>
            <a:ea typeface="微软雅黑" panose="020B0503020204020204" pitchFamily="34" charset="-122"/>
          </a:endParaRPr>
        </a:p>
      </dsp:txBody>
      <dsp:txXfrm>
        <a:off x="38" y="12456"/>
        <a:ext cx="3675871" cy="604800"/>
      </dsp:txXfrm>
    </dsp:sp>
    <dsp:sp modelId="{7183134A-D480-4461-B7E8-C77A4B90A760}">
      <dsp:nvSpPr>
        <dsp:cNvPr id="0" name=""/>
        <dsp:cNvSpPr/>
      </dsp:nvSpPr>
      <dsp:spPr>
        <a:xfrm>
          <a:off x="38" y="617257"/>
          <a:ext cx="3675871" cy="2651670"/>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ts val="2400"/>
            </a:lnSpc>
            <a:spcBef>
              <a:spcPts val="0"/>
            </a:spcBef>
            <a:spcAft>
              <a:spcPts val="0"/>
            </a:spcAft>
            <a:buChar char="•"/>
          </a:pPr>
          <a:r>
            <a:rPr lang="en-US" altLang="en-US" sz="1400" b="1" kern="1200" dirty="0">
              <a:latin typeface="微软雅黑" panose="020B0503020204020204" pitchFamily="34" charset="-122"/>
              <a:ea typeface="微软雅黑" panose="020B0503020204020204" pitchFamily="34" charset="-122"/>
            </a:rPr>
            <a:t>EF PHB (Expedited Forwarding PHB)</a:t>
          </a:r>
          <a:r>
            <a:rPr lang="zh-CN" altLang="en-US" sz="1400" b="1" kern="1200" dirty="0">
              <a:latin typeface="微软雅黑" panose="020B0503020204020204" pitchFamily="34" charset="-122"/>
              <a:ea typeface="微软雅黑" panose="020B0503020204020204" pitchFamily="34" charset="-122"/>
            </a:rPr>
            <a:t>。</a:t>
          </a:r>
        </a:p>
        <a:p>
          <a:pPr marL="114300" lvl="1" indent="-114300" algn="l" defTabSz="622300">
            <a:lnSpc>
              <a:spcPts val="24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离开路由器的通信量的数据率必须</a:t>
          </a:r>
          <a:r>
            <a:rPr lang="zh-CN" altLang="en-US" sz="1400" b="1" kern="1200" dirty="0">
              <a:solidFill>
                <a:srgbClr val="0000FF"/>
              </a:solidFill>
              <a:latin typeface="微软雅黑" panose="020B0503020204020204" pitchFamily="34" charset="-122"/>
              <a:ea typeface="微软雅黑" panose="020B0503020204020204" pitchFamily="34" charset="-122"/>
            </a:rPr>
            <a:t>等于或大于</a:t>
          </a:r>
          <a:r>
            <a:rPr lang="zh-CN" altLang="en-US" sz="1400" b="1" kern="1200" dirty="0">
              <a:latin typeface="微软雅黑" panose="020B0503020204020204" pitchFamily="34" charset="-122"/>
              <a:ea typeface="微软雅黑" panose="020B0503020204020204" pitchFamily="34" charset="-122"/>
            </a:rPr>
            <a:t>某一数值。</a:t>
          </a:r>
        </a:p>
        <a:p>
          <a:pPr marL="114300" lvl="1" indent="-114300" algn="l" defTabSz="622300">
            <a:lnSpc>
              <a:spcPts val="24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用来构造通过 </a:t>
          </a:r>
          <a:r>
            <a:rPr lang="en-US" altLang="en-US" sz="1400" b="1" kern="1200" dirty="0">
              <a:latin typeface="微软雅黑" panose="020B0503020204020204" pitchFamily="34" charset="-122"/>
              <a:ea typeface="微软雅黑" panose="020B0503020204020204" pitchFamily="34" charset="-122"/>
            </a:rPr>
            <a:t>DS </a:t>
          </a:r>
          <a:r>
            <a:rPr lang="zh-CN" altLang="en-US" sz="1400" b="1" kern="1200" dirty="0">
              <a:latin typeface="微软雅黑" panose="020B0503020204020204" pitchFamily="34" charset="-122"/>
              <a:ea typeface="微软雅黑" panose="020B0503020204020204" pitchFamily="34" charset="-122"/>
            </a:rPr>
            <a:t>域的低丢失率、低时延、低时延抖动、确保带宽的端到端服务（即不排队或很少排队）。</a:t>
          </a:r>
        </a:p>
        <a:p>
          <a:pPr marL="114300" lvl="1" indent="-114300" algn="l" defTabSz="622300">
            <a:lnSpc>
              <a:spcPts val="24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这种服务对端点来说像点对点连接或虚拟租用线，又称为 </a:t>
          </a:r>
          <a:r>
            <a:rPr lang="en-US" altLang="en-US" sz="1400" b="1" kern="1200" dirty="0">
              <a:latin typeface="微软雅黑" panose="020B0503020204020204" pitchFamily="34" charset="-122"/>
              <a:ea typeface="微软雅黑" panose="020B0503020204020204" pitchFamily="34" charset="-122"/>
            </a:rPr>
            <a:t>Premium</a:t>
          </a:r>
          <a:r>
            <a:rPr lang="zh-CN" altLang="en-US" sz="1400" b="1" kern="1200" dirty="0">
              <a:latin typeface="微软雅黑" panose="020B0503020204020204" pitchFamily="34" charset="-122"/>
              <a:ea typeface="微软雅黑" panose="020B0503020204020204" pitchFamily="34" charset="-122"/>
            </a:rPr>
            <a:t>（优质）服务。</a:t>
          </a:r>
        </a:p>
      </dsp:txBody>
      <dsp:txXfrm>
        <a:off x="38" y="617257"/>
        <a:ext cx="3675871" cy="2651670"/>
      </dsp:txXfrm>
    </dsp:sp>
    <dsp:sp modelId="{0DFD9E3B-76A2-4F5F-BD45-38491603F53F}">
      <dsp:nvSpPr>
        <dsp:cNvPr id="0" name=""/>
        <dsp:cNvSpPr/>
      </dsp:nvSpPr>
      <dsp:spPr>
        <a:xfrm>
          <a:off x="4190531" y="12456"/>
          <a:ext cx="3675871" cy="604800"/>
        </a:xfrm>
        <a:prstGeom prst="rect">
          <a:avLst/>
        </a:prstGeom>
        <a:solidFill>
          <a:schemeClr val="accent3">
            <a:hueOff val="11250264"/>
            <a:satOff val="-16880"/>
            <a:lumOff val="-2745"/>
            <a:alphaOff val="0"/>
          </a:schemeClr>
        </a:solidFill>
        <a:ln w="25400" cap="flat" cmpd="sng" algn="ctr">
          <a:solidFill>
            <a:schemeClr val="accent3">
              <a:hueOff val="11250264"/>
              <a:satOff val="-16880"/>
              <a:lumOff val="-2745"/>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ts val="2400"/>
            </a:lnSpc>
            <a:spcBef>
              <a:spcPts val="0"/>
            </a:spcBef>
            <a:spcAft>
              <a:spcPts val="0"/>
            </a:spcAft>
            <a:buNone/>
          </a:pPr>
          <a:r>
            <a:rPr lang="zh-CN" altLang="en-US" sz="1600" b="1" kern="1200" dirty="0">
              <a:latin typeface="微软雅黑" panose="020B0503020204020204" pitchFamily="34" charset="-122"/>
              <a:ea typeface="微软雅黑" panose="020B0503020204020204" pitchFamily="34" charset="-122"/>
            </a:rPr>
            <a:t>确保转发 </a:t>
          </a:r>
          <a:r>
            <a:rPr lang="en-US" altLang="en-US" sz="1600" b="1" kern="1200" dirty="0">
              <a:latin typeface="微软雅黑" panose="020B0503020204020204" pitchFamily="34" charset="-122"/>
              <a:ea typeface="微软雅黑" panose="020B0503020204020204" pitchFamily="34" charset="-122"/>
            </a:rPr>
            <a:t>PHB</a:t>
          </a:r>
          <a:endParaRPr lang="zh-CN" altLang="en-US" sz="1600" b="1" kern="1200" dirty="0">
            <a:latin typeface="微软雅黑" panose="020B0503020204020204" pitchFamily="34" charset="-122"/>
            <a:ea typeface="微软雅黑" panose="020B0503020204020204" pitchFamily="34" charset="-122"/>
          </a:endParaRPr>
        </a:p>
      </dsp:txBody>
      <dsp:txXfrm>
        <a:off x="4190531" y="12456"/>
        <a:ext cx="3675871" cy="604800"/>
      </dsp:txXfrm>
    </dsp:sp>
    <dsp:sp modelId="{3B74DCCB-75E6-4983-B2F9-E8BC2554D25B}">
      <dsp:nvSpPr>
        <dsp:cNvPr id="0" name=""/>
        <dsp:cNvSpPr/>
      </dsp:nvSpPr>
      <dsp:spPr>
        <a:xfrm>
          <a:off x="4190531" y="617257"/>
          <a:ext cx="3675871" cy="2651670"/>
        </a:xfrm>
        <a:prstGeom prst="rect">
          <a:avLst/>
        </a:prstGeom>
        <a:solidFill>
          <a:schemeClr val="accent3">
            <a:tint val="40000"/>
            <a:alpha val="90000"/>
            <a:hueOff val="10716854"/>
            <a:satOff val="-13793"/>
            <a:lumOff val="-1075"/>
            <a:alphaOff val="0"/>
          </a:schemeClr>
        </a:solidFill>
        <a:ln w="25400" cap="flat" cmpd="sng" algn="ctr">
          <a:solidFill>
            <a:schemeClr val="accent3">
              <a:tint val="40000"/>
              <a:alpha val="90000"/>
              <a:hueOff val="10716854"/>
              <a:satOff val="-13793"/>
              <a:lumOff val="-1075"/>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ts val="2400"/>
            </a:lnSpc>
            <a:spcBef>
              <a:spcPts val="0"/>
            </a:spcBef>
            <a:spcAft>
              <a:spcPts val="0"/>
            </a:spcAft>
            <a:buChar char="•"/>
          </a:pPr>
          <a:r>
            <a:rPr lang="en-US" altLang="en-US" sz="1400" b="1" kern="1200" dirty="0">
              <a:latin typeface="微软雅黑" panose="020B0503020204020204" pitchFamily="34" charset="-122"/>
              <a:ea typeface="微软雅黑" panose="020B0503020204020204" pitchFamily="34" charset="-122"/>
            </a:rPr>
            <a:t>AF PHB (Assured Forwarding PHB)</a:t>
          </a:r>
          <a:r>
            <a:rPr lang="zh-CN" altLang="en-US" sz="1400" b="1" kern="1200" dirty="0">
              <a:latin typeface="微软雅黑" panose="020B0503020204020204" pitchFamily="34" charset="-122"/>
              <a:ea typeface="微软雅黑" panose="020B0503020204020204" pitchFamily="34" charset="-122"/>
            </a:rPr>
            <a:t>。</a:t>
          </a:r>
        </a:p>
        <a:p>
          <a:pPr marL="114300" lvl="1" indent="-114300" algn="l" defTabSz="622300">
            <a:lnSpc>
              <a:spcPts val="24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将通信量划分为</a:t>
          </a:r>
          <a:r>
            <a:rPr lang="zh-CN" altLang="en-US" sz="1400" b="1" kern="1200" dirty="0">
              <a:solidFill>
                <a:srgbClr val="0000FF"/>
              </a:solidFill>
              <a:latin typeface="微软雅黑" panose="020B0503020204020204" pitchFamily="34" charset="-122"/>
              <a:ea typeface="微软雅黑" panose="020B0503020204020204" pitchFamily="34" charset="-122"/>
            </a:rPr>
            <a:t>四个等级</a:t>
          </a:r>
          <a:r>
            <a:rPr lang="zh-CN" altLang="en-US" sz="1400" b="1" kern="1200" dirty="0">
              <a:latin typeface="微软雅黑" panose="020B0503020204020204" pitchFamily="34" charset="-122"/>
              <a:ea typeface="微软雅黑" panose="020B0503020204020204" pitchFamily="34" charset="-122"/>
            </a:rPr>
            <a:t>，给每一种等级提供</a:t>
          </a:r>
          <a:r>
            <a:rPr lang="zh-CN" altLang="en-US" sz="1400" b="1" kern="1200" dirty="0">
              <a:solidFill>
                <a:srgbClr val="0000FF"/>
              </a:solidFill>
              <a:latin typeface="微软雅黑" panose="020B0503020204020204" pitchFamily="34" charset="-122"/>
              <a:ea typeface="微软雅黑" panose="020B0503020204020204" pitchFamily="34" charset="-122"/>
            </a:rPr>
            <a:t>最低数量</a:t>
          </a:r>
          <a:r>
            <a:rPr lang="zh-CN" altLang="en-US" sz="1400" b="1" kern="1200" dirty="0">
              <a:latin typeface="微软雅黑" panose="020B0503020204020204" pitchFamily="34" charset="-122"/>
              <a:ea typeface="微软雅黑" panose="020B0503020204020204" pitchFamily="34" charset="-122"/>
            </a:rPr>
            <a:t>的带宽和缓冲区。</a:t>
          </a:r>
        </a:p>
        <a:p>
          <a:pPr marL="114300" lvl="1" indent="-114300" algn="l" defTabSz="622300">
            <a:lnSpc>
              <a:spcPts val="2400"/>
            </a:lnSpc>
            <a:spcBef>
              <a:spcPts val="0"/>
            </a:spcBef>
            <a:spcAft>
              <a:spcPts val="0"/>
            </a:spcAft>
            <a:buChar char="•"/>
          </a:pPr>
          <a:r>
            <a:rPr lang="zh-CN" altLang="en-US" sz="1400" b="1" kern="1200" dirty="0">
              <a:latin typeface="微软雅黑" panose="020B0503020204020204" pitchFamily="34" charset="-122"/>
              <a:ea typeface="微软雅黑" panose="020B0503020204020204" pitchFamily="34" charset="-122"/>
            </a:rPr>
            <a:t>对于其中的每一个等级</a:t>
          </a:r>
          <a:r>
            <a:rPr lang="zh-CN" altLang="en-US" sz="1400" b="1" kern="1200" dirty="0">
              <a:solidFill>
                <a:srgbClr val="0000FF"/>
              </a:solidFill>
              <a:latin typeface="微软雅黑" panose="020B0503020204020204" pitchFamily="34" charset="-122"/>
              <a:ea typeface="微软雅黑" panose="020B0503020204020204" pitchFamily="34" charset="-122"/>
            </a:rPr>
            <a:t>再划分出三个“丢弃优先级” </a:t>
          </a:r>
          <a:r>
            <a:rPr lang="zh-CN" altLang="en-US" sz="1400" b="1" kern="1200" dirty="0">
              <a:latin typeface="微软雅黑" panose="020B0503020204020204" pitchFamily="34" charset="-122"/>
              <a:ea typeface="微软雅黑" panose="020B0503020204020204" pitchFamily="34" charset="-122"/>
            </a:rPr>
            <a:t>。当发生网络拥塞时，对于每一个等级的 </a:t>
          </a:r>
          <a:r>
            <a:rPr lang="en-US" altLang="en-US" sz="1400" b="1" kern="1200" dirty="0">
              <a:latin typeface="微软雅黑" panose="020B0503020204020204" pitchFamily="34" charset="-122"/>
              <a:ea typeface="微软雅黑" panose="020B0503020204020204" pitchFamily="34" charset="-122"/>
            </a:rPr>
            <a:t>AF</a:t>
          </a:r>
          <a:r>
            <a:rPr lang="zh-CN" altLang="en-US" sz="1400" b="1" kern="1200" dirty="0">
              <a:latin typeface="微软雅黑" panose="020B0503020204020204" pitchFamily="34" charset="-122"/>
              <a:ea typeface="微软雅黑" panose="020B0503020204020204" pitchFamily="34" charset="-122"/>
            </a:rPr>
            <a:t>，路由器首先丢弃“丢弃优先级”较高的分组。</a:t>
          </a:r>
        </a:p>
      </dsp:txBody>
      <dsp:txXfrm>
        <a:off x="4190531" y="617257"/>
        <a:ext cx="3675871" cy="2651670"/>
      </dsp:txXfrm>
    </dsp:sp>
  </dsp:spTree>
</dsp:drawing>
</file>

<file path=ppt/diagrams/layout1.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3F7A0F7-AD19-4993-8574-730EC50C92A6}" type="datetimeFigureOut">
              <a:rPr lang="zh-CN" altLang="en-US" smtClean="0"/>
              <a:pPr/>
              <a:t>2026/5/22</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B14BD24-89E3-4C51-B736-BCCE6C13A884}" type="slidenum">
              <a:rPr lang="zh-CN" altLang="en-US" smtClean="0"/>
              <a:pPr/>
              <a:t>‹#›</a:t>
            </a:fld>
            <a:endParaRPr lang="zh-CN" altLang="en-US"/>
          </a:p>
        </p:txBody>
      </p:sp>
    </p:spTree>
    <p:extLst>
      <p:ext uri="{BB962C8B-B14F-4D97-AF65-F5344CB8AC3E}">
        <p14:creationId xmlns:p14="http://schemas.microsoft.com/office/powerpoint/2010/main" val="217337309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a:t>
            </a:fld>
            <a:endParaRPr lang="zh-CN" altLang="en-US"/>
          </a:p>
        </p:txBody>
      </p:sp>
    </p:spTree>
    <p:extLst>
      <p:ext uri="{BB962C8B-B14F-4D97-AF65-F5344CB8AC3E}">
        <p14:creationId xmlns:p14="http://schemas.microsoft.com/office/powerpoint/2010/main" val="418279445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5</a:t>
            </a:fld>
            <a:endParaRPr lang="zh-CN" altLang="en-US"/>
          </a:p>
        </p:txBody>
      </p:sp>
    </p:spTree>
    <p:extLst>
      <p:ext uri="{BB962C8B-B14F-4D97-AF65-F5344CB8AC3E}">
        <p14:creationId xmlns:p14="http://schemas.microsoft.com/office/powerpoint/2010/main" val="304329500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6</a:t>
            </a:fld>
            <a:endParaRPr lang="zh-CN" altLang="en-US"/>
          </a:p>
        </p:txBody>
      </p:sp>
    </p:spTree>
    <p:extLst>
      <p:ext uri="{BB962C8B-B14F-4D97-AF65-F5344CB8AC3E}">
        <p14:creationId xmlns:p14="http://schemas.microsoft.com/office/powerpoint/2010/main" val="342873248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7</a:t>
            </a:fld>
            <a:endParaRPr lang="zh-CN" altLang="en-US"/>
          </a:p>
        </p:txBody>
      </p:sp>
    </p:spTree>
    <p:extLst>
      <p:ext uri="{BB962C8B-B14F-4D97-AF65-F5344CB8AC3E}">
        <p14:creationId xmlns:p14="http://schemas.microsoft.com/office/powerpoint/2010/main" val="403724968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a:t>
            </a:fld>
            <a:endParaRPr lang="zh-CN" altLang="en-US"/>
          </a:p>
        </p:txBody>
      </p:sp>
    </p:spTree>
    <p:extLst>
      <p:ext uri="{BB962C8B-B14F-4D97-AF65-F5344CB8AC3E}">
        <p14:creationId xmlns:p14="http://schemas.microsoft.com/office/powerpoint/2010/main" val="322300608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9</a:t>
            </a:fld>
            <a:endParaRPr lang="zh-CN" altLang="en-US"/>
          </a:p>
        </p:txBody>
      </p:sp>
    </p:spTree>
    <p:extLst>
      <p:ext uri="{BB962C8B-B14F-4D97-AF65-F5344CB8AC3E}">
        <p14:creationId xmlns:p14="http://schemas.microsoft.com/office/powerpoint/2010/main" val="282343077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a:t>
            </a:fld>
            <a:endParaRPr lang="zh-CN" altLang="en-US"/>
          </a:p>
        </p:txBody>
      </p:sp>
    </p:spTree>
    <p:extLst>
      <p:ext uri="{BB962C8B-B14F-4D97-AF65-F5344CB8AC3E}">
        <p14:creationId xmlns:p14="http://schemas.microsoft.com/office/powerpoint/2010/main" val="385088059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a:t>
            </a:fld>
            <a:endParaRPr lang="zh-CN" altLang="en-US"/>
          </a:p>
        </p:txBody>
      </p:sp>
    </p:spTree>
    <p:extLst>
      <p:ext uri="{BB962C8B-B14F-4D97-AF65-F5344CB8AC3E}">
        <p14:creationId xmlns:p14="http://schemas.microsoft.com/office/powerpoint/2010/main" val="101008807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5A36FD-C363-371E-9B15-AAD27D914A4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ACFD87B-E5C8-2629-0EF0-BC5CCD29644F}"/>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E200B07-D0BB-5775-959B-7C471E864129}"/>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02368065-E8FE-DD1C-D5B1-44914B7C2E26}"/>
              </a:ext>
            </a:extLst>
          </p:cNvPr>
          <p:cNvSpPr>
            <a:spLocks noGrp="1"/>
          </p:cNvSpPr>
          <p:nvPr>
            <p:ph type="sldNum" sz="quarter" idx="5"/>
          </p:nvPr>
        </p:nvSpPr>
        <p:spPr/>
        <p:txBody>
          <a:bodyPr/>
          <a:lstStyle/>
          <a:p>
            <a:pPr>
              <a:defRPr/>
            </a:pPr>
            <a:fld id="{CD1CD96A-A6EF-4B0B-9885-C22D65D2CD20}" type="slidenum">
              <a:rPr lang="zh-CN" altLang="en-US" smtClean="0"/>
              <a:pPr>
                <a:defRPr/>
              </a:pPr>
              <a:t>12</a:t>
            </a:fld>
            <a:endParaRPr lang="zh-CN" altLang="en-US"/>
          </a:p>
        </p:txBody>
      </p:sp>
    </p:spTree>
    <p:extLst>
      <p:ext uri="{BB962C8B-B14F-4D97-AF65-F5344CB8AC3E}">
        <p14:creationId xmlns:p14="http://schemas.microsoft.com/office/powerpoint/2010/main" val="422921957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a:t>
            </a:fld>
            <a:endParaRPr lang="zh-CN" altLang="en-US"/>
          </a:p>
        </p:txBody>
      </p:sp>
    </p:spTree>
    <p:extLst>
      <p:ext uri="{BB962C8B-B14F-4D97-AF65-F5344CB8AC3E}">
        <p14:creationId xmlns:p14="http://schemas.microsoft.com/office/powerpoint/2010/main" val="157696937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14</a:t>
            </a:fld>
            <a:endParaRPr lang="zh-CN" altLang="en-US"/>
          </a:p>
        </p:txBody>
      </p:sp>
    </p:spTree>
    <p:extLst>
      <p:ext uri="{BB962C8B-B14F-4D97-AF65-F5344CB8AC3E}">
        <p14:creationId xmlns:p14="http://schemas.microsoft.com/office/powerpoint/2010/main" val="121496017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15</a:t>
            </a:fld>
            <a:endParaRPr lang="zh-CN" altLang="en-US"/>
          </a:p>
        </p:txBody>
      </p:sp>
    </p:spTree>
    <p:extLst>
      <p:ext uri="{BB962C8B-B14F-4D97-AF65-F5344CB8AC3E}">
        <p14:creationId xmlns:p14="http://schemas.microsoft.com/office/powerpoint/2010/main" val="348173588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a:t>
            </a:fld>
            <a:endParaRPr lang="zh-CN" altLang="en-US"/>
          </a:p>
        </p:txBody>
      </p:sp>
    </p:spTree>
    <p:extLst>
      <p:ext uri="{BB962C8B-B14F-4D97-AF65-F5344CB8AC3E}">
        <p14:creationId xmlns:p14="http://schemas.microsoft.com/office/powerpoint/2010/main" val="270341907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17</a:t>
            </a:fld>
            <a:endParaRPr lang="zh-CN" altLang="en-US"/>
          </a:p>
        </p:txBody>
      </p:sp>
    </p:spTree>
    <p:extLst>
      <p:ext uri="{BB962C8B-B14F-4D97-AF65-F5344CB8AC3E}">
        <p14:creationId xmlns:p14="http://schemas.microsoft.com/office/powerpoint/2010/main" val="8743508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18</a:t>
            </a:fld>
            <a:endParaRPr lang="zh-CN" altLang="en-US"/>
          </a:p>
        </p:txBody>
      </p:sp>
    </p:spTree>
    <p:extLst>
      <p:ext uri="{BB962C8B-B14F-4D97-AF65-F5344CB8AC3E}">
        <p14:creationId xmlns:p14="http://schemas.microsoft.com/office/powerpoint/2010/main" val="220641123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a:t>
            </a:fld>
            <a:endParaRPr lang="zh-CN" altLang="en-US"/>
          </a:p>
        </p:txBody>
      </p:sp>
    </p:spTree>
    <p:extLst>
      <p:ext uri="{BB962C8B-B14F-4D97-AF65-F5344CB8AC3E}">
        <p14:creationId xmlns:p14="http://schemas.microsoft.com/office/powerpoint/2010/main" val="141011426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a:t>
            </a:fld>
            <a:endParaRPr lang="zh-CN" altLang="en-US"/>
          </a:p>
        </p:txBody>
      </p:sp>
    </p:spTree>
    <p:extLst>
      <p:ext uri="{BB962C8B-B14F-4D97-AF65-F5344CB8AC3E}">
        <p14:creationId xmlns:p14="http://schemas.microsoft.com/office/powerpoint/2010/main" val="367399645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21</a:t>
            </a:fld>
            <a:endParaRPr lang="zh-CN" altLang="en-US"/>
          </a:p>
        </p:txBody>
      </p:sp>
    </p:spTree>
    <p:extLst>
      <p:ext uri="{BB962C8B-B14F-4D97-AF65-F5344CB8AC3E}">
        <p14:creationId xmlns:p14="http://schemas.microsoft.com/office/powerpoint/2010/main" val="337542539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22</a:t>
            </a:fld>
            <a:endParaRPr lang="zh-CN" altLang="en-US"/>
          </a:p>
        </p:txBody>
      </p:sp>
    </p:spTree>
    <p:extLst>
      <p:ext uri="{BB962C8B-B14F-4D97-AF65-F5344CB8AC3E}">
        <p14:creationId xmlns:p14="http://schemas.microsoft.com/office/powerpoint/2010/main" val="424860283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a:t>
            </a:fld>
            <a:endParaRPr lang="zh-CN" altLang="en-US"/>
          </a:p>
        </p:txBody>
      </p:sp>
    </p:spTree>
    <p:extLst>
      <p:ext uri="{BB962C8B-B14F-4D97-AF65-F5344CB8AC3E}">
        <p14:creationId xmlns:p14="http://schemas.microsoft.com/office/powerpoint/2010/main" val="211362354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24</a:t>
            </a:fld>
            <a:endParaRPr lang="zh-CN" altLang="en-US"/>
          </a:p>
        </p:txBody>
      </p:sp>
    </p:spTree>
    <p:extLst>
      <p:ext uri="{BB962C8B-B14F-4D97-AF65-F5344CB8AC3E}">
        <p14:creationId xmlns:p14="http://schemas.microsoft.com/office/powerpoint/2010/main" val="160973851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25</a:t>
            </a:fld>
            <a:endParaRPr lang="zh-CN" altLang="en-US"/>
          </a:p>
        </p:txBody>
      </p:sp>
    </p:spTree>
    <p:extLst>
      <p:ext uri="{BB962C8B-B14F-4D97-AF65-F5344CB8AC3E}">
        <p14:creationId xmlns:p14="http://schemas.microsoft.com/office/powerpoint/2010/main" val="141277223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26</a:t>
            </a:fld>
            <a:endParaRPr lang="zh-CN" altLang="en-US"/>
          </a:p>
        </p:txBody>
      </p:sp>
    </p:spTree>
    <p:extLst>
      <p:ext uri="{BB962C8B-B14F-4D97-AF65-F5344CB8AC3E}">
        <p14:creationId xmlns:p14="http://schemas.microsoft.com/office/powerpoint/2010/main" val="163575087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27</a:t>
            </a:fld>
            <a:endParaRPr lang="zh-CN" altLang="en-US"/>
          </a:p>
        </p:txBody>
      </p:sp>
    </p:spTree>
    <p:extLst>
      <p:ext uri="{BB962C8B-B14F-4D97-AF65-F5344CB8AC3E}">
        <p14:creationId xmlns:p14="http://schemas.microsoft.com/office/powerpoint/2010/main" val="118549609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a:t>
            </a:fld>
            <a:endParaRPr lang="zh-CN" altLang="en-US"/>
          </a:p>
        </p:txBody>
      </p:sp>
    </p:spTree>
    <p:extLst>
      <p:ext uri="{BB962C8B-B14F-4D97-AF65-F5344CB8AC3E}">
        <p14:creationId xmlns:p14="http://schemas.microsoft.com/office/powerpoint/2010/main" val="279549562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29</a:t>
            </a:fld>
            <a:endParaRPr lang="zh-CN" altLang="en-US"/>
          </a:p>
        </p:txBody>
      </p:sp>
    </p:spTree>
    <p:extLst>
      <p:ext uri="{BB962C8B-B14F-4D97-AF65-F5344CB8AC3E}">
        <p14:creationId xmlns:p14="http://schemas.microsoft.com/office/powerpoint/2010/main" val="292883136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30</a:t>
            </a:fld>
            <a:endParaRPr lang="zh-CN" altLang="en-US"/>
          </a:p>
        </p:txBody>
      </p:sp>
    </p:spTree>
    <p:extLst>
      <p:ext uri="{BB962C8B-B14F-4D97-AF65-F5344CB8AC3E}">
        <p14:creationId xmlns:p14="http://schemas.microsoft.com/office/powerpoint/2010/main" val="226654597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31</a:t>
            </a:fld>
            <a:endParaRPr lang="zh-CN" altLang="en-US"/>
          </a:p>
        </p:txBody>
      </p:sp>
    </p:spTree>
    <p:extLst>
      <p:ext uri="{BB962C8B-B14F-4D97-AF65-F5344CB8AC3E}">
        <p14:creationId xmlns:p14="http://schemas.microsoft.com/office/powerpoint/2010/main" val="91451563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32</a:t>
            </a:fld>
            <a:endParaRPr lang="zh-CN" altLang="en-US"/>
          </a:p>
        </p:txBody>
      </p:sp>
    </p:spTree>
    <p:extLst>
      <p:ext uri="{BB962C8B-B14F-4D97-AF65-F5344CB8AC3E}">
        <p14:creationId xmlns:p14="http://schemas.microsoft.com/office/powerpoint/2010/main" val="55784185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33</a:t>
            </a:fld>
            <a:endParaRPr lang="zh-CN" altLang="en-US"/>
          </a:p>
        </p:txBody>
      </p:sp>
    </p:spTree>
    <p:extLst>
      <p:ext uri="{BB962C8B-B14F-4D97-AF65-F5344CB8AC3E}">
        <p14:creationId xmlns:p14="http://schemas.microsoft.com/office/powerpoint/2010/main" val="164815355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34</a:t>
            </a:fld>
            <a:endParaRPr lang="zh-CN" altLang="en-US"/>
          </a:p>
        </p:txBody>
      </p:sp>
    </p:spTree>
    <p:extLst>
      <p:ext uri="{BB962C8B-B14F-4D97-AF65-F5344CB8AC3E}">
        <p14:creationId xmlns:p14="http://schemas.microsoft.com/office/powerpoint/2010/main" val="390405923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7257B9-C60F-720C-91EC-6A4D4825A67B}"/>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E2DB63D-20CC-B89F-841D-48C91659EB0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CBD5A97-FED9-B83D-BB4B-F3455536A01F}"/>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0A5A7620-91CC-641D-A242-2C40DF345566}"/>
              </a:ext>
            </a:extLst>
          </p:cNvPr>
          <p:cNvSpPr>
            <a:spLocks noGrp="1"/>
          </p:cNvSpPr>
          <p:nvPr>
            <p:ph type="sldNum" sz="quarter" idx="5"/>
          </p:nvPr>
        </p:nvSpPr>
        <p:spPr/>
        <p:txBody>
          <a:bodyPr/>
          <a:lstStyle/>
          <a:p>
            <a:pPr>
              <a:defRPr/>
            </a:pPr>
            <a:fld id="{CD1CD96A-A6EF-4B0B-9885-C22D65D2CD20}" type="slidenum">
              <a:rPr lang="zh-CN" altLang="en-US" smtClean="0"/>
              <a:pPr>
                <a:defRPr/>
              </a:pPr>
              <a:t>35</a:t>
            </a:fld>
            <a:endParaRPr lang="zh-CN" altLang="en-US"/>
          </a:p>
        </p:txBody>
      </p:sp>
    </p:spTree>
    <p:extLst>
      <p:ext uri="{BB962C8B-B14F-4D97-AF65-F5344CB8AC3E}">
        <p14:creationId xmlns:p14="http://schemas.microsoft.com/office/powerpoint/2010/main" val="4856874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20E8E8-3101-8441-6DE9-C9A79726F1A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0C69FEE-2198-6D99-84A4-B8F42995BA5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56541D00-8EDB-30D5-79C7-9083F60F7C7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115A9AF7-F899-BA44-5809-93C499516117}"/>
              </a:ext>
            </a:extLst>
          </p:cNvPr>
          <p:cNvSpPr>
            <a:spLocks noGrp="1"/>
          </p:cNvSpPr>
          <p:nvPr>
            <p:ph type="sldNum" sz="quarter" idx="5"/>
          </p:nvPr>
        </p:nvSpPr>
        <p:spPr/>
        <p:txBody>
          <a:bodyPr/>
          <a:lstStyle/>
          <a:p>
            <a:pPr>
              <a:defRPr/>
            </a:pPr>
            <a:fld id="{CD1CD96A-A6EF-4B0B-9885-C22D65D2CD20}" type="slidenum">
              <a:rPr lang="zh-CN" altLang="en-US" smtClean="0"/>
              <a:pPr>
                <a:defRPr/>
              </a:pPr>
              <a:t>36</a:t>
            </a:fld>
            <a:endParaRPr lang="zh-CN" altLang="en-US"/>
          </a:p>
        </p:txBody>
      </p:sp>
    </p:spTree>
    <p:extLst>
      <p:ext uri="{BB962C8B-B14F-4D97-AF65-F5344CB8AC3E}">
        <p14:creationId xmlns:p14="http://schemas.microsoft.com/office/powerpoint/2010/main" val="105586266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37</a:t>
            </a:fld>
            <a:endParaRPr lang="zh-CN" altLang="en-US"/>
          </a:p>
        </p:txBody>
      </p:sp>
    </p:spTree>
    <p:extLst>
      <p:ext uri="{BB962C8B-B14F-4D97-AF65-F5344CB8AC3E}">
        <p14:creationId xmlns:p14="http://schemas.microsoft.com/office/powerpoint/2010/main" val="78838291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38</a:t>
            </a:fld>
            <a:endParaRPr lang="zh-CN" altLang="en-US"/>
          </a:p>
        </p:txBody>
      </p:sp>
    </p:spTree>
    <p:extLst>
      <p:ext uri="{BB962C8B-B14F-4D97-AF65-F5344CB8AC3E}">
        <p14:creationId xmlns:p14="http://schemas.microsoft.com/office/powerpoint/2010/main" val="356990694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39</a:t>
            </a:fld>
            <a:endParaRPr lang="zh-CN" altLang="en-US"/>
          </a:p>
        </p:txBody>
      </p:sp>
    </p:spTree>
    <p:extLst>
      <p:ext uri="{BB962C8B-B14F-4D97-AF65-F5344CB8AC3E}">
        <p14:creationId xmlns:p14="http://schemas.microsoft.com/office/powerpoint/2010/main" val="3985207364"/>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40</a:t>
            </a:fld>
            <a:endParaRPr lang="zh-CN" altLang="en-US"/>
          </a:p>
        </p:txBody>
      </p:sp>
    </p:spTree>
    <p:extLst>
      <p:ext uri="{BB962C8B-B14F-4D97-AF65-F5344CB8AC3E}">
        <p14:creationId xmlns:p14="http://schemas.microsoft.com/office/powerpoint/2010/main" val="240055380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41</a:t>
            </a:fld>
            <a:endParaRPr lang="zh-CN" altLang="en-US"/>
          </a:p>
        </p:txBody>
      </p:sp>
    </p:spTree>
    <p:extLst>
      <p:ext uri="{BB962C8B-B14F-4D97-AF65-F5344CB8AC3E}">
        <p14:creationId xmlns:p14="http://schemas.microsoft.com/office/powerpoint/2010/main" val="270128647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42</a:t>
            </a:fld>
            <a:endParaRPr lang="zh-CN" altLang="en-US"/>
          </a:p>
        </p:txBody>
      </p:sp>
    </p:spTree>
    <p:extLst>
      <p:ext uri="{BB962C8B-B14F-4D97-AF65-F5344CB8AC3E}">
        <p14:creationId xmlns:p14="http://schemas.microsoft.com/office/powerpoint/2010/main" val="395827712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43</a:t>
            </a:fld>
            <a:endParaRPr lang="zh-CN" altLang="en-US"/>
          </a:p>
        </p:txBody>
      </p:sp>
    </p:spTree>
    <p:extLst>
      <p:ext uri="{BB962C8B-B14F-4D97-AF65-F5344CB8AC3E}">
        <p14:creationId xmlns:p14="http://schemas.microsoft.com/office/powerpoint/2010/main" val="114390300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44</a:t>
            </a:fld>
            <a:endParaRPr lang="zh-CN" altLang="en-US"/>
          </a:p>
        </p:txBody>
      </p:sp>
    </p:spTree>
    <p:extLst>
      <p:ext uri="{BB962C8B-B14F-4D97-AF65-F5344CB8AC3E}">
        <p14:creationId xmlns:p14="http://schemas.microsoft.com/office/powerpoint/2010/main" val="72715219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45</a:t>
            </a:fld>
            <a:endParaRPr lang="zh-CN" altLang="en-US"/>
          </a:p>
        </p:txBody>
      </p:sp>
    </p:spTree>
    <p:extLst>
      <p:ext uri="{BB962C8B-B14F-4D97-AF65-F5344CB8AC3E}">
        <p14:creationId xmlns:p14="http://schemas.microsoft.com/office/powerpoint/2010/main" val="305724472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46</a:t>
            </a:fld>
            <a:endParaRPr lang="zh-CN" altLang="en-US"/>
          </a:p>
        </p:txBody>
      </p:sp>
    </p:spTree>
    <p:extLst>
      <p:ext uri="{BB962C8B-B14F-4D97-AF65-F5344CB8AC3E}">
        <p14:creationId xmlns:p14="http://schemas.microsoft.com/office/powerpoint/2010/main" val="257275348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E8BAF7-31C3-1F98-74D2-DAE08EB6271B}"/>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3F11BA9C-6CB7-6F80-56BF-E25891F743E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7385B90-A176-59F1-C2F0-67F168DA2772}"/>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66AE5E8-D3B4-FFC6-4B40-D9F14A68AC09}"/>
              </a:ext>
            </a:extLst>
          </p:cNvPr>
          <p:cNvSpPr>
            <a:spLocks noGrp="1"/>
          </p:cNvSpPr>
          <p:nvPr>
            <p:ph type="sldNum" sz="quarter" idx="10"/>
          </p:nvPr>
        </p:nvSpPr>
        <p:spPr/>
        <p:txBody>
          <a:bodyPr/>
          <a:lstStyle/>
          <a:p>
            <a:fld id="{0B14BD24-89E3-4C51-B736-BCCE6C13A884}" type="slidenum">
              <a:rPr lang="zh-CN" altLang="en-US" smtClean="0"/>
              <a:pPr/>
              <a:t>47</a:t>
            </a:fld>
            <a:endParaRPr lang="zh-CN" altLang="en-US"/>
          </a:p>
        </p:txBody>
      </p:sp>
    </p:spTree>
    <p:extLst>
      <p:ext uri="{BB962C8B-B14F-4D97-AF65-F5344CB8AC3E}">
        <p14:creationId xmlns:p14="http://schemas.microsoft.com/office/powerpoint/2010/main" val="223488531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48</a:t>
            </a:fld>
            <a:endParaRPr lang="zh-CN" altLang="en-US"/>
          </a:p>
        </p:txBody>
      </p:sp>
    </p:spTree>
    <p:extLst>
      <p:ext uri="{BB962C8B-B14F-4D97-AF65-F5344CB8AC3E}">
        <p14:creationId xmlns:p14="http://schemas.microsoft.com/office/powerpoint/2010/main" val="172939090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49</a:t>
            </a:fld>
            <a:endParaRPr lang="zh-CN" altLang="en-US"/>
          </a:p>
        </p:txBody>
      </p:sp>
    </p:spTree>
    <p:extLst>
      <p:ext uri="{BB962C8B-B14F-4D97-AF65-F5344CB8AC3E}">
        <p14:creationId xmlns:p14="http://schemas.microsoft.com/office/powerpoint/2010/main" val="370244841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50</a:t>
            </a:fld>
            <a:endParaRPr lang="zh-CN" altLang="en-US"/>
          </a:p>
        </p:txBody>
      </p:sp>
    </p:spTree>
    <p:extLst>
      <p:ext uri="{BB962C8B-B14F-4D97-AF65-F5344CB8AC3E}">
        <p14:creationId xmlns:p14="http://schemas.microsoft.com/office/powerpoint/2010/main" val="7842519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51</a:t>
            </a:fld>
            <a:endParaRPr lang="zh-CN" altLang="en-US"/>
          </a:p>
        </p:txBody>
      </p:sp>
    </p:spTree>
    <p:extLst>
      <p:ext uri="{BB962C8B-B14F-4D97-AF65-F5344CB8AC3E}">
        <p14:creationId xmlns:p14="http://schemas.microsoft.com/office/powerpoint/2010/main" val="275041751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52</a:t>
            </a:fld>
            <a:endParaRPr lang="zh-CN" altLang="en-US"/>
          </a:p>
        </p:txBody>
      </p:sp>
    </p:spTree>
    <p:extLst>
      <p:ext uri="{BB962C8B-B14F-4D97-AF65-F5344CB8AC3E}">
        <p14:creationId xmlns:p14="http://schemas.microsoft.com/office/powerpoint/2010/main" val="358301394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53</a:t>
            </a:fld>
            <a:endParaRPr lang="zh-CN" altLang="en-US"/>
          </a:p>
        </p:txBody>
      </p:sp>
    </p:spTree>
    <p:extLst>
      <p:ext uri="{BB962C8B-B14F-4D97-AF65-F5344CB8AC3E}">
        <p14:creationId xmlns:p14="http://schemas.microsoft.com/office/powerpoint/2010/main" val="337395841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54</a:t>
            </a:fld>
            <a:endParaRPr lang="zh-CN" altLang="en-US"/>
          </a:p>
        </p:txBody>
      </p:sp>
    </p:spTree>
    <p:extLst>
      <p:ext uri="{BB962C8B-B14F-4D97-AF65-F5344CB8AC3E}">
        <p14:creationId xmlns:p14="http://schemas.microsoft.com/office/powerpoint/2010/main" val="863222003"/>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55</a:t>
            </a:fld>
            <a:endParaRPr lang="zh-CN" altLang="en-US"/>
          </a:p>
        </p:txBody>
      </p:sp>
    </p:spTree>
    <p:extLst>
      <p:ext uri="{BB962C8B-B14F-4D97-AF65-F5344CB8AC3E}">
        <p14:creationId xmlns:p14="http://schemas.microsoft.com/office/powerpoint/2010/main" val="29242906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56</a:t>
            </a:fld>
            <a:endParaRPr lang="zh-CN" altLang="en-US"/>
          </a:p>
        </p:txBody>
      </p:sp>
    </p:spTree>
    <p:extLst>
      <p:ext uri="{BB962C8B-B14F-4D97-AF65-F5344CB8AC3E}">
        <p14:creationId xmlns:p14="http://schemas.microsoft.com/office/powerpoint/2010/main" val="350610509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57</a:t>
            </a:fld>
            <a:endParaRPr lang="zh-CN" altLang="en-US"/>
          </a:p>
        </p:txBody>
      </p:sp>
    </p:spTree>
    <p:extLst>
      <p:ext uri="{BB962C8B-B14F-4D97-AF65-F5344CB8AC3E}">
        <p14:creationId xmlns:p14="http://schemas.microsoft.com/office/powerpoint/2010/main" val="96384984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58</a:t>
            </a:fld>
            <a:endParaRPr lang="zh-CN" altLang="en-US"/>
          </a:p>
        </p:txBody>
      </p:sp>
    </p:spTree>
    <p:extLst>
      <p:ext uri="{BB962C8B-B14F-4D97-AF65-F5344CB8AC3E}">
        <p14:creationId xmlns:p14="http://schemas.microsoft.com/office/powerpoint/2010/main" val="317457800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a:buNone/>
            </a:pPr>
            <a:endParaRPr lang="en-US" altLang="zh-CN"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59</a:t>
            </a:fld>
            <a:endParaRPr lang="zh-CN" altLang="en-US"/>
          </a:p>
        </p:txBody>
      </p:sp>
    </p:spTree>
    <p:extLst>
      <p:ext uri="{BB962C8B-B14F-4D97-AF65-F5344CB8AC3E}">
        <p14:creationId xmlns:p14="http://schemas.microsoft.com/office/powerpoint/2010/main" val="235691774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4FFFC1-AEF0-41A3-6ED2-0FF5C5EBDBF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C6FC7E7-3E45-A997-0CF1-B14068EE1C8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F929EC8F-9FF4-454C-F8D1-5EAD00A3DE64}"/>
              </a:ext>
            </a:extLst>
          </p:cNvPr>
          <p:cNvSpPr>
            <a:spLocks noGrp="1"/>
          </p:cNvSpPr>
          <p:nvPr>
            <p:ph type="body" idx="1"/>
          </p:nvPr>
        </p:nvSpPr>
        <p:spPr/>
        <p:txBody>
          <a:bodyPr/>
          <a:lstStyle/>
          <a:p>
            <a:pPr marL="0" indent="0">
              <a:buNone/>
            </a:pPr>
            <a:endParaRPr lang="en-US" altLang="zh-CN" dirty="0"/>
          </a:p>
        </p:txBody>
      </p:sp>
      <p:sp>
        <p:nvSpPr>
          <p:cNvPr id="4" name="灯片编号占位符 3">
            <a:extLst>
              <a:ext uri="{FF2B5EF4-FFF2-40B4-BE49-F238E27FC236}">
                <a16:creationId xmlns:a16="http://schemas.microsoft.com/office/drawing/2014/main" id="{0DD34857-36E3-3964-4D89-6FB58440280C}"/>
              </a:ext>
            </a:extLst>
          </p:cNvPr>
          <p:cNvSpPr>
            <a:spLocks noGrp="1"/>
          </p:cNvSpPr>
          <p:nvPr>
            <p:ph type="sldNum" sz="quarter" idx="10"/>
          </p:nvPr>
        </p:nvSpPr>
        <p:spPr/>
        <p:txBody>
          <a:bodyPr/>
          <a:lstStyle/>
          <a:p>
            <a:fld id="{0B14BD24-89E3-4C51-B736-BCCE6C13A884}" type="slidenum">
              <a:rPr lang="zh-CN" altLang="en-US" smtClean="0"/>
              <a:pPr/>
              <a:t>60</a:t>
            </a:fld>
            <a:endParaRPr lang="zh-CN" altLang="en-US"/>
          </a:p>
        </p:txBody>
      </p:sp>
    </p:spTree>
    <p:extLst>
      <p:ext uri="{BB962C8B-B14F-4D97-AF65-F5344CB8AC3E}">
        <p14:creationId xmlns:p14="http://schemas.microsoft.com/office/powerpoint/2010/main" val="188174723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61</a:t>
            </a:fld>
            <a:endParaRPr lang="zh-CN" altLang="en-US"/>
          </a:p>
        </p:txBody>
      </p:sp>
    </p:spTree>
    <p:extLst>
      <p:ext uri="{BB962C8B-B14F-4D97-AF65-F5344CB8AC3E}">
        <p14:creationId xmlns:p14="http://schemas.microsoft.com/office/powerpoint/2010/main" val="39498397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B6B082-5CF7-1D7A-C049-0C1EAF85799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4B799991-74B2-0CFA-100A-CA67AA4630AB}"/>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E8025C8-7D67-26E3-3D13-57B0804B5678}"/>
              </a:ext>
            </a:extLst>
          </p:cNvPr>
          <p:cNvSpPr>
            <a:spLocks noGrp="1"/>
          </p:cNvSpPr>
          <p:nvPr>
            <p:ph type="body" idx="1"/>
          </p:nvPr>
        </p:nvSpPr>
        <p:spPr/>
        <p:txBody>
          <a:bodyPr/>
          <a:lstStyle/>
          <a:p>
            <a:pPr marL="0" indent="0">
              <a:buNone/>
            </a:pPr>
            <a:endParaRPr lang="en-US" altLang="zh-CN" dirty="0"/>
          </a:p>
        </p:txBody>
      </p:sp>
      <p:sp>
        <p:nvSpPr>
          <p:cNvPr id="4" name="灯片编号占位符 3">
            <a:extLst>
              <a:ext uri="{FF2B5EF4-FFF2-40B4-BE49-F238E27FC236}">
                <a16:creationId xmlns:a16="http://schemas.microsoft.com/office/drawing/2014/main" id="{BD8F8D1E-DAAD-DBDD-AC52-E36BC40407AA}"/>
              </a:ext>
            </a:extLst>
          </p:cNvPr>
          <p:cNvSpPr>
            <a:spLocks noGrp="1"/>
          </p:cNvSpPr>
          <p:nvPr>
            <p:ph type="sldNum" sz="quarter" idx="10"/>
          </p:nvPr>
        </p:nvSpPr>
        <p:spPr/>
        <p:txBody>
          <a:bodyPr/>
          <a:lstStyle/>
          <a:p>
            <a:fld id="{0B14BD24-89E3-4C51-B736-BCCE6C13A884}" type="slidenum">
              <a:rPr lang="zh-CN" altLang="en-US" smtClean="0"/>
              <a:pPr/>
              <a:t>62</a:t>
            </a:fld>
            <a:endParaRPr lang="zh-CN" altLang="en-US"/>
          </a:p>
        </p:txBody>
      </p:sp>
    </p:spTree>
    <p:extLst>
      <p:ext uri="{BB962C8B-B14F-4D97-AF65-F5344CB8AC3E}">
        <p14:creationId xmlns:p14="http://schemas.microsoft.com/office/powerpoint/2010/main" val="65335072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F8F975-A935-F518-4308-3BFB3711FCF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B4684C4-E39E-05FF-37EF-618AEA00607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F7FA905-B36A-168D-2315-15670D4FF614}"/>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17EE8AE3-8E58-BB39-1FB2-64324FEAADC1}"/>
              </a:ext>
            </a:extLst>
          </p:cNvPr>
          <p:cNvSpPr>
            <a:spLocks noGrp="1"/>
          </p:cNvSpPr>
          <p:nvPr>
            <p:ph type="sldNum" sz="quarter" idx="10"/>
          </p:nvPr>
        </p:nvSpPr>
        <p:spPr/>
        <p:txBody>
          <a:bodyPr/>
          <a:lstStyle/>
          <a:p>
            <a:fld id="{0B14BD24-89E3-4C51-B736-BCCE6C13A884}" type="slidenum">
              <a:rPr lang="zh-CN" altLang="en-US" smtClean="0"/>
              <a:pPr/>
              <a:t>63</a:t>
            </a:fld>
            <a:endParaRPr lang="zh-CN" altLang="en-US"/>
          </a:p>
        </p:txBody>
      </p:sp>
    </p:spTree>
    <p:extLst>
      <p:ext uri="{BB962C8B-B14F-4D97-AF65-F5344CB8AC3E}">
        <p14:creationId xmlns:p14="http://schemas.microsoft.com/office/powerpoint/2010/main" val="23100782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60AD0B-1855-A150-38F0-A7FED446654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F6692AA-BABF-C03A-9A1A-D98A99C1DB7B}"/>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54DB356-0F9F-0BDD-F75F-B55B45DA8F63}"/>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DB354FD2-27B2-F40C-0449-9D553A029BEB}"/>
              </a:ext>
            </a:extLst>
          </p:cNvPr>
          <p:cNvSpPr>
            <a:spLocks noGrp="1"/>
          </p:cNvSpPr>
          <p:nvPr>
            <p:ph type="sldNum" sz="quarter" idx="5"/>
          </p:nvPr>
        </p:nvSpPr>
        <p:spPr/>
        <p:txBody>
          <a:bodyPr/>
          <a:lstStyle/>
          <a:p>
            <a:pPr>
              <a:defRPr/>
            </a:pPr>
            <a:fld id="{CD1CD96A-A6EF-4B0B-9885-C22D65D2CD20}" type="slidenum">
              <a:rPr lang="zh-CN" altLang="en-US" smtClean="0"/>
              <a:pPr>
                <a:defRPr/>
              </a:pPr>
              <a:t>64</a:t>
            </a:fld>
            <a:endParaRPr lang="zh-CN" altLang="en-US"/>
          </a:p>
        </p:txBody>
      </p:sp>
    </p:spTree>
    <p:extLst>
      <p:ext uri="{BB962C8B-B14F-4D97-AF65-F5344CB8AC3E}">
        <p14:creationId xmlns:p14="http://schemas.microsoft.com/office/powerpoint/2010/main" val="422176833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F43B2C-597F-2972-E0ED-59080B9914B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E97B913-5343-35A8-63A9-FA8CCD06B91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A1CEF69-DF5A-6650-0697-7192FC2B7897}"/>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932184C6-E936-04D5-F96C-EAF2B9F6506D}"/>
              </a:ext>
            </a:extLst>
          </p:cNvPr>
          <p:cNvSpPr>
            <a:spLocks noGrp="1"/>
          </p:cNvSpPr>
          <p:nvPr>
            <p:ph type="sldNum" sz="quarter" idx="5"/>
          </p:nvPr>
        </p:nvSpPr>
        <p:spPr/>
        <p:txBody>
          <a:bodyPr/>
          <a:lstStyle/>
          <a:p>
            <a:pPr>
              <a:defRPr/>
            </a:pPr>
            <a:fld id="{CD1CD96A-A6EF-4B0B-9885-C22D65D2CD20}" type="slidenum">
              <a:rPr lang="zh-CN" altLang="en-US" smtClean="0"/>
              <a:pPr>
                <a:defRPr/>
              </a:pPr>
              <a:t>65</a:t>
            </a:fld>
            <a:endParaRPr lang="zh-CN" altLang="en-US"/>
          </a:p>
        </p:txBody>
      </p:sp>
    </p:spTree>
    <p:extLst>
      <p:ext uri="{BB962C8B-B14F-4D97-AF65-F5344CB8AC3E}">
        <p14:creationId xmlns:p14="http://schemas.microsoft.com/office/powerpoint/2010/main" val="54309009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66</a:t>
            </a:fld>
            <a:endParaRPr lang="zh-CN" altLang="en-US"/>
          </a:p>
        </p:txBody>
      </p:sp>
    </p:spTree>
    <p:extLst>
      <p:ext uri="{BB962C8B-B14F-4D97-AF65-F5344CB8AC3E}">
        <p14:creationId xmlns:p14="http://schemas.microsoft.com/office/powerpoint/2010/main" val="251777565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67</a:t>
            </a:fld>
            <a:endParaRPr lang="zh-CN" altLang="en-US"/>
          </a:p>
        </p:txBody>
      </p:sp>
    </p:spTree>
    <p:extLst>
      <p:ext uri="{BB962C8B-B14F-4D97-AF65-F5344CB8AC3E}">
        <p14:creationId xmlns:p14="http://schemas.microsoft.com/office/powerpoint/2010/main" val="56790120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68</a:t>
            </a:fld>
            <a:endParaRPr lang="zh-CN" altLang="en-US"/>
          </a:p>
        </p:txBody>
      </p:sp>
    </p:spTree>
    <p:extLst>
      <p:ext uri="{BB962C8B-B14F-4D97-AF65-F5344CB8AC3E}">
        <p14:creationId xmlns:p14="http://schemas.microsoft.com/office/powerpoint/2010/main" val="373173966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69</a:t>
            </a:fld>
            <a:endParaRPr lang="zh-CN" altLang="en-US"/>
          </a:p>
        </p:txBody>
      </p:sp>
    </p:spTree>
    <p:extLst>
      <p:ext uri="{BB962C8B-B14F-4D97-AF65-F5344CB8AC3E}">
        <p14:creationId xmlns:p14="http://schemas.microsoft.com/office/powerpoint/2010/main" val="101496024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70</a:t>
            </a:fld>
            <a:endParaRPr lang="zh-CN" altLang="en-US"/>
          </a:p>
        </p:txBody>
      </p:sp>
    </p:spTree>
    <p:extLst>
      <p:ext uri="{BB962C8B-B14F-4D97-AF65-F5344CB8AC3E}">
        <p14:creationId xmlns:p14="http://schemas.microsoft.com/office/powerpoint/2010/main" val="258449770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71</a:t>
            </a:fld>
            <a:endParaRPr lang="zh-CN" altLang="en-US"/>
          </a:p>
        </p:txBody>
      </p:sp>
    </p:spTree>
    <p:extLst>
      <p:ext uri="{BB962C8B-B14F-4D97-AF65-F5344CB8AC3E}">
        <p14:creationId xmlns:p14="http://schemas.microsoft.com/office/powerpoint/2010/main" val="386056243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72</a:t>
            </a:fld>
            <a:endParaRPr lang="zh-CN" altLang="en-US"/>
          </a:p>
        </p:txBody>
      </p:sp>
    </p:spTree>
    <p:extLst>
      <p:ext uri="{BB962C8B-B14F-4D97-AF65-F5344CB8AC3E}">
        <p14:creationId xmlns:p14="http://schemas.microsoft.com/office/powerpoint/2010/main" val="339342040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73</a:t>
            </a:fld>
            <a:endParaRPr lang="zh-CN" altLang="en-US"/>
          </a:p>
        </p:txBody>
      </p:sp>
    </p:spTree>
    <p:extLst>
      <p:ext uri="{BB962C8B-B14F-4D97-AF65-F5344CB8AC3E}">
        <p14:creationId xmlns:p14="http://schemas.microsoft.com/office/powerpoint/2010/main" val="357695430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74</a:t>
            </a:fld>
            <a:endParaRPr lang="zh-CN" altLang="en-US"/>
          </a:p>
        </p:txBody>
      </p:sp>
    </p:spTree>
    <p:extLst>
      <p:ext uri="{BB962C8B-B14F-4D97-AF65-F5344CB8AC3E}">
        <p14:creationId xmlns:p14="http://schemas.microsoft.com/office/powerpoint/2010/main" val="2755355244"/>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B95D28-A68F-C2AA-8031-14AF23F1451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36DB565-2DC7-3ED4-F25C-A425F03FDB8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DC01B0C-37F8-24DB-ACA6-CD70C2F037F6}"/>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02E3C40D-1087-24DB-6307-A926D6D9869E}"/>
              </a:ext>
            </a:extLst>
          </p:cNvPr>
          <p:cNvSpPr>
            <a:spLocks noGrp="1"/>
          </p:cNvSpPr>
          <p:nvPr>
            <p:ph type="sldNum" sz="quarter" idx="5"/>
          </p:nvPr>
        </p:nvSpPr>
        <p:spPr/>
        <p:txBody>
          <a:bodyPr/>
          <a:lstStyle/>
          <a:p>
            <a:pPr>
              <a:defRPr/>
            </a:pPr>
            <a:fld id="{CD1CD96A-A6EF-4B0B-9885-C22D65D2CD20}" type="slidenum">
              <a:rPr lang="zh-CN" altLang="en-US" smtClean="0"/>
              <a:pPr>
                <a:defRPr/>
              </a:pPr>
              <a:t>75</a:t>
            </a:fld>
            <a:endParaRPr lang="zh-CN" altLang="en-US"/>
          </a:p>
        </p:txBody>
      </p:sp>
    </p:spTree>
    <p:extLst>
      <p:ext uri="{BB962C8B-B14F-4D97-AF65-F5344CB8AC3E}">
        <p14:creationId xmlns:p14="http://schemas.microsoft.com/office/powerpoint/2010/main" val="339393571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76</a:t>
            </a:fld>
            <a:endParaRPr lang="zh-CN" altLang="en-US"/>
          </a:p>
        </p:txBody>
      </p:sp>
    </p:spTree>
    <p:extLst>
      <p:ext uri="{BB962C8B-B14F-4D97-AF65-F5344CB8AC3E}">
        <p14:creationId xmlns:p14="http://schemas.microsoft.com/office/powerpoint/2010/main" val="221359779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7574F7-05AD-2F2E-D4A1-3FE4191CE7E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D4EEA66-D18F-6D9B-76BA-29191E8BDF0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6C121EC-17DD-A009-B80D-90FB6482098A}"/>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D6BED4D1-A9B6-7F25-AB21-8D068B8BE31D}"/>
              </a:ext>
            </a:extLst>
          </p:cNvPr>
          <p:cNvSpPr>
            <a:spLocks noGrp="1"/>
          </p:cNvSpPr>
          <p:nvPr>
            <p:ph type="sldNum" sz="quarter" idx="5"/>
          </p:nvPr>
        </p:nvSpPr>
        <p:spPr/>
        <p:txBody>
          <a:bodyPr/>
          <a:lstStyle/>
          <a:p>
            <a:pPr>
              <a:defRPr/>
            </a:pPr>
            <a:fld id="{CD1CD96A-A6EF-4B0B-9885-C22D65D2CD20}" type="slidenum">
              <a:rPr lang="zh-CN" altLang="en-US" smtClean="0"/>
              <a:pPr>
                <a:defRPr/>
              </a:pPr>
              <a:t>77</a:t>
            </a:fld>
            <a:endParaRPr lang="zh-CN" altLang="en-US"/>
          </a:p>
        </p:txBody>
      </p:sp>
    </p:spTree>
    <p:extLst>
      <p:ext uri="{BB962C8B-B14F-4D97-AF65-F5344CB8AC3E}">
        <p14:creationId xmlns:p14="http://schemas.microsoft.com/office/powerpoint/2010/main" val="63522244"/>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78</a:t>
            </a:fld>
            <a:endParaRPr lang="zh-CN" altLang="en-US"/>
          </a:p>
        </p:txBody>
      </p:sp>
    </p:spTree>
    <p:extLst>
      <p:ext uri="{BB962C8B-B14F-4D97-AF65-F5344CB8AC3E}">
        <p14:creationId xmlns:p14="http://schemas.microsoft.com/office/powerpoint/2010/main" val="222680313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79</a:t>
            </a:fld>
            <a:endParaRPr lang="zh-CN" altLang="en-US"/>
          </a:p>
        </p:txBody>
      </p:sp>
    </p:spTree>
    <p:extLst>
      <p:ext uri="{BB962C8B-B14F-4D97-AF65-F5344CB8AC3E}">
        <p14:creationId xmlns:p14="http://schemas.microsoft.com/office/powerpoint/2010/main" val="264742242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80</a:t>
            </a:fld>
            <a:endParaRPr lang="zh-CN" altLang="en-US"/>
          </a:p>
        </p:txBody>
      </p:sp>
    </p:spTree>
    <p:extLst>
      <p:ext uri="{BB962C8B-B14F-4D97-AF65-F5344CB8AC3E}">
        <p14:creationId xmlns:p14="http://schemas.microsoft.com/office/powerpoint/2010/main" val="342118430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81</a:t>
            </a:fld>
            <a:endParaRPr lang="zh-CN" altLang="en-US"/>
          </a:p>
        </p:txBody>
      </p:sp>
    </p:spTree>
    <p:extLst>
      <p:ext uri="{BB962C8B-B14F-4D97-AF65-F5344CB8AC3E}">
        <p14:creationId xmlns:p14="http://schemas.microsoft.com/office/powerpoint/2010/main" val="240898912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82</a:t>
            </a:fld>
            <a:endParaRPr lang="zh-CN" altLang="en-US"/>
          </a:p>
        </p:txBody>
      </p:sp>
    </p:spTree>
    <p:extLst>
      <p:ext uri="{BB962C8B-B14F-4D97-AF65-F5344CB8AC3E}">
        <p14:creationId xmlns:p14="http://schemas.microsoft.com/office/powerpoint/2010/main" val="433096266"/>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83</a:t>
            </a:fld>
            <a:endParaRPr lang="zh-CN" altLang="en-US"/>
          </a:p>
        </p:txBody>
      </p:sp>
    </p:spTree>
    <p:extLst>
      <p:ext uri="{BB962C8B-B14F-4D97-AF65-F5344CB8AC3E}">
        <p14:creationId xmlns:p14="http://schemas.microsoft.com/office/powerpoint/2010/main" val="2315252328"/>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84</a:t>
            </a:fld>
            <a:endParaRPr lang="zh-CN" altLang="en-US"/>
          </a:p>
        </p:txBody>
      </p:sp>
    </p:spTree>
    <p:extLst>
      <p:ext uri="{BB962C8B-B14F-4D97-AF65-F5344CB8AC3E}">
        <p14:creationId xmlns:p14="http://schemas.microsoft.com/office/powerpoint/2010/main" val="3373387563"/>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85</a:t>
            </a:fld>
            <a:endParaRPr lang="zh-CN" altLang="en-US"/>
          </a:p>
        </p:txBody>
      </p:sp>
    </p:spTree>
    <p:extLst>
      <p:ext uri="{BB962C8B-B14F-4D97-AF65-F5344CB8AC3E}">
        <p14:creationId xmlns:p14="http://schemas.microsoft.com/office/powerpoint/2010/main" val="283566970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86</a:t>
            </a:fld>
            <a:endParaRPr lang="zh-CN" altLang="en-US"/>
          </a:p>
        </p:txBody>
      </p:sp>
    </p:spTree>
    <p:extLst>
      <p:ext uri="{BB962C8B-B14F-4D97-AF65-F5344CB8AC3E}">
        <p14:creationId xmlns:p14="http://schemas.microsoft.com/office/powerpoint/2010/main" val="2583558433"/>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87</a:t>
            </a:fld>
            <a:endParaRPr lang="zh-CN" altLang="en-US"/>
          </a:p>
        </p:txBody>
      </p:sp>
    </p:spTree>
    <p:extLst>
      <p:ext uri="{BB962C8B-B14F-4D97-AF65-F5344CB8AC3E}">
        <p14:creationId xmlns:p14="http://schemas.microsoft.com/office/powerpoint/2010/main" val="342701415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88</a:t>
            </a:fld>
            <a:endParaRPr lang="zh-CN" altLang="en-US"/>
          </a:p>
        </p:txBody>
      </p:sp>
    </p:spTree>
    <p:extLst>
      <p:ext uri="{BB962C8B-B14F-4D97-AF65-F5344CB8AC3E}">
        <p14:creationId xmlns:p14="http://schemas.microsoft.com/office/powerpoint/2010/main" val="1315201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89</a:t>
            </a:fld>
            <a:endParaRPr lang="zh-CN" altLang="en-US"/>
          </a:p>
        </p:txBody>
      </p:sp>
    </p:spTree>
    <p:extLst>
      <p:ext uri="{BB962C8B-B14F-4D97-AF65-F5344CB8AC3E}">
        <p14:creationId xmlns:p14="http://schemas.microsoft.com/office/powerpoint/2010/main" val="418497712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90</a:t>
            </a:fld>
            <a:endParaRPr lang="zh-CN" altLang="en-US"/>
          </a:p>
        </p:txBody>
      </p:sp>
    </p:spTree>
    <p:extLst>
      <p:ext uri="{BB962C8B-B14F-4D97-AF65-F5344CB8AC3E}">
        <p14:creationId xmlns:p14="http://schemas.microsoft.com/office/powerpoint/2010/main" val="51300588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91</a:t>
            </a:fld>
            <a:endParaRPr lang="zh-CN" altLang="en-US"/>
          </a:p>
        </p:txBody>
      </p:sp>
    </p:spTree>
    <p:extLst>
      <p:ext uri="{BB962C8B-B14F-4D97-AF65-F5344CB8AC3E}">
        <p14:creationId xmlns:p14="http://schemas.microsoft.com/office/powerpoint/2010/main" val="403663427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92</a:t>
            </a:fld>
            <a:endParaRPr lang="zh-CN" altLang="en-US"/>
          </a:p>
        </p:txBody>
      </p:sp>
    </p:spTree>
    <p:extLst>
      <p:ext uri="{BB962C8B-B14F-4D97-AF65-F5344CB8AC3E}">
        <p14:creationId xmlns:p14="http://schemas.microsoft.com/office/powerpoint/2010/main" val="3500160402"/>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93</a:t>
            </a:fld>
            <a:endParaRPr lang="zh-CN" altLang="en-US"/>
          </a:p>
        </p:txBody>
      </p:sp>
    </p:spTree>
    <p:extLst>
      <p:ext uri="{BB962C8B-B14F-4D97-AF65-F5344CB8AC3E}">
        <p14:creationId xmlns:p14="http://schemas.microsoft.com/office/powerpoint/2010/main" val="3411841792"/>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94</a:t>
            </a:fld>
            <a:endParaRPr lang="zh-CN" altLang="en-US"/>
          </a:p>
        </p:txBody>
      </p:sp>
    </p:spTree>
    <p:extLst>
      <p:ext uri="{BB962C8B-B14F-4D97-AF65-F5344CB8AC3E}">
        <p14:creationId xmlns:p14="http://schemas.microsoft.com/office/powerpoint/2010/main" val="332821285"/>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95</a:t>
            </a:fld>
            <a:endParaRPr lang="zh-CN" altLang="en-US"/>
          </a:p>
        </p:txBody>
      </p:sp>
    </p:spTree>
    <p:extLst>
      <p:ext uri="{BB962C8B-B14F-4D97-AF65-F5344CB8AC3E}">
        <p14:creationId xmlns:p14="http://schemas.microsoft.com/office/powerpoint/2010/main" val="345893577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96</a:t>
            </a:fld>
            <a:endParaRPr lang="zh-CN" altLang="en-US"/>
          </a:p>
        </p:txBody>
      </p:sp>
    </p:spTree>
    <p:extLst>
      <p:ext uri="{BB962C8B-B14F-4D97-AF65-F5344CB8AC3E}">
        <p14:creationId xmlns:p14="http://schemas.microsoft.com/office/powerpoint/2010/main" val="29660490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97</a:t>
            </a:fld>
            <a:endParaRPr lang="zh-CN" altLang="en-US"/>
          </a:p>
        </p:txBody>
      </p:sp>
    </p:spTree>
    <p:extLst>
      <p:ext uri="{BB962C8B-B14F-4D97-AF65-F5344CB8AC3E}">
        <p14:creationId xmlns:p14="http://schemas.microsoft.com/office/powerpoint/2010/main" val="13831912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98</a:t>
            </a:fld>
            <a:endParaRPr lang="zh-CN" altLang="en-US"/>
          </a:p>
        </p:txBody>
      </p:sp>
    </p:spTree>
    <p:extLst>
      <p:ext uri="{BB962C8B-B14F-4D97-AF65-F5344CB8AC3E}">
        <p14:creationId xmlns:p14="http://schemas.microsoft.com/office/powerpoint/2010/main" val="324217726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4A960D-29E4-54C1-376C-B0D9141F39E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5DB638A-7A30-C529-11F7-ADE37E0E0A83}"/>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923F97F-3BBA-8DF6-623B-8870EE064703}"/>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86721026-F459-45D0-F541-CCCC426E09AD}"/>
              </a:ext>
            </a:extLst>
          </p:cNvPr>
          <p:cNvSpPr>
            <a:spLocks noGrp="1"/>
          </p:cNvSpPr>
          <p:nvPr>
            <p:ph type="sldNum" sz="quarter" idx="10"/>
          </p:nvPr>
        </p:nvSpPr>
        <p:spPr/>
        <p:txBody>
          <a:bodyPr/>
          <a:lstStyle/>
          <a:p>
            <a:fld id="{0B14BD24-89E3-4C51-B736-BCCE6C13A884}" type="slidenum">
              <a:rPr lang="zh-CN" altLang="en-US" smtClean="0"/>
              <a:pPr/>
              <a:t>99</a:t>
            </a:fld>
            <a:endParaRPr lang="zh-CN" altLang="en-US"/>
          </a:p>
        </p:txBody>
      </p:sp>
    </p:spTree>
    <p:extLst>
      <p:ext uri="{BB962C8B-B14F-4D97-AF65-F5344CB8AC3E}">
        <p14:creationId xmlns:p14="http://schemas.microsoft.com/office/powerpoint/2010/main" val="182672150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100</a:t>
            </a:fld>
            <a:endParaRPr lang="zh-CN" altLang="en-US"/>
          </a:p>
        </p:txBody>
      </p:sp>
    </p:spTree>
    <p:extLst>
      <p:ext uri="{BB962C8B-B14F-4D97-AF65-F5344CB8AC3E}">
        <p14:creationId xmlns:p14="http://schemas.microsoft.com/office/powerpoint/2010/main" val="336057015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F8744E-B1D0-1AE8-FD7C-8CC3CFD1C2E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8B744CC-A2A5-6641-8DB9-48954DADAED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A00F163-3167-9DBD-395B-F87EF4A13A59}"/>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8C8B7C57-9F15-99FC-3DE3-2D9FFD21B5BD}"/>
              </a:ext>
            </a:extLst>
          </p:cNvPr>
          <p:cNvSpPr>
            <a:spLocks noGrp="1"/>
          </p:cNvSpPr>
          <p:nvPr>
            <p:ph type="sldNum" sz="quarter" idx="10"/>
          </p:nvPr>
        </p:nvSpPr>
        <p:spPr/>
        <p:txBody>
          <a:bodyPr/>
          <a:lstStyle/>
          <a:p>
            <a:fld id="{0B14BD24-89E3-4C51-B736-BCCE6C13A884}" type="slidenum">
              <a:rPr lang="zh-CN" altLang="en-US" smtClean="0"/>
              <a:pPr/>
              <a:t>101</a:t>
            </a:fld>
            <a:endParaRPr lang="zh-CN" altLang="en-US"/>
          </a:p>
        </p:txBody>
      </p:sp>
    </p:spTree>
    <p:extLst>
      <p:ext uri="{BB962C8B-B14F-4D97-AF65-F5344CB8AC3E}">
        <p14:creationId xmlns:p14="http://schemas.microsoft.com/office/powerpoint/2010/main" val="15100349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102</a:t>
            </a:fld>
            <a:endParaRPr lang="zh-CN" altLang="en-US"/>
          </a:p>
        </p:txBody>
      </p:sp>
    </p:spTree>
    <p:extLst>
      <p:ext uri="{BB962C8B-B14F-4D97-AF65-F5344CB8AC3E}">
        <p14:creationId xmlns:p14="http://schemas.microsoft.com/office/powerpoint/2010/main" val="2072392007"/>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BAF787-545D-D697-A301-AA9E5DF734F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E354B08-5BBA-BBDF-1C19-9363B26B6C3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669F1E7-F91F-7E62-F4EC-06BD903FD02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98BA5693-F8EC-E0E4-3287-EAC07B28DDD3}"/>
              </a:ext>
            </a:extLst>
          </p:cNvPr>
          <p:cNvSpPr>
            <a:spLocks noGrp="1"/>
          </p:cNvSpPr>
          <p:nvPr>
            <p:ph type="sldNum" sz="quarter" idx="5"/>
          </p:nvPr>
        </p:nvSpPr>
        <p:spPr/>
        <p:txBody>
          <a:bodyPr/>
          <a:lstStyle/>
          <a:p>
            <a:pPr>
              <a:defRPr/>
            </a:pPr>
            <a:fld id="{CD1CD96A-A6EF-4B0B-9885-C22D65D2CD20}" type="slidenum">
              <a:rPr lang="zh-CN" altLang="en-US" smtClean="0"/>
              <a:pPr>
                <a:defRPr/>
              </a:pPr>
              <a:t>103</a:t>
            </a:fld>
            <a:endParaRPr lang="zh-CN" altLang="en-US"/>
          </a:p>
        </p:txBody>
      </p:sp>
    </p:spTree>
    <p:extLst>
      <p:ext uri="{BB962C8B-B14F-4D97-AF65-F5344CB8AC3E}">
        <p14:creationId xmlns:p14="http://schemas.microsoft.com/office/powerpoint/2010/main" val="1488246698"/>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104</a:t>
            </a:fld>
            <a:endParaRPr lang="zh-CN" altLang="en-US"/>
          </a:p>
        </p:txBody>
      </p:sp>
    </p:spTree>
    <p:extLst>
      <p:ext uri="{BB962C8B-B14F-4D97-AF65-F5344CB8AC3E}">
        <p14:creationId xmlns:p14="http://schemas.microsoft.com/office/powerpoint/2010/main" val="3005395719"/>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105</a:t>
            </a:fld>
            <a:endParaRPr lang="zh-CN" altLang="en-US"/>
          </a:p>
        </p:txBody>
      </p:sp>
    </p:spTree>
    <p:extLst>
      <p:ext uri="{BB962C8B-B14F-4D97-AF65-F5344CB8AC3E}">
        <p14:creationId xmlns:p14="http://schemas.microsoft.com/office/powerpoint/2010/main" val="2480091144"/>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106</a:t>
            </a:fld>
            <a:endParaRPr lang="zh-CN" altLang="en-US"/>
          </a:p>
        </p:txBody>
      </p:sp>
    </p:spTree>
    <p:extLst>
      <p:ext uri="{BB962C8B-B14F-4D97-AF65-F5344CB8AC3E}">
        <p14:creationId xmlns:p14="http://schemas.microsoft.com/office/powerpoint/2010/main" val="1062046150"/>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107</a:t>
            </a:fld>
            <a:endParaRPr lang="zh-CN" altLang="en-US"/>
          </a:p>
        </p:txBody>
      </p:sp>
    </p:spTree>
    <p:extLst>
      <p:ext uri="{BB962C8B-B14F-4D97-AF65-F5344CB8AC3E}">
        <p14:creationId xmlns:p14="http://schemas.microsoft.com/office/powerpoint/2010/main" val="3518028734"/>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108</a:t>
            </a:fld>
            <a:endParaRPr lang="zh-CN" altLang="en-US"/>
          </a:p>
        </p:txBody>
      </p:sp>
    </p:spTree>
    <p:extLst>
      <p:ext uri="{BB962C8B-B14F-4D97-AF65-F5344CB8AC3E}">
        <p14:creationId xmlns:p14="http://schemas.microsoft.com/office/powerpoint/2010/main" val="56410064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109</a:t>
            </a:fld>
            <a:endParaRPr lang="zh-CN" altLang="en-US"/>
          </a:p>
        </p:txBody>
      </p:sp>
    </p:spTree>
    <p:extLst>
      <p:ext uri="{BB962C8B-B14F-4D97-AF65-F5344CB8AC3E}">
        <p14:creationId xmlns:p14="http://schemas.microsoft.com/office/powerpoint/2010/main" val="901308429"/>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110</a:t>
            </a:fld>
            <a:endParaRPr lang="zh-CN" altLang="en-US"/>
          </a:p>
        </p:txBody>
      </p:sp>
    </p:spTree>
    <p:extLst>
      <p:ext uri="{BB962C8B-B14F-4D97-AF65-F5344CB8AC3E}">
        <p14:creationId xmlns:p14="http://schemas.microsoft.com/office/powerpoint/2010/main" val="3718260387"/>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D1283B-DC37-F886-5B66-2CB71F3F082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31CB006E-D4BA-85E0-1599-D01BAFB8FA1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F5CF57B-E778-4712-7302-86D0AD29339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A460CDB3-C2F1-2CDC-DB06-CCAD4B421172}"/>
              </a:ext>
            </a:extLst>
          </p:cNvPr>
          <p:cNvSpPr>
            <a:spLocks noGrp="1"/>
          </p:cNvSpPr>
          <p:nvPr>
            <p:ph type="sldNum" sz="quarter" idx="5"/>
          </p:nvPr>
        </p:nvSpPr>
        <p:spPr/>
        <p:txBody>
          <a:bodyPr/>
          <a:lstStyle/>
          <a:p>
            <a:pPr>
              <a:defRPr/>
            </a:pPr>
            <a:fld id="{CD1CD96A-A6EF-4B0B-9885-C22D65D2CD20}" type="slidenum">
              <a:rPr lang="zh-CN" altLang="en-US" smtClean="0"/>
              <a:pPr>
                <a:defRPr/>
              </a:pPr>
              <a:t>111</a:t>
            </a:fld>
            <a:endParaRPr lang="zh-CN" altLang="en-US"/>
          </a:p>
        </p:txBody>
      </p:sp>
    </p:spTree>
    <p:extLst>
      <p:ext uri="{BB962C8B-B14F-4D97-AF65-F5344CB8AC3E}">
        <p14:creationId xmlns:p14="http://schemas.microsoft.com/office/powerpoint/2010/main" val="1203442248"/>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CBF75B-C32E-E47B-2CF2-3196010438C5}"/>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FFE7A3F-E753-5049-BD1A-DB0D2DD6FE1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5E52DFB5-DF08-A5C1-8A14-A0FE4D434B63}"/>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7E4928E6-B6FD-BA54-72B0-7718E2FBE7B2}"/>
              </a:ext>
            </a:extLst>
          </p:cNvPr>
          <p:cNvSpPr>
            <a:spLocks noGrp="1"/>
          </p:cNvSpPr>
          <p:nvPr>
            <p:ph type="sldNum" sz="quarter" idx="5"/>
          </p:nvPr>
        </p:nvSpPr>
        <p:spPr/>
        <p:txBody>
          <a:bodyPr/>
          <a:lstStyle/>
          <a:p>
            <a:pPr>
              <a:defRPr/>
            </a:pPr>
            <a:fld id="{CD1CD96A-A6EF-4B0B-9885-C22D65D2CD20}" type="slidenum">
              <a:rPr lang="zh-CN" altLang="en-US" smtClean="0"/>
              <a:pPr>
                <a:defRPr/>
              </a:pPr>
              <a:t>112</a:t>
            </a:fld>
            <a:endParaRPr lang="zh-CN" altLang="en-US"/>
          </a:p>
        </p:txBody>
      </p:sp>
    </p:spTree>
    <p:extLst>
      <p:ext uri="{BB962C8B-B14F-4D97-AF65-F5344CB8AC3E}">
        <p14:creationId xmlns:p14="http://schemas.microsoft.com/office/powerpoint/2010/main" val="1320546362"/>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07A015-C4B3-0CF9-A709-6CE566E49D0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F5CCA10-C9D2-8300-A1B4-5BD883EA037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58C1539-03B3-5885-87DF-00BCF2A558B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0349390E-E494-2B3F-64E3-A321F9F928EF}"/>
              </a:ext>
            </a:extLst>
          </p:cNvPr>
          <p:cNvSpPr>
            <a:spLocks noGrp="1"/>
          </p:cNvSpPr>
          <p:nvPr>
            <p:ph type="sldNum" sz="quarter" idx="5"/>
          </p:nvPr>
        </p:nvSpPr>
        <p:spPr/>
        <p:txBody>
          <a:bodyPr/>
          <a:lstStyle/>
          <a:p>
            <a:pPr>
              <a:defRPr/>
            </a:pPr>
            <a:fld id="{CD1CD96A-A6EF-4B0B-9885-C22D65D2CD20}" type="slidenum">
              <a:rPr lang="zh-CN" altLang="en-US" smtClean="0"/>
              <a:pPr>
                <a:defRPr/>
              </a:pPr>
              <a:t>113</a:t>
            </a:fld>
            <a:endParaRPr lang="zh-CN" altLang="en-US"/>
          </a:p>
        </p:txBody>
      </p:sp>
    </p:spTree>
    <p:extLst>
      <p:ext uri="{BB962C8B-B14F-4D97-AF65-F5344CB8AC3E}">
        <p14:creationId xmlns:p14="http://schemas.microsoft.com/office/powerpoint/2010/main" val="3907401550"/>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114</a:t>
            </a:fld>
            <a:endParaRPr lang="zh-CN" altLang="en-US"/>
          </a:p>
        </p:txBody>
      </p:sp>
    </p:spTree>
    <p:extLst>
      <p:ext uri="{BB962C8B-B14F-4D97-AF65-F5344CB8AC3E}">
        <p14:creationId xmlns:p14="http://schemas.microsoft.com/office/powerpoint/2010/main" val="1699850917"/>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115</a:t>
            </a:fld>
            <a:endParaRPr lang="zh-CN" altLang="en-US"/>
          </a:p>
        </p:txBody>
      </p:sp>
    </p:spTree>
    <p:extLst>
      <p:ext uri="{BB962C8B-B14F-4D97-AF65-F5344CB8AC3E}">
        <p14:creationId xmlns:p14="http://schemas.microsoft.com/office/powerpoint/2010/main" val="3353601062"/>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116</a:t>
            </a:fld>
            <a:endParaRPr lang="zh-CN" altLang="en-US"/>
          </a:p>
        </p:txBody>
      </p:sp>
    </p:spTree>
    <p:extLst>
      <p:ext uri="{BB962C8B-B14F-4D97-AF65-F5344CB8AC3E}">
        <p14:creationId xmlns:p14="http://schemas.microsoft.com/office/powerpoint/2010/main" val="2712880649"/>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117</a:t>
            </a:fld>
            <a:endParaRPr lang="zh-CN" altLang="en-US"/>
          </a:p>
        </p:txBody>
      </p:sp>
    </p:spTree>
    <p:extLst>
      <p:ext uri="{BB962C8B-B14F-4D97-AF65-F5344CB8AC3E}">
        <p14:creationId xmlns:p14="http://schemas.microsoft.com/office/powerpoint/2010/main" val="3423576109"/>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118</a:t>
            </a:fld>
            <a:endParaRPr lang="zh-CN" altLang="en-US"/>
          </a:p>
        </p:txBody>
      </p:sp>
    </p:spTree>
    <p:extLst>
      <p:ext uri="{BB962C8B-B14F-4D97-AF65-F5344CB8AC3E}">
        <p14:creationId xmlns:p14="http://schemas.microsoft.com/office/powerpoint/2010/main" val="3360940517"/>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119</a:t>
            </a:fld>
            <a:endParaRPr lang="zh-CN" altLang="en-US"/>
          </a:p>
        </p:txBody>
      </p:sp>
    </p:spTree>
    <p:extLst>
      <p:ext uri="{BB962C8B-B14F-4D97-AF65-F5344CB8AC3E}">
        <p14:creationId xmlns:p14="http://schemas.microsoft.com/office/powerpoint/2010/main" val="3043648124"/>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467D97-9325-CAA8-8FA3-5D94714163A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6EC2419-274E-60BB-2A01-C26C9970ED1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56252A4-63F1-3C5C-CEAF-AC571F09D622}"/>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04FAAA68-C832-0344-7CBA-36E437233BAC}"/>
              </a:ext>
            </a:extLst>
          </p:cNvPr>
          <p:cNvSpPr>
            <a:spLocks noGrp="1"/>
          </p:cNvSpPr>
          <p:nvPr>
            <p:ph type="sldNum" sz="quarter" idx="5"/>
          </p:nvPr>
        </p:nvSpPr>
        <p:spPr/>
        <p:txBody>
          <a:bodyPr/>
          <a:lstStyle/>
          <a:p>
            <a:pPr>
              <a:defRPr/>
            </a:pPr>
            <a:fld id="{CD1CD96A-A6EF-4B0B-9885-C22D65D2CD20}" type="slidenum">
              <a:rPr lang="zh-CN" altLang="en-US" smtClean="0"/>
              <a:pPr>
                <a:defRPr/>
              </a:pPr>
              <a:t>120</a:t>
            </a:fld>
            <a:endParaRPr lang="zh-CN" altLang="en-US"/>
          </a:p>
        </p:txBody>
      </p:sp>
    </p:spTree>
    <p:extLst>
      <p:ext uri="{BB962C8B-B14F-4D97-AF65-F5344CB8AC3E}">
        <p14:creationId xmlns:p14="http://schemas.microsoft.com/office/powerpoint/2010/main" val="1235485825"/>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F3CCC3-26D4-845C-210D-12806D36CA4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45EF41AA-1D70-CFFA-FED5-F46D0EE2A7B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1876A07-0B80-E5E6-37E1-B97F784F0171}"/>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ED459444-3E75-55E7-7E47-F51D31F5BDBF}"/>
              </a:ext>
            </a:extLst>
          </p:cNvPr>
          <p:cNvSpPr>
            <a:spLocks noGrp="1"/>
          </p:cNvSpPr>
          <p:nvPr>
            <p:ph type="sldNum" sz="quarter" idx="5"/>
          </p:nvPr>
        </p:nvSpPr>
        <p:spPr/>
        <p:txBody>
          <a:bodyPr/>
          <a:lstStyle/>
          <a:p>
            <a:pPr>
              <a:defRPr/>
            </a:pPr>
            <a:fld id="{CD1CD96A-A6EF-4B0B-9885-C22D65D2CD20}" type="slidenum">
              <a:rPr lang="zh-CN" altLang="en-US" smtClean="0"/>
              <a:pPr>
                <a:defRPr/>
              </a:pPr>
              <a:t>121</a:t>
            </a:fld>
            <a:endParaRPr lang="zh-CN" altLang="en-US"/>
          </a:p>
        </p:txBody>
      </p:sp>
    </p:spTree>
    <p:extLst>
      <p:ext uri="{BB962C8B-B14F-4D97-AF65-F5344CB8AC3E}">
        <p14:creationId xmlns:p14="http://schemas.microsoft.com/office/powerpoint/2010/main" val="3799813420"/>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B0A1D4-2E7E-10D6-FBA5-5064A92CB40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FB40F3AB-56BE-C012-F837-FD2D46C11C4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B7602DA-83E0-717D-3815-ED23FF317208}"/>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3BE811E2-003E-7FB8-F638-0BFD38AE2B5E}"/>
              </a:ext>
            </a:extLst>
          </p:cNvPr>
          <p:cNvSpPr>
            <a:spLocks noGrp="1"/>
          </p:cNvSpPr>
          <p:nvPr>
            <p:ph type="sldNum" sz="quarter" idx="5"/>
          </p:nvPr>
        </p:nvSpPr>
        <p:spPr/>
        <p:txBody>
          <a:bodyPr/>
          <a:lstStyle/>
          <a:p>
            <a:pPr>
              <a:defRPr/>
            </a:pPr>
            <a:fld id="{CD1CD96A-A6EF-4B0B-9885-C22D65D2CD20}" type="slidenum">
              <a:rPr lang="zh-CN" altLang="en-US" smtClean="0"/>
              <a:pPr>
                <a:defRPr/>
              </a:pPr>
              <a:t>122</a:t>
            </a:fld>
            <a:endParaRPr lang="zh-CN" altLang="en-US"/>
          </a:p>
        </p:txBody>
      </p:sp>
    </p:spTree>
    <p:extLst>
      <p:ext uri="{BB962C8B-B14F-4D97-AF65-F5344CB8AC3E}">
        <p14:creationId xmlns:p14="http://schemas.microsoft.com/office/powerpoint/2010/main" val="633970706"/>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123</a:t>
            </a:fld>
            <a:endParaRPr lang="zh-CN" altLang="en-US"/>
          </a:p>
        </p:txBody>
      </p:sp>
    </p:spTree>
    <p:extLst>
      <p:ext uri="{BB962C8B-B14F-4D97-AF65-F5344CB8AC3E}">
        <p14:creationId xmlns:p14="http://schemas.microsoft.com/office/powerpoint/2010/main" val="1794032064"/>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D49BE6-CE33-F134-D74A-C28B625D444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A0EB22D-959D-D344-DD16-15DDB4CE18B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8E03933-18D9-25F2-EA02-8082C23342BA}"/>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6AEFDEFE-0AB6-2ABD-7A2F-B09F5EB10A63}"/>
              </a:ext>
            </a:extLst>
          </p:cNvPr>
          <p:cNvSpPr>
            <a:spLocks noGrp="1"/>
          </p:cNvSpPr>
          <p:nvPr>
            <p:ph type="sldNum" sz="quarter" idx="5"/>
          </p:nvPr>
        </p:nvSpPr>
        <p:spPr/>
        <p:txBody>
          <a:bodyPr/>
          <a:lstStyle/>
          <a:p>
            <a:pPr>
              <a:defRPr/>
            </a:pPr>
            <a:fld id="{CD1CD96A-A6EF-4B0B-9885-C22D65D2CD20}" type="slidenum">
              <a:rPr lang="zh-CN" altLang="en-US" smtClean="0"/>
              <a:pPr>
                <a:defRPr/>
              </a:pPr>
              <a:t>124</a:t>
            </a:fld>
            <a:endParaRPr lang="zh-CN" altLang="en-US"/>
          </a:p>
        </p:txBody>
      </p:sp>
    </p:spTree>
    <p:extLst>
      <p:ext uri="{BB962C8B-B14F-4D97-AF65-F5344CB8AC3E}">
        <p14:creationId xmlns:p14="http://schemas.microsoft.com/office/powerpoint/2010/main" val="2565589768"/>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125</a:t>
            </a:fld>
            <a:endParaRPr lang="zh-CN" altLang="en-US"/>
          </a:p>
        </p:txBody>
      </p:sp>
    </p:spTree>
    <p:extLst>
      <p:ext uri="{BB962C8B-B14F-4D97-AF65-F5344CB8AC3E}">
        <p14:creationId xmlns:p14="http://schemas.microsoft.com/office/powerpoint/2010/main" val="307592170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5D799B-F2D6-0C50-2011-DFF6C53F74D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D5BDEF4-6B07-8F02-D7FC-92FBFD11428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2CFBC80-F271-3158-E64E-2696F42088E5}"/>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1AD1B0D6-24C0-351A-3CF9-01D906F40632}"/>
              </a:ext>
            </a:extLst>
          </p:cNvPr>
          <p:cNvSpPr>
            <a:spLocks noGrp="1"/>
          </p:cNvSpPr>
          <p:nvPr>
            <p:ph type="sldNum" sz="quarter" idx="5"/>
          </p:nvPr>
        </p:nvSpPr>
        <p:spPr/>
        <p:txBody>
          <a:bodyPr/>
          <a:lstStyle/>
          <a:p>
            <a:pPr>
              <a:defRPr/>
            </a:pPr>
            <a:fld id="{CD1CD96A-A6EF-4B0B-9885-C22D65D2CD20}" type="slidenum">
              <a:rPr lang="zh-CN" altLang="en-US" smtClean="0"/>
              <a:pPr>
                <a:defRPr/>
              </a:pPr>
              <a:t>126</a:t>
            </a:fld>
            <a:endParaRPr lang="zh-CN" altLang="en-US"/>
          </a:p>
        </p:txBody>
      </p:sp>
    </p:spTree>
    <p:extLst>
      <p:ext uri="{BB962C8B-B14F-4D97-AF65-F5344CB8AC3E}">
        <p14:creationId xmlns:p14="http://schemas.microsoft.com/office/powerpoint/2010/main" val="620707405"/>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127</a:t>
            </a:fld>
            <a:endParaRPr lang="zh-CN" altLang="en-US"/>
          </a:p>
        </p:txBody>
      </p:sp>
    </p:spTree>
    <p:extLst>
      <p:ext uri="{BB962C8B-B14F-4D97-AF65-F5344CB8AC3E}">
        <p14:creationId xmlns:p14="http://schemas.microsoft.com/office/powerpoint/2010/main" val="1281123366"/>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4DF9D8-7A9B-2225-8029-5510CE7BA17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24F0D28-5F55-DA77-7185-499179694C4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BBB91AA6-8A21-1937-56A1-AC4547258B75}"/>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B7F4CB4A-350B-B4AA-894C-CFD121C39E1B}"/>
              </a:ext>
            </a:extLst>
          </p:cNvPr>
          <p:cNvSpPr>
            <a:spLocks noGrp="1"/>
          </p:cNvSpPr>
          <p:nvPr>
            <p:ph type="sldNum" sz="quarter" idx="5"/>
          </p:nvPr>
        </p:nvSpPr>
        <p:spPr/>
        <p:txBody>
          <a:bodyPr/>
          <a:lstStyle/>
          <a:p>
            <a:pPr>
              <a:defRPr/>
            </a:pPr>
            <a:fld id="{CD1CD96A-A6EF-4B0B-9885-C22D65D2CD20}" type="slidenum">
              <a:rPr lang="zh-CN" altLang="en-US" smtClean="0"/>
              <a:pPr>
                <a:defRPr/>
              </a:pPr>
              <a:t>128</a:t>
            </a:fld>
            <a:endParaRPr lang="zh-CN" altLang="en-US"/>
          </a:p>
        </p:txBody>
      </p:sp>
    </p:spTree>
    <p:extLst>
      <p:ext uri="{BB962C8B-B14F-4D97-AF65-F5344CB8AC3E}">
        <p14:creationId xmlns:p14="http://schemas.microsoft.com/office/powerpoint/2010/main" val="1157954550"/>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FF70E3-1EDB-8E41-B55D-DD43319E218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8C0633C-0ED7-2E97-4631-27F0FD24759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6326BE3-2304-B272-2B19-B35736953D2E}"/>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F364B440-E5FA-DED4-6700-D276821183D6}"/>
              </a:ext>
            </a:extLst>
          </p:cNvPr>
          <p:cNvSpPr>
            <a:spLocks noGrp="1"/>
          </p:cNvSpPr>
          <p:nvPr>
            <p:ph type="sldNum" sz="quarter" idx="5"/>
          </p:nvPr>
        </p:nvSpPr>
        <p:spPr/>
        <p:txBody>
          <a:bodyPr/>
          <a:lstStyle/>
          <a:p>
            <a:pPr>
              <a:defRPr/>
            </a:pPr>
            <a:fld id="{CD1CD96A-A6EF-4B0B-9885-C22D65D2CD20}" type="slidenum">
              <a:rPr lang="zh-CN" altLang="en-US" smtClean="0"/>
              <a:pPr>
                <a:defRPr/>
              </a:pPr>
              <a:t>129</a:t>
            </a:fld>
            <a:endParaRPr lang="zh-CN" altLang="en-US"/>
          </a:p>
        </p:txBody>
      </p:sp>
    </p:spTree>
    <p:extLst>
      <p:ext uri="{BB962C8B-B14F-4D97-AF65-F5344CB8AC3E}">
        <p14:creationId xmlns:p14="http://schemas.microsoft.com/office/powerpoint/2010/main" val="1814047165"/>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590E81-4822-D934-3451-17A490DF6CD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46CC172E-5CDF-6EC9-5DBA-4E8F898D3FB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615AACE-674B-37C7-23F8-063FF709D702}"/>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C2929539-39CE-6BAF-5A12-7D710FEE0C7B}"/>
              </a:ext>
            </a:extLst>
          </p:cNvPr>
          <p:cNvSpPr>
            <a:spLocks noGrp="1"/>
          </p:cNvSpPr>
          <p:nvPr>
            <p:ph type="sldNum" sz="quarter" idx="5"/>
          </p:nvPr>
        </p:nvSpPr>
        <p:spPr/>
        <p:txBody>
          <a:bodyPr/>
          <a:lstStyle/>
          <a:p>
            <a:pPr>
              <a:defRPr/>
            </a:pPr>
            <a:fld id="{CD1CD96A-A6EF-4B0B-9885-C22D65D2CD20}" type="slidenum">
              <a:rPr lang="zh-CN" altLang="en-US" smtClean="0"/>
              <a:pPr>
                <a:defRPr/>
              </a:pPr>
              <a:t>130</a:t>
            </a:fld>
            <a:endParaRPr lang="zh-CN" altLang="en-US"/>
          </a:p>
        </p:txBody>
      </p:sp>
    </p:spTree>
    <p:extLst>
      <p:ext uri="{BB962C8B-B14F-4D97-AF65-F5344CB8AC3E}">
        <p14:creationId xmlns:p14="http://schemas.microsoft.com/office/powerpoint/2010/main" val="3362343555"/>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41DC9D-D95E-D6A2-0DE0-8A4FE43083E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FCD6A47-25BC-1258-7112-71005C0CFA2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B0FDC91-4E9A-0F99-ECA1-E0EE96BDE607}"/>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C8AE2D4D-D047-7CCD-64F5-5586AF89B0DC}"/>
              </a:ext>
            </a:extLst>
          </p:cNvPr>
          <p:cNvSpPr>
            <a:spLocks noGrp="1"/>
          </p:cNvSpPr>
          <p:nvPr>
            <p:ph type="sldNum" sz="quarter" idx="5"/>
          </p:nvPr>
        </p:nvSpPr>
        <p:spPr/>
        <p:txBody>
          <a:bodyPr/>
          <a:lstStyle/>
          <a:p>
            <a:pPr>
              <a:defRPr/>
            </a:pPr>
            <a:fld id="{CD1CD96A-A6EF-4B0B-9885-C22D65D2CD20}" type="slidenum">
              <a:rPr lang="zh-CN" altLang="en-US" smtClean="0"/>
              <a:pPr>
                <a:defRPr/>
              </a:pPr>
              <a:t>131</a:t>
            </a:fld>
            <a:endParaRPr lang="zh-CN" altLang="en-US"/>
          </a:p>
        </p:txBody>
      </p:sp>
    </p:spTree>
    <p:extLst>
      <p:ext uri="{BB962C8B-B14F-4D97-AF65-F5344CB8AC3E}">
        <p14:creationId xmlns:p14="http://schemas.microsoft.com/office/powerpoint/2010/main" val="301632244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D25C8A-BD30-2C50-07FC-61B38727C73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BA3F768-7C60-4D37-D72F-50492C4B0EB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537AB04-1BEC-2086-1DD0-BBD1EA97FEE5}"/>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22F9C42-1D4F-D9DB-7964-7062B6796030}"/>
              </a:ext>
            </a:extLst>
          </p:cNvPr>
          <p:cNvSpPr>
            <a:spLocks noGrp="1"/>
          </p:cNvSpPr>
          <p:nvPr>
            <p:ph type="sldNum" sz="quarter" idx="5"/>
          </p:nvPr>
        </p:nvSpPr>
        <p:spPr/>
        <p:txBody>
          <a:bodyPr/>
          <a:lstStyle/>
          <a:p>
            <a:pPr>
              <a:defRPr/>
            </a:pPr>
            <a:fld id="{CD1CD96A-A6EF-4B0B-9885-C22D65D2CD20}" type="slidenum">
              <a:rPr lang="zh-CN" altLang="en-US" smtClean="0"/>
              <a:pPr>
                <a:defRPr/>
              </a:pPr>
              <a:t>132</a:t>
            </a:fld>
            <a:endParaRPr lang="zh-CN" altLang="en-US"/>
          </a:p>
        </p:txBody>
      </p:sp>
    </p:spTree>
    <p:extLst>
      <p:ext uri="{BB962C8B-B14F-4D97-AF65-F5344CB8AC3E}">
        <p14:creationId xmlns:p14="http://schemas.microsoft.com/office/powerpoint/2010/main" val="950697880"/>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DFCA51-EC75-925F-08A6-B335C0DAE69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FC25D970-1201-9A63-442E-68CDDA150AB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6E81400-41F3-4CCC-B2E2-2DB5872B2833}"/>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E24B24A4-180B-F929-7642-F6C3C5AFBEB3}"/>
              </a:ext>
            </a:extLst>
          </p:cNvPr>
          <p:cNvSpPr>
            <a:spLocks noGrp="1"/>
          </p:cNvSpPr>
          <p:nvPr>
            <p:ph type="sldNum" sz="quarter" idx="5"/>
          </p:nvPr>
        </p:nvSpPr>
        <p:spPr/>
        <p:txBody>
          <a:bodyPr/>
          <a:lstStyle/>
          <a:p>
            <a:pPr>
              <a:defRPr/>
            </a:pPr>
            <a:fld id="{CD1CD96A-A6EF-4B0B-9885-C22D65D2CD20}" type="slidenum">
              <a:rPr lang="zh-CN" altLang="en-US" smtClean="0"/>
              <a:pPr>
                <a:defRPr/>
              </a:pPr>
              <a:t>133</a:t>
            </a:fld>
            <a:endParaRPr lang="zh-CN" altLang="en-US"/>
          </a:p>
        </p:txBody>
      </p:sp>
    </p:spTree>
    <p:extLst>
      <p:ext uri="{BB962C8B-B14F-4D97-AF65-F5344CB8AC3E}">
        <p14:creationId xmlns:p14="http://schemas.microsoft.com/office/powerpoint/2010/main" val="145932875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134</a:t>
            </a:fld>
            <a:endParaRPr lang="zh-CN" altLang="en-US"/>
          </a:p>
        </p:txBody>
      </p:sp>
    </p:spTree>
    <p:extLst>
      <p:ext uri="{BB962C8B-B14F-4D97-AF65-F5344CB8AC3E}">
        <p14:creationId xmlns:p14="http://schemas.microsoft.com/office/powerpoint/2010/main" val="2192791773"/>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135</a:t>
            </a:fld>
            <a:endParaRPr lang="zh-CN" altLang="en-US"/>
          </a:p>
        </p:txBody>
      </p:sp>
    </p:spTree>
    <p:extLst>
      <p:ext uri="{BB962C8B-B14F-4D97-AF65-F5344CB8AC3E}">
        <p14:creationId xmlns:p14="http://schemas.microsoft.com/office/powerpoint/2010/main" val="2324610170"/>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137</a:t>
            </a:fld>
            <a:endParaRPr lang="zh-CN" altLang="en-US"/>
          </a:p>
        </p:txBody>
      </p:sp>
    </p:spTree>
    <p:extLst>
      <p:ext uri="{BB962C8B-B14F-4D97-AF65-F5344CB8AC3E}">
        <p14:creationId xmlns:p14="http://schemas.microsoft.com/office/powerpoint/2010/main" val="295957112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138</a:t>
            </a:fld>
            <a:endParaRPr lang="zh-CN" altLang="en-US"/>
          </a:p>
        </p:txBody>
      </p:sp>
    </p:spTree>
    <p:extLst>
      <p:ext uri="{BB962C8B-B14F-4D97-AF65-F5344CB8AC3E}">
        <p14:creationId xmlns:p14="http://schemas.microsoft.com/office/powerpoint/2010/main" val="2467531152"/>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139</a:t>
            </a:fld>
            <a:endParaRPr lang="zh-CN" altLang="en-US"/>
          </a:p>
        </p:txBody>
      </p:sp>
    </p:spTree>
    <p:extLst>
      <p:ext uri="{BB962C8B-B14F-4D97-AF65-F5344CB8AC3E}">
        <p14:creationId xmlns:p14="http://schemas.microsoft.com/office/powerpoint/2010/main" val="2830990231"/>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A6E3A3-FBDF-FFFA-C123-76E34A4F34F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DBCB435-66D3-D2D1-B25C-4BF71D80673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024BBA0-8818-4B7E-AABC-C354DC724971}"/>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885DD124-8DF8-B0A0-DA8A-071287AF5DA3}"/>
              </a:ext>
            </a:extLst>
          </p:cNvPr>
          <p:cNvSpPr>
            <a:spLocks noGrp="1"/>
          </p:cNvSpPr>
          <p:nvPr>
            <p:ph type="sldNum" sz="quarter" idx="5"/>
          </p:nvPr>
        </p:nvSpPr>
        <p:spPr/>
        <p:txBody>
          <a:bodyPr/>
          <a:lstStyle/>
          <a:p>
            <a:pPr>
              <a:defRPr/>
            </a:pPr>
            <a:fld id="{CD1CD96A-A6EF-4B0B-9885-C22D65D2CD20}" type="slidenum">
              <a:rPr lang="zh-CN" altLang="en-US" smtClean="0"/>
              <a:pPr>
                <a:defRPr/>
              </a:pPr>
              <a:t>140</a:t>
            </a:fld>
            <a:endParaRPr lang="zh-CN" altLang="en-US"/>
          </a:p>
        </p:txBody>
      </p:sp>
    </p:spTree>
    <p:extLst>
      <p:ext uri="{BB962C8B-B14F-4D97-AF65-F5344CB8AC3E}">
        <p14:creationId xmlns:p14="http://schemas.microsoft.com/office/powerpoint/2010/main" val="2290173455"/>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141</a:t>
            </a:fld>
            <a:endParaRPr lang="zh-CN" altLang="en-US"/>
          </a:p>
        </p:txBody>
      </p:sp>
    </p:spTree>
    <p:extLst>
      <p:ext uri="{BB962C8B-B14F-4D97-AF65-F5344CB8AC3E}">
        <p14:creationId xmlns:p14="http://schemas.microsoft.com/office/powerpoint/2010/main" val="439502486"/>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142</a:t>
            </a:fld>
            <a:endParaRPr lang="zh-CN" altLang="en-US"/>
          </a:p>
        </p:txBody>
      </p:sp>
    </p:spTree>
    <p:extLst>
      <p:ext uri="{BB962C8B-B14F-4D97-AF65-F5344CB8AC3E}">
        <p14:creationId xmlns:p14="http://schemas.microsoft.com/office/powerpoint/2010/main" val="2555520590"/>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143</a:t>
            </a:fld>
            <a:endParaRPr lang="zh-CN" altLang="en-US"/>
          </a:p>
        </p:txBody>
      </p:sp>
    </p:spTree>
    <p:extLst>
      <p:ext uri="{BB962C8B-B14F-4D97-AF65-F5344CB8AC3E}">
        <p14:creationId xmlns:p14="http://schemas.microsoft.com/office/powerpoint/2010/main" val="599219176"/>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B68EEA-003F-F25F-72D5-8C9667B7D83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B40A22C-E11E-62EF-398E-5A966B8F845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1F3D0A5-C193-DCFD-6FA2-E489B4971933}"/>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249AAC57-D628-C856-046A-CDC2BB3B6313}"/>
              </a:ext>
            </a:extLst>
          </p:cNvPr>
          <p:cNvSpPr>
            <a:spLocks noGrp="1"/>
          </p:cNvSpPr>
          <p:nvPr>
            <p:ph type="sldNum" sz="quarter" idx="5"/>
          </p:nvPr>
        </p:nvSpPr>
        <p:spPr/>
        <p:txBody>
          <a:bodyPr/>
          <a:lstStyle/>
          <a:p>
            <a:pPr>
              <a:defRPr/>
            </a:pPr>
            <a:fld id="{CD1CD96A-A6EF-4B0B-9885-C22D65D2CD20}" type="slidenum">
              <a:rPr lang="zh-CN" altLang="en-US" smtClean="0"/>
              <a:pPr>
                <a:defRPr/>
              </a:pPr>
              <a:t>144</a:t>
            </a:fld>
            <a:endParaRPr lang="zh-CN" altLang="en-US"/>
          </a:p>
        </p:txBody>
      </p:sp>
    </p:spTree>
    <p:extLst>
      <p:ext uri="{BB962C8B-B14F-4D97-AF65-F5344CB8AC3E}">
        <p14:creationId xmlns:p14="http://schemas.microsoft.com/office/powerpoint/2010/main" val="608071723"/>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A163AA-6A99-3F88-4D6E-41D5A729D7E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89679E5-4461-2C79-230B-F0AAF577769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000C8BB-4060-A0B7-4945-81911661C4B8}"/>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2D78FEC1-07DB-FD87-FE72-50E3AF49726F}"/>
              </a:ext>
            </a:extLst>
          </p:cNvPr>
          <p:cNvSpPr>
            <a:spLocks noGrp="1"/>
          </p:cNvSpPr>
          <p:nvPr>
            <p:ph type="sldNum" sz="quarter" idx="5"/>
          </p:nvPr>
        </p:nvSpPr>
        <p:spPr/>
        <p:txBody>
          <a:bodyPr/>
          <a:lstStyle/>
          <a:p>
            <a:pPr>
              <a:defRPr/>
            </a:pPr>
            <a:fld id="{CD1CD96A-A6EF-4B0B-9885-C22D65D2CD20}" type="slidenum">
              <a:rPr lang="zh-CN" altLang="en-US" smtClean="0"/>
              <a:pPr>
                <a:defRPr/>
              </a:pPr>
              <a:t>145</a:t>
            </a:fld>
            <a:endParaRPr lang="zh-CN" altLang="en-US"/>
          </a:p>
        </p:txBody>
      </p:sp>
    </p:spTree>
    <p:extLst>
      <p:ext uri="{BB962C8B-B14F-4D97-AF65-F5344CB8AC3E}">
        <p14:creationId xmlns:p14="http://schemas.microsoft.com/office/powerpoint/2010/main" val="695929187"/>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AD84ED-B22C-640C-B20A-96A012BF174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4DA3E4D-528B-B667-4C79-BCCE30DA268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EF36ABA-03FB-85EA-9CD5-6911C8BC19E8}"/>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AFCB64AE-2CEF-C980-EB04-BF002FFF4F25}"/>
              </a:ext>
            </a:extLst>
          </p:cNvPr>
          <p:cNvSpPr>
            <a:spLocks noGrp="1"/>
          </p:cNvSpPr>
          <p:nvPr>
            <p:ph type="sldNum" sz="quarter" idx="5"/>
          </p:nvPr>
        </p:nvSpPr>
        <p:spPr/>
        <p:txBody>
          <a:bodyPr/>
          <a:lstStyle/>
          <a:p>
            <a:pPr>
              <a:defRPr/>
            </a:pPr>
            <a:fld id="{CD1CD96A-A6EF-4B0B-9885-C22D65D2CD20}" type="slidenum">
              <a:rPr lang="zh-CN" altLang="en-US" smtClean="0"/>
              <a:pPr>
                <a:defRPr/>
              </a:pPr>
              <a:t>146</a:t>
            </a:fld>
            <a:endParaRPr lang="zh-CN" altLang="en-US"/>
          </a:p>
        </p:txBody>
      </p:sp>
    </p:spTree>
    <p:extLst>
      <p:ext uri="{BB962C8B-B14F-4D97-AF65-F5344CB8AC3E}">
        <p14:creationId xmlns:p14="http://schemas.microsoft.com/office/powerpoint/2010/main" val="1828172936"/>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981789-A2EF-F802-667A-43EB2D3423B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D202A47-CB22-F077-750D-8FF3861ED510}"/>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D30367B-201A-5888-0399-43821EBB6DAF}"/>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1D68AAD-6680-53CE-6132-BA6EC35ACD09}"/>
              </a:ext>
            </a:extLst>
          </p:cNvPr>
          <p:cNvSpPr>
            <a:spLocks noGrp="1"/>
          </p:cNvSpPr>
          <p:nvPr>
            <p:ph type="sldNum" sz="quarter" idx="5"/>
          </p:nvPr>
        </p:nvSpPr>
        <p:spPr/>
        <p:txBody>
          <a:bodyPr/>
          <a:lstStyle/>
          <a:p>
            <a:pPr>
              <a:defRPr/>
            </a:pPr>
            <a:fld id="{CD1CD96A-A6EF-4B0B-9885-C22D65D2CD20}" type="slidenum">
              <a:rPr lang="zh-CN" altLang="en-US" smtClean="0"/>
              <a:pPr>
                <a:defRPr/>
              </a:pPr>
              <a:t>147</a:t>
            </a:fld>
            <a:endParaRPr lang="zh-CN" altLang="en-US"/>
          </a:p>
        </p:txBody>
      </p:sp>
    </p:spTree>
    <p:extLst>
      <p:ext uri="{BB962C8B-B14F-4D97-AF65-F5344CB8AC3E}">
        <p14:creationId xmlns:p14="http://schemas.microsoft.com/office/powerpoint/2010/main" val="1109197399"/>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A9733C-EE81-6702-B28F-A46D4FDFB2E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6EEE121-0905-7544-EA15-E9054268C62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21AD678F-8FC0-3D7F-0461-8CAB7E97FC31}"/>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D229E663-02B9-82F5-0CAF-E3C5F17DED9A}"/>
              </a:ext>
            </a:extLst>
          </p:cNvPr>
          <p:cNvSpPr>
            <a:spLocks noGrp="1"/>
          </p:cNvSpPr>
          <p:nvPr>
            <p:ph type="sldNum" sz="quarter" idx="5"/>
          </p:nvPr>
        </p:nvSpPr>
        <p:spPr/>
        <p:txBody>
          <a:bodyPr/>
          <a:lstStyle/>
          <a:p>
            <a:pPr>
              <a:defRPr/>
            </a:pPr>
            <a:fld id="{CD1CD96A-A6EF-4B0B-9885-C22D65D2CD20}" type="slidenum">
              <a:rPr lang="zh-CN" altLang="en-US" smtClean="0"/>
              <a:pPr>
                <a:defRPr/>
              </a:pPr>
              <a:t>148</a:t>
            </a:fld>
            <a:endParaRPr lang="zh-CN" altLang="en-US"/>
          </a:p>
        </p:txBody>
      </p:sp>
    </p:spTree>
    <p:extLst>
      <p:ext uri="{BB962C8B-B14F-4D97-AF65-F5344CB8AC3E}">
        <p14:creationId xmlns:p14="http://schemas.microsoft.com/office/powerpoint/2010/main" val="1429707201"/>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149</a:t>
            </a:fld>
            <a:endParaRPr lang="zh-CN" altLang="en-US"/>
          </a:p>
        </p:txBody>
      </p:sp>
    </p:spTree>
    <p:extLst>
      <p:ext uri="{BB962C8B-B14F-4D97-AF65-F5344CB8AC3E}">
        <p14:creationId xmlns:p14="http://schemas.microsoft.com/office/powerpoint/2010/main" val="2964251061"/>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150</a:t>
            </a:fld>
            <a:endParaRPr lang="zh-CN" altLang="en-US"/>
          </a:p>
        </p:txBody>
      </p:sp>
    </p:spTree>
    <p:extLst>
      <p:ext uri="{BB962C8B-B14F-4D97-AF65-F5344CB8AC3E}">
        <p14:creationId xmlns:p14="http://schemas.microsoft.com/office/powerpoint/2010/main" val="31502918"/>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BAB55C-5C4E-8EF7-F923-FC6F6F9696F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1827B9C-9F9F-CF90-736C-DFF158C5769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9A7F066-9130-DDD7-B4BF-5ABFE55473EB}"/>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9A1E137C-E846-46C2-4607-B91E95E64574}"/>
              </a:ext>
            </a:extLst>
          </p:cNvPr>
          <p:cNvSpPr>
            <a:spLocks noGrp="1"/>
          </p:cNvSpPr>
          <p:nvPr>
            <p:ph type="sldNum" sz="quarter" idx="5"/>
          </p:nvPr>
        </p:nvSpPr>
        <p:spPr/>
        <p:txBody>
          <a:bodyPr/>
          <a:lstStyle/>
          <a:p>
            <a:pPr>
              <a:defRPr/>
            </a:pPr>
            <a:fld id="{CD1CD96A-A6EF-4B0B-9885-C22D65D2CD20}" type="slidenum">
              <a:rPr lang="zh-CN" altLang="en-US" smtClean="0"/>
              <a:pPr>
                <a:defRPr/>
              </a:pPr>
              <a:t>151</a:t>
            </a:fld>
            <a:endParaRPr lang="zh-CN" altLang="en-US"/>
          </a:p>
        </p:txBody>
      </p:sp>
    </p:spTree>
    <p:extLst>
      <p:ext uri="{BB962C8B-B14F-4D97-AF65-F5344CB8AC3E}">
        <p14:creationId xmlns:p14="http://schemas.microsoft.com/office/powerpoint/2010/main" val="71488975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186288-3D46-93D6-4BEF-C9E3A80BD8F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3AE49860-305D-6B55-B899-86AC56C45CE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6C3E6E3-B856-3F62-4C06-47138DD7BA77}"/>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BC5F17BB-FB52-66F8-F618-86B57C0EB85C}"/>
              </a:ext>
            </a:extLst>
          </p:cNvPr>
          <p:cNvSpPr>
            <a:spLocks noGrp="1"/>
          </p:cNvSpPr>
          <p:nvPr>
            <p:ph type="sldNum" sz="quarter" idx="5"/>
          </p:nvPr>
        </p:nvSpPr>
        <p:spPr/>
        <p:txBody>
          <a:bodyPr/>
          <a:lstStyle/>
          <a:p>
            <a:pPr>
              <a:defRPr/>
            </a:pPr>
            <a:fld id="{CD1CD96A-A6EF-4B0B-9885-C22D65D2CD20}" type="slidenum">
              <a:rPr lang="zh-CN" altLang="en-US" smtClean="0"/>
              <a:pPr>
                <a:defRPr/>
              </a:pPr>
              <a:t>152</a:t>
            </a:fld>
            <a:endParaRPr lang="zh-CN" altLang="en-US"/>
          </a:p>
        </p:txBody>
      </p:sp>
    </p:spTree>
    <p:extLst>
      <p:ext uri="{BB962C8B-B14F-4D97-AF65-F5344CB8AC3E}">
        <p14:creationId xmlns:p14="http://schemas.microsoft.com/office/powerpoint/2010/main" val="3130743364"/>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153</a:t>
            </a:fld>
            <a:endParaRPr lang="zh-CN" altLang="en-US"/>
          </a:p>
        </p:txBody>
      </p:sp>
    </p:spTree>
    <p:extLst>
      <p:ext uri="{BB962C8B-B14F-4D97-AF65-F5344CB8AC3E}">
        <p14:creationId xmlns:p14="http://schemas.microsoft.com/office/powerpoint/2010/main" val="1734132689"/>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154</a:t>
            </a:fld>
            <a:endParaRPr lang="zh-CN" altLang="en-US"/>
          </a:p>
        </p:txBody>
      </p:sp>
    </p:spTree>
    <p:extLst>
      <p:ext uri="{BB962C8B-B14F-4D97-AF65-F5344CB8AC3E}">
        <p14:creationId xmlns:p14="http://schemas.microsoft.com/office/powerpoint/2010/main" val="686260982"/>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155</a:t>
            </a:fld>
            <a:endParaRPr lang="zh-CN" altLang="en-US"/>
          </a:p>
        </p:txBody>
      </p:sp>
    </p:spTree>
    <p:extLst>
      <p:ext uri="{BB962C8B-B14F-4D97-AF65-F5344CB8AC3E}">
        <p14:creationId xmlns:p14="http://schemas.microsoft.com/office/powerpoint/2010/main" val="139770393"/>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156</a:t>
            </a:fld>
            <a:endParaRPr lang="zh-CN" altLang="en-US"/>
          </a:p>
        </p:txBody>
      </p:sp>
    </p:spTree>
    <p:extLst>
      <p:ext uri="{BB962C8B-B14F-4D97-AF65-F5344CB8AC3E}">
        <p14:creationId xmlns:p14="http://schemas.microsoft.com/office/powerpoint/2010/main" val="2574183887"/>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157</a:t>
            </a:fld>
            <a:endParaRPr lang="zh-CN" altLang="en-US"/>
          </a:p>
        </p:txBody>
      </p:sp>
    </p:spTree>
    <p:extLst>
      <p:ext uri="{BB962C8B-B14F-4D97-AF65-F5344CB8AC3E}">
        <p14:creationId xmlns:p14="http://schemas.microsoft.com/office/powerpoint/2010/main" val="3743775863"/>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158</a:t>
            </a:fld>
            <a:endParaRPr lang="zh-CN" altLang="en-US"/>
          </a:p>
        </p:txBody>
      </p:sp>
    </p:spTree>
    <p:extLst>
      <p:ext uri="{BB962C8B-B14F-4D97-AF65-F5344CB8AC3E}">
        <p14:creationId xmlns:p14="http://schemas.microsoft.com/office/powerpoint/2010/main" val="1800288231"/>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159</a:t>
            </a:fld>
            <a:endParaRPr lang="zh-CN" altLang="en-US"/>
          </a:p>
        </p:txBody>
      </p:sp>
    </p:spTree>
    <p:extLst>
      <p:ext uri="{BB962C8B-B14F-4D97-AF65-F5344CB8AC3E}">
        <p14:creationId xmlns:p14="http://schemas.microsoft.com/office/powerpoint/2010/main" val="3464774790"/>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175AFB-3FFB-2537-5EF3-37FF13F725F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0DAB101-157B-1779-C06F-2888DC5F066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E66C8C7-D2D4-7A0D-567B-004C0DDE8992}"/>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7A65CCAE-8520-EE43-8B88-A322300BFF42}"/>
              </a:ext>
            </a:extLst>
          </p:cNvPr>
          <p:cNvSpPr>
            <a:spLocks noGrp="1"/>
          </p:cNvSpPr>
          <p:nvPr>
            <p:ph type="sldNum" sz="quarter" idx="5"/>
          </p:nvPr>
        </p:nvSpPr>
        <p:spPr/>
        <p:txBody>
          <a:bodyPr/>
          <a:lstStyle/>
          <a:p>
            <a:pPr>
              <a:defRPr/>
            </a:pPr>
            <a:fld id="{CD1CD96A-A6EF-4B0B-9885-C22D65D2CD20}" type="slidenum">
              <a:rPr lang="zh-CN" altLang="en-US" smtClean="0"/>
              <a:pPr>
                <a:defRPr/>
              </a:pPr>
              <a:t>160</a:t>
            </a:fld>
            <a:endParaRPr lang="zh-CN" altLang="en-US"/>
          </a:p>
        </p:txBody>
      </p:sp>
    </p:spTree>
    <p:extLst>
      <p:ext uri="{BB962C8B-B14F-4D97-AF65-F5344CB8AC3E}">
        <p14:creationId xmlns:p14="http://schemas.microsoft.com/office/powerpoint/2010/main" val="35399267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CD1CD96A-A6EF-4B0B-9885-C22D65D2CD20}" type="slidenum">
              <a:rPr lang="zh-CN" altLang="en-US" smtClean="0"/>
              <a:pPr>
                <a:defRPr/>
              </a:pPr>
              <a:t>161</a:t>
            </a:fld>
            <a:endParaRPr lang="zh-CN" altLang="en-US"/>
          </a:p>
        </p:txBody>
      </p:sp>
    </p:spTree>
    <p:extLst>
      <p:ext uri="{BB962C8B-B14F-4D97-AF65-F5344CB8AC3E}">
        <p14:creationId xmlns:p14="http://schemas.microsoft.com/office/powerpoint/2010/main" val="3925966930"/>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6C0598-A59D-3716-8970-F1BD4906D48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90E4AD8-0085-523C-E664-C40A86B33E2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4EEB9D8-36AC-8AD3-6EA2-E9F96FFA7949}"/>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FB9C711C-0D98-6D26-6A33-15868CBEAB0C}"/>
              </a:ext>
            </a:extLst>
          </p:cNvPr>
          <p:cNvSpPr>
            <a:spLocks noGrp="1"/>
          </p:cNvSpPr>
          <p:nvPr>
            <p:ph type="sldNum" sz="quarter" idx="5"/>
          </p:nvPr>
        </p:nvSpPr>
        <p:spPr/>
        <p:txBody>
          <a:bodyPr/>
          <a:lstStyle/>
          <a:p>
            <a:pPr>
              <a:defRPr/>
            </a:pPr>
            <a:fld id="{CD1CD96A-A6EF-4B0B-9885-C22D65D2CD20}" type="slidenum">
              <a:rPr lang="zh-CN" altLang="en-US" smtClean="0"/>
              <a:pPr>
                <a:defRPr/>
              </a:pPr>
              <a:t>162</a:t>
            </a:fld>
            <a:endParaRPr lang="zh-CN" altLang="en-US"/>
          </a:p>
        </p:txBody>
      </p:sp>
    </p:spTree>
    <p:extLst>
      <p:ext uri="{BB962C8B-B14F-4D97-AF65-F5344CB8AC3E}">
        <p14:creationId xmlns:p14="http://schemas.microsoft.com/office/powerpoint/2010/main" val="1002303062"/>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75EBA8-DFCC-20C6-0945-0F7CB922998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908C8F9-31D5-90E2-08E0-3AA8CB888B3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052DD55-ABD3-1006-99EB-3BB75945268E}"/>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7F56C5A1-6894-AF60-9409-DC77134E090F}"/>
              </a:ext>
            </a:extLst>
          </p:cNvPr>
          <p:cNvSpPr>
            <a:spLocks noGrp="1"/>
          </p:cNvSpPr>
          <p:nvPr>
            <p:ph type="sldNum" sz="quarter" idx="5"/>
          </p:nvPr>
        </p:nvSpPr>
        <p:spPr/>
        <p:txBody>
          <a:bodyPr/>
          <a:lstStyle/>
          <a:p>
            <a:pPr>
              <a:defRPr/>
            </a:pPr>
            <a:fld id="{CD1CD96A-A6EF-4B0B-9885-C22D65D2CD20}" type="slidenum">
              <a:rPr lang="zh-CN" altLang="en-US" smtClean="0"/>
              <a:pPr>
                <a:defRPr/>
              </a:pPr>
              <a:t>163</a:t>
            </a:fld>
            <a:endParaRPr lang="zh-CN" altLang="en-US"/>
          </a:p>
        </p:txBody>
      </p:sp>
    </p:spTree>
    <p:extLst>
      <p:ext uri="{BB962C8B-B14F-4D97-AF65-F5344CB8AC3E}">
        <p14:creationId xmlns:p14="http://schemas.microsoft.com/office/powerpoint/2010/main" val="2344998039"/>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2D40FB-06C2-E208-9BB8-0BD3EFED47D5}"/>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4B07557-B5DB-714A-E916-ED257355011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5780B83-1D0F-B649-92CC-99F29E3BF0E7}"/>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6B907C4C-A680-334E-90D9-D8AC922FD2D0}"/>
              </a:ext>
            </a:extLst>
          </p:cNvPr>
          <p:cNvSpPr>
            <a:spLocks noGrp="1"/>
          </p:cNvSpPr>
          <p:nvPr>
            <p:ph type="sldNum" sz="quarter" idx="5"/>
          </p:nvPr>
        </p:nvSpPr>
        <p:spPr/>
        <p:txBody>
          <a:bodyPr/>
          <a:lstStyle/>
          <a:p>
            <a:pPr>
              <a:defRPr/>
            </a:pPr>
            <a:fld id="{CD1CD96A-A6EF-4B0B-9885-C22D65D2CD20}" type="slidenum">
              <a:rPr lang="zh-CN" altLang="en-US" smtClean="0"/>
              <a:pPr>
                <a:defRPr/>
              </a:pPr>
              <a:t>164</a:t>
            </a:fld>
            <a:endParaRPr lang="zh-CN" altLang="en-US"/>
          </a:p>
        </p:txBody>
      </p:sp>
    </p:spTree>
    <p:extLst>
      <p:ext uri="{BB962C8B-B14F-4D97-AF65-F5344CB8AC3E}">
        <p14:creationId xmlns:p14="http://schemas.microsoft.com/office/powerpoint/2010/main" val="2888571453"/>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FB41BB-0EA5-4C0B-00C2-914BD7D2DF5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A8141AD-F66E-CC26-C357-8FC37F2872CB}"/>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EDA8347-F38D-FD8E-2465-F6EB0EAE0E0F}"/>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3048A720-A3B8-0074-2343-B407CF9D4495}"/>
              </a:ext>
            </a:extLst>
          </p:cNvPr>
          <p:cNvSpPr>
            <a:spLocks noGrp="1"/>
          </p:cNvSpPr>
          <p:nvPr>
            <p:ph type="sldNum" sz="quarter" idx="5"/>
          </p:nvPr>
        </p:nvSpPr>
        <p:spPr/>
        <p:txBody>
          <a:bodyPr/>
          <a:lstStyle/>
          <a:p>
            <a:pPr>
              <a:defRPr/>
            </a:pPr>
            <a:fld id="{CD1CD96A-A6EF-4B0B-9885-C22D65D2CD20}" type="slidenum">
              <a:rPr lang="zh-CN" altLang="en-US" smtClean="0"/>
              <a:pPr>
                <a:defRPr/>
              </a:pPr>
              <a:t>165</a:t>
            </a:fld>
            <a:endParaRPr lang="zh-CN" altLang="en-US"/>
          </a:p>
        </p:txBody>
      </p:sp>
    </p:spTree>
    <p:extLst>
      <p:ext uri="{BB962C8B-B14F-4D97-AF65-F5344CB8AC3E}">
        <p14:creationId xmlns:p14="http://schemas.microsoft.com/office/powerpoint/2010/main" val="418739746"/>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044159-A417-668C-1EC9-CFC3710E1CC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6C5D51A-2971-31B5-4E90-EC1DB5B741B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1023C32-DE08-9EA7-3EFA-EA96EF9703C0}"/>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FC8E1D08-0B85-0288-FA93-E00F43FB650D}"/>
              </a:ext>
            </a:extLst>
          </p:cNvPr>
          <p:cNvSpPr>
            <a:spLocks noGrp="1"/>
          </p:cNvSpPr>
          <p:nvPr>
            <p:ph type="sldNum" sz="quarter" idx="5"/>
          </p:nvPr>
        </p:nvSpPr>
        <p:spPr/>
        <p:txBody>
          <a:bodyPr/>
          <a:lstStyle/>
          <a:p>
            <a:pPr>
              <a:defRPr/>
            </a:pPr>
            <a:fld id="{CD1CD96A-A6EF-4B0B-9885-C22D65D2CD20}" type="slidenum">
              <a:rPr lang="zh-CN" altLang="en-US" smtClean="0"/>
              <a:pPr>
                <a:defRPr/>
              </a:pPr>
              <a:t>166</a:t>
            </a:fld>
            <a:endParaRPr lang="zh-CN" altLang="en-US"/>
          </a:p>
        </p:txBody>
      </p:sp>
    </p:spTree>
    <p:extLst>
      <p:ext uri="{BB962C8B-B14F-4D97-AF65-F5344CB8AC3E}">
        <p14:creationId xmlns:p14="http://schemas.microsoft.com/office/powerpoint/2010/main" val="3001395693"/>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167</a:t>
            </a:fld>
            <a:endParaRPr lang="zh-CN" altLang="en-US"/>
          </a:p>
        </p:txBody>
      </p:sp>
    </p:spTree>
    <p:extLst>
      <p:ext uri="{BB962C8B-B14F-4D97-AF65-F5344CB8AC3E}">
        <p14:creationId xmlns:p14="http://schemas.microsoft.com/office/powerpoint/2010/main" val="4014803499"/>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168</a:t>
            </a:fld>
            <a:endParaRPr lang="zh-CN" altLang="en-US"/>
          </a:p>
        </p:txBody>
      </p:sp>
    </p:spTree>
    <p:extLst>
      <p:ext uri="{BB962C8B-B14F-4D97-AF65-F5344CB8AC3E}">
        <p14:creationId xmlns:p14="http://schemas.microsoft.com/office/powerpoint/2010/main" val="129100287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A5B8DC-1B2B-0D48-D0E9-0A83AF558DA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0D1DD4D-68B2-4D34-C260-529DDC28DE7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C4A9141-7CBC-B444-21D1-21394704BD94}"/>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78655157-AEA8-6DF0-393F-1E5D83EFAB05}"/>
              </a:ext>
            </a:extLst>
          </p:cNvPr>
          <p:cNvSpPr>
            <a:spLocks noGrp="1"/>
          </p:cNvSpPr>
          <p:nvPr>
            <p:ph type="sldNum" sz="quarter" idx="10"/>
          </p:nvPr>
        </p:nvSpPr>
        <p:spPr/>
        <p:txBody>
          <a:bodyPr/>
          <a:lstStyle/>
          <a:p>
            <a:fld id="{0B14BD24-89E3-4C51-B736-BCCE6C13A884}" type="slidenum">
              <a:rPr lang="zh-CN" altLang="en-US" smtClean="0"/>
              <a:pPr/>
              <a:t>169</a:t>
            </a:fld>
            <a:endParaRPr lang="zh-CN" altLang="en-US"/>
          </a:p>
        </p:txBody>
      </p:sp>
    </p:spTree>
    <p:extLst>
      <p:ext uri="{BB962C8B-B14F-4D97-AF65-F5344CB8AC3E}">
        <p14:creationId xmlns:p14="http://schemas.microsoft.com/office/powerpoint/2010/main" val="255201397"/>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8DCAF4-74B5-B10F-E183-C744EEC5EE8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5369776-1010-E848-DD7F-8DA13934DEC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97CE89E-0EAC-2877-C8F9-FF09CF5561C2}"/>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366C6EFE-50A3-F199-090E-02565DE2B5C9}"/>
              </a:ext>
            </a:extLst>
          </p:cNvPr>
          <p:cNvSpPr>
            <a:spLocks noGrp="1"/>
          </p:cNvSpPr>
          <p:nvPr>
            <p:ph type="sldNum" sz="quarter" idx="5"/>
          </p:nvPr>
        </p:nvSpPr>
        <p:spPr/>
        <p:txBody>
          <a:bodyPr/>
          <a:lstStyle/>
          <a:p>
            <a:pPr>
              <a:defRPr/>
            </a:pPr>
            <a:fld id="{CD1CD96A-A6EF-4B0B-9885-C22D65D2CD20}" type="slidenum">
              <a:rPr lang="zh-CN" altLang="en-US" smtClean="0"/>
              <a:pPr>
                <a:defRPr/>
              </a:pPr>
              <a:t>170</a:t>
            </a:fld>
            <a:endParaRPr lang="zh-CN" altLang="en-US"/>
          </a:p>
        </p:txBody>
      </p:sp>
    </p:spTree>
    <p:extLst>
      <p:ext uri="{BB962C8B-B14F-4D97-AF65-F5344CB8AC3E}">
        <p14:creationId xmlns:p14="http://schemas.microsoft.com/office/powerpoint/2010/main" val="2938898768"/>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9AB3EA-7CD7-88BA-FD2F-BFCB9A6FDDF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DEC038B-5C99-ACF7-675B-D2858B1502C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4856A03-F786-2094-B609-9F2DEE6B1C9F}"/>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AD2FFD2E-82BA-802D-F7AB-DE9C57182A57}"/>
              </a:ext>
            </a:extLst>
          </p:cNvPr>
          <p:cNvSpPr>
            <a:spLocks noGrp="1"/>
          </p:cNvSpPr>
          <p:nvPr>
            <p:ph type="sldNum" sz="quarter" idx="10"/>
          </p:nvPr>
        </p:nvSpPr>
        <p:spPr/>
        <p:txBody>
          <a:bodyPr/>
          <a:lstStyle/>
          <a:p>
            <a:fld id="{0B14BD24-89E3-4C51-B736-BCCE6C13A884}" type="slidenum">
              <a:rPr lang="zh-CN" altLang="en-US" smtClean="0"/>
              <a:pPr/>
              <a:t>171</a:t>
            </a:fld>
            <a:endParaRPr lang="zh-CN" altLang="en-US"/>
          </a:p>
        </p:txBody>
      </p:sp>
    </p:spTree>
    <p:extLst>
      <p:ext uri="{BB962C8B-B14F-4D97-AF65-F5344CB8AC3E}">
        <p14:creationId xmlns:p14="http://schemas.microsoft.com/office/powerpoint/2010/main" val="1886991051"/>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38DD8F-807F-465C-3A40-E629BC837C4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64BA8B06-B6B0-D733-6D3E-A221414E402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0587025-C269-E974-5909-A8E3B8B5700A}"/>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646E49D2-8E59-1381-4687-675880A5DABE}"/>
              </a:ext>
            </a:extLst>
          </p:cNvPr>
          <p:cNvSpPr>
            <a:spLocks noGrp="1"/>
          </p:cNvSpPr>
          <p:nvPr>
            <p:ph type="sldNum" sz="quarter" idx="10"/>
          </p:nvPr>
        </p:nvSpPr>
        <p:spPr/>
        <p:txBody>
          <a:bodyPr/>
          <a:lstStyle/>
          <a:p>
            <a:fld id="{0B14BD24-89E3-4C51-B736-BCCE6C13A884}" type="slidenum">
              <a:rPr lang="zh-CN" altLang="en-US" smtClean="0"/>
              <a:pPr/>
              <a:t>172</a:t>
            </a:fld>
            <a:endParaRPr lang="zh-CN" altLang="en-US"/>
          </a:p>
        </p:txBody>
      </p:sp>
    </p:spTree>
    <p:extLst>
      <p:ext uri="{BB962C8B-B14F-4D97-AF65-F5344CB8AC3E}">
        <p14:creationId xmlns:p14="http://schemas.microsoft.com/office/powerpoint/2010/main" val="58353723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EB7F95-B13D-EF46-30B0-9197A575F06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7C0D6B8-C3D9-3C46-AFFF-EDA233D290A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5EF9C78C-75E4-EC73-DB07-7935060C13C4}"/>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F5E9B2C8-339E-2BDE-5A5C-6E77366864A2}"/>
              </a:ext>
            </a:extLst>
          </p:cNvPr>
          <p:cNvSpPr>
            <a:spLocks noGrp="1"/>
          </p:cNvSpPr>
          <p:nvPr>
            <p:ph type="sldNum" sz="quarter" idx="10"/>
          </p:nvPr>
        </p:nvSpPr>
        <p:spPr/>
        <p:txBody>
          <a:bodyPr/>
          <a:lstStyle/>
          <a:p>
            <a:fld id="{0B14BD24-89E3-4C51-B736-BCCE6C13A884}" type="slidenum">
              <a:rPr lang="zh-CN" altLang="en-US" smtClean="0"/>
              <a:pPr/>
              <a:t>173</a:t>
            </a:fld>
            <a:endParaRPr lang="zh-CN" altLang="en-US"/>
          </a:p>
        </p:txBody>
      </p:sp>
    </p:spTree>
    <p:extLst>
      <p:ext uri="{BB962C8B-B14F-4D97-AF65-F5344CB8AC3E}">
        <p14:creationId xmlns:p14="http://schemas.microsoft.com/office/powerpoint/2010/main" val="3578495469"/>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8ABE6F-69EC-443F-F136-E90D02E761C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4E234803-5193-A17B-E9B1-5E84C929D35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11BEDAB-30B1-C559-DB02-D27B361992F6}"/>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17D0C9DD-EBE4-B005-2368-23E2A045891F}"/>
              </a:ext>
            </a:extLst>
          </p:cNvPr>
          <p:cNvSpPr>
            <a:spLocks noGrp="1"/>
          </p:cNvSpPr>
          <p:nvPr>
            <p:ph type="sldNum" sz="quarter" idx="10"/>
          </p:nvPr>
        </p:nvSpPr>
        <p:spPr/>
        <p:txBody>
          <a:bodyPr/>
          <a:lstStyle/>
          <a:p>
            <a:fld id="{0B14BD24-89E3-4C51-B736-BCCE6C13A884}" type="slidenum">
              <a:rPr lang="zh-CN" altLang="en-US" smtClean="0"/>
              <a:pPr/>
              <a:t>174</a:t>
            </a:fld>
            <a:endParaRPr lang="zh-CN" altLang="en-US"/>
          </a:p>
        </p:txBody>
      </p:sp>
    </p:spTree>
    <p:extLst>
      <p:ext uri="{BB962C8B-B14F-4D97-AF65-F5344CB8AC3E}">
        <p14:creationId xmlns:p14="http://schemas.microsoft.com/office/powerpoint/2010/main" val="1521808402"/>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37EA91-934A-6E6C-852D-BC32C81AA76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7CB7623-01EF-AE6E-D856-3497EFFB131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B2ACC2D4-D447-E004-DCB7-7CE756A3AEEB}"/>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599FCCAD-2347-01D2-DA6D-1B40A4DB8023}"/>
              </a:ext>
            </a:extLst>
          </p:cNvPr>
          <p:cNvSpPr>
            <a:spLocks noGrp="1"/>
          </p:cNvSpPr>
          <p:nvPr>
            <p:ph type="sldNum" sz="quarter" idx="10"/>
          </p:nvPr>
        </p:nvSpPr>
        <p:spPr/>
        <p:txBody>
          <a:bodyPr/>
          <a:lstStyle/>
          <a:p>
            <a:fld id="{0B14BD24-89E3-4C51-B736-BCCE6C13A884}" type="slidenum">
              <a:rPr lang="zh-CN" altLang="en-US" smtClean="0"/>
              <a:pPr/>
              <a:t>175</a:t>
            </a:fld>
            <a:endParaRPr lang="zh-CN" altLang="en-US"/>
          </a:p>
        </p:txBody>
      </p:sp>
    </p:spTree>
    <p:extLst>
      <p:ext uri="{BB962C8B-B14F-4D97-AF65-F5344CB8AC3E}">
        <p14:creationId xmlns:p14="http://schemas.microsoft.com/office/powerpoint/2010/main" val="3832700169"/>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77132B-905D-94ED-E35A-80EECB8A4D3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D674F1D-2109-57FE-82BC-ACB17233E0B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2870BB1-8A95-D06E-BAA8-084028DB8AA5}"/>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C7FF6384-B66C-9605-3B90-19BAB8C1F51A}"/>
              </a:ext>
            </a:extLst>
          </p:cNvPr>
          <p:cNvSpPr>
            <a:spLocks noGrp="1"/>
          </p:cNvSpPr>
          <p:nvPr>
            <p:ph type="sldNum" sz="quarter" idx="10"/>
          </p:nvPr>
        </p:nvSpPr>
        <p:spPr/>
        <p:txBody>
          <a:bodyPr/>
          <a:lstStyle/>
          <a:p>
            <a:fld id="{0B14BD24-89E3-4C51-B736-BCCE6C13A884}" type="slidenum">
              <a:rPr lang="zh-CN" altLang="en-US" smtClean="0"/>
              <a:pPr/>
              <a:t>176</a:t>
            </a:fld>
            <a:endParaRPr lang="zh-CN" altLang="en-US"/>
          </a:p>
        </p:txBody>
      </p:sp>
    </p:spTree>
    <p:extLst>
      <p:ext uri="{BB962C8B-B14F-4D97-AF65-F5344CB8AC3E}">
        <p14:creationId xmlns:p14="http://schemas.microsoft.com/office/powerpoint/2010/main" val="2004055356"/>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936B39-9B51-BD24-7DFB-7413802399B5}"/>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B1D471F-99D6-4AAF-11EA-DA5451C2A7C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B843D631-3AED-A54F-EA6E-1E44A28DFDA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C6CC306C-0808-2232-2148-D63B3A31358B}"/>
              </a:ext>
            </a:extLst>
          </p:cNvPr>
          <p:cNvSpPr>
            <a:spLocks noGrp="1"/>
          </p:cNvSpPr>
          <p:nvPr>
            <p:ph type="sldNum" sz="quarter" idx="10"/>
          </p:nvPr>
        </p:nvSpPr>
        <p:spPr/>
        <p:txBody>
          <a:bodyPr/>
          <a:lstStyle/>
          <a:p>
            <a:fld id="{0B14BD24-89E3-4C51-B736-BCCE6C13A884}" type="slidenum">
              <a:rPr lang="zh-CN" altLang="en-US" smtClean="0"/>
              <a:pPr/>
              <a:t>177</a:t>
            </a:fld>
            <a:endParaRPr lang="zh-CN" altLang="en-US"/>
          </a:p>
        </p:txBody>
      </p:sp>
    </p:spTree>
    <p:extLst>
      <p:ext uri="{BB962C8B-B14F-4D97-AF65-F5344CB8AC3E}">
        <p14:creationId xmlns:p14="http://schemas.microsoft.com/office/powerpoint/2010/main" val="4038549750"/>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9EA872-58E5-C4F0-BD62-BC3A5CD9F5A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EADECC8-19D3-9D96-0283-D22BA884109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F65F1888-6131-A8D6-0462-05C721003883}"/>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A4E79E37-55C3-3FBF-4387-FFA55D47BCDA}"/>
              </a:ext>
            </a:extLst>
          </p:cNvPr>
          <p:cNvSpPr>
            <a:spLocks noGrp="1"/>
          </p:cNvSpPr>
          <p:nvPr>
            <p:ph type="sldNum" sz="quarter" idx="10"/>
          </p:nvPr>
        </p:nvSpPr>
        <p:spPr/>
        <p:txBody>
          <a:bodyPr/>
          <a:lstStyle/>
          <a:p>
            <a:fld id="{0B14BD24-89E3-4C51-B736-BCCE6C13A884}" type="slidenum">
              <a:rPr lang="zh-CN" altLang="en-US" smtClean="0"/>
              <a:pPr/>
              <a:t>178</a:t>
            </a:fld>
            <a:endParaRPr lang="zh-CN" altLang="en-US"/>
          </a:p>
        </p:txBody>
      </p:sp>
    </p:spTree>
    <p:extLst>
      <p:ext uri="{BB962C8B-B14F-4D97-AF65-F5344CB8AC3E}">
        <p14:creationId xmlns:p14="http://schemas.microsoft.com/office/powerpoint/2010/main" val="3314241894"/>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F5EB5E-9012-9268-6D4A-2B0517642C3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511B4C8-C1B9-7764-BBB9-9D553EF128F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619273C-3430-A739-A2AC-A96F3F42E01D}"/>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3BB2763F-C1FD-B837-6F31-9D99CCC60197}"/>
              </a:ext>
            </a:extLst>
          </p:cNvPr>
          <p:cNvSpPr>
            <a:spLocks noGrp="1"/>
          </p:cNvSpPr>
          <p:nvPr>
            <p:ph type="sldNum" sz="quarter" idx="10"/>
          </p:nvPr>
        </p:nvSpPr>
        <p:spPr/>
        <p:txBody>
          <a:bodyPr/>
          <a:lstStyle/>
          <a:p>
            <a:fld id="{0B14BD24-89E3-4C51-B736-BCCE6C13A884}" type="slidenum">
              <a:rPr lang="zh-CN" altLang="en-US" smtClean="0"/>
              <a:pPr/>
              <a:t>179</a:t>
            </a:fld>
            <a:endParaRPr lang="zh-CN" altLang="en-US"/>
          </a:p>
        </p:txBody>
      </p:sp>
    </p:spTree>
    <p:extLst>
      <p:ext uri="{BB962C8B-B14F-4D97-AF65-F5344CB8AC3E}">
        <p14:creationId xmlns:p14="http://schemas.microsoft.com/office/powerpoint/2010/main" val="3786061153"/>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8AB2DC-269D-6521-1FFF-F2DFF70A700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D6BA7BC-EC8D-787D-2A38-A44D3B229FF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2328F70F-BE63-65E5-8F41-6EAA38E1F56A}"/>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3CC038B7-D2A0-F429-790C-98FE56AD0802}"/>
              </a:ext>
            </a:extLst>
          </p:cNvPr>
          <p:cNvSpPr>
            <a:spLocks noGrp="1"/>
          </p:cNvSpPr>
          <p:nvPr>
            <p:ph type="sldNum" sz="quarter" idx="10"/>
          </p:nvPr>
        </p:nvSpPr>
        <p:spPr/>
        <p:txBody>
          <a:bodyPr/>
          <a:lstStyle/>
          <a:p>
            <a:fld id="{0B14BD24-89E3-4C51-B736-BCCE6C13A884}" type="slidenum">
              <a:rPr lang="zh-CN" altLang="en-US" smtClean="0"/>
              <a:pPr/>
              <a:t>180</a:t>
            </a:fld>
            <a:endParaRPr lang="zh-CN" altLang="en-US"/>
          </a:p>
        </p:txBody>
      </p:sp>
    </p:spTree>
    <p:extLst>
      <p:ext uri="{BB962C8B-B14F-4D97-AF65-F5344CB8AC3E}">
        <p14:creationId xmlns:p14="http://schemas.microsoft.com/office/powerpoint/2010/main" val="250179799"/>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3FD8B4-A5B8-D20F-3706-CBDD175ED6C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38BF088-B8D9-A595-2447-974DC2F05C9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F2993952-82E3-4FF0-4F71-616E1A9B11F0}"/>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45DE8630-5CAE-C4AB-9D1B-D133B5AE2855}"/>
              </a:ext>
            </a:extLst>
          </p:cNvPr>
          <p:cNvSpPr>
            <a:spLocks noGrp="1"/>
          </p:cNvSpPr>
          <p:nvPr>
            <p:ph type="sldNum" sz="quarter" idx="10"/>
          </p:nvPr>
        </p:nvSpPr>
        <p:spPr/>
        <p:txBody>
          <a:bodyPr/>
          <a:lstStyle/>
          <a:p>
            <a:fld id="{0B14BD24-89E3-4C51-B736-BCCE6C13A884}" type="slidenum">
              <a:rPr lang="zh-CN" altLang="en-US" smtClean="0"/>
              <a:pPr/>
              <a:t>181</a:t>
            </a:fld>
            <a:endParaRPr lang="zh-CN" altLang="en-US"/>
          </a:p>
        </p:txBody>
      </p:sp>
    </p:spTree>
    <p:extLst>
      <p:ext uri="{BB962C8B-B14F-4D97-AF65-F5344CB8AC3E}">
        <p14:creationId xmlns:p14="http://schemas.microsoft.com/office/powerpoint/2010/main" val="3304227512"/>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0B6C7B-C22F-609B-3D70-5D03B9BCF2E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162A49C-DBE5-27CC-7A13-CF726E69AB3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462E815-5D2C-9579-BFF4-067941E1729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A5EAC1FA-5F3E-AAB1-DA9C-7F826D04D469}"/>
              </a:ext>
            </a:extLst>
          </p:cNvPr>
          <p:cNvSpPr>
            <a:spLocks noGrp="1"/>
          </p:cNvSpPr>
          <p:nvPr>
            <p:ph type="sldNum" sz="quarter" idx="10"/>
          </p:nvPr>
        </p:nvSpPr>
        <p:spPr/>
        <p:txBody>
          <a:bodyPr/>
          <a:lstStyle/>
          <a:p>
            <a:fld id="{0B14BD24-89E3-4C51-B736-BCCE6C13A884}" type="slidenum">
              <a:rPr lang="zh-CN" altLang="en-US" smtClean="0"/>
              <a:pPr/>
              <a:t>182</a:t>
            </a:fld>
            <a:endParaRPr lang="zh-CN" altLang="en-US"/>
          </a:p>
        </p:txBody>
      </p:sp>
    </p:spTree>
    <p:extLst>
      <p:ext uri="{BB962C8B-B14F-4D97-AF65-F5344CB8AC3E}">
        <p14:creationId xmlns:p14="http://schemas.microsoft.com/office/powerpoint/2010/main" val="1826329353"/>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CF891A-0EF2-90BA-AAC2-6F2603F7C12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596E2A5-094C-76A1-D5CF-DCAB9024C4E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0C21CE5-0338-654C-E866-AB32B4108828}"/>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24E18DAB-E453-E2D9-A100-75AB23F94D1B}"/>
              </a:ext>
            </a:extLst>
          </p:cNvPr>
          <p:cNvSpPr>
            <a:spLocks noGrp="1"/>
          </p:cNvSpPr>
          <p:nvPr>
            <p:ph type="sldNum" sz="quarter" idx="10"/>
          </p:nvPr>
        </p:nvSpPr>
        <p:spPr/>
        <p:txBody>
          <a:bodyPr/>
          <a:lstStyle/>
          <a:p>
            <a:fld id="{0B14BD24-89E3-4C51-B736-BCCE6C13A884}" type="slidenum">
              <a:rPr lang="zh-CN" altLang="en-US" smtClean="0"/>
              <a:pPr/>
              <a:t>183</a:t>
            </a:fld>
            <a:endParaRPr lang="zh-CN" altLang="en-US"/>
          </a:p>
        </p:txBody>
      </p:sp>
    </p:spTree>
    <p:extLst>
      <p:ext uri="{BB962C8B-B14F-4D97-AF65-F5344CB8AC3E}">
        <p14:creationId xmlns:p14="http://schemas.microsoft.com/office/powerpoint/2010/main" val="318735247"/>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40C653-1C68-4EF3-02D5-8E4C4CBFE34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BB19971-E699-2173-B300-22530BE3F63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CEF5125-08C1-EFB1-100D-F2F918AA1799}"/>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2D707E36-CCB5-214F-AC9B-421FF9293D88}"/>
              </a:ext>
            </a:extLst>
          </p:cNvPr>
          <p:cNvSpPr>
            <a:spLocks noGrp="1"/>
          </p:cNvSpPr>
          <p:nvPr>
            <p:ph type="sldNum" sz="quarter" idx="10"/>
          </p:nvPr>
        </p:nvSpPr>
        <p:spPr/>
        <p:txBody>
          <a:bodyPr/>
          <a:lstStyle/>
          <a:p>
            <a:fld id="{0B14BD24-89E3-4C51-B736-BCCE6C13A884}" type="slidenum">
              <a:rPr lang="zh-CN" altLang="en-US" smtClean="0"/>
              <a:pPr/>
              <a:t>184</a:t>
            </a:fld>
            <a:endParaRPr lang="zh-CN" altLang="en-US"/>
          </a:p>
        </p:txBody>
      </p:sp>
    </p:spTree>
    <p:extLst>
      <p:ext uri="{BB962C8B-B14F-4D97-AF65-F5344CB8AC3E}">
        <p14:creationId xmlns:p14="http://schemas.microsoft.com/office/powerpoint/2010/main" val="1855444231"/>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A03DCA-7A6F-9C07-75E6-B76AC914B46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B080042-EBD3-6B02-0685-0DACC75057C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A040D9F-CDDF-5AE0-65CA-348199C65281}"/>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68ACEBF1-E517-C2C3-039E-BB887ED28AB0}"/>
              </a:ext>
            </a:extLst>
          </p:cNvPr>
          <p:cNvSpPr>
            <a:spLocks noGrp="1"/>
          </p:cNvSpPr>
          <p:nvPr>
            <p:ph type="sldNum" sz="quarter" idx="5"/>
          </p:nvPr>
        </p:nvSpPr>
        <p:spPr/>
        <p:txBody>
          <a:bodyPr/>
          <a:lstStyle/>
          <a:p>
            <a:pPr>
              <a:defRPr/>
            </a:pPr>
            <a:fld id="{CD1CD96A-A6EF-4B0B-9885-C22D65D2CD20}" type="slidenum">
              <a:rPr lang="zh-CN" altLang="en-US" smtClean="0"/>
              <a:pPr>
                <a:defRPr/>
              </a:pPr>
              <a:t>185</a:t>
            </a:fld>
            <a:endParaRPr lang="zh-CN" altLang="en-US"/>
          </a:p>
        </p:txBody>
      </p:sp>
    </p:spTree>
    <p:extLst>
      <p:ext uri="{BB962C8B-B14F-4D97-AF65-F5344CB8AC3E}">
        <p14:creationId xmlns:p14="http://schemas.microsoft.com/office/powerpoint/2010/main" val="2453101707"/>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61B3E4-11CD-C189-088B-39FF475750F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D3DC1AC-D654-0F1E-1F7F-18FD7D2CB27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7A3E5D5-8918-4E2C-A7E1-30AC2776C793}"/>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46F2C959-D1B9-0900-674B-B1B8950DB918}"/>
              </a:ext>
            </a:extLst>
          </p:cNvPr>
          <p:cNvSpPr>
            <a:spLocks noGrp="1"/>
          </p:cNvSpPr>
          <p:nvPr>
            <p:ph type="sldNum" sz="quarter" idx="10"/>
          </p:nvPr>
        </p:nvSpPr>
        <p:spPr/>
        <p:txBody>
          <a:bodyPr/>
          <a:lstStyle/>
          <a:p>
            <a:fld id="{0B14BD24-89E3-4C51-B736-BCCE6C13A884}" type="slidenum">
              <a:rPr lang="zh-CN" altLang="en-US" smtClean="0"/>
              <a:pPr/>
              <a:t>186</a:t>
            </a:fld>
            <a:endParaRPr lang="zh-CN" altLang="en-US"/>
          </a:p>
        </p:txBody>
      </p:sp>
    </p:spTree>
    <p:extLst>
      <p:ext uri="{BB962C8B-B14F-4D97-AF65-F5344CB8AC3E}">
        <p14:creationId xmlns:p14="http://schemas.microsoft.com/office/powerpoint/2010/main" val="2540013730"/>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375453-E9BC-3E1F-01F1-3BF9B726CC4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9FB17AB-8CE4-1C4C-6E2B-17356771B713}"/>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1D09997-B074-89A9-25CF-DE571C51561B}"/>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5253C31-BCAA-A364-3240-B086D9E5ECB1}"/>
              </a:ext>
            </a:extLst>
          </p:cNvPr>
          <p:cNvSpPr>
            <a:spLocks noGrp="1"/>
          </p:cNvSpPr>
          <p:nvPr>
            <p:ph type="sldNum" sz="quarter" idx="10"/>
          </p:nvPr>
        </p:nvSpPr>
        <p:spPr/>
        <p:txBody>
          <a:bodyPr/>
          <a:lstStyle/>
          <a:p>
            <a:fld id="{0B14BD24-89E3-4C51-B736-BCCE6C13A884}" type="slidenum">
              <a:rPr lang="zh-CN" altLang="en-US" smtClean="0"/>
              <a:pPr/>
              <a:t>187</a:t>
            </a:fld>
            <a:endParaRPr lang="zh-CN" altLang="en-US"/>
          </a:p>
        </p:txBody>
      </p:sp>
    </p:spTree>
    <p:extLst>
      <p:ext uri="{BB962C8B-B14F-4D97-AF65-F5344CB8AC3E}">
        <p14:creationId xmlns:p14="http://schemas.microsoft.com/office/powerpoint/2010/main" val="617980807"/>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9AC796-D110-39A1-44B1-34ED4DCC694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0868DF1-17B7-274A-95EF-142FF9EF0EB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C9435A2-6DC8-BB75-E114-DFD5582C0C32}"/>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8AD0BEF1-772E-E099-D1C9-FC2868B4D48E}"/>
              </a:ext>
            </a:extLst>
          </p:cNvPr>
          <p:cNvSpPr>
            <a:spLocks noGrp="1"/>
          </p:cNvSpPr>
          <p:nvPr>
            <p:ph type="sldNum" sz="quarter" idx="10"/>
          </p:nvPr>
        </p:nvSpPr>
        <p:spPr/>
        <p:txBody>
          <a:bodyPr/>
          <a:lstStyle/>
          <a:p>
            <a:fld id="{0B14BD24-89E3-4C51-B736-BCCE6C13A884}" type="slidenum">
              <a:rPr lang="zh-CN" altLang="en-US" smtClean="0"/>
              <a:pPr/>
              <a:t>188</a:t>
            </a:fld>
            <a:endParaRPr lang="zh-CN" altLang="en-US"/>
          </a:p>
        </p:txBody>
      </p:sp>
    </p:spTree>
    <p:extLst>
      <p:ext uri="{BB962C8B-B14F-4D97-AF65-F5344CB8AC3E}">
        <p14:creationId xmlns:p14="http://schemas.microsoft.com/office/powerpoint/2010/main" val="4090208081"/>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A1A270-FAB0-F2D6-5CD5-E750A117BAD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650BB34-26D2-7ECE-5A31-924F75CACC5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16FA9A8-480D-89F0-6EAF-92D3EA2AE2BD}"/>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C5442890-5F34-CDAB-1BDA-E80FE944C203}"/>
              </a:ext>
            </a:extLst>
          </p:cNvPr>
          <p:cNvSpPr>
            <a:spLocks noGrp="1"/>
          </p:cNvSpPr>
          <p:nvPr>
            <p:ph type="sldNum" sz="quarter" idx="10"/>
          </p:nvPr>
        </p:nvSpPr>
        <p:spPr/>
        <p:txBody>
          <a:bodyPr/>
          <a:lstStyle/>
          <a:p>
            <a:fld id="{0B14BD24-89E3-4C51-B736-BCCE6C13A884}" type="slidenum">
              <a:rPr lang="zh-CN" altLang="en-US" smtClean="0"/>
              <a:pPr/>
              <a:t>189</a:t>
            </a:fld>
            <a:endParaRPr lang="zh-CN" altLang="en-US"/>
          </a:p>
        </p:txBody>
      </p:sp>
    </p:spTree>
    <p:extLst>
      <p:ext uri="{BB962C8B-B14F-4D97-AF65-F5344CB8AC3E}">
        <p14:creationId xmlns:p14="http://schemas.microsoft.com/office/powerpoint/2010/main" val="3212296851"/>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72FB9F-DC40-EF4E-EF6D-BFA9838EDA3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B7D1372-907F-EE2D-AAD8-A7D54130905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E8779C0-61F6-9A67-8C21-E90BC2649EF0}"/>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D8EC27CB-49EB-0A29-0578-D4B6E1696B69}"/>
              </a:ext>
            </a:extLst>
          </p:cNvPr>
          <p:cNvSpPr>
            <a:spLocks noGrp="1"/>
          </p:cNvSpPr>
          <p:nvPr>
            <p:ph type="sldNum" sz="quarter" idx="10"/>
          </p:nvPr>
        </p:nvSpPr>
        <p:spPr/>
        <p:txBody>
          <a:bodyPr/>
          <a:lstStyle/>
          <a:p>
            <a:fld id="{0B14BD24-89E3-4C51-B736-BCCE6C13A884}" type="slidenum">
              <a:rPr lang="zh-CN" altLang="en-US" smtClean="0"/>
              <a:pPr/>
              <a:t>190</a:t>
            </a:fld>
            <a:endParaRPr lang="zh-CN" altLang="en-US"/>
          </a:p>
        </p:txBody>
      </p:sp>
    </p:spTree>
    <p:extLst>
      <p:ext uri="{BB962C8B-B14F-4D97-AF65-F5344CB8AC3E}">
        <p14:creationId xmlns:p14="http://schemas.microsoft.com/office/powerpoint/2010/main" val="908814502"/>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4F8881-69C4-B437-50E0-11C10CB1FB9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481A23F-66AD-A04E-8B65-FD7AAF608E7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3A0F9AD-1387-1793-4D72-37CEB47C6756}"/>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2785ED6-4489-3571-81E9-23D703052CE5}"/>
              </a:ext>
            </a:extLst>
          </p:cNvPr>
          <p:cNvSpPr>
            <a:spLocks noGrp="1"/>
          </p:cNvSpPr>
          <p:nvPr>
            <p:ph type="sldNum" sz="quarter" idx="10"/>
          </p:nvPr>
        </p:nvSpPr>
        <p:spPr/>
        <p:txBody>
          <a:bodyPr/>
          <a:lstStyle/>
          <a:p>
            <a:fld id="{0B14BD24-89E3-4C51-B736-BCCE6C13A884}" type="slidenum">
              <a:rPr lang="zh-CN" altLang="en-US" smtClean="0"/>
              <a:pPr/>
              <a:t>191</a:t>
            </a:fld>
            <a:endParaRPr lang="zh-CN" altLang="en-US"/>
          </a:p>
        </p:txBody>
      </p:sp>
    </p:spTree>
    <p:extLst>
      <p:ext uri="{BB962C8B-B14F-4D97-AF65-F5344CB8AC3E}">
        <p14:creationId xmlns:p14="http://schemas.microsoft.com/office/powerpoint/2010/main" val="3054645846"/>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5DDF75-3863-AEEF-4C63-E342D50E30B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8AE84FB-B196-3529-5F8B-F858941815A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6460A6C-1B7A-EF20-D78B-177BBBCF4199}"/>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C8CA0CE1-54CE-2933-6030-F4C58D62BD1D}"/>
              </a:ext>
            </a:extLst>
          </p:cNvPr>
          <p:cNvSpPr>
            <a:spLocks noGrp="1"/>
          </p:cNvSpPr>
          <p:nvPr>
            <p:ph type="sldNum" sz="quarter" idx="10"/>
          </p:nvPr>
        </p:nvSpPr>
        <p:spPr/>
        <p:txBody>
          <a:bodyPr/>
          <a:lstStyle/>
          <a:p>
            <a:fld id="{0B14BD24-89E3-4C51-B736-BCCE6C13A884}" type="slidenum">
              <a:rPr lang="zh-CN" altLang="en-US" smtClean="0"/>
              <a:pPr/>
              <a:t>193</a:t>
            </a:fld>
            <a:endParaRPr lang="zh-CN" altLang="en-US"/>
          </a:p>
        </p:txBody>
      </p:sp>
    </p:spTree>
    <p:extLst>
      <p:ext uri="{BB962C8B-B14F-4D97-AF65-F5344CB8AC3E}">
        <p14:creationId xmlns:p14="http://schemas.microsoft.com/office/powerpoint/2010/main" val="1698359093"/>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194</a:t>
            </a:fld>
            <a:endParaRPr lang="zh-CN" altLang="en-US"/>
          </a:p>
        </p:txBody>
      </p:sp>
    </p:spTree>
    <p:extLst>
      <p:ext uri="{BB962C8B-B14F-4D97-AF65-F5344CB8AC3E}">
        <p14:creationId xmlns:p14="http://schemas.microsoft.com/office/powerpoint/2010/main" val="948818976"/>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195</a:t>
            </a:fld>
            <a:endParaRPr lang="zh-CN" altLang="en-US"/>
          </a:p>
        </p:txBody>
      </p:sp>
    </p:spTree>
    <p:extLst>
      <p:ext uri="{BB962C8B-B14F-4D97-AF65-F5344CB8AC3E}">
        <p14:creationId xmlns:p14="http://schemas.microsoft.com/office/powerpoint/2010/main" val="3223659125"/>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196</a:t>
            </a:fld>
            <a:endParaRPr lang="zh-CN" altLang="en-US"/>
          </a:p>
        </p:txBody>
      </p:sp>
    </p:spTree>
    <p:extLst>
      <p:ext uri="{BB962C8B-B14F-4D97-AF65-F5344CB8AC3E}">
        <p14:creationId xmlns:p14="http://schemas.microsoft.com/office/powerpoint/2010/main" val="343503900"/>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197</a:t>
            </a:fld>
            <a:endParaRPr lang="zh-CN" altLang="en-US"/>
          </a:p>
        </p:txBody>
      </p:sp>
    </p:spTree>
    <p:extLst>
      <p:ext uri="{BB962C8B-B14F-4D97-AF65-F5344CB8AC3E}">
        <p14:creationId xmlns:p14="http://schemas.microsoft.com/office/powerpoint/2010/main" val="4095389439"/>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198</a:t>
            </a:fld>
            <a:endParaRPr lang="zh-CN" altLang="en-US"/>
          </a:p>
        </p:txBody>
      </p:sp>
    </p:spTree>
    <p:extLst>
      <p:ext uri="{BB962C8B-B14F-4D97-AF65-F5344CB8AC3E}">
        <p14:creationId xmlns:p14="http://schemas.microsoft.com/office/powerpoint/2010/main" val="2128036400"/>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199</a:t>
            </a:fld>
            <a:endParaRPr lang="zh-CN" altLang="en-US"/>
          </a:p>
        </p:txBody>
      </p:sp>
    </p:spTree>
    <p:extLst>
      <p:ext uri="{BB962C8B-B14F-4D97-AF65-F5344CB8AC3E}">
        <p14:creationId xmlns:p14="http://schemas.microsoft.com/office/powerpoint/2010/main" val="3198315029"/>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201</a:t>
            </a:fld>
            <a:endParaRPr lang="zh-CN" altLang="en-US"/>
          </a:p>
        </p:txBody>
      </p:sp>
    </p:spTree>
    <p:extLst>
      <p:ext uri="{BB962C8B-B14F-4D97-AF65-F5344CB8AC3E}">
        <p14:creationId xmlns:p14="http://schemas.microsoft.com/office/powerpoint/2010/main" val="1877320454"/>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202</a:t>
            </a:fld>
            <a:endParaRPr lang="zh-CN" altLang="en-US"/>
          </a:p>
        </p:txBody>
      </p:sp>
    </p:spTree>
    <p:extLst>
      <p:ext uri="{BB962C8B-B14F-4D97-AF65-F5344CB8AC3E}">
        <p14:creationId xmlns:p14="http://schemas.microsoft.com/office/powerpoint/2010/main" val="3566377440"/>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203</a:t>
            </a:fld>
            <a:endParaRPr lang="zh-CN" altLang="en-US"/>
          </a:p>
        </p:txBody>
      </p:sp>
    </p:spTree>
    <p:extLst>
      <p:ext uri="{BB962C8B-B14F-4D97-AF65-F5344CB8AC3E}">
        <p14:creationId xmlns:p14="http://schemas.microsoft.com/office/powerpoint/2010/main" val="1839929253"/>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204</a:t>
            </a:fld>
            <a:endParaRPr lang="zh-CN" altLang="en-US"/>
          </a:p>
        </p:txBody>
      </p:sp>
    </p:spTree>
    <p:extLst>
      <p:ext uri="{BB962C8B-B14F-4D97-AF65-F5344CB8AC3E}">
        <p14:creationId xmlns:p14="http://schemas.microsoft.com/office/powerpoint/2010/main" val="2495184087"/>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205</a:t>
            </a:fld>
            <a:endParaRPr lang="zh-CN" altLang="en-US"/>
          </a:p>
        </p:txBody>
      </p:sp>
    </p:spTree>
    <p:extLst>
      <p:ext uri="{BB962C8B-B14F-4D97-AF65-F5344CB8AC3E}">
        <p14:creationId xmlns:p14="http://schemas.microsoft.com/office/powerpoint/2010/main" val="501585018"/>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206</a:t>
            </a:fld>
            <a:endParaRPr lang="zh-CN" altLang="en-US"/>
          </a:p>
        </p:txBody>
      </p:sp>
    </p:spTree>
    <p:extLst>
      <p:ext uri="{BB962C8B-B14F-4D97-AF65-F5344CB8AC3E}">
        <p14:creationId xmlns:p14="http://schemas.microsoft.com/office/powerpoint/2010/main" val="3205350003"/>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0753DD-C2B7-6DD0-C798-D1BAC447341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D198893-645A-E9A1-3F4A-A4B8F70BAEC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20451B6-3041-639C-E020-A6EB4F2531A0}"/>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1C368221-F5D7-213B-FBF1-AE82567EFE65}"/>
              </a:ext>
            </a:extLst>
          </p:cNvPr>
          <p:cNvSpPr>
            <a:spLocks noGrp="1"/>
          </p:cNvSpPr>
          <p:nvPr>
            <p:ph type="sldNum" sz="quarter" idx="10"/>
          </p:nvPr>
        </p:nvSpPr>
        <p:spPr/>
        <p:txBody>
          <a:bodyPr/>
          <a:lstStyle/>
          <a:p>
            <a:fld id="{0B14BD24-89E3-4C51-B736-BCCE6C13A884}" type="slidenum">
              <a:rPr lang="zh-CN" altLang="en-US" smtClean="0"/>
              <a:pPr/>
              <a:t>207</a:t>
            </a:fld>
            <a:endParaRPr lang="zh-CN" altLang="en-US"/>
          </a:p>
        </p:txBody>
      </p:sp>
    </p:spTree>
    <p:extLst>
      <p:ext uri="{BB962C8B-B14F-4D97-AF65-F5344CB8AC3E}">
        <p14:creationId xmlns:p14="http://schemas.microsoft.com/office/powerpoint/2010/main" val="1753893930"/>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6F8EA7-F3D1-1556-B268-F064CA8BA3B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74BA5D5-89F8-2B3D-CCD6-4151B022D52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5A9158E6-7120-BFA2-321C-4F8DC996B00B}"/>
              </a:ext>
            </a:extLst>
          </p:cNvPr>
          <p:cNvSpPr>
            <a:spLocks noGrp="1"/>
          </p:cNvSpPr>
          <p:nvPr>
            <p:ph type="body" idx="1"/>
          </p:nvPr>
        </p:nvSpPr>
        <p:spPr/>
        <p:txBody>
          <a:bodyPr/>
          <a:lstStyle/>
          <a:p>
            <a:endParaRPr lang="en-US" altLang="zh-CN" dirty="0"/>
          </a:p>
        </p:txBody>
      </p:sp>
      <p:sp>
        <p:nvSpPr>
          <p:cNvPr id="4" name="灯片编号占位符 3">
            <a:extLst>
              <a:ext uri="{FF2B5EF4-FFF2-40B4-BE49-F238E27FC236}">
                <a16:creationId xmlns:a16="http://schemas.microsoft.com/office/drawing/2014/main" id="{ABDD96F1-2972-272F-73B2-ABC3941330EC}"/>
              </a:ext>
            </a:extLst>
          </p:cNvPr>
          <p:cNvSpPr>
            <a:spLocks noGrp="1"/>
          </p:cNvSpPr>
          <p:nvPr>
            <p:ph type="sldNum" sz="quarter" idx="10"/>
          </p:nvPr>
        </p:nvSpPr>
        <p:spPr/>
        <p:txBody>
          <a:bodyPr/>
          <a:lstStyle/>
          <a:p>
            <a:fld id="{0B14BD24-89E3-4C51-B736-BCCE6C13A884}" type="slidenum">
              <a:rPr lang="zh-CN" altLang="en-US" smtClean="0"/>
              <a:pPr/>
              <a:t>208</a:t>
            </a:fld>
            <a:endParaRPr lang="zh-CN" altLang="en-US"/>
          </a:p>
        </p:txBody>
      </p:sp>
    </p:spTree>
    <p:extLst>
      <p:ext uri="{BB962C8B-B14F-4D97-AF65-F5344CB8AC3E}">
        <p14:creationId xmlns:p14="http://schemas.microsoft.com/office/powerpoint/2010/main" val="4210984448"/>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D0CC4F-8EB9-A974-CAE1-C5328205F5A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3A404793-C7F3-F018-170C-DBBC36CB547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D0FEBA3-B175-8373-40CF-AFF1E5DE7F82}"/>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8EB8A2A8-7F62-166E-6312-1A0CAB921B55}"/>
              </a:ext>
            </a:extLst>
          </p:cNvPr>
          <p:cNvSpPr>
            <a:spLocks noGrp="1"/>
          </p:cNvSpPr>
          <p:nvPr>
            <p:ph type="sldNum" sz="quarter" idx="10"/>
          </p:nvPr>
        </p:nvSpPr>
        <p:spPr/>
        <p:txBody>
          <a:bodyPr/>
          <a:lstStyle/>
          <a:p>
            <a:fld id="{0B14BD24-89E3-4C51-B736-BCCE6C13A884}" type="slidenum">
              <a:rPr lang="zh-CN" altLang="en-US" smtClean="0"/>
              <a:pPr/>
              <a:t>209</a:t>
            </a:fld>
            <a:endParaRPr lang="zh-CN" altLang="en-US"/>
          </a:p>
        </p:txBody>
      </p:sp>
    </p:spTree>
    <p:extLst>
      <p:ext uri="{BB962C8B-B14F-4D97-AF65-F5344CB8AC3E}">
        <p14:creationId xmlns:p14="http://schemas.microsoft.com/office/powerpoint/2010/main" val="2221753092"/>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E145DB-5075-5A99-0F76-F7A60E94BEC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351CA51-D541-FC8B-563E-4FCA54CE654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82F1912-4F00-1346-6743-5171AD815B1F}"/>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9EBB4D52-85E1-F819-1718-CFAE8EF47DFA}"/>
              </a:ext>
            </a:extLst>
          </p:cNvPr>
          <p:cNvSpPr>
            <a:spLocks noGrp="1"/>
          </p:cNvSpPr>
          <p:nvPr>
            <p:ph type="sldNum" sz="quarter" idx="10"/>
          </p:nvPr>
        </p:nvSpPr>
        <p:spPr/>
        <p:txBody>
          <a:bodyPr/>
          <a:lstStyle/>
          <a:p>
            <a:fld id="{0B14BD24-89E3-4C51-B736-BCCE6C13A884}" type="slidenum">
              <a:rPr lang="zh-CN" altLang="en-US" smtClean="0"/>
              <a:pPr/>
              <a:t>210</a:t>
            </a:fld>
            <a:endParaRPr lang="zh-CN" altLang="en-US"/>
          </a:p>
        </p:txBody>
      </p:sp>
    </p:spTree>
    <p:extLst>
      <p:ext uri="{BB962C8B-B14F-4D97-AF65-F5344CB8AC3E}">
        <p14:creationId xmlns:p14="http://schemas.microsoft.com/office/powerpoint/2010/main" val="1558936303"/>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211</a:t>
            </a:fld>
            <a:endParaRPr lang="zh-CN" altLang="en-US"/>
          </a:p>
        </p:txBody>
      </p:sp>
    </p:spTree>
    <p:extLst>
      <p:ext uri="{BB962C8B-B14F-4D97-AF65-F5344CB8AC3E}">
        <p14:creationId xmlns:p14="http://schemas.microsoft.com/office/powerpoint/2010/main" val="3845104121"/>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212</a:t>
            </a:fld>
            <a:endParaRPr lang="zh-CN" altLang="en-US"/>
          </a:p>
        </p:txBody>
      </p:sp>
    </p:spTree>
    <p:extLst>
      <p:ext uri="{BB962C8B-B14F-4D97-AF65-F5344CB8AC3E}">
        <p14:creationId xmlns:p14="http://schemas.microsoft.com/office/powerpoint/2010/main" val="730483475"/>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213</a:t>
            </a:fld>
            <a:endParaRPr lang="zh-CN" altLang="en-US"/>
          </a:p>
        </p:txBody>
      </p:sp>
    </p:spTree>
    <p:extLst>
      <p:ext uri="{BB962C8B-B14F-4D97-AF65-F5344CB8AC3E}">
        <p14:creationId xmlns:p14="http://schemas.microsoft.com/office/powerpoint/2010/main" val="2788800577"/>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214</a:t>
            </a:fld>
            <a:endParaRPr lang="zh-CN" altLang="en-US"/>
          </a:p>
        </p:txBody>
      </p:sp>
    </p:spTree>
    <p:extLst>
      <p:ext uri="{BB962C8B-B14F-4D97-AF65-F5344CB8AC3E}">
        <p14:creationId xmlns:p14="http://schemas.microsoft.com/office/powerpoint/2010/main" val="548227340"/>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215</a:t>
            </a:fld>
            <a:endParaRPr lang="zh-CN" altLang="en-US"/>
          </a:p>
        </p:txBody>
      </p:sp>
    </p:spTree>
    <p:extLst>
      <p:ext uri="{BB962C8B-B14F-4D97-AF65-F5344CB8AC3E}">
        <p14:creationId xmlns:p14="http://schemas.microsoft.com/office/powerpoint/2010/main" val="1272733771"/>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216</a:t>
            </a:fld>
            <a:endParaRPr lang="zh-CN" altLang="en-US"/>
          </a:p>
        </p:txBody>
      </p:sp>
    </p:spTree>
    <p:extLst>
      <p:ext uri="{BB962C8B-B14F-4D97-AF65-F5344CB8AC3E}">
        <p14:creationId xmlns:p14="http://schemas.microsoft.com/office/powerpoint/2010/main" val="1586511494"/>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3013B5-BD02-71E5-1FF9-797A3DEC82C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BFEC898-740E-A4CA-0D81-BF748A7731D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8AE498B-FB3D-99D8-2A06-E3E7C5891F48}"/>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CA51C0B9-C565-96E1-5B11-99D045F7089C}"/>
              </a:ext>
            </a:extLst>
          </p:cNvPr>
          <p:cNvSpPr>
            <a:spLocks noGrp="1"/>
          </p:cNvSpPr>
          <p:nvPr>
            <p:ph type="sldNum" sz="quarter" idx="5"/>
          </p:nvPr>
        </p:nvSpPr>
        <p:spPr/>
        <p:txBody>
          <a:bodyPr/>
          <a:lstStyle/>
          <a:p>
            <a:fld id="{0B14BD24-89E3-4C51-B736-BCCE6C13A884}" type="slidenum">
              <a:rPr lang="zh-CN" altLang="en-US" smtClean="0"/>
              <a:pPr/>
              <a:t>217</a:t>
            </a:fld>
            <a:endParaRPr lang="zh-CN" altLang="en-US"/>
          </a:p>
        </p:txBody>
      </p:sp>
    </p:spTree>
    <p:extLst>
      <p:ext uri="{BB962C8B-B14F-4D97-AF65-F5344CB8AC3E}">
        <p14:creationId xmlns:p14="http://schemas.microsoft.com/office/powerpoint/2010/main" val="664141907"/>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7DB93E-FB2B-0D30-A8A1-98604F912C5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68117E2-80CC-FBE8-3047-BA677331EEE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BEB78DE-60D9-4E7F-1AB0-50B4327050FE}"/>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CF16EED-5A31-7D23-C375-9BE3F0F38BD3}"/>
              </a:ext>
            </a:extLst>
          </p:cNvPr>
          <p:cNvSpPr>
            <a:spLocks noGrp="1"/>
          </p:cNvSpPr>
          <p:nvPr>
            <p:ph type="sldNum" sz="quarter" idx="5"/>
          </p:nvPr>
        </p:nvSpPr>
        <p:spPr/>
        <p:txBody>
          <a:bodyPr/>
          <a:lstStyle/>
          <a:p>
            <a:fld id="{0B14BD24-89E3-4C51-B736-BCCE6C13A884}" type="slidenum">
              <a:rPr lang="zh-CN" altLang="en-US" smtClean="0"/>
              <a:pPr/>
              <a:t>218</a:t>
            </a:fld>
            <a:endParaRPr lang="zh-CN" altLang="en-US"/>
          </a:p>
        </p:txBody>
      </p:sp>
    </p:spTree>
    <p:extLst>
      <p:ext uri="{BB962C8B-B14F-4D97-AF65-F5344CB8AC3E}">
        <p14:creationId xmlns:p14="http://schemas.microsoft.com/office/powerpoint/2010/main" val="2534620772"/>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24182C-B341-F5BD-95A6-D6E48D7B356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F863DC3-8882-320B-2F9F-EB9FAE793FD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2F6B351D-8161-357D-181D-728864D99CD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1371C8D1-5846-1F8C-392C-4C75FD3F73C0}"/>
              </a:ext>
            </a:extLst>
          </p:cNvPr>
          <p:cNvSpPr>
            <a:spLocks noGrp="1"/>
          </p:cNvSpPr>
          <p:nvPr>
            <p:ph type="sldNum" sz="quarter" idx="5"/>
          </p:nvPr>
        </p:nvSpPr>
        <p:spPr/>
        <p:txBody>
          <a:bodyPr/>
          <a:lstStyle/>
          <a:p>
            <a:fld id="{0B14BD24-89E3-4C51-B736-BCCE6C13A884}" type="slidenum">
              <a:rPr lang="zh-CN" altLang="en-US" smtClean="0"/>
              <a:pPr/>
              <a:t>219</a:t>
            </a:fld>
            <a:endParaRPr lang="zh-CN" altLang="en-US"/>
          </a:p>
        </p:txBody>
      </p:sp>
    </p:spTree>
    <p:extLst>
      <p:ext uri="{BB962C8B-B14F-4D97-AF65-F5344CB8AC3E}">
        <p14:creationId xmlns:p14="http://schemas.microsoft.com/office/powerpoint/2010/main" val="3094572857"/>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220</a:t>
            </a:fld>
            <a:endParaRPr lang="zh-CN" altLang="en-US"/>
          </a:p>
        </p:txBody>
      </p:sp>
    </p:spTree>
    <p:extLst>
      <p:ext uri="{BB962C8B-B14F-4D97-AF65-F5344CB8AC3E}">
        <p14:creationId xmlns:p14="http://schemas.microsoft.com/office/powerpoint/2010/main" val="1777432050"/>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221</a:t>
            </a:fld>
            <a:endParaRPr lang="zh-CN" altLang="en-US"/>
          </a:p>
        </p:txBody>
      </p:sp>
    </p:spTree>
    <p:extLst>
      <p:ext uri="{BB962C8B-B14F-4D97-AF65-F5344CB8AC3E}">
        <p14:creationId xmlns:p14="http://schemas.microsoft.com/office/powerpoint/2010/main" val="1773550046"/>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222</a:t>
            </a:fld>
            <a:endParaRPr lang="zh-CN" altLang="en-US"/>
          </a:p>
        </p:txBody>
      </p:sp>
    </p:spTree>
    <p:extLst>
      <p:ext uri="{BB962C8B-B14F-4D97-AF65-F5344CB8AC3E}">
        <p14:creationId xmlns:p14="http://schemas.microsoft.com/office/powerpoint/2010/main" val="2956411125"/>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223</a:t>
            </a:fld>
            <a:endParaRPr lang="zh-CN" altLang="en-US"/>
          </a:p>
        </p:txBody>
      </p:sp>
    </p:spTree>
    <p:extLst>
      <p:ext uri="{BB962C8B-B14F-4D97-AF65-F5344CB8AC3E}">
        <p14:creationId xmlns:p14="http://schemas.microsoft.com/office/powerpoint/2010/main" val="2478465384"/>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F34FEC-D88A-A1FD-590A-37AF8A8AF4C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E4EC29C-7047-0ECF-4ADF-6861C9B33690}"/>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3900E16-BD03-B46E-4FCD-BB788B004F18}"/>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1E889C28-FB4A-11CB-6214-20C4361F4243}"/>
              </a:ext>
            </a:extLst>
          </p:cNvPr>
          <p:cNvSpPr>
            <a:spLocks noGrp="1"/>
          </p:cNvSpPr>
          <p:nvPr>
            <p:ph type="sldNum" sz="quarter" idx="5"/>
          </p:nvPr>
        </p:nvSpPr>
        <p:spPr/>
        <p:txBody>
          <a:bodyPr/>
          <a:lstStyle/>
          <a:p>
            <a:fld id="{0B14BD24-89E3-4C51-B736-BCCE6C13A884}" type="slidenum">
              <a:rPr lang="zh-CN" altLang="en-US" smtClean="0"/>
              <a:pPr/>
              <a:t>224</a:t>
            </a:fld>
            <a:endParaRPr lang="zh-CN" altLang="en-US"/>
          </a:p>
        </p:txBody>
      </p:sp>
    </p:spTree>
    <p:extLst>
      <p:ext uri="{BB962C8B-B14F-4D97-AF65-F5344CB8AC3E}">
        <p14:creationId xmlns:p14="http://schemas.microsoft.com/office/powerpoint/2010/main" val="2675205939"/>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225</a:t>
            </a:fld>
            <a:endParaRPr lang="zh-CN" altLang="en-US"/>
          </a:p>
        </p:txBody>
      </p:sp>
    </p:spTree>
    <p:extLst>
      <p:ext uri="{BB962C8B-B14F-4D97-AF65-F5344CB8AC3E}">
        <p14:creationId xmlns:p14="http://schemas.microsoft.com/office/powerpoint/2010/main" val="1177871136"/>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226</a:t>
            </a:fld>
            <a:endParaRPr lang="zh-CN" altLang="en-US"/>
          </a:p>
        </p:txBody>
      </p:sp>
    </p:spTree>
    <p:extLst>
      <p:ext uri="{BB962C8B-B14F-4D97-AF65-F5344CB8AC3E}">
        <p14:creationId xmlns:p14="http://schemas.microsoft.com/office/powerpoint/2010/main" val="2738561369"/>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227</a:t>
            </a:fld>
            <a:endParaRPr lang="zh-CN" altLang="en-US"/>
          </a:p>
        </p:txBody>
      </p:sp>
    </p:spTree>
    <p:extLst>
      <p:ext uri="{BB962C8B-B14F-4D97-AF65-F5344CB8AC3E}">
        <p14:creationId xmlns:p14="http://schemas.microsoft.com/office/powerpoint/2010/main" val="1135593496"/>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EF00CC-B505-AF70-7227-885626DA6CE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35B5073-E9DF-1D6C-93A4-DD0525DE57C0}"/>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8D0718D-5D0C-EB34-8342-EA6C6D3239CE}"/>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08CA5EBB-714A-6B5D-FB6F-9895740AD414}"/>
              </a:ext>
            </a:extLst>
          </p:cNvPr>
          <p:cNvSpPr>
            <a:spLocks noGrp="1"/>
          </p:cNvSpPr>
          <p:nvPr>
            <p:ph type="sldNum" sz="quarter" idx="5"/>
          </p:nvPr>
        </p:nvSpPr>
        <p:spPr/>
        <p:txBody>
          <a:bodyPr/>
          <a:lstStyle/>
          <a:p>
            <a:fld id="{0B14BD24-89E3-4C51-B736-BCCE6C13A884}" type="slidenum">
              <a:rPr lang="zh-CN" altLang="en-US" smtClean="0"/>
              <a:pPr/>
              <a:t>228</a:t>
            </a:fld>
            <a:endParaRPr lang="zh-CN" altLang="en-US"/>
          </a:p>
        </p:txBody>
      </p:sp>
    </p:spTree>
    <p:extLst>
      <p:ext uri="{BB962C8B-B14F-4D97-AF65-F5344CB8AC3E}">
        <p14:creationId xmlns:p14="http://schemas.microsoft.com/office/powerpoint/2010/main" val="2404036994"/>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3C016D-8932-5774-5D7A-2F72D0EF79C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4433CCC5-2A5E-1518-7C9E-91E1D653114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5B3897D-C127-7156-9456-56959E0908CD}"/>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B514BD7C-A037-F0D1-F951-A40486261FB9}"/>
              </a:ext>
            </a:extLst>
          </p:cNvPr>
          <p:cNvSpPr>
            <a:spLocks noGrp="1"/>
          </p:cNvSpPr>
          <p:nvPr>
            <p:ph type="sldNum" sz="quarter" idx="5"/>
          </p:nvPr>
        </p:nvSpPr>
        <p:spPr/>
        <p:txBody>
          <a:bodyPr/>
          <a:lstStyle/>
          <a:p>
            <a:fld id="{0B14BD24-89E3-4C51-B736-BCCE6C13A884}" type="slidenum">
              <a:rPr lang="zh-CN" altLang="en-US" smtClean="0"/>
              <a:pPr/>
              <a:t>229</a:t>
            </a:fld>
            <a:endParaRPr lang="zh-CN" altLang="en-US"/>
          </a:p>
        </p:txBody>
      </p:sp>
    </p:spTree>
    <p:extLst>
      <p:ext uri="{BB962C8B-B14F-4D97-AF65-F5344CB8AC3E}">
        <p14:creationId xmlns:p14="http://schemas.microsoft.com/office/powerpoint/2010/main" val="467326241"/>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34B9F3-6234-CDB9-17E4-92169FCFF87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17798AA-E3C8-B4BA-A9D1-E72A2195D44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9DE3180-447B-22EC-582C-AB32181B3C28}"/>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F9F1AE52-9334-4249-D520-DA7797DEB69E}"/>
              </a:ext>
            </a:extLst>
          </p:cNvPr>
          <p:cNvSpPr>
            <a:spLocks noGrp="1"/>
          </p:cNvSpPr>
          <p:nvPr>
            <p:ph type="sldNum" sz="quarter" idx="5"/>
          </p:nvPr>
        </p:nvSpPr>
        <p:spPr/>
        <p:txBody>
          <a:bodyPr/>
          <a:lstStyle/>
          <a:p>
            <a:fld id="{0B14BD24-89E3-4C51-B736-BCCE6C13A884}" type="slidenum">
              <a:rPr lang="zh-CN" altLang="en-US" smtClean="0"/>
              <a:pPr/>
              <a:t>230</a:t>
            </a:fld>
            <a:endParaRPr lang="zh-CN" altLang="en-US"/>
          </a:p>
        </p:txBody>
      </p:sp>
    </p:spTree>
    <p:extLst>
      <p:ext uri="{BB962C8B-B14F-4D97-AF65-F5344CB8AC3E}">
        <p14:creationId xmlns:p14="http://schemas.microsoft.com/office/powerpoint/2010/main" val="2171708315"/>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231</a:t>
            </a:fld>
            <a:endParaRPr lang="zh-CN" altLang="en-US"/>
          </a:p>
        </p:txBody>
      </p:sp>
    </p:spTree>
    <p:extLst>
      <p:ext uri="{BB962C8B-B14F-4D97-AF65-F5344CB8AC3E}">
        <p14:creationId xmlns:p14="http://schemas.microsoft.com/office/powerpoint/2010/main" val="3095037154"/>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232</a:t>
            </a:fld>
            <a:endParaRPr lang="zh-CN" altLang="en-US"/>
          </a:p>
        </p:txBody>
      </p:sp>
    </p:spTree>
    <p:extLst>
      <p:ext uri="{BB962C8B-B14F-4D97-AF65-F5344CB8AC3E}">
        <p14:creationId xmlns:p14="http://schemas.microsoft.com/office/powerpoint/2010/main" val="2199297906"/>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119C30-C378-AE11-C046-157EE981BDC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A7763A6-1D4F-11FE-9071-E7269F9F3E2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DA3C042-F2F1-1501-F3E9-8B368CCD1B8B}"/>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F95C562F-95F7-2CE8-43FD-0A4079232DE2}"/>
              </a:ext>
            </a:extLst>
          </p:cNvPr>
          <p:cNvSpPr>
            <a:spLocks noGrp="1"/>
          </p:cNvSpPr>
          <p:nvPr>
            <p:ph type="sldNum" sz="quarter" idx="10"/>
          </p:nvPr>
        </p:nvSpPr>
        <p:spPr/>
        <p:txBody>
          <a:bodyPr/>
          <a:lstStyle/>
          <a:p>
            <a:fld id="{0B14BD24-89E3-4C51-B736-BCCE6C13A884}" type="slidenum">
              <a:rPr lang="zh-CN" altLang="en-US" smtClean="0"/>
              <a:pPr/>
              <a:t>233</a:t>
            </a:fld>
            <a:endParaRPr lang="zh-CN" altLang="en-US"/>
          </a:p>
        </p:txBody>
      </p:sp>
    </p:spTree>
    <p:extLst>
      <p:ext uri="{BB962C8B-B14F-4D97-AF65-F5344CB8AC3E}">
        <p14:creationId xmlns:p14="http://schemas.microsoft.com/office/powerpoint/2010/main" val="1001134992"/>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0B4E1E-719D-C4E4-3FD5-BD42C697FEA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66A314FF-DEB4-BAD8-CAAE-2157D3F58E4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11D20F8-CEF7-F7E4-7AAA-6350DD093AEE}"/>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F9C908B6-E4AC-1B4F-8C57-672BC83F5280}"/>
              </a:ext>
            </a:extLst>
          </p:cNvPr>
          <p:cNvSpPr>
            <a:spLocks noGrp="1"/>
          </p:cNvSpPr>
          <p:nvPr>
            <p:ph type="sldNum" sz="quarter" idx="10"/>
          </p:nvPr>
        </p:nvSpPr>
        <p:spPr/>
        <p:txBody>
          <a:bodyPr/>
          <a:lstStyle/>
          <a:p>
            <a:fld id="{0B14BD24-89E3-4C51-B736-BCCE6C13A884}" type="slidenum">
              <a:rPr lang="zh-CN" altLang="en-US" smtClean="0"/>
              <a:pPr/>
              <a:t>234</a:t>
            </a:fld>
            <a:endParaRPr lang="zh-CN" altLang="en-US"/>
          </a:p>
        </p:txBody>
      </p:sp>
    </p:spTree>
    <p:extLst>
      <p:ext uri="{BB962C8B-B14F-4D97-AF65-F5344CB8AC3E}">
        <p14:creationId xmlns:p14="http://schemas.microsoft.com/office/powerpoint/2010/main" val="2447810343"/>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881264-1719-62A6-AEF2-8D732E72854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0062A29-40E0-4E33-02AB-E8B7D480737F}"/>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3F22B60-06C4-E5DC-86F5-3BA6FFE6B50D}"/>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2BCEB2B4-C744-968D-BCBB-DDC4BDEB289B}"/>
              </a:ext>
            </a:extLst>
          </p:cNvPr>
          <p:cNvSpPr>
            <a:spLocks noGrp="1"/>
          </p:cNvSpPr>
          <p:nvPr>
            <p:ph type="sldNum" sz="quarter" idx="10"/>
          </p:nvPr>
        </p:nvSpPr>
        <p:spPr/>
        <p:txBody>
          <a:bodyPr/>
          <a:lstStyle/>
          <a:p>
            <a:fld id="{0B14BD24-89E3-4C51-B736-BCCE6C13A884}" type="slidenum">
              <a:rPr lang="zh-CN" altLang="en-US" smtClean="0"/>
              <a:pPr/>
              <a:t>235</a:t>
            </a:fld>
            <a:endParaRPr lang="zh-CN" altLang="en-US"/>
          </a:p>
        </p:txBody>
      </p:sp>
    </p:spTree>
    <p:extLst>
      <p:ext uri="{BB962C8B-B14F-4D97-AF65-F5344CB8AC3E}">
        <p14:creationId xmlns:p14="http://schemas.microsoft.com/office/powerpoint/2010/main" val="2817501768"/>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941582-9CAA-70BF-9529-6412D3BB10F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2DA820E-1917-8028-A109-BAC91F176BB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161C02E-AC29-7222-BA00-AACAC4F1C924}"/>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54B2E757-1192-B884-D204-CAC99904A3E3}"/>
              </a:ext>
            </a:extLst>
          </p:cNvPr>
          <p:cNvSpPr>
            <a:spLocks noGrp="1"/>
          </p:cNvSpPr>
          <p:nvPr>
            <p:ph type="sldNum" sz="quarter" idx="10"/>
          </p:nvPr>
        </p:nvSpPr>
        <p:spPr/>
        <p:txBody>
          <a:bodyPr/>
          <a:lstStyle/>
          <a:p>
            <a:fld id="{0B14BD24-89E3-4C51-B736-BCCE6C13A884}" type="slidenum">
              <a:rPr lang="zh-CN" altLang="en-US" smtClean="0"/>
              <a:pPr/>
              <a:t>236</a:t>
            </a:fld>
            <a:endParaRPr lang="zh-CN" altLang="en-US"/>
          </a:p>
        </p:txBody>
      </p:sp>
    </p:spTree>
    <p:extLst>
      <p:ext uri="{BB962C8B-B14F-4D97-AF65-F5344CB8AC3E}">
        <p14:creationId xmlns:p14="http://schemas.microsoft.com/office/powerpoint/2010/main" val="2666700024"/>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3A1276-B566-1A9C-531F-8A3B7092802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23F16D0-C9DC-4EDA-4427-418056D5F85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C1B10C12-66AF-5C61-1540-036520290219}"/>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6FF07BC5-498C-3073-62C9-D714D428446F}"/>
              </a:ext>
            </a:extLst>
          </p:cNvPr>
          <p:cNvSpPr>
            <a:spLocks noGrp="1"/>
          </p:cNvSpPr>
          <p:nvPr>
            <p:ph type="sldNum" sz="quarter" idx="10"/>
          </p:nvPr>
        </p:nvSpPr>
        <p:spPr/>
        <p:txBody>
          <a:bodyPr/>
          <a:lstStyle/>
          <a:p>
            <a:fld id="{0B14BD24-89E3-4C51-B736-BCCE6C13A884}" type="slidenum">
              <a:rPr lang="zh-CN" altLang="en-US" smtClean="0"/>
              <a:pPr/>
              <a:t>237</a:t>
            </a:fld>
            <a:endParaRPr lang="zh-CN" altLang="en-US"/>
          </a:p>
        </p:txBody>
      </p:sp>
    </p:spTree>
    <p:extLst>
      <p:ext uri="{BB962C8B-B14F-4D97-AF65-F5344CB8AC3E}">
        <p14:creationId xmlns:p14="http://schemas.microsoft.com/office/powerpoint/2010/main" val="3484312186"/>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D9C9C5-941A-0938-0FDB-3F163E04ABD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6CDC03F3-234E-AF17-CB8F-306EC4081F1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169DD5E-1E5C-3AF2-077E-078BC3FCB849}"/>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B8FCE61-37CA-B495-2C88-2F809715184C}"/>
              </a:ext>
            </a:extLst>
          </p:cNvPr>
          <p:cNvSpPr>
            <a:spLocks noGrp="1"/>
          </p:cNvSpPr>
          <p:nvPr>
            <p:ph type="sldNum" sz="quarter" idx="10"/>
          </p:nvPr>
        </p:nvSpPr>
        <p:spPr/>
        <p:txBody>
          <a:bodyPr/>
          <a:lstStyle/>
          <a:p>
            <a:fld id="{0B14BD24-89E3-4C51-B736-BCCE6C13A884}" type="slidenum">
              <a:rPr lang="zh-CN" altLang="en-US" smtClean="0"/>
              <a:pPr/>
              <a:t>238</a:t>
            </a:fld>
            <a:endParaRPr lang="zh-CN" altLang="en-US"/>
          </a:p>
        </p:txBody>
      </p:sp>
    </p:spTree>
    <p:extLst>
      <p:ext uri="{BB962C8B-B14F-4D97-AF65-F5344CB8AC3E}">
        <p14:creationId xmlns:p14="http://schemas.microsoft.com/office/powerpoint/2010/main" val="1702637213"/>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239</a:t>
            </a:fld>
            <a:endParaRPr lang="zh-CN" altLang="en-US"/>
          </a:p>
        </p:txBody>
      </p:sp>
    </p:spTree>
    <p:extLst>
      <p:ext uri="{BB962C8B-B14F-4D97-AF65-F5344CB8AC3E}">
        <p14:creationId xmlns:p14="http://schemas.microsoft.com/office/powerpoint/2010/main" val="2120044155"/>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240</a:t>
            </a:fld>
            <a:endParaRPr lang="zh-CN" altLang="en-US"/>
          </a:p>
        </p:txBody>
      </p:sp>
    </p:spTree>
    <p:extLst>
      <p:ext uri="{BB962C8B-B14F-4D97-AF65-F5344CB8AC3E}">
        <p14:creationId xmlns:p14="http://schemas.microsoft.com/office/powerpoint/2010/main" val="2177699364"/>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241</a:t>
            </a:fld>
            <a:endParaRPr lang="zh-CN" altLang="en-US"/>
          </a:p>
        </p:txBody>
      </p:sp>
    </p:spTree>
    <p:extLst>
      <p:ext uri="{BB962C8B-B14F-4D97-AF65-F5344CB8AC3E}">
        <p14:creationId xmlns:p14="http://schemas.microsoft.com/office/powerpoint/2010/main" val="3641022634"/>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03848B-4D91-BB8E-F1E9-8B7597CE89A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6A04D46E-A2D6-5F91-9411-CC486544391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2DAE660C-7235-7444-CC84-1B668B41E1A6}"/>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4869D3F0-4FEB-A104-33E3-0B4F4A986230}"/>
              </a:ext>
            </a:extLst>
          </p:cNvPr>
          <p:cNvSpPr>
            <a:spLocks noGrp="1"/>
          </p:cNvSpPr>
          <p:nvPr>
            <p:ph type="sldNum" sz="quarter" idx="10"/>
          </p:nvPr>
        </p:nvSpPr>
        <p:spPr/>
        <p:txBody>
          <a:bodyPr/>
          <a:lstStyle/>
          <a:p>
            <a:fld id="{0B14BD24-89E3-4C51-B736-BCCE6C13A884}" type="slidenum">
              <a:rPr lang="zh-CN" altLang="en-US" smtClean="0"/>
              <a:pPr/>
              <a:t>242</a:t>
            </a:fld>
            <a:endParaRPr lang="zh-CN" altLang="en-US"/>
          </a:p>
        </p:txBody>
      </p:sp>
    </p:spTree>
    <p:extLst>
      <p:ext uri="{BB962C8B-B14F-4D97-AF65-F5344CB8AC3E}">
        <p14:creationId xmlns:p14="http://schemas.microsoft.com/office/powerpoint/2010/main" val="1025671217"/>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CD7F31-077F-94D3-A256-2CD00E6B20F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6093D58-3223-32D6-41CF-B86FEEE6DCF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B5F4C51C-CB59-E08A-6C6E-AF3E16627832}"/>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6701EFE-8E6B-4EDB-790C-75F0647CFE64}"/>
              </a:ext>
            </a:extLst>
          </p:cNvPr>
          <p:cNvSpPr>
            <a:spLocks noGrp="1"/>
          </p:cNvSpPr>
          <p:nvPr>
            <p:ph type="sldNum" sz="quarter" idx="10"/>
          </p:nvPr>
        </p:nvSpPr>
        <p:spPr/>
        <p:txBody>
          <a:bodyPr/>
          <a:lstStyle/>
          <a:p>
            <a:fld id="{0B14BD24-89E3-4C51-B736-BCCE6C13A884}" type="slidenum">
              <a:rPr lang="zh-CN" altLang="en-US" smtClean="0"/>
              <a:pPr/>
              <a:t>243</a:t>
            </a:fld>
            <a:endParaRPr lang="zh-CN" altLang="en-US"/>
          </a:p>
        </p:txBody>
      </p:sp>
    </p:spTree>
    <p:extLst>
      <p:ext uri="{BB962C8B-B14F-4D97-AF65-F5344CB8AC3E}">
        <p14:creationId xmlns:p14="http://schemas.microsoft.com/office/powerpoint/2010/main" val="3120340545"/>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3015EE-5EE2-0181-1CED-6C88019E58F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9559AAB-CD1D-9012-C2A4-0E00FB960BC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2EC685D3-AAB3-50AC-7910-CCEA3E3DB6DB}"/>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20FB65F0-64EE-6826-AC05-D5DBBD029DCC}"/>
              </a:ext>
            </a:extLst>
          </p:cNvPr>
          <p:cNvSpPr>
            <a:spLocks noGrp="1"/>
          </p:cNvSpPr>
          <p:nvPr>
            <p:ph type="sldNum" sz="quarter" idx="10"/>
          </p:nvPr>
        </p:nvSpPr>
        <p:spPr/>
        <p:txBody>
          <a:bodyPr/>
          <a:lstStyle/>
          <a:p>
            <a:fld id="{0B14BD24-89E3-4C51-B736-BCCE6C13A884}" type="slidenum">
              <a:rPr lang="zh-CN" altLang="en-US" smtClean="0"/>
              <a:pPr/>
              <a:t>244</a:t>
            </a:fld>
            <a:endParaRPr lang="zh-CN" altLang="en-US"/>
          </a:p>
        </p:txBody>
      </p:sp>
    </p:spTree>
    <p:extLst>
      <p:ext uri="{BB962C8B-B14F-4D97-AF65-F5344CB8AC3E}">
        <p14:creationId xmlns:p14="http://schemas.microsoft.com/office/powerpoint/2010/main" val="153994116"/>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359E36-C4B4-D2B9-122F-4F1BA21AAD25}"/>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BBE056B-CBC9-310C-D844-254D70B7C3E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B8F5F24-B54D-9B0C-F15B-353DAC217288}"/>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AC2B76F7-2D00-3A7C-FF01-70C0C298C36C}"/>
              </a:ext>
            </a:extLst>
          </p:cNvPr>
          <p:cNvSpPr>
            <a:spLocks noGrp="1"/>
          </p:cNvSpPr>
          <p:nvPr>
            <p:ph type="sldNum" sz="quarter" idx="10"/>
          </p:nvPr>
        </p:nvSpPr>
        <p:spPr/>
        <p:txBody>
          <a:bodyPr/>
          <a:lstStyle/>
          <a:p>
            <a:fld id="{0B14BD24-89E3-4C51-B736-BCCE6C13A884}" type="slidenum">
              <a:rPr lang="zh-CN" altLang="en-US" smtClean="0"/>
              <a:pPr/>
              <a:t>245</a:t>
            </a:fld>
            <a:endParaRPr lang="zh-CN" altLang="en-US"/>
          </a:p>
        </p:txBody>
      </p:sp>
    </p:spTree>
    <p:extLst>
      <p:ext uri="{BB962C8B-B14F-4D97-AF65-F5344CB8AC3E}">
        <p14:creationId xmlns:p14="http://schemas.microsoft.com/office/powerpoint/2010/main" val="1645526843"/>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359E36-C4B4-D2B9-122F-4F1BA21AAD25}"/>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BBE056B-CBC9-310C-D844-254D70B7C3E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B8F5F24-B54D-9B0C-F15B-353DAC217288}"/>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AC2B76F7-2D00-3A7C-FF01-70C0C298C36C}"/>
              </a:ext>
            </a:extLst>
          </p:cNvPr>
          <p:cNvSpPr>
            <a:spLocks noGrp="1"/>
          </p:cNvSpPr>
          <p:nvPr>
            <p:ph type="sldNum" sz="quarter" idx="10"/>
          </p:nvPr>
        </p:nvSpPr>
        <p:spPr/>
        <p:txBody>
          <a:bodyPr/>
          <a:lstStyle/>
          <a:p>
            <a:fld id="{0B14BD24-89E3-4C51-B736-BCCE6C13A884}" type="slidenum">
              <a:rPr lang="zh-CN" altLang="en-US" smtClean="0"/>
              <a:pPr/>
              <a:t>246</a:t>
            </a:fld>
            <a:endParaRPr lang="zh-CN" altLang="en-US"/>
          </a:p>
        </p:txBody>
      </p:sp>
    </p:spTree>
    <p:extLst>
      <p:ext uri="{BB962C8B-B14F-4D97-AF65-F5344CB8AC3E}">
        <p14:creationId xmlns:p14="http://schemas.microsoft.com/office/powerpoint/2010/main" val="1645526843"/>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247</a:t>
            </a:fld>
            <a:endParaRPr lang="zh-CN" altLang="en-US"/>
          </a:p>
        </p:txBody>
      </p:sp>
    </p:spTree>
    <p:extLst>
      <p:ext uri="{BB962C8B-B14F-4D97-AF65-F5344CB8AC3E}">
        <p14:creationId xmlns:p14="http://schemas.microsoft.com/office/powerpoint/2010/main" val="3853006161"/>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248</a:t>
            </a:fld>
            <a:endParaRPr lang="zh-CN" altLang="en-US"/>
          </a:p>
        </p:txBody>
      </p:sp>
    </p:spTree>
    <p:extLst>
      <p:ext uri="{BB962C8B-B14F-4D97-AF65-F5344CB8AC3E}">
        <p14:creationId xmlns:p14="http://schemas.microsoft.com/office/powerpoint/2010/main" val="136214814"/>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249</a:t>
            </a:fld>
            <a:endParaRPr lang="zh-CN" altLang="en-US"/>
          </a:p>
        </p:txBody>
      </p:sp>
    </p:spTree>
    <p:extLst>
      <p:ext uri="{BB962C8B-B14F-4D97-AF65-F5344CB8AC3E}">
        <p14:creationId xmlns:p14="http://schemas.microsoft.com/office/powerpoint/2010/main" val="2078752761"/>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250</a:t>
            </a:fld>
            <a:endParaRPr lang="zh-CN" altLang="en-US"/>
          </a:p>
        </p:txBody>
      </p:sp>
    </p:spTree>
    <p:extLst>
      <p:ext uri="{BB962C8B-B14F-4D97-AF65-F5344CB8AC3E}">
        <p14:creationId xmlns:p14="http://schemas.microsoft.com/office/powerpoint/2010/main" val="2505735152"/>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953CEC-3344-9F1C-EFD5-E94D050B6DE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A40F8DD-B23E-5D5A-595C-95E10AD4DF5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EADFB38-B820-BC4A-995D-FE77248C1142}"/>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C2313A80-0568-2005-AAD8-90800E2872E8}"/>
              </a:ext>
            </a:extLst>
          </p:cNvPr>
          <p:cNvSpPr>
            <a:spLocks noGrp="1"/>
          </p:cNvSpPr>
          <p:nvPr>
            <p:ph type="sldNum" sz="quarter" idx="10"/>
          </p:nvPr>
        </p:nvSpPr>
        <p:spPr/>
        <p:txBody>
          <a:bodyPr/>
          <a:lstStyle/>
          <a:p>
            <a:fld id="{0B14BD24-89E3-4C51-B736-BCCE6C13A884}" type="slidenum">
              <a:rPr lang="zh-CN" altLang="en-US" smtClean="0"/>
              <a:pPr/>
              <a:t>251</a:t>
            </a:fld>
            <a:endParaRPr lang="zh-CN" altLang="en-US"/>
          </a:p>
        </p:txBody>
      </p:sp>
    </p:spTree>
    <p:extLst>
      <p:ext uri="{BB962C8B-B14F-4D97-AF65-F5344CB8AC3E}">
        <p14:creationId xmlns:p14="http://schemas.microsoft.com/office/powerpoint/2010/main" val="3036818819"/>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396C3A-5DFB-DD4A-8B2B-605FA41DB55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C572556-E725-6671-BB15-3603E04236C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56BE726-82CF-1BC1-91F1-19C0F555194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87A0170C-1350-B09C-BFE3-20E9DC627C88}"/>
              </a:ext>
            </a:extLst>
          </p:cNvPr>
          <p:cNvSpPr>
            <a:spLocks noGrp="1"/>
          </p:cNvSpPr>
          <p:nvPr>
            <p:ph type="sldNum" sz="quarter" idx="10"/>
          </p:nvPr>
        </p:nvSpPr>
        <p:spPr/>
        <p:txBody>
          <a:bodyPr/>
          <a:lstStyle/>
          <a:p>
            <a:fld id="{0B14BD24-89E3-4C51-B736-BCCE6C13A884}" type="slidenum">
              <a:rPr lang="zh-CN" altLang="en-US" smtClean="0"/>
              <a:pPr/>
              <a:t>252</a:t>
            </a:fld>
            <a:endParaRPr lang="zh-CN" altLang="en-US"/>
          </a:p>
        </p:txBody>
      </p:sp>
    </p:spTree>
    <p:extLst>
      <p:ext uri="{BB962C8B-B14F-4D97-AF65-F5344CB8AC3E}">
        <p14:creationId xmlns:p14="http://schemas.microsoft.com/office/powerpoint/2010/main" val="2261825151"/>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9A0247-DA87-CDDD-8028-6A770502E145}"/>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3F7EC1A0-430C-F7D4-2E4A-C86E4B59A5A0}"/>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A84AF21-90AA-9F25-6F0D-0C44DA8633E6}"/>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9DCA6A5F-94E6-992F-0528-FF18F388FF9A}"/>
              </a:ext>
            </a:extLst>
          </p:cNvPr>
          <p:cNvSpPr>
            <a:spLocks noGrp="1"/>
          </p:cNvSpPr>
          <p:nvPr>
            <p:ph type="sldNum" sz="quarter" idx="10"/>
          </p:nvPr>
        </p:nvSpPr>
        <p:spPr/>
        <p:txBody>
          <a:bodyPr/>
          <a:lstStyle/>
          <a:p>
            <a:fld id="{0B14BD24-89E3-4C51-B736-BCCE6C13A884}" type="slidenum">
              <a:rPr lang="zh-CN" altLang="en-US" smtClean="0"/>
              <a:pPr/>
              <a:t>253</a:t>
            </a:fld>
            <a:endParaRPr lang="zh-CN" altLang="en-US"/>
          </a:p>
        </p:txBody>
      </p:sp>
    </p:spTree>
    <p:extLst>
      <p:ext uri="{BB962C8B-B14F-4D97-AF65-F5344CB8AC3E}">
        <p14:creationId xmlns:p14="http://schemas.microsoft.com/office/powerpoint/2010/main" val="680516238"/>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A98E1D-4ECE-AAC3-4097-EF0DCC50382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0879918-D7EE-4373-784A-2B292C871EF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1C93927-69FA-6B32-4B39-F2FB6209D347}"/>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8E31FED6-BE5A-C3D0-D840-02D96C8C435E}"/>
              </a:ext>
            </a:extLst>
          </p:cNvPr>
          <p:cNvSpPr>
            <a:spLocks noGrp="1"/>
          </p:cNvSpPr>
          <p:nvPr>
            <p:ph type="sldNum" sz="quarter" idx="5"/>
          </p:nvPr>
        </p:nvSpPr>
        <p:spPr/>
        <p:txBody>
          <a:bodyPr/>
          <a:lstStyle/>
          <a:p>
            <a:fld id="{0B14BD24-89E3-4C51-B736-BCCE6C13A884}" type="slidenum">
              <a:rPr lang="zh-CN" altLang="en-US" smtClean="0"/>
              <a:pPr/>
              <a:t>254</a:t>
            </a:fld>
            <a:endParaRPr lang="zh-CN" altLang="en-US"/>
          </a:p>
        </p:txBody>
      </p:sp>
    </p:spTree>
    <p:extLst>
      <p:ext uri="{BB962C8B-B14F-4D97-AF65-F5344CB8AC3E}">
        <p14:creationId xmlns:p14="http://schemas.microsoft.com/office/powerpoint/2010/main" val="3184162351"/>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271215-E90F-E55F-FC52-2739441D562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3D5A265-6E44-2879-7FF0-66E6E60EBB2F}"/>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55186C2B-FFE7-8890-E7F6-0A85C44AB120}"/>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2040168E-41B3-371A-6101-DAC4909D5F86}"/>
              </a:ext>
            </a:extLst>
          </p:cNvPr>
          <p:cNvSpPr>
            <a:spLocks noGrp="1"/>
          </p:cNvSpPr>
          <p:nvPr>
            <p:ph type="sldNum" sz="quarter" idx="5"/>
          </p:nvPr>
        </p:nvSpPr>
        <p:spPr/>
        <p:txBody>
          <a:bodyPr/>
          <a:lstStyle/>
          <a:p>
            <a:fld id="{0B14BD24-89E3-4C51-B736-BCCE6C13A884}" type="slidenum">
              <a:rPr lang="zh-CN" altLang="en-US" smtClean="0"/>
              <a:pPr/>
              <a:t>255</a:t>
            </a:fld>
            <a:endParaRPr lang="zh-CN" altLang="en-US"/>
          </a:p>
        </p:txBody>
      </p:sp>
    </p:spTree>
    <p:extLst>
      <p:ext uri="{BB962C8B-B14F-4D97-AF65-F5344CB8AC3E}">
        <p14:creationId xmlns:p14="http://schemas.microsoft.com/office/powerpoint/2010/main" val="743108388"/>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256</a:t>
            </a:fld>
            <a:endParaRPr lang="zh-CN" altLang="en-US"/>
          </a:p>
        </p:txBody>
      </p:sp>
    </p:spTree>
    <p:extLst>
      <p:ext uri="{BB962C8B-B14F-4D97-AF65-F5344CB8AC3E}">
        <p14:creationId xmlns:p14="http://schemas.microsoft.com/office/powerpoint/2010/main" val="2968473682"/>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A563D5-09EF-929C-95E8-F2413295489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8846498-F230-20DB-DF4D-5ADB3022B27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0ECC9AD-90D2-277A-094C-FA396B12A18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DB762BEB-21A4-F858-DFAA-59AA448275BE}"/>
              </a:ext>
            </a:extLst>
          </p:cNvPr>
          <p:cNvSpPr>
            <a:spLocks noGrp="1"/>
          </p:cNvSpPr>
          <p:nvPr>
            <p:ph type="sldNum" sz="quarter" idx="5"/>
          </p:nvPr>
        </p:nvSpPr>
        <p:spPr/>
        <p:txBody>
          <a:bodyPr/>
          <a:lstStyle/>
          <a:p>
            <a:fld id="{0B14BD24-89E3-4C51-B736-BCCE6C13A884}" type="slidenum">
              <a:rPr lang="zh-CN" altLang="en-US" smtClean="0"/>
              <a:pPr/>
              <a:t>257</a:t>
            </a:fld>
            <a:endParaRPr lang="zh-CN" altLang="en-US"/>
          </a:p>
        </p:txBody>
      </p:sp>
    </p:spTree>
    <p:extLst>
      <p:ext uri="{BB962C8B-B14F-4D97-AF65-F5344CB8AC3E}">
        <p14:creationId xmlns:p14="http://schemas.microsoft.com/office/powerpoint/2010/main" val="1169463849"/>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258</a:t>
            </a:fld>
            <a:endParaRPr lang="zh-CN" altLang="en-US"/>
          </a:p>
        </p:txBody>
      </p:sp>
    </p:spTree>
    <p:extLst>
      <p:ext uri="{BB962C8B-B14F-4D97-AF65-F5344CB8AC3E}">
        <p14:creationId xmlns:p14="http://schemas.microsoft.com/office/powerpoint/2010/main" val="2036328508"/>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259</a:t>
            </a:fld>
            <a:endParaRPr lang="zh-CN" altLang="en-US"/>
          </a:p>
        </p:txBody>
      </p:sp>
    </p:spTree>
    <p:extLst>
      <p:ext uri="{BB962C8B-B14F-4D97-AF65-F5344CB8AC3E}">
        <p14:creationId xmlns:p14="http://schemas.microsoft.com/office/powerpoint/2010/main" val="2556852765"/>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D81E8-EA76-18F4-0148-D980A43473A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ABDFFA1-562F-E999-4A71-D8C8EA38EC6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F07C87D7-B65A-B1BD-C86A-7C1DCBF1200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18395B31-6D03-EDB4-82DC-1D5826AF9A3D}"/>
              </a:ext>
            </a:extLst>
          </p:cNvPr>
          <p:cNvSpPr>
            <a:spLocks noGrp="1"/>
          </p:cNvSpPr>
          <p:nvPr>
            <p:ph type="sldNum" sz="quarter" idx="10"/>
          </p:nvPr>
        </p:nvSpPr>
        <p:spPr/>
        <p:txBody>
          <a:bodyPr/>
          <a:lstStyle/>
          <a:p>
            <a:fld id="{0B14BD24-89E3-4C51-B736-BCCE6C13A884}" type="slidenum">
              <a:rPr lang="zh-CN" altLang="en-US" smtClean="0"/>
              <a:pPr/>
              <a:t>260</a:t>
            </a:fld>
            <a:endParaRPr lang="zh-CN" altLang="en-US"/>
          </a:p>
        </p:txBody>
      </p:sp>
    </p:spTree>
    <p:extLst>
      <p:ext uri="{BB962C8B-B14F-4D97-AF65-F5344CB8AC3E}">
        <p14:creationId xmlns:p14="http://schemas.microsoft.com/office/powerpoint/2010/main" val="3940558741"/>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261</a:t>
            </a:fld>
            <a:endParaRPr lang="zh-CN" altLang="en-US"/>
          </a:p>
        </p:txBody>
      </p:sp>
    </p:spTree>
    <p:extLst>
      <p:ext uri="{BB962C8B-B14F-4D97-AF65-F5344CB8AC3E}">
        <p14:creationId xmlns:p14="http://schemas.microsoft.com/office/powerpoint/2010/main" val="72032569"/>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CB0621-3222-3641-0FB0-3F8AA8DA06D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4F5E773-FD8F-BE8A-FF1F-EF70649FBD9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1E4AB5D5-D4AC-5111-8779-46E5068AFDB4}"/>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5604311B-87C8-819D-6937-FC5199686CAE}"/>
              </a:ext>
            </a:extLst>
          </p:cNvPr>
          <p:cNvSpPr>
            <a:spLocks noGrp="1"/>
          </p:cNvSpPr>
          <p:nvPr>
            <p:ph type="sldNum" sz="quarter" idx="10"/>
          </p:nvPr>
        </p:nvSpPr>
        <p:spPr/>
        <p:txBody>
          <a:bodyPr/>
          <a:lstStyle/>
          <a:p>
            <a:fld id="{0B14BD24-89E3-4C51-B736-BCCE6C13A884}" type="slidenum">
              <a:rPr lang="zh-CN" altLang="en-US" smtClean="0"/>
              <a:pPr/>
              <a:t>262</a:t>
            </a:fld>
            <a:endParaRPr lang="zh-CN" altLang="en-US"/>
          </a:p>
        </p:txBody>
      </p:sp>
    </p:spTree>
    <p:extLst>
      <p:ext uri="{BB962C8B-B14F-4D97-AF65-F5344CB8AC3E}">
        <p14:creationId xmlns:p14="http://schemas.microsoft.com/office/powerpoint/2010/main" val="1593167389"/>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263</a:t>
            </a:fld>
            <a:endParaRPr lang="zh-CN" altLang="en-US"/>
          </a:p>
        </p:txBody>
      </p:sp>
    </p:spTree>
    <p:extLst>
      <p:ext uri="{BB962C8B-B14F-4D97-AF65-F5344CB8AC3E}">
        <p14:creationId xmlns:p14="http://schemas.microsoft.com/office/powerpoint/2010/main" val="639037003"/>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C7EFF4-3BBD-42D4-5890-2F232CDE373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1933803-4A74-EB06-C384-09EDFB30554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09075A3-EAD4-CC6D-858A-235DF4826B2A}"/>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52A3C29D-DC59-0696-7BF7-2D730415B17A}"/>
              </a:ext>
            </a:extLst>
          </p:cNvPr>
          <p:cNvSpPr>
            <a:spLocks noGrp="1"/>
          </p:cNvSpPr>
          <p:nvPr>
            <p:ph type="sldNum" sz="quarter" idx="10"/>
          </p:nvPr>
        </p:nvSpPr>
        <p:spPr/>
        <p:txBody>
          <a:bodyPr/>
          <a:lstStyle/>
          <a:p>
            <a:fld id="{0B14BD24-89E3-4C51-B736-BCCE6C13A884}" type="slidenum">
              <a:rPr lang="zh-CN" altLang="en-US" smtClean="0"/>
              <a:pPr/>
              <a:t>264</a:t>
            </a:fld>
            <a:endParaRPr lang="zh-CN" altLang="en-US"/>
          </a:p>
        </p:txBody>
      </p:sp>
    </p:spTree>
    <p:extLst>
      <p:ext uri="{BB962C8B-B14F-4D97-AF65-F5344CB8AC3E}">
        <p14:creationId xmlns:p14="http://schemas.microsoft.com/office/powerpoint/2010/main" val="2966503406"/>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8561C0-ED14-9F51-5BD5-7E943234E61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4590CDF9-893E-9E48-9BD9-AD6D605AE0FB}"/>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520FA370-3F67-61AB-1C80-29130ACDA1DE}"/>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535CD13D-7D8A-9CDB-FF95-8E77DFFC95B6}"/>
              </a:ext>
            </a:extLst>
          </p:cNvPr>
          <p:cNvSpPr>
            <a:spLocks noGrp="1"/>
          </p:cNvSpPr>
          <p:nvPr>
            <p:ph type="sldNum" sz="quarter" idx="10"/>
          </p:nvPr>
        </p:nvSpPr>
        <p:spPr/>
        <p:txBody>
          <a:bodyPr/>
          <a:lstStyle/>
          <a:p>
            <a:fld id="{0B14BD24-89E3-4C51-B736-BCCE6C13A884}" type="slidenum">
              <a:rPr lang="zh-CN" altLang="en-US" smtClean="0"/>
              <a:pPr/>
              <a:t>265</a:t>
            </a:fld>
            <a:endParaRPr lang="zh-CN" altLang="en-US"/>
          </a:p>
        </p:txBody>
      </p:sp>
    </p:spTree>
    <p:extLst>
      <p:ext uri="{BB962C8B-B14F-4D97-AF65-F5344CB8AC3E}">
        <p14:creationId xmlns:p14="http://schemas.microsoft.com/office/powerpoint/2010/main" val="4077288152"/>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266</a:t>
            </a:fld>
            <a:endParaRPr lang="zh-CN" altLang="en-US"/>
          </a:p>
        </p:txBody>
      </p:sp>
    </p:spTree>
    <p:extLst>
      <p:ext uri="{BB962C8B-B14F-4D97-AF65-F5344CB8AC3E}">
        <p14:creationId xmlns:p14="http://schemas.microsoft.com/office/powerpoint/2010/main" val="3236450669"/>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267</a:t>
            </a:fld>
            <a:endParaRPr lang="zh-CN" altLang="en-US"/>
          </a:p>
        </p:txBody>
      </p:sp>
    </p:spTree>
    <p:extLst>
      <p:ext uri="{BB962C8B-B14F-4D97-AF65-F5344CB8AC3E}">
        <p14:creationId xmlns:p14="http://schemas.microsoft.com/office/powerpoint/2010/main" val="3428263459"/>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3E5B60-C4F7-5C34-DFA6-EFDE42F26CF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B9A4C1C-6D89-CCFB-FCC7-D26AE9D00DD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2E8C19A-7B30-6762-16B6-0292B29A58E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7AE21F78-9E36-FAF1-002C-094FCC841DC4}"/>
              </a:ext>
            </a:extLst>
          </p:cNvPr>
          <p:cNvSpPr>
            <a:spLocks noGrp="1"/>
          </p:cNvSpPr>
          <p:nvPr>
            <p:ph type="sldNum" sz="quarter" idx="5"/>
          </p:nvPr>
        </p:nvSpPr>
        <p:spPr/>
        <p:txBody>
          <a:bodyPr/>
          <a:lstStyle/>
          <a:p>
            <a:fld id="{0B14BD24-89E3-4C51-B736-BCCE6C13A884}" type="slidenum">
              <a:rPr lang="zh-CN" altLang="en-US" smtClean="0"/>
              <a:pPr/>
              <a:t>268</a:t>
            </a:fld>
            <a:endParaRPr lang="zh-CN" altLang="en-US"/>
          </a:p>
        </p:txBody>
      </p:sp>
    </p:spTree>
    <p:extLst>
      <p:ext uri="{BB962C8B-B14F-4D97-AF65-F5344CB8AC3E}">
        <p14:creationId xmlns:p14="http://schemas.microsoft.com/office/powerpoint/2010/main" val="1980224775"/>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269</a:t>
            </a:fld>
            <a:endParaRPr lang="zh-CN" altLang="en-US"/>
          </a:p>
        </p:txBody>
      </p:sp>
    </p:spTree>
    <p:extLst>
      <p:ext uri="{BB962C8B-B14F-4D97-AF65-F5344CB8AC3E}">
        <p14:creationId xmlns:p14="http://schemas.microsoft.com/office/powerpoint/2010/main" val="1556883891"/>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270</a:t>
            </a:fld>
            <a:endParaRPr lang="zh-CN" altLang="en-US"/>
          </a:p>
        </p:txBody>
      </p:sp>
    </p:spTree>
    <p:extLst>
      <p:ext uri="{BB962C8B-B14F-4D97-AF65-F5344CB8AC3E}">
        <p14:creationId xmlns:p14="http://schemas.microsoft.com/office/powerpoint/2010/main" val="471001339"/>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271</a:t>
            </a:fld>
            <a:endParaRPr lang="zh-CN" altLang="en-US"/>
          </a:p>
        </p:txBody>
      </p:sp>
    </p:spTree>
    <p:extLst>
      <p:ext uri="{BB962C8B-B14F-4D97-AF65-F5344CB8AC3E}">
        <p14:creationId xmlns:p14="http://schemas.microsoft.com/office/powerpoint/2010/main" val="3445307204"/>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DAD95C-5A29-1EB0-1FCA-AABBFB1964A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486A8AA6-B040-8775-3064-B95D73E08FE3}"/>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CC01A74-0EC8-BF14-F053-E15DB7C4B920}"/>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9544C0C2-10E1-EAF9-A4C5-D01619E3FF70}"/>
              </a:ext>
            </a:extLst>
          </p:cNvPr>
          <p:cNvSpPr>
            <a:spLocks noGrp="1"/>
          </p:cNvSpPr>
          <p:nvPr>
            <p:ph type="sldNum" sz="quarter" idx="10"/>
          </p:nvPr>
        </p:nvSpPr>
        <p:spPr/>
        <p:txBody>
          <a:bodyPr/>
          <a:lstStyle/>
          <a:p>
            <a:fld id="{0B14BD24-89E3-4C51-B736-BCCE6C13A884}" type="slidenum">
              <a:rPr lang="zh-CN" altLang="en-US" smtClean="0"/>
              <a:pPr/>
              <a:t>272</a:t>
            </a:fld>
            <a:endParaRPr lang="zh-CN" altLang="en-US"/>
          </a:p>
        </p:txBody>
      </p:sp>
    </p:spTree>
    <p:extLst>
      <p:ext uri="{BB962C8B-B14F-4D97-AF65-F5344CB8AC3E}">
        <p14:creationId xmlns:p14="http://schemas.microsoft.com/office/powerpoint/2010/main" val="822331028"/>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273</a:t>
            </a:fld>
            <a:endParaRPr lang="zh-CN" altLang="en-US"/>
          </a:p>
        </p:txBody>
      </p:sp>
    </p:spTree>
    <p:extLst>
      <p:ext uri="{BB962C8B-B14F-4D97-AF65-F5344CB8AC3E}">
        <p14:creationId xmlns:p14="http://schemas.microsoft.com/office/powerpoint/2010/main" val="269251352"/>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274</a:t>
            </a:fld>
            <a:endParaRPr lang="zh-CN" altLang="en-US"/>
          </a:p>
        </p:txBody>
      </p:sp>
    </p:spTree>
    <p:extLst>
      <p:ext uri="{BB962C8B-B14F-4D97-AF65-F5344CB8AC3E}">
        <p14:creationId xmlns:p14="http://schemas.microsoft.com/office/powerpoint/2010/main" val="1595500153"/>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701433-558E-CD47-5364-7B9F9A1C901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79CA37D-CD2C-63BE-BA26-B3C8A09D32A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BEB486D2-B600-98F0-D7BC-D623CED530C1}"/>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5B847D4B-01AC-9B8F-12E3-F114FEA61AF6}"/>
              </a:ext>
            </a:extLst>
          </p:cNvPr>
          <p:cNvSpPr>
            <a:spLocks noGrp="1"/>
          </p:cNvSpPr>
          <p:nvPr>
            <p:ph type="sldNum" sz="quarter" idx="10"/>
          </p:nvPr>
        </p:nvSpPr>
        <p:spPr/>
        <p:txBody>
          <a:bodyPr/>
          <a:lstStyle/>
          <a:p>
            <a:fld id="{0B14BD24-89E3-4C51-B736-BCCE6C13A884}" type="slidenum">
              <a:rPr lang="zh-CN" altLang="en-US" smtClean="0"/>
              <a:pPr/>
              <a:t>275</a:t>
            </a:fld>
            <a:endParaRPr lang="zh-CN" altLang="en-US"/>
          </a:p>
        </p:txBody>
      </p:sp>
    </p:spTree>
    <p:extLst>
      <p:ext uri="{BB962C8B-B14F-4D97-AF65-F5344CB8AC3E}">
        <p14:creationId xmlns:p14="http://schemas.microsoft.com/office/powerpoint/2010/main" val="1630971978"/>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971B5A-AB39-775D-B3F4-EC1FFD6A99AB}"/>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D7EFA40-0B6C-9EC8-A901-8BDCCDC46B03}"/>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14AD942-F6E6-D447-7115-3535F328EE6D}"/>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26D1B06D-62DD-9E17-B16D-763096CF22D8}"/>
              </a:ext>
            </a:extLst>
          </p:cNvPr>
          <p:cNvSpPr>
            <a:spLocks noGrp="1"/>
          </p:cNvSpPr>
          <p:nvPr>
            <p:ph type="sldNum" sz="quarter" idx="10"/>
          </p:nvPr>
        </p:nvSpPr>
        <p:spPr/>
        <p:txBody>
          <a:bodyPr/>
          <a:lstStyle/>
          <a:p>
            <a:fld id="{0B14BD24-89E3-4C51-B736-BCCE6C13A884}" type="slidenum">
              <a:rPr lang="zh-CN" altLang="en-US" smtClean="0"/>
              <a:pPr/>
              <a:t>276</a:t>
            </a:fld>
            <a:endParaRPr lang="zh-CN" altLang="en-US"/>
          </a:p>
        </p:txBody>
      </p:sp>
    </p:spTree>
    <p:extLst>
      <p:ext uri="{BB962C8B-B14F-4D97-AF65-F5344CB8AC3E}">
        <p14:creationId xmlns:p14="http://schemas.microsoft.com/office/powerpoint/2010/main" val="2644774246"/>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277</a:t>
            </a:fld>
            <a:endParaRPr lang="zh-CN" altLang="en-US"/>
          </a:p>
        </p:txBody>
      </p:sp>
    </p:spTree>
    <p:extLst>
      <p:ext uri="{BB962C8B-B14F-4D97-AF65-F5344CB8AC3E}">
        <p14:creationId xmlns:p14="http://schemas.microsoft.com/office/powerpoint/2010/main" val="4057157213"/>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1ACA59-432D-466F-90DB-20FDBDF36A6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3DB4758F-7753-D315-846C-92515ED28A8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C6EF20A-3FA8-9DB7-FA31-27DF5C113094}"/>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AB104F2-1C50-F275-0D5E-C2483BE158DC}"/>
              </a:ext>
            </a:extLst>
          </p:cNvPr>
          <p:cNvSpPr>
            <a:spLocks noGrp="1"/>
          </p:cNvSpPr>
          <p:nvPr>
            <p:ph type="sldNum" sz="quarter" idx="5"/>
          </p:nvPr>
        </p:nvSpPr>
        <p:spPr/>
        <p:txBody>
          <a:bodyPr/>
          <a:lstStyle/>
          <a:p>
            <a:fld id="{0B14BD24-89E3-4C51-B736-BCCE6C13A884}" type="slidenum">
              <a:rPr lang="zh-CN" altLang="en-US" smtClean="0"/>
              <a:pPr/>
              <a:t>278</a:t>
            </a:fld>
            <a:endParaRPr lang="zh-CN" altLang="en-US"/>
          </a:p>
        </p:txBody>
      </p:sp>
    </p:spTree>
    <p:extLst>
      <p:ext uri="{BB962C8B-B14F-4D97-AF65-F5344CB8AC3E}">
        <p14:creationId xmlns:p14="http://schemas.microsoft.com/office/powerpoint/2010/main" val="1487498546"/>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279</a:t>
            </a:fld>
            <a:endParaRPr lang="zh-CN" altLang="en-US"/>
          </a:p>
        </p:txBody>
      </p:sp>
    </p:spTree>
    <p:extLst>
      <p:ext uri="{BB962C8B-B14F-4D97-AF65-F5344CB8AC3E}">
        <p14:creationId xmlns:p14="http://schemas.microsoft.com/office/powerpoint/2010/main" val="592089325"/>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280</a:t>
            </a:fld>
            <a:endParaRPr lang="zh-CN" altLang="en-US"/>
          </a:p>
        </p:txBody>
      </p:sp>
    </p:spTree>
    <p:extLst>
      <p:ext uri="{BB962C8B-B14F-4D97-AF65-F5344CB8AC3E}">
        <p14:creationId xmlns:p14="http://schemas.microsoft.com/office/powerpoint/2010/main" val="3541735582"/>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281</a:t>
            </a:fld>
            <a:endParaRPr lang="zh-CN" altLang="en-US"/>
          </a:p>
        </p:txBody>
      </p:sp>
    </p:spTree>
    <p:extLst>
      <p:ext uri="{BB962C8B-B14F-4D97-AF65-F5344CB8AC3E}">
        <p14:creationId xmlns:p14="http://schemas.microsoft.com/office/powerpoint/2010/main" val="3029538571"/>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282</a:t>
            </a:fld>
            <a:endParaRPr lang="zh-CN" altLang="en-US"/>
          </a:p>
        </p:txBody>
      </p:sp>
    </p:spTree>
    <p:extLst>
      <p:ext uri="{BB962C8B-B14F-4D97-AF65-F5344CB8AC3E}">
        <p14:creationId xmlns:p14="http://schemas.microsoft.com/office/powerpoint/2010/main" val="4230995577"/>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283</a:t>
            </a:fld>
            <a:endParaRPr lang="zh-CN" altLang="en-US"/>
          </a:p>
        </p:txBody>
      </p:sp>
    </p:spTree>
    <p:extLst>
      <p:ext uri="{BB962C8B-B14F-4D97-AF65-F5344CB8AC3E}">
        <p14:creationId xmlns:p14="http://schemas.microsoft.com/office/powerpoint/2010/main" val="2811935210"/>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284</a:t>
            </a:fld>
            <a:endParaRPr lang="zh-CN" altLang="en-US"/>
          </a:p>
        </p:txBody>
      </p:sp>
    </p:spTree>
    <p:extLst>
      <p:ext uri="{BB962C8B-B14F-4D97-AF65-F5344CB8AC3E}">
        <p14:creationId xmlns:p14="http://schemas.microsoft.com/office/powerpoint/2010/main" val="3660473867"/>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E4283C-1AA1-BE74-E003-56FAC07ACF4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D53F3E8-2E50-03C7-DD86-5F3ADE39472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5206A60-BC42-D1B3-63CF-3BC0C7C7018D}"/>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16FAAF33-E535-AC67-A457-22DD802F831B}"/>
              </a:ext>
            </a:extLst>
          </p:cNvPr>
          <p:cNvSpPr>
            <a:spLocks noGrp="1"/>
          </p:cNvSpPr>
          <p:nvPr>
            <p:ph type="sldNum" sz="quarter" idx="5"/>
          </p:nvPr>
        </p:nvSpPr>
        <p:spPr/>
        <p:txBody>
          <a:bodyPr/>
          <a:lstStyle/>
          <a:p>
            <a:fld id="{0B14BD24-89E3-4C51-B736-BCCE6C13A884}" type="slidenum">
              <a:rPr lang="zh-CN" altLang="en-US" smtClean="0"/>
              <a:pPr/>
              <a:t>285</a:t>
            </a:fld>
            <a:endParaRPr lang="zh-CN" altLang="en-US"/>
          </a:p>
        </p:txBody>
      </p:sp>
    </p:spTree>
    <p:extLst>
      <p:ext uri="{BB962C8B-B14F-4D97-AF65-F5344CB8AC3E}">
        <p14:creationId xmlns:p14="http://schemas.microsoft.com/office/powerpoint/2010/main" val="1256430706"/>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67413B-C7BB-E75C-97D6-59A739848AC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B4E2080-878F-6347-56A9-0661C54C244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8325F69-A183-967C-98EB-9FD5F942ED25}"/>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36D396E0-D6B1-3F09-8471-523D60768756}"/>
              </a:ext>
            </a:extLst>
          </p:cNvPr>
          <p:cNvSpPr>
            <a:spLocks noGrp="1"/>
          </p:cNvSpPr>
          <p:nvPr>
            <p:ph type="sldNum" sz="quarter" idx="5"/>
          </p:nvPr>
        </p:nvSpPr>
        <p:spPr/>
        <p:txBody>
          <a:bodyPr/>
          <a:lstStyle/>
          <a:p>
            <a:fld id="{0B14BD24-89E3-4C51-B736-BCCE6C13A884}" type="slidenum">
              <a:rPr lang="zh-CN" altLang="en-US" smtClean="0"/>
              <a:pPr/>
              <a:t>286</a:t>
            </a:fld>
            <a:endParaRPr lang="zh-CN" altLang="en-US"/>
          </a:p>
        </p:txBody>
      </p:sp>
    </p:spTree>
    <p:extLst>
      <p:ext uri="{BB962C8B-B14F-4D97-AF65-F5344CB8AC3E}">
        <p14:creationId xmlns:p14="http://schemas.microsoft.com/office/powerpoint/2010/main" val="170741279"/>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D701EF-A7DC-2BDF-A10C-CE05EB18E55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74A8A81-D2F6-2B07-90BE-3FB8E08AC1BB}"/>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FBDD2514-00E4-2C31-B50A-44618B72B18A}"/>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a:extLst>
              <a:ext uri="{FF2B5EF4-FFF2-40B4-BE49-F238E27FC236}">
                <a16:creationId xmlns:a16="http://schemas.microsoft.com/office/drawing/2014/main" id="{5EC70EEC-0D81-A772-B9C6-F23F125213F5}"/>
              </a:ext>
            </a:extLst>
          </p:cNvPr>
          <p:cNvSpPr>
            <a:spLocks noGrp="1"/>
          </p:cNvSpPr>
          <p:nvPr>
            <p:ph type="sldNum" sz="quarter" idx="5"/>
          </p:nvPr>
        </p:nvSpPr>
        <p:spPr/>
        <p:txBody>
          <a:bodyPr/>
          <a:lstStyle/>
          <a:p>
            <a:fld id="{0B14BD24-89E3-4C51-B736-BCCE6C13A884}" type="slidenum">
              <a:rPr lang="zh-CN" altLang="en-US" smtClean="0"/>
              <a:pPr/>
              <a:t>287</a:t>
            </a:fld>
            <a:endParaRPr lang="zh-CN" altLang="en-US"/>
          </a:p>
        </p:txBody>
      </p:sp>
    </p:spTree>
    <p:extLst>
      <p:ext uri="{BB962C8B-B14F-4D97-AF65-F5344CB8AC3E}">
        <p14:creationId xmlns:p14="http://schemas.microsoft.com/office/powerpoint/2010/main" val="1645990038"/>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288</a:t>
            </a:fld>
            <a:endParaRPr lang="zh-CN" altLang="en-US"/>
          </a:p>
        </p:txBody>
      </p:sp>
    </p:spTree>
    <p:extLst>
      <p:ext uri="{BB962C8B-B14F-4D97-AF65-F5344CB8AC3E}">
        <p14:creationId xmlns:p14="http://schemas.microsoft.com/office/powerpoint/2010/main" val="3790903338"/>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0C39C5-0FAE-A18D-5676-6D89548C622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CA80B59-DD16-0CB6-017F-05D396543EA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0835F91-C7F1-A686-C5C0-3CB5BD533169}"/>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DAE81CC3-842E-57E3-7138-FF0FF71A67FA}"/>
              </a:ext>
            </a:extLst>
          </p:cNvPr>
          <p:cNvSpPr>
            <a:spLocks noGrp="1"/>
          </p:cNvSpPr>
          <p:nvPr>
            <p:ph type="sldNum" sz="quarter" idx="5"/>
          </p:nvPr>
        </p:nvSpPr>
        <p:spPr/>
        <p:txBody>
          <a:bodyPr/>
          <a:lstStyle/>
          <a:p>
            <a:fld id="{0B14BD24-89E3-4C51-B736-BCCE6C13A884}" type="slidenum">
              <a:rPr lang="zh-CN" altLang="en-US" smtClean="0"/>
              <a:pPr/>
              <a:t>289</a:t>
            </a:fld>
            <a:endParaRPr lang="zh-CN" altLang="en-US"/>
          </a:p>
        </p:txBody>
      </p:sp>
    </p:spTree>
    <p:extLst>
      <p:ext uri="{BB962C8B-B14F-4D97-AF65-F5344CB8AC3E}">
        <p14:creationId xmlns:p14="http://schemas.microsoft.com/office/powerpoint/2010/main" val="3282542680"/>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290</a:t>
            </a:fld>
            <a:endParaRPr lang="zh-CN" altLang="en-US"/>
          </a:p>
        </p:txBody>
      </p:sp>
    </p:spTree>
    <p:extLst>
      <p:ext uri="{BB962C8B-B14F-4D97-AF65-F5344CB8AC3E}">
        <p14:creationId xmlns:p14="http://schemas.microsoft.com/office/powerpoint/2010/main" val="398340026"/>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DC9B9D-2E24-7D09-7053-36098906313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8C63DCB-F9C1-A8BC-A319-FA0B351AD603}"/>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3DD1FE4-B144-40D2-598C-158D08608D76}"/>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15014588-FB27-29DB-8281-73D0A373896F}"/>
              </a:ext>
            </a:extLst>
          </p:cNvPr>
          <p:cNvSpPr>
            <a:spLocks noGrp="1"/>
          </p:cNvSpPr>
          <p:nvPr>
            <p:ph type="sldNum" sz="quarter" idx="5"/>
          </p:nvPr>
        </p:nvSpPr>
        <p:spPr/>
        <p:txBody>
          <a:bodyPr/>
          <a:lstStyle/>
          <a:p>
            <a:fld id="{0B14BD24-89E3-4C51-B736-BCCE6C13A884}" type="slidenum">
              <a:rPr lang="zh-CN" altLang="en-US" smtClean="0"/>
              <a:pPr/>
              <a:t>291</a:t>
            </a:fld>
            <a:endParaRPr lang="zh-CN" altLang="en-US"/>
          </a:p>
        </p:txBody>
      </p:sp>
    </p:spTree>
    <p:extLst>
      <p:ext uri="{BB962C8B-B14F-4D97-AF65-F5344CB8AC3E}">
        <p14:creationId xmlns:p14="http://schemas.microsoft.com/office/powerpoint/2010/main" val="2073536298"/>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292</a:t>
            </a:fld>
            <a:endParaRPr lang="zh-CN" altLang="en-US"/>
          </a:p>
        </p:txBody>
      </p:sp>
    </p:spTree>
    <p:extLst>
      <p:ext uri="{BB962C8B-B14F-4D97-AF65-F5344CB8AC3E}">
        <p14:creationId xmlns:p14="http://schemas.microsoft.com/office/powerpoint/2010/main" val="145309745"/>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293</a:t>
            </a:fld>
            <a:endParaRPr lang="zh-CN" altLang="en-US"/>
          </a:p>
        </p:txBody>
      </p:sp>
    </p:spTree>
    <p:extLst>
      <p:ext uri="{BB962C8B-B14F-4D97-AF65-F5344CB8AC3E}">
        <p14:creationId xmlns:p14="http://schemas.microsoft.com/office/powerpoint/2010/main" val="2374096479"/>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549A68-699A-F4AD-4FB9-52D5E151622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B3FD91C-249A-7BF4-DA4B-68EA99C3448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E35407C-A861-F03D-A92C-A85E1CE3D46B}"/>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F595BED0-D0AD-BDE7-DBF4-B62027A884BE}"/>
              </a:ext>
            </a:extLst>
          </p:cNvPr>
          <p:cNvSpPr>
            <a:spLocks noGrp="1"/>
          </p:cNvSpPr>
          <p:nvPr>
            <p:ph type="sldNum" sz="quarter" idx="5"/>
          </p:nvPr>
        </p:nvSpPr>
        <p:spPr/>
        <p:txBody>
          <a:bodyPr/>
          <a:lstStyle/>
          <a:p>
            <a:fld id="{0B14BD24-89E3-4C51-B736-BCCE6C13A884}" type="slidenum">
              <a:rPr lang="zh-CN" altLang="en-US" smtClean="0"/>
              <a:pPr/>
              <a:t>294</a:t>
            </a:fld>
            <a:endParaRPr lang="zh-CN" altLang="en-US"/>
          </a:p>
        </p:txBody>
      </p:sp>
    </p:spTree>
    <p:extLst>
      <p:ext uri="{BB962C8B-B14F-4D97-AF65-F5344CB8AC3E}">
        <p14:creationId xmlns:p14="http://schemas.microsoft.com/office/powerpoint/2010/main" val="1762146642"/>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295</a:t>
            </a:fld>
            <a:endParaRPr lang="zh-CN" altLang="en-US"/>
          </a:p>
        </p:txBody>
      </p:sp>
    </p:spTree>
    <p:extLst>
      <p:ext uri="{BB962C8B-B14F-4D97-AF65-F5344CB8AC3E}">
        <p14:creationId xmlns:p14="http://schemas.microsoft.com/office/powerpoint/2010/main" val="3656726572"/>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296</a:t>
            </a:fld>
            <a:endParaRPr lang="zh-CN" altLang="en-US"/>
          </a:p>
        </p:txBody>
      </p:sp>
    </p:spTree>
    <p:extLst>
      <p:ext uri="{BB962C8B-B14F-4D97-AF65-F5344CB8AC3E}">
        <p14:creationId xmlns:p14="http://schemas.microsoft.com/office/powerpoint/2010/main" val="1568247599"/>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297</a:t>
            </a:fld>
            <a:endParaRPr lang="zh-CN" altLang="en-US"/>
          </a:p>
        </p:txBody>
      </p:sp>
    </p:spTree>
    <p:extLst>
      <p:ext uri="{BB962C8B-B14F-4D97-AF65-F5344CB8AC3E}">
        <p14:creationId xmlns:p14="http://schemas.microsoft.com/office/powerpoint/2010/main" val="2042454489"/>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298</a:t>
            </a:fld>
            <a:endParaRPr lang="zh-CN" altLang="en-US"/>
          </a:p>
        </p:txBody>
      </p:sp>
    </p:spTree>
    <p:extLst>
      <p:ext uri="{BB962C8B-B14F-4D97-AF65-F5344CB8AC3E}">
        <p14:creationId xmlns:p14="http://schemas.microsoft.com/office/powerpoint/2010/main" val="16037858"/>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299</a:t>
            </a:fld>
            <a:endParaRPr lang="zh-CN" altLang="en-US"/>
          </a:p>
        </p:txBody>
      </p:sp>
    </p:spTree>
    <p:extLst>
      <p:ext uri="{BB962C8B-B14F-4D97-AF65-F5344CB8AC3E}">
        <p14:creationId xmlns:p14="http://schemas.microsoft.com/office/powerpoint/2010/main" val="3018693322"/>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300</a:t>
            </a:fld>
            <a:endParaRPr lang="zh-CN" altLang="en-US"/>
          </a:p>
        </p:txBody>
      </p:sp>
    </p:spTree>
    <p:extLst>
      <p:ext uri="{BB962C8B-B14F-4D97-AF65-F5344CB8AC3E}">
        <p14:creationId xmlns:p14="http://schemas.microsoft.com/office/powerpoint/2010/main" val="781663900"/>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D5D08D-CC6D-D74F-106E-C84C77638B8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D527D7F-5095-1A29-F6D6-CA5024C656F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6B49F71-CACF-7D8C-A093-F707E686CC60}"/>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2D3B27B4-E05E-D2BE-0275-A799A83185E5}"/>
              </a:ext>
            </a:extLst>
          </p:cNvPr>
          <p:cNvSpPr>
            <a:spLocks noGrp="1"/>
          </p:cNvSpPr>
          <p:nvPr>
            <p:ph type="sldNum" sz="quarter" idx="5"/>
          </p:nvPr>
        </p:nvSpPr>
        <p:spPr/>
        <p:txBody>
          <a:bodyPr/>
          <a:lstStyle/>
          <a:p>
            <a:fld id="{0B14BD24-89E3-4C51-B736-BCCE6C13A884}" type="slidenum">
              <a:rPr lang="zh-CN" altLang="en-US" smtClean="0"/>
              <a:pPr/>
              <a:t>301</a:t>
            </a:fld>
            <a:endParaRPr lang="zh-CN" altLang="en-US"/>
          </a:p>
        </p:txBody>
      </p:sp>
    </p:spTree>
    <p:extLst>
      <p:ext uri="{BB962C8B-B14F-4D97-AF65-F5344CB8AC3E}">
        <p14:creationId xmlns:p14="http://schemas.microsoft.com/office/powerpoint/2010/main" val="4167295506"/>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302</a:t>
            </a:fld>
            <a:endParaRPr lang="zh-CN" altLang="en-US"/>
          </a:p>
        </p:txBody>
      </p:sp>
    </p:spTree>
    <p:extLst>
      <p:ext uri="{BB962C8B-B14F-4D97-AF65-F5344CB8AC3E}">
        <p14:creationId xmlns:p14="http://schemas.microsoft.com/office/powerpoint/2010/main" val="3834375813"/>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303</a:t>
            </a:fld>
            <a:endParaRPr lang="zh-CN" altLang="en-US"/>
          </a:p>
        </p:txBody>
      </p:sp>
    </p:spTree>
    <p:extLst>
      <p:ext uri="{BB962C8B-B14F-4D97-AF65-F5344CB8AC3E}">
        <p14:creationId xmlns:p14="http://schemas.microsoft.com/office/powerpoint/2010/main" val="127273599"/>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304</a:t>
            </a:fld>
            <a:endParaRPr lang="zh-CN" altLang="en-US"/>
          </a:p>
        </p:txBody>
      </p:sp>
    </p:spTree>
    <p:extLst>
      <p:ext uri="{BB962C8B-B14F-4D97-AF65-F5344CB8AC3E}">
        <p14:creationId xmlns:p14="http://schemas.microsoft.com/office/powerpoint/2010/main" val="411278008"/>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305</a:t>
            </a:fld>
            <a:endParaRPr lang="zh-CN" altLang="en-US"/>
          </a:p>
        </p:txBody>
      </p:sp>
    </p:spTree>
    <p:extLst>
      <p:ext uri="{BB962C8B-B14F-4D97-AF65-F5344CB8AC3E}">
        <p14:creationId xmlns:p14="http://schemas.microsoft.com/office/powerpoint/2010/main" val="3066228293"/>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9660DC-3865-7A5F-6E10-E77339BD967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5B0C8205-1A0B-B60E-36A8-88986981011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D73DBA5-7A37-2BCC-B0D9-96DA1381E8A4}"/>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9C84D783-0E9A-ED73-28FC-733848F3A702}"/>
              </a:ext>
            </a:extLst>
          </p:cNvPr>
          <p:cNvSpPr>
            <a:spLocks noGrp="1"/>
          </p:cNvSpPr>
          <p:nvPr>
            <p:ph type="sldNum" sz="quarter" idx="5"/>
          </p:nvPr>
        </p:nvSpPr>
        <p:spPr/>
        <p:txBody>
          <a:bodyPr/>
          <a:lstStyle/>
          <a:p>
            <a:fld id="{0B14BD24-89E3-4C51-B736-BCCE6C13A884}" type="slidenum">
              <a:rPr lang="zh-CN" altLang="en-US" smtClean="0"/>
              <a:pPr/>
              <a:t>306</a:t>
            </a:fld>
            <a:endParaRPr lang="zh-CN" altLang="en-US"/>
          </a:p>
        </p:txBody>
      </p:sp>
    </p:spTree>
    <p:extLst>
      <p:ext uri="{BB962C8B-B14F-4D97-AF65-F5344CB8AC3E}">
        <p14:creationId xmlns:p14="http://schemas.microsoft.com/office/powerpoint/2010/main" val="1106618388"/>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307</a:t>
            </a:fld>
            <a:endParaRPr lang="zh-CN" altLang="en-US"/>
          </a:p>
        </p:txBody>
      </p:sp>
    </p:spTree>
    <p:extLst>
      <p:ext uri="{BB962C8B-B14F-4D97-AF65-F5344CB8AC3E}">
        <p14:creationId xmlns:p14="http://schemas.microsoft.com/office/powerpoint/2010/main" val="873278202"/>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308</a:t>
            </a:fld>
            <a:endParaRPr lang="zh-CN" altLang="en-US"/>
          </a:p>
        </p:txBody>
      </p:sp>
    </p:spTree>
    <p:extLst>
      <p:ext uri="{BB962C8B-B14F-4D97-AF65-F5344CB8AC3E}">
        <p14:creationId xmlns:p14="http://schemas.microsoft.com/office/powerpoint/2010/main" val="304737936"/>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309</a:t>
            </a:fld>
            <a:endParaRPr lang="zh-CN" altLang="en-US"/>
          </a:p>
        </p:txBody>
      </p:sp>
    </p:spTree>
    <p:extLst>
      <p:ext uri="{BB962C8B-B14F-4D97-AF65-F5344CB8AC3E}">
        <p14:creationId xmlns:p14="http://schemas.microsoft.com/office/powerpoint/2010/main" val="2054421608"/>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310</a:t>
            </a:fld>
            <a:endParaRPr lang="zh-CN" altLang="en-US"/>
          </a:p>
        </p:txBody>
      </p:sp>
    </p:spTree>
    <p:extLst>
      <p:ext uri="{BB962C8B-B14F-4D97-AF65-F5344CB8AC3E}">
        <p14:creationId xmlns:p14="http://schemas.microsoft.com/office/powerpoint/2010/main" val="2997377760"/>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F5DEEC-A06A-C58B-7EE9-D46909F80B5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7B58C0A-E9F4-F2D1-B736-E7F5AECCE14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1EF597A-C7C7-0B32-E500-9A743E1E6309}"/>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5CC9F3DE-4D99-BDE8-5C95-FBCB24D64318}"/>
              </a:ext>
            </a:extLst>
          </p:cNvPr>
          <p:cNvSpPr>
            <a:spLocks noGrp="1"/>
          </p:cNvSpPr>
          <p:nvPr>
            <p:ph type="sldNum" sz="quarter" idx="5"/>
          </p:nvPr>
        </p:nvSpPr>
        <p:spPr/>
        <p:txBody>
          <a:bodyPr/>
          <a:lstStyle/>
          <a:p>
            <a:fld id="{0B14BD24-89E3-4C51-B736-BCCE6C13A884}" type="slidenum">
              <a:rPr lang="zh-CN" altLang="en-US" smtClean="0"/>
              <a:pPr/>
              <a:t>311</a:t>
            </a:fld>
            <a:endParaRPr lang="zh-CN" altLang="en-US"/>
          </a:p>
        </p:txBody>
      </p:sp>
    </p:spTree>
    <p:extLst>
      <p:ext uri="{BB962C8B-B14F-4D97-AF65-F5344CB8AC3E}">
        <p14:creationId xmlns:p14="http://schemas.microsoft.com/office/powerpoint/2010/main" val="3503605918"/>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313</a:t>
            </a:fld>
            <a:endParaRPr lang="zh-CN" altLang="en-US"/>
          </a:p>
        </p:txBody>
      </p:sp>
    </p:spTree>
    <p:extLst>
      <p:ext uri="{BB962C8B-B14F-4D97-AF65-F5344CB8AC3E}">
        <p14:creationId xmlns:p14="http://schemas.microsoft.com/office/powerpoint/2010/main" val="3632576638"/>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314</a:t>
            </a:fld>
            <a:endParaRPr lang="zh-CN" altLang="en-US"/>
          </a:p>
        </p:txBody>
      </p:sp>
    </p:spTree>
    <p:extLst>
      <p:ext uri="{BB962C8B-B14F-4D97-AF65-F5344CB8AC3E}">
        <p14:creationId xmlns:p14="http://schemas.microsoft.com/office/powerpoint/2010/main" val="3331237503"/>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041E62-4DF1-CBB6-23AA-BEF649D33BA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6D4EC88-DE5D-FC6B-8EA4-14378351BCA3}"/>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D3707F4-19C3-7992-16AC-E3AAE3A2076E}"/>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E732E740-9A06-360D-992D-394B786C4A72}"/>
              </a:ext>
            </a:extLst>
          </p:cNvPr>
          <p:cNvSpPr>
            <a:spLocks noGrp="1"/>
          </p:cNvSpPr>
          <p:nvPr>
            <p:ph type="sldNum" sz="quarter" idx="5"/>
          </p:nvPr>
        </p:nvSpPr>
        <p:spPr/>
        <p:txBody>
          <a:bodyPr/>
          <a:lstStyle/>
          <a:p>
            <a:fld id="{0B14BD24-89E3-4C51-B736-BCCE6C13A884}" type="slidenum">
              <a:rPr lang="zh-CN" altLang="en-US" smtClean="0"/>
              <a:pPr/>
              <a:t>315</a:t>
            </a:fld>
            <a:endParaRPr lang="zh-CN" altLang="en-US"/>
          </a:p>
        </p:txBody>
      </p:sp>
    </p:spTree>
    <p:extLst>
      <p:ext uri="{BB962C8B-B14F-4D97-AF65-F5344CB8AC3E}">
        <p14:creationId xmlns:p14="http://schemas.microsoft.com/office/powerpoint/2010/main" val="1254550043"/>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316</a:t>
            </a:fld>
            <a:endParaRPr lang="zh-CN" altLang="en-US"/>
          </a:p>
        </p:txBody>
      </p:sp>
    </p:spTree>
    <p:extLst>
      <p:ext uri="{BB962C8B-B14F-4D97-AF65-F5344CB8AC3E}">
        <p14:creationId xmlns:p14="http://schemas.microsoft.com/office/powerpoint/2010/main" val="1133533028"/>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317</a:t>
            </a:fld>
            <a:endParaRPr lang="zh-CN" altLang="en-US"/>
          </a:p>
        </p:txBody>
      </p:sp>
    </p:spTree>
    <p:extLst>
      <p:ext uri="{BB962C8B-B14F-4D97-AF65-F5344CB8AC3E}">
        <p14:creationId xmlns:p14="http://schemas.microsoft.com/office/powerpoint/2010/main" val="1655173608"/>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318</a:t>
            </a:fld>
            <a:endParaRPr lang="zh-CN" altLang="en-US"/>
          </a:p>
        </p:txBody>
      </p:sp>
    </p:spTree>
    <p:extLst>
      <p:ext uri="{BB962C8B-B14F-4D97-AF65-F5344CB8AC3E}">
        <p14:creationId xmlns:p14="http://schemas.microsoft.com/office/powerpoint/2010/main" val="1944104454"/>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319</a:t>
            </a:fld>
            <a:endParaRPr lang="zh-CN" altLang="en-US"/>
          </a:p>
        </p:txBody>
      </p:sp>
    </p:spTree>
    <p:extLst>
      <p:ext uri="{BB962C8B-B14F-4D97-AF65-F5344CB8AC3E}">
        <p14:creationId xmlns:p14="http://schemas.microsoft.com/office/powerpoint/2010/main" val="4060961494"/>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9F0695-47C4-D16B-DDA5-7F4BCAD92A6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4A27AC4-C998-B7D4-C297-44EA754F6670}"/>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B3A9E26-6BC7-02E4-5B01-D0B6DDACECDB}"/>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99EA1E7F-FF92-67C9-CB17-37207FC72733}"/>
              </a:ext>
            </a:extLst>
          </p:cNvPr>
          <p:cNvSpPr>
            <a:spLocks noGrp="1"/>
          </p:cNvSpPr>
          <p:nvPr>
            <p:ph type="sldNum" sz="quarter" idx="10"/>
          </p:nvPr>
        </p:nvSpPr>
        <p:spPr/>
        <p:txBody>
          <a:bodyPr/>
          <a:lstStyle/>
          <a:p>
            <a:fld id="{0B14BD24-89E3-4C51-B736-BCCE6C13A884}" type="slidenum">
              <a:rPr lang="zh-CN" altLang="en-US" smtClean="0"/>
              <a:pPr/>
              <a:t>320</a:t>
            </a:fld>
            <a:endParaRPr lang="zh-CN" altLang="en-US"/>
          </a:p>
        </p:txBody>
      </p:sp>
    </p:spTree>
    <p:extLst>
      <p:ext uri="{BB962C8B-B14F-4D97-AF65-F5344CB8AC3E}">
        <p14:creationId xmlns:p14="http://schemas.microsoft.com/office/powerpoint/2010/main" val="404516405"/>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53F2BA-3B40-36ED-6684-EC0A4E7A402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1AA5401-7705-E72A-8084-6B497EA10E7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8B2F94A-F2CA-98F9-F2B3-C1805608E0C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A60FDC17-4DA8-A561-DA43-04E4B5C26D64}"/>
              </a:ext>
            </a:extLst>
          </p:cNvPr>
          <p:cNvSpPr>
            <a:spLocks noGrp="1"/>
          </p:cNvSpPr>
          <p:nvPr>
            <p:ph type="sldNum" sz="quarter" idx="10"/>
          </p:nvPr>
        </p:nvSpPr>
        <p:spPr/>
        <p:txBody>
          <a:bodyPr/>
          <a:lstStyle/>
          <a:p>
            <a:fld id="{0B14BD24-89E3-4C51-B736-BCCE6C13A884}" type="slidenum">
              <a:rPr lang="zh-CN" altLang="en-US" smtClean="0"/>
              <a:pPr/>
              <a:t>321</a:t>
            </a:fld>
            <a:endParaRPr lang="zh-CN" altLang="en-US"/>
          </a:p>
        </p:txBody>
      </p:sp>
    </p:spTree>
    <p:extLst>
      <p:ext uri="{BB962C8B-B14F-4D97-AF65-F5344CB8AC3E}">
        <p14:creationId xmlns:p14="http://schemas.microsoft.com/office/powerpoint/2010/main" val="664029574"/>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322</a:t>
            </a:fld>
            <a:endParaRPr lang="zh-CN" altLang="en-US"/>
          </a:p>
        </p:txBody>
      </p:sp>
    </p:spTree>
    <p:extLst>
      <p:ext uri="{BB962C8B-B14F-4D97-AF65-F5344CB8AC3E}">
        <p14:creationId xmlns:p14="http://schemas.microsoft.com/office/powerpoint/2010/main" val="1725763557"/>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331</a:t>
            </a:fld>
            <a:endParaRPr lang="zh-CN" altLang="en-US"/>
          </a:p>
        </p:txBody>
      </p:sp>
    </p:spTree>
    <p:extLst>
      <p:ext uri="{BB962C8B-B14F-4D97-AF65-F5344CB8AC3E}">
        <p14:creationId xmlns:p14="http://schemas.microsoft.com/office/powerpoint/2010/main" val="1613735764"/>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332</a:t>
            </a:fld>
            <a:endParaRPr lang="zh-CN" altLang="en-US"/>
          </a:p>
        </p:txBody>
      </p:sp>
    </p:spTree>
    <p:extLst>
      <p:ext uri="{BB962C8B-B14F-4D97-AF65-F5344CB8AC3E}">
        <p14:creationId xmlns:p14="http://schemas.microsoft.com/office/powerpoint/2010/main" val="1922221319"/>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353</a:t>
            </a:fld>
            <a:endParaRPr lang="zh-CN" altLang="en-US"/>
          </a:p>
        </p:txBody>
      </p:sp>
    </p:spTree>
    <p:extLst>
      <p:ext uri="{BB962C8B-B14F-4D97-AF65-F5344CB8AC3E}">
        <p14:creationId xmlns:p14="http://schemas.microsoft.com/office/powerpoint/2010/main" val="2952381984"/>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7531E5-B3E4-F6AB-0007-47897D5C9BF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D71D258-4861-A45D-447F-9A3A15008AC0}"/>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20230D3-0C3E-EC37-A0A6-FD8B0FF3F1E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488438BC-F9EC-4FD5-3F79-744CB9A8BDC4}"/>
              </a:ext>
            </a:extLst>
          </p:cNvPr>
          <p:cNvSpPr>
            <a:spLocks noGrp="1"/>
          </p:cNvSpPr>
          <p:nvPr>
            <p:ph type="sldNum" sz="quarter" idx="10"/>
          </p:nvPr>
        </p:nvSpPr>
        <p:spPr/>
        <p:txBody>
          <a:bodyPr/>
          <a:lstStyle/>
          <a:p>
            <a:fld id="{0B14BD24-89E3-4C51-B736-BCCE6C13A884}" type="slidenum">
              <a:rPr lang="zh-CN" altLang="en-US" smtClean="0"/>
              <a:pPr/>
              <a:t>358</a:t>
            </a:fld>
            <a:endParaRPr lang="zh-CN" altLang="en-US"/>
          </a:p>
        </p:txBody>
      </p:sp>
    </p:spTree>
    <p:extLst>
      <p:ext uri="{BB962C8B-B14F-4D97-AF65-F5344CB8AC3E}">
        <p14:creationId xmlns:p14="http://schemas.microsoft.com/office/powerpoint/2010/main" val="1007946007"/>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362</a:t>
            </a:fld>
            <a:endParaRPr lang="zh-CN" altLang="en-US"/>
          </a:p>
        </p:txBody>
      </p:sp>
    </p:spTree>
    <p:extLst>
      <p:ext uri="{BB962C8B-B14F-4D97-AF65-F5344CB8AC3E}">
        <p14:creationId xmlns:p14="http://schemas.microsoft.com/office/powerpoint/2010/main" val="2944275027"/>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365</a:t>
            </a:fld>
            <a:endParaRPr lang="zh-CN" altLang="en-US"/>
          </a:p>
        </p:txBody>
      </p:sp>
    </p:spTree>
    <p:extLst>
      <p:ext uri="{BB962C8B-B14F-4D97-AF65-F5344CB8AC3E}">
        <p14:creationId xmlns:p14="http://schemas.microsoft.com/office/powerpoint/2010/main" val="4197900783"/>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1E2537-71ED-BBDD-8E9B-939E26C68F5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6D1B1165-8896-9356-0DA2-678ED1F9255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BDD1B4A-0E16-8C6A-5EC6-758629EC4990}"/>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D3013690-406B-9668-3895-23EC3C41CEB0}"/>
              </a:ext>
            </a:extLst>
          </p:cNvPr>
          <p:cNvSpPr>
            <a:spLocks noGrp="1"/>
          </p:cNvSpPr>
          <p:nvPr>
            <p:ph type="sldNum" sz="quarter" idx="5"/>
          </p:nvPr>
        </p:nvSpPr>
        <p:spPr/>
        <p:txBody>
          <a:bodyPr/>
          <a:lstStyle/>
          <a:p>
            <a:fld id="{0B14BD24-89E3-4C51-B736-BCCE6C13A884}" type="slidenum">
              <a:rPr lang="zh-CN" altLang="en-US" smtClean="0"/>
              <a:pPr/>
              <a:t>366</a:t>
            </a:fld>
            <a:endParaRPr lang="zh-CN" altLang="en-US"/>
          </a:p>
        </p:txBody>
      </p:sp>
    </p:spTree>
    <p:extLst>
      <p:ext uri="{BB962C8B-B14F-4D97-AF65-F5344CB8AC3E}">
        <p14:creationId xmlns:p14="http://schemas.microsoft.com/office/powerpoint/2010/main" val="2925021353"/>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8FB527-BAD1-49B5-12B1-9034CA6B4BC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3E371AE-A0A4-49B9-29DB-FC2D9A798C5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461163C-0D24-1903-C905-7F629A9084C1}"/>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05B54AD2-CDBD-0899-9C16-9816FCCAA41F}"/>
              </a:ext>
            </a:extLst>
          </p:cNvPr>
          <p:cNvSpPr>
            <a:spLocks noGrp="1"/>
          </p:cNvSpPr>
          <p:nvPr>
            <p:ph type="sldNum" sz="quarter" idx="5"/>
          </p:nvPr>
        </p:nvSpPr>
        <p:spPr/>
        <p:txBody>
          <a:bodyPr/>
          <a:lstStyle/>
          <a:p>
            <a:fld id="{0B14BD24-89E3-4C51-B736-BCCE6C13A884}" type="slidenum">
              <a:rPr lang="zh-CN" altLang="en-US" smtClean="0"/>
              <a:pPr/>
              <a:t>367</a:t>
            </a:fld>
            <a:endParaRPr lang="zh-CN" altLang="en-US"/>
          </a:p>
        </p:txBody>
      </p:sp>
    </p:spTree>
    <p:extLst>
      <p:ext uri="{BB962C8B-B14F-4D97-AF65-F5344CB8AC3E}">
        <p14:creationId xmlns:p14="http://schemas.microsoft.com/office/powerpoint/2010/main" val="176757515"/>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700A8C-333A-7229-9F28-D1872F7E96D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42C61811-A881-E35A-A0AB-7298D1B4E42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F978707A-EB78-682F-0B2B-56C5D83BA6B8}"/>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79B511F0-345B-238D-A1A5-A5B027E3FDE2}"/>
              </a:ext>
            </a:extLst>
          </p:cNvPr>
          <p:cNvSpPr>
            <a:spLocks noGrp="1"/>
          </p:cNvSpPr>
          <p:nvPr>
            <p:ph type="sldNum" sz="quarter" idx="5"/>
          </p:nvPr>
        </p:nvSpPr>
        <p:spPr/>
        <p:txBody>
          <a:bodyPr/>
          <a:lstStyle/>
          <a:p>
            <a:fld id="{0B14BD24-89E3-4C51-B736-BCCE6C13A884}" type="slidenum">
              <a:rPr lang="zh-CN" altLang="en-US" smtClean="0"/>
              <a:pPr/>
              <a:t>368</a:t>
            </a:fld>
            <a:endParaRPr lang="zh-CN" altLang="en-US"/>
          </a:p>
        </p:txBody>
      </p:sp>
    </p:spTree>
    <p:extLst>
      <p:ext uri="{BB962C8B-B14F-4D97-AF65-F5344CB8AC3E}">
        <p14:creationId xmlns:p14="http://schemas.microsoft.com/office/powerpoint/2010/main" val="2588907236"/>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F08559-F006-07BD-6A7C-ED0AADFE503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0AEF07E-5FAE-B0BB-392A-F6C7AE6CC55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EA9A233-0B74-B19B-FA64-0AB65935A218}"/>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E0CBF3F-353B-B073-8F7C-67744EE8B441}"/>
              </a:ext>
            </a:extLst>
          </p:cNvPr>
          <p:cNvSpPr>
            <a:spLocks noGrp="1"/>
          </p:cNvSpPr>
          <p:nvPr>
            <p:ph type="sldNum" sz="quarter" idx="5"/>
          </p:nvPr>
        </p:nvSpPr>
        <p:spPr/>
        <p:txBody>
          <a:bodyPr/>
          <a:lstStyle/>
          <a:p>
            <a:fld id="{0B14BD24-89E3-4C51-B736-BCCE6C13A884}" type="slidenum">
              <a:rPr lang="zh-CN" altLang="en-US" smtClean="0"/>
              <a:pPr/>
              <a:t>369</a:t>
            </a:fld>
            <a:endParaRPr lang="zh-CN" altLang="en-US"/>
          </a:p>
        </p:txBody>
      </p:sp>
    </p:spTree>
    <p:extLst>
      <p:ext uri="{BB962C8B-B14F-4D97-AF65-F5344CB8AC3E}">
        <p14:creationId xmlns:p14="http://schemas.microsoft.com/office/powerpoint/2010/main" val="860381293"/>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417C5E-EB7E-2109-C385-E1A94B9DBE4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A91F98B-DC99-CFC7-98EE-502FFA57CBE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87F5420-94FE-40E9-941E-B8BFA612244A}"/>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A6140721-E452-E2CE-DC2E-3E9F380B7A48}"/>
              </a:ext>
            </a:extLst>
          </p:cNvPr>
          <p:cNvSpPr>
            <a:spLocks noGrp="1"/>
          </p:cNvSpPr>
          <p:nvPr>
            <p:ph type="sldNum" sz="quarter" idx="5"/>
          </p:nvPr>
        </p:nvSpPr>
        <p:spPr/>
        <p:txBody>
          <a:bodyPr/>
          <a:lstStyle/>
          <a:p>
            <a:fld id="{0B14BD24-89E3-4C51-B736-BCCE6C13A884}" type="slidenum">
              <a:rPr lang="zh-CN" altLang="en-US" smtClean="0"/>
              <a:pPr/>
              <a:t>370</a:t>
            </a:fld>
            <a:endParaRPr lang="zh-CN" altLang="en-US"/>
          </a:p>
        </p:txBody>
      </p:sp>
    </p:spTree>
    <p:extLst>
      <p:ext uri="{BB962C8B-B14F-4D97-AF65-F5344CB8AC3E}">
        <p14:creationId xmlns:p14="http://schemas.microsoft.com/office/powerpoint/2010/main" val="4276647109"/>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C4FA52-EE42-1B29-B3FD-59702522F22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8322D93-3446-32DE-D187-31E0EB28877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66A125A-E7FA-86E4-1B23-E8C88FEC4178}"/>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26AE5BA-D185-C107-3BCD-EC7F02F3CEE7}"/>
              </a:ext>
            </a:extLst>
          </p:cNvPr>
          <p:cNvSpPr>
            <a:spLocks noGrp="1"/>
          </p:cNvSpPr>
          <p:nvPr>
            <p:ph type="sldNum" sz="quarter" idx="5"/>
          </p:nvPr>
        </p:nvSpPr>
        <p:spPr/>
        <p:txBody>
          <a:bodyPr/>
          <a:lstStyle/>
          <a:p>
            <a:fld id="{0B14BD24-89E3-4C51-B736-BCCE6C13A884}" type="slidenum">
              <a:rPr lang="zh-CN" altLang="en-US" smtClean="0"/>
              <a:pPr/>
              <a:t>371</a:t>
            </a:fld>
            <a:endParaRPr lang="zh-CN" altLang="en-US"/>
          </a:p>
        </p:txBody>
      </p:sp>
    </p:spTree>
    <p:extLst>
      <p:ext uri="{BB962C8B-B14F-4D97-AF65-F5344CB8AC3E}">
        <p14:creationId xmlns:p14="http://schemas.microsoft.com/office/powerpoint/2010/main" val="3337912596"/>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50D5EE-ACEE-83A4-23F0-4C98D677B69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625F068-8033-E3BC-0024-04120D6DD53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C0ECBE3-AA3D-C8CF-E1F4-247F68590BC3}"/>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8614C58E-BC6F-3D1C-8349-DC13EAA9E773}"/>
              </a:ext>
            </a:extLst>
          </p:cNvPr>
          <p:cNvSpPr>
            <a:spLocks noGrp="1"/>
          </p:cNvSpPr>
          <p:nvPr>
            <p:ph type="sldNum" sz="quarter" idx="5"/>
          </p:nvPr>
        </p:nvSpPr>
        <p:spPr/>
        <p:txBody>
          <a:bodyPr/>
          <a:lstStyle/>
          <a:p>
            <a:fld id="{0B14BD24-89E3-4C51-B736-BCCE6C13A884}" type="slidenum">
              <a:rPr lang="zh-CN" altLang="en-US" smtClean="0"/>
              <a:pPr/>
              <a:t>372</a:t>
            </a:fld>
            <a:endParaRPr lang="zh-CN" altLang="en-US"/>
          </a:p>
        </p:txBody>
      </p:sp>
    </p:spTree>
    <p:extLst>
      <p:ext uri="{BB962C8B-B14F-4D97-AF65-F5344CB8AC3E}">
        <p14:creationId xmlns:p14="http://schemas.microsoft.com/office/powerpoint/2010/main" val="1789381610"/>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27956B-85E3-B38F-E62C-1B1284ED513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58D6123-4341-0126-5046-2902456B8B8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E0E285E5-28CD-6B6D-7FC9-63DDE2CE0ACB}"/>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D45F5833-789D-20AE-B266-1CD1253DE6F7}"/>
              </a:ext>
            </a:extLst>
          </p:cNvPr>
          <p:cNvSpPr>
            <a:spLocks noGrp="1"/>
          </p:cNvSpPr>
          <p:nvPr>
            <p:ph type="sldNum" sz="quarter" idx="5"/>
          </p:nvPr>
        </p:nvSpPr>
        <p:spPr/>
        <p:txBody>
          <a:bodyPr/>
          <a:lstStyle/>
          <a:p>
            <a:fld id="{0B14BD24-89E3-4C51-B736-BCCE6C13A884}" type="slidenum">
              <a:rPr lang="zh-CN" altLang="en-US" smtClean="0"/>
              <a:pPr/>
              <a:t>373</a:t>
            </a:fld>
            <a:endParaRPr lang="zh-CN" altLang="en-US"/>
          </a:p>
        </p:txBody>
      </p:sp>
    </p:spTree>
    <p:extLst>
      <p:ext uri="{BB962C8B-B14F-4D97-AF65-F5344CB8AC3E}">
        <p14:creationId xmlns:p14="http://schemas.microsoft.com/office/powerpoint/2010/main" val="2904726107"/>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BD948D-2827-F485-5F09-3CB36BB25BC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1310527-7F17-74D1-EF2F-AFDBB082520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24BAA69-4356-0F3A-DA0E-53B877A0D87D}"/>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5C0ED701-125B-A65C-0DDE-BE9842B07862}"/>
              </a:ext>
            </a:extLst>
          </p:cNvPr>
          <p:cNvSpPr>
            <a:spLocks noGrp="1"/>
          </p:cNvSpPr>
          <p:nvPr>
            <p:ph type="sldNum" sz="quarter" idx="5"/>
          </p:nvPr>
        </p:nvSpPr>
        <p:spPr/>
        <p:txBody>
          <a:bodyPr/>
          <a:lstStyle/>
          <a:p>
            <a:fld id="{0B14BD24-89E3-4C51-B736-BCCE6C13A884}" type="slidenum">
              <a:rPr lang="zh-CN" altLang="en-US" smtClean="0"/>
              <a:pPr/>
              <a:t>374</a:t>
            </a:fld>
            <a:endParaRPr lang="zh-CN" altLang="en-US"/>
          </a:p>
        </p:txBody>
      </p:sp>
    </p:spTree>
    <p:extLst>
      <p:ext uri="{BB962C8B-B14F-4D97-AF65-F5344CB8AC3E}">
        <p14:creationId xmlns:p14="http://schemas.microsoft.com/office/powerpoint/2010/main" val="328846168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94605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extLst>
      <p:ext uri="{BB962C8B-B14F-4D97-AF65-F5344CB8AC3E}">
        <p14:creationId xmlns:p14="http://schemas.microsoft.com/office/powerpoint/2010/main" val="7642588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3305176"/>
            <a:ext cx="7772400" cy="1021556"/>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180035"/>
            <a:ext cx="7772400" cy="1125140"/>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4996674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0064001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151336"/>
            <a:ext cx="4040188"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1631156"/>
            <a:ext cx="4040188"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8" y="1151336"/>
            <a:ext cx="4041775"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8" y="1631156"/>
            <a:ext cx="4041775"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8" name="页脚占位符 7"/>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9" name="灯片编号占位符 8"/>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9922684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日期占位符 2"/>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4" name="页脚占位符 3"/>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6171865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3" name="页脚占位符 2"/>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5913024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3" y="204787"/>
            <a:ext cx="3008313" cy="871538"/>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04789"/>
            <a:ext cx="5111750" cy="438983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3" y="1076327"/>
            <a:ext cx="3008313" cy="351829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2285257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3600450"/>
            <a:ext cx="5486400" cy="425054"/>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459581"/>
            <a:ext cx="5486400" cy="30861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4025504"/>
            <a:ext cx="5486400" cy="60364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7156747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200152"/>
            <a:ext cx="8229600" cy="3394472"/>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169469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154781"/>
            <a:ext cx="2057400" cy="3290888"/>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154781"/>
            <a:ext cx="6019800" cy="3290888"/>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2026/5/22</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3153080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3.gif"/><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jpe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2" name="图片 1"/>
          <p:cNvPicPr>
            <a:picLocks noChangeAspect="1"/>
          </p:cNvPicPr>
          <p:nvPr userDrawn="1"/>
        </p:nvPicPr>
        <p:blipFill>
          <a:blip r:embed="rId13" cstate="print">
            <a:extLst>
              <a:ext uri="{28A0092B-C50C-407E-A947-70E740481C1C}">
                <a14:useLocalDpi xmlns:a14="http://schemas.microsoft.com/office/drawing/2010/main" val="0"/>
              </a:ext>
            </a:extLst>
          </a:blip>
          <a:stretch>
            <a:fillRect/>
          </a:stretch>
        </p:blipFill>
        <p:spPr>
          <a:xfrm>
            <a:off x="141223" y="4662544"/>
            <a:ext cx="1125345" cy="267703"/>
          </a:xfrm>
          <a:prstGeom prst="rect">
            <a:avLst/>
          </a:prstGeom>
        </p:spPr>
      </p:pic>
      <p:sp>
        <p:nvSpPr>
          <p:cNvPr id="17" name="Line 3"/>
          <p:cNvSpPr>
            <a:spLocks noChangeShapeType="1"/>
          </p:cNvSpPr>
          <p:nvPr userDrawn="1"/>
        </p:nvSpPr>
        <p:spPr bwMode="auto">
          <a:xfrm>
            <a:off x="1266568" y="4803998"/>
            <a:ext cx="6942395" cy="0"/>
          </a:xfrm>
          <a:prstGeom prst="line">
            <a:avLst/>
          </a:prstGeom>
          <a:noFill/>
          <a:ln w="19050" algn="ctr">
            <a:solidFill>
              <a:srgbClr val="85D1F7"/>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 name="Rectangle 9"/>
          <p:cNvSpPr>
            <a:spLocks noChangeArrowheads="1"/>
          </p:cNvSpPr>
          <p:nvPr userDrawn="1"/>
        </p:nvSpPr>
        <p:spPr bwMode="auto">
          <a:xfrm>
            <a:off x="8208962" y="4394656"/>
            <a:ext cx="609917" cy="609917"/>
          </a:xfrm>
          <a:prstGeom prst="rect">
            <a:avLst/>
          </a:prstGeom>
          <a:solidFill>
            <a:schemeClr val="bg1"/>
          </a:solidFill>
          <a:ln w="25400" algn="ctr">
            <a:solidFill>
              <a:srgbClr val="85D1F7"/>
            </a:solidFill>
            <a:miter lim="800000"/>
            <a:headEnd/>
            <a:tailEnd/>
          </a:ln>
        </p:spPr>
        <p:txBody>
          <a:bodyPr wrap="none" anchor="ctr"/>
          <a:lstStyle/>
          <a:p>
            <a:pPr algn="ctr" eaLnBrk="0" hangingPunct="0"/>
            <a:endParaRPr lang="fr-FR">
              <a:cs typeface="Arial" charset="0"/>
            </a:endParaRPr>
          </a:p>
        </p:txBody>
      </p:sp>
      <p:pic>
        <p:nvPicPr>
          <p:cNvPr id="16" name="图片 15"/>
          <p:cNvPicPr>
            <a:picLocks noChangeAspect="1"/>
          </p:cNvPicPr>
          <p:nvPr userDrawn="1"/>
        </p:nvPicPr>
        <p:blipFill>
          <a:blip r:embed="rId14" cstate="print">
            <a:extLst>
              <a:ext uri="{28A0092B-C50C-407E-A947-70E740481C1C}">
                <a14:useLocalDpi xmlns:a14="http://schemas.microsoft.com/office/drawing/2010/main" val="0"/>
              </a:ext>
            </a:extLst>
          </a:blip>
          <a:stretch>
            <a:fillRect/>
          </a:stretch>
        </p:blipFill>
        <p:spPr>
          <a:xfrm>
            <a:off x="8262049" y="4419021"/>
            <a:ext cx="503429" cy="559959"/>
          </a:xfrm>
          <a:prstGeom prst="rect">
            <a:avLst/>
          </a:prstGeom>
        </p:spPr>
      </p:pic>
      <p:sp>
        <p:nvSpPr>
          <p:cNvPr id="15" name="Line 3"/>
          <p:cNvSpPr>
            <a:spLocks noChangeShapeType="1"/>
          </p:cNvSpPr>
          <p:nvPr userDrawn="1"/>
        </p:nvSpPr>
        <p:spPr bwMode="auto">
          <a:xfrm>
            <a:off x="0" y="428092"/>
            <a:ext cx="9144000" cy="0"/>
          </a:xfrm>
          <a:prstGeom prst="line">
            <a:avLst/>
          </a:prstGeom>
          <a:noFill/>
          <a:ln w="25400" algn="ctr">
            <a:solidFill>
              <a:srgbClr val="85D1F7"/>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 name="矩形 19"/>
          <p:cNvSpPr/>
          <p:nvPr userDrawn="1"/>
        </p:nvSpPr>
        <p:spPr>
          <a:xfrm>
            <a:off x="4262908" y="123478"/>
            <a:ext cx="598868" cy="4655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Line 3"/>
          <p:cNvSpPr>
            <a:spLocks noChangeShapeType="1"/>
          </p:cNvSpPr>
          <p:nvPr userDrawn="1"/>
        </p:nvSpPr>
        <p:spPr bwMode="auto">
          <a:xfrm>
            <a:off x="0" y="301530"/>
            <a:ext cx="2835464" cy="0"/>
          </a:xfrm>
          <a:prstGeom prst="line">
            <a:avLst/>
          </a:prstGeom>
          <a:noFill/>
          <a:ln w="12700" algn="ctr">
            <a:solidFill>
              <a:srgbClr val="00CC00"/>
            </a:solidFill>
            <a:round/>
            <a:headEnd/>
            <a:tailEnd/>
          </a:ln>
          <a:extLst>
            <a:ext uri="{909E8E84-426E-40DD-AFC4-6F175D3DCCD1}">
              <a14:hiddenFill xmlns:a14="http://schemas.microsoft.com/office/drawing/2010/main">
                <a:noFill/>
              </a14:hiddenFill>
            </a:ext>
          </a:extLst>
        </p:spPr>
        <p:txBody>
          <a:bodyPr/>
          <a:lstStyle/>
          <a:p>
            <a:pPr lvl="0"/>
            <a:endParaRPr lang="zh-CN" altLang="en-US"/>
          </a:p>
        </p:txBody>
      </p:sp>
      <p:sp>
        <p:nvSpPr>
          <p:cNvPr id="22" name="Rectangle 4"/>
          <p:cNvSpPr>
            <a:spLocks noChangeArrowheads="1"/>
          </p:cNvSpPr>
          <p:nvPr userDrawn="1"/>
        </p:nvSpPr>
        <p:spPr bwMode="auto">
          <a:xfrm>
            <a:off x="4810741" y="164227"/>
            <a:ext cx="1812179"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eaLnBrk="0" hangingPunct="0"/>
            <a:r>
              <a:rPr lang="fr-FR" sz="1100" b="1" dirty="0">
                <a:solidFill>
                  <a:srgbClr val="0070C0"/>
                </a:solidFill>
                <a:latin typeface="微软雅黑" pitchFamily="34" charset="-122"/>
                <a:ea typeface="微软雅黑" pitchFamily="34" charset="-122"/>
              </a:rPr>
              <a:t>谢希仁 </a:t>
            </a:r>
            <a:r>
              <a:rPr lang="zh-CN" altLang="en-US" sz="1100" b="1" dirty="0">
                <a:solidFill>
                  <a:srgbClr val="0070C0"/>
                </a:solidFill>
                <a:latin typeface="微软雅黑" pitchFamily="34" charset="-122"/>
                <a:ea typeface="微软雅黑" pitchFamily="34" charset="-122"/>
              </a:rPr>
              <a:t>谢钧 邢长友 </a:t>
            </a:r>
            <a:r>
              <a:rPr lang="fr-FR" sz="1100" b="1" dirty="0">
                <a:solidFill>
                  <a:srgbClr val="0070C0"/>
                </a:solidFill>
                <a:latin typeface="微软雅黑" pitchFamily="34" charset="-122"/>
                <a:ea typeface="微软雅黑" pitchFamily="34" charset="-122"/>
              </a:rPr>
              <a:t>编著</a:t>
            </a:r>
          </a:p>
        </p:txBody>
      </p:sp>
      <p:sp>
        <p:nvSpPr>
          <p:cNvPr id="23" name="Rectangle 5"/>
          <p:cNvSpPr>
            <a:spLocks noChangeArrowheads="1"/>
          </p:cNvSpPr>
          <p:nvPr userDrawn="1"/>
        </p:nvSpPr>
        <p:spPr bwMode="auto">
          <a:xfrm>
            <a:off x="2835464" y="164857"/>
            <a:ext cx="1492716"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eaLnBrk="0" hangingPunct="0"/>
            <a:r>
              <a:rPr lang="fr-FR" sz="1100" b="1" dirty="0">
                <a:solidFill>
                  <a:srgbClr val="0070C0"/>
                </a:solidFill>
                <a:latin typeface="微软雅黑" pitchFamily="34" charset="-122"/>
                <a:ea typeface="微软雅黑" pitchFamily="34" charset="-122"/>
              </a:rPr>
              <a:t>计算机网络 </a:t>
            </a:r>
            <a:r>
              <a:rPr lang="en-US" altLang="zh-CN" sz="1100" b="1" dirty="0">
                <a:solidFill>
                  <a:srgbClr val="0070C0"/>
                </a:solidFill>
                <a:latin typeface="微软雅黑" pitchFamily="34" charset="-122"/>
                <a:ea typeface="微软雅黑" pitchFamily="34" charset="-122"/>
              </a:rPr>
              <a:t>(</a:t>
            </a:r>
            <a:r>
              <a:rPr lang="zh-CN" altLang="en-US" sz="1100" b="1" dirty="0">
                <a:solidFill>
                  <a:srgbClr val="0070C0"/>
                </a:solidFill>
                <a:latin typeface="微软雅黑" pitchFamily="34" charset="-122"/>
                <a:ea typeface="微软雅黑" pitchFamily="34" charset="-122"/>
              </a:rPr>
              <a:t>第 </a:t>
            </a:r>
            <a:r>
              <a:rPr lang="en-US" altLang="zh-CN" sz="1100" b="1" dirty="0">
                <a:solidFill>
                  <a:srgbClr val="0070C0"/>
                </a:solidFill>
                <a:latin typeface="微软雅黑" pitchFamily="34" charset="-122"/>
                <a:ea typeface="微软雅黑" pitchFamily="34" charset="-122"/>
              </a:rPr>
              <a:t>9 </a:t>
            </a:r>
            <a:r>
              <a:rPr lang="zh-CN" altLang="en-US" sz="1100" b="1" dirty="0">
                <a:solidFill>
                  <a:srgbClr val="0070C0"/>
                </a:solidFill>
                <a:latin typeface="微软雅黑" pitchFamily="34" charset="-122"/>
                <a:ea typeface="微软雅黑" pitchFamily="34" charset="-122"/>
              </a:rPr>
              <a:t>版</a:t>
            </a:r>
            <a:r>
              <a:rPr lang="en-US" altLang="zh-CN" sz="1100" b="1" dirty="0">
                <a:solidFill>
                  <a:srgbClr val="0070C0"/>
                </a:solidFill>
                <a:latin typeface="微软雅黑" pitchFamily="34" charset="-122"/>
                <a:ea typeface="微软雅黑" pitchFamily="34" charset="-122"/>
              </a:rPr>
              <a:t>)</a:t>
            </a:r>
            <a:endParaRPr lang="fr-FR" sz="1100" b="1" dirty="0">
              <a:solidFill>
                <a:srgbClr val="0070C0"/>
              </a:solidFill>
              <a:latin typeface="微软雅黑" pitchFamily="34" charset="-122"/>
              <a:ea typeface="微软雅黑" pitchFamily="34" charset="-122"/>
            </a:endParaRPr>
          </a:p>
        </p:txBody>
      </p:sp>
      <p:sp>
        <p:nvSpPr>
          <p:cNvPr id="24" name="椭圆 23"/>
          <p:cNvSpPr/>
          <p:nvPr userDrawn="1"/>
        </p:nvSpPr>
        <p:spPr>
          <a:xfrm>
            <a:off x="2793115" y="259181"/>
            <a:ext cx="84698" cy="84698"/>
          </a:xfrm>
          <a:prstGeom prst="ellipse">
            <a:avLst/>
          </a:prstGeom>
          <a:solidFill>
            <a:schemeClr val="bg1"/>
          </a:solidFill>
          <a:ln w="12700" algn="ctr">
            <a:solidFill>
              <a:srgbClr val="00B050"/>
            </a:solidFill>
            <a:round/>
            <a:headEnd/>
            <a:tailEnd/>
          </a:ln>
        </p:spPr>
        <p:txBody>
          <a:bodyPr/>
          <a:lstStyle/>
          <a:p>
            <a:pPr lvl="0"/>
            <a:endParaRPr lang="zh-CN" altLang="en-US">
              <a:solidFill>
                <a:schemeClr val="tx1"/>
              </a:solidFill>
              <a:latin typeface="Arial" charset="0"/>
              <a:ea typeface="宋体" charset="-122"/>
            </a:endParaRPr>
          </a:p>
        </p:txBody>
      </p:sp>
      <p:sp>
        <p:nvSpPr>
          <p:cNvPr id="25" name="Line 3"/>
          <p:cNvSpPr>
            <a:spLocks noChangeShapeType="1"/>
          </p:cNvSpPr>
          <p:nvPr userDrawn="1"/>
        </p:nvSpPr>
        <p:spPr bwMode="auto">
          <a:xfrm>
            <a:off x="6467436" y="301530"/>
            <a:ext cx="2676564" cy="0"/>
          </a:xfrm>
          <a:prstGeom prst="line">
            <a:avLst/>
          </a:prstGeom>
          <a:noFill/>
          <a:ln w="12700" algn="ctr">
            <a:solidFill>
              <a:srgbClr val="00CC00"/>
            </a:solidFill>
            <a:round/>
            <a:headEnd/>
            <a:tailEnd/>
          </a:ln>
          <a:extLst>
            <a:ext uri="{909E8E84-426E-40DD-AFC4-6F175D3DCCD1}">
              <a14:hiddenFill xmlns:a14="http://schemas.microsoft.com/office/drawing/2010/main">
                <a:noFill/>
              </a14:hiddenFill>
            </a:ext>
          </a:extLst>
        </p:spPr>
        <p:txBody>
          <a:bodyPr/>
          <a:lstStyle/>
          <a:p>
            <a:pPr lvl="0"/>
            <a:endParaRPr lang="zh-CN" altLang="en-US"/>
          </a:p>
        </p:txBody>
      </p:sp>
      <p:sp>
        <p:nvSpPr>
          <p:cNvPr id="26" name="椭圆 25"/>
          <p:cNvSpPr/>
          <p:nvPr userDrawn="1"/>
        </p:nvSpPr>
        <p:spPr>
          <a:xfrm>
            <a:off x="6447245" y="259181"/>
            <a:ext cx="84698" cy="84698"/>
          </a:xfrm>
          <a:prstGeom prst="ellipse">
            <a:avLst/>
          </a:prstGeom>
          <a:solidFill>
            <a:schemeClr val="bg1"/>
          </a:solidFill>
          <a:ln w="12700" algn="ctr">
            <a:solidFill>
              <a:srgbClr val="00B050"/>
            </a:solidFill>
            <a:round/>
            <a:headEnd/>
            <a:tailEnd/>
          </a:ln>
        </p:spPr>
        <p:txBody>
          <a:bodyPr/>
          <a:lstStyle/>
          <a:p>
            <a:pPr lvl="0"/>
            <a:endParaRPr lang="zh-CN" altLang="en-US">
              <a:solidFill>
                <a:schemeClr val="tx1"/>
              </a:solidFill>
              <a:latin typeface="Arial" charset="0"/>
              <a:ea typeface="宋体" charset="-122"/>
            </a:endParaRPr>
          </a:p>
        </p:txBody>
      </p:sp>
      <p:pic>
        <p:nvPicPr>
          <p:cNvPr id="28" name="图片 27"/>
          <p:cNvPicPr>
            <a:picLocks noChangeAspect="1"/>
          </p:cNvPicPr>
          <p:nvPr userDrawn="1"/>
        </p:nvPicPr>
        <p:blipFill>
          <a:blip r:embed="rId15" cstate="print">
            <a:extLst>
              <a:ext uri="{28A0092B-C50C-407E-A947-70E740481C1C}">
                <a14:useLocalDpi xmlns:a14="http://schemas.microsoft.com/office/drawing/2010/main" val="0"/>
              </a:ext>
            </a:extLst>
          </a:blip>
          <a:stretch>
            <a:fillRect/>
          </a:stretch>
        </p:blipFill>
        <p:spPr>
          <a:xfrm>
            <a:off x="4392827" y="149234"/>
            <a:ext cx="358346" cy="458684"/>
          </a:xfrm>
          <a:prstGeom prst="rect">
            <a:avLst/>
          </a:prstGeom>
        </p:spPr>
      </p:pic>
    </p:spTree>
    <p:extLst>
      <p:ext uri="{BB962C8B-B14F-4D97-AF65-F5344CB8AC3E}">
        <p14:creationId xmlns:p14="http://schemas.microsoft.com/office/powerpoint/2010/main" val="69160236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e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2.xml"/><Relationship Id="rId1" Type="http://schemas.openxmlformats.org/officeDocument/2006/relationships/tags" Target="../tags/tag1.xml"/></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2.xml"/><Relationship Id="rId1" Type="http://schemas.openxmlformats.org/officeDocument/2006/relationships/tags" Target="../tags/tag2.xml"/></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2.xml"/><Relationship Id="rId1" Type="http://schemas.openxmlformats.org/officeDocument/2006/relationships/tags" Target="../tags/tag3.xml"/><Relationship Id="rId5" Type="http://schemas.openxmlformats.org/officeDocument/2006/relationships/image" Target="../media/image7.png"/><Relationship Id="rId4" Type="http://schemas.openxmlformats.org/officeDocument/2006/relationships/image" Target="../media/image6.wmf"/></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2.xml"/><Relationship Id="rId1" Type="http://schemas.openxmlformats.org/officeDocument/2006/relationships/tags" Target="../tags/tag4.xml"/></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2.xml"/><Relationship Id="rId1" Type="http://schemas.openxmlformats.org/officeDocument/2006/relationships/tags" Target="../tags/tag5.xml"/><Relationship Id="rId5" Type="http://schemas.openxmlformats.org/officeDocument/2006/relationships/image" Target="../media/image7.png"/><Relationship Id="rId4" Type="http://schemas.openxmlformats.org/officeDocument/2006/relationships/image" Target="../media/image6.wmf"/></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2.xml"/><Relationship Id="rId1" Type="http://schemas.openxmlformats.org/officeDocument/2006/relationships/tags" Target="../tags/tag6.xml"/></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2.xml"/><Relationship Id="rId1" Type="http://schemas.openxmlformats.org/officeDocument/2006/relationships/tags" Target="../tags/tag7.xm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2.xml"/><Relationship Id="rId1" Type="http://schemas.openxmlformats.org/officeDocument/2006/relationships/tags" Target="../tags/tag8.xml"/></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2.xml"/><Relationship Id="rId1" Type="http://schemas.openxmlformats.org/officeDocument/2006/relationships/tags" Target="../tags/tag9.xml"/></Relationships>
</file>

<file path=ppt/slides/_rels/slide14.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9.png"/></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2.xml"/><Relationship Id="rId1" Type="http://schemas.openxmlformats.org/officeDocument/2006/relationships/tags" Target="../tags/tag10.xml"/><Relationship Id="rId5" Type="http://schemas.openxmlformats.org/officeDocument/2006/relationships/image" Target="../media/image11.png"/><Relationship Id="rId4" Type="http://schemas.openxmlformats.org/officeDocument/2006/relationships/image" Target="../media/image10.wmf"/></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xml"/><Relationship Id="rId1" Type="http://schemas.openxmlformats.org/officeDocument/2006/relationships/tags" Target="../tags/tag11.xml"/><Relationship Id="rId5" Type="http://schemas.openxmlformats.org/officeDocument/2006/relationships/image" Target="../media/image7.png"/><Relationship Id="rId4" Type="http://schemas.openxmlformats.org/officeDocument/2006/relationships/image" Target="../media/image6.wmf"/></Relationships>
</file>

<file path=ppt/slides/_rels/slide1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notesSlide" Target="../notesSlides/notesSlide14.xml"/><Relationship Id="rId7" Type="http://schemas.openxmlformats.org/officeDocument/2006/relationships/image" Target="../media/image14.png"/><Relationship Id="rId2" Type="http://schemas.openxmlformats.org/officeDocument/2006/relationships/slideLayout" Target="../slideLayouts/slideLayout2.xml"/><Relationship Id="rId1" Type="http://schemas.openxmlformats.org/officeDocument/2006/relationships/tags" Target="../tags/tag12.xml"/><Relationship Id="rId6" Type="http://schemas.openxmlformats.org/officeDocument/2006/relationships/image" Target="../media/image13.jpeg"/><Relationship Id="rId5" Type="http://schemas.openxmlformats.org/officeDocument/2006/relationships/image" Target="../media/image12.wmf"/><Relationship Id="rId4" Type="http://schemas.openxmlformats.org/officeDocument/2006/relationships/image" Target="../media/image6.wmf"/></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2.xml"/><Relationship Id="rId1" Type="http://schemas.openxmlformats.org/officeDocument/2006/relationships/tags" Target="../tags/tag13.x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2.xml"/><Relationship Id="rId1" Type="http://schemas.openxmlformats.org/officeDocument/2006/relationships/tags" Target="../tags/tag14.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2.xml"/><Relationship Id="rId1" Type="http://schemas.openxmlformats.org/officeDocument/2006/relationships/tags" Target="../tags/tag1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2.xml"/><Relationship Id="rId1" Type="http://schemas.openxmlformats.org/officeDocument/2006/relationships/tags" Target="../tags/tag16.xml"/></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2.xml"/><Relationship Id="rId1" Type="http://schemas.openxmlformats.org/officeDocument/2006/relationships/tags" Target="../tags/tag17.xml"/></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2.xml"/><Relationship Id="rId1" Type="http://schemas.openxmlformats.org/officeDocument/2006/relationships/tags" Target="../tags/tag18.xml"/></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2.xml"/><Relationship Id="rId1" Type="http://schemas.openxmlformats.org/officeDocument/2006/relationships/tags" Target="../tags/tag19.xml"/></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2.xml"/><Relationship Id="rId1" Type="http://schemas.openxmlformats.org/officeDocument/2006/relationships/tags" Target="../tags/tag20.xml"/></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2.xml"/><Relationship Id="rId1" Type="http://schemas.openxmlformats.org/officeDocument/2006/relationships/tags" Target="../tags/tag21.xml"/></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2.xml"/><Relationship Id="rId1" Type="http://schemas.openxmlformats.org/officeDocument/2006/relationships/tags" Target="../tags/tag22.xml"/></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2.xml"/><Relationship Id="rId1" Type="http://schemas.openxmlformats.org/officeDocument/2006/relationships/tags" Target="../tags/tag23.xml"/></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2.xml"/><Relationship Id="rId1" Type="http://schemas.openxmlformats.org/officeDocument/2006/relationships/tags" Target="../tags/tag24.xml"/></Relationships>
</file>

<file path=ppt/slides/_rels/slide31.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2.xml"/><Relationship Id="rId1" Type="http://schemas.openxmlformats.org/officeDocument/2006/relationships/tags" Target="../tags/tag25.xml"/></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2.xml"/><Relationship Id="rId1" Type="http://schemas.openxmlformats.org/officeDocument/2006/relationships/tags" Target="../tags/tag26.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2.xml"/><Relationship Id="rId1" Type="http://schemas.openxmlformats.org/officeDocument/2006/relationships/tags" Target="../tags/tag2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2.xml"/><Relationship Id="rId1" Type="http://schemas.openxmlformats.org/officeDocument/2006/relationships/tags" Target="../tags/tag28.xml"/></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2.xml"/><Relationship Id="rId1" Type="http://schemas.openxmlformats.org/officeDocument/2006/relationships/tags" Target="../tags/tag29.xml"/></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2.xml"/><Relationship Id="rId1" Type="http://schemas.openxmlformats.org/officeDocument/2006/relationships/tags" Target="../tags/tag30.xml"/></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2.xml"/><Relationship Id="rId1" Type="http://schemas.openxmlformats.org/officeDocument/2006/relationships/tags" Target="../tags/tag3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2.xml"/><Relationship Id="rId1" Type="http://schemas.openxmlformats.org/officeDocument/2006/relationships/tags" Target="../tags/tag32.xml"/></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2.xml"/><Relationship Id="rId1" Type="http://schemas.openxmlformats.org/officeDocument/2006/relationships/tags" Target="../tags/tag33.xml"/></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2.xml"/><Relationship Id="rId1" Type="http://schemas.openxmlformats.org/officeDocument/2006/relationships/tags" Target="../tags/tag34.xml"/></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2.xml"/><Relationship Id="rId1" Type="http://schemas.openxmlformats.org/officeDocument/2006/relationships/tags" Target="../tags/tag35.xml"/></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2.xml"/><Relationship Id="rId1" Type="http://schemas.openxmlformats.org/officeDocument/2006/relationships/tags" Target="../tags/tag36.xml"/><Relationship Id="rId4" Type="http://schemas.openxmlformats.org/officeDocument/2006/relationships/image" Target="../media/image15.wmf"/></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2.xml"/><Relationship Id="rId1" Type="http://schemas.openxmlformats.org/officeDocument/2006/relationships/tags" Target="../tags/tag37.xml"/><Relationship Id="rId4" Type="http://schemas.openxmlformats.org/officeDocument/2006/relationships/image" Target="../media/image15.wmf"/></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2.xml"/><Relationship Id="rId1" Type="http://schemas.openxmlformats.org/officeDocument/2006/relationships/tags" Target="../tags/tag38.xml"/><Relationship Id="rId4" Type="http://schemas.openxmlformats.org/officeDocument/2006/relationships/image" Target="../media/image15.wmf"/></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44.xml"/><Relationship Id="rId2" Type="http://schemas.openxmlformats.org/officeDocument/2006/relationships/slideLayout" Target="../slideLayouts/slideLayout2.xml"/><Relationship Id="rId1" Type="http://schemas.openxmlformats.org/officeDocument/2006/relationships/tags" Target="../tags/tag39.xml"/><Relationship Id="rId4" Type="http://schemas.openxmlformats.org/officeDocument/2006/relationships/image" Target="../media/image15.wmf"/></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45.xml"/><Relationship Id="rId2" Type="http://schemas.openxmlformats.org/officeDocument/2006/relationships/slideLayout" Target="../slideLayouts/slideLayout2.xml"/><Relationship Id="rId1" Type="http://schemas.openxmlformats.org/officeDocument/2006/relationships/tags" Target="../tags/tag40.xml"/></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2.xml"/><Relationship Id="rId1" Type="http://schemas.openxmlformats.org/officeDocument/2006/relationships/tags" Target="../tags/tag41.xml"/></Relationships>
</file>

<file path=ppt/slides/_rels/slide50.xml.rels><?xml version="1.0" encoding="UTF-8" standalone="yes"?>
<Relationships xmlns="http://schemas.openxmlformats.org/package/2006/relationships"><Relationship Id="rId3" Type="http://schemas.openxmlformats.org/officeDocument/2006/relationships/notesSlide" Target="../notesSlides/notesSlide47.xml"/><Relationship Id="rId2" Type="http://schemas.openxmlformats.org/officeDocument/2006/relationships/slideLayout" Target="../slideLayouts/slideLayout2.xml"/><Relationship Id="rId1" Type="http://schemas.openxmlformats.org/officeDocument/2006/relationships/tags" Target="../tags/tag42.xml"/><Relationship Id="rId5" Type="http://schemas.openxmlformats.org/officeDocument/2006/relationships/image" Target="../media/image16.png"/><Relationship Id="rId4" Type="http://schemas.openxmlformats.org/officeDocument/2006/relationships/image" Target="../media/image6.wmf"/></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2.xml"/><Relationship Id="rId1" Type="http://schemas.openxmlformats.org/officeDocument/2006/relationships/tags" Target="../tags/tag43.xml"/><Relationship Id="rId5" Type="http://schemas.openxmlformats.org/officeDocument/2006/relationships/image" Target="../media/image16.png"/><Relationship Id="rId4" Type="http://schemas.openxmlformats.org/officeDocument/2006/relationships/image" Target="../media/image6.wmf"/></Relationships>
</file>

<file path=ppt/slides/_rels/slide52.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2.xml"/><Relationship Id="rId1" Type="http://schemas.openxmlformats.org/officeDocument/2006/relationships/tags" Target="../tags/tag44.xml"/><Relationship Id="rId5" Type="http://schemas.openxmlformats.org/officeDocument/2006/relationships/image" Target="../media/image16.png"/><Relationship Id="rId4" Type="http://schemas.openxmlformats.org/officeDocument/2006/relationships/image" Target="../media/image6.wmf"/></Relationships>
</file>

<file path=ppt/slides/_rels/slide53.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50.xml"/><Relationship Id="rId1" Type="http://schemas.openxmlformats.org/officeDocument/2006/relationships/slideLayout" Target="../slideLayouts/slideLayout2.xml"/><Relationship Id="rId4" Type="http://schemas.openxmlformats.org/officeDocument/2006/relationships/image" Target="../media/image16.png"/></Relationships>
</file>

<file path=ppt/slides/_rels/slide54.xml.rels><?xml version="1.0" encoding="UTF-8" standalone="yes"?>
<Relationships xmlns="http://schemas.openxmlformats.org/package/2006/relationships"><Relationship Id="rId3" Type="http://schemas.openxmlformats.org/officeDocument/2006/relationships/notesSlide" Target="../notesSlides/notesSlide51.xml"/><Relationship Id="rId2" Type="http://schemas.openxmlformats.org/officeDocument/2006/relationships/slideLayout" Target="../slideLayouts/slideLayout2.xml"/><Relationship Id="rId1" Type="http://schemas.openxmlformats.org/officeDocument/2006/relationships/tags" Target="../tags/tag45.xml"/></Relationships>
</file>

<file path=ppt/slides/_rels/slide5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52.xml"/><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2.xml"/><Relationship Id="rId1" Type="http://schemas.openxmlformats.org/officeDocument/2006/relationships/tags" Target="../tags/tag46.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notesSlide" Target="../notesSlides/notesSlide55.xml"/><Relationship Id="rId2" Type="http://schemas.openxmlformats.org/officeDocument/2006/relationships/slideLayout" Target="../slideLayouts/slideLayout2.xml"/><Relationship Id="rId1" Type="http://schemas.openxmlformats.org/officeDocument/2006/relationships/tags" Target="../tags/tag47.xml"/></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56.xml"/><Relationship Id="rId2" Type="http://schemas.openxmlformats.org/officeDocument/2006/relationships/slideLayout" Target="../slideLayouts/slideLayout2.xml"/><Relationship Id="rId1" Type="http://schemas.openxmlformats.org/officeDocument/2006/relationships/tags" Target="../tags/tag48.xml"/><Relationship Id="rId4" Type="http://schemas.openxmlformats.org/officeDocument/2006/relationships/image" Target="../media/image7.png"/></Relationships>
</file>

<file path=ppt/slides/_rels/slide60.xml.rels><?xml version="1.0" encoding="UTF-8" standalone="yes"?>
<Relationships xmlns="http://schemas.openxmlformats.org/package/2006/relationships"><Relationship Id="rId3" Type="http://schemas.openxmlformats.org/officeDocument/2006/relationships/notesSlide" Target="../notesSlides/notesSlide57.xml"/><Relationship Id="rId2" Type="http://schemas.openxmlformats.org/officeDocument/2006/relationships/slideLayout" Target="../slideLayouts/slideLayout2.xml"/><Relationship Id="rId1" Type="http://schemas.openxmlformats.org/officeDocument/2006/relationships/tags" Target="../tags/tag49.xml"/><Relationship Id="rId4" Type="http://schemas.openxmlformats.org/officeDocument/2006/relationships/image" Target="../media/image7.png"/></Relationships>
</file>

<file path=ppt/slides/_rels/slide61.xml.rels><?xml version="1.0" encoding="UTF-8" standalone="yes"?>
<Relationships xmlns="http://schemas.openxmlformats.org/package/2006/relationships"><Relationship Id="rId3" Type="http://schemas.openxmlformats.org/officeDocument/2006/relationships/notesSlide" Target="../notesSlides/notesSlide58.xml"/><Relationship Id="rId2" Type="http://schemas.openxmlformats.org/officeDocument/2006/relationships/slideLayout" Target="../slideLayouts/slideLayout2.xml"/><Relationship Id="rId1" Type="http://schemas.openxmlformats.org/officeDocument/2006/relationships/tags" Target="../tags/tag50.xml"/></Relationships>
</file>

<file path=ppt/slides/_rels/slide6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notesSlide" Target="../notesSlides/notesSlide60.xml"/><Relationship Id="rId2" Type="http://schemas.openxmlformats.org/officeDocument/2006/relationships/slideLayout" Target="../slideLayouts/slideLayout2.xml"/><Relationship Id="rId1" Type="http://schemas.openxmlformats.org/officeDocument/2006/relationships/tags" Target="../tags/tag51.xml"/></Relationships>
</file>

<file path=ppt/slides/_rels/slide64.xml.rels><?xml version="1.0" encoding="UTF-8" standalone="yes"?>
<Relationships xmlns="http://schemas.openxmlformats.org/package/2006/relationships"><Relationship Id="rId3" Type="http://schemas.openxmlformats.org/officeDocument/2006/relationships/notesSlide" Target="../notesSlides/notesSlide61.xml"/><Relationship Id="rId2" Type="http://schemas.openxmlformats.org/officeDocument/2006/relationships/slideLayout" Target="../slideLayouts/slideLayout2.xml"/><Relationship Id="rId1" Type="http://schemas.openxmlformats.org/officeDocument/2006/relationships/tags" Target="../tags/tag52.xml"/><Relationship Id="rId5" Type="http://schemas.openxmlformats.org/officeDocument/2006/relationships/image" Target="../media/image7.png"/><Relationship Id="rId4" Type="http://schemas.openxmlformats.org/officeDocument/2006/relationships/image" Target="../media/image6.wmf"/></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62.xml"/><Relationship Id="rId2" Type="http://schemas.openxmlformats.org/officeDocument/2006/relationships/slideLayout" Target="../slideLayouts/slideLayout2.xml"/><Relationship Id="rId1" Type="http://schemas.openxmlformats.org/officeDocument/2006/relationships/tags" Target="../tags/tag53.xml"/><Relationship Id="rId5" Type="http://schemas.openxmlformats.org/officeDocument/2006/relationships/image" Target="../media/image7.png"/><Relationship Id="rId4" Type="http://schemas.openxmlformats.org/officeDocument/2006/relationships/image" Target="../media/image6.wmf"/></Relationships>
</file>

<file path=ppt/slides/_rels/slide66.xml.rels><?xml version="1.0" encoding="UTF-8" standalone="yes"?>
<Relationships xmlns="http://schemas.openxmlformats.org/package/2006/relationships"><Relationship Id="rId3" Type="http://schemas.openxmlformats.org/officeDocument/2006/relationships/notesSlide" Target="../notesSlides/notesSlide63.xml"/><Relationship Id="rId2" Type="http://schemas.openxmlformats.org/officeDocument/2006/relationships/slideLayout" Target="../slideLayouts/slideLayout2.xml"/><Relationship Id="rId1" Type="http://schemas.openxmlformats.org/officeDocument/2006/relationships/tags" Target="../tags/tag54.xml"/><Relationship Id="rId5" Type="http://schemas.openxmlformats.org/officeDocument/2006/relationships/image" Target="../media/image7.png"/><Relationship Id="rId4" Type="http://schemas.openxmlformats.org/officeDocument/2006/relationships/image" Target="../media/image6.wmf"/></Relationships>
</file>

<file path=ppt/slides/_rels/slide67.xml.rels><?xml version="1.0" encoding="UTF-8" standalone="yes"?>
<Relationships xmlns="http://schemas.openxmlformats.org/package/2006/relationships"><Relationship Id="rId3" Type="http://schemas.openxmlformats.org/officeDocument/2006/relationships/notesSlide" Target="../notesSlides/notesSlide64.xml"/><Relationship Id="rId2" Type="http://schemas.openxmlformats.org/officeDocument/2006/relationships/slideLayout" Target="../slideLayouts/slideLayout2.xml"/><Relationship Id="rId1" Type="http://schemas.openxmlformats.org/officeDocument/2006/relationships/tags" Target="../tags/tag55.xml"/></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65.xml"/><Relationship Id="rId2" Type="http://schemas.openxmlformats.org/officeDocument/2006/relationships/slideLayout" Target="../slideLayouts/slideLayout2.xml"/><Relationship Id="rId1" Type="http://schemas.openxmlformats.org/officeDocument/2006/relationships/tags" Target="../tags/tag56.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notesSlide" Target="../notesSlides/notesSlide68.xml"/><Relationship Id="rId2" Type="http://schemas.openxmlformats.org/officeDocument/2006/relationships/slideLayout" Target="../slideLayouts/slideLayout2.xml"/><Relationship Id="rId1" Type="http://schemas.openxmlformats.org/officeDocument/2006/relationships/tags" Target="../tags/tag57.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notesSlide" Target="../notesSlides/notesSlide72.xml"/><Relationship Id="rId2" Type="http://schemas.openxmlformats.org/officeDocument/2006/relationships/slideLayout" Target="../slideLayouts/slideLayout2.xml"/><Relationship Id="rId1" Type="http://schemas.openxmlformats.org/officeDocument/2006/relationships/tags" Target="../tags/tag58.xml"/><Relationship Id="rId5" Type="http://schemas.openxmlformats.org/officeDocument/2006/relationships/image" Target="../media/image16.png"/><Relationship Id="rId4" Type="http://schemas.openxmlformats.org/officeDocument/2006/relationships/image" Target="../media/image6.wmf"/></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notesSlide" Target="../notesSlides/notesSlide77.xml"/><Relationship Id="rId2" Type="http://schemas.openxmlformats.org/officeDocument/2006/relationships/slideLayout" Target="../slideLayouts/slideLayout2.xml"/><Relationship Id="rId1" Type="http://schemas.openxmlformats.org/officeDocument/2006/relationships/tags" Target="../tags/tag59.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notesSlide" Target="../notesSlides/notesSlide83.xml"/><Relationship Id="rId2" Type="http://schemas.openxmlformats.org/officeDocument/2006/relationships/slideLayout" Target="../slideLayouts/slideLayout2.xml"/><Relationship Id="rId1" Type="http://schemas.openxmlformats.org/officeDocument/2006/relationships/tags" Target="../tags/tag60.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notesSlide" Target="../notesSlides/notesSlide85.xml"/><Relationship Id="rId2" Type="http://schemas.openxmlformats.org/officeDocument/2006/relationships/slideLayout" Target="../slideLayouts/slideLayout2.xml"/><Relationship Id="rId1" Type="http://schemas.openxmlformats.org/officeDocument/2006/relationships/tags" Target="../tags/tag61.xml"/></Relationships>
</file>

<file path=ppt/slides/_rels/slide89.xml.rels><?xml version="1.0" encoding="UTF-8" standalone="yes"?>
<Relationships xmlns="http://schemas.openxmlformats.org/package/2006/relationships"><Relationship Id="rId3" Type="http://schemas.openxmlformats.org/officeDocument/2006/relationships/notesSlide" Target="../notesSlides/notesSlide86.xml"/><Relationship Id="rId2" Type="http://schemas.openxmlformats.org/officeDocument/2006/relationships/slideLayout" Target="../slideLayouts/slideLayout2.xml"/><Relationship Id="rId1" Type="http://schemas.openxmlformats.org/officeDocument/2006/relationships/tags" Target="../tags/tag62.xml"/></Relationships>
</file>

<file path=ppt/slides/_rels/slide90.xml.rels><?xml version="1.0" encoding="UTF-8" standalone="yes"?>
<Relationships xmlns="http://schemas.openxmlformats.org/package/2006/relationships"><Relationship Id="rId3" Type="http://schemas.openxmlformats.org/officeDocument/2006/relationships/notesSlide" Target="../notesSlides/notesSlide87.xml"/><Relationship Id="rId2" Type="http://schemas.openxmlformats.org/officeDocument/2006/relationships/slideLayout" Target="../slideLayouts/slideLayout2.xml"/><Relationship Id="rId1" Type="http://schemas.openxmlformats.org/officeDocument/2006/relationships/tags" Target="../tags/tag63.xml"/></Relationships>
</file>

<file path=ppt/slides/_rels/slide91.xml.rels><?xml version="1.0" encoding="UTF-8" standalone="yes"?>
<Relationships xmlns="http://schemas.openxmlformats.org/package/2006/relationships"><Relationship Id="rId3" Type="http://schemas.openxmlformats.org/officeDocument/2006/relationships/notesSlide" Target="../notesSlides/notesSlide88.xml"/><Relationship Id="rId2" Type="http://schemas.openxmlformats.org/officeDocument/2006/relationships/slideLayout" Target="../slideLayouts/slideLayout2.xml"/><Relationship Id="rId1" Type="http://schemas.openxmlformats.org/officeDocument/2006/relationships/tags" Target="../tags/tag64.xml"/><Relationship Id="rId6" Type="http://schemas.openxmlformats.org/officeDocument/2006/relationships/image" Target="../media/image15.wmf"/><Relationship Id="rId5" Type="http://schemas.openxmlformats.org/officeDocument/2006/relationships/image" Target="../media/image10.wmf"/><Relationship Id="rId4" Type="http://schemas.openxmlformats.org/officeDocument/2006/relationships/image" Target="../media/image18.wmf"/></Relationships>
</file>

<file path=ppt/slides/_rels/slide92.xml.rels><?xml version="1.0" encoding="UTF-8" standalone="yes"?>
<Relationships xmlns="http://schemas.openxmlformats.org/package/2006/relationships"><Relationship Id="rId3" Type="http://schemas.openxmlformats.org/officeDocument/2006/relationships/notesSlide" Target="../notesSlides/notesSlide89.xml"/><Relationship Id="rId2" Type="http://schemas.openxmlformats.org/officeDocument/2006/relationships/slideLayout" Target="../slideLayouts/slideLayout2.xml"/><Relationship Id="rId1" Type="http://schemas.openxmlformats.org/officeDocument/2006/relationships/tags" Target="../tags/tag65.xml"/></Relationships>
</file>

<file path=ppt/slides/_rels/slide93.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2.xml"/><Relationship Id="rId1" Type="http://schemas.openxmlformats.org/officeDocument/2006/relationships/tags" Target="../tags/tag66.xml"/><Relationship Id="rId6" Type="http://schemas.openxmlformats.org/officeDocument/2006/relationships/image" Target="../media/image15.wmf"/><Relationship Id="rId5" Type="http://schemas.openxmlformats.org/officeDocument/2006/relationships/image" Target="../media/image10.wmf"/><Relationship Id="rId4" Type="http://schemas.openxmlformats.org/officeDocument/2006/relationships/image" Target="../media/image18.wmf"/></Relationships>
</file>

<file path=ppt/slides/_rels/slide94.xml.rels><?xml version="1.0" encoding="UTF-8" standalone="yes"?>
<Relationships xmlns="http://schemas.openxmlformats.org/package/2006/relationships"><Relationship Id="rId3" Type="http://schemas.openxmlformats.org/officeDocument/2006/relationships/notesSlide" Target="../notesSlides/notesSlide91.xml"/><Relationship Id="rId2" Type="http://schemas.openxmlformats.org/officeDocument/2006/relationships/slideLayout" Target="../slideLayouts/slideLayout2.xml"/><Relationship Id="rId1" Type="http://schemas.openxmlformats.org/officeDocument/2006/relationships/tags" Target="../tags/tag67.xml"/><Relationship Id="rId6" Type="http://schemas.openxmlformats.org/officeDocument/2006/relationships/image" Target="../media/image15.wmf"/><Relationship Id="rId5" Type="http://schemas.openxmlformats.org/officeDocument/2006/relationships/image" Target="../media/image10.wmf"/><Relationship Id="rId4" Type="http://schemas.openxmlformats.org/officeDocument/2006/relationships/image" Target="../media/image18.wmf"/></Relationships>
</file>

<file path=ppt/slides/_rels/slide95.xml.rels><?xml version="1.0" encoding="UTF-8" standalone="yes"?>
<Relationships xmlns="http://schemas.openxmlformats.org/package/2006/relationships"><Relationship Id="rId3" Type="http://schemas.openxmlformats.org/officeDocument/2006/relationships/notesSlide" Target="../notesSlides/notesSlide92.xml"/><Relationship Id="rId2" Type="http://schemas.openxmlformats.org/officeDocument/2006/relationships/slideLayout" Target="../slideLayouts/slideLayout2.xml"/><Relationship Id="rId1" Type="http://schemas.openxmlformats.org/officeDocument/2006/relationships/tags" Target="../tags/tag68.xml"/></Relationships>
</file>

<file path=ppt/slides/_rels/slide96.xml.rels><?xml version="1.0" encoding="UTF-8" standalone="yes"?>
<Relationships xmlns="http://schemas.openxmlformats.org/package/2006/relationships"><Relationship Id="rId3" Type="http://schemas.openxmlformats.org/officeDocument/2006/relationships/notesSlide" Target="../notesSlides/notesSlide93.xml"/><Relationship Id="rId2" Type="http://schemas.openxmlformats.org/officeDocument/2006/relationships/slideLayout" Target="../slideLayouts/slideLayout2.xml"/><Relationship Id="rId1" Type="http://schemas.openxmlformats.org/officeDocument/2006/relationships/tags" Target="../tags/tag69.xml"/><Relationship Id="rId4" Type="http://schemas.openxmlformats.org/officeDocument/2006/relationships/image" Target="../media/image10.wmf"/></Relationships>
</file>

<file path=ppt/slides/_rels/slide97.xml.rels><?xml version="1.0" encoding="UTF-8" standalone="yes"?>
<Relationships xmlns="http://schemas.openxmlformats.org/package/2006/relationships"><Relationship Id="rId3" Type="http://schemas.openxmlformats.org/officeDocument/2006/relationships/notesSlide" Target="../notesSlides/notesSlide94.xml"/><Relationship Id="rId2" Type="http://schemas.openxmlformats.org/officeDocument/2006/relationships/slideLayout" Target="../slideLayouts/slideLayout2.xml"/><Relationship Id="rId1" Type="http://schemas.openxmlformats.org/officeDocument/2006/relationships/tags" Target="../tags/tag70.xml"/></Relationships>
</file>

<file path=ppt/slides/_rels/slide98.xml.rels><?xml version="1.0" encoding="UTF-8" standalone="yes"?>
<Relationships xmlns="http://schemas.openxmlformats.org/package/2006/relationships"><Relationship Id="rId3" Type="http://schemas.openxmlformats.org/officeDocument/2006/relationships/notesSlide" Target="../notesSlides/notesSlide95.xml"/><Relationship Id="rId7" Type="http://schemas.openxmlformats.org/officeDocument/2006/relationships/image" Target="../media/image7.png"/><Relationship Id="rId2" Type="http://schemas.openxmlformats.org/officeDocument/2006/relationships/slideLayout" Target="../slideLayouts/slideLayout2.xml"/><Relationship Id="rId1" Type="http://schemas.openxmlformats.org/officeDocument/2006/relationships/tags" Target="../tags/tag71.xml"/><Relationship Id="rId6" Type="http://schemas.openxmlformats.org/officeDocument/2006/relationships/image" Target="../media/image19.emf"/><Relationship Id="rId5" Type="http://schemas.openxmlformats.org/officeDocument/2006/relationships/oleObject" Target="../embeddings/oleObject1.bin"/><Relationship Id="rId4" Type="http://schemas.openxmlformats.org/officeDocument/2006/relationships/image" Target="../media/image6.wmf"/></Relationships>
</file>

<file path=ppt/slides/_rels/slide99.xml.rels><?xml version="1.0" encoding="UTF-8" standalone="yes"?>
<Relationships xmlns="http://schemas.openxmlformats.org/package/2006/relationships"><Relationship Id="rId3" Type="http://schemas.openxmlformats.org/officeDocument/2006/relationships/notesSlide" Target="../notesSlides/notesSlide96.xml"/><Relationship Id="rId2" Type="http://schemas.openxmlformats.org/officeDocument/2006/relationships/slideLayout" Target="../slideLayouts/slideLayout2.xml"/><Relationship Id="rId1" Type="http://schemas.openxmlformats.org/officeDocument/2006/relationships/tags" Target="../tags/tag72.xml"/></Relationships>
</file>

<file path=ppt/slides/_rels/slide100.xml.rels><?xml version="1.0" encoding="UTF-8" standalone="yes"?>
<Relationships xmlns="http://schemas.openxmlformats.org/package/2006/relationships"><Relationship Id="rId3" Type="http://schemas.openxmlformats.org/officeDocument/2006/relationships/notesSlide" Target="../notesSlides/notesSlide97.xml"/><Relationship Id="rId2" Type="http://schemas.openxmlformats.org/officeDocument/2006/relationships/slideLayout" Target="../slideLayouts/slideLayout2.xml"/><Relationship Id="rId1" Type="http://schemas.openxmlformats.org/officeDocument/2006/relationships/tags" Target="../tags/tag73.xml"/></Relationships>
</file>

<file path=ppt/slides/_rels/slide101.xml.rels><?xml version="1.0" encoding="UTF-8" standalone="yes"?>
<Relationships xmlns="http://schemas.openxmlformats.org/package/2006/relationships"><Relationship Id="rId3" Type="http://schemas.openxmlformats.org/officeDocument/2006/relationships/notesSlide" Target="../notesSlides/notesSlide98.xml"/><Relationship Id="rId2" Type="http://schemas.openxmlformats.org/officeDocument/2006/relationships/slideLayout" Target="../slideLayouts/slideLayout2.xml"/><Relationship Id="rId1" Type="http://schemas.openxmlformats.org/officeDocument/2006/relationships/tags" Target="../tags/tag74.xml"/></Relationships>
</file>

<file path=ppt/slides/_rels/slide102.xml.rels><?xml version="1.0" encoding="UTF-8" standalone="yes"?>
<Relationships xmlns="http://schemas.openxmlformats.org/package/2006/relationships"><Relationship Id="rId3" Type="http://schemas.openxmlformats.org/officeDocument/2006/relationships/notesSlide" Target="../notesSlides/notesSlide99.xml"/><Relationship Id="rId2" Type="http://schemas.openxmlformats.org/officeDocument/2006/relationships/slideLayout" Target="../slideLayouts/slideLayout2.xml"/><Relationship Id="rId1" Type="http://schemas.openxmlformats.org/officeDocument/2006/relationships/tags" Target="../tags/tag75.xml"/></Relationships>
</file>

<file path=ppt/slides/_rels/slide103.xml.rels><?xml version="1.0" encoding="UTF-8" standalone="yes"?>
<Relationships xmlns="http://schemas.openxmlformats.org/package/2006/relationships"><Relationship Id="rId3" Type="http://schemas.openxmlformats.org/officeDocument/2006/relationships/notesSlide" Target="../notesSlides/notesSlide100.xml"/><Relationship Id="rId2" Type="http://schemas.openxmlformats.org/officeDocument/2006/relationships/slideLayout" Target="../slideLayouts/slideLayout2.xml"/><Relationship Id="rId1" Type="http://schemas.openxmlformats.org/officeDocument/2006/relationships/tags" Target="../tags/tag76.xml"/></Relationships>
</file>

<file path=ppt/slides/_rels/slide104.xml.rels><?xml version="1.0" encoding="UTF-8" standalone="yes"?>
<Relationships xmlns="http://schemas.openxmlformats.org/package/2006/relationships"><Relationship Id="rId3" Type="http://schemas.openxmlformats.org/officeDocument/2006/relationships/notesSlide" Target="../notesSlides/notesSlide101.xml"/><Relationship Id="rId2" Type="http://schemas.openxmlformats.org/officeDocument/2006/relationships/slideLayout" Target="../slideLayouts/slideLayout2.xml"/><Relationship Id="rId1" Type="http://schemas.openxmlformats.org/officeDocument/2006/relationships/tags" Target="../tags/tag77.xml"/></Relationships>
</file>

<file path=ppt/slides/_rels/slide105.xml.rels><?xml version="1.0" encoding="UTF-8" standalone="yes"?>
<Relationships xmlns="http://schemas.openxmlformats.org/package/2006/relationships"><Relationship Id="rId3" Type="http://schemas.openxmlformats.org/officeDocument/2006/relationships/notesSlide" Target="../notesSlides/notesSlide102.xml"/><Relationship Id="rId2" Type="http://schemas.openxmlformats.org/officeDocument/2006/relationships/slideLayout" Target="../slideLayouts/slideLayout2.xml"/><Relationship Id="rId1" Type="http://schemas.openxmlformats.org/officeDocument/2006/relationships/tags" Target="../tags/tag78.xml"/></Relationships>
</file>

<file path=ppt/slides/_rels/slide106.xml.rels><?xml version="1.0" encoding="UTF-8" standalone="yes"?>
<Relationships xmlns="http://schemas.openxmlformats.org/package/2006/relationships"><Relationship Id="rId3" Type="http://schemas.openxmlformats.org/officeDocument/2006/relationships/notesSlide" Target="../notesSlides/notesSlide103.xml"/><Relationship Id="rId2" Type="http://schemas.openxmlformats.org/officeDocument/2006/relationships/slideLayout" Target="../slideLayouts/slideLayout2.xml"/><Relationship Id="rId1" Type="http://schemas.openxmlformats.org/officeDocument/2006/relationships/tags" Target="../tags/tag79.xml"/></Relationships>
</file>

<file path=ppt/slides/_rels/slide107.xml.rels><?xml version="1.0" encoding="UTF-8" standalone="yes"?>
<Relationships xmlns="http://schemas.openxmlformats.org/package/2006/relationships"><Relationship Id="rId3" Type="http://schemas.openxmlformats.org/officeDocument/2006/relationships/notesSlide" Target="../notesSlides/notesSlide104.xml"/><Relationship Id="rId2" Type="http://schemas.openxmlformats.org/officeDocument/2006/relationships/slideLayout" Target="../slideLayouts/slideLayout2.xml"/><Relationship Id="rId1" Type="http://schemas.openxmlformats.org/officeDocument/2006/relationships/tags" Target="../tags/tag80.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3" Type="http://schemas.openxmlformats.org/officeDocument/2006/relationships/notesSlide" Target="../notesSlides/notesSlide107.xml"/><Relationship Id="rId2" Type="http://schemas.openxmlformats.org/officeDocument/2006/relationships/slideLayout" Target="../slideLayouts/slideLayout2.xml"/><Relationship Id="rId1" Type="http://schemas.openxmlformats.org/officeDocument/2006/relationships/tags" Target="../tags/tag81.xml"/></Relationships>
</file>

<file path=ppt/slides/_rels/slide111.xml.rels><?xml version="1.0" encoding="UTF-8" standalone="yes"?>
<Relationships xmlns="http://schemas.openxmlformats.org/package/2006/relationships"><Relationship Id="rId3" Type="http://schemas.openxmlformats.org/officeDocument/2006/relationships/notesSlide" Target="../notesSlides/notesSlide108.xml"/><Relationship Id="rId2" Type="http://schemas.openxmlformats.org/officeDocument/2006/relationships/slideLayout" Target="../slideLayouts/slideLayout2.xml"/><Relationship Id="rId1" Type="http://schemas.openxmlformats.org/officeDocument/2006/relationships/tags" Target="../tags/tag82.xml"/></Relationships>
</file>

<file path=ppt/slides/_rels/slide112.xml.rels><?xml version="1.0" encoding="UTF-8" standalone="yes"?>
<Relationships xmlns="http://schemas.openxmlformats.org/package/2006/relationships"><Relationship Id="rId3" Type="http://schemas.openxmlformats.org/officeDocument/2006/relationships/notesSlide" Target="../notesSlides/notesSlide109.xml"/><Relationship Id="rId2" Type="http://schemas.openxmlformats.org/officeDocument/2006/relationships/slideLayout" Target="../slideLayouts/slideLayout2.xml"/><Relationship Id="rId1" Type="http://schemas.openxmlformats.org/officeDocument/2006/relationships/tags" Target="../tags/tag83.xml"/></Relationships>
</file>

<file path=ppt/slides/_rels/slide113.xml.rels><?xml version="1.0" encoding="UTF-8" standalone="yes"?>
<Relationships xmlns="http://schemas.openxmlformats.org/package/2006/relationships"><Relationship Id="rId3" Type="http://schemas.openxmlformats.org/officeDocument/2006/relationships/notesSlide" Target="../notesSlides/notesSlide110.xml"/><Relationship Id="rId2" Type="http://schemas.openxmlformats.org/officeDocument/2006/relationships/slideLayout" Target="../slideLayouts/slideLayout2.xml"/><Relationship Id="rId1" Type="http://schemas.openxmlformats.org/officeDocument/2006/relationships/tags" Target="../tags/tag84.xml"/></Relationships>
</file>

<file path=ppt/slides/_rels/slide114.xml.rels><?xml version="1.0" encoding="UTF-8" standalone="yes"?>
<Relationships xmlns="http://schemas.openxmlformats.org/package/2006/relationships"><Relationship Id="rId3" Type="http://schemas.openxmlformats.org/officeDocument/2006/relationships/notesSlide" Target="../notesSlides/notesSlide111.xml"/><Relationship Id="rId2" Type="http://schemas.openxmlformats.org/officeDocument/2006/relationships/slideLayout" Target="../slideLayouts/slideLayout2.xml"/><Relationship Id="rId1" Type="http://schemas.openxmlformats.org/officeDocument/2006/relationships/tags" Target="../tags/tag85.xml"/></Relationships>
</file>

<file path=ppt/slides/_rels/slide115.xml.rels><?xml version="1.0" encoding="UTF-8" standalone="yes"?>
<Relationships xmlns="http://schemas.openxmlformats.org/package/2006/relationships"><Relationship Id="rId3" Type="http://schemas.openxmlformats.org/officeDocument/2006/relationships/notesSlide" Target="../notesSlides/notesSlide112.xml"/><Relationship Id="rId2" Type="http://schemas.openxmlformats.org/officeDocument/2006/relationships/slideLayout" Target="../slideLayouts/slideLayout2.xml"/><Relationship Id="rId1" Type="http://schemas.openxmlformats.org/officeDocument/2006/relationships/tags" Target="../tags/tag86.xml"/></Relationships>
</file>

<file path=ppt/slides/_rels/slide116.xml.rels><?xml version="1.0" encoding="UTF-8" standalone="yes"?>
<Relationships xmlns="http://schemas.openxmlformats.org/package/2006/relationships"><Relationship Id="rId3" Type="http://schemas.openxmlformats.org/officeDocument/2006/relationships/notesSlide" Target="../notesSlides/notesSlide113.xml"/><Relationship Id="rId2" Type="http://schemas.openxmlformats.org/officeDocument/2006/relationships/slideLayout" Target="../slideLayouts/slideLayout2.xml"/><Relationship Id="rId1" Type="http://schemas.openxmlformats.org/officeDocument/2006/relationships/tags" Target="../tags/tag87.xml"/></Relationships>
</file>

<file path=ppt/slides/_rels/slide117.xml.rels><?xml version="1.0" encoding="UTF-8" standalone="yes"?>
<Relationships xmlns="http://schemas.openxmlformats.org/package/2006/relationships"><Relationship Id="rId3" Type="http://schemas.openxmlformats.org/officeDocument/2006/relationships/notesSlide" Target="../notesSlides/notesSlide114.xml"/><Relationship Id="rId2" Type="http://schemas.openxmlformats.org/officeDocument/2006/relationships/slideLayout" Target="../slideLayouts/slideLayout2.xml"/><Relationship Id="rId1" Type="http://schemas.openxmlformats.org/officeDocument/2006/relationships/tags" Target="../tags/tag88.xml"/></Relationships>
</file>

<file path=ppt/slides/_rels/slide118.xml.rels><?xml version="1.0" encoding="UTF-8" standalone="yes"?>
<Relationships xmlns="http://schemas.openxmlformats.org/package/2006/relationships"><Relationship Id="rId3" Type="http://schemas.openxmlformats.org/officeDocument/2006/relationships/notesSlide" Target="../notesSlides/notesSlide115.xml"/><Relationship Id="rId2" Type="http://schemas.openxmlformats.org/officeDocument/2006/relationships/slideLayout" Target="../slideLayouts/slideLayout2.xml"/><Relationship Id="rId1" Type="http://schemas.openxmlformats.org/officeDocument/2006/relationships/tags" Target="../tags/tag89.xml"/><Relationship Id="rId4" Type="http://schemas.openxmlformats.org/officeDocument/2006/relationships/image" Target="../media/image20.png"/></Relationships>
</file>

<file path=ppt/slides/_rels/slide119.xml.rels><?xml version="1.0" encoding="UTF-8" standalone="yes"?>
<Relationships xmlns="http://schemas.openxmlformats.org/package/2006/relationships"><Relationship Id="rId3" Type="http://schemas.openxmlformats.org/officeDocument/2006/relationships/notesSlide" Target="../notesSlides/notesSlide116.xml"/><Relationship Id="rId2" Type="http://schemas.openxmlformats.org/officeDocument/2006/relationships/slideLayout" Target="../slideLayouts/slideLayout2.xml"/><Relationship Id="rId1" Type="http://schemas.openxmlformats.org/officeDocument/2006/relationships/tags" Target="../tags/tag90.xml"/></Relationships>
</file>

<file path=ppt/slides/_rels/slide120.xml.rels><?xml version="1.0" encoding="UTF-8" standalone="yes"?>
<Relationships xmlns="http://schemas.openxmlformats.org/package/2006/relationships"><Relationship Id="rId3" Type="http://schemas.openxmlformats.org/officeDocument/2006/relationships/notesSlide" Target="../notesSlides/notesSlide117.xml"/><Relationship Id="rId2" Type="http://schemas.openxmlformats.org/officeDocument/2006/relationships/slideLayout" Target="../slideLayouts/slideLayout2.xml"/><Relationship Id="rId1" Type="http://schemas.openxmlformats.org/officeDocument/2006/relationships/tags" Target="../tags/tag91.xml"/><Relationship Id="rId5" Type="http://schemas.openxmlformats.org/officeDocument/2006/relationships/image" Target="../media/image7.png"/><Relationship Id="rId4" Type="http://schemas.openxmlformats.org/officeDocument/2006/relationships/image" Target="../media/image6.wmf"/></Relationships>
</file>

<file path=ppt/slides/_rels/slide121.xml.rels><?xml version="1.0" encoding="UTF-8" standalone="yes"?>
<Relationships xmlns="http://schemas.openxmlformats.org/package/2006/relationships"><Relationship Id="rId3" Type="http://schemas.openxmlformats.org/officeDocument/2006/relationships/notesSlide" Target="../notesSlides/notesSlide118.xml"/><Relationship Id="rId2" Type="http://schemas.openxmlformats.org/officeDocument/2006/relationships/slideLayout" Target="../slideLayouts/slideLayout2.xml"/><Relationship Id="rId1" Type="http://schemas.openxmlformats.org/officeDocument/2006/relationships/tags" Target="../tags/tag92.xml"/><Relationship Id="rId5" Type="http://schemas.openxmlformats.org/officeDocument/2006/relationships/image" Target="../media/image7.png"/><Relationship Id="rId4" Type="http://schemas.openxmlformats.org/officeDocument/2006/relationships/image" Target="../media/image6.wmf"/></Relationships>
</file>

<file path=ppt/slides/_rels/slide122.xml.rels><?xml version="1.0" encoding="UTF-8" standalone="yes"?>
<Relationships xmlns="http://schemas.openxmlformats.org/package/2006/relationships"><Relationship Id="rId3" Type="http://schemas.openxmlformats.org/officeDocument/2006/relationships/notesSlide" Target="../notesSlides/notesSlide119.xml"/><Relationship Id="rId2" Type="http://schemas.openxmlformats.org/officeDocument/2006/relationships/slideLayout" Target="../slideLayouts/slideLayout2.xml"/><Relationship Id="rId1" Type="http://schemas.openxmlformats.org/officeDocument/2006/relationships/tags" Target="../tags/tag93.xml"/><Relationship Id="rId5" Type="http://schemas.openxmlformats.org/officeDocument/2006/relationships/image" Target="../media/image7.png"/><Relationship Id="rId4" Type="http://schemas.openxmlformats.org/officeDocument/2006/relationships/image" Target="../media/image6.wmf"/></Relationships>
</file>

<file path=ppt/slides/_rels/slide123.xml.rels><?xml version="1.0" encoding="UTF-8" standalone="yes"?>
<Relationships xmlns="http://schemas.openxmlformats.org/package/2006/relationships"><Relationship Id="rId3" Type="http://schemas.openxmlformats.org/officeDocument/2006/relationships/notesSlide" Target="../notesSlides/notesSlide120.xml"/><Relationship Id="rId2" Type="http://schemas.openxmlformats.org/officeDocument/2006/relationships/slideLayout" Target="../slideLayouts/slideLayout2.xml"/><Relationship Id="rId1" Type="http://schemas.openxmlformats.org/officeDocument/2006/relationships/tags" Target="../tags/tag94.xml"/><Relationship Id="rId4" Type="http://schemas.openxmlformats.org/officeDocument/2006/relationships/image" Target="../media/image21.png"/></Relationships>
</file>

<file path=ppt/slides/_rels/slide124.xml.rels><?xml version="1.0" encoding="UTF-8" standalone="yes"?>
<Relationships xmlns="http://schemas.openxmlformats.org/package/2006/relationships"><Relationship Id="rId3" Type="http://schemas.openxmlformats.org/officeDocument/2006/relationships/notesSlide" Target="../notesSlides/notesSlide121.xml"/><Relationship Id="rId2" Type="http://schemas.openxmlformats.org/officeDocument/2006/relationships/slideLayout" Target="../slideLayouts/slideLayout2.xml"/><Relationship Id="rId1" Type="http://schemas.openxmlformats.org/officeDocument/2006/relationships/tags" Target="../tags/tag95.xml"/></Relationships>
</file>

<file path=ppt/slides/_rels/slide125.xml.rels><?xml version="1.0" encoding="UTF-8" standalone="yes"?>
<Relationships xmlns="http://schemas.openxmlformats.org/package/2006/relationships"><Relationship Id="rId3" Type="http://schemas.openxmlformats.org/officeDocument/2006/relationships/notesSlide" Target="../notesSlides/notesSlide122.xml"/><Relationship Id="rId2" Type="http://schemas.openxmlformats.org/officeDocument/2006/relationships/slideLayout" Target="../slideLayouts/slideLayout2.xml"/><Relationship Id="rId1" Type="http://schemas.openxmlformats.org/officeDocument/2006/relationships/tags" Target="../tags/tag96.xml"/></Relationships>
</file>

<file path=ppt/slides/_rels/slide126.xml.rels><?xml version="1.0" encoding="UTF-8" standalone="yes"?>
<Relationships xmlns="http://schemas.openxmlformats.org/package/2006/relationships"><Relationship Id="rId3" Type="http://schemas.openxmlformats.org/officeDocument/2006/relationships/notesSlide" Target="../notesSlides/notesSlide123.xml"/><Relationship Id="rId2" Type="http://schemas.openxmlformats.org/officeDocument/2006/relationships/slideLayout" Target="../slideLayouts/slideLayout2.xml"/><Relationship Id="rId1" Type="http://schemas.openxmlformats.org/officeDocument/2006/relationships/tags" Target="../tags/tag97.xml"/><Relationship Id="rId5" Type="http://schemas.openxmlformats.org/officeDocument/2006/relationships/image" Target="../media/image23.png"/><Relationship Id="rId4" Type="http://schemas.openxmlformats.org/officeDocument/2006/relationships/image" Target="../media/image22.png"/></Relationships>
</file>

<file path=ppt/slides/_rels/slide127.xml.rels><?xml version="1.0" encoding="UTF-8" standalone="yes"?>
<Relationships xmlns="http://schemas.openxmlformats.org/package/2006/relationships"><Relationship Id="rId3" Type="http://schemas.openxmlformats.org/officeDocument/2006/relationships/notesSlide" Target="../notesSlides/notesSlide124.xml"/><Relationship Id="rId2" Type="http://schemas.openxmlformats.org/officeDocument/2006/relationships/slideLayout" Target="../slideLayouts/slideLayout2.xml"/><Relationship Id="rId1" Type="http://schemas.openxmlformats.org/officeDocument/2006/relationships/tags" Target="../tags/tag98.xml"/><Relationship Id="rId5" Type="http://schemas.openxmlformats.org/officeDocument/2006/relationships/image" Target="../media/image23.png"/><Relationship Id="rId4" Type="http://schemas.openxmlformats.org/officeDocument/2006/relationships/image" Target="../media/image22.png"/></Relationships>
</file>

<file path=ppt/slides/_rels/slide128.xml.rels><?xml version="1.0" encoding="UTF-8" standalone="yes"?>
<Relationships xmlns="http://schemas.openxmlformats.org/package/2006/relationships"><Relationship Id="rId3" Type="http://schemas.openxmlformats.org/officeDocument/2006/relationships/notesSlide" Target="../notesSlides/notesSlide125.xml"/><Relationship Id="rId2" Type="http://schemas.openxmlformats.org/officeDocument/2006/relationships/slideLayout" Target="../slideLayouts/slideLayout2.xml"/><Relationship Id="rId1" Type="http://schemas.openxmlformats.org/officeDocument/2006/relationships/tags" Target="../tags/tag99.xml"/><Relationship Id="rId5" Type="http://schemas.openxmlformats.org/officeDocument/2006/relationships/image" Target="../media/image23.png"/><Relationship Id="rId4" Type="http://schemas.openxmlformats.org/officeDocument/2006/relationships/image" Target="../media/image22.png"/></Relationships>
</file>

<file path=ppt/slides/_rels/slide12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26.xml"/><Relationship Id="rId1" Type="http://schemas.openxmlformats.org/officeDocument/2006/relationships/slideLayout" Target="../slideLayouts/slideLayout2.xml"/><Relationship Id="rId4" Type="http://schemas.openxmlformats.org/officeDocument/2006/relationships/image" Target="../media/image23.png"/></Relationships>
</file>

<file path=ppt/slides/_rels/slide13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27.xml"/><Relationship Id="rId1" Type="http://schemas.openxmlformats.org/officeDocument/2006/relationships/slideLayout" Target="../slideLayouts/slideLayout2.xml"/><Relationship Id="rId4" Type="http://schemas.openxmlformats.org/officeDocument/2006/relationships/image" Target="../media/image23.png"/></Relationships>
</file>

<file path=ppt/slides/_rels/slide13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28.xml"/><Relationship Id="rId1" Type="http://schemas.openxmlformats.org/officeDocument/2006/relationships/slideLayout" Target="../slideLayouts/slideLayout2.xml"/><Relationship Id="rId4" Type="http://schemas.openxmlformats.org/officeDocument/2006/relationships/image" Target="../media/image23.png"/></Relationships>
</file>

<file path=ppt/slides/_rels/slide132.xml.rels><?xml version="1.0" encoding="UTF-8" standalone="yes"?>
<Relationships xmlns="http://schemas.openxmlformats.org/package/2006/relationships"><Relationship Id="rId3" Type="http://schemas.openxmlformats.org/officeDocument/2006/relationships/notesSlide" Target="../notesSlides/notesSlide129.xml"/><Relationship Id="rId2" Type="http://schemas.openxmlformats.org/officeDocument/2006/relationships/slideLayout" Target="../slideLayouts/slideLayout2.xml"/><Relationship Id="rId1" Type="http://schemas.openxmlformats.org/officeDocument/2006/relationships/tags" Target="../tags/tag100.xml"/></Relationships>
</file>

<file path=ppt/slides/_rels/slide133.xml.rels><?xml version="1.0" encoding="UTF-8" standalone="yes"?>
<Relationships xmlns="http://schemas.openxmlformats.org/package/2006/relationships"><Relationship Id="rId3" Type="http://schemas.openxmlformats.org/officeDocument/2006/relationships/notesSlide" Target="../notesSlides/notesSlide130.xml"/><Relationship Id="rId2" Type="http://schemas.openxmlformats.org/officeDocument/2006/relationships/slideLayout" Target="../slideLayouts/slideLayout2.xml"/><Relationship Id="rId1" Type="http://schemas.openxmlformats.org/officeDocument/2006/relationships/tags" Target="../tags/tag101.xml"/></Relationships>
</file>

<file path=ppt/slides/_rels/slide134.xml.rels><?xml version="1.0" encoding="UTF-8" standalone="yes"?>
<Relationships xmlns="http://schemas.openxmlformats.org/package/2006/relationships"><Relationship Id="rId3" Type="http://schemas.openxmlformats.org/officeDocument/2006/relationships/notesSlide" Target="../notesSlides/notesSlide131.xml"/><Relationship Id="rId2" Type="http://schemas.openxmlformats.org/officeDocument/2006/relationships/slideLayout" Target="../slideLayouts/slideLayout2.xml"/><Relationship Id="rId1" Type="http://schemas.openxmlformats.org/officeDocument/2006/relationships/tags" Target="../tags/tag102.xml"/><Relationship Id="rId5" Type="http://schemas.openxmlformats.org/officeDocument/2006/relationships/image" Target="../media/image23.png"/><Relationship Id="rId4" Type="http://schemas.openxmlformats.org/officeDocument/2006/relationships/image" Target="../media/image22.png"/></Relationships>
</file>

<file path=ppt/slides/_rels/slide13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160.xml"/><Relationship Id="rId1" Type="http://schemas.openxmlformats.org/officeDocument/2006/relationships/slideLayout" Target="../slideLayouts/slideLayout2.xml"/><Relationship Id="rId4" Type="http://schemas.openxmlformats.org/officeDocument/2006/relationships/image" Target="../media/image25.png"/></Relationships>
</file>

<file path=ppt/slides/_rels/slide165.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161.xml"/><Relationship Id="rId1" Type="http://schemas.openxmlformats.org/officeDocument/2006/relationships/slideLayout" Target="../slideLayouts/slideLayout2.xml"/><Relationship Id="rId4" Type="http://schemas.openxmlformats.org/officeDocument/2006/relationships/image" Target="../media/image25.png"/></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notesSlide" Target="../notesSlides/notesSlide184.xml"/><Relationship Id="rId1" Type="http://schemas.openxmlformats.org/officeDocument/2006/relationships/slideLayout" Target="../slideLayouts/slideLayout2.xml"/><Relationship Id="rId6" Type="http://schemas.openxmlformats.org/officeDocument/2006/relationships/image" Target="../media/image10.wmf"/><Relationship Id="rId5" Type="http://schemas.openxmlformats.org/officeDocument/2006/relationships/image" Target="../media/image18.wmf"/><Relationship Id="rId4" Type="http://schemas.openxmlformats.org/officeDocument/2006/relationships/image" Target="../media/image26.wmf"/></Relationships>
</file>

<file path=ppt/slides/_rels/slide189.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185.xml"/><Relationship Id="rId1" Type="http://schemas.openxmlformats.org/officeDocument/2006/relationships/slideLayout" Target="../slideLayouts/slideLayout2.xml"/><Relationship Id="rId4" Type="http://schemas.openxmlformats.org/officeDocument/2006/relationships/image" Target="../media/image18.wmf"/></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3" Type="http://schemas.openxmlformats.org/officeDocument/2006/relationships/image" Target="../media/image18.wmf"/><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3" Type="http://schemas.openxmlformats.org/officeDocument/2006/relationships/image" Target="../media/image15.wmf"/><Relationship Id="rId2" Type="http://schemas.openxmlformats.org/officeDocument/2006/relationships/notesSlide" Target="../notesSlides/notesSlide197.xml"/><Relationship Id="rId1" Type="http://schemas.openxmlformats.org/officeDocument/2006/relationships/slideLayout" Target="../slideLayouts/slideLayout2.xml"/><Relationship Id="rId5" Type="http://schemas.openxmlformats.org/officeDocument/2006/relationships/image" Target="../media/image10.wmf"/><Relationship Id="rId4" Type="http://schemas.openxmlformats.org/officeDocument/2006/relationships/image" Target="../media/image27.png"/></Relationships>
</file>

<file path=ppt/slides/_rels/slide204.xml.rels><?xml version="1.0" encoding="UTF-8" standalone="yes"?>
<Relationships xmlns="http://schemas.openxmlformats.org/package/2006/relationships"><Relationship Id="rId3" Type="http://schemas.openxmlformats.org/officeDocument/2006/relationships/image" Target="../media/image15.wmf"/><Relationship Id="rId2" Type="http://schemas.openxmlformats.org/officeDocument/2006/relationships/notesSlide" Target="../notesSlides/notesSlide198.xml"/><Relationship Id="rId1" Type="http://schemas.openxmlformats.org/officeDocument/2006/relationships/slideLayout" Target="../slideLayouts/slideLayout2.xml"/><Relationship Id="rId5" Type="http://schemas.openxmlformats.org/officeDocument/2006/relationships/image" Target="../media/image10.wmf"/><Relationship Id="rId4" Type="http://schemas.openxmlformats.org/officeDocument/2006/relationships/image" Target="../media/image27.png"/></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01.xml"/><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02.xml"/><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03.xml"/><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04.xml"/><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09.xml"/><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10.xml"/><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11.xml"/><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12.xml"/><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13.xml"/><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216.xml"/><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222.xml"/><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25.xml"/><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26.xml"/><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27.xml"/><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28.xml"/><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29.xml"/><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30.xml"/><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31.xml"/><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32.xml"/><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233.xml"/><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235.xml"/><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36.xml"/><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37.xml"/><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38.xml"/><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39.xml"/><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40.xml"/><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241.xml"/><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42.xml"/><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243.xml"/><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244.xml"/><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45.xml"/><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46.xml"/><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47.xml"/><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248.xml"/><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49.xml"/><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250.xml"/><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2" Type="http://schemas.openxmlformats.org/officeDocument/2006/relationships/notesSlide" Target="../notesSlides/notesSlide251.xml"/><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252.xml"/><Relationship Id="rId1" Type="http://schemas.openxmlformats.org/officeDocument/2006/relationships/slideLayout" Target="../slideLayouts/slideLayout2.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259.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53.xml"/><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254.xml"/><Relationship Id="rId1" Type="http://schemas.openxmlformats.org/officeDocument/2006/relationships/slideLayout" Target="../slideLayouts/slideLayout2.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261.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55.xml"/><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256.xml"/><Relationship Id="rId1" Type="http://schemas.openxmlformats.org/officeDocument/2006/relationships/slideLayout" Target="../slideLayouts/slideLayout2.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263.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57.xml"/><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58.xml"/><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259.xml"/><Relationship Id="rId1" Type="http://schemas.openxmlformats.org/officeDocument/2006/relationships/slideLayout" Target="../slideLayouts/slideLayout2.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2" Type="http://schemas.openxmlformats.org/officeDocument/2006/relationships/notesSlide" Target="../notesSlides/notesSlide261.xml"/><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63.xml"/><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264.xml"/><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266.xml"/><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268.xml"/><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3" Type="http://schemas.openxmlformats.org/officeDocument/2006/relationships/notesSlide" Target="../notesSlides/notesSlide269.xml"/><Relationship Id="rId2" Type="http://schemas.openxmlformats.org/officeDocument/2006/relationships/slideLayout" Target="../slideLayouts/slideLayout2.xml"/><Relationship Id="rId1" Type="http://schemas.openxmlformats.org/officeDocument/2006/relationships/tags" Target="../tags/tag103.xml"/><Relationship Id="rId5" Type="http://schemas.openxmlformats.org/officeDocument/2006/relationships/image" Target="../media/image29.png"/><Relationship Id="rId4" Type="http://schemas.openxmlformats.org/officeDocument/2006/relationships/image" Target="../media/image28.png"/></Relationships>
</file>

<file path=ppt/slides/_rels/slide276.xml.rels><?xml version="1.0" encoding="UTF-8" standalone="yes"?>
<Relationships xmlns="http://schemas.openxmlformats.org/package/2006/relationships"><Relationship Id="rId3" Type="http://schemas.openxmlformats.org/officeDocument/2006/relationships/notesSlide" Target="../notesSlides/notesSlide270.xml"/><Relationship Id="rId2" Type="http://schemas.openxmlformats.org/officeDocument/2006/relationships/slideLayout" Target="../slideLayouts/slideLayout2.xml"/><Relationship Id="rId1" Type="http://schemas.openxmlformats.org/officeDocument/2006/relationships/tags" Target="../tags/tag104.xml"/><Relationship Id="rId5" Type="http://schemas.openxmlformats.org/officeDocument/2006/relationships/image" Target="../media/image29.png"/><Relationship Id="rId4" Type="http://schemas.openxmlformats.org/officeDocument/2006/relationships/image" Target="../media/image28.png"/></Relationships>
</file>

<file path=ppt/slides/_rels/slide277.xml.rels><?xml version="1.0" encoding="UTF-8" standalone="yes"?>
<Relationships xmlns="http://schemas.openxmlformats.org/package/2006/relationships"><Relationship Id="rId2" Type="http://schemas.openxmlformats.org/officeDocument/2006/relationships/notesSlide" Target="../notesSlides/notesSlide271.xml"/><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72.xml"/><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273.xml"/><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274.xml"/><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275.xml"/><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276.xml"/><Relationship Id="rId1" Type="http://schemas.openxmlformats.org/officeDocument/2006/relationships/slideLayout" Target="../slideLayouts/slideLayout2.xml"/></Relationships>
</file>

<file path=ppt/slides/_rels/slide283.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277.xml"/><Relationship Id="rId1" Type="http://schemas.openxmlformats.org/officeDocument/2006/relationships/slideLayout" Target="../slideLayouts/slideLayout2.xml"/><Relationship Id="rId6" Type="http://schemas.openxmlformats.org/officeDocument/2006/relationships/image" Target="../media/image15.wmf"/><Relationship Id="rId5" Type="http://schemas.openxmlformats.org/officeDocument/2006/relationships/image" Target="../media/image25.png"/><Relationship Id="rId4" Type="http://schemas.openxmlformats.org/officeDocument/2006/relationships/image" Target="../media/image6.wmf"/></Relationships>
</file>

<file path=ppt/slides/_rels/slide284.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278.xml"/><Relationship Id="rId1" Type="http://schemas.openxmlformats.org/officeDocument/2006/relationships/slideLayout" Target="../slideLayouts/slideLayout2.xml"/><Relationship Id="rId6" Type="http://schemas.openxmlformats.org/officeDocument/2006/relationships/image" Target="../media/image15.wmf"/><Relationship Id="rId5" Type="http://schemas.openxmlformats.org/officeDocument/2006/relationships/image" Target="../media/image25.png"/><Relationship Id="rId4" Type="http://schemas.openxmlformats.org/officeDocument/2006/relationships/image" Target="../media/image6.wmf"/></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79.xml"/><Relationship Id="rId1" Type="http://schemas.openxmlformats.org/officeDocument/2006/relationships/slideLayout" Target="../slideLayouts/slideLayout2.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280.xml"/><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281.xml"/><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282.xml"/><Relationship Id="rId1" Type="http://schemas.openxmlformats.org/officeDocument/2006/relationships/slideLayout" Target="../slideLayouts/slideLayout2.xml"/><Relationship Id="rId6" Type="http://schemas.openxmlformats.org/officeDocument/2006/relationships/image" Target="../media/image15.wmf"/><Relationship Id="rId5" Type="http://schemas.openxmlformats.org/officeDocument/2006/relationships/image" Target="../media/image25.png"/><Relationship Id="rId4" Type="http://schemas.openxmlformats.org/officeDocument/2006/relationships/image" Target="../media/image6.wmf"/></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283.xml"/><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284.xml"/><Relationship Id="rId1" Type="http://schemas.openxmlformats.org/officeDocument/2006/relationships/slideLayout" Target="../slideLayouts/slideLayout2.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285.xml"/><Relationship Id="rId1" Type="http://schemas.openxmlformats.org/officeDocument/2006/relationships/slideLayout" Target="../slideLayouts/slideLayout2.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86.xml"/><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notesSlide" Target="../notesSlides/notesSlide287.xml"/><Relationship Id="rId1" Type="http://schemas.openxmlformats.org/officeDocument/2006/relationships/slideLayout" Target="../slideLayouts/slideLayout2.xml"/><Relationship Id="rId5" Type="http://schemas.openxmlformats.org/officeDocument/2006/relationships/image" Target="../media/image15.wmf"/><Relationship Id="rId4" Type="http://schemas.openxmlformats.org/officeDocument/2006/relationships/image" Target="../media/image18.wmf"/></Relationships>
</file>

<file path=ppt/slides/_rels/slide294.xml.rels><?xml version="1.0" encoding="UTF-8" standalone="yes"?>
<Relationships xmlns="http://schemas.openxmlformats.org/package/2006/relationships"><Relationship Id="rId3" Type="http://schemas.openxmlformats.org/officeDocument/2006/relationships/image" Target="../media/image18.wmf"/><Relationship Id="rId2" Type="http://schemas.openxmlformats.org/officeDocument/2006/relationships/notesSlide" Target="../notesSlides/notesSlide288.xml"/><Relationship Id="rId1" Type="http://schemas.openxmlformats.org/officeDocument/2006/relationships/slideLayout" Target="../slideLayouts/slideLayout2.xml"/><Relationship Id="rId5" Type="http://schemas.openxmlformats.org/officeDocument/2006/relationships/image" Target="../media/image15.wmf"/><Relationship Id="rId4" Type="http://schemas.openxmlformats.org/officeDocument/2006/relationships/image" Target="../media/image10.wmf"/></Relationships>
</file>

<file path=ppt/slides/_rels/slide295.xml.rels><?xml version="1.0" encoding="UTF-8" standalone="yes"?>
<Relationships xmlns="http://schemas.openxmlformats.org/package/2006/relationships"><Relationship Id="rId3" Type="http://schemas.openxmlformats.org/officeDocument/2006/relationships/image" Target="../media/image18.wmf"/><Relationship Id="rId2" Type="http://schemas.openxmlformats.org/officeDocument/2006/relationships/notesSlide" Target="../notesSlides/notesSlide289.xml"/><Relationship Id="rId1" Type="http://schemas.openxmlformats.org/officeDocument/2006/relationships/slideLayout" Target="../slideLayouts/slideLayout2.xml"/><Relationship Id="rId5" Type="http://schemas.openxmlformats.org/officeDocument/2006/relationships/image" Target="../media/image15.wmf"/><Relationship Id="rId4" Type="http://schemas.openxmlformats.org/officeDocument/2006/relationships/image" Target="../media/image10.wmf"/></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90.xml"/><Relationship Id="rId1" Type="http://schemas.openxmlformats.org/officeDocument/2006/relationships/slideLayout" Target="../slideLayouts/slideLayout2.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291.xml"/><Relationship Id="rId1" Type="http://schemas.openxmlformats.org/officeDocument/2006/relationships/slideLayout" Target="../slideLayouts/slideLayout2.xml"/></Relationships>
</file>

<file path=ppt/slides/_rels/slide298.xml.rels><?xml version="1.0" encoding="UTF-8" standalone="yes"?>
<Relationships xmlns="http://schemas.openxmlformats.org/package/2006/relationships"><Relationship Id="rId3" Type="http://schemas.openxmlformats.org/officeDocument/2006/relationships/image" Target="../media/image31.wmf"/><Relationship Id="rId2" Type="http://schemas.openxmlformats.org/officeDocument/2006/relationships/notesSlide" Target="../notesSlides/notesSlide292.xml"/><Relationship Id="rId1" Type="http://schemas.openxmlformats.org/officeDocument/2006/relationships/slideLayout" Target="../slideLayouts/slideLayout2.xml"/><Relationship Id="rId5" Type="http://schemas.openxmlformats.org/officeDocument/2006/relationships/image" Target="../media/image15.wmf"/><Relationship Id="rId4" Type="http://schemas.openxmlformats.org/officeDocument/2006/relationships/image" Target="../media/image32.wmf"/></Relationships>
</file>

<file path=ppt/slides/_rels/slide299.xml.rels><?xml version="1.0" encoding="UTF-8" standalone="yes"?>
<Relationships xmlns="http://schemas.openxmlformats.org/package/2006/relationships"><Relationship Id="rId3" Type="http://schemas.openxmlformats.org/officeDocument/2006/relationships/image" Target="../media/image31.wmf"/><Relationship Id="rId2" Type="http://schemas.openxmlformats.org/officeDocument/2006/relationships/notesSlide" Target="../notesSlides/notesSlide293.xml"/><Relationship Id="rId1" Type="http://schemas.openxmlformats.org/officeDocument/2006/relationships/slideLayout" Target="../slideLayouts/slideLayout2.xml"/><Relationship Id="rId5" Type="http://schemas.openxmlformats.org/officeDocument/2006/relationships/image" Target="../media/image15.wmf"/><Relationship Id="rId4" Type="http://schemas.openxmlformats.org/officeDocument/2006/relationships/image" Target="../media/image32.wmf"/></Relationships>
</file>

<file path=ppt/slides/_rels/slide300.xml.rels><?xml version="1.0" encoding="UTF-8" standalone="yes"?>
<Relationships xmlns="http://schemas.openxmlformats.org/package/2006/relationships"><Relationship Id="rId3" Type="http://schemas.openxmlformats.org/officeDocument/2006/relationships/image" Target="../media/image31.wmf"/><Relationship Id="rId2" Type="http://schemas.openxmlformats.org/officeDocument/2006/relationships/notesSlide" Target="../notesSlides/notesSlide294.xml"/><Relationship Id="rId1" Type="http://schemas.openxmlformats.org/officeDocument/2006/relationships/slideLayout" Target="../slideLayouts/slideLayout2.xml"/><Relationship Id="rId5" Type="http://schemas.openxmlformats.org/officeDocument/2006/relationships/image" Target="../media/image15.wmf"/><Relationship Id="rId4" Type="http://schemas.openxmlformats.org/officeDocument/2006/relationships/image" Target="../media/image32.wmf"/></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295.xml"/><Relationship Id="rId1" Type="http://schemas.openxmlformats.org/officeDocument/2006/relationships/slideLayout" Target="../slideLayouts/slideLayout2.xml"/></Relationships>
</file>

<file path=ppt/slides/_rels/slide302.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96.xml"/><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2.xml"/></Relationships>
</file>

<file path=ppt/slides/_rels/slide305.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299.xml"/><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306.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300.xml"/><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307.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notesSlide" Target="../notesSlides/notesSlide301.xml"/><Relationship Id="rId1" Type="http://schemas.openxmlformats.org/officeDocument/2006/relationships/slideLayout" Target="../slideLayouts/slideLayout2.xml"/><Relationship Id="rId5" Type="http://schemas.openxmlformats.org/officeDocument/2006/relationships/image" Target="../media/image6.wmf"/><Relationship Id="rId4" Type="http://schemas.openxmlformats.org/officeDocument/2006/relationships/image" Target="../media/image26.wmf"/></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302.xml"/><Relationship Id="rId1" Type="http://schemas.openxmlformats.org/officeDocument/2006/relationships/slideLayout" Target="../slideLayouts/slideLayout2.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303.xml"/><Relationship Id="rId1" Type="http://schemas.openxmlformats.org/officeDocument/2006/relationships/slideLayout" Target="../slideLayouts/slideLayout2.xml"/></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2.xml"/></Relationships>
</file>

<file path=ppt/slides/_rels/slide311.xml.rels><?xml version="1.0" encoding="UTF-8" standalone="yes"?>
<Relationships xmlns="http://schemas.openxmlformats.org/package/2006/relationships"><Relationship Id="rId2" Type="http://schemas.openxmlformats.org/officeDocument/2006/relationships/notesSlide" Target="../notesSlides/notesSlide305.xml"/><Relationship Id="rId1" Type="http://schemas.openxmlformats.org/officeDocument/2006/relationships/slideLayout" Target="../slideLayouts/slideLayout2.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3.xml.rels><?xml version="1.0" encoding="UTF-8" standalone="yes"?>
<Relationships xmlns="http://schemas.openxmlformats.org/package/2006/relationships"><Relationship Id="rId2" Type="http://schemas.openxmlformats.org/officeDocument/2006/relationships/notesSlide" Target="../notesSlides/notesSlide306.xml"/><Relationship Id="rId1" Type="http://schemas.openxmlformats.org/officeDocument/2006/relationships/slideLayout" Target="../slideLayouts/slideLayout2.xm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2.xml"/></Relationships>
</file>

<file path=ppt/slides/_rels/slide315.xml.rels><?xml version="1.0" encoding="UTF-8" standalone="yes"?>
<Relationships xmlns="http://schemas.openxmlformats.org/package/2006/relationships"><Relationship Id="rId2" Type="http://schemas.openxmlformats.org/officeDocument/2006/relationships/notesSlide" Target="../notesSlides/notesSlide308.xml"/><Relationship Id="rId1" Type="http://schemas.openxmlformats.org/officeDocument/2006/relationships/slideLayout" Target="../slideLayouts/slideLayout2.xml"/></Relationships>
</file>

<file path=ppt/slides/_rels/slide31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309.xml"/><Relationship Id="rId1" Type="http://schemas.openxmlformats.org/officeDocument/2006/relationships/slideLayout" Target="../slideLayouts/slideLayout2.xml"/><Relationship Id="rId6" Type="http://schemas.openxmlformats.org/officeDocument/2006/relationships/image" Target="../media/image6.wmf"/><Relationship Id="rId5" Type="http://schemas.openxmlformats.org/officeDocument/2006/relationships/image" Target="../media/image26.wmf"/><Relationship Id="rId4" Type="http://schemas.openxmlformats.org/officeDocument/2006/relationships/oleObject" Target="../embeddings/oleObject4.bin"/></Relationships>
</file>

<file path=ppt/slides/_rels/slide317.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310.xml"/><Relationship Id="rId1" Type="http://schemas.openxmlformats.org/officeDocument/2006/relationships/slideLayout" Target="../slideLayouts/slideLayout2.xml"/><Relationship Id="rId6" Type="http://schemas.openxmlformats.org/officeDocument/2006/relationships/image" Target="../media/image6.wmf"/><Relationship Id="rId5" Type="http://schemas.openxmlformats.org/officeDocument/2006/relationships/image" Target="../media/image26.wmf"/><Relationship Id="rId4" Type="http://schemas.openxmlformats.org/officeDocument/2006/relationships/oleObject" Target="../embeddings/oleObject5.bin"/></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311.xml"/><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3" Type="http://schemas.openxmlformats.org/officeDocument/2006/relationships/oleObject" Target="../embeddings/oleObject6.bin"/><Relationship Id="rId7" Type="http://schemas.openxmlformats.org/officeDocument/2006/relationships/image" Target="../media/image15.wmf"/><Relationship Id="rId2" Type="http://schemas.openxmlformats.org/officeDocument/2006/relationships/notesSlide" Target="../notesSlides/notesSlide312.xml"/><Relationship Id="rId1" Type="http://schemas.openxmlformats.org/officeDocument/2006/relationships/slideLayout" Target="../slideLayouts/slideLayout2.xml"/><Relationship Id="rId6" Type="http://schemas.openxmlformats.org/officeDocument/2006/relationships/image" Target="../media/image18.wmf"/><Relationship Id="rId5" Type="http://schemas.openxmlformats.org/officeDocument/2006/relationships/image" Target="../media/image10.wmf"/><Relationship Id="rId4" Type="http://schemas.openxmlformats.org/officeDocument/2006/relationships/image" Target="../media/image26.wmf"/></Relationships>
</file>

<file path=ppt/slides/_rels/slide320.xml.rels><?xml version="1.0" encoding="UTF-8" standalone="yes"?>
<Relationships xmlns="http://schemas.openxmlformats.org/package/2006/relationships"><Relationship Id="rId3" Type="http://schemas.openxmlformats.org/officeDocument/2006/relationships/oleObject" Target="../embeddings/oleObject6.bin"/><Relationship Id="rId7" Type="http://schemas.openxmlformats.org/officeDocument/2006/relationships/image" Target="../media/image15.wmf"/><Relationship Id="rId2" Type="http://schemas.openxmlformats.org/officeDocument/2006/relationships/notesSlide" Target="../notesSlides/notesSlide313.xml"/><Relationship Id="rId1" Type="http://schemas.openxmlformats.org/officeDocument/2006/relationships/slideLayout" Target="../slideLayouts/slideLayout2.xml"/><Relationship Id="rId6" Type="http://schemas.openxmlformats.org/officeDocument/2006/relationships/image" Target="../media/image18.wmf"/><Relationship Id="rId5" Type="http://schemas.openxmlformats.org/officeDocument/2006/relationships/image" Target="../media/image10.wmf"/><Relationship Id="rId4" Type="http://schemas.openxmlformats.org/officeDocument/2006/relationships/image" Target="../media/image26.wmf"/></Relationships>
</file>

<file path=ppt/slides/_rels/slide321.xml.rels><?xml version="1.0" encoding="UTF-8" standalone="yes"?>
<Relationships xmlns="http://schemas.openxmlformats.org/package/2006/relationships"><Relationship Id="rId3" Type="http://schemas.openxmlformats.org/officeDocument/2006/relationships/oleObject" Target="../embeddings/oleObject6.bin"/><Relationship Id="rId7" Type="http://schemas.openxmlformats.org/officeDocument/2006/relationships/image" Target="../media/image15.wmf"/><Relationship Id="rId2" Type="http://schemas.openxmlformats.org/officeDocument/2006/relationships/notesSlide" Target="../notesSlides/notesSlide314.xml"/><Relationship Id="rId1" Type="http://schemas.openxmlformats.org/officeDocument/2006/relationships/slideLayout" Target="../slideLayouts/slideLayout2.xml"/><Relationship Id="rId6" Type="http://schemas.openxmlformats.org/officeDocument/2006/relationships/image" Target="../media/image18.wmf"/><Relationship Id="rId5" Type="http://schemas.openxmlformats.org/officeDocument/2006/relationships/image" Target="../media/image10.wmf"/><Relationship Id="rId4" Type="http://schemas.openxmlformats.org/officeDocument/2006/relationships/image" Target="../media/image26.wmf"/></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315.xml"/><Relationship Id="rId1" Type="http://schemas.openxmlformats.org/officeDocument/2006/relationships/slideLayout" Target="../slideLayouts/slideLayout2.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6.wmf"/><Relationship Id="rId1" Type="http://schemas.openxmlformats.org/officeDocument/2006/relationships/slideLayout" Target="../slideLayouts/slideLayout2.xml"/><Relationship Id="rId4" Type="http://schemas.openxmlformats.org/officeDocument/2006/relationships/image" Target="../media/image35.png"/></Relationships>
</file>

<file path=ppt/slides/_rels/slide32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6.wmf"/><Relationship Id="rId1" Type="http://schemas.openxmlformats.org/officeDocument/2006/relationships/slideLayout" Target="../slideLayouts/slideLayout2.xml"/><Relationship Id="rId4" Type="http://schemas.openxmlformats.org/officeDocument/2006/relationships/image" Target="../media/image35.png"/></Relationships>
</file>

<file path=ppt/slides/_rels/slide32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6.wmf"/><Relationship Id="rId1" Type="http://schemas.openxmlformats.org/officeDocument/2006/relationships/slideLayout" Target="../slideLayouts/slideLayout2.xml"/><Relationship Id="rId4" Type="http://schemas.openxmlformats.org/officeDocument/2006/relationships/image" Target="../media/image35.png"/></Relationships>
</file>

<file path=ppt/slides/_rels/slide32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6.wmf"/><Relationship Id="rId1" Type="http://schemas.openxmlformats.org/officeDocument/2006/relationships/slideLayout" Target="../slideLayouts/slideLayout2.xml"/><Relationship Id="rId4" Type="http://schemas.openxmlformats.org/officeDocument/2006/relationships/image" Target="../media/image35.png"/></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316.xml"/><Relationship Id="rId1" Type="http://schemas.openxmlformats.org/officeDocument/2006/relationships/slideLayout" Target="../slideLayouts/slideLayout2.xml"/></Relationships>
</file>

<file path=ppt/slides/_rels/slide332.xml.rels><?xml version="1.0" encoding="UTF-8" standalone="yes"?>
<Relationships xmlns="http://schemas.openxmlformats.org/package/2006/relationships"><Relationship Id="rId2" Type="http://schemas.openxmlformats.org/officeDocument/2006/relationships/notesSlide" Target="../notesSlides/notesSlide317.xml"/><Relationship Id="rId1" Type="http://schemas.openxmlformats.org/officeDocument/2006/relationships/slideLayout" Target="../slideLayouts/slideLayout2.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7.xml.rels><?xml version="1.0" encoding="UTF-8" standalone="yes"?>
<Relationships xmlns="http://schemas.openxmlformats.org/package/2006/relationships"><Relationship Id="rId3" Type="http://schemas.openxmlformats.org/officeDocument/2006/relationships/image" Target="../media/image36.wmf"/><Relationship Id="rId2" Type="http://schemas.openxmlformats.org/officeDocument/2006/relationships/oleObject" Target="../embeddings/oleObject7.bin"/><Relationship Id="rId1" Type="http://schemas.openxmlformats.org/officeDocument/2006/relationships/slideLayout" Target="../slideLayouts/slideLayout2.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1.xml.rels><?xml version="1.0" encoding="UTF-8" standalone="yes"?>
<Relationships xmlns="http://schemas.openxmlformats.org/package/2006/relationships"><Relationship Id="rId3" Type="http://schemas.openxmlformats.org/officeDocument/2006/relationships/image" Target="../media/image37.wmf"/><Relationship Id="rId2" Type="http://schemas.openxmlformats.org/officeDocument/2006/relationships/oleObject" Target="../embeddings/oleObject8.bin"/><Relationship Id="rId1" Type="http://schemas.openxmlformats.org/officeDocument/2006/relationships/slideLayout" Target="../slideLayouts/slideLayout2.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3.xml.rels><?xml version="1.0" encoding="UTF-8" standalone="yes"?>
<Relationships xmlns="http://schemas.openxmlformats.org/package/2006/relationships"><Relationship Id="rId3" Type="http://schemas.openxmlformats.org/officeDocument/2006/relationships/image" Target="../media/image38.wmf"/><Relationship Id="rId2" Type="http://schemas.openxmlformats.org/officeDocument/2006/relationships/oleObject" Target="../embeddings/oleObject9.bin"/><Relationship Id="rId1" Type="http://schemas.openxmlformats.org/officeDocument/2006/relationships/slideLayout" Target="../slideLayouts/slideLayout2.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3.xml.rels><?xml version="1.0" encoding="UTF-8" standalone="yes"?>
<Relationships xmlns="http://schemas.openxmlformats.org/package/2006/relationships"><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notesSlide" Target="../notesSlides/notesSlide318.xml"/><Relationship Id="rId1" Type="http://schemas.openxmlformats.org/officeDocument/2006/relationships/slideLayout" Target="../slideLayouts/slideLayout2.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8.xml.rels><?xml version="1.0" encoding="UTF-8" standalone="yes"?>
<Relationships xmlns="http://schemas.openxmlformats.org/package/2006/relationships"><Relationship Id="rId3" Type="http://schemas.openxmlformats.org/officeDocument/2006/relationships/image" Target="../media/image39.wmf"/><Relationship Id="rId2" Type="http://schemas.openxmlformats.org/officeDocument/2006/relationships/notesSlide" Target="../notesSlides/notesSlide319.xml"/><Relationship Id="rId1" Type="http://schemas.openxmlformats.org/officeDocument/2006/relationships/slideLayout" Target="../slideLayouts/slideLayout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2.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320.xml"/><Relationship Id="rId1" Type="http://schemas.openxmlformats.org/officeDocument/2006/relationships/slideLayout" Target="../slideLayouts/slideLayout2.xml"/><Relationship Id="rId5" Type="http://schemas.openxmlformats.org/officeDocument/2006/relationships/image" Target="../media/image33.png"/><Relationship Id="rId4" Type="http://schemas.openxmlformats.org/officeDocument/2006/relationships/image" Target="../media/image39.wmf"/></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5.xml.rels><?xml version="1.0" encoding="UTF-8" standalone="yes"?>
<Relationships xmlns="http://schemas.openxmlformats.org/package/2006/relationships"><Relationship Id="rId3" Type="http://schemas.openxmlformats.org/officeDocument/2006/relationships/image" Target="../media/image40.wmf"/><Relationship Id="rId2" Type="http://schemas.openxmlformats.org/officeDocument/2006/relationships/notesSlide" Target="../notesSlides/notesSlide321.xml"/><Relationship Id="rId1" Type="http://schemas.openxmlformats.org/officeDocument/2006/relationships/slideLayout" Target="../slideLayouts/slideLayout2.xml"/><Relationship Id="rId4" Type="http://schemas.openxmlformats.org/officeDocument/2006/relationships/image" Target="../media/image39.wmf"/></Relationships>
</file>

<file path=ppt/slides/_rels/slide366.xml.rels><?xml version="1.0" encoding="UTF-8" standalone="yes"?>
<Relationships xmlns="http://schemas.openxmlformats.org/package/2006/relationships"><Relationship Id="rId3" Type="http://schemas.openxmlformats.org/officeDocument/2006/relationships/image" Target="../media/image40.wmf"/><Relationship Id="rId2" Type="http://schemas.openxmlformats.org/officeDocument/2006/relationships/notesSlide" Target="../notesSlides/notesSlide322.xml"/><Relationship Id="rId1" Type="http://schemas.openxmlformats.org/officeDocument/2006/relationships/slideLayout" Target="../slideLayouts/slideLayout2.xml"/><Relationship Id="rId4" Type="http://schemas.openxmlformats.org/officeDocument/2006/relationships/image" Target="../media/image39.wmf"/></Relationships>
</file>

<file path=ppt/slides/_rels/slide367.xml.rels><?xml version="1.0" encoding="UTF-8" standalone="yes"?>
<Relationships xmlns="http://schemas.openxmlformats.org/package/2006/relationships"><Relationship Id="rId3" Type="http://schemas.openxmlformats.org/officeDocument/2006/relationships/image" Target="../media/image40.wmf"/><Relationship Id="rId2" Type="http://schemas.openxmlformats.org/officeDocument/2006/relationships/notesSlide" Target="../notesSlides/notesSlide323.xml"/><Relationship Id="rId1" Type="http://schemas.openxmlformats.org/officeDocument/2006/relationships/slideLayout" Target="../slideLayouts/slideLayout2.xml"/><Relationship Id="rId4" Type="http://schemas.openxmlformats.org/officeDocument/2006/relationships/image" Target="../media/image39.wmf"/></Relationships>
</file>

<file path=ppt/slides/_rels/slide368.xml.rels><?xml version="1.0" encoding="UTF-8" standalone="yes"?>
<Relationships xmlns="http://schemas.openxmlformats.org/package/2006/relationships"><Relationship Id="rId3" Type="http://schemas.openxmlformats.org/officeDocument/2006/relationships/image" Target="../media/image40.wmf"/><Relationship Id="rId2" Type="http://schemas.openxmlformats.org/officeDocument/2006/relationships/notesSlide" Target="../notesSlides/notesSlide324.xml"/><Relationship Id="rId1" Type="http://schemas.openxmlformats.org/officeDocument/2006/relationships/slideLayout" Target="../slideLayouts/slideLayout2.xml"/><Relationship Id="rId4" Type="http://schemas.openxmlformats.org/officeDocument/2006/relationships/image" Target="../media/image39.wmf"/></Relationships>
</file>

<file path=ppt/slides/_rels/slide369.xml.rels><?xml version="1.0" encoding="UTF-8" standalone="yes"?>
<Relationships xmlns="http://schemas.openxmlformats.org/package/2006/relationships"><Relationship Id="rId3" Type="http://schemas.openxmlformats.org/officeDocument/2006/relationships/image" Target="../media/image40.wmf"/><Relationship Id="rId2" Type="http://schemas.openxmlformats.org/officeDocument/2006/relationships/notesSlide" Target="../notesSlides/notesSlide325.xml"/><Relationship Id="rId1" Type="http://schemas.openxmlformats.org/officeDocument/2006/relationships/slideLayout" Target="../slideLayouts/slideLayout2.xml"/><Relationship Id="rId4" Type="http://schemas.openxmlformats.org/officeDocument/2006/relationships/image" Target="../media/image39.wmf"/></Relationships>
</file>

<file path=ppt/slides/_rels/slide370.xml.rels><?xml version="1.0" encoding="UTF-8" standalone="yes"?>
<Relationships xmlns="http://schemas.openxmlformats.org/package/2006/relationships"><Relationship Id="rId3" Type="http://schemas.openxmlformats.org/officeDocument/2006/relationships/image" Target="../media/image40.wmf"/><Relationship Id="rId2" Type="http://schemas.openxmlformats.org/officeDocument/2006/relationships/notesSlide" Target="../notesSlides/notesSlide326.xml"/><Relationship Id="rId1" Type="http://schemas.openxmlformats.org/officeDocument/2006/relationships/slideLayout" Target="../slideLayouts/slideLayout2.xml"/><Relationship Id="rId4" Type="http://schemas.openxmlformats.org/officeDocument/2006/relationships/image" Target="../media/image39.wmf"/></Relationships>
</file>

<file path=ppt/slides/_rels/slide371.xml.rels><?xml version="1.0" encoding="UTF-8" standalone="yes"?>
<Relationships xmlns="http://schemas.openxmlformats.org/package/2006/relationships"><Relationship Id="rId3" Type="http://schemas.openxmlformats.org/officeDocument/2006/relationships/image" Target="../media/image40.wmf"/><Relationship Id="rId2" Type="http://schemas.openxmlformats.org/officeDocument/2006/relationships/notesSlide" Target="../notesSlides/notesSlide327.xml"/><Relationship Id="rId1" Type="http://schemas.openxmlformats.org/officeDocument/2006/relationships/slideLayout" Target="../slideLayouts/slideLayout2.xml"/><Relationship Id="rId4" Type="http://schemas.openxmlformats.org/officeDocument/2006/relationships/image" Target="../media/image39.wmf"/></Relationships>
</file>

<file path=ppt/slides/_rels/slide372.xml.rels><?xml version="1.0" encoding="UTF-8" standalone="yes"?>
<Relationships xmlns="http://schemas.openxmlformats.org/package/2006/relationships"><Relationship Id="rId3" Type="http://schemas.openxmlformats.org/officeDocument/2006/relationships/image" Target="../media/image40.wmf"/><Relationship Id="rId2" Type="http://schemas.openxmlformats.org/officeDocument/2006/relationships/notesSlide" Target="../notesSlides/notesSlide328.xml"/><Relationship Id="rId1" Type="http://schemas.openxmlformats.org/officeDocument/2006/relationships/slideLayout" Target="../slideLayouts/slideLayout2.xml"/><Relationship Id="rId4" Type="http://schemas.openxmlformats.org/officeDocument/2006/relationships/image" Target="../media/image39.wmf"/></Relationships>
</file>

<file path=ppt/slides/_rels/slide373.xml.rels><?xml version="1.0" encoding="UTF-8" standalone="yes"?>
<Relationships xmlns="http://schemas.openxmlformats.org/package/2006/relationships"><Relationship Id="rId3" Type="http://schemas.openxmlformats.org/officeDocument/2006/relationships/image" Target="../media/image40.wmf"/><Relationship Id="rId2" Type="http://schemas.openxmlformats.org/officeDocument/2006/relationships/notesSlide" Target="../notesSlides/notesSlide329.xml"/><Relationship Id="rId1" Type="http://schemas.openxmlformats.org/officeDocument/2006/relationships/slideLayout" Target="../slideLayouts/slideLayout2.xml"/><Relationship Id="rId4" Type="http://schemas.openxmlformats.org/officeDocument/2006/relationships/image" Target="../media/image39.wmf"/></Relationships>
</file>

<file path=ppt/slides/_rels/slide374.xml.rels><?xml version="1.0" encoding="UTF-8" standalone="yes"?>
<Relationships xmlns="http://schemas.openxmlformats.org/package/2006/relationships"><Relationship Id="rId3" Type="http://schemas.openxmlformats.org/officeDocument/2006/relationships/image" Target="../media/image40.wmf"/><Relationship Id="rId2" Type="http://schemas.openxmlformats.org/officeDocument/2006/relationships/notesSlide" Target="../notesSlides/notesSlide330.xml"/><Relationship Id="rId1" Type="http://schemas.openxmlformats.org/officeDocument/2006/relationships/slideLayout" Target="../slideLayouts/slideLayout2.xml"/><Relationship Id="rId4" Type="http://schemas.openxmlformats.org/officeDocument/2006/relationships/image" Target="../media/image39.wmf"/></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3.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6.wmf"/><Relationship Id="rId1" Type="http://schemas.openxmlformats.org/officeDocument/2006/relationships/slideLayout" Target="../slideLayouts/slideLayout2.xml"/><Relationship Id="rId4" Type="http://schemas.openxmlformats.org/officeDocument/2006/relationships/image" Target="../media/image39.wmf"/></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7" name="矩形 6"/>
          <p:cNvSpPr/>
          <p:nvPr/>
        </p:nvSpPr>
        <p:spPr>
          <a:xfrm>
            <a:off x="4992742" y="2219222"/>
            <a:ext cx="2483372" cy="938719"/>
          </a:xfrm>
          <a:prstGeom prst="rect">
            <a:avLst/>
          </a:prstGeom>
        </p:spPr>
        <p:txBody>
          <a:bodyPr wrap="none">
            <a:spAutoFit/>
          </a:bodyPr>
          <a:lstStyle/>
          <a:p>
            <a:pPr algn="ctr" eaLnBrk="0" hangingPunct="0"/>
            <a:r>
              <a:rPr lang="zh-CN" altLang="en-US" sz="5500" b="1" dirty="0">
                <a:solidFill>
                  <a:schemeClr val="bg1"/>
                </a:solidFill>
                <a:latin typeface="微软雅黑" pitchFamily="34" charset="-122"/>
                <a:ea typeface="微软雅黑" pitchFamily="34" charset="-122"/>
              </a:rPr>
              <a:t>网</a:t>
            </a:r>
            <a:r>
              <a:rPr lang="zh-CN" altLang="en-US" sz="2400"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络</a:t>
            </a:r>
            <a:r>
              <a:rPr lang="zh-CN" altLang="en-US" sz="2400"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层</a:t>
            </a:r>
            <a:endParaRPr lang="fr-FR" altLang="zh-CN" sz="5500" b="1" dirty="0">
              <a:solidFill>
                <a:schemeClr val="bg1"/>
              </a:solidFill>
              <a:latin typeface="微软雅黑" pitchFamily="34" charset="-122"/>
              <a:ea typeface="微软雅黑" pitchFamily="34" charset="-122"/>
            </a:endParaRPr>
          </a:p>
        </p:txBody>
      </p:sp>
      <p:sp>
        <p:nvSpPr>
          <p:cNvPr id="8" name="矩形 7"/>
          <p:cNvSpPr/>
          <p:nvPr/>
        </p:nvSpPr>
        <p:spPr>
          <a:xfrm>
            <a:off x="5565012" y="1736604"/>
            <a:ext cx="1338828" cy="523220"/>
          </a:xfrm>
          <a:prstGeom prst="rect">
            <a:avLst/>
          </a:prstGeom>
        </p:spPr>
        <p:txBody>
          <a:bodyPr wrap="none">
            <a:spAutoFit/>
          </a:bodyPr>
          <a:lstStyle/>
          <a:p>
            <a:pPr algn="ctr" eaLnBrk="0" hangingPunct="0"/>
            <a:r>
              <a:rPr lang="fr-FR" altLang="zh-CN" sz="2800" b="1" dirty="0">
                <a:solidFill>
                  <a:schemeClr val="bg1"/>
                </a:solidFill>
                <a:latin typeface="微软雅黑" pitchFamily="34" charset="-122"/>
                <a:ea typeface="微软雅黑" pitchFamily="34" charset="-122"/>
              </a:rPr>
              <a:t>第 4 章</a:t>
            </a:r>
          </a:p>
        </p:txBody>
      </p:sp>
      <p:sp>
        <p:nvSpPr>
          <p:cNvPr id="11" name="Rectangle 4"/>
          <p:cNvSpPr>
            <a:spLocks noChangeArrowheads="1"/>
          </p:cNvSpPr>
          <p:nvPr/>
        </p:nvSpPr>
        <p:spPr bwMode="auto">
          <a:xfrm>
            <a:off x="10302" y="2583673"/>
            <a:ext cx="2739383"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r>
              <a:rPr lang="fr-FR" sz="1200" b="1" dirty="0">
                <a:solidFill>
                  <a:srgbClr val="00B0F0"/>
                </a:solidFill>
                <a:latin typeface="微软雅黑" pitchFamily="34" charset="-122"/>
                <a:ea typeface="微软雅黑" pitchFamily="34" charset="-122"/>
              </a:rPr>
              <a:t>谢希仁  </a:t>
            </a:r>
            <a:r>
              <a:rPr lang="zh-CN" altLang="en-US" sz="1200" b="1" dirty="0">
                <a:solidFill>
                  <a:srgbClr val="00B0F0"/>
                </a:solidFill>
                <a:latin typeface="微软雅黑" pitchFamily="34" charset="-122"/>
                <a:ea typeface="微软雅黑" pitchFamily="34" charset="-122"/>
              </a:rPr>
              <a:t>谢钧  邢长友  </a:t>
            </a:r>
            <a:r>
              <a:rPr lang="fr-FR" sz="1200" b="1" dirty="0">
                <a:solidFill>
                  <a:srgbClr val="00B0F0"/>
                </a:solidFill>
                <a:latin typeface="微软雅黑" pitchFamily="34" charset="-122"/>
                <a:ea typeface="微软雅黑" pitchFamily="34" charset="-122"/>
              </a:rPr>
              <a:t>编著</a:t>
            </a:r>
          </a:p>
        </p:txBody>
      </p:sp>
      <p:sp>
        <p:nvSpPr>
          <p:cNvPr id="12" name="Rectangle 6"/>
          <p:cNvSpPr>
            <a:spLocks noChangeArrowheads="1"/>
          </p:cNvSpPr>
          <p:nvPr/>
        </p:nvSpPr>
        <p:spPr bwMode="auto">
          <a:xfrm>
            <a:off x="161026" y="2239963"/>
            <a:ext cx="2588659" cy="3381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spcBef>
                <a:spcPts val="1000"/>
              </a:spcBef>
            </a:pPr>
            <a:r>
              <a:rPr lang="fr-FR" sz="1600" b="1" dirty="0">
                <a:solidFill>
                  <a:srgbClr val="00B0F0"/>
                </a:solidFill>
                <a:latin typeface="微软雅黑" pitchFamily="34" charset="-122"/>
                <a:ea typeface="微软雅黑" pitchFamily="34" charset="-122"/>
              </a:rPr>
              <a:t>计算机网络（第 </a:t>
            </a:r>
            <a:r>
              <a:rPr lang="en-US" altLang="zh-CN" sz="1600" b="1" dirty="0">
                <a:solidFill>
                  <a:srgbClr val="00B0F0"/>
                </a:solidFill>
                <a:latin typeface="微软雅黑" pitchFamily="34" charset="-122"/>
                <a:ea typeface="微软雅黑" pitchFamily="34" charset="-122"/>
              </a:rPr>
              <a:t>9</a:t>
            </a:r>
            <a:r>
              <a:rPr lang="fr-FR" sz="1600" b="1" dirty="0">
                <a:solidFill>
                  <a:srgbClr val="00B0F0"/>
                </a:solidFill>
                <a:latin typeface="微软雅黑" pitchFamily="34" charset="-122"/>
                <a:ea typeface="微软雅黑" pitchFamily="34" charset="-122"/>
              </a:rPr>
              <a:t> 版）</a:t>
            </a:r>
          </a:p>
        </p:txBody>
      </p:sp>
      <p:cxnSp>
        <p:nvCxnSpPr>
          <p:cNvPr id="13" name="直接连接符 12"/>
          <p:cNvCxnSpPr/>
          <p:nvPr/>
        </p:nvCxnSpPr>
        <p:spPr>
          <a:xfrm>
            <a:off x="0" y="2236788"/>
            <a:ext cx="2749685" cy="3175"/>
          </a:xfrm>
          <a:prstGeom prst="line">
            <a:avLst/>
          </a:prstGeom>
          <a:ln w="19050">
            <a:solidFill>
              <a:srgbClr val="6DAAE1"/>
            </a:solidFill>
          </a:ln>
        </p:spPr>
        <p:style>
          <a:lnRef idx="1">
            <a:schemeClr val="accent1"/>
          </a:lnRef>
          <a:fillRef idx="0">
            <a:schemeClr val="accent1"/>
          </a:fillRef>
          <a:effectRef idx="0">
            <a:schemeClr val="accent1"/>
          </a:effectRef>
          <a:fontRef idx="minor">
            <a:schemeClr val="tx1"/>
          </a:fontRef>
        </p:style>
      </p:cxnSp>
      <p:pic>
        <p:nvPicPr>
          <p:cNvPr id="14" name="图片 9"/>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7222" y="2955148"/>
            <a:ext cx="11985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2056010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466345" y="635019"/>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316859" y="61192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计算机网络体系结构</a:t>
            </a:r>
          </a:p>
        </p:txBody>
      </p:sp>
      <p:sp>
        <p:nvSpPr>
          <p:cNvPr id="48" name="圆角矩形 47"/>
          <p:cNvSpPr/>
          <p:nvPr/>
        </p:nvSpPr>
        <p:spPr>
          <a:xfrm>
            <a:off x="505072" y="1088792"/>
            <a:ext cx="8133856" cy="320039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dirty="0"/>
          </a:p>
        </p:txBody>
      </p:sp>
      <p:grpSp>
        <p:nvGrpSpPr>
          <p:cNvPr id="49" name="组合 48"/>
          <p:cNvGrpSpPr/>
          <p:nvPr/>
        </p:nvGrpSpPr>
        <p:grpSpPr>
          <a:xfrm>
            <a:off x="1557339" y="1541871"/>
            <a:ext cx="1341438" cy="2356685"/>
            <a:chOff x="1557339" y="1623511"/>
            <a:chExt cx="1341438" cy="2356685"/>
          </a:xfrm>
        </p:grpSpPr>
        <p:sp>
          <p:nvSpPr>
            <p:cNvPr id="50" name="AutoShape 58"/>
            <p:cNvSpPr>
              <a:spLocks noChangeArrowheads="1"/>
            </p:cNvSpPr>
            <p:nvPr/>
          </p:nvSpPr>
          <p:spPr bwMode="auto">
            <a:xfrm>
              <a:off x="1560514" y="1623511"/>
              <a:ext cx="1338263" cy="2301875"/>
            </a:xfrm>
            <a:prstGeom prst="cube">
              <a:avLst>
                <a:gd name="adj" fmla="val 9144"/>
              </a:avLst>
            </a:prstGeom>
            <a:solidFill>
              <a:srgbClr val="85D1F7"/>
            </a:solidFill>
            <a:ln w="19050">
              <a:solidFill>
                <a:schemeClr val="bg1"/>
              </a:solidFill>
              <a:miter lim="800000"/>
            </a:ln>
          </p:spPr>
          <p:txBody>
            <a:bodyPr wrap="none" anchor="ctr"/>
            <a:lstStyle/>
            <a:p>
              <a:endParaRPr lang="zh-CN" altLang="en-US" sz="1200" b="1">
                <a:solidFill>
                  <a:srgbClr val="1956B9"/>
                </a:solidFill>
                <a:latin typeface="微软雅黑" panose="020B0503020204020204" pitchFamily="34" charset="-122"/>
                <a:ea typeface="微软雅黑" panose="020B0503020204020204" pitchFamily="34" charset="-122"/>
              </a:endParaRPr>
            </a:p>
          </p:txBody>
        </p:sp>
        <p:sp>
          <p:nvSpPr>
            <p:cNvPr id="51" name="Freeform 50"/>
            <p:cNvSpPr/>
            <p:nvPr/>
          </p:nvSpPr>
          <p:spPr bwMode="auto">
            <a:xfrm>
              <a:off x="1560514" y="1872748"/>
              <a:ext cx="1330325"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2" name="Freeform 59"/>
            <p:cNvSpPr/>
            <p:nvPr/>
          </p:nvSpPr>
          <p:spPr bwMode="auto">
            <a:xfrm>
              <a:off x="1560514" y="2185486"/>
              <a:ext cx="1328738" cy="169862"/>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3" name="Freeform 60"/>
            <p:cNvSpPr/>
            <p:nvPr/>
          </p:nvSpPr>
          <p:spPr bwMode="auto">
            <a:xfrm>
              <a:off x="1560514" y="2498223"/>
              <a:ext cx="1328738"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4" name="Freeform 61"/>
            <p:cNvSpPr/>
            <p:nvPr/>
          </p:nvSpPr>
          <p:spPr bwMode="auto">
            <a:xfrm>
              <a:off x="1560514" y="2810961"/>
              <a:ext cx="1328738" cy="171450"/>
            </a:xfrm>
            <a:custGeom>
              <a:avLst/>
              <a:gdLst>
                <a:gd name="T0" fmla="*/ 2147483647 w 2049"/>
                <a:gd name="T1" fmla="*/ 0 h 185"/>
                <a:gd name="T2" fmla="*/ 2147483647 w 2049"/>
                <a:gd name="T3" fmla="*/ 2147483647 h 185"/>
                <a:gd name="T4" fmla="*/ 0 w 2049"/>
                <a:gd name="T5" fmla="*/ 2147483647 h 185"/>
                <a:gd name="T6" fmla="*/ 0 60000 65536"/>
                <a:gd name="T7" fmla="*/ 0 60000 65536"/>
                <a:gd name="T8" fmla="*/ 0 60000 65536"/>
                <a:gd name="T9" fmla="*/ 0 w 2049"/>
                <a:gd name="T10" fmla="*/ 0 h 185"/>
                <a:gd name="T11" fmla="*/ 2049 w 2049"/>
                <a:gd name="T12" fmla="*/ 185 h 185"/>
              </a:gdLst>
              <a:ahLst/>
              <a:cxnLst>
                <a:cxn ang="T6">
                  <a:pos x="T0" y="T1"/>
                </a:cxn>
                <a:cxn ang="T7">
                  <a:pos x="T2" y="T3"/>
                </a:cxn>
                <a:cxn ang="T8">
                  <a:pos x="T4" y="T5"/>
                </a:cxn>
              </a:cxnLst>
              <a:rect l="T9" t="T10" r="T11" b="T12"/>
              <a:pathLst>
                <a:path w="2049" h="185">
                  <a:moveTo>
                    <a:pt x="2049" y="0"/>
                  </a:moveTo>
                  <a:lnTo>
                    <a:pt x="1873" y="185"/>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5" name="Freeform 62"/>
            <p:cNvSpPr/>
            <p:nvPr/>
          </p:nvSpPr>
          <p:spPr bwMode="auto">
            <a:xfrm>
              <a:off x="1558927" y="3122111"/>
              <a:ext cx="1330325" cy="174625"/>
            </a:xfrm>
            <a:custGeom>
              <a:avLst/>
              <a:gdLst>
                <a:gd name="T0" fmla="*/ 2147483647 w 2049"/>
                <a:gd name="T1" fmla="*/ 0 h 187"/>
                <a:gd name="T2" fmla="*/ 2147483647 w 2049"/>
                <a:gd name="T3" fmla="*/ 2147483647 h 187"/>
                <a:gd name="T4" fmla="*/ 0 w 2049"/>
                <a:gd name="T5" fmla="*/ 2147483647 h 187"/>
                <a:gd name="T6" fmla="*/ 0 60000 65536"/>
                <a:gd name="T7" fmla="*/ 0 60000 65536"/>
                <a:gd name="T8" fmla="*/ 0 60000 65536"/>
                <a:gd name="T9" fmla="*/ 0 w 2049"/>
                <a:gd name="T10" fmla="*/ 0 h 187"/>
                <a:gd name="T11" fmla="*/ 2049 w 2049"/>
                <a:gd name="T12" fmla="*/ 187 h 187"/>
              </a:gdLst>
              <a:ahLst/>
              <a:cxnLst>
                <a:cxn ang="T6">
                  <a:pos x="T0" y="T1"/>
                </a:cxn>
                <a:cxn ang="T7">
                  <a:pos x="T2" y="T3"/>
                </a:cxn>
                <a:cxn ang="T8">
                  <a:pos x="T4" y="T5"/>
                </a:cxn>
              </a:cxnLst>
              <a:rect l="T9" t="T10" r="T11" b="T12"/>
              <a:pathLst>
                <a:path w="2049" h="187">
                  <a:moveTo>
                    <a:pt x="2049" y="0"/>
                  </a:moveTo>
                  <a:lnTo>
                    <a:pt x="1863" y="187"/>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6" name="Freeform 63"/>
            <p:cNvSpPr/>
            <p:nvPr/>
          </p:nvSpPr>
          <p:spPr bwMode="auto">
            <a:xfrm>
              <a:off x="1557339" y="3434848"/>
              <a:ext cx="1330325"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7" name="Text Box 22"/>
            <p:cNvSpPr txBox="1">
              <a:spLocks noChangeArrowheads="1"/>
            </p:cNvSpPr>
            <p:nvPr/>
          </p:nvSpPr>
          <p:spPr bwMode="auto">
            <a:xfrm>
              <a:off x="2027239" y="1779086"/>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应用层</a:t>
              </a:r>
            </a:p>
          </p:txBody>
        </p:sp>
        <p:sp>
          <p:nvSpPr>
            <p:cNvPr id="58" name="Text Box 23"/>
            <p:cNvSpPr txBox="1">
              <a:spLocks noChangeArrowheads="1"/>
            </p:cNvSpPr>
            <p:nvPr/>
          </p:nvSpPr>
          <p:spPr bwMode="auto">
            <a:xfrm>
              <a:off x="2006602" y="2708628"/>
              <a:ext cx="608012"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传输层</a:t>
              </a:r>
            </a:p>
          </p:txBody>
        </p:sp>
        <p:sp>
          <p:nvSpPr>
            <p:cNvPr id="59" name="Text Box 24"/>
            <p:cNvSpPr txBox="1">
              <a:spLocks noChangeArrowheads="1"/>
            </p:cNvSpPr>
            <p:nvPr/>
          </p:nvSpPr>
          <p:spPr bwMode="auto">
            <a:xfrm>
              <a:off x="2014539" y="3006223"/>
              <a:ext cx="608013"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rgbClr val="C00000"/>
                  </a:solidFill>
                  <a:latin typeface="微软雅黑" panose="020B0503020204020204" pitchFamily="34" charset="-122"/>
                  <a:ea typeface="微软雅黑" panose="020B0503020204020204" pitchFamily="34" charset="-122"/>
                </a:rPr>
                <a:t>网络层</a:t>
              </a:r>
            </a:p>
          </p:txBody>
        </p:sp>
        <p:sp>
          <p:nvSpPr>
            <p:cNvPr id="60" name="Text Box 54"/>
            <p:cNvSpPr txBox="1">
              <a:spLocks noChangeArrowheads="1"/>
            </p:cNvSpPr>
            <p:nvPr/>
          </p:nvSpPr>
          <p:spPr bwMode="auto">
            <a:xfrm>
              <a:off x="2014539" y="2079123"/>
              <a:ext cx="60801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表示层</a:t>
              </a:r>
            </a:p>
          </p:txBody>
        </p:sp>
        <p:sp>
          <p:nvSpPr>
            <p:cNvPr id="61" name="Text Box 55"/>
            <p:cNvSpPr txBox="1">
              <a:spLocks noChangeArrowheads="1"/>
            </p:cNvSpPr>
            <p:nvPr/>
          </p:nvSpPr>
          <p:spPr bwMode="auto">
            <a:xfrm>
              <a:off x="2014539" y="2391861"/>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会话层</a:t>
              </a:r>
            </a:p>
          </p:txBody>
        </p:sp>
        <p:sp>
          <p:nvSpPr>
            <p:cNvPr id="62" name="Text Box 56"/>
            <p:cNvSpPr txBox="1">
              <a:spLocks noChangeArrowheads="1"/>
            </p:cNvSpPr>
            <p:nvPr/>
          </p:nvSpPr>
          <p:spPr bwMode="auto">
            <a:xfrm>
              <a:off x="1911352" y="3314198"/>
              <a:ext cx="8890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数据链路层</a:t>
              </a:r>
            </a:p>
          </p:txBody>
        </p:sp>
        <p:sp>
          <p:nvSpPr>
            <p:cNvPr id="63" name="Text Box 57"/>
            <p:cNvSpPr txBox="1">
              <a:spLocks noChangeArrowheads="1"/>
            </p:cNvSpPr>
            <p:nvPr/>
          </p:nvSpPr>
          <p:spPr bwMode="auto">
            <a:xfrm>
              <a:off x="2014539" y="3638048"/>
              <a:ext cx="60801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物理层</a:t>
              </a:r>
            </a:p>
          </p:txBody>
        </p:sp>
        <p:sp>
          <p:nvSpPr>
            <p:cNvPr id="64" name="Text Box 43"/>
            <p:cNvSpPr txBox="1">
              <a:spLocks noChangeArrowheads="1"/>
            </p:cNvSpPr>
            <p:nvPr/>
          </p:nvSpPr>
          <p:spPr bwMode="auto">
            <a:xfrm>
              <a:off x="1622427" y="1683083"/>
              <a:ext cx="271462" cy="2297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85000"/>
                </a:lnSpc>
              </a:pPr>
              <a:r>
                <a:rPr kumimoji="1" lang="en-US" altLang="zh-CN" sz="1100" b="1" dirty="0">
                  <a:latin typeface="微软雅黑" panose="020B0503020204020204" pitchFamily="34" charset="-122"/>
                  <a:ea typeface="微软雅黑" panose="020B0503020204020204" pitchFamily="34" charset="-122"/>
                </a:rPr>
                <a:t>7</a:t>
              </a:r>
            </a:p>
            <a:p>
              <a:pPr>
                <a:lnSpc>
                  <a:spcPct val="185000"/>
                </a:lnSpc>
              </a:pPr>
              <a:r>
                <a:rPr kumimoji="1" lang="en-US" altLang="zh-CN" sz="1100" b="1" dirty="0">
                  <a:latin typeface="微软雅黑" panose="020B0503020204020204" pitchFamily="34" charset="-122"/>
                  <a:ea typeface="微软雅黑" panose="020B0503020204020204" pitchFamily="34" charset="-122"/>
                </a:rPr>
                <a:t>6</a:t>
              </a:r>
            </a:p>
            <a:p>
              <a:pPr>
                <a:lnSpc>
                  <a:spcPct val="185000"/>
                </a:lnSpc>
              </a:pPr>
              <a:r>
                <a:rPr kumimoji="1" lang="en-US" altLang="zh-CN" sz="1100" b="1" dirty="0">
                  <a:latin typeface="微软雅黑" panose="020B0503020204020204" pitchFamily="34" charset="-122"/>
                  <a:ea typeface="微软雅黑" panose="020B0503020204020204" pitchFamily="34" charset="-122"/>
                </a:rPr>
                <a:t>5</a:t>
              </a:r>
            </a:p>
            <a:p>
              <a:pPr>
                <a:lnSpc>
                  <a:spcPct val="185000"/>
                </a:lnSpc>
              </a:pPr>
              <a:r>
                <a:rPr kumimoji="1" lang="en-US" altLang="zh-CN" sz="1100" b="1" dirty="0">
                  <a:latin typeface="微软雅黑" panose="020B0503020204020204" pitchFamily="34" charset="-122"/>
                  <a:ea typeface="微软雅黑" panose="020B0503020204020204" pitchFamily="34" charset="-122"/>
                </a:rPr>
                <a:t>4</a:t>
              </a:r>
            </a:p>
            <a:p>
              <a:pPr>
                <a:lnSpc>
                  <a:spcPct val="185000"/>
                </a:lnSpc>
              </a:pPr>
              <a:r>
                <a:rPr kumimoji="1" lang="en-US" altLang="zh-CN" sz="1100" b="1" dirty="0">
                  <a:latin typeface="微软雅黑" panose="020B0503020204020204" pitchFamily="34" charset="-122"/>
                  <a:ea typeface="微软雅黑" panose="020B0503020204020204" pitchFamily="34" charset="-122"/>
                </a:rPr>
                <a:t>3</a:t>
              </a:r>
            </a:p>
            <a:p>
              <a:pPr>
                <a:lnSpc>
                  <a:spcPct val="185000"/>
                </a:lnSpc>
              </a:pPr>
              <a:r>
                <a:rPr kumimoji="1" lang="en-US" altLang="zh-CN" sz="1100" b="1" dirty="0">
                  <a:latin typeface="微软雅黑" panose="020B0503020204020204" pitchFamily="34" charset="-122"/>
                  <a:ea typeface="微软雅黑" panose="020B0503020204020204" pitchFamily="34" charset="-122"/>
                </a:rPr>
                <a:t>2</a:t>
              </a:r>
            </a:p>
            <a:p>
              <a:pPr>
                <a:lnSpc>
                  <a:spcPct val="185000"/>
                </a:lnSpc>
              </a:pPr>
              <a:r>
                <a:rPr kumimoji="1" lang="en-US" altLang="zh-CN" sz="1100" b="1" dirty="0">
                  <a:latin typeface="微软雅黑" panose="020B0503020204020204" pitchFamily="34" charset="-122"/>
                  <a:ea typeface="微软雅黑" panose="020B0503020204020204" pitchFamily="34" charset="-122"/>
                </a:rPr>
                <a:t>1</a:t>
              </a:r>
            </a:p>
          </p:txBody>
        </p:sp>
      </p:grpSp>
      <p:sp>
        <p:nvSpPr>
          <p:cNvPr id="65" name="Text Box 13"/>
          <p:cNvSpPr txBox="1">
            <a:spLocks noChangeArrowheads="1"/>
          </p:cNvSpPr>
          <p:nvPr/>
        </p:nvSpPr>
        <p:spPr bwMode="auto">
          <a:xfrm>
            <a:off x="1156623" y="1205321"/>
            <a:ext cx="21691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400" b="1" dirty="0">
                <a:solidFill>
                  <a:srgbClr val="000099"/>
                </a:solidFill>
                <a:latin typeface="微软雅黑" panose="020B0503020204020204" pitchFamily="34" charset="-122"/>
                <a:ea typeface="微软雅黑" panose="020B0503020204020204" pitchFamily="34" charset="-122"/>
              </a:rPr>
              <a:t>OSI </a:t>
            </a:r>
            <a:r>
              <a:rPr kumimoji="1" lang="zh-CN" altLang="en-US" sz="1400" b="1" dirty="0">
                <a:solidFill>
                  <a:srgbClr val="000099"/>
                </a:solidFill>
                <a:latin typeface="微软雅黑" panose="020B0503020204020204" pitchFamily="34" charset="-122"/>
                <a:ea typeface="微软雅黑" panose="020B0503020204020204" pitchFamily="34" charset="-122"/>
              </a:rPr>
              <a:t>的七层协议体系结构</a:t>
            </a:r>
          </a:p>
        </p:txBody>
      </p:sp>
      <p:sp>
        <p:nvSpPr>
          <p:cNvPr id="66" name="Text Box 12"/>
          <p:cNvSpPr txBox="1">
            <a:spLocks noChangeArrowheads="1"/>
          </p:cNvSpPr>
          <p:nvPr/>
        </p:nvSpPr>
        <p:spPr bwMode="auto">
          <a:xfrm>
            <a:off x="3432593" y="1194208"/>
            <a:ext cx="2461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400" b="1" dirty="0">
                <a:latin typeface="微软雅黑" panose="020B0503020204020204" pitchFamily="34" charset="-122"/>
                <a:ea typeface="微软雅黑" panose="020B0503020204020204" pitchFamily="34" charset="-122"/>
              </a:rPr>
              <a:t>TCP/IP </a:t>
            </a:r>
            <a:r>
              <a:rPr kumimoji="1" lang="zh-CN" altLang="en-US" sz="1400" b="1" dirty="0">
                <a:latin typeface="微软雅黑" panose="020B0503020204020204" pitchFamily="34" charset="-122"/>
                <a:ea typeface="微软雅黑" panose="020B0503020204020204" pitchFamily="34" charset="-122"/>
              </a:rPr>
              <a:t>的四层协议体系结构</a:t>
            </a:r>
          </a:p>
        </p:txBody>
      </p:sp>
      <p:sp>
        <p:nvSpPr>
          <p:cNvPr id="67" name="Text Box 95"/>
          <p:cNvSpPr txBox="1">
            <a:spLocks noChangeArrowheads="1"/>
          </p:cNvSpPr>
          <p:nvPr/>
        </p:nvSpPr>
        <p:spPr bwMode="auto">
          <a:xfrm>
            <a:off x="1993066" y="3843746"/>
            <a:ext cx="3921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dirty="0">
                <a:latin typeface="微软雅黑" panose="020B0503020204020204" pitchFamily="34" charset="-122"/>
                <a:ea typeface="微软雅黑" panose="020B0503020204020204" pitchFamily="34" charset="-122"/>
              </a:rPr>
              <a:t>(a)</a:t>
            </a:r>
          </a:p>
        </p:txBody>
      </p:sp>
      <p:sp>
        <p:nvSpPr>
          <p:cNvPr id="68" name="Text Box 96"/>
          <p:cNvSpPr txBox="1">
            <a:spLocks noChangeArrowheads="1"/>
          </p:cNvSpPr>
          <p:nvPr/>
        </p:nvSpPr>
        <p:spPr bwMode="auto">
          <a:xfrm>
            <a:off x="4328191" y="3843746"/>
            <a:ext cx="40481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dirty="0">
                <a:latin typeface="微软雅黑" panose="020B0503020204020204" pitchFamily="34" charset="-122"/>
                <a:ea typeface="微软雅黑" panose="020B0503020204020204" pitchFamily="34" charset="-122"/>
              </a:rPr>
              <a:t>(b)</a:t>
            </a:r>
          </a:p>
        </p:txBody>
      </p:sp>
      <p:sp>
        <p:nvSpPr>
          <p:cNvPr id="69" name="Text Box 97"/>
          <p:cNvSpPr txBox="1">
            <a:spLocks noChangeArrowheads="1"/>
          </p:cNvSpPr>
          <p:nvPr/>
        </p:nvSpPr>
        <p:spPr bwMode="auto">
          <a:xfrm>
            <a:off x="6655970" y="3851767"/>
            <a:ext cx="3841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a:latin typeface="微软雅黑" panose="020B0503020204020204" pitchFamily="34" charset="-122"/>
                <a:ea typeface="微软雅黑" panose="020B0503020204020204" pitchFamily="34" charset="-122"/>
              </a:rPr>
              <a:t>(c)</a:t>
            </a:r>
          </a:p>
        </p:txBody>
      </p:sp>
      <p:sp>
        <p:nvSpPr>
          <p:cNvPr id="70" name="Text Box 113"/>
          <p:cNvSpPr txBox="1">
            <a:spLocks noChangeArrowheads="1"/>
          </p:cNvSpPr>
          <p:nvPr/>
        </p:nvSpPr>
        <p:spPr bwMode="auto">
          <a:xfrm>
            <a:off x="5946357" y="1189446"/>
            <a:ext cx="18002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fontAlgn="auto" hangingPunct="1">
              <a:spcBef>
                <a:spcPts val="0"/>
              </a:spcBef>
              <a:spcAft>
                <a:spcPts val="0"/>
              </a:spcAft>
              <a:defRPr/>
            </a:pPr>
            <a:r>
              <a:rPr lang="zh-CN" altLang="en-US" sz="1400" b="1" dirty="0">
                <a:solidFill>
                  <a:srgbClr val="C00000"/>
                </a:solidFill>
                <a:latin typeface="微软雅黑" panose="020B0503020204020204" pitchFamily="34" charset="-122"/>
                <a:ea typeface="微软雅黑" panose="020B0503020204020204" pitchFamily="34" charset="-122"/>
              </a:rPr>
              <a:t>五层协议的体系结构</a:t>
            </a:r>
          </a:p>
        </p:txBody>
      </p:sp>
      <p:grpSp>
        <p:nvGrpSpPr>
          <p:cNvPr id="71" name="组合 70"/>
          <p:cNvGrpSpPr/>
          <p:nvPr/>
        </p:nvGrpSpPr>
        <p:grpSpPr>
          <a:xfrm>
            <a:off x="3578724" y="1510121"/>
            <a:ext cx="1974894" cy="2338387"/>
            <a:chOff x="3578724" y="1591761"/>
            <a:chExt cx="1974894" cy="2338387"/>
          </a:xfrm>
        </p:grpSpPr>
        <p:sp>
          <p:nvSpPr>
            <p:cNvPr id="72" name="AutoShape 66"/>
            <p:cNvSpPr>
              <a:spLocks noChangeArrowheads="1"/>
            </p:cNvSpPr>
            <p:nvPr/>
          </p:nvSpPr>
          <p:spPr bwMode="auto">
            <a:xfrm>
              <a:off x="3647070" y="1591761"/>
              <a:ext cx="1889125" cy="2338387"/>
            </a:xfrm>
            <a:prstGeom prst="cube">
              <a:avLst>
                <a:gd name="adj" fmla="val 9144"/>
              </a:avLst>
            </a:prstGeom>
            <a:solidFill>
              <a:srgbClr val="7CE07C"/>
            </a:solidFill>
            <a:ln w="19050">
              <a:solidFill>
                <a:schemeClr val="bg1"/>
              </a:solidFill>
              <a:miter lim="800000"/>
            </a:ln>
          </p:spPr>
          <p:txBody>
            <a:bodyPr wrap="none" anchor="ctr"/>
            <a:lstStyle/>
            <a:p>
              <a:endParaRPr lang="zh-CN" altLang="en-US" sz="1200" b="1">
                <a:solidFill>
                  <a:srgbClr val="1956B9"/>
                </a:solidFill>
                <a:latin typeface="微软雅黑" panose="020B0503020204020204" pitchFamily="34" charset="-122"/>
                <a:ea typeface="微软雅黑" panose="020B0503020204020204" pitchFamily="34" charset="-122"/>
              </a:endParaRPr>
            </a:p>
          </p:txBody>
        </p:sp>
        <p:sp>
          <p:nvSpPr>
            <p:cNvPr id="73" name="Freeform 69"/>
            <p:cNvSpPr/>
            <p:nvPr/>
          </p:nvSpPr>
          <p:spPr bwMode="auto">
            <a:xfrm>
              <a:off x="3642309" y="2488698"/>
              <a:ext cx="1911309" cy="200366"/>
            </a:xfrm>
            <a:custGeom>
              <a:avLst/>
              <a:gdLst>
                <a:gd name="T0" fmla="*/ 2147483647 w 1684"/>
                <a:gd name="T1" fmla="*/ 0 h 176"/>
                <a:gd name="T2" fmla="*/ 2147483647 w 1684"/>
                <a:gd name="T3" fmla="*/ 2147483647 h 176"/>
                <a:gd name="T4" fmla="*/ 0 w 1684"/>
                <a:gd name="T5" fmla="*/ 2147483647 h 176"/>
                <a:gd name="T6" fmla="*/ 0 60000 65536"/>
                <a:gd name="T7" fmla="*/ 0 60000 65536"/>
                <a:gd name="T8" fmla="*/ 0 60000 65536"/>
                <a:gd name="T9" fmla="*/ 0 w 1684"/>
                <a:gd name="T10" fmla="*/ 0 h 176"/>
                <a:gd name="T11" fmla="*/ 1684 w 1684"/>
                <a:gd name="T12" fmla="*/ 176 h 176"/>
              </a:gdLst>
              <a:ahLst/>
              <a:cxnLst>
                <a:cxn ang="T6">
                  <a:pos x="T0" y="T1"/>
                </a:cxn>
                <a:cxn ang="T7">
                  <a:pos x="T2" y="T3"/>
                </a:cxn>
                <a:cxn ang="T8">
                  <a:pos x="T4" y="T5"/>
                </a:cxn>
              </a:cxnLst>
              <a:rect l="T9" t="T10" r="T11" b="T12"/>
              <a:pathLst>
                <a:path w="1684" h="176">
                  <a:moveTo>
                    <a:pt x="1684" y="0"/>
                  </a:moveTo>
                  <a:lnTo>
                    <a:pt x="1528" y="172"/>
                  </a:lnTo>
                  <a:lnTo>
                    <a:pt x="0" y="176"/>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4" name="Freeform 70"/>
            <p:cNvSpPr/>
            <p:nvPr/>
          </p:nvSpPr>
          <p:spPr bwMode="auto">
            <a:xfrm>
              <a:off x="3642309" y="2790240"/>
              <a:ext cx="1907824" cy="212561"/>
            </a:xfrm>
            <a:custGeom>
              <a:avLst/>
              <a:gdLst>
                <a:gd name="T0" fmla="*/ 2147483647 w 1679"/>
                <a:gd name="T1" fmla="*/ 0 h 186"/>
                <a:gd name="T2" fmla="*/ 2147483647 w 1679"/>
                <a:gd name="T3" fmla="*/ 2147483647 h 186"/>
                <a:gd name="T4" fmla="*/ 0 w 1679"/>
                <a:gd name="T5" fmla="*/ 2147483647 h 186"/>
                <a:gd name="T6" fmla="*/ 0 60000 65536"/>
                <a:gd name="T7" fmla="*/ 0 60000 65536"/>
                <a:gd name="T8" fmla="*/ 0 60000 65536"/>
                <a:gd name="T9" fmla="*/ 0 w 1679"/>
                <a:gd name="T10" fmla="*/ 0 h 186"/>
                <a:gd name="T11" fmla="*/ 1679 w 1679"/>
                <a:gd name="T12" fmla="*/ 186 h 186"/>
              </a:gdLst>
              <a:ahLst/>
              <a:cxnLst>
                <a:cxn ang="T6">
                  <a:pos x="T0" y="T1"/>
                </a:cxn>
                <a:cxn ang="T7">
                  <a:pos x="T2" y="T3"/>
                </a:cxn>
                <a:cxn ang="T8">
                  <a:pos x="T4" y="T5"/>
                </a:cxn>
              </a:cxnLst>
              <a:rect l="T9" t="T10" r="T11" b="T12"/>
              <a:pathLst>
                <a:path w="1679" h="186">
                  <a:moveTo>
                    <a:pt x="1679" y="0"/>
                  </a:moveTo>
                  <a:lnTo>
                    <a:pt x="1525" y="186"/>
                  </a:lnTo>
                  <a:lnTo>
                    <a:pt x="0" y="183"/>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5" name="Freeform 71"/>
            <p:cNvSpPr/>
            <p:nvPr/>
          </p:nvSpPr>
          <p:spPr bwMode="auto">
            <a:xfrm>
              <a:off x="3642309" y="3122027"/>
              <a:ext cx="1893886" cy="184684"/>
            </a:xfrm>
            <a:custGeom>
              <a:avLst/>
              <a:gdLst>
                <a:gd name="T0" fmla="*/ 2147483647 w 1668"/>
                <a:gd name="T1" fmla="*/ 0 h 162"/>
                <a:gd name="T2" fmla="*/ 2147483647 w 1668"/>
                <a:gd name="T3" fmla="*/ 2147483647 h 162"/>
                <a:gd name="T4" fmla="*/ 0 w 1668"/>
                <a:gd name="T5" fmla="*/ 2147483647 h 162"/>
                <a:gd name="T6" fmla="*/ 0 60000 65536"/>
                <a:gd name="T7" fmla="*/ 0 60000 65536"/>
                <a:gd name="T8" fmla="*/ 0 60000 65536"/>
                <a:gd name="T9" fmla="*/ 0 w 1668"/>
                <a:gd name="T10" fmla="*/ 0 h 162"/>
                <a:gd name="T11" fmla="*/ 1668 w 1668"/>
                <a:gd name="T12" fmla="*/ 162 h 162"/>
              </a:gdLst>
              <a:ahLst/>
              <a:cxnLst>
                <a:cxn ang="T6">
                  <a:pos x="T0" y="T1"/>
                </a:cxn>
                <a:cxn ang="T7">
                  <a:pos x="T2" y="T3"/>
                </a:cxn>
                <a:cxn ang="T8">
                  <a:pos x="T4" y="T5"/>
                </a:cxn>
              </a:cxnLst>
              <a:rect l="T9" t="T10" r="T11" b="T12"/>
              <a:pathLst>
                <a:path w="1668" h="162">
                  <a:moveTo>
                    <a:pt x="1668" y="0"/>
                  </a:moveTo>
                  <a:lnTo>
                    <a:pt x="1527" y="160"/>
                  </a:lnTo>
                  <a:lnTo>
                    <a:pt x="0" y="16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6" name="Text Box 73"/>
            <p:cNvSpPr txBox="1">
              <a:spLocks noChangeArrowheads="1"/>
            </p:cNvSpPr>
            <p:nvPr/>
          </p:nvSpPr>
          <p:spPr bwMode="auto">
            <a:xfrm>
              <a:off x="3647071" y="1844173"/>
              <a:ext cx="1687178"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a:latin typeface="微软雅黑" panose="020B0503020204020204" pitchFamily="34" charset="-122"/>
                  <a:ea typeface="微软雅黑" panose="020B0503020204020204" pitchFamily="34" charset="-122"/>
                </a:rPr>
                <a:t>4    </a:t>
              </a:r>
              <a:r>
                <a:rPr kumimoji="1" lang="zh-CN" altLang="en-US" sz="1100" b="1" dirty="0">
                  <a:latin typeface="微软雅黑" panose="020B0503020204020204" pitchFamily="34" charset="-122"/>
                  <a:ea typeface="微软雅黑" panose="020B0503020204020204" pitchFamily="34" charset="-122"/>
                </a:rPr>
                <a:t>应用层</a:t>
              </a:r>
            </a:p>
          </p:txBody>
        </p:sp>
        <p:sp>
          <p:nvSpPr>
            <p:cNvPr id="77" name="Text Box 15"/>
            <p:cNvSpPr txBox="1">
              <a:spLocks noChangeArrowheads="1"/>
            </p:cNvSpPr>
            <p:nvPr/>
          </p:nvSpPr>
          <p:spPr bwMode="auto">
            <a:xfrm>
              <a:off x="3642308" y="3374523"/>
              <a:ext cx="163512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a:latin typeface="微软雅黑" panose="020B0503020204020204" pitchFamily="34" charset="-122"/>
                  <a:ea typeface="微软雅黑" panose="020B0503020204020204" pitchFamily="34" charset="-122"/>
                </a:rPr>
                <a:t>1    </a:t>
              </a:r>
              <a:r>
                <a:rPr kumimoji="1" lang="zh-CN" altLang="en-US" sz="1100" b="1" dirty="0">
                  <a:latin typeface="微软雅黑" panose="020B0503020204020204" pitchFamily="34" charset="-122"/>
                  <a:ea typeface="微软雅黑" panose="020B0503020204020204" pitchFamily="34" charset="-122"/>
                </a:rPr>
                <a:t>网络接口层</a:t>
              </a:r>
            </a:p>
          </p:txBody>
        </p:sp>
        <p:sp>
          <p:nvSpPr>
            <p:cNvPr id="78" name="Text Box 9"/>
            <p:cNvSpPr txBox="1">
              <a:spLocks noChangeArrowheads="1"/>
            </p:cNvSpPr>
            <p:nvPr/>
          </p:nvSpPr>
          <p:spPr bwMode="auto">
            <a:xfrm>
              <a:off x="3642309" y="3009398"/>
              <a:ext cx="169194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a:latin typeface="微软雅黑" panose="020B0503020204020204" pitchFamily="34" charset="-122"/>
                  <a:ea typeface="微软雅黑" panose="020B0503020204020204" pitchFamily="34" charset="-122"/>
                </a:rPr>
                <a:t>2</a:t>
              </a:r>
              <a:r>
                <a:rPr kumimoji="1" lang="en-US" altLang="zh-CN" sz="1100" b="1" dirty="0">
                  <a:solidFill>
                    <a:srgbClr val="C00000"/>
                  </a:solidFill>
                  <a:latin typeface="微软雅黑" panose="020B0503020204020204" pitchFamily="34" charset="-122"/>
                  <a:ea typeface="微软雅黑" panose="020B0503020204020204" pitchFamily="34" charset="-122"/>
                </a:rPr>
                <a:t>    </a:t>
              </a:r>
              <a:r>
                <a:rPr kumimoji="1" lang="zh-CN" altLang="en-US" sz="1100" b="1" dirty="0">
                  <a:solidFill>
                    <a:srgbClr val="C00000"/>
                  </a:solidFill>
                  <a:latin typeface="微软雅黑" panose="020B0503020204020204" pitchFamily="34" charset="-122"/>
                  <a:ea typeface="微软雅黑" panose="020B0503020204020204" pitchFamily="34" charset="-122"/>
                </a:rPr>
                <a:t>互联网层 </a:t>
              </a:r>
              <a:r>
                <a:rPr kumimoji="1" lang="en-US" altLang="zh-CN" sz="1100" b="1" dirty="0">
                  <a:solidFill>
                    <a:srgbClr val="C00000"/>
                  </a:solidFill>
                  <a:latin typeface="微软雅黑" panose="020B0503020204020204" pitchFamily="34" charset="-122"/>
                  <a:ea typeface="微软雅黑" panose="020B0503020204020204" pitchFamily="34" charset="-122"/>
                </a:rPr>
                <a:t>IP</a:t>
              </a:r>
            </a:p>
          </p:txBody>
        </p:sp>
        <p:sp>
          <p:nvSpPr>
            <p:cNvPr id="79" name="Text Box 16"/>
            <p:cNvSpPr txBox="1">
              <a:spLocks noChangeArrowheads="1"/>
            </p:cNvSpPr>
            <p:nvPr/>
          </p:nvSpPr>
          <p:spPr bwMode="auto">
            <a:xfrm>
              <a:off x="3660606" y="2104523"/>
              <a:ext cx="1697038"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100" b="1" dirty="0">
                  <a:latin typeface="微软雅黑" panose="020B0503020204020204" pitchFamily="34" charset="-122"/>
                  <a:ea typeface="微软雅黑" panose="020B0503020204020204" pitchFamily="34" charset="-122"/>
                </a:rPr>
                <a:t>(</a:t>
              </a:r>
              <a:r>
                <a:rPr kumimoji="1" lang="zh-CN" altLang="en-US" sz="1100" b="1" dirty="0">
                  <a:latin typeface="微软雅黑" panose="020B0503020204020204" pitchFamily="34" charset="-122"/>
                  <a:ea typeface="微软雅黑" panose="020B0503020204020204" pitchFamily="34" charset="-122"/>
                </a:rPr>
                <a:t>各种应用层协议，如</a:t>
              </a:r>
            </a:p>
            <a:p>
              <a:pPr algn="ctr"/>
              <a:r>
                <a:rPr kumimoji="1" lang="en-US" altLang="zh-CN" sz="1100" b="1" dirty="0">
                  <a:latin typeface="微软雅黑" panose="020B0503020204020204" pitchFamily="34" charset="-122"/>
                  <a:ea typeface="微软雅黑" panose="020B0503020204020204" pitchFamily="34" charset="-122"/>
                </a:rPr>
                <a:t>DNS, HTTP, SMTP </a:t>
              </a:r>
              <a:r>
                <a:rPr kumimoji="1" lang="zh-CN" altLang="zh-CN" sz="1100" b="1" dirty="0">
                  <a:latin typeface="微软雅黑" panose="020B0503020204020204" pitchFamily="34" charset="-122"/>
                  <a:ea typeface="微软雅黑" panose="020B0503020204020204" pitchFamily="34" charset="-122"/>
                </a:rPr>
                <a:t>等</a:t>
              </a:r>
              <a:r>
                <a:rPr kumimoji="1" lang="en-US" altLang="zh-CN" sz="1100" b="1" dirty="0">
                  <a:latin typeface="微软雅黑" panose="020B0503020204020204" pitchFamily="34" charset="-122"/>
                  <a:ea typeface="微软雅黑" panose="020B0503020204020204" pitchFamily="34" charset="-122"/>
                </a:rPr>
                <a:t>)</a:t>
              </a:r>
            </a:p>
          </p:txBody>
        </p:sp>
        <p:sp>
          <p:nvSpPr>
            <p:cNvPr id="80" name="Text Box 41"/>
            <p:cNvSpPr txBox="1">
              <a:spLocks noChangeArrowheads="1"/>
            </p:cNvSpPr>
            <p:nvPr/>
          </p:nvSpPr>
          <p:spPr bwMode="auto">
            <a:xfrm>
              <a:off x="3631348" y="2709361"/>
              <a:ext cx="178446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100" b="1" dirty="0">
                  <a:latin typeface="微软雅黑" panose="020B0503020204020204" pitchFamily="34" charset="-122"/>
                  <a:ea typeface="微软雅黑" panose="020B0503020204020204" pitchFamily="34" charset="-122"/>
                </a:rPr>
                <a:t>3   </a:t>
              </a:r>
              <a:r>
                <a:rPr kumimoji="1" lang="zh-CN" altLang="en-US" sz="1100" b="1" dirty="0">
                  <a:latin typeface="微软雅黑" panose="020B0503020204020204" pitchFamily="34" charset="-122"/>
                  <a:ea typeface="微软雅黑" panose="020B0503020204020204" pitchFamily="34" charset="-122"/>
                </a:rPr>
                <a:t>传输层 </a:t>
              </a:r>
              <a:r>
                <a:rPr kumimoji="1" lang="en-US" altLang="zh-CN" sz="1100" b="1" dirty="0">
                  <a:latin typeface="微软雅黑" panose="020B0503020204020204" pitchFamily="34" charset="-122"/>
                  <a:ea typeface="微软雅黑" panose="020B0503020204020204" pitchFamily="34" charset="-122"/>
                </a:rPr>
                <a:t>(TCP </a:t>
              </a:r>
              <a:r>
                <a:rPr kumimoji="1" lang="zh-CN" altLang="en-US" sz="1100" b="1" dirty="0">
                  <a:latin typeface="微软雅黑" panose="020B0503020204020204" pitchFamily="34" charset="-122"/>
                  <a:ea typeface="微软雅黑" panose="020B0503020204020204" pitchFamily="34" charset="-122"/>
                </a:rPr>
                <a:t>或 </a:t>
              </a:r>
              <a:r>
                <a:rPr kumimoji="1" lang="en-US" altLang="zh-CN" sz="1100" b="1" dirty="0">
                  <a:latin typeface="微软雅黑" panose="020B0503020204020204" pitchFamily="34" charset="-122"/>
                  <a:ea typeface="微软雅黑" panose="020B0503020204020204" pitchFamily="34" charset="-122"/>
                </a:rPr>
                <a:t>UDP)</a:t>
              </a:r>
            </a:p>
          </p:txBody>
        </p:sp>
        <p:sp>
          <p:nvSpPr>
            <p:cNvPr id="81" name="Text Box 15"/>
            <p:cNvSpPr txBox="1">
              <a:spLocks noChangeArrowheads="1"/>
            </p:cNvSpPr>
            <p:nvPr/>
          </p:nvSpPr>
          <p:spPr bwMode="auto">
            <a:xfrm>
              <a:off x="3578724" y="3609473"/>
              <a:ext cx="1878012"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（这一层并没有具体内容）</a:t>
              </a:r>
            </a:p>
          </p:txBody>
        </p:sp>
      </p:grpSp>
      <p:cxnSp>
        <p:nvCxnSpPr>
          <p:cNvPr id="82" name="直接连接符 81"/>
          <p:cNvCxnSpPr/>
          <p:nvPr/>
        </p:nvCxnSpPr>
        <p:spPr>
          <a:xfrm>
            <a:off x="5334249" y="3212088"/>
            <a:ext cx="939718" cy="0"/>
          </a:xfrm>
          <a:prstGeom prst="line">
            <a:avLst/>
          </a:prstGeom>
          <a:ln w="19050">
            <a:solidFill>
              <a:srgbClr val="000066"/>
            </a:solidFill>
            <a:prstDash val="sysDot"/>
          </a:ln>
        </p:spPr>
        <p:style>
          <a:lnRef idx="1">
            <a:schemeClr val="dk1"/>
          </a:lnRef>
          <a:fillRef idx="0">
            <a:schemeClr val="dk1"/>
          </a:fillRef>
          <a:effectRef idx="0">
            <a:schemeClr val="dk1"/>
          </a:effectRef>
          <a:fontRef idx="minor">
            <a:schemeClr val="tx1"/>
          </a:fontRef>
        </p:style>
      </p:cxnSp>
      <p:cxnSp>
        <p:nvCxnSpPr>
          <p:cNvPr id="83" name="直接连接符 82"/>
          <p:cNvCxnSpPr/>
          <p:nvPr/>
        </p:nvCxnSpPr>
        <p:spPr>
          <a:xfrm>
            <a:off x="5334249" y="3840821"/>
            <a:ext cx="939718" cy="0"/>
          </a:xfrm>
          <a:prstGeom prst="line">
            <a:avLst/>
          </a:prstGeom>
          <a:ln w="19050">
            <a:solidFill>
              <a:srgbClr val="000066"/>
            </a:solidFill>
            <a:prstDash val="sysDot"/>
          </a:ln>
        </p:spPr>
        <p:style>
          <a:lnRef idx="1">
            <a:schemeClr val="dk1"/>
          </a:lnRef>
          <a:fillRef idx="0">
            <a:schemeClr val="dk1"/>
          </a:fillRef>
          <a:effectRef idx="0">
            <a:schemeClr val="dk1"/>
          </a:effectRef>
          <a:fontRef idx="minor">
            <a:schemeClr val="tx1"/>
          </a:fontRef>
        </p:style>
      </p:cxnSp>
      <p:grpSp>
        <p:nvGrpSpPr>
          <p:cNvPr id="84" name="组合 83"/>
          <p:cNvGrpSpPr/>
          <p:nvPr/>
        </p:nvGrpSpPr>
        <p:grpSpPr>
          <a:xfrm>
            <a:off x="6217820" y="1541954"/>
            <a:ext cx="1341437" cy="2350069"/>
            <a:chOff x="6217820" y="1623594"/>
            <a:chExt cx="1341437" cy="2350069"/>
          </a:xfrm>
        </p:grpSpPr>
        <p:sp>
          <p:nvSpPr>
            <p:cNvPr id="85" name="AutoShape 98"/>
            <p:cNvSpPr>
              <a:spLocks noChangeArrowheads="1"/>
            </p:cNvSpPr>
            <p:nvPr/>
          </p:nvSpPr>
          <p:spPr bwMode="auto">
            <a:xfrm>
              <a:off x="6220995" y="1623594"/>
              <a:ext cx="1338262" cy="2300288"/>
            </a:xfrm>
            <a:prstGeom prst="cube">
              <a:avLst>
                <a:gd name="adj" fmla="val 9144"/>
              </a:avLst>
            </a:prstGeom>
            <a:solidFill>
              <a:srgbClr val="0099FF"/>
            </a:solidFill>
            <a:ln w="19050">
              <a:solidFill>
                <a:srgbClr val="000066"/>
              </a:solidFill>
              <a:miter lim="800000"/>
            </a:ln>
          </p:spPr>
          <p:txBody>
            <a:bodyPr wrap="none" anchor="ctr"/>
            <a:lstStyle/>
            <a:p>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86" name="Freeform 101"/>
            <p:cNvSpPr/>
            <p:nvPr/>
          </p:nvSpPr>
          <p:spPr bwMode="auto">
            <a:xfrm>
              <a:off x="6220995" y="2496719"/>
              <a:ext cx="1328737"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7" name="Freeform 102"/>
            <p:cNvSpPr/>
            <p:nvPr/>
          </p:nvSpPr>
          <p:spPr bwMode="auto">
            <a:xfrm>
              <a:off x="6220995" y="2817478"/>
              <a:ext cx="1328737" cy="173037"/>
            </a:xfrm>
            <a:custGeom>
              <a:avLst/>
              <a:gdLst>
                <a:gd name="T0" fmla="*/ 2147483647 w 2049"/>
                <a:gd name="T1" fmla="*/ 0 h 185"/>
                <a:gd name="T2" fmla="*/ 2147483647 w 2049"/>
                <a:gd name="T3" fmla="*/ 2147483647 h 185"/>
                <a:gd name="T4" fmla="*/ 0 w 2049"/>
                <a:gd name="T5" fmla="*/ 2147483647 h 185"/>
                <a:gd name="T6" fmla="*/ 0 60000 65536"/>
                <a:gd name="T7" fmla="*/ 0 60000 65536"/>
                <a:gd name="T8" fmla="*/ 0 60000 65536"/>
                <a:gd name="T9" fmla="*/ 0 w 2049"/>
                <a:gd name="T10" fmla="*/ 0 h 185"/>
                <a:gd name="T11" fmla="*/ 2049 w 2049"/>
                <a:gd name="T12" fmla="*/ 185 h 185"/>
              </a:gdLst>
              <a:ahLst/>
              <a:cxnLst>
                <a:cxn ang="T6">
                  <a:pos x="T0" y="T1"/>
                </a:cxn>
                <a:cxn ang="T7">
                  <a:pos x="T2" y="T3"/>
                </a:cxn>
                <a:cxn ang="T8">
                  <a:pos x="T4" y="T5"/>
                </a:cxn>
              </a:cxnLst>
              <a:rect l="T9" t="T10" r="T11" b="T12"/>
              <a:pathLst>
                <a:path w="2049" h="185">
                  <a:moveTo>
                    <a:pt x="2049" y="0"/>
                  </a:moveTo>
                  <a:lnTo>
                    <a:pt x="1873" y="185"/>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8" name="Freeform 103"/>
            <p:cNvSpPr/>
            <p:nvPr/>
          </p:nvSpPr>
          <p:spPr bwMode="auto">
            <a:xfrm>
              <a:off x="6219407" y="3122194"/>
              <a:ext cx="1330325" cy="174625"/>
            </a:xfrm>
            <a:custGeom>
              <a:avLst/>
              <a:gdLst>
                <a:gd name="T0" fmla="*/ 2147483647 w 2049"/>
                <a:gd name="T1" fmla="*/ 0 h 187"/>
                <a:gd name="T2" fmla="*/ 2147483647 w 2049"/>
                <a:gd name="T3" fmla="*/ 2147483647 h 187"/>
                <a:gd name="T4" fmla="*/ 0 w 2049"/>
                <a:gd name="T5" fmla="*/ 2147483647 h 187"/>
                <a:gd name="T6" fmla="*/ 0 60000 65536"/>
                <a:gd name="T7" fmla="*/ 0 60000 65536"/>
                <a:gd name="T8" fmla="*/ 0 60000 65536"/>
                <a:gd name="T9" fmla="*/ 0 w 2049"/>
                <a:gd name="T10" fmla="*/ 0 h 187"/>
                <a:gd name="T11" fmla="*/ 2049 w 2049"/>
                <a:gd name="T12" fmla="*/ 187 h 187"/>
              </a:gdLst>
              <a:ahLst/>
              <a:cxnLst>
                <a:cxn ang="T6">
                  <a:pos x="T0" y="T1"/>
                </a:cxn>
                <a:cxn ang="T7">
                  <a:pos x="T2" y="T3"/>
                </a:cxn>
                <a:cxn ang="T8">
                  <a:pos x="T4" y="T5"/>
                </a:cxn>
              </a:cxnLst>
              <a:rect l="T9" t="T10" r="T11" b="T12"/>
              <a:pathLst>
                <a:path w="2049" h="187">
                  <a:moveTo>
                    <a:pt x="2049" y="0"/>
                  </a:moveTo>
                  <a:lnTo>
                    <a:pt x="1863" y="187"/>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9" name="Freeform 104"/>
            <p:cNvSpPr/>
            <p:nvPr/>
          </p:nvSpPr>
          <p:spPr bwMode="auto">
            <a:xfrm>
              <a:off x="6217820" y="3434932"/>
              <a:ext cx="1330325" cy="169862"/>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90" name="Text Box 106"/>
            <p:cNvSpPr txBox="1">
              <a:spLocks noChangeArrowheads="1"/>
            </p:cNvSpPr>
            <p:nvPr/>
          </p:nvSpPr>
          <p:spPr bwMode="auto">
            <a:xfrm>
              <a:off x="6667082" y="2698332"/>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传输层</a:t>
              </a:r>
            </a:p>
          </p:txBody>
        </p:sp>
        <p:sp>
          <p:nvSpPr>
            <p:cNvPr id="91" name="Text Box 107"/>
            <p:cNvSpPr txBox="1">
              <a:spLocks noChangeArrowheads="1"/>
            </p:cNvSpPr>
            <p:nvPr/>
          </p:nvSpPr>
          <p:spPr bwMode="auto">
            <a:xfrm>
              <a:off x="6675020" y="3023769"/>
              <a:ext cx="608012"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rgbClr val="FFFF00"/>
                  </a:solidFill>
                  <a:latin typeface="微软雅黑" panose="020B0503020204020204" pitchFamily="34" charset="-122"/>
                  <a:ea typeface="微软雅黑" panose="020B0503020204020204" pitchFamily="34" charset="-122"/>
                </a:rPr>
                <a:t>网络层</a:t>
              </a:r>
            </a:p>
          </p:txBody>
        </p:sp>
        <p:sp>
          <p:nvSpPr>
            <p:cNvPr id="92" name="Text Box 108"/>
            <p:cNvSpPr txBox="1">
              <a:spLocks noChangeArrowheads="1"/>
            </p:cNvSpPr>
            <p:nvPr/>
          </p:nvSpPr>
          <p:spPr bwMode="auto">
            <a:xfrm>
              <a:off x="6675020" y="2020469"/>
              <a:ext cx="608012"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应用层</a:t>
              </a:r>
            </a:p>
          </p:txBody>
        </p:sp>
        <p:sp>
          <p:nvSpPr>
            <p:cNvPr id="93" name="Text Box 110"/>
            <p:cNvSpPr txBox="1">
              <a:spLocks noChangeArrowheads="1"/>
            </p:cNvSpPr>
            <p:nvPr/>
          </p:nvSpPr>
          <p:spPr bwMode="auto">
            <a:xfrm>
              <a:off x="6571832" y="3319044"/>
              <a:ext cx="8890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数据链路层</a:t>
              </a:r>
            </a:p>
          </p:txBody>
        </p:sp>
        <p:sp>
          <p:nvSpPr>
            <p:cNvPr id="94" name="Text Box 111"/>
            <p:cNvSpPr txBox="1">
              <a:spLocks noChangeArrowheads="1"/>
            </p:cNvSpPr>
            <p:nvPr/>
          </p:nvSpPr>
          <p:spPr bwMode="auto">
            <a:xfrm>
              <a:off x="6675020" y="3633369"/>
              <a:ext cx="608012"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solidFill>
                    <a:schemeClr val="bg1"/>
                  </a:solidFill>
                  <a:latin typeface="微软雅黑" panose="020B0503020204020204" pitchFamily="34" charset="-122"/>
                  <a:ea typeface="微软雅黑" panose="020B0503020204020204" pitchFamily="34" charset="-122"/>
                </a:rPr>
                <a:t>物理层</a:t>
              </a:r>
            </a:p>
          </p:txBody>
        </p:sp>
        <p:sp>
          <p:nvSpPr>
            <p:cNvPr id="95" name="Text Box 112"/>
            <p:cNvSpPr txBox="1">
              <a:spLocks noChangeArrowheads="1"/>
            </p:cNvSpPr>
            <p:nvPr/>
          </p:nvSpPr>
          <p:spPr bwMode="auto">
            <a:xfrm>
              <a:off x="6282907" y="1629944"/>
              <a:ext cx="271228" cy="2343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90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5</a:t>
              </a:r>
            </a:p>
            <a:p>
              <a:pPr>
                <a:lnSpc>
                  <a:spcPct val="190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4</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3</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2</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1</a:t>
              </a:r>
            </a:p>
          </p:txBody>
        </p:sp>
      </p:grpSp>
    </p:spTree>
    <p:extLst>
      <p:ext uri="{BB962C8B-B14F-4D97-AF65-F5344CB8AC3E}">
        <p14:creationId xmlns:p14="http://schemas.microsoft.com/office/powerpoint/2010/main" val="1835562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afterEffect">
                                  <p:stCondLst>
                                    <p:cond delay="0"/>
                                  </p:stCondLst>
                                  <p:endCondLst>
                                    <p:cond evt="onNext" delay="0">
                                      <p:tgtEl>
                                        <p:sldTgt/>
                                      </p:tgtEl>
                                    </p:cond>
                                  </p:endCondLst>
                                  <p:childTnLst>
                                    <p:anim calcmode="discrete" valueType="str">
                                      <p:cBhvr>
                                        <p:cTn id="6"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3">
            <a:extLst>
              <a:ext uri="{FF2B5EF4-FFF2-40B4-BE49-F238E27FC236}">
                <a16:creationId xmlns:a16="http://schemas.microsoft.com/office/drawing/2014/main" id="{7433CBAE-099C-729C-E316-8641D4C146FD}"/>
              </a:ext>
            </a:extLst>
          </p:cNvPr>
          <p:cNvSpPr>
            <a:spLocks noChangeArrowheads="1"/>
          </p:cNvSpPr>
          <p:nvPr/>
        </p:nvSpPr>
        <p:spPr bwMode="auto">
          <a:xfrm>
            <a:off x="1672834" y="4296732"/>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13" name="Rectangle 12"/>
          <p:cNvSpPr>
            <a:spLocks noChangeArrowheads="1"/>
          </p:cNvSpPr>
          <p:nvPr/>
        </p:nvSpPr>
        <p:spPr bwMode="auto">
          <a:xfrm>
            <a:off x="1673794" y="3916560"/>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6" name="Rectangle 10"/>
          <p:cNvSpPr>
            <a:spLocks noChangeArrowheads="1"/>
          </p:cNvSpPr>
          <p:nvPr/>
        </p:nvSpPr>
        <p:spPr bwMode="auto">
          <a:xfrm>
            <a:off x="1673794" y="2395856"/>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7" name="Rectangle 11"/>
          <p:cNvSpPr>
            <a:spLocks noChangeArrowheads="1"/>
          </p:cNvSpPr>
          <p:nvPr/>
        </p:nvSpPr>
        <p:spPr bwMode="auto">
          <a:xfrm>
            <a:off x="1673794" y="2776032"/>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8" name="Rectangle 12"/>
          <p:cNvSpPr>
            <a:spLocks noChangeArrowheads="1"/>
          </p:cNvSpPr>
          <p:nvPr/>
        </p:nvSpPr>
        <p:spPr bwMode="auto">
          <a:xfrm>
            <a:off x="1673794" y="3156208"/>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9" name="Rectangle 13"/>
          <p:cNvSpPr>
            <a:spLocks noChangeArrowheads="1"/>
          </p:cNvSpPr>
          <p:nvPr/>
        </p:nvSpPr>
        <p:spPr bwMode="auto">
          <a:xfrm>
            <a:off x="1672835" y="3536384"/>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19" name="Rectangle 9"/>
          <p:cNvSpPr>
            <a:spLocks noChangeArrowheads="1"/>
          </p:cNvSpPr>
          <p:nvPr/>
        </p:nvSpPr>
        <p:spPr bwMode="auto">
          <a:xfrm>
            <a:off x="1673794" y="494976"/>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0" name="Rectangle 10"/>
          <p:cNvSpPr>
            <a:spLocks noChangeArrowheads="1"/>
          </p:cNvSpPr>
          <p:nvPr/>
        </p:nvSpPr>
        <p:spPr bwMode="auto">
          <a:xfrm>
            <a:off x="1673794" y="875152"/>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1" name="Rectangle 11"/>
          <p:cNvSpPr>
            <a:spLocks noChangeArrowheads="1"/>
          </p:cNvSpPr>
          <p:nvPr/>
        </p:nvSpPr>
        <p:spPr bwMode="auto">
          <a:xfrm>
            <a:off x="1673794" y="1255328"/>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2" name="Rectangle 12"/>
          <p:cNvSpPr>
            <a:spLocks noChangeArrowheads="1"/>
          </p:cNvSpPr>
          <p:nvPr/>
        </p:nvSpPr>
        <p:spPr bwMode="auto">
          <a:xfrm>
            <a:off x="1673794" y="1635504"/>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3" name="Rectangle 13"/>
          <p:cNvSpPr>
            <a:spLocks noChangeArrowheads="1"/>
          </p:cNvSpPr>
          <p:nvPr/>
        </p:nvSpPr>
        <p:spPr bwMode="auto">
          <a:xfrm>
            <a:off x="1673794" y="2015680"/>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p>
            <a:pPr algn="ctr" eaLnBrk="0" hangingPunct="0">
              <a:lnSpc>
                <a:spcPts val="3800"/>
              </a:lnSpc>
            </a:pPr>
            <a:endParaRPr lang="fr-FR">
              <a:solidFill>
                <a:srgbClr val="FFFFFF"/>
              </a:solidFill>
              <a:latin typeface="宋体" charset="-122"/>
            </a:endParaRPr>
          </a:p>
        </p:txBody>
      </p:sp>
      <p:sp>
        <p:nvSpPr>
          <p:cNvPr id="24" name="Line 16"/>
          <p:cNvSpPr>
            <a:spLocks noChangeShapeType="1"/>
          </p:cNvSpPr>
          <p:nvPr/>
        </p:nvSpPr>
        <p:spPr bwMode="auto">
          <a:xfrm>
            <a:off x="2421504" y="500942"/>
            <a:ext cx="0" cy="4225536"/>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pPr>
              <a:lnSpc>
                <a:spcPts val="3800"/>
              </a:lnSpc>
            </a:pPr>
            <a:endParaRPr lang="zh-CN" altLang="en-US"/>
          </a:p>
        </p:txBody>
      </p:sp>
      <p:sp>
        <p:nvSpPr>
          <p:cNvPr id="30" name="Rectangle 17"/>
          <p:cNvSpPr>
            <a:spLocks noChangeArrowheads="1"/>
          </p:cNvSpPr>
          <p:nvPr/>
        </p:nvSpPr>
        <p:spPr bwMode="auto">
          <a:xfrm>
            <a:off x="1705542" y="415438"/>
            <a:ext cx="5678669" cy="428912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dist" eaLnBrk="0" hangingPunct="0">
              <a:lnSpc>
                <a:spcPts val="3000"/>
              </a:lnSpc>
            </a:pPr>
            <a:r>
              <a:rPr lang="en-US" altLang="zh-CN" sz="2000" b="1" dirty="0">
                <a:solidFill>
                  <a:schemeClr val="bg1"/>
                </a:solidFill>
                <a:latin typeface="微软雅黑" pitchFamily="34" charset="-122"/>
                <a:ea typeface="微软雅黑" pitchFamily="34" charset="-122"/>
              </a:rPr>
              <a:t>4.1                                               </a:t>
            </a:r>
            <a:r>
              <a:rPr lang="zh-CN" altLang="en-US" sz="2000" b="1" dirty="0">
                <a:solidFill>
                  <a:schemeClr val="bg1"/>
                </a:solidFill>
                <a:latin typeface="微软雅黑" pitchFamily="34" charset="-122"/>
                <a:ea typeface="微软雅黑" pitchFamily="34" charset="-122"/>
              </a:rPr>
              <a:t>互联网协议</a:t>
            </a:r>
            <a:r>
              <a:rPr lang="en-US" altLang="zh-CN" sz="2000" b="1" dirty="0">
                <a:solidFill>
                  <a:schemeClr val="bg1"/>
                </a:solidFill>
                <a:latin typeface="微软雅黑" pitchFamily="34" charset="-122"/>
                <a:ea typeface="微软雅黑" pitchFamily="34" charset="-122"/>
              </a:rPr>
              <a:t>IP</a:t>
            </a:r>
            <a:endParaRPr lang="zh-CN" altLang="en-US" sz="2000" b="1" dirty="0">
              <a:solidFill>
                <a:schemeClr val="bg1"/>
              </a:solidFill>
              <a:latin typeface="微软雅黑" pitchFamily="34" charset="-122"/>
              <a:ea typeface="微软雅黑" pitchFamily="34" charset="-122"/>
            </a:endParaRPr>
          </a:p>
          <a:p>
            <a:pPr algn="dist" eaLnBrk="0" hangingPunct="0">
              <a:lnSpc>
                <a:spcPts val="3000"/>
              </a:lnSpc>
            </a:pPr>
            <a:r>
              <a:rPr lang="en-US" altLang="zh-CN" sz="2000" b="1" dirty="0">
                <a:solidFill>
                  <a:schemeClr val="bg1"/>
                </a:solidFill>
                <a:latin typeface="微软雅黑" pitchFamily="34" charset="-122"/>
                <a:ea typeface="微软雅黑" pitchFamily="34" charset="-122"/>
              </a:rPr>
              <a:t>4.2                                    IP </a:t>
            </a:r>
            <a:r>
              <a:rPr lang="zh-CN" altLang="en-US" sz="2000" b="1" dirty="0">
                <a:solidFill>
                  <a:schemeClr val="bg1"/>
                </a:solidFill>
                <a:latin typeface="微软雅黑" pitchFamily="34" charset="-122"/>
                <a:ea typeface="微软雅黑" pitchFamily="34" charset="-122"/>
              </a:rPr>
              <a:t>层转发分组的过程</a:t>
            </a:r>
            <a:endParaRPr lang="en-US" altLang="zh-CN" sz="2000" b="1" dirty="0">
              <a:solidFill>
                <a:schemeClr val="bg1"/>
              </a:solidFill>
              <a:latin typeface="微软雅黑" pitchFamily="34" charset="-122"/>
              <a:ea typeface="微软雅黑" pitchFamily="34" charset="-122"/>
            </a:endParaRPr>
          </a:p>
          <a:p>
            <a:pPr algn="dist" eaLnBrk="0" hangingPunct="0">
              <a:lnSpc>
                <a:spcPts val="3000"/>
              </a:lnSpc>
            </a:pPr>
            <a:r>
              <a:rPr lang="en-US" altLang="zh-CN" sz="2000" b="1" dirty="0">
                <a:solidFill>
                  <a:schemeClr val="bg1"/>
                </a:solidFill>
                <a:latin typeface="微软雅黑" pitchFamily="34" charset="-122"/>
                <a:ea typeface="微软雅黑" pitchFamily="34" charset="-122"/>
              </a:rPr>
              <a:t>4.3                           </a:t>
            </a:r>
            <a:r>
              <a:rPr lang="zh-CN" altLang="en-US" sz="2000" b="1" dirty="0">
                <a:solidFill>
                  <a:schemeClr val="bg1"/>
                </a:solidFill>
                <a:latin typeface="微软雅黑" pitchFamily="34" charset="-122"/>
                <a:ea typeface="微软雅黑" pitchFamily="34" charset="-122"/>
              </a:rPr>
              <a:t>互联网控制报文协议 </a:t>
            </a:r>
            <a:r>
              <a:rPr lang="en-US" altLang="zh-CN" sz="2000" b="1" dirty="0">
                <a:solidFill>
                  <a:schemeClr val="bg1"/>
                </a:solidFill>
                <a:latin typeface="微软雅黑" pitchFamily="34" charset="-122"/>
                <a:ea typeface="微软雅黑" pitchFamily="34" charset="-122"/>
              </a:rPr>
              <a:t>ICMP</a:t>
            </a:r>
            <a:endParaRPr lang="zh-CN" altLang="en-US" sz="2000" b="1" dirty="0">
              <a:solidFill>
                <a:schemeClr val="bg1"/>
              </a:solidFill>
              <a:latin typeface="微软雅黑" pitchFamily="34" charset="-122"/>
              <a:ea typeface="微软雅黑" pitchFamily="34" charset="-122"/>
            </a:endParaRPr>
          </a:p>
          <a:p>
            <a:pPr algn="dist" eaLnBrk="0" hangingPunct="0">
              <a:lnSpc>
                <a:spcPts val="3000"/>
              </a:lnSpc>
            </a:pPr>
            <a:r>
              <a:rPr lang="en-US" altLang="zh-CN" sz="2000" b="1" dirty="0">
                <a:solidFill>
                  <a:schemeClr val="bg1"/>
                </a:solidFill>
                <a:latin typeface="微软雅黑" pitchFamily="34" charset="-122"/>
                <a:ea typeface="微软雅黑" pitchFamily="34" charset="-122"/>
              </a:rPr>
              <a:t>4.4                             </a:t>
            </a:r>
            <a:r>
              <a:rPr lang="zh-CN" altLang="en-US" sz="2000" b="1" dirty="0">
                <a:solidFill>
                  <a:schemeClr val="bg1"/>
                </a:solidFill>
                <a:latin typeface="微软雅黑" pitchFamily="34" charset="-122"/>
                <a:ea typeface="微软雅黑" pitchFamily="34" charset="-122"/>
              </a:rPr>
              <a:t>动态主机配置协议 </a:t>
            </a:r>
            <a:r>
              <a:rPr lang="en-US" altLang="zh-CN" sz="2000" b="1" dirty="0">
                <a:solidFill>
                  <a:schemeClr val="bg1"/>
                </a:solidFill>
                <a:latin typeface="微软雅黑" pitchFamily="34" charset="-122"/>
                <a:ea typeface="微软雅黑" pitchFamily="34" charset="-122"/>
              </a:rPr>
              <a:t>DHCP</a:t>
            </a:r>
          </a:p>
          <a:p>
            <a:pPr algn="dist" eaLnBrk="0" hangingPunct="0">
              <a:lnSpc>
                <a:spcPts val="3000"/>
              </a:lnSpc>
            </a:pPr>
            <a:r>
              <a:rPr lang="en-US" altLang="zh-CN" sz="2000" b="1" dirty="0">
                <a:solidFill>
                  <a:schemeClr val="bg1"/>
                </a:solidFill>
                <a:latin typeface="微软雅黑" pitchFamily="34" charset="-122"/>
                <a:ea typeface="微软雅黑" pitchFamily="34" charset="-122"/>
              </a:rPr>
              <a:t>4.5                                                           IPv6</a:t>
            </a:r>
            <a:endParaRPr lang="zh-CN" altLang="en-US" sz="2000" b="1" dirty="0">
              <a:solidFill>
                <a:schemeClr val="bg1"/>
              </a:solidFill>
              <a:latin typeface="微软雅黑" pitchFamily="34" charset="-122"/>
              <a:ea typeface="微软雅黑" pitchFamily="34" charset="-122"/>
            </a:endParaRPr>
          </a:p>
          <a:p>
            <a:pPr algn="dist" eaLnBrk="0" hangingPunct="0">
              <a:lnSpc>
                <a:spcPts val="3000"/>
              </a:lnSpc>
            </a:pPr>
            <a:r>
              <a:rPr lang="en-US" altLang="zh-CN" sz="2000" b="1" dirty="0">
                <a:solidFill>
                  <a:schemeClr val="bg1"/>
                </a:solidFill>
                <a:latin typeface="微软雅黑" pitchFamily="34" charset="-122"/>
                <a:ea typeface="微软雅黑" pitchFamily="34" charset="-122"/>
              </a:rPr>
              <a:t>4.6                                        </a:t>
            </a:r>
            <a:r>
              <a:rPr lang="zh-CN" altLang="en-US" sz="2000" b="1" dirty="0">
                <a:solidFill>
                  <a:schemeClr val="bg1"/>
                </a:solidFill>
                <a:latin typeface="微软雅黑" pitchFamily="34" charset="-122"/>
                <a:ea typeface="微软雅黑" pitchFamily="34" charset="-122"/>
              </a:rPr>
              <a:t>互联网的路由协议</a:t>
            </a:r>
            <a:endParaRPr lang="en-US" altLang="zh-CN" sz="2000" b="1" dirty="0">
              <a:solidFill>
                <a:schemeClr val="bg1"/>
              </a:solidFill>
              <a:latin typeface="微软雅黑" pitchFamily="34" charset="-122"/>
              <a:ea typeface="微软雅黑" pitchFamily="34" charset="-122"/>
            </a:endParaRPr>
          </a:p>
          <a:p>
            <a:pPr algn="dist" eaLnBrk="0" hangingPunct="0">
              <a:lnSpc>
                <a:spcPts val="3000"/>
              </a:lnSpc>
            </a:pPr>
            <a:r>
              <a:rPr lang="en-US" altLang="zh-CN" sz="2000" b="1" dirty="0">
                <a:solidFill>
                  <a:schemeClr val="bg1"/>
                </a:solidFill>
                <a:latin typeface="微软雅黑" pitchFamily="34" charset="-122"/>
                <a:ea typeface="微软雅黑" pitchFamily="34" charset="-122"/>
              </a:rPr>
              <a:t>4.7                                              </a:t>
            </a:r>
            <a:r>
              <a:rPr lang="zh-CN" altLang="en-US" sz="2000" b="1" dirty="0">
                <a:solidFill>
                  <a:schemeClr val="bg1"/>
                </a:solidFill>
                <a:latin typeface="微软雅黑" pitchFamily="34" charset="-122"/>
                <a:ea typeface="微软雅黑" pitchFamily="34" charset="-122"/>
              </a:rPr>
              <a:t>路由器的构成</a:t>
            </a:r>
            <a:endParaRPr lang="en-US" altLang="zh-CN" sz="2000" b="1" dirty="0">
              <a:solidFill>
                <a:schemeClr val="bg1"/>
              </a:solidFill>
              <a:latin typeface="微软雅黑" pitchFamily="34" charset="-122"/>
              <a:ea typeface="微软雅黑" pitchFamily="34" charset="-122"/>
            </a:endParaRPr>
          </a:p>
          <a:p>
            <a:pPr algn="dist" eaLnBrk="0" hangingPunct="0">
              <a:lnSpc>
                <a:spcPts val="3000"/>
              </a:lnSpc>
            </a:pPr>
            <a:r>
              <a:rPr lang="en-US" altLang="zh-CN" sz="2000" b="1" dirty="0">
                <a:solidFill>
                  <a:schemeClr val="bg1"/>
                </a:solidFill>
                <a:latin typeface="微软雅黑" pitchFamily="34" charset="-122"/>
                <a:ea typeface="微软雅黑" pitchFamily="34" charset="-122"/>
              </a:rPr>
              <a:t>4.8                                                        IP </a:t>
            </a:r>
            <a:r>
              <a:rPr lang="zh-CN" altLang="en-US" sz="2000" b="1" dirty="0">
                <a:solidFill>
                  <a:schemeClr val="bg1"/>
                </a:solidFill>
                <a:latin typeface="微软雅黑" pitchFamily="34" charset="-122"/>
                <a:ea typeface="微软雅黑" pitchFamily="34" charset="-122"/>
              </a:rPr>
              <a:t>多播</a:t>
            </a:r>
          </a:p>
          <a:p>
            <a:pPr algn="dist" eaLnBrk="0" hangingPunct="0">
              <a:lnSpc>
                <a:spcPts val="3000"/>
              </a:lnSpc>
            </a:pPr>
            <a:r>
              <a:rPr lang="en-US" altLang="zh-CN" sz="2000" b="1" dirty="0">
                <a:solidFill>
                  <a:schemeClr val="bg1"/>
                </a:solidFill>
                <a:latin typeface="微软雅黑" pitchFamily="34" charset="-122"/>
                <a:ea typeface="微软雅黑" pitchFamily="34" charset="-122"/>
              </a:rPr>
              <a:t>4.9         </a:t>
            </a:r>
            <a:r>
              <a:rPr lang="zh-CN" altLang="en-US" sz="2000" b="1" dirty="0">
                <a:solidFill>
                  <a:schemeClr val="bg1"/>
                </a:solidFill>
                <a:latin typeface="微软雅黑" pitchFamily="34" charset="-122"/>
                <a:ea typeface="微软雅黑" pitchFamily="34" charset="-122"/>
              </a:rPr>
              <a:t>虚拟专用网 </a:t>
            </a:r>
            <a:r>
              <a:rPr lang="en-US" altLang="zh-CN" sz="2000" b="1" dirty="0">
                <a:solidFill>
                  <a:schemeClr val="bg1"/>
                </a:solidFill>
                <a:latin typeface="微软雅黑" pitchFamily="34" charset="-122"/>
                <a:ea typeface="微软雅黑" pitchFamily="34" charset="-122"/>
              </a:rPr>
              <a:t>VPN </a:t>
            </a:r>
            <a:r>
              <a:rPr lang="zh-CN" altLang="en-US" sz="2000" b="1" dirty="0">
                <a:solidFill>
                  <a:schemeClr val="bg1"/>
                </a:solidFill>
                <a:latin typeface="微软雅黑" pitchFamily="34" charset="-122"/>
                <a:ea typeface="微软雅黑" pitchFamily="34" charset="-122"/>
              </a:rPr>
              <a:t>和网络地址转换 </a:t>
            </a:r>
            <a:r>
              <a:rPr lang="en-US" altLang="zh-CN" sz="2000" b="1" dirty="0">
                <a:solidFill>
                  <a:schemeClr val="bg1"/>
                </a:solidFill>
                <a:latin typeface="微软雅黑" pitchFamily="34" charset="-122"/>
                <a:ea typeface="微软雅黑" pitchFamily="34" charset="-122"/>
              </a:rPr>
              <a:t>NAT</a:t>
            </a:r>
          </a:p>
          <a:p>
            <a:pPr algn="dist" eaLnBrk="0" hangingPunct="0">
              <a:lnSpc>
                <a:spcPts val="3000"/>
              </a:lnSpc>
            </a:pPr>
            <a:r>
              <a:rPr lang="en-US" altLang="zh-CN" sz="2000" b="1" dirty="0">
                <a:solidFill>
                  <a:schemeClr val="bg1"/>
                </a:solidFill>
                <a:latin typeface="微软雅黑" pitchFamily="34" charset="-122"/>
                <a:ea typeface="微软雅黑" pitchFamily="34" charset="-122"/>
              </a:rPr>
              <a:t>4.10                  </a:t>
            </a:r>
            <a:r>
              <a:rPr lang="zh-CN" altLang="en-US" sz="2000" b="1" dirty="0">
                <a:solidFill>
                  <a:schemeClr val="bg1"/>
                </a:solidFill>
                <a:latin typeface="微软雅黑" pitchFamily="34" charset="-122"/>
                <a:ea typeface="微软雅黑" pitchFamily="34" charset="-122"/>
              </a:rPr>
              <a:t>改进“尽最大努力交付”的服务</a:t>
            </a:r>
            <a:endParaRPr lang="en-US" altLang="zh-CN" sz="2000" b="1" dirty="0">
              <a:solidFill>
                <a:schemeClr val="bg1"/>
              </a:solidFill>
              <a:latin typeface="微软雅黑" pitchFamily="34" charset="-122"/>
              <a:ea typeface="微软雅黑" pitchFamily="34" charset="-122"/>
            </a:endParaRPr>
          </a:p>
          <a:p>
            <a:pPr algn="dist" eaLnBrk="0" hangingPunct="0">
              <a:lnSpc>
                <a:spcPts val="3000"/>
              </a:lnSpc>
            </a:pPr>
            <a:r>
              <a:rPr lang="en-US" altLang="zh-CN" sz="2000" b="1" dirty="0">
                <a:solidFill>
                  <a:schemeClr val="bg1"/>
                </a:solidFill>
                <a:latin typeface="微软雅黑" pitchFamily="34" charset="-122"/>
                <a:ea typeface="微软雅黑" pitchFamily="34" charset="-122"/>
              </a:rPr>
              <a:t>4.11                               </a:t>
            </a:r>
            <a:r>
              <a:rPr lang="zh-CN" altLang="en-US" sz="2000" b="1" dirty="0">
                <a:solidFill>
                  <a:schemeClr val="bg1"/>
                </a:solidFill>
                <a:latin typeface="微软雅黑" pitchFamily="34" charset="-122"/>
                <a:ea typeface="微软雅黑" pitchFamily="34" charset="-122"/>
              </a:rPr>
              <a:t>多协议标签交换 </a:t>
            </a:r>
            <a:r>
              <a:rPr lang="en-US" altLang="zh-CN" sz="2000" b="1" dirty="0">
                <a:solidFill>
                  <a:schemeClr val="bg1"/>
                </a:solidFill>
                <a:latin typeface="微软雅黑" pitchFamily="34" charset="-122"/>
                <a:ea typeface="微软雅黑" pitchFamily="34" charset="-122"/>
              </a:rPr>
              <a:t>MPLS</a:t>
            </a:r>
          </a:p>
        </p:txBody>
      </p:sp>
    </p:spTree>
    <p:extLst>
      <p:ext uri="{BB962C8B-B14F-4D97-AF65-F5344CB8AC3E}">
        <p14:creationId xmlns:p14="http://schemas.microsoft.com/office/powerpoint/2010/main" val="64356937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9">
            <a:extLst>
              <a:ext uri="{FF2B5EF4-FFF2-40B4-BE49-F238E27FC236}">
                <a16:creationId xmlns:a16="http://schemas.microsoft.com/office/drawing/2014/main" id="{DDE8E230-FDB2-13A1-1B70-547768F51D8A}"/>
              </a:ext>
            </a:extLst>
          </p:cNvPr>
          <p:cNvSpPr>
            <a:spLocks noChangeArrowheads="1"/>
          </p:cNvSpPr>
          <p:nvPr/>
        </p:nvSpPr>
        <p:spPr bwMode="auto">
          <a:xfrm>
            <a:off x="2625665" y="3893662"/>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9">
            <a:extLst>
              <a:ext uri="{FF2B5EF4-FFF2-40B4-BE49-F238E27FC236}">
                <a16:creationId xmlns:a16="http://schemas.microsoft.com/office/drawing/2014/main" id="{28EABCB3-FD6E-B953-C0C8-AA6535F83F95}"/>
              </a:ext>
            </a:extLst>
          </p:cNvPr>
          <p:cNvSpPr>
            <a:spLocks noChangeArrowheads="1"/>
          </p:cNvSpPr>
          <p:nvPr/>
        </p:nvSpPr>
        <p:spPr bwMode="auto">
          <a:xfrm>
            <a:off x="2629135" y="2069274"/>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9" name="Rectangle 10">
            <a:extLst>
              <a:ext uri="{FF2B5EF4-FFF2-40B4-BE49-F238E27FC236}">
                <a16:creationId xmlns:a16="http://schemas.microsoft.com/office/drawing/2014/main" id="{CC9ED1BE-8140-382B-B85E-D27F983BE2DD}"/>
              </a:ext>
            </a:extLst>
          </p:cNvPr>
          <p:cNvSpPr>
            <a:spLocks noChangeArrowheads="1"/>
          </p:cNvSpPr>
          <p:nvPr/>
        </p:nvSpPr>
        <p:spPr bwMode="auto">
          <a:xfrm>
            <a:off x="2629135" y="252537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0" name="Rectangle 9">
            <a:extLst>
              <a:ext uri="{FF2B5EF4-FFF2-40B4-BE49-F238E27FC236}">
                <a16:creationId xmlns:a16="http://schemas.microsoft.com/office/drawing/2014/main" id="{6913BAAA-4C38-AB99-3CFE-0108E15A3A62}"/>
              </a:ext>
            </a:extLst>
          </p:cNvPr>
          <p:cNvSpPr>
            <a:spLocks noChangeArrowheads="1"/>
          </p:cNvSpPr>
          <p:nvPr/>
        </p:nvSpPr>
        <p:spPr bwMode="auto">
          <a:xfrm>
            <a:off x="2629135" y="2981468"/>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1" name="Rectangle 10">
            <a:extLst>
              <a:ext uri="{FF2B5EF4-FFF2-40B4-BE49-F238E27FC236}">
                <a16:creationId xmlns:a16="http://schemas.microsoft.com/office/drawing/2014/main" id="{A34B6FE3-8135-EAEC-58E2-D6B365E864A7}"/>
              </a:ext>
            </a:extLst>
          </p:cNvPr>
          <p:cNvSpPr>
            <a:spLocks noChangeArrowheads="1"/>
          </p:cNvSpPr>
          <p:nvPr/>
        </p:nvSpPr>
        <p:spPr bwMode="auto">
          <a:xfrm>
            <a:off x="2629135" y="3437565"/>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2" name="Rectangle 9"/>
          <p:cNvSpPr>
            <a:spLocks noChangeArrowheads="1"/>
          </p:cNvSpPr>
          <p:nvPr/>
        </p:nvSpPr>
        <p:spPr bwMode="auto">
          <a:xfrm>
            <a:off x="2629135" y="115708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629135" y="161317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 name="Line 16"/>
          <p:cNvSpPr>
            <a:spLocks noChangeShapeType="1"/>
          </p:cNvSpPr>
          <p:nvPr/>
        </p:nvSpPr>
        <p:spPr bwMode="auto">
          <a:xfrm>
            <a:off x="3637198" y="1085642"/>
            <a:ext cx="0" cy="3250569"/>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 name="Rectangle 8"/>
          <p:cNvSpPr>
            <a:spLocks noChangeArrowheads="1"/>
          </p:cNvSpPr>
          <p:nvPr/>
        </p:nvSpPr>
        <p:spPr bwMode="auto">
          <a:xfrm>
            <a:off x="2700573" y="1012349"/>
            <a:ext cx="5602506" cy="3269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600"/>
              </a:lnSpc>
            </a:pPr>
            <a:r>
              <a:rPr lang="en-US" altLang="zh-CN" sz="2000" b="1" dirty="0">
                <a:solidFill>
                  <a:schemeClr val="bg1"/>
                </a:solidFill>
                <a:latin typeface="微软雅黑" pitchFamily="34" charset="-122"/>
                <a:ea typeface="微软雅黑" pitchFamily="34" charset="-122"/>
              </a:rPr>
              <a:t>4.1.1                             </a:t>
            </a:r>
            <a:r>
              <a:rPr lang="zh-CN" altLang="en-US" sz="2000" b="1" dirty="0">
                <a:solidFill>
                  <a:schemeClr val="bg1"/>
                </a:solidFill>
                <a:latin typeface="微软雅黑" pitchFamily="34" charset="-122"/>
                <a:ea typeface="微软雅黑" pitchFamily="34" charset="-122"/>
              </a:rPr>
              <a:t>网络层提供的两种服务</a:t>
            </a:r>
          </a:p>
          <a:p>
            <a:pPr eaLnBrk="0" hangingPunct="0">
              <a:lnSpc>
                <a:spcPts val="3600"/>
              </a:lnSpc>
            </a:pPr>
            <a:r>
              <a:rPr lang="en-US" altLang="zh-CN" sz="2000" b="1" dirty="0">
                <a:solidFill>
                  <a:schemeClr val="bg1"/>
                </a:solidFill>
                <a:latin typeface="微软雅黑" pitchFamily="34" charset="-122"/>
                <a:ea typeface="微软雅黑" pitchFamily="34" charset="-122"/>
              </a:rPr>
              <a:t>4.1.2                                </a:t>
            </a:r>
            <a:r>
              <a:rPr lang="zh-CN" altLang="en-US" sz="2000" b="1" dirty="0">
                <a:solidFill>
                  <a:schemeClr val="bg1"/>
                </a:solidFill>
                <a:latin typeface="微软雅黑" pitchFamily="34" charset="-122"/>
                <a:ea typeface="微软雅黑" pitchFamily="34" charset="-122"/>
              </a:rPr>
              <a:t>网络层中的重要协议</a:t>
            </a:r>
            <a:endParaRPr lang="en-US" altLang="zh-CN" sz="2000" b="1" dirty="0">
              <a:solidFill>
                <a:schemeClr val="bg1"/>
              </a:solidFill>
              <a:latin typeface="微软雅黑" pitchFamily="34" charset="-122"/>
              <a:ea typeface="微软雅黑" pitchFamily="34" charset="-122"/>
            </a:endParaRPr>
          </a:p>
          <a:p>
            <a:pPr eaLnBrk="0" hangingPunct="0">
              <a:lnSpc>
                <a:spcPts val="3600"/>
              </a:lnSpc>
            </a:pPr>
            <a:r>
              <a:rPr lang="en-US" altLang="zh-CN" sz="2000" b="1" dirty="0">
                <a:solidFill>
                  <a:schemeClr val="bg1"/>
                </a:solidFill>
                <a:latin typeface="微软雅黑" pitchFamily="34" charset="-122"/>
                <a:ea typeface="微软雅黑" pitchFamily="34" charset="-122"/>
              </a:rPr>
              <a:t>4.1.3                                          </a:t>
            </a:r>
            <a:r>
              <a:rPr lang="zh-CN" altLang="en-US" sz="2000" b="1" dirty="0">
                <a:solidFill>
                  <a:schemeClr val="bg1"/>
                </a:solidFill>
                <a:latin typeface="微软雅黑" pitchFamily="34" charset="-122"/>
                <a:ea typeface="微软雅黑" pitchFamily="34" charset="-122"/>
              </a:rPr>
              <a:t>虚拟互连网络</a:t>
            </a:r>
            <a:endParaRPr lang="en-US" altLang="zh-CN" sz="2000" b="1" dirty="0">
              <a:solidFill>
                <a:schemeClr val="bg1"/>
              </a:solidFill>
              <a:latin typeface="微软雅黑" pitchFamily="34" charset="-122"/>
              <a:ea typeface="微软雅黑" pitchFamily="34" charset="-122"/>
            </a:endParaRPr>
          </a:p>
          <a:p>
            <a:pPr eaLnBrk="0" hangingPunct="0">
              <a:lnSpc>
                <a:spcPts val="3600"/>
              </a:lnSpc>
            </a:pPr>
            <a:r>
              <a:rPr lang="en-US" altLang="zh-CN" sz="2000" b="1" dirty="0">
                <a:solidFill>
                  <a:schemeClr val="bg1"/>
                </a:solidFill>
                <a:latin typeface="微软雅黑" pitchFamily="34" charset="-122"/>
                <a:ea typeface="微软雅黑" pitchFamily="34" charset="-122"/>
              </a:rPr>
              <a:t>4.1.4                                                   IP </a:t>
            </a:r>
            <a:r>
              <a:rPr lang="zh-CN" altLang="en-US" sz="2000" b="1" dirty="0">
                <a:solidFill>
                  <a:schemeClr val="bg1"/>
                </a:solidFill>
                <a:latin typeface="微软雅黑" pitchFamily="34" charset="-122"/>
                <a:ea typeface="微软雅黑" pitchFamily="34" charset="-122"/>
              </a:rPr>
              <a:t>地址</a:t>
            </a:r>
            <a:endParaRPr lang="en-US" altLang="zh-CN" sz="2000" b="1" dirty="0">
              <a:solidFill>
                <a:schemeClr val="bg1"/>
              </a:solidFill>
              <a:latin typeface="微软雅黑" pitchFamily="34" charset="-122"/>
              <a:ea typeface="微软雅黑" pitchFamily="34" charset="-122"/>
            </a:endParaRPr>
          </a:p>
          <a:p>
            <a:pPr eaLnBrk="0" hangingPunct="0">
              <a:lnSpc>
                <a:spcPts val="3600"/>
              </a:lnSpc>
            </a:pPr>
            <a:r>
              <a:rPr lang="en-US" altLang="zh-CN" sz="2000" b="1" dirty="0">
                <a:solidFill>
                  <a:schemeClr val="bg1"/>
                </a:solidFill>
                <a:latin typeface="微软雅黑" pitchFamily="34" charset="-122"/>
                <a:ea typeface="微软雅黑" pitchFamily="34" charset="-122"/>
              </a:rPr>
              <a:t>4.1.5                               IP </a:t>
            </a:r>
            <a:r>
              <a:rPr lang="zh-CN" altLang="en-US" sz="2000" b="1" dirty="0">
                <a:solidFill>
                  <a:schemeClr val="bg1"/>
                </a:solidFill>
                <a:latin typeface="微软雅黑" pitchFamily="34" charset="-122"/>
                <a:ea typeface="微软雅黑" pitchFamily="34" charset="-122"/>
              </a:rPr>
              <a:t>地址与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地址</a:t>
            </a:r>
            <a:endParaRPr lang="en-US" altLang="zh-CN" sz="2000" b="1" dirty="0">
              <a:solidFill>
                <a:schemeClr val="bg1"/>
              </a:solidFill>
              <a:latin typeface="微软雅黑" pitchFamily="34" charset="-122"/>
              <a:ea typeface="微软雅黑" pitchFamily="34" charset="-122"/>
            </a:endParaRPr>
          </a:p>
          <a:p>
            <a:pPr eaLnBrk="0" hangingPunct="0">
              <a:lnSpc>
                <a:spcPts val="3600"/>
              </a:lnSpc>
            </a:pPr>
            <a:r>
              <a:rPr lang="en-US" altLang="zh-CN" sz="2000" b="1" dirty="0">
                <a:solidFill>
                  <a:schemeClr val="bg1"/>
                </a:solidFill>
                <a:latin typeface="微软雅黑" pitchFamily="34" charset="-122"/>
                <a:ea typeface="微软雅黑" pitchFamily="34" charset="-122"/>
              </a:rPr>
              <a:t>4.1.6                                  </a:t>
            </a:r>
            <a:r>
              <a:rPr lang="zh-CN" altLang="en-US" sz="2000" b="1" dirty="0">
                <a:solidFill>
                  <a:schemeClr val="bg1"/>
                </a:solidFill>
                <a:latin typeface="微软雅黑" pitchFamily="34" charset="-122"/>
                <a:ea typeface="微软雅黑" pitchFamily="34" charset="-122"/>
              </a:rPr>
              <a:t>地址解析协议 </a:t>
            </a:r>
            <a:r>
              <a:rPr lang="en-US" altLang="zh-CN" sz="2000" b="1" dirty="0">
                <a:solidFill>
                  <a:schemeClr val="bg1"/>
                </a:solidFill>
                <a:latin typeface="微软雅黑" pitchFamily="34" charset="-122"/>
                <a:ea typeface="微软雅黑" pitchFamily="34" charset="-122"/>
              </a:rPr>
              <a:t>ARP</a:t>
            </a:r>
          </a:p>
          <a:p>
            <a:pPr eaLnBrk="0" hangingPunct="0">
              <a:lnSpc>
                <a:spcPts val="3600"/>
              </a:lnSpc>
            </a:pPr>
            <a:r>
              <a:rPr lang="en-US" altLang="zh-CN" sz="2000" b="1" dirty="0">
                <a:solidFill>
                  <a:schemeClr val="bg1"/>
                </a:solidFill>
                <a:latin typeface="微软雅黑" pitchFamily="34" charset="-122"/>
                <a:ea typeface="微软雅黑" pitchFamily="34" charset="-122"/>
              </a:rPr>
              <a:t>4.1.7                                      IP </a:t>
            </a:r>
            <a:r>
              <a:rPr lang="zh-CN" altLang="en-US" sz="2000" b="1" dirty="0">
                <a:solidFill>
                  <a:schemeClr val="bg1"/>
                </a:solidFill>
                <a:latin typeface="微软雅黑" pitchFamily="34" charset="-122"/>
                <a:ea typeface="微软雅黑" pitchFamily="34" charset="-122"/>
              </a:rPr>
              <a:t>数据报的格式</a:t>
            </a:r>
          </a:p>
        </p:txBody>
      </p:sp>
      <p:sp>
        <p:nvSpPr>
          <p:cNvPr id="7" name="Rectangle 27"/>
          <p:cNvSpPr>
            <a:spLocks noChangeArrowheads="1"/>
          </p:cNvSpPr>
          <p:nvPr/>
        </p:nvSpPr>
        <p:spPr bwMode="auto">
          <a:xfrm>
            <a:off x="639730" y="1157080"/>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8" name="Rectangle 29"/>
          <p:cNvSpPr>
            <a:spLocks noChangeArrowheads="1"/>
          </p:cNvSpPr>
          <p:nvPr/>
        </p:nvSpPr>
        <p:spPr bwMode="auto">
          <a:xfrm>
            <a:off x="648619" y="1252012"/>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a:solidFill>
                  <a:srgbClr val="FFFF00"/>
                </a:solidFill>
                <a:latin typeface="微软雅黑" pitchFamily="34" charset="-122"/>
                <a:ea typeface="微软雅黑" pitchFamily="34" charset="-122"/>
              </a:rPr>
              <a:t>4</a:t>
            </a:r>
            <a:r>
              <a:rPr lang="fr-FR" altLang="zh-CN" sz="2000" b="1" dirty="0">
                <a:solidFill>
                  <a:srgbClr val="FFFF00"/>
                </a:solidFill>
                <a:latin typeface="微软雅黑" pitchFamily="34" charset="-122"/>
                <a:ea typeface="微软雅黑" pitchFamily="34" charset="-122"/>
              </a:rPr>
              <a:t>.1</a:t>
            </a:r>
          </a:p>
          <a:p>
            <a:pPr eaLnBrk="0" hangingPunct="0"/>
            <a:r>
              <a:rPr lang="zh-CN" altLang="en-US" sz="2000" b="1" dirty="0">
                <a:solidFill>
                  <a:schemeClr val="bg1"/>
                </a:solidFill>
                <a:latin typeface="微软雅黑" pitchFamily="34" charset="-122"/>
                <a:ea typeface="微软雅黑" pitchFamily="34" charset="-122"/>
              </a:rPr>
              <a:t>网络层的几个重要概念</a:t>
            </a:r>
            <a:endParaRPr lang="zh-CN" altLang="fr-FR"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72285683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466345" y="604556"/>
            <a:ext cx="8129015"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523204" y="553141"/>
            <a:ext cx="40975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4.1.1 </a:t>
            </a:r>
            <a:r>
              <a:rPr lang="zh-CN" altLang="en-US" sz="2400" b="1" dirty="0">
                <a:solidFill>
                  <a:schemeClr val="bg1"/>
                </a:solidFill>
                <a:latin typeface="微软雅黑" pitchFamily="34" charset="-122"/>
                <a:ea typeface="微软雅黑" pitchFamily="34" charset="-122"/>
              </a:rPr>
              <a:t>网络层提供的两种服务</a:t>
            </a:r>
          </a:p>
        </p:txBody>
      </p:sp>
      <p:sp>
        <p:nvSpPr>
          <p:cNvPr id="4" name="Rectangle 8"/>
          <p:cNvSpPr>
            <a:spLocks noChangeArrowheads="1"/>
          </p:cNvSpPr>
          <p:nvPr/>
        </p:nvSpPr>
        <p:spPr bwMode="auto">
          <a:xfrm>
            <a:off x="466346" y="1004505"/>
            <a:ext cx="8129014" cy="12464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000"/>
              </a:lnSpc>
              <a:buClr>
                <a:srgbClr val="0070C0"/>
              </a:buClr>
            </a:pPr>
            <a:r>
              <a:rPr lang="zh-CN" altLang="en-US" sz="2000" b="1" dirty="0">
                <a:solidFill>
                  <a:srgbClr val="C00000"/>
                </a:solidFill>
                <a:latin typeface="微软雅黑" pitchFamily="34" charset="-122"/>
                <a:ea typeface="微软雅黑" pitchFamily="34" charset="-122"/>
              </a:rPr>
              <a:t>争论：</a:t>
            </a:r>
            <a:endParaRPr lang="en-US" altLang="zh-CN" sz="2000" b="1" dirty="0">
              <a:solidFill>
                <a:srgbClr val="C00000"/>
              </a:solidFill>
              <a:latin typeface="微软雅黑" pitchFamily="34" charset="-122"/>
              <a:ea typeface="微软雅黑" pitchFamily="34" charset="-122"/>
            </a:endParaRPr>
          </a:p>
          <a:p>
            <a:pPr marL="357188" indent="-3571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网络层应该向传输层提供怎样的服务？</a:t>
            </a:r>
            <a:endParaRPr lang="en-US" altLang="zh-CN" sz="2000" b="1" dirty="0">
              <a:solidFill>
                <a:srgbClr val="C00000"/>
              </a:solidFill>
              <a:latin typeface="微软雅黑" pitchFamily="34" charset="-122"/>
              <a:ea typeface="微软雅黑" pitchFamily="34" charset="-122"/>
            </a:endParaRPr>
          </a:p>
          <a:p>
            <a:pPr marL="357188" indent="-3571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在计算机通信中，</a:t>
            </a:r>
            <a:r>
              <a:rPr lang="zh-CN" altLang="en-US" sz="2000" b="1" dirty="0">
                <a:solidFill>
                  <a:srgbClr val="C00000"/>
                </a:solidFill>
                <a:latin typeface="微软雅黑" pitchFamily="34" charset="-122"/>
                <a:ea typeface="微软雅黑" pitchFamily="34" charset="-122"/>
              </a:rPr>
              <a:t>可靠交付</a:t>
            </a:r>
            <a:r>
              <a:rPr lang="zh-CN" altLang="en-US" sz="2000" b="1" dirty="0">
                <a:latin typeface="微软雅黑" pitchFamily="34" charset="-122"/>
                <a:ea typeface="微软雅黑" pitchFamily="34" charset="-122"/>
              </a:rPr>
              <a:t>应当由谁来负责？</a:t>
            </a:r>
            <a:endParaRPr lang="en-US" altLang="zh-CN" sz="2000" b="1" dirty="0">
              <a:solidFill>
                <a:srgbClr val="C00000"/>
              </a:solidFill>
              <a:latin typeface="微软雅黑" pitchFamily="34" charset="-122"/>
              <a:ea typeface="微软雅黑" pitchFamily="34" charset="-122"/>
            </a:endParaRPr>
          </a:p>
        </p:txBody>
      </p:sp>
      <p:sp>
        <p:nvSpPr>
          <p:cNvPr id="7" name="文本框 6">
            <a:extLst>
              <a:ext uri="{FF2B5EF4-FFF2-40B4-BE49-F238E27FC236}">
                <a16:creationId xmlns:a16="http://schemas.microsoft.com/office/drawing/2014/main" id="{1ADA833B-12DE-DC98-693B-D7652AC42FA8}"/>
              </a:ext>
            </a:extLst>
          </p:cNvPr>
          <p:cNvSpPr txBox="1"/>
          <p:nvPr/>
        </p:nvSpPr>
        <p:spPr>
          <a:xfrm>
            <a:off x="5170536" y="1427697"/>
            <a:ext cx="2714932" cy="400110"/>
          </a:xfrm>
          <a:prstGeom prst="rect">
            <a:avLst/>
          </a:prstGeom>
          <a:noFill/>
        </p:spPr>
        <p:txBody>
          <a:bodyPr wrap="square">
            <a:spAutoFit/>
          </a:bodyPr>
          <a:lstStyle/>
          <a:p>
            <a:r>
              <a:rPr lang="zh-CN" altLang="en-US" sz="2000" b="1" dirty="0">
                <a:solidFill>
                  <a:srgbClr val="C00000"/>
                </a:solidFill>
                <a:latin typeface="微软雅黑" pitchFamily="34" charset="-122"/>
                <a:ea typeface="微软雅黑" pitchFamily="34" charset="-122"/>
              </a:rPr>
              <a:t>面向连接</a:t>
            </a:r>
            <a:r>
              <a:rPr lang="zh-CN" altLang="en-US" sz="2000" b="1" dirty="0">
                <a:latin typeface="微软雅黑" pitchFamily="34" charset="-122"/>
                <a:ea typeface="微软雅黑" pitchFamily="34" charset="-122"/>
              </a:rPr>
              <a:t>还是</a:t>
            </a:r>
            <a:r>
              <a:rPr lang="zh-CN" altLang="en-US" sz="2000" b="1" dirty="0">
                <a:solidFill>
                  <a:srgbClr val="C00000"/>
                </a:solidFill>
                <a:latin typeface="微软雅黑" pitchFamily="34" charset="-122"/>
                <a:ea typeface="微软雅黑" pitchFamily="34" charset="-122"/>
              </a:rPr>
              <a:t>无连接？</a:t>
            </a:r>
          </a:p>
        </p:txBody>
      </p:sp>
      <p:sp>
        <p:nvSpPr>
          <p:cNvPr id="8" name="文本框 7">
            <a:extLst>
              <a:ext uri="{FF2B5EF4-FFF2-40B4-BE49-F238E27FC236}">
                <a16:creationId xmlns:a16="http://schemas.microsoft.com/office/drawing/2014/main" id="{F5884ECE-5B53-EDAB-7B47-59A7797263C1}"/>
              </a:ext>
            </a:extLst>
          </p:cNvPr>
          <p:cNvSpPr txBox="1"/>
          <p:nvPr/>
        </p:nvSpPr>
        <p:spPr>
          <a:xfrm>
            <a:off x="5900092" y="1796407"/>
            <a:ext cx="2714932" cy="400110"/>
          </a:xfrm>
          <a:prstGeom prst="rect">
            <a:avLst/>
          </a:prstGeom>
          <a:noFill/>
        </p:spPr>
        <p:txBody>
          <a:bodyPr wrap="square">
            <a:spAutoFit/>
          </a:bodyPr>
          <a:lstStyle/>
          <a:p>
            <a:r>
              <a:rPr lang="zh-CN" altLang="en-US" sz="2000" b="1" dirty="0">
                <a:solidFill>
                  <a:srgbClr val="C00000"/>
                </a:solidFill>
                <a:latin typeface="微软雅黑" pitchFamily="34" charset="-122"/>
                <a:ea typeface="微软雅黑" pitchFamily="34" charset="-122"/>
              </a:rPr>
              <a:t>是网络</a:t>
            </a:r>
            <a:r>
              <a:rPr lang="zh-CN" altLang="en-US" sz="2000" b="1" dirty="0">
                <a:latin typeface="微软雅黑" pitchFamily="34" charset="-122"/>
                <a:ea typeface="微软雅黑" pitchFamily="34" charset="-122"/>
              </a:rPr>
              <a:t>还是</a:t>
            </a:r>
            <a:r>
              <a:rPr lang="zh-CN" altLang="en-US" sz="2000" b="1" dirty="0">
                <a:solidFill>
                  <a:srgbClr val="C00000"/>
                </a:solidFill>
                <a:latin typeface="微软雅黑" pitchFamily="34" charset="-122"/>
                <a:ea typeface="微软雅黑" pitchFamily="34" charset="-122"/>
              </a:rPr>
              <a:t>端系统？</a:t>
            </a:r>
          </a:p>
        </p:txBody>
      </p:sp>
    </p:spTree>
    <p:custDataLst>
      <p:tags r:id="rId1"/>
    </p:custDataLst>
    <p:extLst>
      <p:ext uri="{BB962C8B-B14F-4D97-AF65-F5344CB8AC3E}">
        <p14:creationId xmlns:p14="http://schemas.microsoft.com/office/powerpoint/2010/main" val="2097276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par>
                                <p:cTn id="10" presetID="42" presetClass="entr" presetSubtype="0" fill="hold" grpId="1" nodeType="with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1000"/>
                                        <p:tgtEl>
                                          <p:spTgt spid="7"/>
                                        </p:tgtEl>
                                      </p:cBhvr>
                                    </p:animEffect>
                                    <p:anim calcmode="lin" valueType="num">
                                      <p:cBhvr>
                                        <p:cTn id="13" dur="1000" fill="hold"/>
                                        <p:tgtEl>
                                          <p:spTgt spid="7"/>
                                        </p:tgtEl>
                                        <p:attrNameLst>
                                          <p:attrName>ppt_x</p:attrName>
                                        </p:attrNameLst>
                                      </p:cBhvr>
                                      <p:tavLst>
                                        <p:tav tm="0">
                                          <p:val>
                                            <p:strVal val="#ppt_x"/>
                                          </p:val>
                                        </p:tav>
                                        <p:tav tm="100000">
                                          <p:val>
                                            <p:strVal val="#ppt_x"/>
                                          </p:val>
                                        </p:tav>
                                      </p:tavLst>
                                    </p:anim>
                                    <p:anim calcmode="lin" valueType="num">
                                      <p:cBhvr>
                                        <p:cTn id="14" dur="1000" fill="hold"/>
                                        <p:tgtEl>
                                          <p:spTgt spid="7"/>
                                        </p:tgtEl>
                                        <p:attrNameLst>
                                          <p:attrName>ppt_y</p:attrName>
                                        </p:attrNameLst>
                                      </p:cBhvr>
                                      <p:tavLst>
                                        <p:tav tm="0">
                                          <p:val>
                                            <p:strVal val="#ppt_y+.1"/>
                                          </p:val>
                                        </p:tav>
                                        <p:tav tm="100000">
                                          <p:val>
                                            <p:strVal val="#ppt_y"/>
                                          </p:val>
                                        </p:tav>
                                      </p:tavLst>
                                    </p:anim>
                                  </p:childTnLst>
                                </p:cTn>
                              </p:par>
                              <p:par>
                                <p:cTn id="15" presetID="42" presetClass="entr" presetSubtype="0" fill="hold" grpId="1" nodeType="with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1000"/>
                                        <p:tgtEl>
                                          <p:spTgt spid="8"/>
                                        </p:tgtEl>
                                      </p:cBhvr>
                                    </p:animEffect>
                                    <p:anim calcmode="lin" valueType="num">
                                      <p:cBhvr>
                                        <p:cTn id="18" dur="1000" fill="hold"/>
                                        <p:tgtEl>
                                          <p:spTgt spid="8"/>
                                        </p:tgtEl>
                                        <p:attrNameLst>
                                          <p:attrName>ppt_x</p:attrName>
                                        </p:attrNameLst>
                                      </p:cBhvr>
                                      <p:tavLst>
                                        <p:tav tm="0">
                                          <p:val>
                                            <p:strVal val="#ppt_x"/>
                                          </p:val>
                                        </p:tav>
                                        <p:tav tm="100000">
                                          <p:val>
                                            <p:strVal val="#ppt_x"/>
                                          </p:val>
                                        </p:tav>
                                      </p:tavLst>
                                    </p:anim>
                                    <p:anim calcmode="lin" valueType="num">
                                      <p:cBhvr>
                                        <p:cTn id="1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35" presetClass="emph" presetSubtype="0" repeatCount="3000" fill="hold" grpId="0" nodeType="clickEffect">
                                  <p:stCondLst>
                                    <p:cond delay="0"/>
                                  </p:stCondLst>
                                  <p:childTnLst>
                                    <p:anim calcmode="discrete" valueType="str">
                                      <p:cBhvr>
                                        <p:cTn id="23"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24" fill="hold">
                      <p:stCondLst>
                        <p:cond delay="indefinite"/>
                      </p:stCondLst>
                      <p:childTnLst>
                        <p:par>
                          <p:cTn id="25" fill="hold">
                            <p:stCondLst>
                              <p:cond delay="0"/>
                            </p:stCondLst>
                            <p:childTnLst>
                              <p:par>
                                <p:cTn id="26" presetID="35" presetClass="emph" presetSubtype="0" repeatCount="3000" fill="hold" grpId="0" nodeType="clickEffect">
                                  <p:stCondLst>
                                    <p:cond delay="0"/>
                                  </p:stCondLst>
                                  <p:childTnLst>
                                    <p:anim calcmode="discrete" valueType="str">
                                      <p:cBhvr>
                                        <p:cTn id="27"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7" grpId="1"/>
      <p:bldP spid="8" grpId="0"/>
      <p:bldP spid="8" grpId="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2643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655182" y="593221"/>
            <a:ext cx="38523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一种观点：让网络负责可靠交付</a:t>
            </a:r>
          </a:p>
        </p:txBody>
      </p:sp>
      <p:sp>
        <p:nvSpPr>
          <p:cNvPr id="7" name="Rectangle 68"/>
          <p:cNvSpPr>
            <a:spLocks noChangeArrowheads="1"/>
          </p:cNvSpPr>
          <p:nvPr/>
        </p:nvSpPr>
        <p:spPr bwMode="auto">
          <a:xfrm>
            <a:off x="556963" y="995747"/>
            <a:ext cx="8184960"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计算机网络</a:t>
            </a:r>
            <a:r>
              <a:rPr lang="zh-CN" altLang="en-US" sz="2000" b="1" dirty="0">
                <a:solidFill>
                  <a:srgbClr val="0000FF"/>
                </a:solidFill>
                <a:latin typeface="微软雅黑" pitchFamily="34" charset="-122"/>
                <a:ea typeface="微软雅黑" pitchFamily="34" charset="-122"/>
              </a:rPr>
              <a:t>模仿电信网络，</a:t>
            </a:r>
            <a:r>
              <a:rPr lang="zh-CN" altLang="en-US" sz="2000" b="1" dirty="0">
                <a:latin typeface="微软雅黑" pitchFamily="34" charset="-122"/>
                <a:ea typeface="微软雅黑" pitchFamily="34" charset="-122"/>
              </a:rPr>
              <a:t>使用</a:t>
            </a:r>
            <a:r>
              <a:rPr lang="zh-CN" altLang="en-US" sz="2000" b="1" dirty="0">
                <a:solidFill>
                  <a:srgbClr val="0000FF"/>
                </a:solidFill>
                <a:latin typeface="微软雅黑" pitchFamily="34" charset="-122"/>
                <a:ea typeface="微软雅黑" pitchFamily="34" charset="-122"/>
              </a:rPr>
              <a:t>面向连接</a:t>
            </a:r>
            <a:r>
              <a:rPr lang="zh-CN" altLang="en-US" sz="2000" b="1" dirty="0">
                <a:latin typeface="微软雅黑" pitchFamily="34" charset="-122"/>
                <a:ea typeface="微软雅黑" pitchFamily="34" charset="-122"/>
              </a:rPr>
              <a:t>的通信方式。</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通信之前先建立</a:t>
            </a:r>
            <a:r>
              <a:rPr lang="zh-CN" altLang="en-US" sz="2000" b="1" dirty="0">
                <a:solidFill>
                  <a:srgbClr val="0000FF"/>
                </a:solidFill>
                <a:latin typeface="微软雅黑" pitchFamily="34" charset="-122"/>
                <a:ea typeface="微软雅黑" pitchFamily="34" charset="-122"/>
              </a:rPr>
              <a:t>虚电路 </a:t>
            </a:r>
            <a:r>
              <a:rPr lang="en-US" altLang="zh-CN" sz="2000" b="1" dirty="0">
                <a:solidFill>
                  <a:srgbClr val="0000FF"/>
                </a:solidFill>
                <a:latin typeface="微软雅黑" pitchFamily="34" charset="-122"/>
                <a:ea typeface="微软雅黑" pitchFamily="34" charset="-122"/>
              </a:rPr>
              <a:t>VC</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(Virtual Circuit) (</a:t>
            </a:r>
            <a:r>
              <a:rPr lang="zh-CN" altLang="en-US" sz="2000" b="1" dirty="0">
                <a:latin typeface="微软雅黑" pitchFamily="34" charset="-122"/>
                <a:ea typeface="微软雅黑" pitchFamily="34" charset="-122"/>
              </a:rPr>
              <a:t>即连接</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，以保证双方通信所需的一切网络资源。 </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如果再使用</a:t>
            </a:r>
            <a:r>
              <a:rPr lang="zh-CN" altLang="en-US" sz="2000" b="1" dirty="0">
                <a:solidFill>
                  <a:srgbClr val="C00000"/>
                </a:solidFill>
                <a:latin typeface="微软雅黑" pitchFamily="34" charset="-122"/>
                <a:ea typeface="微软雅黑" pitchFamily="34" charset="-122"/>
              </a:rPr>
              <a:t>可靠传输</a:t>
            </a:r>
            <a:r>
              <a:rPr lang="zh-CN" altLang="en-US" sz="2000" b="1" dirty="0">
                <a:latin typeface="微软雅黑" pitchFamily="34" charset="-122"/>
                <a:ea typeface="微软雅黑" pitchFamily="34" charset="-122"/>
              </a:rPr>
              <a:t>的网络协议，可使所发送的分组无差错按序到达终点，不丢失、不重复。</a:t>
            </a:r>
          </a:p>
        </p:txBody>
      </p:sp>
    </p:spTree>
    <p:custDataLst>
      <p:tags r:id="rId1"/>
    </p:custDataLst>
    <p:extLst>
      <p:ext uri="{BB962C8B-B14F-4D97-AF65-F5344CB8AC3E}">
        <p14:creationId xmlns:p14="http://schemas.microsoft.com/office/powerpoint/2010/main" val="611663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grpId="0" nodeType="click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1000"/>
                                        <p:tgtEl>
                                          <p:spTgt spid="7">
                                            <p:txEl>
                                              <p:pRg st="0" end="0"/>
                                            </p:txEl>
                                          </p:spTgt>
                                        </p:tgtEl>
                                      </p:cBhvr>
                                    </p:animEffect>
                                    <p:anim calcmode="lin" valueType="num">
                                      <p:cBhvr>
                                        <p:cTn id="12"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13"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7">
                                            <p:txEl>
                                              <p:pRg st="1" end="1"/>
                                            </p:txEl>
                                          </p:spTgt>
                                        </p:tgtEl>
                                        <p:attrNameLst>
                                          <p:attrName>style.visibility</p:attrName>
                                        </p:attrNameLst>
                                      </p:cBhvr>
                                      <p:to>
                                        <p:strVal val="visible"/>
                                      </p:to>
                                    </p:set>
                                    <p:animEffect transition="in" filter="fade">
                                      <p:cBhvr>
                                        <p:cTn id="18" dur="1000"/>
                                        <p:tgtEl>
                                          <p:spTgt spid="7">
                                            <p:txEl>
                                              <p:pRg st="1" end="1"/>
                                            </p:txEl>
                                          </p:spTgt>
                                        </p:tgtEl>
                                      </p:cBhvr>
                                    </p:animEffect>
                                    <p:anim calcmode="lin" valueType="num">
                                      <p:cBhvr>
                                        <p:cTn id="19"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20"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grpId="0" nodeType="clickEffect">
                                  <p:stCondLst>
                                    <p:cond delay="0"/>
                                  </p:stCondLst>
                                  <p:childTnLst>
                                    <p:set>
                                      <p:cBhvr>
                                        <p:cTn id="24" dur="1" fill="hold">
                                          <p:stCondLst>
                                            <p:cond delay="0"/>
                                          </p:stCondLst>
                                        </p:cTn>
                                        <p:tgtEl>
                                          <p:spTgt spid="7">
                                            <p:txEl>
                                              <p:pRg st="2" end="2"/>
                                            </p:txEl>
                                          </p:spTgt>
                                        </p:tgtEl>
                                        <p:attrNameLst>
                                          <p:attrName>style.visibility</p:attrName>
                                        </p:attrNameLst>
                                      </p:cBhvr>
                                      <p:to>
                                        <p:strVal val="visible"/>
                                      </p:to>
                                    </p:set>
                                    <p:animEffect transition="in" filter="fade">
                                      <p:cBhvr>
                                        <p:cTn id="25" dur="1000"/>
                                        <p:tgtEl>
                                          <p:spTgt spid="7">
                                            <p:txEl>
                                              <p:pRg st="2" end="2"/>
                                            </p:txEl>
                                          </p:spTgt>
                                        </p:tgtEl>
                                      </p:cBhvr>
                                    </p:animEffect>
                                    <p:anim calcmode="lin" valueType="num">
                                      <p:cBhvr>
                                        <p:cTn id="26" dur="1000" fill="hold"/>
                                        <p:tgtEl>
                                          <p:spTgt spid="7">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7">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uiExpand="1" build="p"/>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圆角矩形 10"/>
          <p:cNvSpPr/>
          <p:nvPr/>
        </p:nvSpPr>
        <p:spPr>
          <a:xfrm>
            <a:off x="545144" y="1048114"/>
            <a:ext cx="8053711" cy="266987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Rectangle 14"/>
          <p:cNvSpPr>
            <a:spLocks noChangeArrowheads="1"/>
          </p:cNvSpPr>
          <p:nvPr/>
        </p:nvSpPr>
        <p:spPr bwMode="auto">
          <a:xfrm>
            <a:off x="6737840" y="1303018"/>
            <a:ext cx="1163625" cy="1153056"/>
          </a:xfrm>
          <a:prstGeom prst="rect">
            <a:avLst/>
          </a:prstGeom>
          <a:solidFill>
            <a:srgbClr val="00FFFF"/>
          </a:solidFill>
          <a:ln w="28575">
            <a:solidFill>
              <a:srgbClr val="3333CC"/>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 name="Rectangle 9"/>
          <p:cNvSpPr>
            <a:spLocks noChangeArrowheads="1"/>
          </p:cNvSpPr>
          <p:nvPr/>
        </p:nvSpPr>
        <p:spPr bwMode="auto">
          <a:xfrm>
            <a:off x="1185800" y="1249669"/>
            <a:ext cx="1163627" cy="1140931"/>
          </a:xfrm>
          <a:prstGeom prst="rect">
            <a:avLst/>
          </a:prstGeom>
          <a:solidFill>
            <a:srgbClr val="99FFCC"/>
          </a:solidFill>
          <a:ln w="28575">
            <a:solidFill>
              <a:srgbClr val="3333CC"/>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9" name="AutoShape 5"/>
          <p:cNvSpPr>
            <a:spLocks noChangeArrowheads="1"/>
          </p:cNvSpPr>
          <p:nvPr/>
        </p:nvSpPr>
        <p:spPr bwMode="auto">
          <a:xfrm>
            <a:off x="545144" y="630799"/>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 name="Rectangle 6"/>
          <p:cNvSpPr>
            <a:spLocks noChangeArrowheads="1"/>
          </p:cNvSpPr>
          <p:nvPr/>
        </p:nvSpPr>
        <p:spPr bwMode="auto">
          <a:xfrm>
            <a:off x="3829821" y="607709"/>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虚电路服务</a:t>
            </a:r>
          </a:p>
        </p:txBody>
      </p:sp>
      <p:sp>
        <p:nvSpPr>
          <p:cNvPr id="13" name="Rectangle 2"/>
          <p:cNvSpPr>
            <a:spLocks noChangeArrowheads="1"/>
          </p:cNvSpPr>
          <p:nvPr/>
        </p:nvSpPr>
        <p:spPr bwMode="auto">
          <a:xfrm>
            <a:off x="6753601" y="1797704"/>
            <a:ext cx="1147864" cy="229156"/>
          </a:xfrm>
          <a:prstGeom prst="rect">
            <a:avLst/>
          </a:prstGeom>
          <a:solidFill>
            <a:srgbClr val="FFFF00"/>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5" name="Rectangle 4"/>
          <p:cNvSpPr>
            <a:spLocks noChangeArrowheads="1"/>
          </p:cNvSpPr>
          <p:nvPr/>
        </p:nvSpPr>
        <p:spPr bwMode="auto">
          <a:xfrm>
            <a:off x="1201562" y="1732231"/>
            <a:ext cx="1133614" cy="229156"/>
          </a:xfrm>
          <a:prstGeom prst="rect">
            <a:avLst/>
          </a:prstGeom>
          <a:solidFill>
            <a:srgbClr val="FFFF00"/>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7" name="Line 7"/>
          <p:cNvSpPr>
            <a:spLocks noChangeShapeType="1"/>
          </p:cNvSpPr>
          <p:nvPr/>
        </p:nvSpPr>
        <p:spPr bwMode="auto">
          <a:xfrm>
            <a:off x="4554186" y="1440026"/>
            <a:ext cx="44862" cy="42921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 name="Line 8"/>
          <p:cNvSpPr>
            <a:spLocks noChangeShapeType="1"/>
          </p:cNvSpPr>
          <p:nvPr/>
        </p:nvSpPr>
        <p:spPr bwMode="auto">
          <a:xfrm>
            <a:off x="2574228" y="2102033"/>
            <a:ext cx="387989" cy="19763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 name="Line 10"/>
          <p:cNvSpPr>
            <a:spLocks noChangeShapeType="1"/>
          </p:cNvSpPr>
          <p:nvPr/>
        </p:nvSpPr>
        <p:spPr bwMode="auto">
          <a:xfrm>
            <a:off x="1185800" y="1511562"/>
            <a:ext cx="11636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 name="Line 11"/>
          <p:cNvSpPr>
            <a:spLocks noChangeShapeType="1"/>
          </p:cNvSpPr>
          <p:nvPr/>
        </p:nvSpPr>
        <p:spPr bwMode="auto">
          <a:xfrm>
            <a:off x="1185800" y="1732231"/>
            <a:ext cx="11636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 name="Line 12"/>
          <p:cNvSpPr>
            <a:spLocks noChangeShapeType="1"/>
          </p:cNvSpPr>
          <p:nvPr/>
        </p:nvSpPr>
        <p:spPr bwMode="auto">
          <a:xfrm>
            <a:off x="1185800" y="1952900"/>
            <a:ext cx="11636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3" name="Line 13"/>
          <p:cNvSpPr>
            <a:spLocks noChangeShapeType="1"/>
          </p:cNvSpPr>
          <p:nvPr/>
        </p:nvSpPr>
        <p:spPr bwMode="auto">
          <a:xfrm>
            <a:off x="1185800" y="2173569"/>
            <a:ext cx="11636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5" name="Line 15"/>
          <p:cNvSpPr>
            <a:spLocks noChangeShapeType="1"/>
          </p:cNvSpPr>
          <p:nvPr/>
        </p:nvSpPr>
        <p:spPr bwMode="auto">
          <a:xfrm>
            <a:off x="6737840" y="1577035"/>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 name="Line 16"/>
          <p:cNvSpPr>
            <a:spLocks noChangeShapeType="1"/>
          </p:cNvSpPr>
          <p:nvPr/>
        </p:nvSpPr>
        <p:spPr bwMode="auto">
          <a:xfrm>
            <a:off x="6737840" y="1797704"/>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 name="Line 17"/>
          <p:cNvSpPr>
            <a:spLocks noChangeShapeType="1"/>
          </p:cNvSpPr>
          <p:nvPr/>
        </p:nvSpPr>
        <p:spPr bwMode="auto">
          <a:xfrm>
            <a:off x="6737840" y="2018373"/>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 name="Line 18"/>
          <p:cNvSpPr>
            <a:spLocks noChangeShapeType="1"/>
          </p:cNvSpPr>
          <p:nvPr/>
        </p:nvSpPr>
        <p:spPr bwMode="auto">
          <a:xfrm>
            <a:off x="6737840" y="2239042"/>
            <a:ext cx="1163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 name="Text Box 19"/>
          <p:cNvSpPr txBox="1">
            <a:spLocks noChangeArrowheads="1"/>
          </p:cNvSpPr>
          <p:nvPr/>
        </p:nvSpPr>
        <p:spPr bwMode="auto">
          <a:xfrm>
            <a:off x="2472703" y="1279254"/>
            <a:ext cx="43794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600" b="1" i="0" u="none" strike="noStrike" kern="0" cap="none" spc="0" normalizeH="0" baseline="-25000" noProof="0" dirty="0">
                <a:ln>
                  <a:noFill/>
                </a:ln>
                <a:effectLst/>
                <a:uLnTx/>
                <a:uFillTx/>
                <a:latin typeface="微软雅黑" pitchFamily="34" charset="-122"/>
                <a:ea typeface="微软雅黑" pitchFamily="34" charset="-122"/>
              </a:rPr>
              <a:t>1</a:t>
            </a:r>
          </a:p>
        </p:txBody>
      </p:sp>
      <p:sp>
        <p:nvSpPr>
          <p:cNvPr id="31" name="Line 21"/>
          <p:cNvSpPr>
            <a:spLocks noChangeShapeType="1"/>
          </p:cNvSpPr>
          <p:nvPr/>
        </p:nvSpPr>
        <p:spPr bwMode="auto">
          <a:xfrm>
            <a:off x="3219260" y="2299666"/>
            <a:ext cx="1228229" cy="46316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 name="Line 22"/>
          <p:cNvSpPr>
            <a:spLocks noChangeShapeType="1"/>
          </p:cNvSpPr>
          <p:nvPr/>
        </p:nvSpPr>
        <p:spPr bwMode="auto">
          <a:xfrm flipV="1">
            <a:off x="3154999" y="1968662"/>
            <a:ext cx="1422224" cy="331004"/>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 name="Line 23"/>
          <p:cNvSpPr>
            <a:spLocks noChangeShapeType="1"/>
          </p:cNvSpPr>
          <p:nvPr/>
        </p:nvSpPr>
        <p:spPr bwMode="auto">
          <a:xfrm>
            <a:off x="4705745" y="1968662"/>
            <a:ext cx="1163968" cy="39647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 name="Line 24"/>
          <p:cNvSpPr>
            <a:spLocks noChangeShapeType="1"/>
          </p:cNvSpPr>
          <p:nvPr/>
        </p:nvSpPr>
        <p:spPr bwMode="auto">
          <a:xfrm flipV="1">
            <a:off x="4577223" y="2433037"/>
            <a:ext cx="1292490" cy="329791"/>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 name="Line 25"/>
          <p:cNvSpPr>
            <a:spLocks noChangeShapeType="1"/>
          </p:cNvSpPr>
          <p:nvPr/>
        </p:nvSpPr>
        <p:spPr bwMode="auto">
          <a:xfrm flipV="1">
            <a:off x="5933974" y="2102033"/>
            <a:ext cx="516511" cy="26310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7" name="Text Box 27"/>
          <p:cNvSpPr txBox="1">
            <a:spLocks noChangeArrowheads="1"/>
          </p:cNvSpPr>
          <p:nvPr/>
        </p:nvSpPr>
        <p:spPr bwMode="auto">
          <a:xfrm>
            <a:off x="6111327" y="1277526"/>
            <a:ext cx="499094" cy="33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H</a:t>
            </a:r>
            <a:r>
              <a:rPr kumimoji="0" lang="en-US" altLang="zh-CN" sz="1600" b="1" i="0" u="none" strike="noStrike" kern="0" cap="none" spc="0" normalizeH="0" baseline="-25000" noProof="0" dirty="0">
                <a:ln>
                  <a:noFill/>
                </a:ln>
                <a:effectLst/>
                <a:uLnTx/>
                <a:uFillTx/>
                <a:latin typeface="微软雅黑" pitchFamily="34" charset="-122"/>
                <a:ea typeface="微软雅黑" pitchFamily="34" charset="-122"/>
              </a:rPr>
              <a:t>2</a:t>
            </a:r>
          </a:p>
        </p:txBody>
      </p:sp>
      <p:sp>
        <p:nvSpPr>
          <p:cNvPr id="37" name="Line 29"/>
          <p:cNvSpPr>
            <a:spLocks noChangeShapeType="1"/>
          </p:cNvSpPr>
          <p:nvPr/>
        </p:nvSpPr>
        <p:spPr bwMode="auto">
          <a:xfrm flipV="1">
            <a:off x="3154999" y="1373341"/>
            <a:ext cx="1356751" cy="86085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 name="Line 30"/>
          <p:cNvSpPr>
            <a:spLocks noChangeShapeType="1"/>
          </p:cNvSpPr>
          <p:nvPr/>
        </p:nvSpPr>
        <p:spPr bwMode="auto">
          <a:xfrm>
            <a:off x="4641484" y="1373341"/>
            <a:ext cx="1292490" cy="926325"/>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39" name="Picture 3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82194" y="2167506"/>
            <a:ext cx="466799"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0" name="Picture 3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83229" y="1836503"/>
            <a:ext cx="468012" cy="2655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1" name="Picture 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53494" y="2630669"/>
            <a:ext cx="468012" cy="265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2" name="Picture 3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75718" y="2234193"/>
            <a:ext cx="468012"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3"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17755" y="1239969"/>
            <a:ext cx="468012" cy="264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4" name="Freeform 36"/>
          <p:cNvSpPr>
            <a:spLocks/>
          </p:cNvSpPr>
          <p:nvPr/>
        </p:nvSpPr>
        <p:spPr bwMode="auto">
          <a:xfrm>
            <a:off x="2182601" y="1854690"/>
            <a:ext cx="4721347" cy="632908"/>
          </a:xfrm>
          <a:custGeom>
            <a:avLst/>
            <a:gdLst>
              <a:gd name="T0" fmla="*/ 0 w 3314"/>
              <a:gd name="T1" fmla="*/ 0 h 433"/>
              <a:gd name="T2" fmla="*/ 184 w 3314"/>
              <a:gd name="T3" fmla="*/ 158 h 433"/>
              <a:gd name="T4" fmla="*/ 275 w 3314"/>
              <a:gd name="T5" fmla="*/ 249 h 433"/>
              <a:gd name="T6" fmla="*/ 362 w 3314"/>
              <a:gd name="T7" fmla="*/ 300 h 433"/>
              <a:gd name="T8" fmla="*/ 494 w 3314"/>
              <a:gd name="T9" fmla="*/ 364 h 433"/>
              <a:gd name="T10" fmla="*/ 683 w 3314"/>
              <a:gd name="T11" fmla="*/ 385 h 433"/>
              <a:gd name="T12" fmla="*/ 955 w 3314"/>
              <a:gd name="T13" fmla="*/ 339 h 433"/>
              <a:gd name="T14" fmla="*/ 1498 w 3314"/>
              <a:gd name="T15" fmla="*/ 216 h 433"/>
              <a:gd name="T16" fmla="*/ 1854 w 3314"/>
              <a:gd name="T17" fmla="*/ 216 h 433"/>
              <a:gd name="T18" fmla="*/ 2210 w 3314"/>
              <a:gd name="T19" fmla="*/ 316 h 433"/>
              <a:gd name="T20" fmla="*/ 2450 w 3314"/>
              <a:gd name="T21" fmla="*/ 392 h 433"/>
              <a:gd name="T22" fmla="*/ 2633 w 3314"/>
              <a:gd name="T23" fmla="*/ 430 h 433"/>
              <a:gd name="T24" fmla="*/ 2834 w 3314"/>
              <a:gd name="T25" fmla="*/ 372 h 433"/>
              <a:gd name="T26" fmla="*/ 2994 w 3314"/>
              <a:gd name="T27" fmla="*/ 276 h 433"/>
              <a:gd name="T28" fmla="*/ 3314 w 3314"/>
              <a:gd name="T29" fmla="*/ 2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14" h="433">
                <a:moveTo>
                  <a:pt x="0" y="0"/>
                </a:moveTo>
                <a:cubicBezTo>
                  <a:pt x="27" y="26"/>
                  <a:pt x="138" y="116"/>
                  <a:pt x="184" y="158"/>
                </a:cubicBezTo>
                <a:cubicBezTo>
                  <a:pt x="230" y="200"/>
                  <a:pt x="245" y="225"/>
                  <a:pt x="275" y="249"/>
                </a:cubicBezTo>
                <a:cubicBezTo>
                  <a:pt x="305" y="273"/>
                  <a:pt x="326" y="281"/>
                  <a:pt x="362" y="300"/>
                </a:cubicBezTo>
                <a:cubicBezTo>
                  <a:pt x="398" y="319"/>
                  <a:pt x="441" y="350"/>
                  <a:pt x="494" y="364"/>
                </a:cubicBezTo>
                <a:cubicBezTo>
                  <a:pt x="547" y="378"/>
                  <a:pt x="606" y="389"/>
                  <a:pt x="683" y="385"/>
                </a:cubicBezTo>
                <a:cubicBezTo>
                  <a:pt x="760" y="381"/>
                  <a:pt x="819" y="367"/>
                  <a:pt x="955" y="339"/>
                </a:cubicBezTo>
                <a:cubicBezTo>
                  <a:pt x="1091" y="311"/>
                  <a:pt x="1348" y="236"/>
                  <a:pt x="1498" y="216"/>
                </a:cubicBezTo>
                <a:cubicBezTo>
                  <a:pt x="1648" y="196"/>
                  <a:pt x="1735" y="199"/>
                  <a:pt x="1854" y="216"/>
                </a:cubicBezTo>
                <a:cubicBezTo>
                  <a:pt x="1973" y="233"/>
                  <a:pt x="2111" y="287"/>
                  <a:pt x="2210" y="316"/>
                </a:cubicBezTo>
                <a:cubicBezTo>
                  <a:pt x="2309" y="345"/>
                  <a:pt x="2380" y="373"/>
                  <a:pt x="2450" y="392"/>
                </a:cubicBezTo>
                <a:cubicBezTo>
                  <a:pt x="2520" y="411"/>
                  <a:pt x="2569" y="433"/>
                  <a:pt x="2633" y="430"/>
                </a:cubicBezTo>
                <a:cubicBezTo>
                  <a:pt x="2697" y="427"/>
                  <a:pt x="2774" y="398"/>
                  <a:pt x="2834" y="372"/>
                </a:cubicBezTo>
                <a:cubicBezTo>
                  <a:pt x="2894" y="346"/>
                  <a:pt x="2914" y="334"/>
                  <a:pt x="2994" y="276"/>
                </a:cubicBezTo>
                <a:cubicBezTo>
                  <a:pt x="3074" y="218"/>
                  <a:pt x="3247" y="75"/>
                  <a:pt x="3314" y="22"/>
                </a:cubicBezTo>
              </a:path>
            </a:pathLst>
          </a:custGeom>
          <a:noFill/>
          <a:ln w="57150" cmpd="sng">
            <a:solidFill>
              <a:srgbClr val="FF00FF"/>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5" name="Text Box 37"/>
          <p:cNvSpPr txBox="1">
            <a:spLocks noChangeArrowheads="1"/>
          </p:cNvSpPr>
          <p:nvPr/>
        </p:nvSpPr>
        <p:spPr bwMode="auto">
          <a:xfrm>
            <a:off x="4188911" y="2174781"/>
            <a:ext cx="80502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虚电路</a:t>
            </a:r>
            <a:endParaRPr kumimoji="0" lang="zh-CN" altLang="en-US" sz="1600" b="1" i="0" u="none" strike="noStrike" kern="0" cap="none" spc="0" normalizeH="0" baseline="-25000" noProof="0" dirty="0">
              <a:ln>
                <a:noFill/>
              </a:ln>
              <a:effectLst/>
              <a:uLnTx/>
              <a:uFillTx/>
              <a:latin typeface="微软雅黑" pitchFamily="34" charset="-122"/>
              <a:ea typeface="微软雅黑" pitchFamily="34" charset="-122"/>
            </a:endParaRPr>
          </a:p>
        </p:txBody>
      </p:sp>
      <p:sp>
        <p:nvSpPr>
          <p:cNvPr id="46" name="Text Box 38"/>
          <p:cNvSpPr txBox="1">
            <a:spLocks noChangeArrowheads="1"/>
          </p:cNvSpPr>
          <p:nvPr/>
        </p:nvSpPr>
        <p:spPr bwMode="auto">
          <a:xfrm>
            <a:off x="1867631" y="3113290"/>
            <a:ext cx="5344733" cy="369332"/>
          </a:xfrm>
          <a:prstGeom prst="rect">
            <a:avLst/>
          </a:prstGeom>
          <a:solidFill>
            <a:srgbClr val="0000FF"/>
          </a:solidFill>
          <a:ln w="9525">
            <a:solidFill>
              <a:srgbClr val="3333CC"/>
            </a:solidFill>
            <a:miter lim="800000"/>
            <a:headEnd/>
            <a:tailEnd/>
          </a:ln>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b="1" i="0" u="none" strike="noStrike" kern="0" cap="none" spc="0" normalizeH="0" baseline="0" noProof="0" dirty="0">
                <a:ln>
                  <a:noFill/>
                </a:ln>
                <a:solidFill>
                  <a:schemeClr val="bg1"/>
                </a:solidFill>
                <a:effectLst/>
                <a:uLnTx/>
                <a:uFillTx/>
                <a:latin typeface="微软雅黑" pitchFamily="34" charset="-122"/>
                <a:ea typeface="微软雅黑" pitchFamily="34" charset="-122"/>
              </a:rPr>
              <a:t>H</a:t>
            </a:r>
            <a:r>
              <a:rPr kumimoji="0" lang="en-US" altLang="zh-CN" b="1" i="0" u="none" strike="noStrike" kern="0" cap="none" spc="0" normalizeH="0" baseline="-25000" noProof="0" dirty="0">
                <a:ln>
                  <a:noFill/>
                </a:ln>
                <a:solidFill>
                  <a:schemeClr val="bg1"/>
                </a:solidFill>
                <a:effectLst/>
                <a:uLnTx/>
                <a:uFillTx/>
                <a:latin typeface="微软雅黑" pitchFamily="34" charset="-122"/>
                <a:ea typeface="微软雅黑" pitchFamily="34" charset="-122"/>
              </a:rPr>
              <a:t>1</a:t>
            </a:r>
            <a:r>
              <a:rPr kumimoji="0" lang="en-US" altLang="zh-CN" b="1" i="0" u="none" strike="noStrike" kern="0" cap="none" spc="0" normalizeH="0" baseline="0" noProof="0" dirty="0">
                <a:ln>
                  <a:noFill/>
                </a:ln>
                <a:solidFill>
                  <a:schemeClr val="bg1"/>
                </a:solidFill>
                <a:effectLst/>
                <a:uLnTx/>
                <a:uFillTx/>
                <a:latin typeface="微软雅黑" pitchFamily="34" charset="-122"/>
                <a:ea typeface="微软雅黑" pitchFamily="34" charset="-122"/>
              </a:rPr>
              <a:t> </a:t>
            </a:r>
            <a:r>
              <a:rPr kumimoji="0" lang="zh-CN" altLang="en-US" b="1" i="0" u="none" strike="noStrike" kern="0" cap="none" spc="0" normalizeH="0" baseline="0" noProof="0" dirty="0">
                <a:ln>
                  <a:noFill/>
                </a:ln>
                <a:solidFill>
                  <a:schemeClr val="bg1"/>
                </a:solidFill>
                <a:effectLst/>
                <a:uLnTx/>
                <a:uFillTx/>
                <a:latin typeface="微软雅黑" pitchFamily="34" charset="-122"/>
                <a:ea typeface="微软雅黑" pitchFamily="34" charset="-122"/>
              </a:rPr>
              <a:t>发送给 </a:t>
            </a:r>
            <a:r>
              <a:rPr kumimoji="0" lang="en-US" altLang="zh-CN" b="1" i="0" u="none" strike="noStrike" kern="0" cap="none" spc="0" normalizeH="0" baseline="0" noProof="0" dirty="0">
                <a:ln>
                  <a:noFill/>
                </a:ln>
                <a:solidFill>
                  <a:schemeClr val="bg1"/>
                </a:solidFill>
                <a:effectLst/>
                <a:uLnTx/>
                <a:uFillTx/>
                <a:latin typeface="微软雅黑" pitchFamily="34" charset="-122"/>
                <a:ea typeface="微软雅黑" pitchFamily="34" charset="-122"/>
              </a:rPr>
              <a:t>H</a:t>
            </a:r>
            <a:r>
              <a:rPr kumimoji="0" lang="en-US" altLang="zh-CN" b="1" i="0" u="none" strike="noStrike" kern="0" cap="none" spc="0" normalizeH="0" baseline="-25000" noProof="0" dirty="0">
                <a:ln>
                  <a:noFill/>
                </a:ln>
                <a:solidFill>
                  <a:schemeClr val="bg1"/>
                </a:solidFill>
                <a:effectLst/>
                <a:uLnTx/>
                <a:uFillTx/>
                <a:latin typeface="微软雅黑" pitchFamily="34" charset="-122"/>
                <a:ea typeface="微软雅黑" pitchFamily="34" charset="-122"/>
              </a:rPr>
              <a:t>2</a:t>
            </a:r>
            <a:r>
              <a:rPr kumimoji="0" lang="en-US" altLang="zh-CN" b="1" i="0" u="none" strike="noStrike" kern="0" cap="none" spc="0" normalizeH="0" baseline="0" noProof="0" dirty="0">
                <a:ln>
                  <a:noFill/>
                </a:ln>
                <a:solidFill>
                  <a:schemeClr val="bg1"/>
                </a:solidFill>
                <a:effectLst/>
                <a:uLnTx/>
                <a:uFillTx/>
                <a:latin typeface="微软雅黑" pitchFamily="34" charset="-122"/>
                <a:ea typeface="微软雅黑" pitchFamily="34" charset="-122"/>
              </a:rPr>
              <a:t> </a:t>
            </a:r>
            <a:r>
              <a:rPr kumimoji="0" lang="zh-CN" altLang="en-US" b="1" i="0" u="none" strike="noStrike" kern="0" cap="none" spc="0" normalizeH="0" baseline="0" noProof="0" dirty="0">
                <a:ln>
                  <a:noFill/>
                </a:ln>
                <a:solidFill>
                  <a:schemeClr val="bg1"/>
                </a:solidFill>
                <a:effectLst/>
                <a:uLnTx/>
                <a:uFillTx/>
                <a:latin typeface="微软雅黑" pitchFamily="34" charset="-122"/>
                <a:ea typeface="微软雅黑" pitchFamily="34" charset="-122"/>
              </a:rPr>
              <a:t>的所有分组都沿着同一条虚电路传送</a:t>
            </a:r>
          </a:p>
        </p:txBody>
      </p:sp>
      <p:pic>
        <p:nvPicPr>
          <p:cNvPr id="52"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90867" y="1584357"/>
            <a:ext cx="571350" cy="571350"/>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111327" y="1584357"/>
            <a:ext cx="571350" cy="571350"/>
          </a:xfrm>
          <a:prstGeom prst="rect">
            <a:avLst/>
          </a:prstGeom>
          <a:noFill/>
          <a:extLst>
            <a:ext uri="{909E8E84-426E-40DD-AFC4-6F175D3DCCD1}">
              <a14:hiddenFill xmlns:a14="http://schemas.microsoft.com/office/drawing/2010/main">
                <a:solidFill>
                  <a:srgbClr val="FFFFFF"/>
                </a:solidFill>
              </a14:hiddenFill>
            </a:ext>
          </a:extLst>
        </p:spPr>
      </p:pic>
      <p:sp>
        <p:nvSpPr>
          <p:cNvPr id="54" name="Text Box 5"/>
          <p:cNvSpPr txBox="1">
            <a:spLocks noChangeArrowheads="1"/>
          </p:cNvSpPr>
          <p:nvPr/>
        </p:nvSpPr>
        <p:spPr bwMode="auto">
          <a:xfrm>
            <a:off x="1153557" y="1222179"/>
            <a:ext cx="1267557" cy="12464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应用层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传输层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网络层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数据链路层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物理层</a:t>
            </a:r>
          </a:p>
        </p:txBody>
      </p:sp>
      <p:sp>
        <p:nvSpPr>
          <p:cNvPr id="55" name="Text Box 3"/>
          <p:cNvSpPr txBox="1">
            <a:spLocks noChangeArrowheads="1"/>
          </p:cNvSpPr>
          <p:nvPr/>
        </p:nvSpPr>
        <p:spPr bwMode="auto">
          <a:xfrm>
            <a:off x="6705596" y="1287652"/>
            <a:ext cx="1267557" cy="12464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应用层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传输层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网络层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数据链路层</a:t>
            </a:r>
          </a:p>
          <a:p>
            <a:pPr marL="0" marR="0" lvl="0" indent="0" algn="ctr" defTabSz="914400" eaLnBrk="1" fontAlgn="auto" latinLnBrk="0" hangingPunct="1">
              <a:lnSpc>
                <a:spcPts val="1800"/>
              </a:lnSpc>
              <a:spcBef>
                <a:spcPts val="0"/>
              </a:spcBef>
              <a:spcAft>
                <a:spcPts val="0"/>
              </a:spcAft>
              <a:buClrTx/>
              <a:buSzTx/>
              <a:buFontTx/>
              <a:buNone/>
              <a:tabLst/>
              <a:defRPr/>
            </a:pPr>
            <a:r>
              <a:rPr kumimoji="0" lang="zh-CN" altLang="en-US" sz="1300" b="1" i="0" u="none" strike="noStrike" kern="0" cap="none" spc="0" normalizeH="0" baseline="0" noProof="0" dirty="0">
                <a:ln>
                  <a:noFill/>
                </a:ln>
                <a:effectLst/>
                <a:uLnTx/>
                <a:uFillTx/>
                <a:latin typeface="微软雅黑" pitchFamily="34" charset="-122"/>
                <a:ea typeface="微软雅黑" pitchFamily="34" charset="-122"/>
              </a:rPr>
              <a:t>物理层</a:t>
            </a:r>
          </a:p>
        </p:txBody>
      </p:sp>
      <p:sp>
        <p:nvSpPr>
          <p:cNvPr id="2" name="矩形 1"/>
          <p:cNvSpPr/>
          <p:nvPr/>
        </p:nvSpPr>
        <p:spPr>
          <a:xfrm>
            <a:off x="1337724" y="3807992"/>
            <a:ext cx="6719348" cy="759182"/>
          </a:xfrm>
          <a:prstGeom prst="rect">
            <a:avLst/>
          </a:prstGeom>
          <a:ln>
            <a:solidFill>
              <a:srgbClr val="000099"/>
            </a:solidFill>
          </a:ln>
        </p:spPr>
        <p:style>
          <a:lnRef idx="2">
            <a:schemeClr val="accent1"/>
          </a:lnRef>
          <a:fillRef idx="1">
            <a:schemeClr val="lt1"/>
          </a:fillRef>
          <a:effectRef idx="0">
            <a:schemeClr val="accent1"/>
          </a:effectRef>
          <a:fontRef idx="minor">
            <a:schemeClr val="dk1"/>
          </a:fontRef>
        </p:style>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虚电路只是一条</a:t>
            </a:r>
            <a:r>
              <a:rPr lang="zh-CN" altLang="en-US" b="1" dirty="0">
                <a:solidFill>
                  <a:srgbClr val="C00000"/>
                </a:solidFill>
                <a:latin typeface="微软雅黑" panose="020B0503020204020204" pitchFamily="34" charset="-122"/>
                <a:ea typeface="微软雅黑" panose="020B0503020204020204" pitchFamily="34" charset="-122"/>
              </a:rPr>
              <a:t>逻辑上的连接，</a:t>
            </a:r>
            <a:r>
              <a:rPr lang="zh-CN" altLang="en-US" b="1" dirty="0">
                <a:latin typeface="微软雅黑" panose="020B0503020204020204" pitchFamily="34" charset="-122"/>
                <a:ea typeface="微软雅黑" panose="020B0503020204020204" pitchFamily="34" charset="-122"/>
              </a:rPr>
              <a:t>分组都沿着这条逻辑连接按照存储转发方式传送，并</a:t>
            </a:r>
            <a:r>
              <a:rPr lang="zh-CN" altLang="en-US" b="1" dirty="0">
                <a:solidFill>
                  <a:srgbClr val="C00000"/>
                </a:solidFill>
                <a:latin typeface="微软雅黑" panose="020B0503020204020204" pitchFamily="34" charset="-122"/>
                <a:ea typeface="微软雅黑" panose="020B0503020204020204" pitchFamily="34" charset="-122"/>
              </a:rPr>
              <a:t>不是</a:t>
            </a:r>
            <a:r>
              <a:rPr lang="zh-CN" altLang="en-US" b="1" dirty="0">
                <a:latin typeface="微软雅黑" panose="020B0503020204020204" pitchFamily="34" charset="-122"/>
                <a:ea typeface="微软雅黑" panose="020B0503020204020204" pitchFamily="34" charset="-122"/>
              </a:rPr>
              <a:t>真正建立了一条</a:t>
            </a:r>
            <a:r>
              <a:rPr lang="zh-CN" altLang="en-US" b="1" dirty="0">
                <a:solidFill>
                  <a:srgbClr val="C00000"/>
                </a:solidFill>
                <a:latin typeface="微软雅黑" panose="020B0503020204020204" pitchFamily="34" charset="-122"/>
                <a:ea typeface="微软雅黑" panose="020B0503020204020204" pitchFamily="34" charset="-122"/>
              </a:rPr>
              <a:t>物理连接。</a:t>
            </a:r>
          </a:p>
        </p:txBody>
      </p:sp>
    </p:spTree>
    <p:custDataLst>
      <p:tags r:id="rId1"/>
    </p:custDataLst>
    <p:extLst>
      <p:ext uri="{BB962C8B-B14F-4D97-AF65-F5344CB8AC3E}">
        <p14:creationId xmlns:p14="http://schemas.microsoft.com/office/powerpoint/2010/main" val="34748147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44"/>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53" presetClass="entr" presetSubtype="16"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animEffect transition="in" filter="fade">
                                      <p:cBhvr>
                                        <p:cTn id="1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3329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565414" y="600079"/>
            <a:ext cx="40318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另一种观点：网络提供数据报服务</a:t>
            </a:r>
          </a:p>
        </p:txBody>
      </p:sp>
      <p:sp>
        <p:nvSpPr>
          <p:cNvPr id="8" name="Rectangle 68"/>
          <p:cNvSpPr>
            <a:spLocks noChangeArrowheads="1"/>
          </p:cNvSpPr>
          <p:nvPr/>
        </p:nvSpPr>
        <p:spPr bwMode="auto">
          <a:xfrm>
            <a:off x="556963" y="985348"/>
            <a:ext cx="8048776" cy="37087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zh-CN" altLang="en-US" sz="2000" b="1" dirty="0">
                <a:solidFill>
                  <a:srgbClr val="0000FF"/>
                </a:solidFill>
                <a:latin typeface="微软雅黑" pitchFamily="34" charset="-122"/>
                <a:ea typeface="微软雅黑" pitchFamily="34" charset="-122"/>
              </a:rPr>
              <a:t>互联网采用的设计思路：</a:t>
            </a:r>
            <a:endParaRPr lang="en-US" altLang="zh-CN" sz="2000" b="1" dirty="0">
              <a:solidFill>
                <a:srgbClr val="0000FF"/>
              </a:solidFill>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网络层</a:t>
            </a:r>
            <a:r>
              <a:rPr lang="zh-CN" altLang="en-US" sz="2000" b="1" dirty="0">
                <a:latin typeface="微软雅黑" pitchFamily="34" charset="-122"/>
                <a:ea typeface="微软雅黑" pitchFamily="34" charset="-122"/>
              </a:rPr>
              <a:t>要设计得尽量</a:t>
            </a:r>
            <a:r>
              <a:rPr lang="zh-CN" altLang="en-US" sz="2000" b="1" dirty="0">
                <a:solidFill>
                  <a:srgbClr val="C00000"/>
                </a:solidFill>
                <a:latin typeface="微软雅黑" pitchFamily="34" charset="-122"/>
                <a:ea typeface="微软雅黑" pitchFamily="34" charset="-122"/>
              </a:rPr>
              <a:t>简单，</a:t>
            </a:r>
            <a:r>
              <a:rPr lang="zh-CN" altLang="en-US" sz="2000" b="1" dirty="0">
                <a:latin typeface="微软雅黑" pitchFamily="34" charset="-122"/>
                <a:ea typeface="微软雅黑" pitchFamily="34" charset="-122"/>
              </a:rPr>
              <a:t>向其上层只提供简单灵活的、</a:t>
            </a:r>
            <a:r>
              <a:rPr lang="zh-CN" altLang="en-US" sz="2000" b="1" dirty="0">
                <a:solidFill>
                  <a:srgbClr val="C00000"/>
                </a:solidFill>
                <a:latin typeface="微软雅黑" pitchFamily="34" charset="-122"/>
                <a:ea typeface="微软雅黑" pitchFamily="34" charset="-122"/>
              </a:rPr>
              <a:t>无连接的、</a:t>
            </a:r>
            <a:r>
              <a:rPr lang="zh-CN" altLang="en-US" sz="2000" b="1" dirty="0">
                <a:latin typeface="微软雅黑" pitchFamily="34" charset="-122"/>
                <a:ea typeface="微软雅黑" pitchFamily="34" charset="-122"/>
              </a:rPr>
              <a:t>尽最大努力交付的</a:t>
            </a:r>
            <a:r>
              <a:rPr lang="zh-CN" altLang="en-US" sz="2000" b="1" dirty="0">
                <a:solidFill>
                  <a:srgbClr val="C00000"/>
                </a:solidFill>
                <a:latin typeface="微软雅黑" pitchFamily="34" charset="-122"/>
                <a:ea typeface="微软雅黑" pitchFamily="34" charset="-122"/>
              </a:rPr>
              <a:t>数据报服务。</a:t>
            </a:r>
          </a:p>
          <a:p>
            <a:pPr marL="598488"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网络在发送分组时不需要先建立连接。</a:t>
            </a:r>
            <a:endParaRPr lang="en-US" altLang="zh-CN" sz="2000" b="1" dirty="0">
              <a:latin typeface="微软雅黑" pitchFamily="34" charset="-122"/>
              <a:ea typeface="微软雅黑" pitchFamily="34" charset="-122"/>
            </a:endParaRPr>
          </a:p>
          <a:p>
            <a:pPr marL="598488"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每一个分组（即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数据报）独立发送，与其前后的分组无关（不进行编号）。</a:t>
            </a:r>
          </a:p>
          <a:p>
            <a:pPr marL="598488"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网络层不提供服务质量的承诺。即所传送的分组可能出错、丢失、重复和失序（不按序到达终点），也不保证分组传送的时限。</a:t>
            </a:r>
            <a:endParaRPr lang="en-US" altLang="zh-CN" sz="2000" b="1" dirty="0">
              <a:latin typeface="微软雅黑" pitchFamily="34" charset="-122"/>
              <a:ea typeface="微软雅黑" pitchFamily="34" charset="-122"/>
            </a:endParaRPr>
          </a:p>
          <a:p>
            <a:pPr marL="268288" indent="-268288">
              <a:lnSpc>
                <a:spcPts val="3300"/>
              </a:lnSpc>
              <a:buClr>
                <a:srgbClr val="0070C0"/>
              </a:buClr>
              <a:buSzPct val="75000"/>
              <a:buFont typeface="Wingdings" pitchFamily="2" charset="2"/>
              <a:buChar char="l"/>
            </a:pPr>
            <a:r>
              <a:rPr lang="zh-CN" altLang="en-US" sz="2000" b="1" dirty="0">
                <a:latin typeface="微软雅黑" pitchFamily="34" charset="-122"/>
                <a:ea typeface="微软雅黑" pitchFamily="34" charset="-122"/>
              </a:rPr>
              <a:t>由主机中的</a:t>
            </a:r>
            <a:r>
              <a:rPr lang="zh-CN" altLang="en-US" sz="2000" b="1" dirty="0">
                <a:solidFill>
                  <a:srgbClr val="C00000"/>
                </a:solidFill>
                <a:latin typeface="微软雅黑" pitchFamily="34" charset="-122"/>
                <a:ea typeface="微软雅黑" pitchFamily="34" charset="-122"/>
              </a:rPr>
              <a:t>传输层</a:t>
            </a:r>
            <a:r>
              <a:rPr lang="zh-CN" altLang="en-US" sz="2000" b="1" dirty="0">
                <a:latin typeface="微软雅黑" pitchFamily="34" charset="-122"/>
                <a:ea typeface="微软雅黑" pitchFamily="34" charset="-122"/>
              </a:rPr>
              <a:t>负责可靠的通信。 </a:t>
            </a:r>
          </a:p>
        </p:txBody>
      </p:sp>
    </p:spTree>
    <p:custDataLst>
      <p:tags r:id="rId1"/>
    </p:custDataLst>
    <p:extLst>
      <p:ext uri="{BB962C8B-B14F-4D97-AF65-F5344CB8AC3E}">
        <p14:creationId xmlns:p14="http://schemas.microsoft.com/office/powerpoint/2010/main" val="1514377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1000"/>
                                        <p:tgtEl>
                                          <p:spTgt spid="8">
                                            <p:txEl>
                                              <p:pRg st="0" end="0"/>
                                            </p:txEl>
                                          </p:spTgt>
                                        </p:tgtEl>
                                      </p:cBhvr>
                                    </p:animEffect>
                                    <p:anim calcmode="lin" valueType="num">
                                      <p:cBhvr>
                                        <p:cTn id="8"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fade">
                                      <p:cBhvr>
                                        <p:cTn id="12" dur="1000"/>
                                        <p:tgtEl>
                                          <p:spTgt spid="8">
                                            <p:txEl>
                                              <p:pRg st="1" end="1"/>
                                            </p:txEl>
                                          </p:spTgt>
                                        </p:tgtEl>
                                      </p:cBhvr>
                                    </p:animEffect>
                                    <p:anim calcmode="lin" valueType="num">
                                      <p:cBhvr>
                                        <p:cTn id="13"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14"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8">
                                            <p:txEl>
                                              <p:pRg st="2" end="2"/>
                                            </p:txEl>
                                          </p:spTgt>
                                        </p:tgtEl>
                                        <p:attrNameLst>
                                          <p:attrName>style.visibility</p:attrName>
                                        </p:attrNameLst>
                                      </p:cBhvr>
                                      <p:to>
                                        <p:strVal val="visible"/>
                                      </p:to>
                                    </p:set>
                                    <p:animEffect transition="in" filter="fade">
                                      <p:cBhvr>
                                        <p:cTn id="19" dur="1000"/>
                                        <p:tgtEl>
                                          <p:spTgt spid="8">
                                            <p:txEl>
                                              <p:pRg st="2" end="2"/>
                                            </p:txEl>
                                          </p:spTgt>
                                        </p:tgtEl>
                                      </p:cBhvr>
                                    </p:animEffect>
                                    <p:anim calcmode="lin" valueType="num">
                                      <p:cBhvr>
                                        <p:cTn id="20"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8">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8">
                                            <p:txEl>
                                              <p:pRg st="3" end="3"/>
                                            </p:txEl>
                                          </p:spTgt>
                                        </p:tgtEl>
                                        <p:attrNameLst>
                                          <p:attrName>style.visibility</p:attrName>
                                        </p:attrNameLst>
                                      </p:cBhvr>
                                      <p:to>
                                        <p:strVal val="visible"/>
                                      </p:to>
                                    </p:set>
                                    <p:animEffect transition="in" filter="fade">
                                      <p:cBhvr>
                                        <p:cTn id="26" dur="1000"/>
                                        <p:tgtEl>
                                          <p:spTgt spid="8">
                                            <p:txEl>
                                              <p:pRg st="3" end="3"/>
                                            </p:txEl>
                                          </p:spTgt>
                                        </p:tgtEl>
                                      </p:cBhvr>
                                    </p:animEffect>
                                    <p:anim calcmode="lin" valueType="num">
                                      <p:cBhvr>
                                        <p:cTn id="27" dur="1000" fill="hold"/>
                                        <p:tgtEl>
                                          <p:spTgt spid="8">
                                            <p:txEl>
                                              <p:pRg st="3" end="3"/>
                                            </p:txEl>
                                          </p:spTgt>
                                        </p:tgtEl>
                                        <p:attrNameLst>
                                          <p:attrName>ppt_x</p:attrName>
                                        </p:attrNameLst>
                                      </p:cBhvr>
                                      <p:tavLst>
                                        <p:tav tm="0">
                                          <p:val>
                                            <p:strVal val="#ppt_x"/>
                                          </p:val>
                                        </p:tav>
                                        <p:tav tm="100000">
                                          <p:val>
                                            <p:strVal val="#ppt_x"/>
                                          </p:val>
                                        </p:tav>
                                      </p:tavLst>
                                    </p:anim>
                                    <p:anim calcmode="lin" valueType="num">
                                      <p:cBhvr>
                                        <p:cTn id="28" dur="1000" fill="hold"/>
                                        <p:tgtEl>
                                          <p:spTgt spid="8">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8">
                                            <p:txEl>
                                              <p:pRg st="4" end="4"/>
                                            </p:txEl>
                                          </p:spTgt>
                                        </p:tgtEl>
                                        <p:attrNameLst>
                                          <p:attrName>style.visibility</p:attrName>
                                        </p:attrNameLst>
                                      </p:cBhvr>
                                      <p:to>
                                        <p:strVal val="visible"/>
                                      </p:to>
                                    </p:set>
                                    <p:animEffect transition="in" filter="fade">
                                      <p:cBhvr>
                                        <p:cTn id="33" dur="1000"/>
                                        <p:tgtEl>
                                          <p:spTgt spid="8">
                                            <p:txEl>
                                              <p:pRg st="4" end="4"/>
                                            </p:txEl>
                                          </p:spTgt>
                                        </p:tgtEl>
                                      </p:cBhvr>
                                    </p:animEffect>
                                    <p:anim calcmode="lin" valueType="num">
                                      <p:cBhvr>
                                        <p:cTn id="34" dur="1000" fill="hold"/>
                                        <p:tgtEl>
                                          <p:spTgt spid="8">
                                            <p:txEl>
                                              <p:pRg st="4" end="4"/>
                                            </p:txEl>
                                          </p:spTgt>
                                        </p:tgtEl>
                                        <p:attrNameLst>
                                          <p:attrName>ppt_x</p:attrName>
                                        </p:attrNameLst>
                                      </p:cBhvr>
                                      <p:tavLst>
                                        <p:tav tm="0">
                                          <p:val>
                                            <p:strVal val="#ppt_x"/>
                                          </p:val>
                                        </p:tav>
                                        <p:tav tm="100000">
                                          <p:val>
                                            <p:strVal val="#ppt_x"/>
                                          </p:val>
                                        </p:tav>
                                      </p:tavLst>
                                    </p:anim>
                                    <p:anim calcmode="lin" valueType="num">
                                      <p:cBhvr>
                                        <p:cTn id="35" dur="1000" fill="hold"/>
                                        <p:tgtEl>
                                          <p:spTgt spid="8">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8">
                                            <p:txEl>
                                              <p:pRg st="5" end="5"/>
                                            </p:txEl>
                                          </p:spTgt>
                                        </p:tgtEl>
                                        <p:attrNameLst>
                                          <p:attrName>style.visibility</p:attrName>
                                        </p:attrNameLst>
                                      </p:cBhvr>
                                      <p:to>
                                        <p:strVal val="visible"/>
                                      </p:to>
                                    </p:set>
                                    <p:animEffect transition="in" filter="fade">
                                      <p:cBhvr>
                                        <p:cTn id="40" dur="1000"/>
                                        <p:tgtEl>
                                          <p:spTgt spid="8">
                                            <p:txEl>
                                              <p:pRg st="5" end="5"/>
                                            </p:txEl>
                                          </p:spTgt>
                                        </p:tgtEl>
                                      </p:cBhvr>
                                    </p:animEffect>
                                    <p:anim calcmode="lin" valueType="num">
                                      <p:cBhvr>
                                        <p:cTn id="41" dur="1000" fill="hold"/>
                                        <p:tgtEl>
                                          <p:spTgt spid="8">
                                            <p:txEl>
                                              <p:pRg st="5" end="5"/>
                                            </p:txEl>
                                          </p:spTgt>
                                        </p:tgtEl>
                                        <p:attrNameLst>
                                          <p:attrName>ppt_x</p:attrName>
                                        </p:attrNameLst>
                                      </p:cBhvr>
                                      <p:tavLst>
                                        <p:tav tm="0">
                                          <p:val>
                                            <p:strVal val="#ppt_x"/>
                                          </p:val>
                                        </p:tav>
                                        <p:tav tm="100000">
                                          <p:val>
                                            <p:strVal val="#ppt_x"/>
                                          </p:val>
                                        </p:tav>
                                      </p:tavLst>
                                    </p:anim>
                                    <p:anim calcmode="lin" valueType="num">
                                      <p:cBhvr>
                                        <p:cTn id="42" dur="1000" fill="hold"/>
                                        <p:tgtEl>
                                          <p:spTgt spid="8">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uiExpand="1" build="p" bldLvl="2"/>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45144" y="630799"/>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829820" y="607709"/>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zh-CN" sz="2000" b="1" dirty="0">
                <a:solidFill>
                  <a:schemeClr val="bg1"/>
                </a:solidFill>
                <a:ea typeface="微软雅黑" pitchFamily="34" charset="-122"/>
              </a:rPr>
              <a:t>数据报服务</a:t>
            </a:r>
            <a:endParaRPr lang="zh-CN" altLang="en-US" sz="2000" b="1" dirty="0">
              <a:solidFill>
                <a:schemeClr val="bg1"/>
              </a:solidFill>
              <a:ea typeface="微软雅黑" pitchFamily="34" charset="-122"/>
            </a:endParaRPr>
          </a:p>
        </p:txBody>
      </p:sp>
      <p:grpSp>
        <p:nvGrpSpPr>
          <p:cNvPr id="2" name="组合 1">
            <a:extLst>
              <a:ext uri="{FF2B5EF4-FFF2-40B4-BE49-F238E27FC236}">
                <a16:creationId xmlns:a16="http://schemas.microsoft.com/office/drawing/2014/main" id="{C9506208-A60B-98E9-3853-A93866AAEE84}"/>
              </a:ext>
            </a:extLst>
          </p:cNvPr>
          <p:cNvGrpSpPr/>
          <p:nvPr/>
        </p:nvGrpSpPr>
        <p:grpSpPr>
          <a:xfrm>
            <a:off x="545144" y="1048114"/>
            <a:ext cx="8053711" cy="2920037"/>
            <a:chOff x="545144" y="1048114"/>
            <a:chExt cx="8053711" cy="2920037"/>
          </a:xfrm>
        </p:grpSpPr>
        <p:sp>
          <p:nvSpPr>
            <p:cNvPr id="5" name="圆角矩形 4"/>
            <p:cNvSpPr/>
            <p:nvPr/>
          </p:nvSpPr>
          <p:spPr>
            <a:xfrm>
              <a:off x="545144" y="1048114"/>
              <a:ext cx="8053711" cy="29200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Text Box 38"/>
            <p:cNvSpPr txBox="1">
              <a:spLocks noChangeArrowheads="1"/>
            </p:cNvSpPr>
            <p:nvPr/>
          </p:nvSpPr>
          <p:spPr bwMode="auto">
            <a:xfrm>
              <a:off x="2165789" y="3328957"/>
              <a:ext cx="4748416" cy="369332"/>
            </a:xfrm>
            <a:prstGeom prst="rect">
              <a:avLst/>
            </a:prstGeom>
            <a:solidFill>
              <a:srgbClr val="0000FF"/>
            </a:solidFill>
            <a:ln w="9525">
              <a:solidFill>
                <a:srgbClr val="3333CC"/>
              </a:solidFill>
              <a:miter lim="800000"/>
              <a:headEnd/>
              <a:tailEnd/>
            </a:ln>
            <a:effectLst/>
          </p:spPr>
          <p:txBody>
            <a:bodyPr wrap="none">
              <a:spAutoFit/>
            </a:bodyPr>
            <a:lstStyle/>
            <a:p>
              <a:pPr lvl="0" algn="ctr">
                <a:defRPr/>
              </a:pPr>
              <a:r>
                <a:rPr lang="en-US" altLang="zh-CN" b="1" kern="0" dirty="0">
                  <a:solidFill>
                    <a:schemeClr val="bg1"/>
                  </a:solidFill>
                  <a:latin typeface="微软雅黑" pitchFamily="34" charset="-122"/>
                  <a:ea typeface="微软雅黑" pitchFamily="34" charset="-122"/>
                </a:rPr>
                <a:t>H</a:t>
              </a:r>
              <a:r>
                <a:rPr lang="en-US" altLang="zh-CN" b="1" kern="0" baseline="-25000" dirty="0">
                  <a:solidFill>
                    <a:schemeClr val="bg1"/>
                  </a:solidFill>
                  <a:latin typeface="微软雅黑" pitchFamily="34" charset="-122"/>
                  <a:ea typeface="微软雅黑" pitchFamily="34" charset="-122"/>
                </a:rPr>
                <a:t>1</a:t>
              </a:r>
              <a:r>
                <a:rPr lang="en-US" altLang="zh-CN" b="1" kern="0" dirty="0">
                  <a:solidFill>
                    <a:schemeClr val="bg1"/>
                  </a:solidFill>
                  <a:latin typeface="微软雅黑" pitchFamily="34" charset="-122"/>
                  <a:ea typeface="微软雅黑" pitchFamily="34" charset="-122"/>
                </a:rPr>
                <a:t> </a:t>
              </a:r>
              <a:r>
                <a:rPr lang="zh-CN" altLang="en-US" b="1" kern="0" dirty="0">
                  <a:solidFill>
                    <a:schemeClr val="bg1"/>
                  </a:solidFill>
                  <a:latin typeface="微软雅黑" pitchFamily="34" charset="-122"/>
                  <a:ea typeface="微软雅黑" pitchFamily="34" charset="-122"/>
                </a:rPr>
                <a:t>发送给 </a:t>
              </a:r>
              <a:r>
                <a:rPr lang="en-US" altLang="zh-CN" b="1" kern="0" dirty="0">
                  <a:solidFill>
                    <a:schemeClr val="bg1"/>
                  </a:solidFill>
                  <a:latin typeface="微软雅黑" pitchFamily="34" charset="-122"/>
                  <a:ea typeface="微软雅黑" pitchFamily="34" charset="-122"/>
                </a:rPr>
                <a:t>H</a:t>
              </a:r>
              <a:r>
                <a:rPr lang="en-US" altLang="zh-CN" b="1" kern="0" baseline="-25000" dirty="0">
                  <a:solidFill>
                    <a:schemeClr val="bg1"/>
                  </a:solidFill>
                  <a:latin typeface="微软雅黑" pitchFamily="34" charset="-122"/>
                  <a:ea typeface="微软雅黑" pitchFamily="34" charset="-122"/>
                </a:rPr>
                <a:t>2</a:t>
              </a:r>
              <a:r>
                <a:rPr lang="en-US" altLang="zh-CN" b="1" kern="0" dirty="0">
                  <a:solidFill>
                    <a:schemeClr val="bg1"/>
                  </a:solidFill>
                  <a:latin typeface="微软雅黑" pitchFamily="34" charset="-122"/>
                  <a:ea typeface="微软雅黑" pitchFamily="34" charset="-122"/>
                </a:rPr>
                <a:t> </a:t>
              </a:r>
              <a:r>
                <a:rPr lang="zh-CN" altLang="en-US" b="1" kern="0" dirty="0">
                  <a:solidFill>
                    <a:schemeClr val="bg1"/>
                  </a:solidFill>
                  <a:latin typeface="微软雅黑" pitchFamily="34" charset="-122"/>
                  <a:ea typeface="微软雅黑" pitchFamily="34" charset="-122"/>
                </a:rPr>
                <a:t>的分组可能沿着不同路径传送</a:t>
              </a:r>
            </a:p>
          </p:txBody>
        </p:sp>
        <p:sp>
          <p:nvSpPr>
            <p:cNvPr id="51" name="Rectangle 10"/>
            <p:cNvSpPr>
              <a:spLocks noChangeArrowheads="1"/>
            </p:cNvSpPr>
            <p:nvPr/>
          </p:nvSpPr>
          <p:spPr bwMode="auto">
            <a:xfrm>
              <a:off x="1123656" y="1294980"/>
              <a:ext cx="1204727" cy="1254896"/>
            </a:xfrm>
            <a:prstGeom prst="rect">
              <a:avLst/>
            </a:prstGeom>
            <a:solidFill>
              <a:srgbClr val="99FFCC"/>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6" name="Rectangle 15"/>
            <p:cNvSpPr>
              <a:spLocks noChangeArrowheads="1"/>
            </p:cNvSpPr>
            <p:nvPr/>
          </p:nvSpPr>
          <p:spPr bwMode="auto">
            <a:xfrm>
              <a:off x="6839939" y="1368720"/>
              <a:ext cx="1203226" cy="1254896"/>
            </a:xfrm>
            <a:prstGeom prst="rect">
              <a:avLst/>
            </a:prstGeom>
            <a:solidFill>
              <a:srgbClr val="00FFFF"/>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4" name="Rectangle 2"/>
            <p:cNvSpPr>
              <a:spLocks noChangeArrowheads="1"/>
            </p:cNvSpPr>
            <p:nvPr/>
          </p:nvSpPr>
          <p:spPr bwMode="auto">
            <a:xfrm>
              <a:off x="6855740" y="1875682"/>
              <a:ext cx="1173220" cy="265990"/>
            </a:xfrm>
            <a:prstGeom prst="rect">
              <a:avLst/>
            </a:prstGeom>
            <a:solidFill>
              <a:srgbClr val="FFFF00"/>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6" name="Rectangle 4"/>
            <p:cNvSpPr>
              <a:spLocks noChangeArrowheads="1"/>
            </p:cNvSpPr>
            <p:nvPr/>
          </p:nvSpPr>
          <p:spPr bwMode="auto">
            <a:xfrm>
              <a:off x="1140775" y="1801942"/>
              <a:ext cx="1173220" cy="265990"/>
            </a:xfrm>
            <a:prstGeom prst="rect">
              <a:avLst/>
            </a:prstGeom>
            <a:solidFill>
              <a:srgbClr val="FFFF00"/>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8" name="Line 7"/>
            <p:cNvSpPr>
              <a:spLocks noChangeShapeType="1"/>
            </p:cNvSpPr>
            <p:nvPr/>
          </p:nvSpPr>
          <p:spPr bwMode="auto">
            <a:xfrm>
              <a:off x="4627742" y="1480647"/>
              <a:ext cx="44771" cy="48194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9" name="AutoShape 8"/>
            <p:cNvSpPr>
              <a:spLocks noChangeArrowheads="1"/>
            </p:cNvSpPr>
            <p:nvPr/>
          </p:nvSpPr>
          <p:spPr bwMode="auto">
            <a:xfrm>
              <a:off x="3802658" y="2401902"/>
              <a:ext cx="678098" cy="630082"/>
            </a:xfrm>
            <a:prstGeom prst="irregularSeal2">
              <a:avLst/>
            </a:prstGeom>
            <a:solidFill>
              <a:srgbClr val="00FFFF"/>
            </a:solidFill>
            <a:ln w="9525">
              <a:solidFill>
                <a:srgbClr val="000000"/>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0" name="Line 9"/>
            <p:cNvSpPr>
              <a:spLocks noChangeShapeType="1"/>
            </p:cNvSpPr>
            <p:nvPr/>
          </p:nvSpPr>
          <p:spPr bwMode="auto">
            <a:xfrm>
              <a:off x="2588044" y="2225947"/>
              <a:ext cx="396352" cy="22253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52" name="Line 11"/>
            <p:cNvSpPr>
              <a:spLocks noChangeShapeType="1"/>
            </p:cNvSpPr>
            <p:nvPr/>
          </p:nvSpPr>
          <p:spPr bwMode="auto">
            <a:xfrm>
              <a:off x="1123656" y="1562288"/>
              <a:ext cx="12047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3" name="Line 12"/>
            <p:cNvSpPr>
              <a:spLocks noChangeShapeType="1"/>
            </p:cNvSpPr>
            <p:nvPr/>
          </p:nvSpPr>
          <p:spPr bwMode="auto">
            <a:xfrm>
              <a:off x="1123656" y="1809843"/>
              <a:ext cx="12047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4" name="Line 13"/>
            <p:cNvSpPr>
              <a:spLocks noChangeShapeType="1"/>
            </p:cNvSpPr>
            <p:nvPr/>
          </p:nvSpPr>
          <p:spPr bwMode="auto">
            <a:xfrm>
              <a:off x="1123656" y="2057398"/>
              <a:ext cx="12047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5" name="Line 14"/>
            <p:cNvSpPr>
              <a:spLocks noChangeShapeType="1"/>
            </p:cNvSpPr>
            <p:nvPr/>
          </p:nvSpPr>
          <p:spPr bwMode="auto">
            <a:xfrm>
              <a:off x="1123656" y="2307587"/>
              <a:ext cx="120472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7" name="Line 16"/>
            <p:cNvSpPr>
              <a:spLocks noChangeShapeType="1"/>
            </p:cNvSpPr>
            <p:nvPr/>
          </p:nvSpPr>
          <p:spPr bwMode="auto">
            <a:xfrm>
              <a:off x="6839939" y="1636027"/>
              <a:ext cx="120322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8" name="Line 17"/>
            <p:cNvSpPr>
              <a:spLocks noChangeShapeType="1"/>
            </p:cNvSpPr>
            <p:nvPr/>
          </p:nvSpPr>
          <p:spPr bwMode="auto">
            <a:xfrm>
              <a:off x="6839939" y="1883583"/>
              <a:ext cx="120322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9" name="Line 18"/>
            <p:cNvSpPr>
              <a:spLocks noChangeShapeType="1"/>
            </p:cNvSpPr>
            <p:nvPr/>
          </p:nvSpPr>
          <p:spPr bwMode="auto">
            <a:xfrm>
              <a:off x="6839939" y="2131138"/>
              <a:ext cx="120322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0" name="Line 19"/>
            <p:cNvSpPr>
              <a:spLocks noChangeShapeType="1"/>
            </p:cNvSpPr>
            <p:nvPr/>
          </p:nvSpPr>
          <p:spPr bwMode="auto">
            <a:xfrm>
              <a:off x="6839939" y="2381327"/>
              <a:ext cx="120322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1" name="Text Box 20"/>
            <p:cNvSpPr txBox="1">
              <a:spLocks noChangeArrowheads="1"/>
            </p:cNvSpPr>
            <p:nvPr/>
          </p:nvSpPr>
          <p:spPr bwMode="auto">
            <a:xfrm>
              <a:off x="2456365" y="1386825"/>
              <a:ext cx="43794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600" b="1" i="0" u="none" strike="noStrike" kern="0" cap="none" spc="0" normalizeH="0" baseline="-25000" noProof="0" dirty="0">
                  <a:ln>
                    <a:noFill/>
                  </a:ln>
                  <a:effectLst/>
                  <a:uLnTx/>
                  <a:uFillTx/>
                  <a:latin typeface="微软雅黑" pitchFamily="34" charset="-122"/>
                  <a:ea typeface="微软雅黑" pitchFamily="34" charset="-122"/>
                </a:rPr>
                <a:t>1</a:t>
              </a:r>
            </a:p>
          </p:txBody>
        </p:sp>
        <p:sp>
          <p:nvSpPr>
            <p:cNvPr id="63" name="Line 22"/>
            <p:cNvSpPr>
              <a:spLocks noChangeShapeType="1"/>
            </p:cNvSpPr>
            <p:nvPr/>
          </p:nvSpPr>
          <p:spPr bwMode="auto">
            <a:xfrm>
              <a:off x="3247752" y="2448483"/>
              <a:ext cx="1253578" cy="52013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4" name="Line 23"/>
            <p:cNvSpPr>
              <a:spLocks noChangeShapeType="1"/>
            </p:cNvSpPr>
            <p:nvPr/>
          </p:nvSpPr>
          <p:spPr bwMode="auto">
            <a:xfrm flipV="1">
              <a:off x="3181913" y="2075833"/>
              <a:ext cx="1452413" cy="372649"/>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5" name="Line 24"/>
            <p:cNvSpPr>
              <a:spLocks noChangeShapeType="1"/>
            </p:cNvSpPr>
            <p:nvPr/>
          </p:nvSpPr>
          <p:spPr bwMode="auto">
            <a:xfrm>
              <a:off x="4764687" y="2075833"/>
              <a:ext cx="1189056" cy="446389"/>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6" name="Line 25"/>
            <p:cNvSpPr>
              <a:spLocks noChangeShapeType="1"/>
            </p:cNvSpPr>
            <p:nvPr/>
          </p:nvSpPr>
          <p:spPr bwMode="auto">
            <a:xfrm flipV="1">
              <a:off x="4634326" y="2597280"/>
              <a:ext cx="1319418" cy="371333"/>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7" name="Line 26"/>
            <p:cNvSpPr>
              <a:spLocks noChangeShapeType="1"/>
            </p:cNvSpPr>
            <p:nvPr/>
          </p:nvSpPr>
          <p:spPr bwMode="auto">
            <a:xfrm flipV="1">
              <a:off x="6018266" y="2225947"/>
              <a:ext cx="528031" cy="29627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69" name="Text Box 28"/>
            <p:cNvSpPr txBox="1">
              <a:spLocks noChangeArrowheads="1"/>
            </p:cNvSpPr>
            <p:nvPr/>
          </p:nvSpPr>
          <p:spPr bwMode="auto">
            <a:xfrm>
              <a:off x="6249185" y="1386826"/>
              <a:ext cx="498674" cy="3379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H</a:t>
              </a:r>
              <a:r>
                <a:rPr kumimoji="0" lang="en-US" altLang="zh-CN" sz="1600" b="1" i="0" u="none" strike="noStrike" kern="0" cap="none" spc="0" normalizeH="0" baseline="-25000" noProof="0" dirty="0">
                  <a:ln>
                    <a:noFill/>
                  </a:ln>
                  <a:effectLst/>
                  <a:uLnTx/>
                  <a:uFillTx/>
                  <a:latin typeface="微软雅黑" pitchFamily="34" charset="-122"/>
                  <a:ea typeface="微软雅黑" pitchFamily="34" charset="-122"/>
                </a:rPr>
                <a:t>2</a:t>
              </a:r>
            </a:p>
          </p:txBody>
        </p:sp>
        <p:sp>
          <p:nvSpPr>
            <p:cNvPr id="71" name="Line 30"/>
            <p:cNvSpPr>
              <a:spLocks noChangeShapeType="1"/>
            </p:cNvSpPr>
            <p:nvPr/>
          </p:nvSpPr>
          <p:spPr bwMode="auto">
            <a:xfrm flipV="1">
              <a:off x="3181913" y="1406907"/>
              <a:ext cx="1385257" cy="96783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sp>
          <p:nvSpPr>
            <p:cNvPr id="72" name="Line 31"/>
            <p:cNvSpPr>
              <a:spLocks noChangeShapeType="1"/>
            </p:cNvSpPr>
            <p:nvPr/>
          </p:nvSpPr>
          <p:spPr bwMode="auto">
            <a:xfrm>
              <a:off x="4698848" y="1406907"/>
              <a:ext cx="1319418" cy="104157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kern="0">
                <a:solidFill>
                  <a:srgbClr val="000099"/>
                </a:solidFill>
                <a:latin typeface="微软雅黑" pitchFamily="34" charset="-122"/>
                <a:ea typeface="微软雅黑" pitchFamily="34" charset="-122"/>
              </a:endParaRPr>
            </a:p>
          </p:txBody>
        </p:sp>
        <p:pic>
          <p:nvPicPr>
            <p:cNvPr id="73" name="Picture 3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02755" y="2299687"/>
              <a:ext cx="476676" cy="296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4" name="Picture 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35491" y="1928353"/>
              <a:ext cx="477993" cy="2975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5" name="Picture 3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03813" y="2821133"/>
              <a:ext cx="476676" cy="296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6"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54909" y="2374743"/>
              <a:ext cx="477993" cy="2962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7" name="Picture 3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68336" y="1258110"/>
              <a:ext cx="477992" cy="2962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78" name="Group 37"/>
            <p:cNvGrpSpPr>
              <a:grpSpLocks/>
            </p:cNvGrpSpPr>
            <p:nvPr/>
          </p:nvGrpSpPr>
          <p:grpSpPr bwMode="auto">
            <a:xfrm rot="1386369">
              <a:off x="2653883" y="2373426"/>
              <a:ext cx="248872" cy="107976"/>
              <a:chOff x="2064" y="1776"/>
              <a:chExt cx="171" cy="66"/>
            </a:xfrm>
            <a:solidFill>
              <a:srgbClr val="CC00CC"/>
            </a:solidFill>
          </p:grpSpPr>
          <p:sp>
            <p:nvSpPr>
              <p:cNvPr id="79" name="Rectangle 38"/>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0" name="Line 39"/>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81" name="Group 40"/>
            <p:cNvGrpSpPr>
              <a:grpSpLocks/>
            </p:cNvGrpSpPr>
            <p:nvPr/>
          </p:nvGrpSpPr>
          <p:grpSpPr bwMode="auto">
            <a:xfrm rot="20724003">
              <a:off x="5029361" y="2671020"/>
              <a:ext cx="248872" cy="107976"/>
              <a:chOff x="2064" y="1776"/>
              <a:chExt cx="171" cy="66"/>
            </a:xfrm>
            <a:solidFill>
              <a:srgbClr val="CC00CC"/>
            </a:solidFill>
          </p:grpSpPr>
          <p:sp>
            <p:nvSpPr>
              <p:cNvPr id="82" name="Rectangle 41"/>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3" name="Line 42"/>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84" name="Group 43"/>
            <p:cNvGrpSpPr>
              <a:grpSpLocks/>
            </p:cNvGrpSpPr>
            <p:nvPr/>
          </p:nvGrpSpPr>
          <p:grpSpPr bwMode="auto">
            <a:xfrm rot="20084499">
              <a:off x="6151261" y="2225947"/>
              <a:ext cx="248872" cy="107976"/>
              <a:chOff x="2064" y="1776"/>
              <a:chExt cx="171" cy="66"/>
            </a:xfrm>
            <a:solidFill>
              <a:srgbClr val="CC00CC"/>
            </a:solidFill>
          </p:grpSpPr>
          <p:sp>
            <p:nvSpPr>
              <p:cNvPr id="85" name="Rectangle 44"/>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6" name="Line 45"/>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87" name="Group 46"/>
            <p:cNvGrpSpPr>
              <a:grpSpLocks/>
            </p:cNvGrpSpPr>
            <p:nvPr/>
          </p:nvGrpSpPr>
          <p:grpSpPr bwMode="auto">
            <a:xfrm rot="19662556">
              <a:off x="3709944" y="1704500"/>
              <a:ext cx="248872" cy="107976"/>
              <a:chOff x="2064" y="1776"/>
              <a:chExt cx="171" cy="66"/>
            </a:xfrm>
            <a:solidFill>
              <a:srgbClr val="CC00CC"/>
            </a:solidFill>
          </p:grpSpPr>
          <p:sp>
            <p:nvSpPr>
              <p:cNvPr id="88" name="Rectangle 47"/>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9" name="Line 48"/>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90" name="Group 49"/>
            <p:cNvGrpSpPr>
              <a:grpSpLocks/>
            </p:cNvGrpSpPr>
            <p:nvPr/>
          </p:nvGrpSpPr>
          <p:grpSpPr bwMode="auto">
            <a:xfrm rot="2078388">
              <a:off x="5095200" y="1629443"/>
              <a:ext cx="248872" cy="109293"/>
              <a:chOff x="2064" y="1776"/>
              <a:chExt cx="171" cy="66"/>
            </a:xfrm>
            <a:solidFill>
              <a:srgbClr val="CC00CC"/>
            </a:solidFill>
          </p:grpSpPr>
          <p:sp>
            <p:nvSpPr>
              <p:cNvPr id="91" name="Rectangle 50"/>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2" name="Line 51"/>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93" name="Group 52"/>
            <p:cNvGrpSpPr>
              <a:grpSpLocks/>
            </p:cNvGrpSpPr>
            <p:nvPr/>
          </p:nvGrpSpPr>
          <p:grpSpPr bwMode="auto">
            <a:xfrm rot="1117181">
              <a:off x="4039140" y="2671020"/>
              <a:ext cx="248872" cy="107976"/>
              <a:chOff x="2064" y="1776"/>
              <a:chExt cx="171" cy="66"/>
            </a:xfrm>
            <a:solidFill>
              <a:srgbClr val="CC00CC"/>
            </a:solidFill>
          </p:grpSpPr>
          <p:sp>
            <p:nvSpPr>
              <p:cNvPr id="94" name="Rectangle 53"/>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5" name="Line 54"/>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96" name="Group 55"/>
            <p:cNvGrpSpPr>
              <a:grpSpLocks/>
            </p:cNvGrpSpPr>
            <p:nvPr/>
          </p:nvGrpSpPr>
          <p:grpSpPr bwMode="auto">
            <a:xfrm rot="20669726">
              <a:off x="4120780" y="2002093"/>
              <a:ext cx="247555" cy="107976"/>
              <a:chOff x="2064" y="1776"/>
              <a:chExt cx="171" cy="66"/>
            </a:xfrm>
            <a:solidFill>
              <a:srgbClr val="CC00CC"/>
            </a:solidFill>
          </p:grpSpPr>
          <p:sp>
            <p:nvSpPr>
              <p:cNvPr id="97" name="Rectangle 56"/>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8" name="Line 57"/>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99" name="Group 58"/>
            <p:cNvGrpSpPr>
              <a:grpSpLocks/>
            </p:cNvGrpSpPr>
            <p:nvPr/>
          </p:nvGrpSpPr>
          <p:grpSpPr bwMode="auto">
            <a:xfrm rot="1197535">
              <a:off x="3512426" y="2448483"/>
              <a:ext cx="248872" cy="107976"/>
              <a:chOff x="2064" y="1776"/>
              <a:chExt cx="171" cy="66"/>
            </a:xfrm>
            <a:solidFill>
              <a:srgbClr val="CC00CC"/>
            </a:solidFill>
          </p:grpSpPr>
          <p:sp>
            <p:nvSpPr>
              <p:cNvPr id="100" name="Rectangle 59"/>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1" name="Line 60"/>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02" name="Line 61"/>
            <p:cNvSpPr>
              <a:spLocks noChangeShapeType="1"/>
            </p:cNvSpPr>
            <p:nvPr/>
          </p:nvSpPr>
          <p:spPr bwMode="auto">
            <a:xfrm>
              <a:off x="2040138" y="2002093"/>
              <a:ext cx="580824" cy="402189"/>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103" name="Group 62"/>
            <p:cNvGrpSpPr>
              <a:grpSpLocks/>
            </p:cNvGrpSpPr>
            <p:nvPr/>
          </p:nvGrpSpPr>
          <p:grpSpPr bwMode="auto">
            <a:xfrm rot="1022761">
              <a:off x="5226879" y="2149573"/>
              <a:ext cx="248872" cy="107976"/>
              <a:chOff x="2064" y="1776"/>
              <a:chExt cx="171" cy="66"/>
            </a:xfrm>
            <a:solidFill>
              <a:srgbClr val="CC00CC"/>
            </a:solidFill>
          </p:grpSpPr>
          <p:sp>
            <p:nvSpPr>
              <p:cNvPr id="104" name="Rectangle 63"/>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5" name="Line 64"/>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06" name="Line 65"/>
            <p:cNvSpPr>
              <a:spLocks noChangeShapeType="1"/>
            </p:cNvSpPr>
            <p:nvPr/>
          </p:nvSpPr>
          <p:spPr bwMode="auto">
            <a:xfrm flipV="1">
              <a:off x="6175496" y="2027970"/>
              <a:ext cx="851560" cy="52642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7" name="Text Box 66"/>
            <p:cNvSpPr txBox="1">
              <a:spLocks noChangeArrowheads="1"/>
            </p:cNvSpPr>
            <p:nvPr/>
          </p:nvSpPr>
          <p:spPr bwMode="auto">
            <a:xfrm>
              <a:off x="3120024" y="1391106"/>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IP </a:t>
              </a:r>
              <a:r>
                <a:rPr kumimoji="0" lang="zh-CN" altLang="en-US" sz="14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数据报</a:t>
              </a:r>
              <a:endParaRPr kumimoji="0" lang="zh-CN" altLang="en-US" sz="1400" b="1" i="0" u="none" strike="noStrike" kern="0" cap="none" spc="0" normalizeH="0" baseline="-25000" noProof="0" dirty="0">
                <a:ln>
                  <a:noFill/>
                </a:ln>
                <a:solidFill>
                  <a:srgbClr val="0000FF"/>
                </a:solidFill>
                <a:effectLst/>
                <a:uLnTx/>
                <a:uFillTx/>
                <a:latin typeface="微软雅黑" pitchFamily="34" charset="-122"/>
                <a:ea typeface="微软雅黑" pitchFamily="34" charset="-122"/>
              </a:endParaRPr>
            </a:p>
          </p:txBody>
        </p:sp>
        <p:sp>
          <p:nvSpPr>
            <p:cNvPr id="108" name="Text Box 67"/>
            <p:cNvSpPr txBox="1">
              <a:spLocks noChangeArrowheads="1"/>
            </p:cNvSpPr>
            <p:nvPr/>
          </p:nvSpPr>
          <p:spPr bwMode="auto">
            <a:xfrm>
              <a:off x="4356484" y="2430048"/>
              <a:ext cx="59503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zh-CN" altLang="en-US" sz="1600" b="1" kern="0" dirty="0">
                  <a:latin typeface="微软雅黑" pitchFamily="34" charset="-122"/>
                  <a:ea typeface="微软雅黑" pitchFamily="34" charset="-122"/>
                </a:rPr>
                <a:t>丢失</a:t>
              </a:r>
            </a:p>
          </p:txBody>
        </p:sp>
        <p:grpSp>
          <p:nvGrpSpPr>
            <p:cNvPr id="109" name="Group 68"/>
            <p:cNvGrpSpPr>
              <a:grpSpLocks/>
            </p:cNvGrpSpPr>
            <p:nvPr/>
          </p:nvGrpSpPr>
          <p:grpSpPr bwMode="auto">
            <a:xfrm rot="5035623">
              <a:off x="4600090" y="1679481"/>
              <a:ext cx="280475" cy="96125"/>
              <a:chOff x="2064" y="1776"/>
              <a:chExt cx="171" cy="66"/>
            </a:xfrm>
            <a:solidFill>
              <a:srgbClr val="CC00CC"/>
            </a:solidFill>
          </p:grpSpPr>
          <p:sp>
            <p:nvSpPr>
              <p:cNvPr id="110" name="Rectangle 69"/>
              <p:cNvSpPr>
                <a:spLocks noChangeArrowheads="1"/>
              </p:cNvSpPr>
              <p:nvPr/>
            </p:nvSpPr>
            <p:spPr bwMode="auto">
              <a:xfrm>
                <a:off x="2064" y="1776"/>
                <a:ext cx="90" cy="66"/>
              </a:xfrm>
              <a:prstGeom prst="rect">
                <a:avLst/>
              </a:prstGeom>
              <a:grp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1" name="Line 70"/>
              <p:cNvSpPr>
                <a:spLocks noChangeShapeType="1"/>
              </p:cNvSpPr>
              <p:nvPr/>
            </p:nvSpPr>
            <p:spPr bwMode="auto">
              <a:xfrm flipV="1">
                <a:off x="2118" y="1808"/>
                <a:ext cx="117" cy="3"/>
              </a:xfrm>
              <a:prstGeom prst="line">
                <a:avLst/>
              </a:prstGeom>
              <a:grpFill/>
              <a:ln w="9525">
                <a:solidFill>
                  <a:srgbClr val="CC00CC"/>
                </a:solidFill>
                <a:round/>
                <a:headEnd/>
                <a:tailEnd type="triangle" w="sm"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14" name="Text Box 5"/>
            <p:cNvSpPr txBox="1">
              <a:spLocks noChangeArrowheads="1"/>
            </p:cNvSpPr>
            <p:nvPr/>
          </p:nvSpPr>
          <p:spPr bwMode="auto">
            <a:xfrm>
              <a:off x="1054402" y="1296626"/>
              <a:ext cx="1394043" cy="13106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ts val="1900"/>
                </a:lnSpc>
                <a:defRPr/>
              </a:pPr>
              <a:r>
                <a:rPr lang="zh-CN" altLang="en-US" sz="1300" b="1" kern="0" dirty="0">
                  <a:latin typeface="微软雅黑" pitchFamily="34" charset="-122"/>
                  <a:ea typeface="微软雅黑" pitchFamily="34" charset="-122"/>
                </a:rPr>
                <a:t>应用层</a:t>
              </a:r>
            </a:p>
            <a:p>
              <a:pPr algn="ctr">
                <a:lnSpc>
                  <a:spcPts val="1900"/>
                </a:lnSpc>
                <a:defRPr/>
              </a:pPr>
              <a:r>
                <a:rPr lang="zh-CN" altLang="en-US" sz="1300" b="1" kern="0" dirty="0">
                  <a:latin typeface="微软雅黑" pitchFamily="34" charset="-122"/>
                  <a:ea typeface="微软雅黑" pitchFamily="34" charset="-122"/>
                </a:rPr>
                <a:t>传输层</a:t>
              </a:r>
            </a:p>
            <a:p>
              <a:pPr algn="ctr">
                <a:lnSpc>
                  <a:spcPts val="1900"/>
                </a:lnSpc>
                <a:defRPr/>
              </a:pPr>
              <a:r>
                <a:rPr lang="zh-CN" altLang="en-US" sz="1300" b="1" kern="0" dirty="0">
                  <a:latin typeface="微软雅黑" pitchFamily="34" charset="-122"/>
                  <a:ea typeface="微软雅黑" pitchFamily="34" charset="-122"/>
                </a:rPr>
                <a:t>网络层</a:t>
              </a:r>
            </a:p>
            <a:p>
              <a:pPr algn="ctr">
                <a:lnSpc>
                  <a:spcPts val="1900"/>
                </a:lnSpc>
                <a:defRPr/>
              </a:pPr>
              <a:r>
                <a:rPr lang="zh-CN" altLang="en-US" sz="1300" b="1" kern="0" dirty="0">
                  <a:latin typeface="微软雅黑" pitchFamily="34" charset="-122"/>
                  <a:ea typeface="微软雅黑" pitchFamily="34" charset="-122"/>
                </a:rPr>
                <a:t>数据链路层</a:t>
              </a:r>
            </a:p>
            <a:p>
              <a:pPr algn="ctr">
                <a:lnSpc>
                  <a:spcPts val="1900"/>
                </a:lnSpc>
                <a:defRPr/>
              </a:pPr>
              <a:r>
                <a:rPr lang="zh-CN" altLang="en-US" sz="1300" b="1" kern="0" dirty="0">
                  <a:latin typeface="微软雅黑" pitchFamily="34" charset="-122"/>
                  <a:ea typeface="微软雅黑" pitchFamily="34" charset="-122"/>
                </a:rPr>
                <a:t>物理层</a:t>
              </a:r>
            </a:p>
          </p:txBody>
        </p:sp>
        <p:pic>
          <p:nvPicPr>
            <p:cNvPr id="115"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71499" y="1684933"/>
              <a:ext cx="571350" cy="571350"/>
            </a:xfrm>
            <a:prstGeom prst="rect">
              <a:avLst/>
            </a:prstGeom>
            <a:noFill/>
            <a:extLst>
              <a:ext uri="{909E8E84-426E-40DD-AFC4-6F175D3DCCD1}">
                <a14:hiddenFill xmlns:a14="http://schemas.microsoft.com/office/drawing/2010/main">
                  <a:solidFill>
                    <a:srgbClr val="FFFFFF"/>
                  </a:solidFill>
                </a14:hiddenFill>
              </a:ext>
            </a:extLst>
          </p:spPr>
        </p:pic>
        <p:pic>
          <p:nvPicPr>
            <p:cNvPr id="116"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228184" y="1684933"/>
              <a:ext cx="571350" cy="571350"/>
            </a:xfrm>
            <a:prstGeom prst="rect">
              <a:avLst/>
            </a:prstGeom>
            <a:noFill/>
            <a:extLst>
              <a:ext uri="{909E8E84-426E-40DD-AFC4-6F175D3DCCD1}">
                <a14:hiddenFill xmlns:a14="http://schemas.microsoft.com/office/drawing/2010/main">
                  <a:solidFill>
                    <a:srgbClr val="FFFFFF"/>
                  </a:solidFill>
                </a14:hiddenFill>
              </a:ext>
            </a:extLst>
          </p:spPr>
        </p:pic>
        <p:sp>
          <p:nvSpPr>
            <p:cNvPr id="113" name="Text Box 3"/>
            <p:cNvSpPr txBox="1">
              <a:spLocks noChangeArrowheads="1"/>
            </p:cNvSpPr>
            <p:nvPr/>
          </p:nvSpPr>
          <p:spPr bwMode="auto">
            <a:xfrm>
              <a:off x="6768050" y="1357198"/>
              <a:ext cx="1394043" cy="13106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ts val="1900"/>
                </a:lnSpc>
                <a:defRPr/>
              </a:pPr>
              <a:r>
                <a:rPr lang="zh-CN" altLang="en-US" sz="1300" b="1" kern="0" dirty="0">
                  <a:latin typeface="微软雅黑" pitchFamily="34" charset="-122"/>
                  <a:ea typeface="微软雅黑" pitchFamily="34" charset="-122"/>
                </a:rPr>
                <a:t>应用层</a:t>
              </a:r>
            </a:p>
            <a:p>
              <a:pPr algn="ctr">
                <a:lnSpc>
                  <a:spcPts val="1900"/>
                </a:lnSpc>
                <a:defRPr/>
              </a:pPr>
              <a:r>
                <a:rPr lang="zh-CN" altLang="en-US" sz="1300" b="1" kern="0" dirty="0">
                  <a:latin typeface="微软雅黑" pitchFamily="34" charset="-122"/>
                  <a:ea typeface="微软雅黑" pitchFamily="34" charset="-122"/>
                </a:rPr>
                <a:t>传输层</a:t>
              </a:r>
            </a:p>
            <a:p>
              <a:pPr algn="ctr">
                <a:lnSpc>
                  <a:spcPts val="1900"/>
                </a:lnSpc>
                <a:defRPr/>
              </a:pPr>
              <a:r>
                <a:rPr lang="zh-CN" altLang="en-US" sz="1300" b="1" kern="0" dirty="0">
                  <a:latin typeface="微软雅黑" pitchFamily="34" charset="-122"/>
                  <a:ea typeface="微软雅黑" pitchFamily="34" charset="-122"/>
                </a:rPr>
                <a:t>网络层</a:t>
              </a:r>
            </a:p>
            <a:p>
              <a:pPr algn="ctr">
                <a:lnSpc>
                  <a:spcPts val="1900"/>
                </a:lnSpc>
                <a:defRPr/>
              </a:pPr>
              <a:r>
                <a:rPr lang="zh-CN" altLang="en-US" sz="1300" b="1" kern="0" dirty="0">
                  <a:latin typeface="微软雅黑" pitchFamily="34" charset="-122"/>
                  <a:ea typeface="微软雅黑" pitchFamily="34" charset="-122"/>
                </a:rPr>
                <a:t>数据链路层</a:t>
              </a:r>
            </a:p>
            <a:p>
              <a:pPr algn="ctr">
                <a:lnSpc>
                  <a:spcPts val="1900"/>
                </a:lnSpc>
                <a:defRPr/>
              </a:pPr>
              <a:r>
                <a:rPr lang="zh-CN" altLang="en-US" sz="1300" b="1" kern="0" dirty="0">
                  <a:latin typeface="微软雅黑" pitchFamily="34" charset="-122"/>
                  <a:ea typeface="微软雅黑" pitchFamily="34" charset="-122"/>
                </a:rPr>
                <a:t>物理层</a:t>
              </a:r>
            </a:p>
          </p:txBody>
        </p:sp>
      </p:grpSp>
    </p:spTree>
    <p:custDataLst>
      <p:tags r:id="rId1"/>
    </p:custDataLst>
    <p:extLst>
      <p:ext uri="{BB962C8B-B14F-4D97-AF65-F5344CB8AC3E}">
        <p14:creationId xmlns:p14="http://schemas.microsoft.com/office/powerpoint/2010/main" val="1347995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AutoShape 5"/>
          <p:cNvSpPr>
            <a:spLocks noChangeArrowheads="1"/>
          </p:cNvSpPr>
          <p:nvPr/>
        </p:nvSpPr>
        <p:spPr bwMode="auto">
          <a:xfrm>
            <a:off x="545144" y="629518"/>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0" name="Rectangle 6"/>
          <p:cNvSpPr>
            <a:spLocks noChangeArrowheads="1"/>
          </p:cNvSpPr>
          <p:nvPr/>
        </p:nvSpPr>
        <p:spPr bwMode="auto">
          <a:xfrm>
            <a:off x="2675659" y="606428"/>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虚电路服务与数据报服务的对比</a:t>
            </a:r>
          </a:p>
        </p:txBody>
      </p:sp>
      <p:graphicFrame>
        <p:nvGraphicFramePr>
          <p:cNvPr id="21" name="Group 171"/>
          <p:cNvGraphicFramePr>
            <a:graphicFrameLocks noGrp="1"/>
          </p:cNvGraphicFramePr>
          <p:nvPr/>
        </p:nvGraphicFramePr>
        <p:xfrm>
          <a:off x="545144" y="1036803"/>
          <a:ext cx="8053711" cy="3348658"/>
        </p:xfrm>
        <a:graphic>
          <a:graphicData uri="http://schemas.openxmlformats.org/drawingml/2006/table">
            <a:tbl>
              <a:tblPr firstRow="1" firstCol="1" bandRow="1">
                <a:tableStyleId>{5C22544A-7EE6-4342-B048-85BDC9FD1C3A}</a:tableStyleId>
              </a:tblPr>
              <a:tblGrid>
                <a:gridCol w="1861626">
                  <a:extLst>
                    <a:ext uri="{9D8B030D-6E8A-4147-A177-3AD203B41FA5}">
                      <a16:colId xmlns:a16="http://schemas.microsoft.com/office/drawing/2014/main" val="20000"/>
                    </a:ext>
                  </a:extLst>
                </a:gridCol>
                <a:gridCol w="3045124">
                  <a:extLst>
                    <a:ext uri="{9D8B030D-6E8A-4147-A177-3AD203B41FA5}">
                      <a16:colId xmlns:a16="http://schemas.microsoft.com/office/drawing/2014/main" val="20001"/>
                    </a:ext>
                  </a:extLst>
                </a:gridCol>
                <a:gridCol w="3146961">
                  <a:extLst>
                    <a:ext uri="{9D8B030D-6E8A-4147-A177-3AD203B41FA5}">
                      <a16:colId xmlns:a16="http://schemas.microsoft.com/office/drawing/2014/main" val="20002"/>
                    </a:ext>
                  </a:extLst>
                </a:gridCol>
              </a:tblGrid>
              <a:tr h="36161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对比的方面</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虚电路服务</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数据报服务</a:t>
                      </a: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0"/>
                  </a:ext>
                </a:extLst>
              </a:tr>
              <a:tr h="192696">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可靠通信应当由网络来保证</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可靠通信应当由用户主机来保证</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1"/>
                  </a:ext>
                </a:extLst>
              </a:tr>
              <a:tr h="275137">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必须有</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不需要</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2"/>
                  </a:ext>
                </a:extLst>
              </a:tr>
              <a:tr h="333611">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仅在连接建立阶段使用，每个分组使用短的虚电路号</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每个分组都有终点的完整地址</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3"/>
                  </a:ext>
                </a:extLst>
              </a:tr>
              <a:tr h="333611">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属于同一条虚电路的分组均按照同一路由进行转发</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每个分组独立选择路由进行转发</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4"/>
                  </a:ext>
                </a:extLst>
              </a:tr>
              <a:tr h="333611">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a:ln>
                            <a:noFill/>
                          </a:ln>
                          <a:effectLst/>
                          <a:latin typeface="微软雅黑" panose="020B0503020204020204" pitchFamily="34" charset="-122"/>
                          <a:ea typeface="微软雅黑" panose="020B0503020204020204" pitchFamily="34" charset="-122"/>
                        </a:rPr>
                        <a:t>所有通过出故障的结点的虚电路均不能工作</a:t>
                      </a:r>
                      <a:endParaRPr kumimoji="0" lang="zh-CN" altLang="en-US" sz="1400" b="1" i="0" u="none" strike="noStrike" cap="none" normalizeH="0" baseline="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出故障的结点可能会丢失分组，一些路由可能会发生变化</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5"/>
                  </a:ext>
                </a:extLst>
              </a:tr>
              <a:tr h="192696">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a:ln>
                            <a:noFill/>
                          </a:ln>
                          <a:effectLst/>
                          <a:latin typeface="微软雅黑" panose="020B0503020204020204" pitchFamily="34" charset="-122"/>
                          <a:ea typeface="微软雅黑" panose="020B0503020204020204" pitchFamily="34" charset="-122"/>
                        </a:rPr>
                        <a:t>总是按发送顺序到达终点</a:t>
                      </a:r>
                      <a:endParaRPr kumimoji="0" lang="zh-CN" altLang="en-US" sz="1400" b="1" i="0" u="none" strike="noStrike" cap="none" normalizeH="0" baseline="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到达终点时不一定按发送顺序</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6"/>
                  </a:ext>
                </a:extLst>
              </a:tr>
              <a:tr h="474525">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1" i="0" u="none" strike="noStrike" cap="none" normalizeH="0" baseline="0" dirty="0">
                        <a:ln>
                          <a:noFill/>
                        </a:ln>
                        <a:solidFill>
                          <a:schemeClr val="bg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可以由网络负责，也可以由用户主机负责</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400" b="1" u="none" strike="noStrike" cap="none" normalizeH="0" baseline="0" dirty="0">
                          <a:ln>
                            <a:noFill/>
                          </a:ln>
                          <a:effectLst/>
                          <a:latin typeface="微软雅黑" panose="020B0503020204020204" pitchFamily="34" charset="-122"/>
                          <a:ea typeface="微软雅黑" panose="020B0503020204020204" pitchFamily="34" charset="-122"/>
                        </a:rPr>
                        <a:t>由用户主机负责</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endParaRPr>
                    </a:p>
                  </a:txBody>
                  <a:tcPr marL="99060" marR="99060" anchor="ctr" horzOverflow="overflow"/>
                </a:tc>
                <a:extLst>
                  <a:ext uri="{0D108BD9-81ED-4DB2-BD59-A6C34878D82A}">
                    <a16:rowId xmlns:a16="http://schemas.microsoft.com/office/drawing/2014/main" val="10007"/>
                  </a:ext>
                </a:extLst>
              </a:tr>
            </a:tbl>
          </a:graphicData>
        </a:graphic>
      </p:graphicFrame>
      <p:sp>
        <p:nvSpPr>
          <p:cNvPr id="3" name="文本框 2">
            <a:extLst>
              <a:ext uri="{FF2B5EF4-FFF2-40B4-BE49-F238E27FC236}">
                <a16:creationId xmlns:a16="http://schemas.microsoft.com/office/drawing/2014/main" id="{0CDD8FE1-8377-34B0-5AAD-EBFC469DD393}"/>
              </a:ext>
            </a:extLst>
          </p:cNvPr>
          <p:cNvSpPr txBox="1"/>
          <p:nvPr/>
        </p:nvSpPr>
        <p:spPr>
          <a:xfrm>
            <a:off x="545144" y="1393242"/>
            <a:ext cx="1077860" cy="307777"/>
          </a:xfrm>
          <a:prstGeom prst="rect">
            <a:avLst/>
          </a:prstGeom>
          <a:noFill/>
        </p:spPr>
        <p:txBody>
          <a:bodyPr wrap="square">
            <a:spAutoFit/>
          </a:bodyPr>
          <a:lstStyle/>
          <a:p>
            <a:r>
              <a:rPr lang="zh-CN" altLang="en-US" sz="1400" b="1" dirty="0">
                <a:solidFill>
                  <a:schemeClr val="lt1"/>
                </a:solidFill>
                <a:latin typeface="微软雅黑" panose="020B0503020204020204" pitchFamily="34" charset="-122"/>
                <a:ea typeface="微软雅黑" panose="020B0503020204020204" pitchFamily="34" charset="-122"/>
              </a:rPr>
              <a:t>思路</a:t>
            </a:r>
          </a:p>
        </p:txBody>
      </p:sp>
      <p:sp>
        <p:nvSpPr>
          <p:cNvPr id="4" name="文本框 3">
            <a:extLst>
              <a:ext uri="{FF2B5EF4-FFF2-40B4-BE49-F238E27FC236}">
                <a16:creationId xmlns:a16="http://schemas.microsoft.com/office/drawing/2014/main" id="{2264388A-526B-E5D8-85C6-8FA9D517BF40}"/>
              </a:ext>
            </a:extLst>
          </p:cNvPr>
          <p:cNvSpPr txBox="1"/>
          <p:nvPr/>
        </p:nvSpPr>
        <p:spPr>
          <a:xfrm>
            <a:off x="545144" y="1701019"/>
            <a:ext cx="1229579" cy="307777"/>
          </a:xfrm>
          <a:prstGeom prst="rect">
            <a:avLst/>
          </a:prstGeom>
          <a:noFill/>
        </p:spPr>
        <p:txBody>
          <a:bodyPr wrap="square">
            <a:spAutoFit/>
          </a:bodyPr>
          <a:lstStyle/>
          <a:p>
            <a:r>
              <a:rPr lang="zh-CN" altLang="en-US" sz="1400" b="1" dirty="0">
                <a:solidFill>
                  <a:schemeClr val="lt1"/>
                </a:solidFill>
                <a:latin typeface="微软雅黑" panose="020B0503020204020204" pitchFamily="34" charset="-122"/>
                <a:ea typeface="微软雅黑" panose="020B0503020204020204" pitchFamily="34" charset="-122"/>
              </a:rPr>
              <a:t>连接的建立</a:t>
            </a:r>
          </a:p>
        </p:txBody>
      </p:sp>
      <p:sp>
        <p:nvSpPr>
          <p:cNvPr id="5" name="文本框 4">
            <a:extLst>
              <a:ext uri="{FF2B5EF4-FFF2-40B4-BE49-F238E27FC236}">
                <a16:creationId xmlns:a16="http://schemas.microsoft.com/office/drawing/2014/main" id="{1D838578-7263-79FF-4227-94DB1D2F3E18}"/>
              </a:ext>
            </a:extLst>
          </p:cNvPr>
          <p:cNvSpPr txBox="1"/>
          <p:nvPr/>
        </p:nvSpPr>
        <p:spPr>
          <a:xfrm>
            <a:off x="545144" y="3152592"/>
            <a:ext cx="1482211" cy="307777"/>
          </a:xfrm>
          <a:prstGeom prst="rect">
            <a:avLst/>
          </a:prstGeom>
          <a:noFill/>
        </p:spPr>
        <p:txBody>
          <a:bodyPr wrap="square">
            <a:spAutoFit/>
          </a:bodyPr>
          <a:lstStyle/>
          <a:p>
            <a:r>
              <a:rPr lang="zh-CN" altLang="en-US" sz="1400" b="1" dirty="0">
                <a:solidFill>
                  <a:schemeClr val="lt1"/>
                </a:solidFill>
                <a:latin typeface="微软雅黑" panose="020B0503020204020204" pitchFamily="34" charset="-122"/>
                <a:ea typeface="微软雅黑" panose="020B0503020204020204" pitchFamily="34" charset="-122"/>
              </a:rPr>
              <a:t>当节点出故障时</a:t>
            </a:r>
          </a:p>
        </p:txBody>
      </p:sp>
      <p:sp>
        <p:nvSpPr>
          <p:cNvPr id="6" name="文本框 5">
            <a:extLst>
              <a:ext uri="{FF2B5EF4-FFF2-40B4-BE49-F238E27FC236}">
                <a16:creationId xmlns:a16="http://schemas.microsoft.com/office/drawing/2014/main" id="{EBD79CC4-768B-2EBA-AF59-B33048454E03}"/>
              </a:ext>
            </a:extLst>
          </p:cNvPr>
          <p:cNvSpPr txBox="1"/>
          <p:nvPr/>
        </p:nvSpPr>
        <p:spPr>
          <a:xfrm>
            <a:off x="545144" y="2113251"/>
            <a:ext cx="961445" cy="307777"/>
          </a:xfrm>
          <a:prstGeom prst="rect">
            <a:avLst/>
          </a:prstGeom>
          <a:noFill/>
        </p:spPr>
        <p:txBody>
          <a:bodyPr wrap="square">
            <a:spAutoFit/>
          </a:bodyPr>
          <a:lstStyle/>
          <a:p>
            <a:r>
              <a:rPr lang="zh-CN" altLang="en-US" sz="1400" b="1" dirty="0">
                <a:solidFill>
                  <a:schemeClr val="lt1"/>
                </a:solidFill>
                <a:latin typeface="微软雅黑" panose="020B0503020204020204" pitchFamily="34" charset="-122"/>
                <a:ea typeface="微软雅黑" panose="020B0503020204020204" pitchFamily="34" charset="-122"/>
              </a:rPr>
              <a:t>终点地址</a:t>
            </a:r>
          </a:p>
        </p:txBody>
      </p:sp>
      <p:sp>
        <p:nvSpPr>
          <p:cNvPr id="7" name="文本框 6">
            <a:extLst>
              <a:ext uri="{FF2B5EF4-FFF2-40B4-BE49-F238E27FC236}">
                <a16:creationId xmlns:a16="http://schemas.microsoft.com/office/drawing/2014/main" id="{17F8E9BD-6E91-1849-BA2B-D0050A34CD20}"/>
              </a:ext>
            </a:extLst>
          </p:cNvPr>
          <p:cNvSpPr txBox="1"/>
          <p:nvPr/>
        </p:nvSpPr>
        <p:spPr>
          <a:xfrm>
            <a:off x="545144" y="2634954"/>
            <a:ext cx="1138631" cy="307777"/>
          </a:xfrm>
          <a:prstGeom prst="rect">
            <a:avLst/>
          </a:prstGeom>
          <a:noFill/>
        </p:spPr>
        <p:txBody>
          <a:bodyPr wrap="square">
            <a:spAutoFit/>
          </a:bodyPr>
          <a:lstStyle/>
          <a:p>
            <a:r>
              <a:rPr lang="zh-CN" altLang="en-US" sz="1400" b="1" dirty="0">
                <a:solidFill>
                  <a:schemeClr val="lt1"/>
                </a:solidFill>
                <a:latin typeface="微软雅黑" panose="020B0503020204020204" pitchFamily="34" charset="-122"/>
                <a:ea typeface="微软雅黑" panose="020B0503020204020204" pitchFamily="34" charset="-122"/>
              </a:rPr>
              <a:t>分组的转发</a:t>
            </a:r>
          </a:p>
        </p:txBody>
      </p:sp>
      <p:sp>
        <p:nvSpPr>
          <p:cNvPr id="8" name="文本框 7">
            <a:extLst>
              <a:ext uri="{FF2B5EF4-FFF2-40B4-BE49-F238E27FC236}">
                <a16:creationId xmlns:a16="http://schemas.microsoft.com/office/drawing/2014/main" id="{7F8F350F-2F61-E817-F81A-3640F7AA6EE3}"/>
              </a:ext>
            </a:extLst>
          </p:cNvPr>
          <p:cNvSpPr txBox="1"/>
          <p:nvPr/>
        </p:nvSpPr>
        <p:spPr>
          <a:xfrm>
            <a:off x="545144" y="3867305"/>
            <a:ext cx="1812138" cy="523220"/>
          </a:xfrm>
          <a:prstGeom prst="rect">
            <a:avLst/>
          </a:prstGeom>
          <a:noFill/>
        </p:spPr>
        <p:txBody>
          <a:bodyPr wrap="square">
            <a:spAutoFit/>
          </a:bodyPr>
          <a:lstStyle/>
          <a:p>
            <a:r>
              <a:rPr lang="zh-CN" altLang="en-US" sz="1400" b="1" dirty="0">
                <a:solidFill>
                  <a:schemeClr val="lt1"/>
                </a:solidFill>
                <a:latin typeface="微软雅黑" panose="020B0503020204020204" pitchFamily="34" charset="-122"/>
                <a:ea typeface="微软雅黑" panose="020B0503020204020204" pitchFamily="34" charset="-122"/>
              </a:rPr>
              <a:t>端到端的差错处理和流量控制</a:t>
            </a:r>
          </a:p>
        </p:txBody>
      </p:sp>
      <p:sp>
        <p:nvSpPr>
          <p:cNvPr id="9" name="文本框 8">
            <a:extLst>
              <a:ext uri="{FF2B5EF4-FFF2-40B4-BE49-F238E27FC236}">
                <a16:creationId xmlns:a16="http://schemas.microsoft.com/office/drawing/2014/main" id="{B91620E7-A463-FD51-69F3-44BD2C64A57F}"/>
              </a:ext>
            </a:extLst>
          </p:cNvPr>
          <p:cNvSpPr txBox="1"/>
          <p:nvPr/>
        </p:nvSpPr>
        <p:spPr>
          <a:xfrm>
            <a:off x="545144" y="3564591"/>
            <a:ext cx="1221657" cy="307777"/>
          </a:xfrm>
          <a:prstGeom prst="rect">
            <a:avLst/>
          </a:prstGeom>
          <a:noFill/>
        </p:spPr>
        <p:txBody>
          <a:bodyPr wrap="square">
            <a:spAutoFit/>
          </a:bodyPr>
          <a:lstStyle/>
          <a:p>
            <a:r>
              <a:rPr lang="zh-CN" altLang="en-US" sz="1400" b="1" dirty="0">
                <a:solidFill>
                  <a:schemeClr val="lt1"/>
                </a:solidFill>
                <a:latin typeface="微软雅黑" panose="020B0503020204020204" pitchFamily="34" charset="-122"/>
                <a:ea typeface="微软雅黑" panose="020B0503020204020204" pitchFamily="34" charset="-122"/>
              </a:rPr>
              <a:t>分组的顺序</a:t>
            </a:r>
          </a:p>
        </p:txBody>
      </p:sp>
    </p:spTree>
    <p:custDataLst>
      <p:tags r:id="rId1"/>
    </p:custDataLst>
    <p:extLst>
      <p:ext uri="{BB962C8B-B14F-4D97-AF65-F5344CB8AC3E}">
        <p14:creationId xmlns:p14="http://schemas.microsoft.com/office/powerpoint/2010/main" val="323199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indefinite" fill="hold" grpId="0" nodeType="click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545142" y="1014023"/>
            <a:ext cx="4309185" cy="3523209"/>
          </a:xfrm>
          <a:prstGeom prst="rect">
            <a:avLst/>
          </a:prstGeom>
        </p:spPr>
        <p:txBody>
          <a:bodyPr wrap="square">
            <a:spAutoFit/>
          </a:bodyPr>
          <a:lstStyle/>
          <a:p>
            <a:pPr marL="285750" indent="-285750" eaLnBrk="0" hangingPunct="0">
              <a:lnSpc>
                <a:spcPct val="125000"/>
              </a:lnSpc>
              <a:buClr>
                <a:srgbClr val="0070C0"/>
              </a:buClr>
              <a:buFont typeface="Wingdings" panose="05000000000000000000" pitchFamily="2" charset="2"/>
              <a:buChar char="l"/>
            </a:pPr>
            <a:r>
              <a:rPr lang="zh-CN" altLang="en-US" b="1" dirty="0">
                <a:latin typeface="微软雅黑" pitchFamily="34" charset="-122"/>
                <a:ea typeface="微软雅黑" pitchFamily="34" charset="-122"/>
              </a:rPr>
              <a:t>最重要的协议就是</a:t>
            </a:r>
            <a:r>
              <a:rPr lang="zh-CN" altLang="en-US" b="1" dirty="0">
                <a:solidFill>
                  <a:srgbClr val="C00000"/>
                </a:solidFill>
                <a:latin typeface="微软雅黑" pitchFamily="34" charset="-122"/>
                <a:ea typeface="微软雅黑" pitchFamily="34" charset="-122"/>
              </a:rPr>
              <a:t>互联网协议 </a:t>
            </a:r>
            <a:r>
              <a:rPr lang="en-US" altLang="zh-CN" b="1" dirty="0">
                <a:solidFill>
                  <a:srgbClr val="C00000"/>
                </a:solidFill>
                <a:latin typeface="微软雅黑" pitchFamily="34" charset="-122"/>
                <a:ea typeface="微软雅黑" pitchFamily="34" charset="-122"/>
              </a:rPr>
              <a:t>IP </a:t>
            </a:r>
            <a:r>
              <a:rPr lang="en-US" altLang="zh-CN" b="1" dirty="0">
                <a:latin typeface="微软雅黑" pitchFamily="34" charset="-122"/>
                <a:ea typeface="微软雅黑" pitchFamily="34" charset="-122"/>
              </a:rPr>
              <a:t>(Internet Protocol)</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285750" indent="-285750" eaLnBrk="0" hangingPunct="0">
              <a:lnSpc>
                <a:spcPct val="125000"/>
              </a:lnSpc>
              <a:buClr>
                <a:srgbClr val="0070C0"/>
              </a:buClr>
              <a:buFont typeface="Wingdings" panose="05000000000000000000" pitchFamily="2" charset="2"/>
              <a:buChar char="l"/>
            </a:pPr>
            <a:r>
              <a:rPr lang="zh-CN" altLang="en-US" b="1" dirty="0">
                <a:latin typeface="微软雅黑" pitchFamily="34" charset="-122"/>
                <a:ea typeface="微软雅黑" pitchFamily="34" charset="-122"/>
              </a:rPr>
              <a:t>与</a:t>
            </a:r>
            <a:r>
              <a:rPr lang="fr-FR" altLang="zh-CN" b="1" dirty="0">
                <a:latin typeface="微软雅黑" pitchFamily="34" charset="-122"/>
                <a:ea typeface="微软雅黑" pitchFamily="34" charset="-122"/>
              </a:rPr>
              <a:t>IPv4 </a:t>
            </a:r>
            <a:r>
              <a:rPr lang="zh-CN" altLang="en-US" b="1" dirty="0">
                <a:latin typeface="微软雅黑" pitchFamily="34" charset="-122"/>
                <a:ea typeface="微软雅黑" pitchFamily="34" charset="-122"/>
              </a:rPr>
              <a:t>配套的 </a:t>
            </a:r>
            <a:r>
              <a:rPr lang="en-US" altLang="zh-CN" b="1" dirty="0">
                <a:latin typeface="微软雅黑" pitchFamily="34" charset="-122"/>
                <a:ea typeface="微软雅黑" pitchFamily="34" charset="-122"/>
              </a:rPr>
              <a:t>3 </a:t>
            </a:r>
            <a:r>
              <a:rPr lang="zh-CN" altLang="en-US" b="1" dirty="0">
                <a:latin typeface="微软雅黑" pitchFamily="34" charset="-122"/>
                <a:ea typeface="微软雅黑" pitchFamily="34" charset="-122"/>
              </a:rPr>
              <a:t>个协议：</a:t>
            </a:r>
          </a:p>
          <a:p>
            <a:pPr marL="361950" indent="-357188" eaLnBrk="0" hangingPunct="0">
              <a:lnSpc>
                <a:spcPct val="1250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地址解析协议 </a:t>
            </a:r>
            <a:r>
              <a:rPr lang="fr-FR" altLang="zh-CN" b="1" dirty="0">
                <a:solidFill>
                  <a:srgbClr val="0000FF"/>
                </a:solidFill>
                <a:latin typeface="微软雅黑" pitchFamily="34" charset="-122"/>
                <a:ea typeface="微软雅黑" pitchFamily="34" charset="-122"/>
              </a:rPr>
              <a:t>ARP</a:t>
            </a:r>
            <a:r>
              <a:rPr lang="fr-FR" altLang="zh-CN" b="1" dirty="0">
                <a:latin typeface="微软雅黑" pitchFamily="34" charset="-122"/>
                <a:ea typeface="微软雅黑" pitchFamily="34" charset="-122"/>
              </a:rPr>
              <a:t> (Address Resolution Protocol)</a:t>
            </a:r>
          </a:p>
          <a:p>
            <a:pPr marL="361950" indent="-357188" eaLnBrk="0" hangingPunct="0">
              <a:lnSpc>
                <a:spcPct val="1250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互联网控制报文协议 </a:t>
            </a:r>
            <a:r>
              <a:rPr lang="fr-FR" altLang="zh-CN" b="1" dirty="0">
                <a:solidFill>
                  <a:srgbClr val="0000FF"/>
                </a:solidFill>
                <a:latin typeface="微软雅黑" pitchFamily="34" charset="-122"/>
                <a:ea typeface="微软雅黑" pitchFamily="34" charset="-122"/>
              </a:rPr>
              <a:t>ICMP </a:t>
            </a:r>
            <a:r>
              <a:rPr lang="fr-FR" altLang="zh-CN" b="1" dirty="0">
                <a:latin typeface="微软雅黑" pitchFamily="34" charset="-122"/>
                <a:ea typeface="微软雅黑" pitchFamily="34" charset="-122"/>
              </a:rPr>
              <a:t>(Internet Control Message Protocol)</a:t>
            </a:r>
          </a:p>
          <a:p>
            <a:pPr marL="361950" indent="-357188" eaLnBrk="0" hangingPunct="0">
              <a:lnSpc>
                <a:spcPct val="1250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互联网组管理协议 </a:t>
            </a:r>
            <a:r>
              <a:rPr lang="fr-FR" altLang="zh-CN" b="1" dirty="0">
                <a:solidFill>
                  <a:srgbClr val="0000FF"/>
                </a:solidFill>
                <a:latin typeface="微软雅黑" pitchFamily="34" charset="-122"/>
                <a:ea typeface="微软雅黑" pitchFamily="34" charset="-122"/>
              </a:rPr>
              <a:t>IGMP </a:t>
            </a:r>
            <a:r>
              <a:rPr lang="fr-FR" altLang="zh-CN" b="1" dirty="0">
                <a:latin typeface="微软雅黑" pitchFamily="34" charset="-122"/>
                <a:ea typeface="微软雅黑" pitchFamily="34" charset="-122"/>
              </a:rPr>
              <a:t>(Internet Group Management Protocol)</a:t>
            </a:r>
          </a:p>
        </p:txBody>
      </p:sp>
      <p:sp>
        <p:nvSpPr>
          <p:cNvPr id="5" name="AutoShape 5"/>
          <p:cNvSpPr>
            <a:spLocks noChangeArrowheads="1"/>
          </p:cNvSpPr>
          <p:nvPr/>
        </p:nvSpPr>
        <p:spPr bwMode="auto">
          <a:xfrm>
            <a:off x="545144" y="621225"/>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1912375" y="578954"/>
            <a:ext cx="507836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chemeClr val="bg1"/>
                </a:solidFill>
                <a:latin typeface="微软雅黑" pitchFamily="34" charset="-122"/>
                <a:ea typeface="微软雅黑" pitchFamily="34" charset="-122"/>
              </a:rPr>
              <a:t>4.1.2  </a:t>
            </a:r>
            <a:r>
              <a:rPr lang="zh-CN" altLang="en-US" sz="2400" b="1" dirty="0">
                <a:solidFill>
                  <a:schemeClr val="bg1"/>
                </a:solidFill>
                <a:latin typeface="微软雅黑" pitchFamily="34" charset="-122"/>
                <a:ea typeface="微软雅黑" pitchFamily="34" charset="-122"/>
              </a:rPr>
              <a:t>网络层中的重要协议</a:t>
            </a:r>
            <a:endParaRPr lang="en-US" altLang="zh-CN" sz="2400" b="1" dirty="0">
              <a:solidFill>
                <a:schemeClr val="bg1"/>
              </a:solidFill>
              <a:latin typeface="微软雅黑" pitchFamily="34" charset="-122"/>
              <a:ea typeface="微软雅黑" pitchFamily="34" charset="-122"/>
            </a:endParaRPr>
          </a:p>
        </p:txBody>
      </p:sp>
      <p:sp>
        <p:nvSpPr>
          <p:cNvPr id="7" name="圆角矩形 6"/>
          <p:cNvSpPr/>
          <p:nvPr/>
        </p:nvSpPr>
        <p:spPr>
          <a:xfrm>
            <a:off x="4675517" y="1073959"/>
            <a:ext cx="3962378" cy="3200399"/>
          </a:xfrm>
          <a:prstGeom prst="roundRect">
            <a:avLst>
              <a:gd name="adj" fmla="val 9928"/>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 name="Text Box 9"/>
          <p:cNvSpPr txBox="1">
            <a:spLocks noChangeArrowheads="1"/>
          </p:cNvSpPr>
          <p:nvPr/>
        </p:nvSpPr>
        <p:spPr bwMode="auto">
          <a:xfrm>
            <a:off x="4842456" y="3251301"/>
            <a:ext cx="84682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75000"/>
              </a:lnSpc>
            </a:pPr>
            <a:r>
              <a:rPr kumimoji="1" lang="en-US" altLang="zh-CN" sz="1200" b="1">
                <a:latin typeface="微软雅黑" pitchFamily="34" charset="-122"/>
                <a:ea typeface="微软雅黑" pitchFamily="34" charset="-122"/>
              </a:rPr>
              <a:t>  </a:t>
            </a:r>
            <a:r>
              <a:rPr kumimoji="1" lang="zh-CN" altLang="en-US" sz="1200" b="1">
                <a:latin typeface="微软雅黑" pitchFamily="34" charset="-122"/>
                <a:ea typeface="微软雅黑" pitchFamily="34" charset="-122"/>
              </a:rPr>
              <a:t>网络接口层</a:t>
            </a:r>
          </a:p>
        </p:txBody>
      </p:sp>
      <p:sp>
        <p:nvSpPr>
          <p:cNvPr id="19" name="Text Box 13"/>
          <p:cNvSpPr txBox="1">
            <a:spLocks noChangeArrowheads="1"/>
          </p:cNvSpPr>
          <p:nvPr/>
        </p:nvSpPr>
        <p:spPr bwMode="auto">
          <a:xfrm>
            <a:off x="5119204" y="1872867"/>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传输层</a:t>
            </a:r>
          </a:p>
        </p:txBody>
      </p:sp>
      <p:sp>
        <p:nvSpPr>
          <p:cNvPr id="21" name="Text Box 15"/>
          <p:cNvSpPr txBox="1">
            <a:spLocks noChangeArrowheads="1"/>
          </p:cNvSpPr>
          <p:nvPr/>
        </p:nvSpPr>
        <p:spPr bwMode="auto">
          <a:xfrm>
            <a:off x="5146424" y="1416151"/>
            <a:ext cx="52272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应用层</a:t>
            </a:r>
          </a:p>
        </p:txBody>
      </p:sp>
      <p:sp>
        <p:nvSpPr>
          <p:cNvPr id="27" name="Line 22"/>
          <p:cNvSpPr>
            <a:spLocks noChangeShapeType="1"/>
          </p:cNvSpPr>
          <p:nvPr/>
        </p:nvSpPr>
        <p:spPr bwMode="auto">
          <a:xfrm>
            <a:off x="4996709" y="1855261"/>
            <a:ext cx="88831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 name="Line 23"/>
          <p:cNvSpPr>
            <a:spLocks noChangeShapeType="1"/>
          </p:cNvSpPr>
          <p:nvPr/>
        </p:nvSpPr>
        <p:spPr bwMode="auto">
          <a:xfrm>
            <a:off x="4996709" y="2208414"/>
            <a:ext cx="88831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 name="Line 24"/>
          <p:cNvSpPr>
            <a:spLocks noChangeShapeType="1"/>
          </p:cNvSpPr>
          <p:nvPr/>
        </p:nvSpPr>
        <p:spPr bwMode="auto">
          <a:xfrm>
            <a:off x="5012134" y="3166379"/>
            <a:ext cx="872890" cy="207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0" name="Line 25"/>
          <p:cNvSpPr>
            <a:spLocks noChangeShapeType="1"/>
          </p:cNvSpPr>
          <p:nvPr/>
        </p:nvSpPr>
        <p:spPr bwMode="auto">
          <a:xfrm>
            <a:off x="5426803" y="2208414"/>
            <a:ext cx="0" cy="960036"/>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1" name="Text Box 26"/>
          <p:cNvSpPr txBox="1">
            <a:spLocks noChangeArrowheads="1"/>
          </p:cNvSpPr>
          <p:nvPr/>
        </p:nvSpPr>
        <p:spPr bwMode="auto">
          <a:xfrm>
            <a:off x="4957293" y="2515659"/>
            <a:ext cx="942374" cy="276999"/>
          </a:xfrm>
          <a:prstGeom prst="rect">
            <a:avLst/>
          </a:prstGeom>
          <a:solidFill>
            <a:srgbClr val="C3E3F9"/>
          </a:solidFill>
          <a:ln>
            <a:noFill/>
          </a:ln>
          <a:effectLst/>
        </p:spPr>
        <p:txBody>
          <a:bodyPr wrap="square">
            <a:spAutoFit/>
          </a:bodyPr>
          <a:lstStyle/>
          <a:p>
            <a:pPr algn="ctr"/>
            <a:r>
              <a:rPr kumimoji="1" lang="zh-CN" altLang="en-US" sz="1200" b="1" dirty="0">
                <a:solidFill>
                  <a:srgbClr val="0000FF"/>
                </a:solidFill>
                <a:latin typeface="微软雅黑" pitchFamily="34" charset="-122"/>
                <a:ea typeface="微软雅黑" pitchFamily="34" charset="-122"/>
              </a:rPr>
              <a:t>网络层</a:t>
            </a:r>
            <a:endParaRPr kumimoji="1" lang="zh-CN" altLang="en-US" sz="1200" b="1" dirty="0">
              <a:solidFill>
                <a:srgbClr val="CC00CC"/>
              </a:solidFill>
              <a:latin typeface="微软雅黑" pitchFamily="34" charset="-122"/>
              <a:ea typeface="微软雅黑" pitchFamily="34" charset="-122"/>
            </a:endParaRPr>
          </a:p>
        </p:txBody>
      </p:sp>
      <p:sp>
        <p:nvSpPr>
          <p:cNvPr id="8" name="Rectangle 5"/>
          <p:cNvSpPr>
            <a:spLocks noChangeArrowheads="1"/>
          </p:cNvSpPr>
          <p:nvPr/>
        </p:nvSpPr>
        <p:spPr bwMode="auto">
          <a:xfrm>
            <a:off x="5934022" y="1299124"/>
            <a:ext cx="2324683" cy="2223514"/>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1200" b="1">
              <a:solidFill>
                <a:srgbClr val="000099"/>
              </a:solidFill>
              <a:latin typeface="微软雅黑" pitchFamily="34" charset="-122"/>
              <a:ea typeface="微软雅黑" pitchFamily="34" charset="-122"/>
            </a:endParaRPr>
          </a:p>
        </p:txBody>
      </p:sp>
      <p:sp>
        <p:nvSpPr>
          <p:cNvPr id="9" name="矩形 8"/>
          <p:cNvSpPr/>
          <p:nvPr/>
        </p:nvSpPr>
        <p:spPr>
          <a:xfrm>
            <a:off x="5934022" y="2208414"/>
            <a:ext cx="2324683" cy="9600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10" name="Rectangle 4"/>
          <p:cNvSpPr>
            <a:spLocks noChangeArrowheads="1"/>
          </p:cNvSpPr>
          <p:nvPr/>
        </p:nvSpPr>
        <p:spPr bwMode="auto">
          <a:xfrm>
            <a:off x="5934022" y="2208414"/>
            <a:ext cx="2324683" cy="960036"/>
          </a:xfrm>
          <a:prstGeom prst="rect">
            <a:avLst/>
          </a:prstGeom>
          <a:solidFill>
            <a:srgbClr val="FFFF66"/>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 name="Line 6"/>
          <p:cNvSpPr>
            <a:spLocks noChangeShapeType="1"/>
          </p:cNvSpPr>
          <p:nvPr/>
        </p:nvSpPr>
        <p:spPr bwMode="auto">
          <a:xfrm>
            <a:off x="5934022" y="1855261"/>
            <a:ext cx="232468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2" name="Line 7"/>
          <p:cNvSpPr>
            <a:spLocks noChangeShapeType="1"/>
          </p:cNvSpPr>
          <p:nvPr/>
        </p:nvSpPr>
        <p:spPr bwMode="auto">
          <a:xfrm>
            <a:off x="5934022" y="2208414"/>
            <a:ext cx="2324683"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3" name="Text Box 8"/>
          <p:cNvSpPr txBox="1">
            <a:spLocks noChangeArrowheads="1"/>
          </p:cNvSpPr>
          <p:nvPr/>
        </p:nvSpPr>
        <p:spPr bwMode="auto">
          <a:xfrm>
            <a:off x="6491147" y="1298537"/>
            <a:ext cx="10205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各种应用层协议</a:t>
            </a:r>
          </a:p>
        </p:txBody>
      </p:sp>
      <p:sp>
        <p:nvSpPr>
          <p:cNvPr id="16" name="Text Box 10"/>
          <p:cNvSpPr txBox="1">
            <a:spLocks noChangeArrowheads="1"/>
          </p:cNvSpPr>
          <p:nvPr/>
        </p:nvSpPr>
        <p:spPr bwMode="auto">
          <a:xfrm>
            <a:off x="6195344" y="1541145"/>
            <a:ext cx="1443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(HTTP, FTP, SMTP </a:t>
            </a:r>
            <a:r>
              <a:rPr kumimoji="1" lang="zh-CN" altLang="zh-CN" sz="1200" b="1" dirty="0">
                <a:latin typeface="微软雅黑" pitchFamily="34" charset="-122"/>
                <a:ea typeface="微软雅黑" pitchFamily="34" charset="-122"/>
              </a:rPr>
              <a:t>等</a:t>
            </a:r>
            <a:r>
              <a:rPr kumimoji="1" lang="en-US" altLang="zh-CN" sz="1200" b="1" dirty="0">
                <a:latin typeface="微软雅黑" pitchFamily="34" charset="-122"/>
                <a:ea typeface="微软雅黑" pitchFamily="34" charset="-122"/>
              </a:rPr>
              <a:t>)</a:t>
            </a:r>
          </a:p>
        </p:txBody>
      </p:sp>
      <p:sp>
        <p:nvSpPr>
          <p:cNvPr id="17" name="Rectangle 11"/>
          <p:cNvSpPr>
            <a:spLocks noChangeArrowheads="1"/>
          </p:cNvSpPr>
          <p:nvPr/>
        </p:nvSpPr>
        <p:spPr bwMode="auto">
          <a:xfrm>
            <a:off x="5931300" y="3573385"/>
            <a:ext cx="2327405" cy="476393"/>
          </a:xfrm>
          <a:prstGeom prst="rect">
            <a:avLst/>
          </a:prstGeom>
          <a:solidFill>
            <a:srgbClr val="00B0F0">
              <a:alpha val="49001"/>
            </a:srgbClr>
          </a:solidFill>
          <a:ln w="19050">
            <a:solidFill>
              <a:schemeClr val="tx1"/>
            </a:solidFill>
            <a:prstDash val="dash"/>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8" name="Text Box 12"/>
          <p:cNvSpPr txBox="1">
            <a:spLocks noChangeArrowheads="1"/>
          </p:cNvSpPr>
          <p:nvPr/>
        </p:nvSpPr>
        <p:spPr bwMode="auto">
          <a:xfrm>
            <a:off x="6694398" y="3655990"/>
            <a:ext cx="64717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物理硬件</a:t>
            </a:r>
          </a:p>
        </p:txBody>
      </p:sp>
      <p:sp>
        <p:nvSpPr>
          <p:cNvPr id="20" name="Text Box 14"/>
          <p:cNvSpPr txBox="1">
            <a:spLocks noChangeArrowheads="1"/>
          </p:cNvSpPr>
          <p:nvPr/>
        </p:nvSpPr>
        <p:spPr bwMode="auto">
          <a:xfrm>
            <a:off x="6757007" y="1879776"/>
            <a:ext cx="71537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TCP, UDP</a:t>
            </a:r>
          </a:p>
        </p:txBody>
      </p:sp>
      <p:sp>
        <p:nvSpPr>
          <p:cNvPr id="22" name="Rectangle 16"/>
          <p:cNvSpPr>
            <a:spLocks noChangeArrowheads="1"/>
          </p:cNvSpPr>
          <p:nvPr/>
        </p:nvSpPr>
        <p:spPr bwMode="auto">
          <a:xfrm>
            <a:off x="5982113" y="2238447"/>
            <a:ext cx="554403"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dirty="0">
                <a:solidFill>
                  <a:srgbClr val="0000FF"/>
                </a:solidFill>
                <a:latin typeface="微软雅黑" pitchFamily="34" charset="-122"/>
                <a:ea typeface="微软雅黑" pitchFamily="34" charset="-122"/>
              </a:rPr>
              <a:t>ICMP</a:t>
            </a:r>
          </a:p>
        </p:txBody>
      </p:sp>
      <p:sp>
        <p:nvSpPr>
          <p:cNvPr id="23" name="Text Box 17"/>
          <p:cNvSpPr txBox="1">
            <a:spLocks noChangeArrowheads="1"/>
          </p:cNvSpPr>
          <p:nvPr/>
        </p:nvSpPr>
        <p:spPr bwMode="auto">
          <a:xfrm>
            <a:off x="6947728" y="2569560"/>
            <a:ext cx="31399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微软雅黑" pitchFamily="34" charset="-122"/>
                <a:ea typeface="微软雅黑" pitchFamily="34" charset="-122"/>
              </a:rPr>
              <a:t>IP</a:t>
            </a:r>
          </a:p>
        </p:txBody>
      </p:sp>
      <p:sp>
        <p:nvSpPr>
          <p:cNvPr id="24" name="Rectangle 19"/>
          <p:cNvSpPr>
            <a:spLocks noChangeArrowheads="1"/>
          </p:cNvSpPr>
          <p:nvPr/>
        </p:nvSpPr>
        <p:spPr bwMode="auto">
          <a:xfrm>
            <a:off x="7704302" y="2866044"/>
            <a:ext cx="505404"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dirty="0">
                <a:solidFill>
                  <a:srgbClr val="0000FF"/>
                </a:solidFill>
                <a:latin typeface="微软雅黑" pitchFamily="34" charset="-122"/>
                <a:ea typeface="微软雅黑" pitchFamily="34" charset="-122"/>
              </a:rPr>
              <a:t>ARP</a:t>
            </a:r>
          </a:p>
        </p:txBody>
      </p:sp>
      <p:sp>
        <p:nvSpPr>
          <p:cNvPr id="25" name="Text Box 20"/>
          <p:cNvSpPr txBox="1">
            <a:spLocks noChangeArrowheads="1"/>
          </p:cNvSpPr>
          <p:nvPr/>
        </p:nvSpPr>
        <p:spPr bwMode="auto">
          <a:xfrm>
            <a:off x="6463019" y="3185738"/>
            <a:ext cx="102055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与各种网络接口</a:t>
            </a:r>
          </a:p>
        </p:txBody>
      </p:sp>
      <p:sp>
        <p:nvSpPr>
          <p:cNvPr id="26" name="Line 21"/>
          <p:cNvSpPr>
            <a:spLocks noChangeShapeType="1"/>
          </p:cNvSpPr>
          <p:nvPr/>
        </p:nvSpPr>
        <p:spPr bwMode="auto">
          <a:xfrm>
            <a:off x="5934022" y="3168450"/>
            <a:ext cx="2324683"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2" name="Rectangle 27"/>
          <p:cNvSpPr>
            <a:spLocks noChangeArrowheads="1"/>
          </p:cNvSpPr>
          <p:nvPr/>
        </p:nvSpPr>
        <p:spPr bwMode="auto">
          <a:xfrm>
            <a:off x="6563737" y="2238447"/>
            <a:ext cx="553496"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a:solidFill>
                  <a:srgbClr val="0000FF"/>
                </a:solidFill>
                <a:latin typeface="微软雅黑" pitchFamily="34" charset="-122"/>
                <a:ea typeface="微软雅黑" pitchFamily="34" charset="-122"/>
              </a:rPr>
              <a:t>IGMP</a:t>
            </a:r>
          </a:p>
        </p:txBody>
      </p:sp>
      <p:sp>
        <p:nvSpPr>
          <p:cNvPr id="33" name="Line 28"/>
          <p:cNvSpPr>
            <a:spLocks noChangeShapeType="1"/>
          </p:cNvSpPr>
          <p:nvPr/>
        </p:nvSpPr>
        <p:spPr bwMode="auto">
          <a:xfrm flipV="1">
            <a:off x="5003968" y="1299124"/>
            <a:ext cx="88105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4" name="Line 29"/>
          <p:cNvSpPr>
            <a:spLocks noChangeShapeType="1"/>
          </p:cNvSpPr>
          <p:nvPr/>
        </p:nvSpPr>
        <p:spPr bwMode="auto">
          <a:xfrm>
            <a:off x="4988542" y="3522638"/>
            <a:ext cx="896481"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1838113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4">
                                            <p:txEl>
                                              <p:pRg st="0" end="0"/>
                                            </p:txEl>
                                          </p:spTgt>
                                        </p:tgtEl>
                                        <p:attrNameLst>
                                          <p:attrName>style.visibility</p:attrName>
                                        </p:attrNameLst>
                                      </p:cBhvr>
                                      <p:to>
                                        <p:strVal val="visible"/>
                                      </p:to>
                                    </p:set>
                                    <p:animEffect transition="in" filter="fade">
                                      <p:cBhvr>
                                        <p:cTn id="7" dur="1000"/>
                                        <p:tgtEl>
                                          <p:spTgt spid="14">
                                            <p:txEl>
                                              <p:pRg st="0" end="0"/>
                                            </p:txEl>
                                          </p:spTgt>
                                        </p:tgtEl>
                                      </p:cBhvr>
                                    </p:animEffect>
                                    <p:anim calcmode="lin" valueType="num">
                                      <p:cBhvr>
                                        <p:cTn id="8" dur="10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4">
                                            <p:txEl>
                                              <p:pRg st="1" end="1"/>
                                            </p:txEl>
                                          </p:spTgt>
                                        </p:tgtEl>
                                        <p:attrNameLst>
                                          <p:attrName>style.visibility</p:attrName>
                                        </p:attrNameLst>
                                      </p:cBhvr>
                                      <p:to>
                                        <p:strVal val="visible"/>
                                      </p:to>
                                    </p:set>
                                    <p:animEffect transition="in" filter="fade">
                                      <p:cBhvr>
                                        <p:cTn id="14" dur="1000"/>
                                        <p:tgtEl>
                                          <p:spTgt spid="14">
                                            <p:txEl>
                                              <p:pRg st="1" end="1"/>
                                            </p:txEl>
                                          </p:spTgt>
                                        </p:tgtEl>
                                      </p:cBhvr>
                                    </p:animEffect>
                                    <p:anim calcmode="lin" valueType="num">
                                      <p:cBhvr>
                                        <p:cTn id="15" dur="1000" fill="hold"/>
                                        <p:tgtEl>
                                          <p:spTgt spid="1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1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4">
                                            <p:txEl>
                                              <p:pRg st="2" end="2"/>
                                            </p:txEl>
                                          </p:spTgt>
                                        </p:tgtEl>
                                        <p:attrNameLst>
                                          <p:attrName>style.visibility</p:attrName>
                                        </p:attrNameLst>
                                      </p:cBhvr>
                                      <p:to>
                                        <p:strVal val="visible"/>
                                      </p:to>
                                    </p:set>
                                    <p:animEffect transition="in" filter="fade">
                                      <p:cBhvr>
                                        <p:cTn id="21" dur="1000"/>
                                        <p:tgtEl>
                                          <p:spTgt spid="14">
                                            <p:txEl>
                                              <p:pRg st="2" end="2"/>
                                            </p:txEl>
                                          </p:spTgt>
                                        </p:tgtEl>
                                      </p:cBhvr>
                                    </p:animEffect>
                                    <p:anim calcmode="lin" valueType="num">
                                      <p:cBhvr>
                                        <p:cTn id="22" dur="1000" fill="hold"/>
                                        <p:tgtEl>
                                          <p:spTgt spid="1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1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4">
                                            <p:txEl>
                                              <p:pRg st="3" end="3"/>
                                            </p:txEl>
                                          </p:spTgt>
                                        </p:tgtEl>
                                        <p:attrNameLst>
                                          <p:attrName>style.visibility</p:attrName>
                                        </p:attrNameLst>
                                      </p:cBhvr>
                                      <p:to>
                                        <p:strVal val="visible"/>
                                      </p:to>
                                    </p:set>
                                    <p:animEffect transition="in" filter="fade">
                                      <p:cBhvr>
                                        <p:cTn id="28" dur="1000"/>
                                        <p:tgtEl>
                                          <p:spTgt spid="14">
                                            <p:txEl>
                                              <p:pRg st="3" end="3"/>
                                            </p:txEl>
                                          </p:spTgt>
                                        </p:tgtEl>
                                      </p:cBhvr>
                                    </p:animEffect>
                                    <p:anim calcmode="lin" valueType="num">
                                      <p:cBhvr>
                                        <p:cTn id="29" dur="1000" fill="hold"/>
                                        <p:tgtEl>
                                          <p:spTgt spid="1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1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4">
                                            <p:txEl>
                                              <p:pRg st="4" end="4"/>
                                            </p:txEl>
                                          </p:spTgt>
                                        </p:tgtEl>
                                        <p:attrNameLst>
                                          <p:attrName>style.visibility</p:attrName>
                                        </p:attrNameLst>
                                      </p:cBhvr>
                                      <p:to>
                                        <p:strVal val="visible"/>
                                      </p:to>
                                    </p:set>
                                    <p:animEffect transition="in" filter="fade">
                                      <p:cBhvr>
                                        <p:cTn id="35" dur="1000"/>
                                        <p:tgtEl>
                                          <p:spTgt spid="14">
                                            <p:txEl>
                                              <p:pRg st="4" end="4"/>
                                            </p:txEl>
                                          </p:spTgt>
                                        </p:tgtEl>
                                      </p:cBhvr>
                                    </p:animEffect>
                                    <p:anim calcmode="lin" valueType="num">
                                      <p:cBhvr>
                                        <p:cTn id="36" dur="1000" fill="hold"/>
                                        <p:tgtEl>
                                          <p:spTgt spid="14">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14">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35" presetClass="emph" presetSubtype="0" repeatCount="2000" fill="hold" grpId="0" nodeType="clickEffect">
                                  <p:stCondLst>
                                    <p:cond delay="0"/>
                                  </p:stCondLst>
                                  <p:childTnLst>
                                    <p:anim calcmode="discrete" valueType="str">
                                      <p:cBhvr>
                                        <p:cTn id="41" dur="1000" fill="hold"/>
                                        <p:tgtEl>
                                          <p:spTgt spid="24"/>
                                        </p:tgtEl>
                                        <p:attrNameLst>
                                          <p:attrName>style.visibility</p:attrName>
                                        </p:attrNameLst>
                                      </p:cBhvr>
                                      <p:tavLst>
                                        <p:tav tm="0">
                                          <p:val>
                                            <p:strVal val="hidden"/>
                                          </p:val>
                                        </p:tav>
                                        <p:tav tm="50000">
                                          <p:val>
                                            <p:strVal val="visible"/>
                                          </p:val>
                                        </p:tav>
                                      </p:tavLst>
                                    </p:anim>
                                  </p:childTnLst>
                                </p:cTn>
                              </p:par>
                            </p:childTnLst>
                          </p:cTn>
                        </p:par>
                      </p:childTnLst>
                    </p:cTn>
                  </p:par>
                  <p:par>
                    <p:cTn id="42" fill="hold">
                      <p:stCondLst>
                        <p:cond delay="indefinite"/>
                      </p:stCondLst>
                      <p:childTnLst>
                        <p:par>
                          <p:cTn id="43" fill="hold">
                            <p:stCondLst>
                              <p:cond delay="0"/>
                            </p:stCondLst>
                            <p:childTnLst>
                              <p:par>
                                <p:cTn id="44" presetID="35" presetClass="emph" presetSubtype="0" repeatCount="2000" fill="hold" grpId="0" nodeType="clickEffect">
                                  <p:stCondLst>
                                    <p:cond delay="0"/>
                                  </p:stCondLst>
                                  <p:childTnLst>
                                    <p:anim calcmode="discrete" valueType="str">
                                      <p:cBhvr>
                                        <p:cTn id="45" dur="1000" fill="hold"/>
                                        <p:tgtEl>
                                          <p:spTgt spid="22"/>
                                        </p:tgtEl>
                                        <p:attrNameLst>
                                          <p:attrName>style.visibility</p:attrName>
                                        </p:attrNameLst>
                                      </p:cBhvr>
                                      <p:tavLst>
                                        <p:tav tm="0">
                                          <p:val>
                                            <p:strVal val="hidden"/>
                                          </p:val>
                                        </p:tav>
                                        <p:tav tm="50000">
                                          <p:val>
                                            <p:strVal val="visible"/>
                                          </p:val>
                                        </p:tav>
                                      </p:tavLst>
                                    </p:anim>
                                  </p:childTnLst>
                                </p:cTn>
                              </p:par>
                              <p:par>
                                <p:cTn id="46" presetID="35" presetClass="emph" presetSubtype="0" repeatCount="2000" fill="hold" grpId="0" nodeType="withEffect">
                                  <p:stCondLst>
                                    <p:cond delay="0"/>
                                  </p:stCondLst>
                                  <p:childTnLst>
                                    <p:anim calcmode="discrete" valueType="str">
                                      <p:cBhvr>
                                        <p:cTn id="47" dur="1000" fill="hold"/>
                                        <p:tgtEl>
                                          <p:spTgt spid="3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uiExpand="1" build="p"/>
      <p:bldP spid="22" grpId="0" animBg="1"/>
      <p:bldP spid="24" grpId="0" animBg="1"/>
      <p:bldP spid="32"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A53A0A-A195-57DC-F018-A374F7621FB0}"/>
            </a:ext>
          </a:extLst>
        </p:cNvPr>
        <p:cNvGrpSpPr/>
        <p:nvPr/>
      </p:nvGrpSpPr>
      <p:grpSpPr>
        <a:xfrm>
          <a:off x="0" y="0"/>
          <a:ext cx="0" cy="0"/>
          <a:chOff x="0" y="0"/>
          <a:chExt cx="0" cy="0"/>
        </a:xfrm>
      </p:grpSpPr>
      <p:sp>
        <p:nvSpPr>
          <p:cNvPr id="9" name="AutoShape 5">
            <a:extLst>
              <a:ext uri="{FF2B5EF4-FFF2-40B4-BE49-F238E27FC236}">
                <a16:creationId xmlns:a16="http://schemas.microsoft.com/office/drawing/2014/main" id="{C3836BAA-3901-7227-E333-2AA7A29DDF1B}"/>
              </a:ext>
            </a:extLst>
          </p:cNvPr>
          <p:cNvSpPr>
            <a:spLocks noChangeArrowheads="1"/>
          </p:cNvSpPr>
          <p:nvPr/>
        </p:nvSpPr>
        <p:spPr bwMode="auto">
          <a:xfrm>
            <a:off x="545144" y="631937"/>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0" name="Rectangle 6">
            <a:extLst>
              <a:ext uri="{FF2B5EF4-FFF2-40B4-BE49-F238E27FC236}">
                <a16:creationId xmlns:a16="http://schemas.microsoft.com/office/drawing/2014/main" id="{DFD14EC4-5155-8AFE-3978-3C12C5347EE4}"/>
              </a:ext>
            </a:extLst>
          </p:cNvPr>
          <p:cNvSpPr>
            <a:spLocks noChangeArrowheads="1"/>
          </p:cNvSpPr>
          <p:nvPr/>
        </p:nvSpPr>
        <p:spPr bwMode="auto">
          <a:xfrm>
            <a:off x="3093071" y="599866"/>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4.1.3  </a:t>
            </a:r>
            <a:r>
              <a:rPr lang="zh-CN" altLang="en-US" sz="2400" b="1" dirty="0">
                <a:solidFill>
                  <a:schemeClr val="bg1"/>
                </a:solidFill>
                <a:latin typeface="微软雅黑" pitchFamily="34" charset="-122"/>
                <a:ea typeface="微软雅黑" pitchFamily="34" charset="-122"/>
              </a:rPr>
              <a:t>虚拟互连网络</a:t>
            </a:r>
          </a:p>
        </p:txBody>
      </p:sp>
      <p:sp>
        <p:nvSpPr>
          <p:cNvPr id="12" name="矩形 11">
            <a:extLst>
              <a:ext uri="{FF2B5EF4-FFF2-40B4-BE49-F238E27FC236}">
                <a16:creationId xmlns:a16="http://schemas.microsoft.com/office/drawing/2014/main" id="{45ACB828-D777-774D-0634-838301FD41F7}"/>
              </a:ext>
            </a:extLst>
          </p:cNvPr>
          <p:cNvSpPr/>
          <p:nvPr/>
        </p:nvSpPr>
        <p:spPr>
          <a:xfrm>
            <a:off x="2213295" y="4239127"/>
            <a:ext cx="4678347" cy="369332"/>
          </a:xfrm>
          <a:prstGeom prst="rect">
            <a:avLst/>
          </a:prstGeom>
          <a:solidFill>
            <a:srgbClr val="000066"/>
          </a:solidFill>
        </p:spPr>
        <p:txBody>
          <a:bodyPr wrap="square">
            <a:spAutoFit/>
          </a:bodyPr>
          <a:lstStyle/>
          <a:p>
            <a:pPr algn="ctr"/>
            <a:r>
              <a:rPr lang="zh-CN" altLang="en-US" b="1" dirty="0">
                <a:solidFill>
                  <a:schemeClr val="bg1"/>
                </a:solidFill>
                <a:latin typeface="微软雅黑" pitchFamily="34" charset="-122"/>
                <a:ea typeface="微软雅黑" pitchFamily="34" charset="-122"/>
              </a:rPr>
              <a:t>如何</a:t>
            </a:r>
            <a:r>
              <a:rPr lang="zh-CN" altLang="zh-CN" b="1" dirty="0">
                <a:solidFill>
                  <a:schemeClr val="bg1"/>
                </a:solidFill>
                <a:latin typeface="微软雅黑" pitchFamily="34" charset="-122"/>
                <a:ea typeface="微软雅黑" pitchFamily="34" charset="-122"/>
              </a:rPr>
              <a:t>将</a:t>
            </a:r>
            <a:r>
              <a:rPr lang="zh-CN" altLang="en-US" b="1" dirty="0">
                <a:solidFill>
                  <a:schemeClr val="bg1"/>
                </a:solidFill>
                <a:latin typeface="微软雅黑" pitchFamily="34" charset="-122"/>
                <a:ea typeface="微软雅黑" pitchFamily="34" charset="-122"/>
              </a:rPr>
              <a:t>异构的</a:t>
            </a:r>
            <a:r>
              <a:rPr lang="zh-CN" altLang="zh-CN" b="1" dirty="0">
                <a:solidFill>
                  <a:schemeClr val="bg1"/>
                </a:solidFill>
                <a:latin typeface="微软雅黑" pitchFamily="34" charset="-122"/>
                <a:ea typeface="微软雅黑" pitchFamily="34" charset="-122"/>
              </a:rPr>
              <a:t>网络互相连接起来</a:t>
            </a:r>
            <a:r>
              <a:rPr lang="zh-CN" altLang="en-US" b="1" dirty="0">
                <a:solidFill>
                  <a:schemeClr val="bg1"/>
                </a:solidFill>
                <a:latin typeface="微软雅黑" pitchFamily="34" charset="-122"/>
                <a:ea typeface="微软雅黑" pitchFamily="34" charset="-122"/>
              </a:rPr>
              <a:t>？</a:t>
            </a:r>
          </a:p>
        </p:txBody>
      </p:sp>
      <p:sp>
        <p:nvSpPr>
          <p:cNvPr id="3" name="任意多边形: 形状 2">
            <a:extLst>
              <a:ext uri="{FF2B5EF4-FFF2-40B4-BE49-F238E27FC236}">
                <a16:creationId xmlns:a16="http://schemas.microsoft.com/office/drawing/2014/main" id="{58948B9C-3B92-A545-CC3C-C33BBCB293E6}"/>
              </a:ext>
            </a:extLst>
          </p:cNvPr>
          <p:cNvSpPr/>
          <p:nvPr/>
        </p:nvSpPr>
        <p:spPr>
          <a:xfrm>
            <a:off x="1705052" y="1438721"/>
            <a:ext cx="1346447" cy="807868"/>
          </a:xfrm>
          <a:custGeom>
            <a:avLst/>
            <a:gdLst>
              <a:gd name="connsiteX0" fmla="*/ 0 w 1346447"/>
              <a:gd name="connsiteY0" fmla="*/ 0 h 807868"/>
              <a:gd name="connsiteX1" fmla="*/ 1346447 w 1346447"/>
              <a:gd name="connsiteY1" fmla="*/ 0 h 807868"/>
              <a:gd name="connsiteX2" fmla="*/ 1346447 w 1346447"/>
              <a:gd name="connsiteY2" fmla="*/ 807868 h 807868"/>
              <a:gd name="connsiteX3" fmla="*/ 0 w 1346447"/>
              <a:gd name="connsiteY3" fmla="*/ 807868 h 807868"/>
              <a:gd name="connsiteX4" fmla="*/ 0 w 1346447"/>
              <a:gd name="connsiteY4" fmla="*/ 0 h 807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447" h="807868">
                <a:moveTo>
                  <a:pt x="0" y="0"/>
                </a:moveTo>
                <a:lnTo>
                  <a:pt x="1346447" y="0"/>
                </a:lnTo>
                <a:lnTo>
                  <a:pt x="1346447" y="807868"/>
                </a:lnTo>
                <a:lnTo>
                  <a:pt x="0" y="807868"/>
                </a:lnTo>
                <a:lnTo>
                  <a:pt x="0" y="0"/>
                </a:lnTo>
                <a:close/>
              </a:path>
            </a:pathLst>
          </a:custGeom>
        </p:spPr>
        <p:style>
          <a:lnRef idx="0">
            <a:schemeClr val="lt1">
              <a:hueOff val="0"/>
              <a:satOff val="0"/>
              <a:lumOff val="0"/>
              <a:alphaOff val="0"/>
            </a:schemeClr>
          </a:lnRef>
          <a:fillRef idx="3">
            <a:schemeClr val="accent2">
              <a:hueOff val="0"/>
              <a:satOff val="0"/>
              <a:lumOff val="0"/>
              <a:alphaOff val="0"/>
            </a:schemeClr>
          </a:fillRef>
          <a:effectRef idx="2">
            <a:schemeClr val="accent2">
              <a:hueOff val="0"/>
              <a:satOff val="0"/>
              <a:lumOff val="0"/>
              <a:alphaOff val="0"/>
            </a:schemeClr>
          </a:effectRef>
          <a:fontRef idx="minor">
            <a:schemeClr val="lt1"/>
          </a:fontRef>
        </p:style>
        <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寻址方案</a:t>
            </a:r>
          </a:p>
        </p:txBody>
      </p:sp>
      <p:sp>
        <p:nvSpPr>
          <p:cNvPr id="6" name="任意多边形: 形状 5">
            <a:extLst>
              <a:ext uri="{FF2B5EF4-FFF2-40B4-BE49-F238E27FC236}">
                <a16:creationId xmlns:a16="http://schemas.microsoft.com/office/drawing/2014/main" id="{EDD06703-FDE1-93BE-FE58-B6E618F5C488}"/>
              </a:ext>
            </a:extLst>
          </p:cNvPr>
          <p:cNvSpPr/>
          <p:nvPr/>
        </p:nvSpPr>
        <p:spPr>
          <a:xfrm>
            <a:off x="3186144" y="1438721"/>
            <a:ext cx="1346447" cy="807868"/>
          </a:xfrm>
          <a:custGeom>
            <a:avLst/>
            <a:gdLst>
              <a:gd name="connsiteX0" fmla="*/ 0 w 1346447"/>
              <a:gd name="connsiteY0" fmla="*/ 0 h 807868"/>
              <a:gd name="connsiteX1" fmla="*/ 1346447 w 1346447"/>
              <a:gd name="connsiteY1" fmla="*/ 0 h 807868"/>
              <a:gd name="connsiteX2" fmla="*/ 1346447 w 1346447"/>
              <a:gd name="connsiteY2" fmla="*/ 807868 h 807868"/>
              <a:gd name="connsiteX3" fmla="*/ 0 w 1346447"/>
              <a:gd name="connsiteY3" fmla="*/ 807868 h 807868"/>
              <a:gd name="connsiteX4" fmla="*/ 0 w 1346447"/>
              <a:gd name="connsiteY4" fmla="*/ 0 h 807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447" h="807868">
                <a:moveTo>
                  <a:pt x="0" y="0"/>
                </a:moveTo>
                <a:lnTo>
                  <a:pt x="1346447" y="0"/>
                </a:lnTo>
                <a:lnTo>
                  <a:pt x="1346447" y="807868"/>
                </a:lnTo>
                <a:lnTo>
                  <a:pt x="0" y="807868"/>
                </a:lnTo>
                <a:lnTo>
                  <a:pt x="0" y="0"/>
                </a:lnTo>
                <a:close/>
              </a:path>
            </a:pathLst>
          </a:custGeom>
        </p:spPr>
        <p:style>
          <a:lnRef idx="0">
            <a:schemeClr val="lt1">
              <a:hueOff val="0"/>
              <a:satOff val="0"/>
              <a:lumOff val="0"/>
              <a:alphaOff val="0"/>
            </a:schemeClr>
          </a:lnRef>
          <a:fillRef idx="3">
            <a:schemeClr val="accent3">
              <a:hueOff val="0"/>
              <a:satOff val="0"/>
              <a:lumOff val="0"/>
              <a:alphaOff val="0"/>
            </a:schemeClr>
          </a:fillRef>
          <a:effectRef idx="2">
            <a:schemeClr val="accent3">
              <a:hueOff val="0"/>
              <a:satOff val="0"/>
              <a:lumOff val="0"/>
              <a:alphaOff val="0"/>
            </a:schemeClr>
          </a:effectRef>
          <a:fontRef idx="minor">
            <a:schemeClr val="lt1"/>
          </a:fontRef>
        </p:style>
        <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最大分组长度</a:t>
            </a:r>
          </a:p>
        </p:txBody>
      </p:sp>
      <p:sp>
        <p:nvSpPr>
          <p:cNvPr id="7" name="任意多边形: 形状 6">
            <a:extLst>
              <a:ext uri="{FF2B5EF4-FFF2-40B4-BE49-F238E27FC236}">
                <a16:creationId xmlns:a16="http://schemas.microsoft.com/office/drawing/2014/main" id="{D2142D45-CFFC-0910-A186-5DB62B318D59}"/>
              </a:ext>
            </a:extLst>
          </p:cNvPr>
          <p:cNvSpPr/>
          <p:nvPr/>
        </p:nvSpPr>
        <p:spPr>
          <a:xfrm>
            <a:off x="4667236" y="1438721"/>
            <a:ext cx="1346447" cy="807868"/>
          </a:xfrm>
          <a:custGeom>
            <a:avLst/>
            <a:gdLst>
              <a:gd name="connsiteX0" fmla="*/ 0 w 1346447"/>
              <a:gd name="connsiteY0" fmla="*/ 0 h 807868"/>
              <a:gd name="connsiteX1" fmla="*/ 1346447 w 1346447"/>
              <a:gd name="connsiteY1" fmla="*/ 0 h 807868"/>
              <a:gd name="connsiteX2" fmla="*/ 1346447 w 1346447"/>
              <a:gd name="connsiteY2" fmla="*/ 807868 h 807868"/>
              <a:gd name="connsiteX3" fmla="*/ 0 w 1346447"/>
              <a:gd name="connsiteY3" fmla="*/ 807868 h 807868"/>
              <a:gd name="connsiteX4" fmla="*/ 0 w 1346447"/>
              <a:gd name="connsiteY4" fmla="*/ 0 h 807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447" h="807868">
                <a:moveTo>
                  <a:pt x="0" y="0"/>
                </a:moveTo>
                <a:lnTo>
                  <a:pt x="1346447" y="0"/>
                </a:lnTo>
                <a:lnTo>
                  <a:pt x="1346447" y="807868"/>
                </a:lnTo>
                <a:lnTo>
                  <a:pt x="0" y="807868"/>
                </a:lnTo>
                <a:lnTo>
                  <a:pt x="0" y="0"/>
                </a:lnTo>
                <a:close/>
              </a:path>
            </a:pathLst>
          </a:custGeom>
        </p:spPr>
        <p:style>
          <a:lnRef idx="0">
            <a:schemeClr val="lt1">
              <a:hueOff val="0"/>
              <a:satOff val="0"/>
              <a:lumOff val="0"/>
              <a:alphaOff val="0"/>
            </a:schemeClr>
          </a:lnRef>
          <a:fillRef idx="3">
            <a:schemeClr val="accent4">
              <a:hueOff val="0"/>
              <a:satOff val="0"/>
              <a:lumOff val="0"/>
              <a:alphaOff val="0"/>
            </a:schemeClr>
          </a:fillRef>
          <a:effectRef idx="2">
            <a:schemeClr val="accent4">
              <a:hueOff val="0"/>
              <a:satOff val="0"/>
              <a:lumOff val="0"/>
              <a:alphaOff val="0"/>
            </a:schemeClr>
          </a:effectRef>
          <a:fontRef idx="minor">
            <a:schemeClr val="lt1"/>
          </a:fontRef>
        </p:style>
        <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网络接入机制</a:t>
            </a:r>
          </a:p>
        </p:txBody>
      </p:sp>
      <p:sp>
        <p:nvSpPr>
          <p:cNvPr id="8" name="任意多边形: 形状 7">
            <a:extLst>
              <a:ext uri="{FF2B5EF4-FFF2-40B4-BE49-F238E27FC236}">
                <a16:creationId xmlns:a16="http://schemas.microsoft.com/office/drawing/2014/main" id="{86FE84FC-06D4-CE0B-3A73-D5F3679FA657}"/>
              </a:ext>
            </a:extLst>
          </p:cNvPr>
          <p:cNvSpPr/>
          <p:nvPr/>
        </p:nvSpPr>
        <p:spPr>
          <a:xfrm>
            <a:off x="6148329" y="1438721"/>
            <a:ext cx="1346447" cy="807868"/>
          </a:xfrm>
          <a:custGeom>
            <a:avLst/>
            <a:gdLst>
              <a:gd name="connsiteX0" fmla="*/ 0 w 1346447"/>
              <a:gd name="connsiteY0" fmla="*/ 0 h 807868"/>
              <a:gd name="connsiteX1" fmla="*/ 1346447 w 1346447"/>
              <a:gd name="connsiteY1" fmla="*/ 0 h 807868"/>
              <a:gd name="connsiteX2" fmla="*/ 1346447 w 1346447"/>
              <a:gd name="connsiteY2" fmla="*/ 807868 h 807868"/>
              <a:gd name="connsiteX3" fmla="*/ 0 w 1346447"/>
              <a:gd name="connsiteY3" fmla="*/ 807868 h 807868"/>
              <a:gd name="connsiteX4" fmla="*/ 0 w 1346447"/>
              <a:gd name="connsiteY4" fmla="*/ 0 h 807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447" h="807868">
                <a:moveTo>
                  <a:pt x="0" y="0"/>
                </a:moveTo>
                <a:lnTo>
                  <a:pt x="1346447" y="0"/>
                </a:lnTo>
                <a:lnTo>
                  <a:pt x="1346447" y="807868"/>
                </a:lnTo>
                <a:lnTo>
                  <a:pt x="0" y="807868"/>
                </a:lnTo>
                <a:lnTo>
                  <a:pt x="0" y="0"/>
                </a:lnTo>
                <a:close/>
              </a:path>
            </a:pathLst>
          </a:custGeom>
        </p:spPr>
        <p:style>
          <a:lnRef idx="0">
            <a:schemeClr val="lt1">
              <a:hueOff val="0"/>
              <a:satOff val="0"/>
              <a:lumOff val="0"/>
              <a:alphaOff val="0"/>
            </a:schemeClr>
          </a:lnRef>
          <a:fillRef idx="3">
            <a:schemeClr val="accent5">
              <a:hueOff val="0"/>
              <a:satOff val="0"/>
              <a:lumOff val="0"/>
              <a:alphaOff val="0"/>
            </a:schemeClr>
          </a:fillRef>
          <a:effectRef idx="2">
            <a:schemeClr val="accent5">
              <a:hueOff val="0"/>
              <a:satOff val="0"/>
              <a:lumOff val="0"/>
              <a:alphaOff val="0"/>
            </a:schemeClr>
          </a:effectRef>
          <a:fontRef idx="minor">
            <a:schemeClr val="lt1"/>
          </a:fontRef>
        </p:style>
        <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超时控制</a:t>
            </a:r>
          </a:p>
        </p:txBody>
      </p:sp>
      <p:sp>
        <p:nvSpPr>
          <p:cNvPr id="11" name="任意多边形: 形状 10">
            <a:extLst>
              <a:ext uri="{FF2B5EF4-FFF2-40B4-BE49-F238E27FC236}">
                <a16:creationId xmlns:a16="http://schemas.microsoft.com/office/drawing/2014/main" id="{EA28E66F-BD7B-BB78-F786-584FF8604D56}"/>
              </a:ext>
            </a:extLst>
          </p:cNvPr>
          <p:cNvSpPr/>
          <p:nvPr/>
        </p:nvSpPr>
        <p:spPr>
          <a:xfrm>
            <a:off x="1705052" y="2381235"/>
            <a:ext cx="1346447" cy="807868"/>
          </a:xfrm>
          <a:custGeom>
            <a:avLst/>
            <a:gdLst>
              <a:gd name="connsiteX0" fmla="*/ 0 w 1346447"/>
              <a:gd name="connsiteY0" fmla="*/ 0 h 807868"/>
              <a:gd name="connsiteX1" fmla="*/ 1346447 w 1346447"/>
              <a:gd name="connsiteY1" fmla="*/ 0 h 807868"/>
              <a:gd name="connsiteX2" fmla="*/ 1346447 w 1346447"/>
              <a:gd name="connsiteY2" fmla="*/ 807868 h 807868"/>
              <a:gd name="connsiteX3" fmla="*/ 0 w 1346447"/>
              <a:gd name="connsiteY3" fmla="*/ 807868 h 807868"/>
              <a:gd name="connsiteX4" fmla="*/ 0 w 1346447"/>
              <a:gd name="connsiteY4" fmla="*/ 0 h 807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447" h="807868">
                <a:moveTo>
                  <a:pt x="0" y="0"/>
                </a:moveTo>
                <a:lnTo>
                  <a:pt x="1346447" y="0"/>
                </a:lnTo>
                <a:lnTo>
                  <a:pt x="1346447" y="807868"/>
                </a:lnTo>
                <a:lnTo>
                  <a:pt x="0" y="807868"/>
                </a:lnTo>
                <a:lnTo>
                  <a:pt x="0" y="0"/>
                </a:lnTo>
                <a:close/>
              </a:path>
            </a:pathLst>
          </a:custGeom>
        </p:spPr>
        <p:style>
          <a:lnRef idx="0">
            <a:schemeClr val="lt1">
              <a:hueOff val="0"/>
              <a:satOff val="0"/>
              <a:lumOff val="0"/>
              <a:alphaOff val="0"/>
            </a:schemeClr>
          </a:lnRef>
          <a:fillRef idx="3">
            <a:schemeClr val="accent6">
              <a:hueOff val="0"/>
              <a:satOff val="0"/>
              <a:lumOff val="0"/>
              <a:alphaOff val="0"/>
            </a:schemeClr>
          </a:fillRef>
          <a:effectRef idx="2">
            <a:schemeClr val="accent6">
              <a:hueOff val="0"/>
              <a:satOff val="0"/>
              <a:lumOff val="0"/>
              <a:alphaOff val="0"/>
            </a:schemeClr>
          </a:effectRef>
          <a:fontRef idx="minor">
            <a:schemeClr val="lt1"/>
          </a:fontRef>
        </p:style>
        <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差错恢复方法</a:t>
            </a:r>
          </a:p>
        </p:txBody>
      </p:sp>
      <p:sp>
        <p:nvSpPr>
          <p:cNvPr id="13" name="任意多边形: 形状 12">
            <a:extLst>
              <a:ext uri="{FF2B5EF4-FFF2-40B4-BE49-F238E27FC236}">
                <a16:creationId xmlns:a16="http://schemas.microsoft.com/office/drawing/2014/main" id="{CA7F1E83-26FE-0D7E-B6E4-C57DFD2C2FFE}"/>
              </a:ext>
            </a:extLst>
          </p:cNvPr>
          <p:cNvSpPr/>
          <p:nvPr/>
        </p:nvSpPr>
        <p:spPr>
          <a:xfrm>
            <a:off x="3186144" y="2381235"/>
            <a:ext cx="1346447" cy="807868"/>
          </a:xfrm>
          <a:custGeom>
            <a:avLst/>
            <a:gdLst>
              <a:gd name="connsiteX0" fmla="*/ 0 w 1346447"/>
              <a:gd name="connsiteY0" fmla="*/ 0 h 807868"/>
              <a:gd name="connsiteX1" fmla="*/ 1346447 w 1346447"/>
              <a:gd name="connsiteY1" fmla="*/ 0 h 807868"/>
              <a:gd name="connsiteX2" fmla="*/ 1346447 w 1346447"/>
              <a:gd name="connsiteY2" fmla="*/ 807868 h 807868"/>
              <a:gd name="connsiteX3" fmla="*/ 0 w 1346447"/>
              <a:gd name="connsiteY3" fmla="*/ 807868 h 807868"/>
              <a:gd name="connsiteX4" fmla="*/ 0 w 1346447"/>
              <a:gd name="connsiteY4" fmla="*/ 0 h 807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447" h="807868">
                <a:moveTo>
                  <a:pt x="0" y="0"/>
                </a:moveTo>
                <a:lnTo>
                  <a:pt x="1346447" y="0"/>
                </a:lnTo>
                <a:lnTo>
                  <a:pt x="1346447" y="807868"/>
                </a:lnTo>
                <a:lnTo>
                  <a:pt x="0" y="807868"/>
                </a:lnTo>
                <a:lnTo>
                  <a:pt x="0" y="0"/>
                </a:lnTo>
                <a:close/>
              </a:path>
            </a:pathLst>
          </a:custGeom>
        </p:spPr>
        <p:style>
          <a:lnRef idx="0">
            <a:schemeClr val="lt1">
              <a:hueOff val="0"/>
              <a:satOff val="0"/>
              <a:lumOff val="0"/>
              <a:alphaOff val="0"/>
            </a:schemeClr>
          </a:lnRef>
          <a:fillRef idx="3">
            <a:schemeClr val="accent2">
              <a:hueOff val="0"/>
              <a:satOff val="0"/>
              <a:lumOff val="0"/>
              <a:alphaOff val="0"/>
            </a:schemeClr>
          </a:fillRef>
          <a:effectRef idx="2">
            <a:schemeClr val="accent2">
              <a:hueOff val="0"/>
              <a:satOff val="0"/>
              <a:lumOff val="0"/>
              <a:alphaOff val="0"/>
            </a:schemeClr>
          </a:effectRef>
          <a:fontRef idx="minor">
            <a:schemeClr val="lt1"/>
          </a:fontRef>
        </p:style>
        <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状态报告方法</a:t>
            </a:r>
          </a:p>
        </p:txBody>
      </p:sp>
      <p:sp>
        <p:nvSpPr>
          <p:cNvPr id="14" name="任意多边形: 形状 13">
            <a:extLst>
              <a:ext uri="{FF2B5EF4-FFF2-40B4-BE49-F238E27FC236}">
                <a16:creationId xmlns:a16="http://schemas.microsoft.com/office/drawing/2014/main" id="{AAC75CE4-D275-7052-701C-E878566DFBB5}"/>
              </a:ext>
            </a:extLst>
          </p:cNvPr>
          <p:cNvSpPr/>
          <p:nvPr/>
        </p:nvSpPr>
        <p:spPr>
          <a:xfrm>
            <a:off x="4667236" y="2381235"/>
            <a:ext cx="1346447" cy="807868"/>
          </a:xfrm>
          <a:custGeom>
            <a:avLst/>
            <a:gdLst>
              <a:gd name="connsiteX0" fmla="*/ 0 w 1346447"/>
              <a:gd name="connsiteY0" fmla="*/ 0 h 807868"/>
              <a:gd name="connsiteX1" fmla="*/ 1346447 w 1346447"/>
              <a:gd name="connsiteY1" fmla="*/ 0 h 807868"/>
              <a:gd name="connsiteX2" fmla="*/ 1346447 w 1346447"/>
              <a:gd name="connsiteY2" fmla="*/ 807868 h 807868"/>
              <a:gd name="connsiteX3" fmla="*/ 0 w 1346447"/>
              <a:gd name="connsiteY3" fmla="*/ 807868 h 807868"/>
              <a:gd name="connsiteX4" fmla="*/ 0 w 1346447"/>
              <a:gd name="connsiteY4" fmla="*/ 0 h 807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447" h="807868">
                <a:moveTo>
                  <a:pt x="0" y="0"/>
                </a:moveTo>
                <a:lnTo>
                  <a:pt x="1346447" y="0"/>
                </a:lnTo>
                <a:lnTo>
                  <a:pt x="1346447" y="807868"/>
                </a:lnTo>
                <a:lnTo>
                  <a:pt x="0" y="807868"/>
                </a:lnTo>
                <a:lnTo>
                  <a:pt x="0" y="0"/>
                </a:lnTo>
                <a:close/>
              </a:path>
            </a:pathLst>
          </a:custGeom>
        </p:spPr>
        <p:style>
          <a:lnRef idx="0">
            <a:schemeClr val="lt1">
              <a:hueOff val="0"/>
              <a:satOff val="0"/>
              <a:lumOff val="0"/>
              <a:alphaOff val="0"/>
            </a:schemeClr>
          </a:lnRef>
          <a:fillRef idx="3">
            <a:schemeClr val="accent3">
              <a:hueOff val="0"/>
              <a:satOff val="0"/>
              <a:lumOff val="0"/>
              <a:alphaOff val="0"/>
            </a:schemeClr>
          </a:fillRef>
          <a:effectRef idx="2">
            <a:schemeClr val="accent3">
              <a:hueOff val="0"/>
              <a:satOff val="0"/>
              <a:lumOff val="0"/>
              <a:alphaOff val="0"/>
            </a:schemeClr>
          </a:effectRef>
          <a:fontRef idx="minor">
            <a:schemeClr val="lt1"/>
          </a:fontRef>
        </p:style>
        <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路由技术</a:t>
            </a:r>
          </a:p>
        </p:txBody>
      </p:sp>
      <p:sp>
        <p:nvSpPr>
          <p:cNvPr id="15" name="任意多边形: 形状 14">
            <a:extLst>
              <a:ext uri="{FF2B5EF4-FFF2-40B4-BE49-F238E27FC236}">
                <a16:creationId xmlns:a16="http://schemas.microsoft.com/office/drawing/2014/main" id="{7760D699-DBD8-B91C-E342-EF88A99F0932}"/>
              </a:ext>
            </a:extLst>
          </p:cNvPr>
          <p:cNvSpPr/>
          <p:nvPr/>
        </p:nvSpPr>
        <p:spPr>
          <a:xfrm>
            <a:off x="6148329" y="2381235"/>
            <a:ext cx="1346447" cy="807868"/>
          </a:xfrm>
          <a:custGeom>
            <a:avLst/>
            <a:gdLst>
              <a:gd name="connsiteX0" fmla="*/ 0 w 1346447"/>
              <a:gd name="connsiteY0" fmla="*/ 0 h 807868"/>
              <a:gd name="connsiteX1" fmla="*/ 1346447 w 1346447"/>
              <a:gd name="connsiteY1" fmla="*/ 0 h 807868"/>
              <a:gd name="connsiteX2" fmla="*/ 1346447 w 1346447"/>
              <a:gd name="connsiteY2" fmla="*/ 807868 h 807868"/>
              <a:gd name="connsiteX3" fmla="*/ 0 w 1346447"/>
              <a:gd name="connsiteY3" fmla="*/ 807868 h 807868"/>
              <a:gd name="connsiteX4" fmla="*/ 0 w 1346447"/>
              <a:gd name="connsiteY4" fmla="*/ 0 h 807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447" h="807868">
                <a:moveTo>
                  <a:pt x="0" y="0"/>
                </a:moveTo>
                <a:lnTo>
                  <a:pt x="1346447" y="0"/>
                </a:lnTo>
                <a:lnTo>
                  <a:pt x="1346447" y="807868"/>
                </a:lnTo>
                <a:lnTo>
                  <a:pt x="0" y="807868"/>
                </a:lnTo>
                <a:lnTo>
                  <a:pt x="0" y="0"/>
                </a:lnTo>
                <a:close/>
              </a:path>
            </a:pathLst>
          </a:custGeom>
        </p:spPr>
        <p:style>
          <a:lnRef idx="0">
            <a:schemeClr val="lt1">
              <a:hueOff val="0"/>
              <a:satOff val="0"/>
              <a:lumOff val="0"/>
              <a:alphaOff val="0"/>
            </a:schemeClr>
          </a:lnRef>
          <a:fillRef idx="3">
            <a:schemeClr val="accent4">
              <a:hueOff val="0"/>
              <a:satOff val="0"/>
              <a:lumOff val="0"/>
              <a:alphaOff val="0"/>
            </a:schemeClr>
          </a:fillRef>
          <a:effectRef idx="2">
            <a:schemeClr val="accent4">
              <a:hueOff val="0"/>
              <a:satOff val="0"/>
              <a:lumOff val="0"/>
              <a:alphaOff val="0"/>
            </a:schemeClr>
          </a:effectRef>
          <a:fontRef idx="minor">
            <a:schemeClr val="lt1"/>
          </a:fontRef>
        </p:style>
        <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用户接入控制</a:t>
            </a:r>
          </a:p>
        </p:txBody>
      </p:sp>
      <p:sp>
        <p:nvSpPr>
          <p:cNvPr id="16" name="任意多边形: 形状 15">
            <a:extLst>
              <a:ext uri="{FF2B5EF4-FFF2-40B4-BE49-F238E27FC236}">
                <a16:creationId xmlns:a16="http://schemas.microsoft.com/office/drawing/2014/main" id="{9C7C6199-668C-9290-3651-68178C30C305}"/>
              </a:ext>
            </a:extLst>
          </p:cNvPr>
          <p:cNvSpPr/>
          <p:nvPr/>
        </p:nvSpPr>
        <p:spPr>
          <a:xfrm>
            <a:off x="2445598" y="3323748"/>
            <a:ext cx="1346447" cy="807868"/>
          </a:xfrm>
          <a:custGeom>
            <a:avLst/>
            <a:gdLst>
              <a:gd name="connsiteX0" fmla="*/ 0 w 1346447"/>
              <a:gd name="connsiteY0" fmla="*/ 0 h 807868"/>
              <a:gd name="connsiteX1" fmla="*/ 1346447 w 1346447"/>
              <a:gd name="connsiteY1" fmla="*/ 0 h 807868"/>
              <a:gd name="connsiteX2" fmla="*/ 1346447 w 1346447"/>
              <a:gd name="connsiteY2" fmla="*/ 807868 h 807868"/>
              <a:gd name="connsiteX3" fmla="*/ 0 w 1346447"/>
              <a:gd name="connsiteY3" fmla="*/ 807868 h 807868"/>
              <a:gd name="connsiteX4" fmla="*/ 0 w 1346447"/>
              <a:gd name="connsiteY4" fmla="*/ 0 h 807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447" h="807868">
                <a:moveTo>
                  <a:pt x="0" y="0"/>
                </a:moveTo>
                <a:lnTo>
                  <a:pt x="1346447" y="0"/>
                </a:lnTo>
                <a:lnTo>
                  <a:pt x="1346447" y="807868"/>
                </a:lnTo>
                <a:lnTo>
                  <a:pt x="0" y="807868"/>
                </a:lnTo>
                <a:lnTo>
                  <a:pt x="0" y="0"/>
                </a:lnTo>
                <a:close/>
              </a:path>
            </a:pathLst>
          </a:custGeom>
        </p:spPr>
        <p:style>
          <a:lnRef idx="0">
            <a:schemeClr val="lt1">
              <a:hueOff val="0"/>
              <a:satOff val="0"/>
              <a:lumOff val="0"/>
              <a:alphaOff val="0"/>
            </a:schemeClr>
          </a:lnRef>
          <a:fillRef idx="3">
            <a:schemeClr val="accent5">
              <a:hueOff val="0"/>
              <a:satOff val="0"/>
              <a:lumOff val="0"/>
              <a:alphaOff val="0"/>
            </a:schemeClr>
          </a:fillRef>
          <a:effectRef idx="2">
            <a:schemeClr val="accent5">
              <a:hueOff val="0"/>
              <a:satOff val="0"/>
              <a:lumOff val="0"/>
              <a:alphaOff val="0"/>
            </a:schemeClr>
          </a:effectRef>
          <a:fontRef idx="minor">
            <a:schemeClr val="lt1"/>
          </a:fontRef>
        </p:style>
        <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面向连接</a:t>
            </a:r>
            <a:r>
              <a:rPr lang="en-US" altLang="zh-CN" sz="1600" b="1" kern="1200" dirty="0">
                <a:latin typeface="微软雅黑" panose="020B0503020204020204" pitchFamily="34" charset="-122"/>
                <a:ea typeface="微软雅黑" panose="020B0503020204020204" pitchFamily="34" charset="-122"/>
              </a:rPr>
              <a:t>/</a:t>
            </a:r>
            <a:r>
              <a:rPr lang="zh-CN" altLang="en-US" sz="1600" b="1" kern="1200" dirty="0">
                <a:latin typeface="微软雅黑" panose="020B0503020204020204" pitchFamily="34" charset="-122"/>
                <a:ea typeface="微软雅黑" panose="020B0503020204020204" pitchFamily="34" charset="-122"/>
              </a:rPr>
              <a:t>无连接服务</a:t>
            </a:r>
          </a:p>
        </p:txBody>
      </p:sp>
      <p:sp>
        <p:nvSpPr>
          <p:cNvPr id="17" name="任意多边形: 形状 16">
            <a:extLst>
              <a:ext uri="{FF2B5EF4-FFF2-40B4-BE49-F238E27FC236}">
                <a16:creationId xmlns:a16="http://schemas.microsoft.com/office/drawing/2014/main" id="{865336B0-0262-8234-24B8-1E6E22FE06EA}"/>
              </a:ext>
            </a:extLst>
          </p:cNvPr>
          <p:cNvSpPr/>
          <p:nvPr/>
        </p:nvSpPr>
        <p:spPr>
          <a:xfrm>
            <a:off x="3926690" y="3323748"/>
            <a:ext cx="1346447" cy="807868"/>
          </a:xfrm>
          <a:custGeom>
            <a:avLst/>
            <a:gdLst>
              <a:gd name="connsiteX0" fmla="*/ 0 w 1346447"/>
              <a:gd name="connsiteY0" fmla="*/ 0 h 807868"/>
              <a:gd name="connsiteX1" fmla="*/ 1346447 w 1346447"/>
              <a:gd name="connsiteY1" fmla="*/ 0 h 807868"/>
              <a:gd name="connsiteX2" fmla="*/ 1346447 w 1346447"/>
              <a:gd name="connsiteY2" fmla="*/ 807868 h 807868"/>
              <a:gd name="connsiteX3" fmla="*/ 0 w 1346447"/>
              <a:gd name="connsiteY3" fmla="*/ 807868 h 807868"/>
              <a:gd name="connsiteX4" fmla="*/ 0 w 1346447"/>
              <a:gd name="connsiteY4" fmla="*/ 0 h 807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447" h="807868">
                <a:moveTo>
                  <a:pt x="0" y="0"/>
                </a:moveTo>
                <a:lnTo>
                  <a:pt x="1346447" y="0"/>
                </a:lnTo>
                <a:lnTo>
                  <a:pt x="1346447" y="807868"/>
                </a:lnTo>
                <a:lnTo>
                  <a:pt x="0" y="807868"/>
                </a:lnTo>
                <a:lnTo>
                  <a:pt x="0" y="0"/>
                </a:lnTo>
                <a:close/>
              </a:path>
            </a:pathLst>
          </a:custGeom>
        </p:spPr>
        <p:style>
          <a:lnRef idx="0">
            <a:schemeClr val="lt1">
              <a:hueOff val="0"/>
              <a:satOff val="0"/>
              <a:lumOff val="0"/>
              <a:alphaOff val="0"/>
            </a:schemeClr>
          </a:lnRef>
          <a:fillRef idx="3">
            <a:schemeClr val="accent6">
              <a:hueOff val="0"/>
              <a:satOff val="0"/>
              <a:lumOff val="0"/>
              <a:alphaOff val="0"/>
            </a:schemeClr>
          </a:fillRef>
          <a:effectRef idx="2">
            <a:schemeClr val="accent6">
              <a:hueOff val="0"/>
              <a:satOff val="0"/>
              <a:lumOff val="0"/>
              <a:alphaOff val="0"/>
            </a:schemeClr>
          </a:effectRef>
          <a:fontRef idx="minor">
            <a:schemeClr val="lt1"/>
          </a:fontRef>
        </p:style>
        <p:txBody>
          <a:bodyPr spcFirstLastPara="0" vert="horz" wrap="square" lIns="60960" tIns="60960" rIns="60960" bIns="60960" numCol="1" spcCol="1270" anchor="ctr" anchorCtr="0">
            <a:noAutofit/>
          </a:bodyPr>
          <a:lstStyle/>
          <a:p>
            <a:pPr marL="0" lvl="0" indent="0" algn="ctr" defTabSz="711200">
              <a:lnSpc>
                <a:spcPct val="5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管理与</a:t>
            </a:r>
            <a:endParaRPr lang="en-US" altLang="zh-CN" sz="1600" b="1" kern="1200" dirty="0">
              <a:latin typeface="微软雅黑" panose="020B0503020204020204" pitchFamily="34" charset="-122"/>
              <a:ea typeface="微软雅黑" panose="020B0503020204020204" pitchFamily="34" charset="-122"/>
            </a:endParaRPr>
          </a:p>
          <a:p>
            <a:pPr marL="0" lvl="0" indent="0" algn="ctr" defTabSz="711200">
              <a:lnSpc>
                <a:spcPct val="5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控制方式</a:t>
            </a:r>
          </a:p>
        </p:txBody>
      </p:sp>
      <p:sp>
        <p:nvSpPr>
          <p:cNvPr id="18" name="任意多边形: 形状 17">
            <a:extLst>
              <a:ext uri="{FF2B5EF4-FFF2-40B4-BE49-F238E27FC236}">
                <a16:creationId xmlns:a16="http://schemas.microsoft.com/office/drawing/2014/main" id="{17E28327-C8E0-7DC9-9A6F-974C6D9A076A}"/>
              </a:ext>
            </a:extLst>
          </p:cNvPr>
          <p:cNvSpPr/>
          <p:nvPr/>
        </p:nvSpPr>
        <p:spPr>
          <a:xfrm>
            <a:off x="5407783" y="3323748"/>
            <a:ext cx="1346447" cy="807868"/>
          </a:xfrm>
          <a:custGeom>
            <a:avLst/>
            <a:gdLst>
              <a:gd name="connsiteX0" fmla="*/ 0 w 1346447"/>
              <a:gd name="connsiteY0" fmla="*/ 0 h 807868"/>
              <a:gd name="connsiteX1" fmla="*/ 1346447 w 1346447"/>
              <a:gd name="connsiteY1" fmla="*/ 0 h 807868"/>
              <a:gd name="connsiteX2" fmla="*/ 1346447 w 1346447"/>
              <a:gd name="connsiteY2" fmla="*/ 807868 h 807868"/>
              <a:gd name="connsiteX3" fmla="*/ 0 w 1346447"/>
              <a:gd name="connsiteY3" fmla="*/ 807868 h 807868"/>
              <a:gd name="connsiteX4" fmla="*/ 0 w 1346447"/>
              <a:gd name="connsiteY4" fmla="*/ 0 h 807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447" h="807868">
                <a:moveTo>
                  <a:pt x="0" y="0"/>
                </a:moveTo>
                <a:lnTo>
                  <a:pt x="1346447" y="0"/>
                </a:lnTo>
                <a:lnTo>
                  <a:pt x="1346447" y="807868"/>
                </a:lnTo>
                <a:lnTo>
                  <a:pt x="0" y="807868"/>
                </a:lnTo>
                <a:lnTo>
                  <a:pt x="0" y="0"/>
                </a:lnTo>
                <a:close/>
              </a:path>
            </a:pathLst>
          </a:custGeom>
        </p:spPr>
        <p:style>
          <a:lnRef idx="0">
            <a:schemeClr val="lt1">
              <a:hueOff val="0"/>
              <a:satOff val="0"/>
              <a:lumOff val="0"/>
              <a:alphaOff val="0"/>
            </a:schemeClr>
          </a:lnRef>
          <a:fillRef idx="3">
            <a:schemeClr val="accent2">
              <a:hueOff val="0"/>
              <a:satOff val="0"/>
              <a:lumOff val="0"/>
              <a:alphaOff val="0"/>
            </a:schemeClr>
          </a:fillRef>
          <a:effectRef idx="2">
            <a:schemeClr val="accent2">
              <a:hueOff val="0"/>
              <a:satOff val="0"/>
              <a:lumOff val="0"/>
              <a:alphaOff val="0"/>
            </a:schemeClr>
          </a:effectRef>
          <a:fontRef idx="minor">
            <a:schemeClr val="lt1"/>
          </a:fontRef>
        </p:style>
        <p:txBody>
          <a:bodyPr spcFirstLastPara="0" vert="horz" wrap="square" lIns="60960" tIns="60960" rIns="60960" bIns="60960" numCol="1" spcCol="1270" anchor="ctr" anchorCtr="0">
            <a:noAutofit/>
          </a:bodyPr>
          <a:lstStyle/>
          <a:p>
            <a:pPr marL="0" lvl="0" indent="0" algn="ctr" defTabSz="711200">
              <a:lnSpc>
                <a:spcPct val="50000"/>
              </a:lnSpc>
              <a:spcBef>
                <a:spcPct val="0"/>
              </a:spcBef>
              <a:spcAft>
                <a:spcPct val="35000"/>
              </a:spcAft>
              <a:buNone/>
            </a:pPr>
            <a:r>
              <a:rPr lang="en-US" altLang="zh-CN" sz="1600" b="1" kern="1200" dirty="0">
                <a:latin typeface="微软雅黑" panose="020B0503020204020204" pitchFamily="34" charset="-122"/>
                <a:ea typeface="微软雅黑" panose="020B0503020204020204" pitchFamily="34" charset="-122"/>
              </a:rPr>
              <a:t>……</a:t>
            </a:r>
            <a:endParaRPr lang="zh-CN" altLang="en-US" sz="1600" b="1" kern="1200" dirty="0">
              <a:latin typeface="微软雅黑" panose="020B0503020204020204" pitchFamily="34" charset="-122"/>
              <a:ea typeface="微软雅黑" panose="020B0503020204020204" pitchFamily="34" charset="-122"/>
            </a:endParaRPr>
          </a:p>
        </p:txBody>
      </p:sp>
      <p:sp>
        <p:nvSpPr>
          <p:cNvPr id="5" name="矩形 4">
            <a:extLst>
              <a:ext uri="{FF2B5EF4-FFF2-40B4-BE49-F238E27FC236}">
                <a16:creationId xmlns:a16="http://schemas.microsoft.com/office/drawing/2014/main" id="{8AA572B5-239B-A19A-011E-E9FCC6872C8E}"/>
              </a:ext>
            </a:extLst>
          </p:cNvPr>
          <p:cNvSpPr/>
          <p:nvPr/>
        </p:nvSpPr>
        <p:spPr>
          <a:xfrm>
            <a:off x="545144" y="1020658"/>
            <a:ext cx="8053712" cy="400110"/>
          </a:xfrm>
          <a:prstGeom prst="rect">
            <a:avLst/>
          </a:prstGeom>
        </p:spPr>
        <p:txBody>
          <a:bodyPr wrap="square">
            <a:spAutoFit/>
          </a:bodyPr>
          <a:lstStyle/>
          <a:p>
            <a:r>
              <a:rPr lang="zh-CN" altLang="en-US" sz="2000" b="1" dirty="0">
                <a:latin typeface="微软雅黑" panose="020B0503020204020204" pitchFamily="34" charset="-122"/>
                <a:ea typeface="微软雅黑" panose="020B0503020204020204" pitchFamily="34" charset="-122"/>
              </a:rPr>
              <a:t>实现网络互连、互通时需要解决许多问题，如以下</a:t>
            </a:r>
            <a:r>
              <a:rPr lang="zh-CN" altLang="en-US" sz="2000" b="1" dirty="0">
                <a:solidFill>
                  <a:srgbClr val="0000FF"/>
                </a:solidFill>
                <a:latin typeface="微软雅黑" panose="020B0503020204020204" pitchFamily="34" charset="-122"/>
                <a:ea typeface="微软雅黑" panose="020B0503020204020204" pitchFamily="34" charset="-122"/>
              </a:rPr>
              <a:t>“不同”：</a:t>
            </a:r>
          </a:p>
        </p:txBody>
      </p:sp>
    </p:spTree>
    <p:custDataLst>
      <p:tags r:id="rId1"/>
    </p:custDataLst>
    <p:extLst>
      <p:ext uri="{BB962C8B-B14F-4D97-AF65-F5344CB8AC3E}">
        <p14:creationId xmlns:p14="http://schemas.microsoft.com/office/powerpoint/2010/main" val="25727307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2000" fill="hold" grpId="0" nodeType="clickEffect">
                                  <p:stCondLst>
                                    <p:cond delay="0"/>
                                  </p:stCondLst>
                                  <p:childTnLst>
                                    <p:anim calcmode="discrete" valueType="str">
                                      <p:cBhvr>
                                        <p:cTn id="13"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35" presetClass="emph" presetSubtype="0" repeatCount="2000" fill="hold" grpId="0" nodeType="clickEffect">
                                  <p:stCondLst>
                                    <p:cond delay="0"/>
                                  </p:stCondLst>
                                  <p:childTnLst>
                                    <p:anim calcmode="discrete" valueType="str">
                                      <p:cBhvr>
                                        <p:cTn id="17"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18" fill="hold">
                      <p:stCondLst>
                        <p:cond delay="indefinite"/>
                      </p:stCondLst>
                      <p:childTnLst>
                        <p:par>
                          <p:cTn id="19" fill="hold">
                            <p:stCondLst>
                              <p:cond delay="0"/>
                            </p:stCondLst>
                            <p:childTnLst>
                              <p:par>
                                <p:cTn id="20" presetID="35" presetClass="emph" presetSubtype="0" repeatCount="2000" fill="hold" grpId="0" nodeType="clickEffect">
                                  <p:stCondLst>
                                    <p:cond delay="0"/>
                                  </p:stCondLst>
                                  <p:childTnLst>
                                    <p:anim calcmode="discrete" valueType="str">
                                      <p:cBhvr>
                                        <p:cTn id="21"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22" fill="hold">
                      <p:stCondLst>
                        <p:cond delay="indefinite"/>
                      </p:stCondLst>
                      <p:childTnLst>
                        <p:par>
                          <p:cTn id="23" fill="hold">
                            <p:stCondLst>
                              <p:cond delay="0"/>
                            </p:stCondLst>
                            <p:childTnLst>
                              <p:par>
                                <p:cTn id="24" presetID="35" presetClass="emph" presetSubtype="0" repeatCount="2000" fill="hold" grpId="0" nodeType="clickEffect">
                                  <p:stCondLst>
                                    <p:cond delay="0"/>
                                  </p:stCondLst>
                                  <p:childTnLst>
                                    <p:anim calcmode="discrete" valueType="str">
                                      <p:cBhvr>
                                        <p:cTn id="25"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par>
                    <p:cTn id="26" fill="hold">
                      <p:stCondLst>
                        <p:cond delay="indefinite"/>
                      </p:stCondLst>
                      <p:childTnLst>
                        <p:par>
                          <p:cTn id="27" fill="hold">
                            <p:stCondLst>
                              <p:cond delay="0"/>
                            </p:stCondLst>
                            <p:childTnLst>
                              <p:par>
                                <p:cTn id="28" presetID="35" presetClass="emph" presetSubtype="0" repeatCount="2000" fill="hold" grpId="0" nodeType="clickEffect">
                                  <p:stCondLst>
                                    <p:cond delay="0"/>
                                  </p:stCondLst>
                                  <p:childTnLst>
                                    <p:anim calcmode="discrete" valueType="str">
                                      <p:cBhvr>
                                        <p:cTn id="29"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par>
                    <p:cTn id="30" fill="hold">
                      <p:stCondLst>
                        <p:cond delay="indefinite"/>
                      </p:stCondLst>
                      <p:childTnLst>
                        <p:par>
                          <p:cTn id="31" fill="hold">
                            <p:stCondLst>
                              <p:cond delay="0"/>
                            </p:stCondLst>
                            <p:childTnLst>
                              <p:par>
                                <p:cTn id="32" presetID="35" presetClass="emph" presetSubtype="0" repeatCount="2000" fill="hold" grpId="0" nodeType="clickEffect">
                                  <p:stCondLst>
                                    <p:cond delay="0"/>
                                  </p:stCondLst>
                                  <p:childTnLst>
                                    <p:anim calcmode="discrete" valueType="str">
                                      <p:cBhvr>
                                        <p:cTn id="33" dur="1000" fill="hold"/>
                                        <p:tgtEl>
                                          <p:spTgt spid="13"/>
                                        </p:tgtEl>
                                        <p:attrNameLst>
                                          <p:attrName>style.visibility</p:attrName>
                                        </p:attrNameLst>
                                      </p:cBhvr>
                                      <p:tavLst>
                                        <p:tav tm="0">
                                          <p:val>
                                            <p:strVal val="hidden"/>
                                          </p:val>
                                        </p:tav>
                                        <p:tav tm="50000">
                                          <p:val>
                                            <p:strVal val="visible"/>
                                          </p:val>
                                        </p:tav>
                                      </p:tavLst>
                                    </p:anim>
                                  </p:childTnLst>
                                </p:cTn>
                              </p:par>
                            </p:childTnLst>
                          </p:cTn>
                        </p:par>
                      </p:childTnLst>
                    </p:cTn>
                  </p:par>
                  <p:par>
                    <p:cTn id="34" fill="hold">
                      <p:stCondLst>
                        <p:cond delay="indefinite"/>
                      </p:stCondLst>
                      <p:childTnLst>
                        <p:par>
                          <p:cTn id="35" fill="hold">
                            <p:stCondLst>
                              <p:cond delay="0"/>
                            </p:stCondLst>
                            <p:childTnLst>
                              <p:par>
                                <p:cTn id="36" presetID="35" presetClass="emph" presetSubtype="0" repeatCount="2000" fill="hold" grpId="0" nodeType="clickEffect">
                                  <p:stCondLst>
                                    <p:cond delay="0"/>
                                  </p:stCondLst>
                                  <p:childTnLst>
                                    <p:anim calcmode="discrete" valueType="str">
                                      <p:cBhvr>
                                        <p:cTn id="37" dur="1000" fill="hold"/>
                                        <p:tgtEl>
                                          <p:spTgt spid="14"/>
                                        </p:tgtEl>
                                        <p:attrNameLst>
                                          <p:attrName>style.visibility</p:attrName>
                                        </p:attrNameLst>
                                      </p:cBhvr>
                                      <p:tavLst>
                                        <p:tav tm="0">
                                          <p:val>
                                            <p:strVal val="hidden"/>
                                          </p:val>
                                        </p:tav>
                                        <p:tav tm="50000">
                                          <p:val>
                                            <p:strVal val="visible"/>
                                          </p:val>
                                        </p:tav>
                                      </p:tavLst>
                                    </p:anim>
                                  </p:childTnLst>
                                </p:cTn>
                              </p:par>
                            </p:childTnLst>
                          </p:cTn>
                        </p:par>
                      </p:childTnLst>
                    </p:cTn>
                  </p:par>
                  <p:par>
                    <p:cTn id="38" fill="hold">
                      <p:stCondLst>
                        <p:cond delay="indefinite"/>
                      </p:stCondLst>
                      <p:childTnLst>
                        <p:par>
                          <p:cTn id="39" fill="hold">
                            <p:stCondLst>
                              <p:cond delay="0"/>
                            </p:stCondLst>
                            <p:childTnLst>
                              <p:par>
                                <p:cTn id="40" presetID="35" presetClass="emph" presetSubtype="0" repeatCount="2000" fill="hold" grpId="0" nodeType="clickEffect">
                                  <p:stCondLst>
                                    <p:cond delay="0"/>
                                  </p:stCondLst>
                                  <p:childTnLst>
                                    <p:anim calcmode="discrete" valueType="str">
                                      <p:cBhvr>
                                        <p:cTn id="41" dur="1000" fill="hold"/>
                                        <p:tgtEl>
                                          <p:spTgt spid="15"/>
                                        </p:tgtEl>
                                        <p:attrNameLst>
                                          <p:attrName>style.visibility</p:attrName>
                                        </p:attrNameLst>
                                      </p:cBhvr>
                                      <p:tavLst>
                                        <p:tav tm="0">
                                          <p:val>
                                            <p:strVal val="hidden"/>
                                          </p:val>
                                        </p:tav>
                                        <p:tav tm="50000">
                                          <p:val>
                                            <p:strVal val="visible"/>
                                          </p:val>
                                        </p:tav>
                                      </p:tavLst>
                                    </p:anim>
                                  </p:childTnLst>
                                </p:cTn>
                              </p:par>
                            </p:childTnLst>
                          </p:cTn>
                        </p:par>
                      </p:childTnLst>
                    </p:cTn>
                  </p:par>
                  <p:par>
                    <p:cTn id="42" fill="hold">
                      <p:stCondLst>
                        <p:cond delay="indefinite"/>
                      </p:stCondLst>
                      <p:childTnLst>
                        <p:par>
                          <p:cTn id="43" fill="hold">
                            <p:stCondLst>
                              <p:cond delay="0"/>
                            </p:stCondLst>
                            <p:childTnLst>
                              <p:par>
                                <p:cTn id="44" presetID="35" presetClass="emph" presetSubtype="0" repeatCount="2000" fill="hold" grpId="0" nodeType="clickEffect">
                                  <p:stCondLst>
                                    <p:cond delay="0"/>
                                  </p:stCondLst>
                                  <p:childTnLst>
                                    <p:anim calcmode="discrete" valueType="str">
                                      <p:cBhvr>
                                        <p:cTn id="45" dur="1000" fill="hold"/>
                                        <p:tgtEl>
                                          <p:spTgt spid="16"/>
                                        </p:tgtEl>
                                        <p:attrNameLst>
                                          <p:attrName>style.visibility</p:attrName>
                                        </p:attrNameLst>
                                      </p:cBhvr>
                                      <p:tavLst>
                                        <p:tav tm="0">
                                          <p:val>
                                            <p:strVal val="hidden"/>
                                          </p:val>
                                        </p:tav>
                                        <p:tav tm="50000">
                                          <p:val>
                                            <p:strVal val="visible"/>
                                          </p:val>
                                        </p:tav>
                                      </p:tavLst>
                                    </p:anim>
                                  </p:childTnLst>
                                </p:cTn>
                              </p:par>
                            </p:childTnLst>
                          </p:cTn>
                        </p:par>
                      </p:childTnLst>
                    </p:cTn>
                  </p:par>
                  <p:par>
                    <p:cTn id="46" fill="hold">
                      <p:stCondLst>
                        <p:cond delay="indefinite"/>
                      </p:stCondLst>
                      <p:childTnLst>
                        <p:par>
                          <p:cTn id="47" fill="hold">
                            <p:stCondLst>
                              <p:cond delay="0"/>
                            </p:stCondLst>
                            <p:childTnLst>
                              <p:par>
                                <p:cTn id="48" presetID="35" presetClass="emph" presetSubtype="0" repeatCount="2000" fill="hold" grpId="0" nodeType="clickEffect">
                                  <p:stCondLst>
                                    <p:cond delay="0"/>
                                  </p:stCondLst>
                                  <p:childTnLst>
                                    <p:anim calcmode="discrete" valueType="str">
                                      <p:cBhvr>
                                        <p:cTn id="49" dur="1000" fill="hold"/>
                                        <p:tgtEl>
                                          <p:spTgt spid="17"/>
                                        </p:tgtEl>
                                        <p:attrNameLst>
                                          <p:attrName>style.visibility</p:attrName>
                                        </p:attrNameLst>
                                      </p:cBhvr>
                                      <p:tavLst>
                                        <p:tav tm="0">
                                          <p:val>
                                            <p:strVal val="hidden"/>
                                          </p:val>
                                        </p:tav>
                                        <p:tav tm="50000">
                                          <p:val>
                                            <p:strVal val="visible"/>
                                          </p:val>
                                        </p:tav>
                                      </p:tavLst>
                                    </p:anim>
                                  </p:childTnLst>
                                </p:cTn>
                              </p:par>
                            </p:childTnLst>
                          </p:cTn>
                        </p:par>
                      </p:childTnLst>
                    </p:cTn>
                  </p:par>
                  <p:par>
                    <p:cTn id="50" fill="hold">
                      <p:stCondLst>
                        <p:cond delay="indefinite"/>
                      </p:stCondLst>
                      <p:childTnLst>
                        <p:par>
                          <p:cTn id="51" fill="hold">
                            <p:stCondLst>
                              <p:cond delay="0"/>
                            </p:stCondLst>
                            <p:childTnLst>
                              <p:par>
                                <p:cTn id="52" presetID="35" presetClass="emph" presetSubtype="0" repeatCount="2000" fill="hold" grpId="0" nodeType="clickEffect">
                                  <p:stCondLst>
                                    <p:cond delay="0"/>
                                  </p:stCondLst>
                                  <p:childTnLst>
                                    <p:anim calcmode="discrete" valueType="str">
                                      <p:cBhvr>
                                        <p:cTn id="53" dur="1000" fill="hold"/>
                                        <p:tgtEl>
                                          <p:spTgt spid="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animBg="1"/>
      <p:bldP spid="7" grpId="0" animBg="1"/>
      <p:bldP spid="8" grpId="0" animBg="1"/>
      <p:bldP spid="11" grpId="0" animBg="1"/>
      <p:bldP spid="13" grpId="0" animBg="1"/>
      <p:bldP spid="14" grpId="0" animBg="1"/>
      <p:bldP spid="15" grpId="0" animBg="1"/>
      <p:bldP spid="16" grpId="0" animBg="1"/>
      <p:bldP spid="17" grpId="0" animBg="1"/>
      <p:bldP spid="18" grpId="0" animBg="1"/>
      <p:bldP spid="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utoShape 5"/>
          <p:cNvSpPr>
            <a:spLocks noChangeArrowheads="1"/>
          </p:cNvSpPr>
          <p:nvPr/>
        </p:nvSpPr>
        <p:spPr bwMode="auto">
          <a:xfrm>
            <a:off x="1459476" y="1671617"/>
            <a:ext cx="6160247" cy="353930"/>
          </a:xfrm>
          <a:prstGeom prst="roundRect">
            <a:avLst>
              <a:gd name="adj" fmla="val 16667"/>
            </a:avLst>
          </a:prstGeom>
          <a:solidFill>
            <a:srgbClr val="00B0F0"/>
          </a:solidFill>
          <a:ln>
            <a:noFill/>
          </a:ln>
          <a:effectLst/>
        </p:spPr>
        <p:txBody>
          <a:bodyPr wrap="none" anchor="ctr"/>
          <a:lstStyle/>
          <a:p>
            <a:endParaRPr lang="zh-CN" altLang="en-US"/>
          </a:p>
        </p:txBody>
      </p:sp>
      <p:sp>
        <p:nvSpPr>
          <p:cNvPr id="11" name="AutoShape 5"/>
          <p:cNvSpPr>
            <a:spLocks noChangeArrowheads="1"/>
          </p:cNvSpPr>
          <p:nvPr/>
        </p:nvSpPr>
        <p:spPr bwMode="auto">
          <a:xfrm>
            <a:off x="556963" y="61710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2" name="Rectangle 6"/>
          <p:cNvSpPr>
            <a:spLocks noChangeArrowheads="1"/>
          </p:cNvSpPr>
          <p:nvPr/>
        </p:nvSpPr>
        <p:spPr bwMode="auto">
          <a:xfrm>
            <a:off x="3206615" y="583891"/>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使用中间设备进行互连</a:t>
            </a:r>
          </a:p>
        </p:txBody>
      </p:sp>
      <p:sp>
        <p:nvSpPr>
          <p:cNvPr id="4" name="任意多边形 3"/>
          <p:cNvSpPr/>
          <p:nvPr/>
        </p:nvSpPr>
        <p:spPr>
          <a:xfrm>
            <a:off x="1448965" y="3644050"/>
            <a:ext cx="6170758" cy="394598"/>
          </a:xfrm>
          <a:custGeom>
            <a:avLst/>
            <a:gdLst>
              <a:gd name="connsiteX0" fmla="*/ 0 w 6096000"/>
              <a:gd name="connsiteY0" fmla="*/ 39460 h 394598"/>
              <a:gd name="connsiteX1" fmla="*/ 39460 w 6096000"/>
              <a:gd name="connsiteY1" fmla="*/ 0 h 394598"/>
              <a:gd name="connsiteX2" fmla="*/ 6056540 w 6096000"/>
              <a:gd name="connsiteY2" fmla="*/ 0 h 394598"/>
              <a:gd name="connsiteX3" fmla="*/ 6096000 w 6096000"/>
              <a:gd name="connsiteY3" fmla="*/ 39460 h 394598"/>
              <a:gd name="connsiteX4" fmla="*/ 6096000 w 6096000"/>
              <a:gd name="connsiteY4" fmla="*/ 355138 h 394598"/>
              <a:gd name="connsiteX5" fmla="*/ 6056540 w 6096000"/>
              <a:gd name="connsiteY5" fmla="*/ 394598 h 394598"/>
              <a:gd name="connsiteX6" fmla="*/ 39460 w 6096000"/>
              <a:gd name="connsiteY6" fmla="*/ 394598 h 394598"/>
              <a:gd name="connsiteX7" fmla="*/ 0 w 6096000"/>
              <a:gd name="connsiteY7" fmla="*/ 355138 h 394598"/>
              <a:gd name="connsiteX8" fmla="*/ 0 w 6096000"/>
              <a:gd name="connsiteY8" fmla="*/ 39460 h 39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394598">
                <a:moveTo>
                  <a:pt x="0" y="39460"/>
                </a:moveTo>
                <a:cubicBezTo>
                  <a:pt x="0" y="17667"/>
                  <a:pt x="17667" y="0"/>
                  <a:pt x="39460" y="0"/>
                </a:cubicBezTo>
                <a:lnTo>
                  <a:pt x="6056540" y="0"/>
                </a:lnTo>
                <a:cubicBezTo>
                  <a:pt x="6078333" y="0"/>
                  <a:pt x="6096000" y="17667"/>
                  <a:pt x="6096000" y="39460"/>
                </a:cubicBezTo>
                <a:lnTo>
                  <a:pt x="6096000" y="355138"/>
                </a:lnTo>
                <a:cubicBezTo>
                  <a:pt x="6096000" y="376931"/>
                  <a:pt x="6078333" y="394598"/>
                  <a:pt x="6056540" y="394598"/>
                </a:cubicBezTo>
                <a:lnTo>
                  <a:pt x="39460" y="394598"/>
                </a:lnTo>
                <a:cubicBezTo>
                  <a:pt x="17667" y="394598"/>
                  <a:pt x="0" y="376931"/>
                  <a:pt x="0" y="355138"/>
                </a:cubicBezTo>
                <a:lnTo>
                  <a:pt x="0" y="39460"/>
                </a:lnTo>
                <a:close/>
              </a:path>
            </a:pathLst>
          </a:custGeom>
          <a:solidFill>
            <a:srgbClr val="C3E3F9"/>
          </a:solidFill>
        </p:spPr>
        <p:style>
          <a:lnRef idx="0">
            <a:schemeClr val="dk1">
              <a:hueOff val="0"/>
              <a:satOff val="0"/>
              <a:lumOff val="0"/>
              <a:alphaOff val="0"/>
            </a:schemeClr>
          </a:lnRef>
          <a:fillRef idx="1">
            <a:scrgbClr r="0" g="0" b="0"/>
          </a:fillRef>
          <a:effectRef idx="0">
            <a:schemeClr val="accent2">
              <a:tint val="40000"/>
              <a:hueOff val="0"/>
              <a:satOff val="0"/>
              <a:lumOff val="0"/>
              <a:alphaOff val="0"/>
            </a:schemeClr>
          </a:effectRef>
          <a:fontRef idx="minor">
            <a:schemeClr val="dk1">
              <a:hueOff val="0"/>
              <a:satOff val="0"/>
              <a:lumOff val="0"/>
              <a:alphaOff val="0"/>
            </a:schemeClr>
          </a:fontRef>
        </p:style>
        <p:txBody>
          <a:bodyPr spcFirstLastPara="0" vert="horz" wrap="square" lIns="0" tIns="142240" rIns="4356000" bIns="142240" numCol="1" spcCol="1270" anchor="ctr" anchorCtr="0">
            <a:noAutofit/>
          </a:bodyPr>
          <a:lstStyle/>
          <a:p>
            <a:pPr lvl="0" algn="ctr" defTabSz="889000">
              <a:lnSpc>
                <a:spcPct val="90000"/>
              </a:lnSpc>
              <a:spcBef>
                <a:spcPct val="0"/>
              </a:spcBef>
              <a:spcAft>
                <a:spcPct val="35000"/>
              </a:spcAft>
            </a:pPr>
            <a:r>
              <a:rPr lang="zh-CN" altLang="en-US" b="1" dirty="0">
                <a:latin typeface="微软雅黑" panose="020B0503020204020204" pitchFamily="34" charset="-122"/>
                <a:ea typeface="微软雅黑" panose="020B0503020204020204" pitchFamily="34" charset="-122"/>
              </a:rPr>
              <a:t>物理层</a:t>
            </a:r>
            <a:endParaRPr lang="zh-CN" altLang="en-US" b="1" kern="1200" dirty="0">
              <a:latin typeface="微软雅黑" panose="020B0503020204020204" pitchFamily="34" charset="-122"/>
              <a:ea typeface="微软雅黑" panose="020B0503020204020204" pitchFamily="34" charset="-122"/>
            </a:endParaRPr>
          </a:p>
        </p:txBody>
      </p:sp>
      <p:sp>
        <p:nvSpPr>
          <p:cNvPr id="5" name="任意多边形 4"/>
          <p:cNvSpPr/>
          <p:nvPr/>
        </p:nvSpPr>
        <p:spPr>
          <a:xfrm>
            <a:off x="1448965" y="3093619"/>
            <a:ext cx="6170758" cy="450909"/>
          </a:xfrm>
          <a:custGeom>
            <a:avLst/>
            <a:gdLst>
              <a:gd name="connsiteX0" fmla="*/ 0 w 6096000"/>
              <a:gd name="connsiteY0" fmla="*/ 39460 h 394598"/>
              <a:gd name="connsiteX1" fmla="*/ 39460 w 6096000"/>
              <a:gd name="connsiteY1" fmla="*/ 0 h 394598"/>
              <a:gd name="connsiteX2" fmla="*/ 6056540 w 6096000"/>
              <a:gd name="connsiteY2" fmla="*/ 0 h 394598"/>
              <a:gd name="connsiteX3" fmla="*/ 6096000 w 6096000"/>
              <a:gd name="connsiteY3" fmla="*/ 39460 h 394598"/>
              <a:gd name="connsiteX4" fmla="*/ 6096000 w 6096000"/>
              <a:gd name="connsiteY4" fmla="*/ 355138 h 394598"/>
              <a:gd name="connsiteX5" fmla="*/ 6056540 w 6096000"/>
              <a:gd name="connsiteY5" fmla="*/ 394598 h 394598"/>
              <a:gd name="connsiteX6" fmla="*/ 39460 w 6096000"/>
              <a:gd name="connsiteY6" fmla="*/ 394598 h 394598"/>
              <a:gd name="connsiteX7" fmla="*/ 0 w 6096000"/>
              <a:gd name="connsiteY7" fmla="*/ 355138 h 394598"/>
              <a:gd name="connsiteX8" fmla="*/ 0 w 6096000"/>
              <a:gd name="connsiteY8" fmla="*/ 39460 h 39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394598">
                <a:moveTo>
                  <a:pt x="0" y="39460"/>
                </a:moveTo>
                <a:cubicBezTo>
                  <a:pt x="0" y="17667"/>
                  <a:pt x="17667" y="0"/>
                  <a:pt x="39460" y="0"/>
                </a:cubicBezTo>
                <a:lnTo>
                  <a:pt x="6056540" y="0"/>
                </a:lnTo>
                <a:cubicBezTo>
                  <a:pt x="6078333" y="0"/>
                  <a:pt x="6096000" y="17667"/>
                  <a:pt x="6096000" y="39460"/>
                </a:cubicBezTo>
                <a:lnTo>
                  <a:pt x="6096000" y="355138"/>
                </a:lnTo>
                <a:cubicBezTo>
                  <a:pt x="6096000" y="376931"/>
                  <a:pt x="6078333" y="394598"/>
                  <a:pt x="6056540" y="394598"/>
                </a:cubicBezTo>
                <a:lnTo>
                  <a:pt x="39460" y="394598"/>
                </a:lnTo>
                <a:cubicBezTo>
                  <a:pt x="17667" y="394598"/>
                  <a:pt x="0" y="376931"/>
                  <a:pt x="0" y="355138"/>
                </a:cubicBezTo>
                <a:lnTo>
                  <a:pt x="0" y="39460"/>
                </a:lnTo>
                <a:close/>
              </a:path>
            </a:pathLst>
          </a:custGeom>
          <a:solidFill>
            <a:srgbClr val="C3E3F9"/>
          </a:solidFill>
        </p:spPr>
        <p:style>
          <a:lnRef idx="0">
            <a:schemeClr val="dk1">
              <a:hueOff val="0"/>
              <a:satOff val="0"/>
              <a:lumOff val="0"/>
              <a:alphaOff val="0"/>
            </a:schemeClr>
          </a:lnRef>
          <a:fillRef idx="1">
            <a:scrgbClr r="0" g="0" b="0"/>
          </a:fillRef>
          <a:effectRef idx="0">
            <a:schemeClr val="accent2">
              <a:tint val="40000"/>
              <a:hueOff val="0"/>
              <a:satOff val="0"/>
              <a:lumOff val="0"/>
              <a:alphaOff val="0"/>
            </a:schemeClr>
          </a:effectRef>
          <a:fontRef idx="minor">
            <a:schemeClr val="dk1">
              <a:hueOff val="0"/>
              <a:satOff val="0"/>
              <a:lumOff val="0"/>
              <a:alphaOff val="0"/>
            </a:schemeClr>
          </a:fontRef>
        </p:style>
        <p:txBody>
          <a:bodyPr spcFirstLastPara="0" vert="horz" wrap="square" lIns="0" tIns="142240" rIns="4356000" bIns="142240" numCol="1" spcCol="1270" anchor="ctr" anchorCtr="0">
            <a:noAutofit/>
          </a:bodyPr>
          <a:lstStyle/>
          <a:p>
            <a:pPr lvl="0" algn="ctr" defTabSz="889000">
              <a:lnSpc>
                <a:spcPct val="90000"/>
              </a:lnSpc>
              <a:spcBef>
                <a:spcPct val="0"/>
              </a:spcBef>
              <a:spcAft>
                <a:spcPct val="35000"/>
              </a:spcAft>
            </a:pPr>
            <a:r>
              <a:rPr lang="zh-CN" altLang="en-US" b="1" dirty="0">
                <a:latin typeface="微软雅黑" panose="020B0503020204020204" pitchFamily="34" charset="-122"/>
                <a:ea typeface="微软雅黑" panose="020B0503020204020204" pitchFamily="34" charset="-122"/>
              </a:rPr>
              <a:t>数据链路层</a:t>
            </a:r>
            <a:endParaRPr lang="zh-CN" altLang="en-US" b="1" kern="1200" dirty="0">
              <a:latin typeface="微软雅黑" panose="020B0503020204020204" pitchFamily="34" charset="-122"/>
              <a:ea typeface="微软雅黑" panose="020B0503020204020204" pitchFamily="34" charset="-122"/>
            </a:endParaRPr>
          </a:p>
        </p:txBody>
      </p:sp>
      <p:sp>
        <p:nvSpPr>
          <p:cNvPr id="6" name="任意多边形 5"/>
          <p:cNvSpPr/>
          <p:nvPr/>
        </p:nvSpPr>
        <p:spPr>
          <a:xfrm>
            <a:off x="1448965" y="2606731"/>
            <a:ext cx="6170758" cy="394598"/>
          </a:xfrm>
          <a:custGeom>
            <a:avLst/>
            <a:gdLst>
              <a:gd name="connsiteX0" fmla="*/ 0 w 6096000"/>
              <a:gd name="connsiteY0" fmla="*/ 39460 h 394598"/>
              <a:gd name="connsiteX1" fmla="*/ 39460 w 6096000"/>
              <a:gd name="connsiteY1" fmla="*/ 0 h 394598"/>
              <a:gd name="connsiteX2" fmla="*/ 6056540 w 6096000"/>
              <a:gd name="connsiteY2" fmla="*/ 0 h 394598"/>
              <a:gd name="connsiteX3" fmla="*/ 6096000 w 6096000"/>
              <a:gd name="connsiteY3" fmla="*/ 39460 h 394598"/>
              <a:gd name="connsiteX4" fmla="*/ 6096000 w 6096000"/>
              <a:gd name="connsiteY4" fmla="*/ 355138 h 394598"/>
              <a:gd name="connsiteX5" fmla="*/ 6056540 w 6096000"/>
              <a:gd name="connsiteY5" fmla="*/ 394598 h 394598"/>
              <a:gd name="connsiteX6" fmla="*/ 39460 w 6096000"/>
              <a:gd name="connsiteY6" fmla="*/ 394598 h 394598"/>
              <a:gd name="connsiteX7" fmla="*/ 0 w 6096000"/>
              <a:gd name="connsiteY7" fmla="*/ 355138 h 394598"/>
              <a:gd name="connsiteX8" fmla="*/ 0 w 6096000"/>
              <a:gd name="connsiteY8" fmla="*/ 39460 h 39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394598">
                <a:moveTo>
                  <a:pt x="0" y="39460"/>
                </a:moveTo>
                <a:cubicBezTo>
                  <a:pt x="0" y="17667"/>
                  <a:pt x="17667" y="0"/>
                  <a:pt x="39460" y="0"/>
                </a:cubicBezTo>
                <a:lnTo>
                  <a:pt x="6056540" y="0"/>
                </a:lnTo>
                <a:cubicBezTo>
                  <a:pt x="6078333" y="0"/>
                  <a:pt x="6096000" y="17667"/>
                  <a:pt x="6096000" y="39460"/>
                </a:cubicBezTo>
                <a:lnTo>
                  <a:pt x="6096000" y="355138"/>
                </a:lnTo>
                <a:cubicBezTo>
                  <a:pt x="6096000" y="376931"/>
                  <a:pt x="6078333" y="394598"/>
                  <a:pt x="6056540" y="394598"/>
                </a:cubicBezTo>
                <a:lnTo>
                  <a:pt x="39460" y="394598"/>
                </a:lnTo>
                <a:cubicBezTo>
                  <a:pt x="17667" y="394598"/>
                  <a:pt x="0" y="376931"/>
                  <a:pt x="0" y="355138"/>
                </a:cubicBezTo>
                <a:lnTo>
                  <a:pt x="0" y="39460"/>
                </a:lnTo>
                <a:close/>
              </a:path>
            </a:pathLst>
          </a:custGeom>
          <a:solidFill>
            <a:srgbClr val="C3E3F9"/>
          </a:solidFill>
        </p:spPr>
        <p:style>
          <a:lnRef idx="0">
            <a:schemeClr val="dk1">
              <a:hueOff val="0"/>
              <a:satOff val="0"/>
              <a:lumOff val="0"/>
              <a:alphaOff val="0"/>
            </a:schemeClr>
          </a:lnRef>
          <a:fillRef idx="1">
            <a:scrgbClr r="0" g="0" b="0"/>
          </a:fillRef>
          <a:effectRef idx="0">
            <a:schemeClr val="accent2">
              <a:tint val="40000"/>
              <a:hueOff val="0"/>
              <a:satOff val="0"/>
              <a:lumOff val="0"/>
              <a:alphaOff val="0"/>
            </a:schemeClr>
          </a:effectRef>
          <a:fontRef idx="minor">
            <a:schemeClr val="dk1">
              <a:hueOff val="0"/>
              <a:satOff val="0"/>
              <a:lumOff val="0"/>
              <a:alphaOff val="0"/>
            </a:schemeClr>
          </a:fontRef>
        </p:style>
        <p:txBody>
          <a:bodyPr spcFirstLastPara="0" vert="horz" wrap="square" lIns="0" tIns="142240" rIns="4356000" bIns="142240" numCol="1" spcCol="1270" anchor="ctr" anchorCtr="0">
            <a:noAutofit/>
          </a:bodyPr>
          <a:lstStyle/>
          <a:p>
            <a:pPr lvl="0" algn="ctr" defTabSz="889000">
              <a:lnSpc>
                <a:spcPct val="90000"/>
              </a:lnSpc>
              <a:spcBef>
                <a:spcPct val="0"/>
              </a:spcBef>
              <a:spcAft>
                <a:spcPct val="35000"/>
              </a:spcAft>
            </a:pPr>
            <a:r>
              <a:rPr lang="zh-CN" altLang="en-US" b="1" dirty="0">
                <a:latin typeface="微软雅黑" panose="020B0503020204020204" pitchFamily="34" charset="-122"/>
                <a:ea typeface="微软雅黑" panose="020B0503020204020204" pitchFamily="34" charset="-122"/>
              </a:rPr>
              <a:t>网络层</a:t>
            </a:r>
            <a:endParaRPr lang="zh-CN" altLang="en-US" b="1" kern="1200" dirty="0">
              <a:latin typeface="微软雅黑" panose="020B0503020204020204" pitchFamily="34" charset="-122"/>
              <a:ea typeface="微软雅黑" panose="020B0503020204020204" pitchFamily="34" charset="-122"/>
            </a:endParaRPr>
          </a:p>
        </p:txBody>
      </p:sp>
      <p:sp>
        <p:nvSpPr>
          <p:cNvPr id="7" name="任意多边形 6"/>
          <p:cNvSpPr/>
          <p:nvPr/>
        </p:nvSpPr>
        <p:spPr>
          <a:xfrm>
            <a:off x="1448965" y="2125068"/>
            <a:ext cx="6170758" cy="389371"/>
          </a:xfrm>
          <a:custGeom>
            <a:avLst/>
            <a:gdLst>
              <a:gd name="connsiteX0" fmla="*/ 0 w 6096000"/>
              <a:gd name="connsiteY0" fmla="*/ 39460 h 394598"/>
              <a:gd name="connsiteX1" fmla="*/ 39460 w 6096000"/>
              <a:gd name="connsiteY1" fmla="*/ 0 h 394598"/>
              <a:gd name="connsiteX2" fmla="*/ 6056540 w 6096000"/>
              <a:gd name="connsiteY2" fmla="*/ 0 h 394598"/>
              <a:gd name="connsiteX3" fmla="*/ 6096000 w 6096000"/>
              <a:gd name="connsiteY3" fmla="*/ 39460 h 394598"/>
              <a:gd name="connsiteX4" fmla="*/ 6096000 w 6096000"/>
              <a:gd name="connsiteY4" fmla="*/ 355138 h 394598"/>
              <a:gd name="connsiteX5" fmla="*/ 6056540 w 6096000"/>
              <a:gd name="connsiteY5" fmla="*/ 394598 h 394598"/>
              <a:gd name="connsiteX6" fmla="*/ 39460 w 6096000"/>
              <a:gd name="connsiteY6" fmla="*/ 394598 h 394598"/>
              <a:gd name="connsiteX7" fmla="*/ 0 w 6096000"/>
              <a:gd name="connsiteY7" fmla="*/ 355138 h 394598"/>
              <a:gd name="connsiteX8" fmla="*/ 0 w 6096000"/>
              <a:gd name="connsiteY8" fmla="*/ 39460 h 39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394598">
                <a:moveTo>
                  <a:pt x="0" y="39460"/>
                </a:moveTo>
                <a:cubicBezTo>
                  <a:pt x="0" y="17667"/>
                  <a:pt x="17667" y="0"/>
                  <a:pt x="39460" y="0"/>
                </a:cubicBezTo>
                <a:lnTo>
                  <a:pt x="6056540" y="0"/>
                </a:lnTo>
                <a:cubicBezTo>
                  <a:pt x="6078333" y="0"/>
                  <a:pt x="6096000" y="17667"/>
                  <a:pt x="6096000" y="39460"/>
                </a:cubicBezTo>
                <a:lnTo>
                  <a:pt x="6096000" y="355138"/>
                </a:lnTo>
                <a:cubicBezTo>
                  <a:pt x="6096000" y="376931"/>
                  <a:pt x="6078333" y="394598"/>
                  <a:pt x="6056540" y="394598"/>
                </a:cubicBezTo>
                <a:lnTo>
                  <a:pt x="39460" y="394598"/>
                </a:lnTo>
                <a:cubicBezTo>
                  <a:pt x="17667" y="394598"/>
                  <a:pt x="0" y="376931"/>
                  <a:pt x="0" y="355138"/>
                </a:cubicBezTo>
                <a:lnTo>
                  <a:pt x="0" y="39460"/>
                </a:lnTo>
                <a:close/>
              </a:path>
            </a:pathLst>
          </a:custGeom>
          <a:solidFill>
            <a:srgbClr val="C3E3F9"/>
          </a:solidFill>
        </p:spPr>
        <p:style>
          <a:lnRef idx="0">
            <a:schemeClr val="dk1">
              <a:hueOff val="0"/>
              <a:satOff val="0"/>
              <a:lumOff val="0"/>
              <a:alphaOff val="0"/>
            </a:schemeClr>
          </a:lnRef>
          <a:fillRef idx="1">
            <a:scrgbClr r="0" g="0" b="0"/>
          </a:fillRef>
          <a:effectRef idx="0">
            <a:schemeClr val="accent2">
              <a:tint val="40000"/>
              <a:hueOff val="0"/>
              <a:satOff val="0"/>
              <a:lumOff val="0"/>
              <a:alphaOff val="0"/>
            </a:schemeClr>
          </a:effectRef>
          <a:fontRef idx="minor">
            <a:schemeClr val="dk1">
              <a:hueOff val="0"/>
              <a:satOff val="0"/>
              <a:lumOff val="0"/>
              <a:alphaOff val="0"/>
            </a:schemeClr>
          </a:fontRef>
        </p:style>
        <p:txBody>
          <a:bodyPr spcFirstLastPara="0" vert="horz" wrap="square" lIns="0" tIns="142240" rIns="4356000" bIns="142240" numCol="1" spcCol="1270" anchor="ctr" anchorCtr="0">
            <a:noAutofit/>
          </a:bodyPr>
          <a:lstStyle/>
          <a:p>
            <a:pPr lvl="0" algn="ctr" defTabSz="889000">
              <a:lnSpc>
                <a:spcPct val="90000"/>
              </a:lnSpc>
              <a:spcBef>
                <a:spcPct val="0"/>
              </a:spcBef>
              <a:spcAft>
                <a:spcPct val="35000"/>
              </a:spcAft>
            </a:pPr>
            <a:r>
              <a:rPr lang="zh-CN" altLang="en-US" b="1" dirty="0">
                <a:latin typeface="微软雅黑" panose="020B0503020204020204" pitchFamily="34" charset="-122"/>
                <a:ea typeface="微软雅黑" panose="020B0503020204020204" pitchFamily="34" charset="-122"/>
              </a:rPr>
              <a:t>传输层及以上</a:t>
            </a:r>
            <a:endParaRPr lang="zh-CN" altLang="en-US" b="1" kern="1200" dirty="0">
              <a:latin typeface="微软雅黑" panose="020B0503020204020204" pitchFamily="34" charset="-122"/>
              <a:ea typeface="微软雅黑" panose="020B0503020204020204" pitchFamily="34" charset="-122"/>
            </a:endParaRPr>
          </a:p>
        </p:txBody>
      </p:sp>
      <p:sp>
        <p:nvSpPr>
          <p:cNvPr id="22" name="矩形 21"/>
          <p:cNvSpPr/>
          <p:nvPr/>
        </p:nvSpPr>
        <p:spPr>
          <a:xfrm>
            <a:off x="4430820" y="3654364"/>
            <a:ext cx="2106089" cy="369332"/>
          </a:xfrm>
          <a:prstGeom prst="rect">
            <a:avLst/>
          </a:prstGeom>
        </p:spPr>
        <p:txBody>
          <a:bodyPr wrap="none">
            <a:spAutoFit/>
          </a:bodyPr>
          <a:lstStyle/>
          <a:p>
            <a:r>
              <a:rPr lang="zh-CN" altLang="en-US" b="1" dirty="0">
                <a:solidFill>
                  <a:srgbClr val="0000FF"/>
                </a:solidFill>
                <a:latin typeface="微软雅黑" pitchFamily="34" charset="-122"/>
                <a:ea typeface="微软雅黑" pitchFamily="34" charset="-122"/>
              </a:rPr>
              <a:t>转发器</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(repeater)</a:t>
            </a:r>
            <a:endParaRPr lang="zh-CN" altLang="en-US" dirty="0"/>
          </a:p>
        </p:txBody>
      </p:sp>
      <p:sp>
        <p:nvSpPr>
          <p:cNvPr id="23" name="矩形 22"/>
          <p:cNvSpPr/>
          <p:nvPr/>
        </p:nvSpPr>
        <p:spPr>
          <a:xfrm>
            <a:off x="4430820" y="3119012"/>
            <a:ext cx="2954689" cy="378117"/>
          </a:xfrm>
          <a:prstGeom prst="rect">
            <a:avLst/>
          </a:prstGeom>
        </p:spPr>
        <p:txBody>
          <a:bodyPr wrap="square">
            <a:spAutoFit/>
          </a:bodyPr>
          <a:lstStyle/>
          <a:p>
            <a:pPr>
              <a:lnSpc>
                <a:spcPts val="2400"/>
              </a:lnSpc>
            </a:pPr>
            <a:r>
              <a:rPr lang="zh-CN" altLang="en-US" b="1" dirty="0">
                <a:solidFill>
                  <a:srgbClr val="0000FF"/>
                </a:solidFill>
                <a:latin typeface="微软雅黑" pitchFamily="34" charset="-122"/>
                <a:ea typeface="微软雅黑" pitchFamily="34" charset="-122"/>
              </a:rPr>
              <a:t>交换机 </a:t>
            </a:r>
            <a:r>
              <a:rPr lang="en-US" altLang="zh-CN" b="1" dirty="0">
                <a:latin typeface="微软雅黑" pitchFamily="34" charset="-122"/>
                <a:ea typeface="微软雅黑" pitchFamily="34" charset="-122"/>
              </a:rPr>
              <a:t>(switch)</a:t>
            </a:r>
            <a:endParaRPr lang="zh-CN" altLang="en-US" b="1" dirty="0">
              <a:solidFill>
                <a:srgbClr val="0000FF"/>
              </a:solidFill>
              <a:latin typeface="微软雅黑" pitchFamily="34" charset="-122"/>
              <a:ea typeface="微软雅黑" pitchFamily="34" charset="-122"/>
            </a:endParaRPr>
          </a:p>
        </p:txBody>
      </p:sp>
      <p:sp>
        <p:nvSpPr>
          <p:cNvPr id="24" name="矩形 23"/>
          <p:cNvSpPr/>
          <p:nvPr/>
        </p:nvSpPr>
        <p:spPr>
          <a:xfrm>
            <a:off x="4430820" y="2615233"/>
            <a:ext cx="1851212" cy="369332"/>
          </a:xfrm>
          <a:prstGeom prst="rect">
            <a:avLst/>
          </a:prstGeom>
        </p:spPr>
        <p:txBody>
          <a:bodyPr wrap="none">
            <a:spAutoFit/>
          </a:bodyPr>
          <a:lstStyle/>
          <a:p>
            <a:r>
              <a:rPr lang="zh-CN" altLang="en-US" b="1" dirty="0">
                <a:solidFill>
                  <a:srgbClr val="0000FF"/>
                </a:solidFill>
                <a:latin typeface="微软雅黑" pitchFamily="34" charset="-122"/>
                <a:ea typeface="微软雅黑" pitchFamily="34" charset="-122"/>
              </a:rPr>
              <a:t>路由器</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(router)</a:t>
            </a:r>
            <a:endParaRPr lang="zh-CN" altLang="en-US" dirty="0"/>
          </a:p>
        </p:txBody>
      </p:sp>
      <p:sp>
        <p:nvSpPr>
          <p:cNvPr id="25" name="矩形 24"/>
          <p:cNvSpPr/>
          <p:nvPr/>
        </p:nvSpPr>
        <p:spPr>
          <a:xfrm>
            <a:off x="4430820" y="2139381"/>
            <a:ext cx="1874809" cy="369332"/>
          </a:xfrm>
          <a:prstGeom prst="rect">
            <a:avLst/>
          </a:prstGeom>
        </p:spPr>
        <p:txBody>
          <a:bodyPr wrap="none">
            <a:spAutoFit/>
          </a:bodyPr>
          <a:lstStyle/>
          <a:p>
            <a:r>
              <a:rPr lang="zh-CN" altLang="en-US" b="1" dirty="0">
                <a:solidFill>
                  <a:srgbClr val="0000FF"/>
                </a:solidFill>
                <a:latin typeface="微软雅黑" pitchFamily="34" charset="-122"/>
                <a:ea typeface="微软雅黑" pitchFamily="34" charset="-122"/>
              </a:rPr>
              <a:t>网关</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(gateway)</a:t>
            </a:r>
            <a:endParaRPr lang="zh-CN" altLang="en-US" dirty="0"/>
          </a:p>
        </p:txBody>
      </p:sp>
      <p:sp>
        <p:nvSpPr>
          <p:cNvPr id="26" name="矩形 25"/>
          <p:cNvSpPr/>
          <p:nvPr/>
        </p:nvSpPr>
        <p:spPr>
          <a:xfrm>
            <a:off x="1705897" y="1688381"/>
            <a:ext cx="1780639" cy="369332"/>
          </a:xfrm>
          <a:prstGeom prst="rect">
            <a:avLst/>
          </a:prstGeom>
        </p:spPr>
        <p:txBody>
          <a:bodyPr wrap="square">
            <a:spAutoFit/>
          </a:bodyPr>
          <a:lstStyle/>
          <a:p>
            <a:r>
              <a:rPr lang="zh-CN" altLang="en-US" b="1" dirty="0">
                <a:latin typeface="微软雅黑" pitchFamily="34" charset="-122"/>
                <a:ea typeface="微软雅黑" pitchFamily="34" charset="-122"/>
              </a:rPr>
              <a:t>协议栈层次</a:t>
            </a:r>
            <a:endParaRPr lang="zh-CN" altLang="en-US" dirty="0"/>
          </a:p>
        </p:txBody>
      </p:sp>
      <p:sp>
        <p:nvSpPr>
          <p:cNvPr id="27" name="矩形 26"/>
          <p:cNvSpPr/>
          <p:nvPr/>
        </p:nvSpPr>
        <p:spPr>
          <a:xfrm>
            <a:off x="4982106" y="1688381"/>
            <a:ext cx="1107996" cy="369332"/>
          </a:xfrm>
          <a:prstGeom prst="rect">
            <a:avLst/>
          </a:prstGeom>
        </p:spPr>
        <p:txBody>
          <a:bodyPr wrap="none">
            <a:spAutoFit/>
          </a:bodyPr>
          <a:lstStyle/>
          <a:p>
            <a:r>
              <a:rPr lang="zh-CN" altLang="en-US" b="1" dirty="0">
                <a:latin typeface="微软雅黑" pitchFamily="34" charset="-122"/>
                <a:ea typeface="微软雅黑" pitchFamily="34" charset="-122"/>
              </a:rPr>
              <a:t>中间设备</a:t>
            </a:r>
            <a:endParaRPr lang="zh-CN" altLang="en-US" dirty="0"/>
          </a:p>
        </p:txBody>
      </p:sp>
      <p:sp>
        <p:nvSpPr>
          <p:cNvPr id="2" name="Rectangle 68">
            <a:extLst>
              <a:ext uri="{FF2B5EF4-FFF2-40B4-BE49-F238E27FC236}">
                <a16:creationId xmlns:a16="http://schemas.microsoft.com/office/drawing/2014/main" id="{949D1EE7-EDE4-11A9-5232-C827BEBEAD0D}"/>
              </a:ext>
            </a:extLst>
          </p:cNvPr>
          <p:cNvSpPr>
            <a:spLocks noChangeArrowheads="1"/>
          </p:cNvSpPr>
          <p:nvPr/>
        </p:nvSpPr>
        <p:spPr bwMode="auto">
          <a:xfrm>
            <a:off x="556963" y="978646"/>
            <a:ext cx="8184960" cy="47077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将网络互相连接起来需要使用一些</a:t>
            </a:r>
            <a:r>
              <a:rPr lang="zh-CN" altLang="en-US" sz="2000" b="1" dirty="0">
                <a:solidFill>
                  <a:srgbClr val="C00000"/>
                </a:solidFill>
                <a:latin typeface="微软雅黑" pitchFamily="34" charset="-122"/>
                <a:ea typeface="微软雅黑" pitchFamily="34" charset="-122"/>
              </a:rPr>
              <a:t>中间设备</a:t>
            </a:r>
            <a:r>
              <a:rPr lang="zh-CN" altLang="en-US" sz="2000" b="1" dirty="0">
                <a:latin typeface="微软雅黑" pitchFamily="34" charset="-122"/>
                <a:ea typeface="微软雅黑" pitchFamily="34" charset="-122"/>
              </a:rPr>
              <a:t>。</a:t>
            </a:r>
          </a:p>
        </p:txBody>
      </p:sp>
    </p:spTree>
    <p:custDataLst>
      <p:tags r:id="rId1"/>
    </p:custDataLst>
    <p:extLst>
      <p:ext uri="{BB962C8B-B14F-4D97-AF65-F5344CB8AC3E}">
        <p14:creationId xmlns:p14="http://schemas.microsoft.com/office/powerpoint/2010/main" val="6768548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2000" fill="hold" grpId="0" nodeType="clickEffect">
                                  <p:stCondLst>
                                    <p:cond delay="0"/>
                                  </p:stCondLst>
                                  <p:childTnLst>
                                    <p:anim calcmode="discrete" valueType="str">
                                      <p:cBhvr>
                                        <p:cTn id="13"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35" presetClass="emph" presetSubtype="0" repeatCount="2000" fill="hold" grpId="0" nodeType="clickEffect">
                                  <p:stCondLst>
                                    <p:cond delay="0"/>
                                  </p:stCondLst>
                                  <p:childTnLst>
                                    <p:anim calcmode="discrete" valueType="str">
                                      <p:cBhvr>
                                        <p:cTn id="17"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18" fill="hold">
                      <p:stCondLst>
                        <p:cond delay="indefinite"/>
                      </p:stCondLst>
                      <p:childTnLst>
                        <p:par>
                          <p:cTn id="19" fill="hold">
                            <p:stCondLst>
                              <p:cond delay="0"/>
                            </p:stCondLst>
                            <p:childTnLst>
                              <p:par>
                                <p:cTn id="20" presetID="35" presetClass="emph" presetSubtype="0" repeatCount="2000" fill="hold" grpId="0" nodeType="clickEffect">
                                  <p:stCondLst>
                                    <p:cond delay="0"/>
                                  </p:stCondLst>
                                  <p:childTnLst>
                                    <p:anim calcmode="discrete" valueType="str">
                                      <p:cBhvr>
                                        <p:cTn id="21"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22" fill="hold">
                      <p:stCondLst>
                        <p:cond delay="indefinite"/>
                      </p:stCondLst>
                      <p:childTnLst>
                        <p:par>
                          <p:cTn id="23" fill="hold">
                            <p:stCondLst>
                              <p:cond delay="0"/>
                            </p:stCondLst>
                            <p:childTnLst>
                              <p:par>
                                <p:cTn id="24" presetID="35" presetClass="emph" presetSubtype="0" repeatCount="2000" fill="hold" grpId="0" nodeType="clickEffect">
                                  <p:stCondLst>
                                    <p:cond delay="0"/>
                                  </p:stCondLst>
                                  <p:childTnLst>
                                    <p:anim calcmode="discrete" valueType="str">
                                      <p:cBhvr>
                                        <p:cTn id="25"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56963" y="61710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2" name="Rectangle 6"/>
          <p:cNvSpPr>
            <a:spLocks noChangeArrowheads="1"/>
          </p:cNvSpPr>
          <p:nvPr/>
        </p:nvSpPr>
        <p:spPr bwMode="auto">
          <a:xfrm>
            <a:off x="2399186" y="583891"/>
            <a:ext cx="43643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使用转发器或交换机</a:t>
            </a:r>
            <a:r>
              <a:rPr lang="zh-CN" altLang="en-US" sz="2000" b="1" dirty="0">
                <a:solidFill>
                  <a:srgbClr val="FFFF00"/>
                </a:solidFill>
                <a:latin typeface="微软雅黑" pitchFamily="34" charset="-122"/>
                <a:ea typeface="微软雅黑" pitchFamily="34" charset="-122"/>
              </a:rPr>
              <a:t>不称为网络互连</a:t>
            </a:r>
          </a:p>
        </p:txBody>
      </p:sp>
      <p:sp>
        <p:nvSpPr>
          <p:cNvPr id="15" name="圆角矩形 14"/>
          <p:cNvSpPr/>
          <p:nvPr/>
        </p:nvSpPr>
        <p:spPr>
          <a:xfrm>
            <a:off x="502920" y="1135637"/>
            <a:ext cx="8129015" cy="2064764"/>
          </a:xfrm>
          <a:prstGeom prst="roundRect">
            <a:avLst>
              <a:gd name="adj" fmla="val 1239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2" name="组合 1"/>
          <p:cNvGrpSpPr/>
          <p:nvPr/>
        </p:nvGrpSpPr>
        <p:grpSpPr>
          <a:xfrm>
            <a:off x="2352821" y="1177154"/>
            <a:ext cx="4600069" cy="1911103"/>
            <a:chOff x="2352822" y="1177154"/>
            <a:chExt cx="4413000" cy="1775543"/>
          </a:xfrm>
        </p:grpSpPr>
        <p:sp>
          <p:nvSpPr>
            <p:cNvPr id="16" name="Text Box 49"/>
            <p:cNvSpPr txBox="1">
              <a:spLocks noChangeArrowheads="1"/>
            </p:cNvSpPr>
            <p:nvPr/>
          </p:nvSpPr>
          <p:spPr bwMode="auto">
            <a:xfrm>
              <a:off x="3697878" y="1177154"/>
              <a:ext cx="1554806" cy="257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latin typeface="微软雅黑" pitchFamily="34" charset="-122"/>
                  <a:ea typeface="微软雅黑" pitchFamily="34" charset="-122"/>
                </a:rPr>
                <a:t>交换机</a:t>
              </a:r>
            </a:p>
          </p:txBody>
        </p:sp>
        <p:grpSp>
          <p:nvGrpSpPr>
            <p:cNvPr id="19" name="组合 18"/>
            <p:cNvGrpSpPr/>
            <p:nvPr/>
          </p:nvGrpSpPr>
          <p:grpSpPr>
            <a:xfrm>
              <a:off x="4684572" y="1635159"/>
              <a:ext cx="2081250" cy="1191418"/>
              <a:chOff x="4668477" y="2337063"/>
              <a:chExt cx="2081250" cy="1191418"/>
            </a:xfrm>
          </p:grpSpPr>
          <p:sp>
            <p:nvSpPr>
              <p:cNvPr id="20" name="Line 44"/>
              <p:cNvSpPr>
                <a:spLocks noChangeShapeType="1"/>
              </p:cNvSpPr>
              <p:nvPr/>
            </p:nvSpPr>
            <p:spPr bwMode="auto">
              <a:xfrm>
                <a:off x="4668477" y="2337063"/>
                <a:ext cx="1375569" cy="70629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21" name="Line 69"/>
              <p:cNvSpPr>
                <a:spLocks noChangeShapeType="1"/>
              </p:cNvSpPr>
              <p:nvPr/>
            </p:nvSpPr>
            <p:spPr bwMode="auto">
              <a:xfrm flipH="1">
                <a:off x="5712245" y="3044330"/>
                <a:ext cx="305115" cy="28425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28" name="Line 71"/>
              <p:cNvSpPr>
                <a:spLocks noChangeShapeType="1"/>
              </p:cNvSpPr>
              <p:nvPr/>
            </p:nvSpPr>
            <p:spPr bwMode="auto">
              <a:xfrm>
                <a:off x="6189215" y="3098000"/>
                <a:ext cx="85199"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0" name="Line 72"/>
              <p:cNvSpPr>
                <a:spLocks noChangeShapeType="1"/>
              </p:cNvSpPr>
              <p:nvPr/>
            </p:nvSpPr>
            <p:spPr bwMode="auto">
              <a:xfrm>
                <a:off x="6274415" y="3088723"/>
                <a:ext cx="300746"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1" name="Line 73"/>
              <p:cNvSpPr>
                <a:spLocks noChangeShapeType="1"/>
              </p:cNvSpPr>
              <p:nvPr/>
            </p:nvSpPr>
            <p:spPr bwMode="auto">
              <a:xfrm flipH="1">
                <a:off x="5996243" y="3048967"/>
                <a:ext cx="82286" cy="28624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pic>
            <p:nvPicPr>
              <p:cNvPr id="32" name="Picture 7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0497188">
                <a:off x="5903761" y="2905847"/>
                <a:ext cx="527945" cy="2365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25381"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03534"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91566"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79598" y="3258352"/>
                <a:ext cx="270129" cy="270129"/>
              </a:xfrm>
              <a:prstGeom prst="rect">
                <a:avLst/>
              </a:prstGeom>
              <a:noFill/>
              <a:extLst>
                <a:ext uri="{909E8E84-426E-40DD-AFC4-6F175D3DCCD1}">
                  <a14:hiddenFill xmlns:a14="http://schemas.microsoft.com/office/drawing/2010/main">
                    <a:solidFill>
                      <a:srgbClr val="FFFFFF"/>
                    </a:solidFill>
                  </a14:hiddenFill>
                </a:ext>
              </a:extLst>
            </p:spPr>
          </p:pic>
          <p:sp>
            <p:nvSpPr>
              <p:cNvPr id="37" name="Text Box 49"/>
              <p:cNvSpPr txBox="1">
                <a:spLocks noChangeArrowheads="1"/>
              </p:cNvSpPr>
              <p:nvPr/>
            </p:nvSpPr>
            <p:spPr bwMode="auto">
              <a:xfrm>
                <a:off x="5842960" y="2700338"/>
                <a:ext cx="71915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000" b="1" dirty="0">
                    <a:latin typeface="微软雅黑" pitchFamily="34" charset="-122"/>
                    <a:ea typeface="微软雅黑" pitchFamily="34" charset="-122"/>
                  </a:rPr>
                  <a:t>集线器</a:t>
                </a:r>
              </a:p>
            </p:txBody>
          </p:sp>
        </p:grpSp>
        <p:grpSp>
          <p:nvGrpSpPr>
            <p:cNvPr id="39" name="组合 38"/>
            <p:cNvGrpSpPr/>
            <p:nvPr/>
          </p:nvGrpSpPr>
          <p:grpSpPr>
            <a:xfrm>
              <a:off x="2352822" y="1666689"/>
              <a:ext cx="1851608" cy="1159888"/>
              <a:chOff x="2336727" y="2368593"/>
              <a:chExt cx="1851608" cy="1159888"/>
            </a:xfrm>
          </p:grpSpPr>
          <p:grpSp>
            <p:nvGrpSpPr>
              <p:cNvPr id="40" name="组合 39"/>
              <p:cNvGrpSpPr/>
              <p:nvPr/>
            </p:nvGrpSpPr>
            <p:grpSpPr>
              <a:xfrm>
                <a:off x="2336727" y="2368593"/>
                <a:ext cx="1851608" cy="1159888"/>
                <a:chOff x="2336727" y="2368593"/>
                <a:chExt cx="1851608" cy="1159888"/>
              </a:xfrm>
            </p:grpSpPr>
            <p:sp>
              <p:nvSpPr>
                <p:cNvPr id="42" name="Line 43"/>
                <p:cNvSpPr>
                  <a:spLocks noChangeShapeType="1"/>
                </p:cNvSpPr>
                <p:nvPr/>
              </p:nvSpPr>
              <p:spPr bwMode="auto">
                <a:xfrm flipH="1">
                  <a:off x="3030003" y="2368593"/>
                  <a:ext cx="1158332" cy="64109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3" name="Line 51"/>
                <p:cNvSpPr>
                  <a:spLocks noChangeShapeType="1"/>
                </p:cNvSpPr>
                <p:nvPr/>
              </p:nvSpPr>
              <p:spPr bwMode="auto">
                <a:xfrm flipH="1">
                  <a:off x="2452519" y="3044330"/>
                  <a:ext cx="305116" cy="28425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4" name="Line 53"/>
                <p:cNvSpPr>
                  <a:spLocks noChangeShapeType="1"/>
                </p:cNvSpPr>
                <p:nvPr/>
              </p:nvSpPr>
              <p:spPr bwMode="auto">
                <a:xfrm>
                  <a:off x="2929490" y="3098000"/>
                  <a:ext cx="85199"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5" name="Line 54"/>
                <p:cNvSpPr>
                  <a:spLocks noChangeShapeType="1"/>
                </p:cNvSpPr>
                <p:nvPr/>
              </p:nvSpPr>
              <p:spPr bwMode="auto">
                <a:xfrm>
                  <a:off x="3014689" y="3088723"/>
                  <a:ext cx="300747"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6" name="Line 55"/>
                <p:cNvSpPr>
                  <a:spLocks noChangeShapeType="1"/>
                </p:cNvSpPr>
                <p:nvPr/>
              </p:nvSpPr>
              <p:spPr bwMode="auto">
                <a:xfrm flipH="1">
                  <a:off x="2736517" y="3048967"/>
                  <a:ext cx="82287" cy="28624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pic>
              <p:nvPicPr>
                <p:cNvPr id="47" name="Picture 59"/>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0497188">
                  <a:off x="2644036" y="2905847"/>
                  <a:ext cx="527944" cy="2365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36727"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49"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14880"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50"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02912" y="325835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90944" y="3258352"/>
                  <a:ext cx="270129" cy="270129"/>
                </a:xfrm>
                <a:prstGeom prst="rect">
                  <a:avLst/>
                </a:prstGeom>
                <a:noFill/>
                <a:extLst>
                  <a:ext uri="{909E8E84-426E-40DD-AFC4-6F175D3DCCD1}">
                    <a14:hiddenFill xmlns:a14="http://schemas.microsoft.com/office/drawing/2010/main">
                      <a:solidFill>
                        <a:srgbClr val="FFFFFF"/>
                      </a:solidFill>
                    </a14:hiddenFill>
                  </a:ext>
                </a:extLst>
              </p:spPr>
            </p:pic>
          </p:grpSp>
          <p:sp>
            <p:nvSpPr>
              <p:cNvPr id="41" name="Text Box 49"/>
              <p:cNvSpPr txBox="1">
                <a:spLocks noChangeArrowheads="1"/>
              </p:cNvSpPr>
              <p:nvPr/>
            </p:nvSpPr>
            <p:spPr bwMode="auto">
              <a:xfrm>
                <a:off x="2498460" y="2699895"/>
                <a:ext cx="71915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000" b="1" dirty="0">
                    <a:latin typeface="微软雅黑" pitchFamily="34" charset="-122"/>
                    <a:ea typeface="微软雅黑" pitchFamily="34" charset="-122"/>
                  </a:rPr>
                  <a:t>集线器</a:t>
                </a:r>
              </a:p>
            </p:txBody>
          </p:sp>
        </p:grpSp>
        <p:grpSp>
          <p:nvGrpSpPr>
            <p:cNvPr id="52" name="组合 51"/>
            <p:cNvGrpSpPr/>
            <p:nvPr/>
          </p:nvGrpSpPr>
          <p:grpSpPr>
            <a:xfrm>
              <a:off x="3995796" y="1645668"/>
              <a:ext cx="1156664" cy="1307029"/>
              <a:chOff x="3979701" y="2347572"/>
              <a:chExt cx="1156664" cy="1307029"/>
            </a:xfrm>
          </p:grpSpPr>
          <p:grpSp>
            <p:nvGrpSpPr>
              <p:cNvPr id="53" name="组合 52"/>
              <p:cNvGrpSpPr/>
              <p:nvPr/>
            </p:nvGrpSpPr>
            <p:grpSpPr>
              <a:xfrm>
                <a:off x="3979701" y="2347572"/>
                <a:ext cx="1124346" cy="1307029"/>
                <a:chOff x="3979701" y="2347572"/>
                <a:chExt cx="1124346" cy="1307029"/>
              </a:xfrm>
            </p:grpSpPr>
            <p:sp>
              <p:nvSpPr>
                <p:cNvPr id="55" name="Line 45"/>
                <p:cNvSpPr>
                  <a:spLocks noChangeShapeType="1"/>
                </p:cNvSpPr>
                <p:nvPr/>
              </p:nvSpPr>
              <p:spPr bwMode="auto">
                <a:xfrm>
                  <a:off x="4436440" y="2347572"/>
                  <a:ext cx="109446" cy="75042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6" name="Line 60"/>
                <p:cNvSpPr>
                  <a:spLocks noChangeShapeType="1"/>
                </p:cNvSpPr>
                <p:nvPr/>
              </p:nvSpPr>
              <p:spPr bwMode="auto">
                <a:xfrm flipH="1">
                  <a:off x="4070155" y="3170450"/>
                  <a:ext cx="305116" cy="28425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Line 62"/>
                <p:cNvSpPr>
                  <a:spLocks noChangeShapeType="1"/>
                </p:cNvSpPr>
                <p:nvPr/>
              </p:nvSpPr>
              <p:spPr bwMode="auto">
                <a:xfrm>
                  <a:off x="4547125" y="3224120"/>
                  <a:ext cx="85199"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8" name="Line 63"/>
                <p:cNvSpPr>
                  <a:spLocks noChangeShapeType="1"/>
                </p:cNvSpPr>
                <p:nvPr/>
              </p:nvSpPr>
              <p:spPr bwMode="auto">
                <a:xfrm>
                  <a:off x="4632325" y="3214843"/>
                  <a:ext cx="300018" cy="22130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Line 64"/>
                <p:cNvSpPr>
                  <a:spLocks noChangeShapeType="1"/>
                </p:cNvSpPr>
                <p:nvPr/>
              </p:nvSpPr>
              <p:spPr bwMode="auto">
                <a:xfrm flipH="1">
                  <a:off x="4354153" y="3175087"/>
                  <a:ext cx="82287" cy="28624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pic>
              <p:nvPicPr>
                <p:cNvPr id="60" name="Picture 6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0497188">
                  <a:off x="4261672" y="3031967"/>
                  <a:ext cx="527216" cy="2365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79701" y="338447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62"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57854" y="338447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63"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45886" y="3384472"/>
                  <a:ext cx="270129" cy="270129"/>
                </a:xfrm>
                <a:prstGeom prst="rect">
                  <a:avLst/>
                </a:prstGeom>
                <a:noFill/>
                <a:extLst>
                  <a:ext uri="{909E8E84-426E-40DD-AFC4-6F175D3DCCD1}">
                    <a14:hiddenFill xmlns:a14="http://schemas.microsoft.com/office/drawing/2010/main">
                      <a:solidFill>
                        <a:srgbClr val="FFFFFF"/>
                      </a:solidFill>
                    </a14:hiddenFill>
                  </a:ext>
                </a:extLst>
              </p:spPr>
            </p:pic>
            <p:pic>
              <p:nvPicPr>
                <p:cNvPr id="64" name="Picture 239"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33918" y="3384472"/>
                  <a:ext cx="270129" cy="270129"/>
                </a:xfrm>
                <a:prstGeom prst="rect">
                  <a:avLst/>
                </a:prstGeom>
                <a:noFill/>
                <a:extLst>
                  <a:ext uri="{909E8E84-426E-40DD-AFC4-6F175D3DCCD1}">
                    <a14:hiddenFill xmlns:a14="http://schemas.microsoft.com/office/drawing/2010/main">
                      <a:solidFill>
                        <a:srgbClr val="FFFFFF"/>
                      </a:solidFill>
                    </a14:hiddenFill>
                  </a:ext>
                </a:extLst>
              </p:spPr>
            </p:pic>
          </p:grpSp>
          <p:sp>
            <p:nvSpPr>
              <p:cNvPr id="54" name="Text Box 49"/>
              <p:cNvSpPr txBox="1">
                <a:spLocks noChangeArrowheads="1"/>
              </p:cNvSpPr>
              <p:nvPr/>
            </p:nvSpPr>
            <p:spPr bwMode="auto">
              <a:xfrm>
                <a:off x="4417213" y="2818465"/>
                <a:ext cx="71915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000" b="1" dirty="0">
                    <a:latin typeface="微软雅黑" pitchFamily="34" charset="-122"/>
                    <a:ea typeface="微软雅黑" pitchFamily="34" charset="-122"/>
                  </a:rPr>
                  <a:t>集线器</a:t>
                </a:r>
              </a:p>
            </p:txBody>
          </p:sp>
        </p:grpSp>
        <p:sp>
          <p:nvSpPr>
            <p:cNvPr id="68" name="modem"/>
            <p:cNvSpPr>
              <a:spLocks noEditPoints="1" noChangeArrowheads="1"/>
            </p:cNvSpPr>
            <p:nvPr/>
          </p:nvSpPr>
          <p:spPr bwMode="auto">
            <a:xfrm>
              <a:off x="3973041" y="1444090"/>
              <a:ext cx="990656" cy="250365"/>
            </a:xfrm>
            <a:custGeom>
              <a:avLst/>
              <a:gdLst>
                <a:gd name="T0" fmla="*/ 0 w 21600"/>
                <a:gd name="T1" fmla="*/ 5152 h 21600"/>
                <a:gd name="T2" fmla="*/ 2941 w 21600"/>
                <a:gd name="T3" fmla="*/ 0 h 21600"/>
                <a:gd name="T4" fmla="*/ 18625 w 21600"/>
                <a:gd name="T5" fmla="*/ 0 h 21600"/>
                <a:gd name="T6" fmla="*/ 21600 w 21600"/>
                <a:gd name="T7" fmla="*/ 5152 h 21600"/>
                <a:gd name="T8" fmla="*/ 21600 w 21600"/>
                <a:gd name="T9" fmla="*/ 21600 h 21600"/>
                <a:gd name="T10" fmla="*/ 0 w 21600"/>
                <a:gd name="T11" fmla="*/ 21600 h 21600"/>
                <a:gd name="T12" fmla="*/ 10800 w 21600"/>
                <a:gd name="T13" fmla="*/ 0 h 21600"/>
                <a:gd name="T14" fmla="*/ 10800 w 21600"/>
                <a:gd name="T15" fmla="*/ 21600 h 21600"/>
                <a:gd name="T16" fmla="*/ 0 w 21600"/>
                <a:gd name="T17" fmla="*/ 13376 h 21600"/>
                <a:gd name="T18" fmla="*/ 21600 w 21600"/>
                <a:gd name="T19" fmla="*/ 13376 h 21600"/>
                <a:gd name="T20" fmla="*/ 400 w 21600"/>
                <a:gd name="T21" fmla="*/ 22400 h 21600"/>
                <a:gd name="T22" fmla="*/ 21200 w 21600"/>
                <a:gd name="T23" fmla="*/ 30000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T20" t="T21" r="T22" b="T23"/>
              <a:pathLst>
                <a:path w="21600" h="21600" extrusionOk="0">
                  <a:moveTo>
                    <a:pt x="0" y="5152"/>
                  </a:moveTo>
                  <a:lnTo>
                    <a:pt x="2941" y="0"/>
                  </a:lnTo>
                  <a:lnTo>
                    <a:pt x="18625" y="0"/>
                  </a:lnTo>
                  <a:lnTo>
                    <a:pt x="21600" y="5152"/>
                  </a:lnTo>
                  <a:lnTo>
                    <a:pt x="21600" y="21600"/>
                  </a:lnTo>
                  <a:lnTo>
                    <a:pt x="0" y="21600"/>
                  </a:lnTo>
                  <a:lnTo>
                    <a:pt x="0" y="5152"/>
                  </a:lnTo>
                  <a:close/>
                </a:path>
                <a:path w="21600" h="21600" extrusionOk="0">
                  <a:moveTo>
                    <a:pt x="0" y="5251"/>
                  </a:moveTo>
                  <a:lnTo>
                    <a:pt x="21600" y="5251"/>
                  </a:lnTo>
                  <a:moveTo>
                    <a:pt x="1961" y="11791"/>
                  </a:moveTo>
                  <a:lnTo>
                    <a:pt x="1961" y="14268"/>
                  </a:lnTo>
                  <a:lnTo>
                    <a:pt x="2806" y="14268"/>
                  </a:lnTo>
                  <a:lnTo>
                    <a:pt x="2806" y="11791"/>
                  </a:lnTo>
                  <a:lnTo>
                    <a:pt x="1961" y="11791"/>
                  </a:lnTo>
                  <a:close/>
                </a:path>
                <a:path w="21600" h="21600" extrusionOk="0">
                  <a:moveTo>
                    <a:pt x="3685" y="11791"/>
                  </a:moveTo>
                  <a:lnTo>
                    <a:pt x="3685" y="14268"/>
                  </a:lnTo>
                  <a:lnTo>
                    <a:pt x="4530" y="14268"/>
                  </a:lnTo>
                  <a:lnTo>
                    <a:pt x="4530" y="11791"/>
                  </a:lnTo>
                  <a:lnTo>
                    <a:pt x="3685" y="11791"/>
                  </a:lnTo>
                  <a:close/>
                </a:path>
                <a:path w="21600" h="21600" extrusionOk="0">
                  <a:moveTo>
                    <a:pt x="5408" y="11791"/>
                  </a:moveTo>
                  <a:lnTo>
                    <a:pt x="5408" y="14268"/>
                  </a:lnTo>
                  <a:lnTo>
                    <a:pt x="6254" y="14268"/>
                  </a:lnTo>
                  <a:lnTo>
                    <a:pt x="6254" y="11791"/>
                  </a:lnTo>
                  <a:lnTo>
                    <a:pt x="5408" y="11791"/>
                  </a:lnTo>
                  <a:close/>
                </a:path>
                <a:path w="21600" h="21600" extrusionOk="0">
                  <a:moveTo>
                    <a:pt x="7132" y="11791"/>
                  </a:moveTo>
                  <a:lnTo>
                    <a:pt x="7132" y="14268"/>
                  </a:lnTo>
                  <a:lnTo>
                    <a:pt x="7977" y="14268"/>
                  </a:lnTo>
                  <a:lnTo>
                    <a:pt x="7977" y="11791"/>
                  </a:lnTo>
                  <a:lnTo>
                    <a:pt x="7132" y="11791"/>
                  </a:lnTo>
                  <a:close/>
                </a:path>
              </a:pathLst>
            </a:custGeom>
            <a:solidFill>
              <a:schemeClr val="bg1">
                <a:lumMod val="65000"/>
              </a:schemeClr>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zh-CN" altLang="en-US" dirty="0"/>
            </a:p>
          </p:txBody>
        </p:sp>
      </p:grpSp>
      <p:sp>
        <p:nvSpPr>
          <p:cNvPr id="69" name="Rectangle 6"/>
          <p:cNvSpPr>
            <a:spLocks noChangeArrowheads="1"/>
          </p:cNvSpPr>
          <p:nvPr/>
        </p:nvSpPr>
        <p:spPr bwMode="auto">
          <a:xfrm>
            <a:off x="1707123" y="3345300"/>
            <a:ext cx="572464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b="1" dirty="0">
                <a:latin typeface="微软雅黑" pitchFamily="34" charset="-122"/>
                <a:ea typeface="微软雅黑" pitchFamily="34" charset="-122"/>
              </a:rPr>
              <a:t>转发器或交换机仅把一个网络扩大了，仍然是一个网络</a:t>
            </a:r>
            <a:endParaRPr lang="fr-FR"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3555863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fade">
                                      <p:cBhvr>
                                        <p:cTn id="7" dur="1000"/>
                                        <p:tgtEl>
                                          <p:spTgt spid="69"/>
                                        </p:tgtEl>
                                      </p:cBhvr>
                                    </p:animEffect>
                                    <p:anim calcmode="lin" valueType="num">
                                      <p:cBhvr>
                                        <p:cTn id="8" dur="1000" fill="hold"/>
                                        <p:tgtEl>
                                          <p:spTgt spid="69"/>
                                        </p:tgtEl>
                                        <p:attrNameLst>
                                          <p:attrName>ppt_x</p:attrName>
                                        </p:attrNameLst>
                                      </p:cBhvr>
                                      <p:tavLst>
                                        <p:tav tm="0">
                                          <p:val>
                                            <p:strVal val="#ppt_x"/>
                                          </p:val>
                                        </p:tav>
                                        <p:tav tm="100000">
                                          <p:val>
                                            <p:strVal val="#ppt_x"/>
                                          </p:val>
                                        </p:tav>
                                      </p:tavLst>
                                    </p:anim>
                                    <p:anim calcmode="lin" valueType="num">
                                      <p:cBhvr>
                                        <p:cTn id="9" dur="1000" fill="hold"/>
                                        <p:tgtEl>
                                          <p:spTgt spid="6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222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296384" y="589005"/>
            <a:ext cx="25699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rgbClr val="FFFF00"/>
                </a:solidFill>
                <a:latin typeface="微软雅黑" pitchFamily="34" charset="-122"/>
                <a:ea typeface="微软雅黑" pitchFamily="34" charset="-122"/>
              </a:rPr>
              <a:t>网络互连使用路由器</a:t>
            </a:r>
          </a:p>
        </p:txBody>
      </p:sp>
      <p:grpSp>
        <p:nvGrpSpPr>
          <p:cNvPr id="2" name="组合 1"/>
          <p:cNvGrpSpPr/>
          <p:nvPr/>
        </p:nvGrpSpPr>
        <p:grpSpPr>
          <a:xfrm>
            <a:off x="1542464" y="1176461"/>
            <a:ext cx="6042173" cy="3001628"/>
            <a:chOff x="1680487" y="1150582"/>
            <a:chExt cx="6042173" cy="3001628"/>
          </a:xfrm>
        </p:grpSpPr>
        <p:grpSp>
          <p:nvGrpSpPr>
            <p:cNvPr id="8" name="Group 1504"/>
            <p:cNvGrpSpPr>
              <a:grpSpLocks/>
            </p:cNvGrpSpPr>
            <p:nvPr/>
          </p:nvGrpSpPr>
          <p:grpSpPr bwMode="auto">
            <a:xfrm>
              <a:off x="2352522" y="1150582"/>
              <a:ext cx="4557485" cy="2945499"/>
              <a:chOff x="109" y="1226"/>
              <a:chExt cx="2516" cy="1675"/>
            </a:xfrm>
            <a:scene3d>
              <a:camera prst="orthographicFront">
                <a:rot lat="0" lon="0" rev="0"/>
              </a:camera>
              <a:lightRig rig="contrasting" dir="t">
                <a:rot lat="0" lon="0" rev="7800000"/>
              </a:lightRig>
            </a:scene3d>
          </p:grpSpPr>
          <p:grpSp>
            <p:nvGrpSpPr>
              <p:cNvPr id="9" name="Group 1505"/>
              <p:cNvGrpSpPr>
                <a:grpSpLocks/>
              </p:cNvGrpSpPr>
              <p:nvPr/>
            </p:nvGrpSpPr>
            <p:grpSpPr bwMode="auto">
              <a:xfrm>
                <a:off x="109" y="1226"/>
                <a:ext cx="2516" cy="1675"/>
                <a:chOff x="109" y="1226"/>
                <a:chExt cx="2516" cy="1675"/>
              </a:xfrm>
            </p:grpSpPr>
            <p:grpSp>
              <p:nvGrpSpPr>
                <p:cNvPr id="11" name="Group 1506"/>
                <p:cNvGrpSpPr>
                  <a:grpSpLocks/>
                </p:cNvGrpSpPr>
                <p:nvPr/>
              </p:nvGrpSpPr>
              <p:grpSpPr bwMode="auto">
                <a:xfrm>
                  <a:off x="109" y="1226"/>
                  <a:ext cx="2516" cy="1675"/>
                  <a:chOff x="109" y="1226"/>
                  <a:chExt cx="2516" cy="1675"/>
                </a:xfrm>
              </p:grpSpPr>
              <p:sp>
                <p:nvSpPr>
                  <p:cNvPr id="13" name="Oval 1507"/>
                  <p:cNvSpPr>
                    <a:spLocks noChangeArrowheads="1"/>
                  </p:cNvSpPr>
                  <p:nvPr/>
                </p:nvSpPr>
                <p:spPr bwMode="auto">
                  <a:xfrm>
                    <a:off x="1749" y="1896"/>
                    <a:ext cx="876" cy="829"/>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 name="Oval 1508"/>
                  <p:cNvSpPr>
                    <a:spLocks noChangeArrowheads="1"/>
                  </p:cNvSpPr>
                  <p:nvPr/>
                </p:nvSpPr>
                <p:spPr bwMode="auto">
                  <a:xfrm>
                    <a:off x="109" y="1632"/>
                    <a:ext cx="859" cy="831"/>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 name="Oval 1509"/>
                  <p:cNvSpPr>
                    <a:spLocks noChangeArrowheads="1"/>
                  </p:cNvSpPr>
                  <p:nvPr/>
                </p:nvSpPr>
                <p:spPr bwMode="auto">
                  <a:xfrm>
                    <a:off x="1612" y="1341"/>
                    <a:ext cx="874" cy="802"/>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6" name="Oval 1510"/>
                  <p:cNvSpPr>
                    <a:spLocks noChangeArrowheads="1"/>
                  </p:cNvSpPr>
                  <p:nvPr/>
                </p:nvSpPr>
                <p:spPr bwMode="auto">
                  <a:xfrm>
                    <a:off x="1152" y="2055"/>
                    <a:ext cx="875" cy="846"/>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7" name="Oval 1511"/>
                  <p:cNvSpPr>
                    <a:spLocks noChangeArrowheads="1"/>
                  </p:cNvSpPr>
                  <p:nvPr/>
                </p:nvSpPr>
                <p:spPr bwMode="auto">
                  <a:xfrm>
                    <a:off x="400" y="1982"/>
                    <a:ext cx="874" cy="802"/>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8" name="Oval 1512"/>
                  <p:cNvSpPr>
                    <a:spLocks noChangeArrowheads="1"/>
                  </p:cNvSpPr>
                  <p:nvPr/>
                </p:nvSpPr>
                <p:spPr bwMode="auto">
                  <a:xfrm>
                    <a:off x="1075" y="1226"/>
                    <a:ext cx="859" cy="829"/>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9" name="Oval 1513"/>
                  <p:cNvSpPr>
                    <a:spLocks noChangeArrowheads="1"/>
                  </p:cNvSpPr>
                  <p:nvPr/>
                </p:nvSpPr>
                <p:spPr bwMode="auto">
                  <a:xfrm>
                    <a:off x="523" y="1226"/>
                    <a:ext cx="859" cy="799"/>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 name="Oval 1514"/>
                <p:cNvSpPr>
                  <a:spLocks noChangeArrowheads="1"/>
                </p:cNvSpPr>
                <p:nvPr/>
              </p:nvSpPr>
              <p:spPr bwMode="auto">
                <a:xfrm>
                  <a:off x="339" y="1414"/>
                  <a:ext cx="2085" cy="1152"/>
                </a:xfrm>
                <a:prstGeom prst="ellipse">
                  <a:avLst/>
                </a:prstGeom>
                <a:solidFill>
                  <a:srgbClr val="C5E5FB"/>
                </a:solid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0"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solidFill>
                <a:srgbClr val="C5E5FB"/>
              </a:solid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20" name="Line 1453"/>
            <p:cNvSpPr>
              <a:spLocks noChangeShapeType="1"/>
            </p:cNvSpPr>
            <p:nvPr/>
          </p:nvSpPr>
          <p:spPr bwMode="auto">
            <a:xfrm flipH="1">
              <a:off x="1947248" y="2509984"/>
              <a:ext cx="1091986"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1" name="Line 1443"/>
            <p:cNvSpPr>
              <a:spLocks noChangeShapeType="1"/>
            </p:cNvSpPr>
            <p:nvPr/>
          </p:nvSpPr>
          <p:spPr bwMode="auto">
            <a:xfrm>
              <a:off x="6165493" y="2781173"/>
              <a:ext cx="1221041" cy="100115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2" name="Line 1452"/>
            <p:cNvSpPr>
              <a:spLocks noChangeShapeType="1"/>
            </p:cNvSpPr>
            <p:nvPr/>
          </p:nvSpPr>
          <p:spPr bwMode="auto">
            <a:xfrm flipV="1">
              <a:off x="5334870" y="1656167"/>
              <a:ext cx="1843891" cy="301912"/>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4" name="Line 1443"/>
            <p:cNvSpPr>
              <a:spLocks noChangeShapeType="1"/>
            </p:cNvSpPr>
            <p:nvPr/>
          </p:nvSpPr>
          <p:spPr bwMode="auto">
            <a:xfrm flipV="1">
              <a:off x="6185542" y="2654242"/>
              <a:ext cx="1270357" cy="10546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25" name="组合 24"/>
            <p:cNvGrpSpPr/>
            <p:nvPr/>
          </p:nvGrpSpPr>
          <p:grpSpPr>
            <a:xfrm>
              <a:off x="2351004" y="1511323"/>
              <a:ext cx="4156325" cy="2270999"/>
              <a:chOff x="2712904" y="1571708"/>
              <a:chExt cx="4156325" cy="2270999"/>
            </a:xfrm>
          </p:grpSpPr>
          <p:sp>
            <p:nvSpPr>
              <p:cNvPr id="26" name="Line 1481"/>
              <p:cNvSpPr>
                <a:spLocks noChangeShapeType="1"/>
              </p:cNvSpPr>
              <p:nvPr/>
            </p:nvSpPr>
            <p:spPr bwMode="auto">
              <a:xfrm flipH="1">
                <a:off x="4829292" y="2736592"/>
                <a:ext cx="82550" cy="70802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7" name="Line 1480"/>
              <p:cNvSpPr>
                <a:spLocks noChangeShapeType="1"/>
              </p:cNvSpPr>
              <p:nvPr/>
            </p:nvSpPr>
            <p:spPr bwMode="auto">
              <a:xfrm flipH="1" flipV="1">
                <a:off x="4322879" y="2374642"/>
                <a:ext cx="506413" cy="27463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8" name="Line 1296"/>
              <p:cNvSpPr>
                <a:spLocks noChangeShapeType="1"/>
              </p:cNvSpPr>
              <p:nvPr/>
            </p:nvSpPr>
            <p:spPr bwMode="auto">
              <a:xfrm flipH="1" flipV="1">
                <a:off x="4166330" y="3182473"/>
                <a:ext cx="1248602" cy="356558"/>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29" name="Line 1297"/>
              <p:cNvSpPr>
                <a:spLocks noChangeShapeType="1"/>
              </p:cNvSpPr>
              <p:nvPr/>
            </p:nvSpPr>
            <p:spPr bwMode="auto">
              <a:xfrm flipV="1">
                <a:off x="4354629" y="1658680"/>
                <a:ext cx="409575" cy="87312"/>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0" name="Line 1440"/>
              <p:cNvSpPr>
                <a:spLocks noChangeShapeType="1"/>
              </p:cNvSpPr>
              <p:nvPr/>
            </p:nvSpPr>
            <p:spPr bwMode="auto">
              <a:xfrm flipH="1">
                <a:off x="3616442" y="2365117"/>
                <a:ext cx="738187" cy="88900"/>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1" name="Line 1443"/>
              <p:cNvSpPr>
                <a:spLocks noChangeShapeType="1"/>
              </p:cNvSpPr>
              <p:nvPr/>
            </p:nvSpPr>
            <p:spPr bwMode="auto">
              <a:xfrm>
                <a:off x="4979258" y="1684770"/>
                <a:ext cx="343602" cy="21950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2" name="Line 1444"/>
              <p:cNvSpPr>
                <a:spLocks noChangeShapeType="1"/>
              </p:cNvSpPr>
              <p:nvPr/>
            </p:nvSpPr>
            <p:spPr bwMode="auto">
              <a:xfrm>
                <a:off x="5716138" y="2046643"/>
                <a:ext cx="772091" cy="67089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3" name="Line 1446"/>
              <p:cNvSpPr>
                <a:spLocks noChangeShapeType="1"/>
              </p:cNvSpPr>
              <p:nvPr/>
            </p:nvSpPr>
            <p:spPr bwMode="auto">
              <a:xfrm>
                <a:off x="5554426" y="2061471"/>
                <a:ext cx="15258" cy="653622"/>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4" name="Line 1447"/>
              <p:cNvSpPr>
                <a:spLocks noChangeShapeType="1"/>
              </p:cNvSpPr>
              <p:nvPr/>
            </p:nvSpPr>
            <p:spPr bwMode="auto">
              <a:xfrm flipV="1">
                <a:off x="4340342" y="1923792"/>
                <a:ext cx="1082675" cy="41433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5" name="Line 1448"/>
              <p:cNvSpPr>
                <a:spLocks noChangeShapeType="1"/>
              </p:cNvSpPr>
              <p:nvPr/>
            </p:nvSpPr>
            <p:spPr bwMode="auto">
              <a:xfrm>
                <a:off x="4108567" y="1834892"/>
                <a:ext cx="165100" cy="528638"/>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6" name="Line 1449"/>
              <p:cNvSpPr>
                <a:spLocks noChangeShapeType="1"/>
              </p:cNvSpPr>
              <p:nvPr/>
            </p:nvSpPr>
            <p:spPr bwMode="auto">
              <a:xfrm flipV="1">
                <a:off x="4913429" y="2753396"/>
                <a:ext cx="600366" cy="7209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7" name="Line 1452"/>
              <p:cNvSpPr>
                <a:spLocks noChangeShapeType="1"/>
              </p:cNvSpPr>
              <p:nvPr/>
            </p:nvSpPr>
            <p:spPr bwMode="auto">
              <a:xfrm flipV="1">
                <a:off x="5656982" y="2717541"/>
                <a:ext cx="750285" cy="1661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8" name="Line 1453"/>
              <p:cNvSpPr>
                <a:spLocks noChangeShapeType="1"/>
              </p:cNvSpPr>
              <p:nvPr/>
            </p:nvSpPr>
            <p:spPr bwMode="auto">
              <a:xfrm flipH="1">
                <a:off x="4142045" y="2454017"/>
                <a:ext cx="49071" cy="56832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9" name="Line 1456"/>
              <p:cNvSpPr>
                <a:spLocks noChangeShapeType="1"/>
              </p:cNvSpPr>
              <p:nvPr/>
            </p:nvSpPr>
            <p:spPr bwMode="auto">
              <a:xfrm flipH="1">
                <a:off x="5441225" y="2788880"/>
                <a:ext cx="198830" cy="551992"/>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40" name="Line 1445"/>
              <p:cNvSpPr>
                <a:spLocks noChangeShapeType="1"/>
              </p:cNvSpPr>
              <p:nvPr/>
            </p:nvSpPr>
            <p:spPr bwMode="auto">
              <a:xfrm flipH="1">
                <a:off x="5651617" y="2825492"/>
                <a:ext cx="819150" cy="619125"/>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41" name="Picture 146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10142" y="2236530"/>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146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83229" y="3281560"/>
                <a:ext cx="477838"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Picture 14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364959" y="2632721"/>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 name="Picture 146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26923" y="2266464"/>
                <a:ext cx="477838" cy="32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146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65779" y="1574087"/>
                <a:ext cx="4762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46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91329" y="2960430"/>
                <a:ext cx="477838"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 name="Group 1468"/>
              <p:cNvGrpSpPr>
                <a:grpSpLocks/>
              </p:cNvGrpSpPr>
              <p:nvPr/>
            </p:nvGrpSpPr>
            <p:grpSpPr bwMode="auto">
              <a:xfrm rot="20933218">
                <a:off x="4506350" y="2466491"/>
                <a:ext cx="725487" cy="603250"/>
                <a:chOff x="2949" y="196"/>
                <a:chExt cx="941" cy="598"/>
              </a:xfrm>
            </p:grpSpPr>
            <p:sp>
              <p:nvSpPr>
                <p:cNvPr id="129" name="Oval 1469"/>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0" name="Oval 1470"/>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1" name="Oval 1471"/>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2" name="Oval 1472"/>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3" name="Oval 1473"/>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4" name="Oval 1474"/>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5" name="Oval 1475"/>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6" name="Oval 1476"/>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37" name="Freeform 147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8" name="Freeform 147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 name="Freeform 147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8" name="Text Box 1524"/>
              <p:cNvSpPr txBox="1">
                <a:spLocks noChangeArrowheads="1"/>
              </p:cNvSpPr>
              <p:nvPr/>
            </p:nvSpPr>
            <p:spPr bwMode="auto">
              <a:xfrm>
                <a:off x="4619062" y="2626828"/>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sp>
            <p:nvSpPr>
              <p:cNvPr id="49" name="Line 1453"/>
              <p:cNvSpPr>
                <a:spLocks noChangeShapeType="1"/>
              </p:cNvSpPr>
              <p:nvPr/>
            </p:nvSpPr>
            <p:spPr bwMode="auto">
              <a:xfrm flipH="1">
                <a:off x="2979665" y="3235356"/>
                <a:ext cx="1153437" cy="60735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0" name="Group 1356"/>
              <p:cNvGrpSpPr>
                <a:grpSpLocks/>
              </p:cNvGrpSpPr>
              <p:nvPr/>
            </p:nvGrpSpPr>
            <p:grpSpPr bwMode="auto">
              <a:xfrm rot="20527939">
                <a:off x="3139508" y="2218388"/>
                <a:ext cx="768350" cy="528637"/>
                <a:chOff x="2949" y="196"/>
                <a:chExt cx="941" cy="598"/>
              </a:xfrm>
            </p:grpSpPr>
            <p:sp>
              <p:nvSpPr>
                <p:cNvPr id="118" name="Oval 1357"/>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9" name="Oval 1358"/>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0" name="Oval 1359"/>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1" name="Oval 1360"/>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2" name="Oval 1361"/>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3" name="Oval 1362"/>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4" name="Oval 1363"/>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25" name="Oval 1364"/>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sz="2000" b="1">
                    <a:solidFill>
                      <a:srgbClr val="000000"/>
                    </a:solidFill>
                  </a:endParaRPr>
                </a:p>
              </p:txBody>
            </p:sp>
            <p:sp>
              <p:nvSpPr>
                <p:cNvPr id="126"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7"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8"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1" name="Text Box 1524"/>
              <p:cNvSpPr txBox="1">
                <a:spLocks noChangeArrowheads="1"/>
              </p:cNvSpPr>
              <p:nvPr/>
            </p:nvSpPr>
            <p:spPr bwMode="auto">
              <a:xfrm>
                <a:off x="3234758" y="2337450"/>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a:latin typeface="Times New Roman" pitchFamily="18" charset="0"/>
                    <a:ea typeface="微软雅黑" pitchFamily="34" charset="-122"/>
                  </a:rPr>
                  <a:t>网络</a:t>
                </a:r>
              </a:p>
            </p:txBody>
          </p:sp>
          <p:grpSp>
            <p:nvGrpSpPr>
              <p:cNvPr id="52" name="Group 1344"/>
              <p:cNvGrpSpPr>
                <a:grpSpLocks/>
              </p:cNvGrpSpPr>
              <p:nvPr/>
            </p:nvGrpSpPr>
            <p:grpSpPr bwMode="auto">
              <a:xfrm>
                <a:off x="5190791" y="1675914"/>
                <a:ext cx="738187" cy="617537"/>
                <a:chOff x="2949" y="196"/>
                <a:chExt cx="941" cy="598"/>
              </a:xfrm>
            </p:grpSpPr>
            <p:sp>
              <p:nvSpPr>
                <p:cNvPr id="107" name="Oval 1345"/>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8" name="Oval 1346"/>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9" name="Oval 1347"/>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0" name="Oval 1348"/>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1" name="Oval 1349"/>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2" name="Oval 1350"/>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3" name="Oval 1351"/>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4" name="Oval 1352"/>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15" name="Freeform 135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 name="Freeform 135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 name="Freeform 135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3" name="Text Box 1524"/>
              <p:cNvSpPr txBox="1">
                <a:spLocks noChangeArrowheads="1"/>
              </p:cNvSpPr>
              <p:nvPr/>
            </p:nvSpPr>
            <p:spPr bwMode="auto">
              <a:xfrm>
                <a:off x="5281278" y="1836251"/>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nvGrpSpPr>
              <p:cNvPr id="54" name="Group 1404"/>
              <p:cNvGrpSpPr>
                <a:grpSpLocks/>
              </p:cNvGrpSpPr>
              <p:nvPr/>
            </p:nvGrpSpPr>
            <p:grpSpPr bwMode="auto">
              <a:xfrm rot="20933218">
                <a:off x="5255197" y="3165217"/>
                <a:ext cx="611187" cy="523875"/>
                <a:chOff x="2949" y="196"/>
                <a:chExt cx="941" cy="598"/>
              </a:xfrm>
            </p:grpSpPr>
            <p:sp>
              <p:nvSpPr>
                <p:cNvPr id="96" name="Oval 1405"/>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7" name="Oval 1406"/>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8" name="Oval 1407"/>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9" name="Oval 1408"/>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0" name="Oval 1409"/>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1" name="Oval 1410"/>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2" name="Oval 1411"/>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3" name="Oval 1412"/>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104" name="Freeform 141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 name="Freeform 141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6" name="Freeform 141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5" name="Text Box 1524"/>
              <p:cNvSpPr txBox="1">
                <a:spLocks noChangeArrowheads="1"/>
              </p:cNvSpPr>
              <p:nvPr/>
            </p:nvSpPr>
            <p:spPr bwMode="auto">
              <a:xfrm>
                <a:off x="5271072" y="3254117"/>
                <a:ext cx="5445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nvGrpSpPr>
              <p:cNvPr id="56" name="Group 1416"/>
              <p:cNvGrpSpPr>
                <a:grpSpLocks/>
              </p:cNvGrpSpPr>
              <p:nvPr/>
            </p:nvGrpSpPr>
            <p:grpSpPr bwMode="auto">
              <a:xfrm rot="282232">
                <a:off x="6224704" y="2566730"/>
                <a:ext cx="644525" cy="441325"/>
                <a:chOff x="2949" y="196"/>
                <a:chExt cx="941" cy="598"/>
              </a:xfrm>
            </p:grpSpPr>
            <p:sp>
              <p:nvSpPr>
                <p:cNvPr id="85" name="Oval 1417"/>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6" name="Oval 1418"/>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7" name="Oval 1419"/>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8" name="Oval 1420"/>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9" name="Oval 1421"/>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0" name="Oval 1422"/>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1" name="Oval 1423"/>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2" name="Oval 1424"/>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93" name="Freeform 142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 name="Freeform 142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 name="Freeform 142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7" name="Text Box 1524"/>
              <p:cNvSpPr txBox="1">
                <a:spLocks noChangeArrowheads="1"/>
              </p:cNvSpPr>
              <p:nvPr/>
            </p:nvSpPr>
            <p:spPr bwMode="auto">
              <a:xfrm>
                <a:off x="6278679" y="2620705"/>
                <a:ext cx="5445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sp>
            <p:nvSpPr>
              <p:cNvPr id="58" name="Line 1453"/>
              <p:cNvSpPr>
                <a:spLocks noChangeShapeType="1"/>
              </p:cNvSpPr>
              <p:nvPr/>
            </p:nvSpPr>
            <p:spPr bwMode="auto">
              <a:xfrm flipH="1" flipV="1">
                <a:off x="2712904" y="1571708"/>
                <a:ext cx="1472339" cy="30232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9" name="Group 1320"/>
              <p:cNvGrpSpPr>
                <a:grpSpLocks/>
              </p:cNvGrpSpPr>
              <p:nvPr/>
            </p:nvGrpSpPr>
            <p:grpSpPr bwMode="auto">
              <a:xfrm>
                <a:off x="3883138" y="1675914"/>
                <a:ext cx="738187" cy="441325"/>
                <a:chOff x="2949" y="196"/>
                <a:chExt cx="941" cy="598"/>
              </a:xfrm>
            </p:grpSpPr>
            <p:sp>
              <p:nvSpPr>
                <p:cNvPr id="74" name="Oval 1321"/>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5" name="Oval 1322"/>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6" name="Oval 1323"/>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7" name="Oval 1324"/>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8" name="Oval 1325"/>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9" name="Oval 1326"/>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0" name="Oval 1327"/>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1" name="Oval 1328"/>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82" name="Freeform 132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3" name="Freeform 133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4" name="Freeform 133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0" name="Text Box 1524"/>
              <p:cNvSpPr txBox="1">
                <a:spLocks noChangeArrowheads="1"/>
              </p:cNvSpPr>
              <p:nvPr/>
            </p:nvSpPr>
            <p:spPr bwMode="auto">
              <a:xfrm>
                <a:off x="3972038" y="1747351"/>
                <a:ext cx="5445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nvGrpSpPr>
              <p:cNvPr id="61" name="Group 1428"/>
              <p:cNvGrpSpPr>
                <a:grpSpLocks/>
              </p:cNvGrpSpPr>
              <p:nvPr/>
            </p:nvGrpSpPr>
            <p:grpSpPr bwMode="auto">
              <a:xfrm rot="20745072">
                <a:off x="3800586" y="2811209"/>
                <a:ext cx="655637" cy="615950"/>
                <a:chOff x="2949" y="196"/>
                <a:chExt cx="941" cy="598"/>
              </a:xfrm>
            </p:grpSpPr>
            <p:sp>
              <p:nvSpPr>
                <p:cNvPr id="63" name="Oval 1429"/>
                <p:cNvSpPr>
                  <a:spLocks noChangeArrowheads="1"/>
                </p:cNvSpPr>
                <p:nvPr/>
              </p:nvSpPr>
              <p:spPr bwMode="auto">
                <a:xfrm>
                  <a:off x="3168" y="196"/>
                  <a:ext cx="407" cy="1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4" name="Oval 1430"/>
                <p:cNvSpPr>
                  <a:spLocks noChangeArrowheads="1"/>
                </p:cNvSpPr>
                <p:nvPr/>
              </p:nvSpPr>
              <p:spPr bwMode="auto">
                <a:xfrm rot="900000">
                  <a:off x="3512" y="252"/>
                  <a:ext cx="275" cy="131"/>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5" name="Oval 1431"/>
                <p:cNvSpPr>
                  <a:spLocks noChangeArrowheads="1"/>
                </p:cNvSpPr>
                <p:nvPr/>
              </p:nvSpPr>
              <p:spPr bwMode="auto">
                <a:xfrm rot="1500000">
                  <a:off x="3650" y="385"/>
                  <a:ext cx="240" cy="153"/>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6" name="Oval 1432"/>
                <p:cNvSpPr>
                  <a:spLocks noChangeArrowheads="1"/>
                </p:cNvSpPr>
                <p:nvPr/>
              </p:nvSpPr>
              <p:spPr bwMode="auto">
                <a:xfrm rot="-1560000">
                  <a:off x="3573" y="537"/>
                  <a:ext cx="291" cy="18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7" name="Oval 1433"/>
                <p:cNvSpPr>
                  <a:spLocks noChangeArrowheads="1"/>
                </p:cNvSpPr>
                <p:nvPr/>
              </p:nvSpPr>
              <p:spPr bwMode="auto">
                <a:xfrm>
                  <a:off x="3216" y="555"/>
                  <a:ext cx="471" cy="239"/>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8" name="Oval 1434"/>
                <p:cNvSpPr>
                  <a:spLocks noChangeArrowheads="1"/>
                </p:cNvSpPr>
                <p:nvPr/>
              </p:nvSpPr>
              <p:spPr bwMode="auto">
                <a:xfrm rot="1080000">
                  <a:off x="3023" y="555"/>
                  <a:ext cx="26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69" name="Oval 1435"/>
                <p:cNvSpPr>
                  <a:spLocks noChangeArrowheads="1"/>
                </p:cNvSpPr>
                <p:nvPr/>
              </p:nvSpPr>
              <p:spPr bwMode="auto">
                <a:xfrm>
                  <a:off x="2949" y="432"/>
                  <a:ext cx="217"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sz="2000" b="1">
                    <a:solidFill>
                      <a:srgbClr val="000000"/>
                    </a:solidFill>
                  </a:endParaRPr>
                </a:p>
              </p:txBody>
            </p:sp>
            <p:sp>
              <p:nvSpPr>
                <p:cNvPr id="70" name="Oval 1436"/>
                <p:cNvSpPr>
                  <a:spLocks noChangeArrowheads="1"/>
                </p:cNvSpPr>
                <p:nvPr/>
              </p:nvSpPr>
              <p:spPr bwMode="auto">
                <a:xfrm rot="-1860000">
                  <a:off x="2984" y="310"/>
                  <a:ext cx="295" cy="156"/>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sz="2000" b="1">
                    <a:solidFill>
                      <a:srgbClr val="000000"/>
                    </a:solidFill>
                  </a:endParaRPr>
                </a:p>
              </p:txBody>
            </p:sp>
            <p:sp>
              <p:nvSpPr>
                <p:cNvPr id="71" name="Freeform 14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2" name="Freeform 14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3" name="Freeform 14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2" name="Text Box 1524"/>
              <p:cNvSpPr txBox="1">
                <a:spLocks noChangeArrowheads="1"/>
              </p:cNvSpPr>
              <p:nvPr/>
            </p:nvSpPr>
            <p:spPr bwMode="auto">
              <a:xfrm>
                <a:off x="3848211" y="2969959"/>
                <a:ext cx="5445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400" b="1" dirty="0">
                    <a:latin typeface="Times New Roman" pitchFamily="18" charset="0"/>
                    <a:ea typeface="微软雅黑" pitchFamily="34" charset="-122"/>
                  </a:rPr>
                  <a:t>网络</a:t>
                </a:r>
              </a:p>
            </p:txBody>
          </p:sp>
        </p:grpSp>
        <p:grpSp>
          <p:nvGrpSpPr>
            <p:cNvPr id="141" name="Group 198"/>
            <p:cNvGrpSpPr>
              <a:grpSpLocks/>
            </p:cNvGrpSpPr>
            <p:nvPr/>
          </p:nvGrpSpPr>
          <p:grpSpPr bwMode="auto">
            <a:xfrm>
              <a:off x="2307462" y="3617758"/>
              <a:ext cx="533522" cy="534452"/>
              <a:chOff x="975" y="2584"/>
              <a:chExt cx="407" cy="438"/>
            </a:xfrm>
          </p:grpSpPr>
          <p:sp>
            <p:nvSpPr>
              <p:cNvPr id="142"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3" name="Picture 200"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98"/>
            <p:cNvGrpSpPr>
              <a:grpSpLocks/>
            </p:cNvGrpSpPr>
            <p:nvPr/>
          </p:nvGrpSpPr>
          <p:grpSpPr bwMode="auto">
            <a:xfrm>
              <a:off x="1680487" y="2320662"/>
              <a:ext cx="533522" cy="534452"/>
              <a:chOff x="975" y="2584"/>
              <a:chExt cx="407" cy="438"/>
            </a:xfrm>
          </p:grpSpPr>
          <p:sp>
            <p:nvSpPr>
              <p:cNvPr id="14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6" name="Picture 200"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7" name="Group 198"/>
            <p:cNvGrpSpPr>
              <a:grpSpLocks/>
            </p:cNvGrpSpPr>
            <p:nvPr/>
          </p:nvGrpSpPr>
          <p:grpSpPr bwMode="auto">
            <a:xfrm>
              <a:off x="6912001" y="1371248"/>
              <a:ext cx="533522" cy="534452"/>
              <a:chOff x="975" y="2584"/>
              <a:chExt cx="407" cy="438"/>
            </a:xfrm>
          </p:grpSpPr>
          <p:sp>
            <p:nvSpPr>
              <p:cNvPr id="148"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9" name="Picture 200"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3" name="Group 198"/>
            <p:cNvGrpSpPr>
              <a:grpSpLocks/>
            </p:cNvGrpSpPr>
            <p:nvPr/>
          </p:nvGrpSpPr>
          <p:grpSpPr bwMode="auto">
            <a:xfrm>
              <a:off x="7088549" y="3434952"/>
              <a:ext cx="533522" cy="534452"/>
              <a:chOff x="975" y="2584"/>
              <a:chExt cx="407" cy="438"/>
            </a:xfrm>
          </p:grpSpPr>
          <p:sp>
            <p:nvSpPr>
              <p:cNvPr id="154"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5" name="Picture 200"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6" name="Group 198"/>
            <p:cNvGrpSpPr>
              <a:grpSpLocks/>
            </p:cNvGrpSpPr>
            <p:nvPr/>
          </p:nvGrpSpPr>
          <p:grpSpPr bwMode="auto">
            <a:xfrm>
              <a:off x="7189138" y="2345265"/>
              <a:ext cx="533522" cy="534452"/>
              <a:chOff x="975" y="2584"/>
              <a:chExt cx="407" cy="438"/>
            </a:xfrm>
          </p:grpSpPr>
          <p:sp>
            <p:nvSpPr>
              <p:cNvPr id="15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8" name="Picture 200"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9" name="Group 198"/>
            <p:cNvGrpSpPr>
              <a:grpSpLocks/>
            </p:cNvGrpSpPr>
            <p:nvPr/>
          </p:nvGrpSpPr>
          <p:grpSpPr bwMode="auto">
            <a:xfrm>
              <a:off x="2092388" y="1218960"/>
              <a:ext cx="533522" cy="534452"/>
              <a:chOff x="975" y="2584"/>
              <a:chExt cx="407" cy="438"/>
            </a:xfrm>
          </p:grpSpPr>
          <p:sp>
            <p:nvSpPr>
              <p:cNvPr id="160"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61" name="Picture 200"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 name="组合 6">
            <a:extLst>
              <a:ext uri="{FF2B5EF4-FFF2-40B4-BE49-F238E27FC236}">
                <a16:creationId xmlns:a16="http://schemas.microsoft.com/office/drawing/2014/main" id="{A4CA76CE-3DD3-5405-6598-72C2BD9291AE}"/>
              </a:ext>
            </a:extLst>
          </p:cNvPr>
          <p:cNvGrpSpPr/>
          <p:nvPr/>
        </p:nvGrpSpPr>
        <p:grpSpPr>
          <a:xfrm>
            <a:off x="5691559" y="3246893"/>
            <a:ext cx="843333" cy="1022034"/>
            <a:chOff x="5691559" y="3246893"/>
            <a:chExt cx="843333" cy="1022034"/>
          </a:xfrm>
        </p:grpSpPr>
        <p:sp>
          <p:nvSpPr>
            <p:cNvPr id="3" name="Text Box 1524"/>
            <p:cNvSpPr txBox="1">
              <a:spLocks noChangeArrowheads="1"/>
            </p:cNvSpPr>
            <p:nvPr/>
          </p:nvSpPr>
          <p:spPr bwMode="auto">
            <a:xfrm>
              <a:off x="5811617" y="3961150"/>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r>
                <a:rPr kumimoji="1" lang="zh-CN" altLang="en-US" sz="1400" b="1" dirty="0">
                  <a:solidFill>
                    <a:srgbClr val="0000FF"/>
                  </a:solidFill>
                  <a:latin typeface="Times New Roman" pitchFamily="18" charset="0"/>
                  <a:ea typeface="微软雅黑" pitchFamily="34" charset="-122"/>
                </a:rPr>
                <a:t>路由器</a:t>
              </a:r>
            </a:p>
          </p:txBody>
        </p:sp>
        <p:sp>
          <p:nvSpPr>
            <p:cNvPr id="4" name="Line 1443"/>
            <p:cNvSpPr>
              <a:spLocks noChangeShapeType="1"/>
            </p:cNvSpPr>
            <p:nvPr/>
          </p:nvSpPr>
          <p:spPr bwMode="auto">
            <a:xfrm>
              <a:off x="5691559" y="3246893"/>
              <a:ext cx="413829" cy="768898"/>
            </a:xfrm>
            <a:prstGeom prst="line">
              <a:avLst/>
            </a:prstGeom>
            <a:noFill/>
            <a:ln w="12700">
              <a:solidFill>
                <a:srgbClr val="000000"/>
              </a:solidFill>
              <a:prstDash val="sysDot"/>
              <a:round/>
              <a:headEnd type="triangle" w="med" len="med"/>
              <a:tailEnd type="none" w="med" len="me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spTree>
    <p:custDataLst>
      <p:tags r:id="rId1"/>
    </p:custDataLst>
    <p:extLst>
      <p:ext uri="{BB962C8B-B14F-4D97-AF65-F5344CB8AC3E}">
        <p14:creationId xmlns:p14="http://schemas.microsoft.com/office/powerpoint/2010/main" val="3564971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圆角矩形 171"/>
          <p:cNvSpPr/>
          <p:nvPr/>
        </p:nvSpPr>
        <p:spPr>
          <a:xfrm>
            <a:off x="545144" y="1091244"/>
            <a:ext cx="8053711" cy="306437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3" name="AutoShape 5"/>
          <p:cNvSpPr>
            <a:spLocks noChangeArrowheads="1"/>
          </p:cNvSpPr>
          <p:nvPr/>
        </p:nvSpPr>
        <p:spPr bwMode="auto">
          <a:xfrm>
            <a:off x="545144" y="62217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74" name="Rectangle 6"/>
          <p:cNvSpPr>
            <a:spLocks noChangeArrowheads="1"/>
          </p:cNvSpPr>
          <p:nvPr/>
        </p:nvSpPr>
        <p:spPr bwMode="auto">
          <a:xfrm>
            <a:off x="3826615" y="599083"/>
            <a:ext cx="14734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ea typeface="微软雅黑" pitchFamily="34" charset="-122"/>
              </a:rPr>
              <a:t>IP </a:t>
            </a:r>
            <a:r>
              <a:rPr lang="zh-CN" altLang="en-US" sz="2000" b="1" dirty="0">
                <a:solidFill>
                  <a:schemeClr val="bg1"/>
                </a:solidFill>
                <a:ea typeface="微软雅黑" pitchFamily="34" charset="-122"/>
              </a:rPr>
              <a:t>网的概念</a:t>
            </a:r>
          </a:p>
        </p:txBody>
      </p:sp>
      <p:sp>
        <p:nvSpPr>
          <p:cNvPr id="252" name="Text Box 106"/>
          <p:cNvSpPr txBox="1">
            <a:spLocks noChangeArrowheads="1"/>
          </p:cNvSpPr>
          <p:nvPr/>
        </p:nvSpPr>
        <p:spPr bwMode="auto">
          <a:xfrm>
            <a:off x="2240995" y="3720758"/>
            <a:ext cx="192918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(a) </a:t>
            </a:r>
            <a:r>
              <a:rPr kumimoji="1" lang="zh-CN" altLang="en-US" sz="1400" b="1" dirty="0">
                <a:solidFill>
                  <a:srgbClr val="0000CC"/>
                </a:solidFill>
                <a:latin typeface="微软雅黑" pitchFamily="34" charset="-122"/>
                <a:ea typeface="微软雅黑" pitchFamily="34" charset="-122"/>
              </a:rPr>
              <a:t>互连网络的示意图</a:t>
            </a:r>
          </a:p>
        </p:txBody>
      </p:sp>
      <p:sp>
        <p:nvSpPr>
          <p:cNvPr id="185" name="Text Box 107"/>
          <p:cNvSpPr txBox="1">
            <a:spLocks noChangeArrowheads="1"/>
          </p:cNvSpPr>
          <p:nvPr/>
        </p:nvSpPr>
        <p:spPr bwMode="auto">
          <a:xfrm>
            <a:off x="5385006" y="3720758"/>
            <a:ext cx="157607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(b) </a:t>
            </a:r>
            <a:r>
              <a:rPr kumimoji="1" lang="zh-CN" altLang="en-US" sz="1400" b="1" dirty="0">
                <a:solidFill>
                  <a:srgbClr val="0000CC"/>
                </a:solidFill>
                <a:latin typeface="微软雅黑" pitchFamily="34" charset="-122"/>
                <a:ea typeface="微软雅黑" pitchFamily="34" charset="-122"/>
              </a:rPr>
              <a:t>虚拟互连网络</a:t>
            </a:r>
          </a:p>
        </p:txBody>
      </p:sp>
      <p:sp>
        <p:nvSpPr>
          <p:cNvPr id="322" name="矩形 321"/>
          <p:cNvSpPr/>
          <p:nvPr/>
        </p:nvSpPr>
        <p:spPr>
          <a:xfrm>
            <a:off x="2521974" y="4155621"/>
            <a:ext cx="4793226" cy="338554"/>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600" b="1" dirty="0">
                <a:solidFill>
                  <a:srgbClr val="C00000"/>
                </a:solidFill>
                <a:latin typeface="微软雅黑" pitchFamily="34" charset="-122"/>
                <a:ea typeface="微软雅黑" pitchFamily="34" charset="-122"/>
              </a:rPr>
              <a:t>互联网（</a:t>
            </a:r>
            <a:r>
              <a:rPr kumimoji="1" lang="en-US" altLang="zh-CN" sz="1600" b="1" dirty="0">
                <a:solidFill>
                  <a:srgbClr val="C00000"/>
                </a:solidFill>
                <a:latin typeface="微软雅黑" pitchFamily="34" charset="-122"/>
                <a:ea typeface="微软雅黑" pitchFamily="34" charset="-122"/>
              </a:rPr>
              <a:t>Internet</a:t>
            </a:r>
            <a:r>
              <a:rPr kumimoji="1" lang="zh-CN" altLang="en-US" sz="1600" b="1" dirty="0">
                <a:solidFill>
                  <a:srgbClr val="C00000"/>
                </a:solidFill>
                <a:latin typeface="微软雅黑" pitchFamily="34" charset="-122"/>
                <a:ea typeface="微软雅黑" pitchFamily="34" charset="-122"/>
              </a:rPr>
              <a:t>）</a:t>
            </a:r>
            <a:r>
              <a:rPr kumimoji="1" lang="zh-CN" altLang="en-US" sz="1600" b="1" dirty="0">
                <a:latin typeface="微软雅黑" pitchFamily="34" charset="-122"/>
                <a:ea typeface="微软雅黑" pitchFamily="34" charset="-122"/>
              </a:rPr>
              <a:t>就是一个覆盖全球的 </a:t>
            </a:r>
            <a:r>
              <a:rPr kumimoji="1" lang="en-US" altLang="zh-CN" sz="1600" b="1" dirty="0">
                <a:latin typeface="微软雅黑" pitchFamily="34" charset="-122"/>
                <a:ea typeface="微软雅黑" pitchFamily="34" charset="-122"/>
              </a:rPr>
              <a:t>IP </a:t>
            </a:r>
            <a:r>
              <a:rPr kumimoji="1" lang="zh-CN" altLang="en-US" sz="1600" b="1" dirty="0">
                <a:latin typeface="微软雅黑" pitchFamily="34" charset="-122"/>
                <a:ea typeface="微软雅黑" pitchFamily="34" charset="-122"/>
              </a:rPr>
              <a:t>网</a:t>
            </a:r>
          </a:p>
        </p:txBody>
      </p:sp>
      <p:grpSp>
        <p:nvGrpSpPr>
          <p:cNvPr id="3" name="组合 2">
            <a:extLst>
              <a:ext uri="{FF2B5EF4-FFF2-40B4-BE49-F238E27FC236}">
                <a16:creationId xmlns:a16="http://schemas.microsoft.com/office/drawing/2014/main" id="{A7EB720C-2670-A99B-7478-0636819A43BE}"/>
              </a:ext>
            </a:extLst>
          </p:cNvPr>
          <p:cNvGrpSpPr/>
          <p:nvPr/>
        </p:nvGrpSpPr>
        <p:grpSpPr>
          <a:xfrm>
            <a:off x="1048101" y="1269531"/>
            <a:ext cx="3379581" cy="2420811"/>
            <a:chOff x="1048101" y="1269531"/>
            <a:chExt cx="3379581" cy="2420811"/>
          </a:xfrm>
        </p:grpSpPr>
        <p:sp>
          <p:nvSpPr>
            <p:cNvPr id="213" name="Oval 12"/>
            <p:cNvSpPr>
              <a:spLocks noChangeArrowheads="1"/>
            </p:cNvSpPr>
            <p:nvPr/>
          </p:nvSpPr>
          <p:spPr bwMode="auto">
            <a:xfrm>
              <a:off x="3494478" y="2332325"/>
              <a:ext cx="854484" cy="743231"/>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4" name="Oval 13"/>
            <p:cNvSpPr>
              <a:spLocks noChangeArrowheads="1"/>
            </p:cNvSpPr>
            <p:nvPr/>
          </p:nvSpPr>
          <p:spPr bwMode="auto">
            <a:xfrm>
              <a:off x="1895217" y="2094491"/>
              <a:ext cx="838379" cy="746947"/>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5" name="Oval 14"/>
            <p:cNvSpPr>
              <a:spLocks noChangeArrowheads="1"/>
            </p:cNvSpPr>
            <p:nvPr/>
          </p:nvSpPr>
          <p:spPr bwMode="auto">
            <a:xfrm>
              <a:off x="3360620" y="1833432"/>
              <a:ext cx="853476" cy="720005"/>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6" name="Oval 15"/>
            <p:cNvSpPr>
              <a:spLocks noChangeArrowheads="1"/>
            </p:cNvSpPr>
            <p:nvPr/>
          </p:nvSpPr>
          <p:spPr bwMode="auto">
            <a:xfrm>
              <a:off x="2912746" y="2474468"/>
              <a:ext cx="853476" cy="759025"/>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7" name="Oval 16"/>
            <p:cNvSpPr>
              <a:spLocks noChangeArrowheads="1"/>
            </p:cNvSpPr>
            <p:nvPr/>
          </p:nvSpPr>
          <p:spPr bwMode="auto">
            <a:xfrm>
              <a:off x="2179038" y="2408506"/>
              <a:ext cx="852470" cy="720004"/>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8" name="Oval 17"/>
            <p:cNvSpPr>
              <a:spLocks noChangeArrowheads="1"/>
            </p:cNvSpPr>
            <p:nvPr/>
          </p:nvSpPr>
          <p:spPr bwMode="auto">
            <a:xfrm>
              <a:off x="2837262" y="1729380"/>
              <a:ext cx="838379" cy="745089"/>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19" name="Oval 18"/>
            <p:cNvSpPr>
              <a:spLocks noChangeArrowheads="1"/>
            </p:cNvSpPr>
            <p:nvPr/>
          </p:nvSpPr>
          <p:spPr bwMode="auto">
            <a:xfrm>
              <a:off x="2298806" y="1729379"/>
              <a:ext cx="838380" cy="717218"/>
            </a:xfrm>
            <a:prstGeom prst="ellipse">
              <a:avLst/>
            </a:prstGeom>
            <a:solidFill>
              <a:srgbClr val="99FFCC"/>
            </a:solidFill>
            <a:ln w="9525">
              <a:solidFill>
                <a:srgbClr val="000000"/>
              </a:solidFill>
              <a:prstDash val="dash"/>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220" name="Oval 19"/>
            <p:cNvSpPr>
              <a:spLocks noChangeArrowheads="1"/>
            </p:cNvSpPr>
            <p:nvPr/>
          </p:nvSpPr>
          <p:spPr bwMode="auto">
            <a:xfrm>
              <a:off x="2119657" y="1898465"/>
              <a:ext cx="2034053" cy="1034949"/>
            </a:xfrm>
            <a:prstGeom prst="ellipse">
              <a:avLst/>
            </a:prstGeom>
            <a:solidFill>
              <a:srgbClr val="99FFCC"/>
            </a:solidFill>
            <a:ln>
              <a:noFill/>
            </a:ln>
            <a:extLst>
              <a:ext uri="{91240B29-F687-4F45-9708-019B960494DF}">
                <a14:hiddenLine xmlns:a14="http://schemas.microsoft.com/office/drawing/2010/main" w="9525">
                  <a:solidFill>
                    <a:srgbClr val="000000"/>
                  </a:solidFill>
                  <a:prstDash val="dash"/>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1" name="Line 20"/>
            <p:cNvSpPr>
              <a:spLocks noChangeShapeType="1"/>
            </p:cNvSpPr>
            <p:nvPr/>
          </p:nvSpPr>
          <p:spPr bwMode="auto">
            <a:xfrm flipH="1">
              <a:off x="3472337" y="1577017"/>
              <a:ext cx="32971" cy="37440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2" name="Line 21"/>
            <p:cNvSpPr>
              <a:spLocks noChangeShapeType="1"/>
            </p:cNvSpPr>
            <p:nvPr/>
          </p:nvSpPr>
          <p:spPr bwMode="auto">
            <a:xfrm>
              <a:off x="3333446" y="2526494"/>
              <a:ext cx="218402" cy="2136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3" name="Line 22"/>
            <p:cNvSpPr>
              <a:spLocks noChangeShapeType="1"/>
            </p:cNvSpPr>
            <p:nvPr/>
          </p:nvSpPr>
          <p:spPr bwMode="auto">
            <a:xfrm flipH="1" flipV="1">
              <a:off x="3943359" y="3042110"/>
              <a:ext cx="186195" cy="34467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4" name="Line 23"/>
            <p:cNvSpPr>
              <a:spLocks noChangeShapeType="1"/>
            </p:cNvSpPr>
            <p:nvPr/>
          </p:nvSpPr>
          <p:spPr bwMode="auto">
            <a:xfrm flipH="1">
              <a:off x="3746093" y="1707082"/>
              <a:ext cx="383461" cy="3019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5" name="Line 24"/>
            <p:cNvSpPr>
              <a:spLocks noChangeShapeType="1"/>
            </p:cNvSpPr>
            <p:nvPr/>
          </p:nvSpPr>
          <p:spPr bwMode="auto">
            <a:xfrm flipH="1" flipV="1">
              <a:off x="3197574" y="2640766"/>
              <a:ext cx="324080" cy="83241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6" name="Line 25"/>
            <p:cNvSpPr>
              <a:spLocks noChangeShapeType="1"/>
            </p:cNvSpPr>
            <p:nvPr/>
          </p:nvSpPr>
          <p:spPr bwMode="auto">
            <a:xfrm flipH="1" flipV="1">
              <a:off x="2694344" y="2991943"/>
              <a:ext cx="172104" cy="39484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7" name="Line 26"/>
            <p:cNvSpPr>
              <a:spLocks noChangeShapeType="1"/>
            </p:cNvSpPr>
            <p:nvPr/>
          </p:nvSpPr>
          <p:spPr bwMode="auto">
            <a:xfrm flipV="1">
              <a:off x="2119657" y="3020742"/>
              <a:ext cx="332131" cy="409706"/>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8" name="Line 27"/>
            <p:cNvSpPr>
              <a:spLocks noChangeShapeType="1"/>
            </p:cNvSpPr>
            <p:nvPr/>
          </p:nvSpPr>
          <p:spPr bwMode="auto">
            <a:xfrm>
              <a:off x="2136617" y="1677450"/>
              <a:ext cx="323224" cy="19500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29" name="Freeform 28"/>
            <p:cNvSpPr>
              <a:spLocks/>
            </p:cNvSpPr>
            <p:nvPr/>
          </p:nvSpPr>
          <p:spPr bwMode="auto">
            <a:xfrm>
              <a:off x="2974140" y="1823213"/>
              <a:ext cx="110710" cy="101265"/>
            </a:xfrm>
            <a:custGeom>
              <a:avLst/>
              <a:gdLst>
                <a:gd name="T0" fmla="*/ 0 w 112"/>
                <a:gd name="T1" fmla="*/ 6 h 113"/>
                <a:gd name="T2" fmla="*/ 48 w 112"/>
                <a:gd name="T3" fmla="*/ 22 h 113"/>
                <a:gd name="T4" fmla="*/ 24 w 112"/>
                <a:gd name="T5" fmla="*/ 6 h 113"/>
                <a:gd name="T6" fmla="*/ 64 w 112"/>
                <a:gd name="T7" fmla="*/ 14 h 113"/>
                <a:gd name="T8" fmla="*/ 112 w 112"/>
                <a:gd name="T9" fmla="*/ 78 h 113"/>
                <a:gd name="T10" fmla="*/ 104 w 112"/>
                <a:gd name="T11" fmla="*/ 102 h 113"/>
                <a:gd name="T12" fmla="*/ 64 w 112"/>
                <a:gd name="T13" fmla="*/ 70 h 113"/>
                <a:gd name="T14" fmla="*/ 16 w 112"/>
                <a:gd name="T15" fmla="*/ 38 h 113"/>
                <a:gd name="T16" fmla="*/ 0 w 112"/>
                <a:gd name="T17" fmla="*/ 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13">
                  <a:moveTo>
                    <a:pt x="0" y="6"/>
                  </a:moveTo>
                  <a:cubicBezTo>
                    <a:pt x="16" y="11"/>
                    <a:pt x="62" y="31"/>
                    <a:pt x="48" y="22"/>
                  </a:cubicBezTo>
                  <a:cubicBezTo>
                    <a:pt x="40" y="17"/>
                    <a:pt x="15" y="10"/>
                    <a:pt x="24" y="6"/>
                  </a:cubicBezTo>
                  <a:cubicBezTo>
                    <a:pt x="36" y="0"/>
                    <a:pt x="51" y="11"/>
                    <a:pt x="64" y="14"/>
                  </a:cubicBezTo>
                  <a:cubicBezTo>
                    <a:pt x="92" y="33"/>
                    <a:pt x="101" y="46"/>
                    <a:pt x="112" y="78"/>
                  </a:cubicBezTo>
                  <a:cubicBezTo>
                    <a:pt x="109" y="86"/>
                    <a:pt x="112" y="98"/>
                    <a:pt x="104" y="102"/>
                  </a:cubicBezTo>
                  <a:cubicBezTo>
                    <a:pt x="83" y="113"/>
                    <a:pt x="71" y="76"/>
                    <a:pt x="64" y="70"/>
                  </a:cubicBezTo>
                  <a:cubicBezTo>
                    <a:pt x="50" y="57"/>
                    <a:pt x="16" y="38"/>
                    <a:pt x="16" y="38"/>
                  </a:cubicBezTo>
                  <a:cubicBezTo>
                    <a:pt x="7" y="10"/>
                    <a:pt x="14" y="20"/>
                    <a:pt x="0" y="6"/>
                  </a:cubicBezTo>
                  <a:close/>
                </a:path>
              </a:pathLst>
            </a:custGeom>
            <a:solidFill>
              <a:srgbClr val="99FFCC"/>
            </a:solidFill>
            <a:ln>
              <a:noFill/>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0" name="Freeform 29"/>
            <p:cNvSpPr>
              <a:spLocks/>
            </p:cNvSpPr>
            <p:nvPr/>
          </p:nvSpPr>
          <p:spPr bwMode="auto">
            <a:xfrm>
              <a:off x="2128715" y="2598030"/>
              <a:ext cx="121781" cy="199743"/>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solidFill>
              <a:srgbClr val="99FFCC"/>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1" name="Line 30"/>
            <p:cNvSpPr>
              <a:spLocks noChangeShapeType="1"/>
            </p:cNvSpPr>
            <p:nvPr/>
          </p:nvSpPr>
          <p:spPr bwMode="auto">
            <a:xfrm>
              <a:off x="2203194" y="2396428"/>
              <a:ext cx="187201" cy="3019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2" name="Line 31"/>
            <p:cNvSpPr>
              <a:spLocks noChangeShapeType="1"/>
            </p:cNvSpPr>
            <p:nvPr/>
          </p:nvSpPr>
          <p:spPr bwMode="auto">
            <a:xfrm flipV="1">
              <a:off x="2249490" y="2094491"/>
              <a:ext cx="186194" cy="215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3" name="Line 32"/>
            <p:cNvSpPr>
              <a:spLocks noChangeShapeType="1"/>
            </p:cNvSpPr>
            <p:nvPr/>
          </p:nvSpPr>
          <p:spPr bwMode="auto">
            <a:xfrm>
              <a:off x="2858397" y="2094491"/>
              <a:ext cx="171098" cy="288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4" name="Line 33"/>
            <p:cNvSpPr>
              <a:spLocks noChangeShapeType="1"/>
            </p:cNvSpPr>
            <p:nvPr/>
          </p:nvSpPr>
          <p:spPr bwMode="auto">
            <a:xfrm flipV="1">
              <a:off x="3162347" y="2080556"/>
              <a:ext cx="226454" cy="3623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5" name="Line 34"/>
            <p:cNvSpPr>
              <a:spLocks noChangeShapeType="1"/>
            </p:cNvSpPr>
            <p:nvPr/>
          </p:nvSpPr>
          <p:spPr bwMode="auto">
            <a:xfrm>
              <a:off x="3817552" y="2173460"/>
              <a:ext cx="140904" cy="14400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6" name="Line 35"/>
            <p:cNvSpPr>
              <a:spLocks noChangeShapeType="1"/>
            </p:cNvSpPr>
            <p:nvPr/>
          </p:nvSpPr>
          <p:spPr bwMode="auto">
            <a:xfrm flipH="1">
              <a:off x="3904107" y="2432662"/>
              <a:ext cx="92594" cy="28707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7" name="Line 36"/>
            <p:cNvSpPr>
              <a:spLocks noChangeShapeType="1"/>
            </p:cNvSpPr>
            <p:nvPr/>
          </p:nvSpPr>
          <p:spPr bwMode="auto">
            <a:xfrm>
              <a:off x="3645447" y="2598030"/>
              <a:ext cx="132853" cy="11520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8" name="Line 37"/>
            <p:cNvSpPr>
              <a:spLocks noChangeShapeType="1"/>
            </p:cNvSpPr>
            <p:nvPr/>
          </p:nvSpPr>
          <p:spPr bwMode="auto">
            <a:xfrm>
              <a:off x="2717493" y="2826574"/>
              <a:ext cx="234505" cy="864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39" name="Line 38"/>
            <p:cNvSpPr>
              <a:spLocks noChangeShapeType="1"/>
            </p:cNvSpPr>
            <p:nvPr/>
          </p:nvSpPr>
          <p:spPr bwMode="auto">
            <a:xfrm flipV="1">
              <a:off x="3045598" y="2719734"/>
              <a:ext cx="116749" cy="15050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40" name="Line 39"/>
            <p:cNvSpPr>
              <a:spLocks noChangeShapeType="1"/>
            </p:cNvSpPr>
            <p:nvPr/>
          </p:nvSpPr>
          <p:spPr bwMode="auto">
            <a:xfrm>
              <a:off x="3607202" y="2224557"/>
              <a:ext cx="16104" cy="26570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41" name="Line 40"/>
            <p:cNvSpPr>
              <a:spLocks noChangeShapeType="1"/>
            </p:cNvSpPr>
            <p:nvPr/>
          </p:nvSpPr>
          <p:spPr bwMode="auto">
            <a:xfrm flipH="1">
              <a:off x="2600744" y="2138156"/>
              <a:ext cx="491151" cy="58157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nvGrpSpPr>
            <p:cNvPr id="242" name="Group 41"/>
            <p:cNvGrpSpPr>
              <a:grpSpLocks/>
            </p:cNvGrpSpPr>
            <p:nvPr/>
          </p:nvGrpSpPr>
          <p:grpSpPr bwMode="auto">
            <a:xfrm>
              <a:off x="3333446" y="1878955"/>
              <a:ext cx="562610" cy="388338"/>
              <a:chOff x="2949" y="196"/>
              <a:chExt cx="941" cy="598"/>
            </a:xfrm>
            <a:solidFill>
              <a:schemeClr val="bg1"/>
            </a:solidFill>
          </p:grpSpPr>
          <p:sp>
            <p:nvSpPr>
              <p:cNvPr id="311" name="Oval 42"/>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2" name="Oval 43"/>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3" name="Oval 44"/>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4" name="Oval 45"/>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5" name="Oval 46"/>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6" name="Oval 47"/>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7" name="Oval 48"/>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8" name="Oval 49"/>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19" name="Freeform 5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20" name="Freeform 5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21" name="Freeform 5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3" name="Group 53"/>
            <p:cNvGrpSpPr>
              <a:grpSpLocks/>
            </p:cNvGrpSpPr>
            <p:nvPr/>
          </p:nvGrpSpPr>
          <p:grpSpPr bwMode="auto">
            <a:xfrm>
              <a:off x="3615254" y="2655630"/>
              <a:ext cx="561604" cy="386480"/>
              <a:chOff x="2949" y="196"/>
              <a:chExt cx="941" cy="598"/>
            </a:xfrm>
            <a:solidFill>
              <a:schemeClr val="bg1"/>
            </a:solidFill>
          </p:grpSpPr>
          <p:sp>
            <p:nvSpPr>
              <p:cNvPr id="300" name="Oval 54"/>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1" name="Oval 55"/>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2" name="Oval 56"/>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3" name="Oval 57"/>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4" name="Oval 58"/>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5" name="Oval 59"/>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6" name="Oval 60"/>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7" name="Oval 61"/>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08" name="Freeform 6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09" name="Freeform 6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10" name="Freeform 6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4" name="Group 65"/>
            <p:cNvGrpSpPr>
              <a:grpSpLocks/>
            </p:cNvGrpSpPr>
            <p:nvPr/>
          </p:nvGrpSpPr>
          <p:grpSpPr bwMode="auto">
            <a:xfrm>
              <a:off x="2819146" y="2353693"/>
              <a:ext cx="561604" cy="388338"/>
              <a:chOff x="2949" y="196"/>
              <a:chExt cx="941" cy="598"/>
            </a:xfrm>
            <a:solidFill>
              <a:schemeClr val="bg1"/>
            </a:solidFill>
          </p:grpSpPr>
          <p:sp>
            <p:nvSpPr>
              <p:cNvPr id="289" name="Oval 6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0" name="Oval 6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1" name="Oval 6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2" name="Oval 6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3" name="Oval 7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4" name="Oval 7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5" name="Oval 7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6" name="Oval 7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97" name="Freeform 7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8" name="Freeform 7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9" name="Freeform 7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5" name="Group 77"/>
            <p:cNvGrpSpPr>
              <a:grpSpLocks/>
            </p:cNvGrpSpPr>
            <p:nvPr/>
          </p:nvGrpSpPr>
          <p:grpSpPr bwMode="auto">
            <a:xfrm>
              <a:off x="2211245" y="2655630"/>
              <a:ext cx="560597" cy="386480"/>
              <a:chOff x="2949" y="196"/>
              <a:chExt cx="941" cy="598"/>
            </a:xfrm>
            <a:solidFill>
              <a:schemeClr val="bg1"/>
            </a:solidFill>
          </p:grpSpPr>
          <p:sp>
            <p:nvSpPr>
              <p:cNvPr id="278" name="Oval 78"/>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9" name="Oval 79"/>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0" name="Oval 80"/>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1" name="Oval 81"/>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2" name="Oval 82"/>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3" name="Oval 83"/>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4" name="Oval 84"/>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5" name="Oval 85"/>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86" name="Freeform 8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7" name="Freeform 8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8" name="Freeform 8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6" name="Group 89"/>
            <p:cNvGrpSpPr>
              <a:grpSpLocks/>
            </p:cNvGrpSpPr>
            <p:nvPr/>
          </p:nvGrpSpPr>
          <p:grpSpPr bwMode="auto">
            <a:xfrm>
              <a:off x="2350136" y="1793483"/>
              <a:ext cx="562610" cy="387409"/>
              <a:chOff x="2949" y="196"/>
              <a:chExt cx="941" cy="598"/>
            </a:xfrm>
            <a:solidFill>
              <a:schemeClr val="bg1"/>
            </a:solidFill>
          </p:grpSpPr>
          <p:sp>
            <p:nvSpPr>
              <p:cNvPr id="267" name="Oval 9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68" name="Oval 9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69" name="Oval 9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0" name="Oval 9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1" name="Oval 9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2" name="Oval 9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3" name="Oval 9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4" name="Oval 9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5" name="Freeform 9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6" name="Freeform 9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7" name="Freeform 10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pic>
          <p:nvPicPr>
            <p:cNvPr id="254" name="Picture 10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60050" y="2009020"/>
              <a:ext cx="320054" cy="196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1" name="Picture 1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82401" y="2440094"/>
              <a:ext cx="320054" cy="196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2" name="Picture 12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896056" y="2267293"/>
              <a:ext cx="320054" cy="1978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3" name="Picture 12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66449" y="2784767"/>
              <a:ext cx="320054" cy="1960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4" name="Picture 12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23037" y="2267293"/>
              <a:ext cx="320054" cy="1978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65" name="Text Box 126"/>
            <p:cNvSpPr txBox="1">
              <a:spLocks noChangeArrowheads="1"/>
            </p:cNvSpPr>
            <p:nvPr/>
          </p:nvSpPr>
          <p:spPr bwMode="auto">
            <a:xfrm>
              <a:off x="1048101" y="2243117"/>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路由器</a:t>
              </a:r>
            </a:p>
          </p:txBody>
        </p:sp>
        <p:sp>
          <p:nvSpPr>
            <p:cNvPr id="266" name="Line 127"/>
            <p:cNvSpPr>
              <a:spLocks noChangeShapeType="1"/>
            </p:cNvSpPr>
            <p:nvPr/>
          </p:nvSpPr>
          <p:spPr bwMode="auto">
            <a:xfrm flipV="1">
              <a:off x="1632615" y="2380635"/>
              <a:ext cx="422216" cy="981"/>
            </a:xfrm>
            <a:prstGeom prst="line">
              <a:avLst/>
            </a:prstGeom>
            <a:noFill/>
            <a:ln w="28575">
              <a:solidFill>
                <a:srgbClr val="0000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23" name="Text Box 101"/>
            <p:cNvSpPr txBox="1">
              <a:spLocks noChangeArrowheads="1"/>
            </p:cNvSpPr>
            <p:nvPr/>
          </p:nvSpPr>
          <p:spPr bwMode="auto">
            <a:xfrm>
              <a:off x="3669601" y="2714398"/>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4" name="Text Box 102"/>
            <p:cNvSpPr txBox="1">
              <a:spLocks noChangeArrowheads="1"/>
            </p:cNvSpPr>
            <p:nvPr/>
          </p:nvSpPr>
          <p:spPr bwMode="auto">
            <a:xfrm>
              <a:off x="2855379" y="2428254"/>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5" name="Text Box 103"/>
            <p:cNvSpPr txBox="1">
              <a:spLocks noChangeArrowheads="1"/>
            </p:cNvSpPr>
            <p:nvPr/>
          </p:nvSpPr>
          <p:spPr bwMode="auto">
            <a:xfrm>
              <a:off x="2264587" y="2722759"/>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6" name="Text Box 104"/>
            <p:cNvSpPr txBox="1">
              <a:spLocks noChangeArrowheads="1"/>
            </p:cNvSpPr>
            <p:nvPr/>
          </p:nvSpPr>
          <p:spPr bwMode="auto">
            <a:xfrm>
              <a:off x="3378738" y="1947941"/>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FF"/>
                  </a:solidFill>
                  <a:latin typeface="微软雅黑" pitchFamily="34" charset="-122"/>
                  <a:ea typeface="微软雅黑" pitchFamily="34" charset="-122"/>
                </a:rPr>
                <a:t>网络</a:t>
              </a:r>
            </a:p>
          </p:txBody>
        </p:sp>
        <p:sp>
          <p:nvSpPr>
            <p:cNvPr id="327" name="Text Box 105"/>
            <p:cNvSpPr txBox="1">
              <a:spLocks noChangeArrowheads="1"/>
            </p:cNvSpPr>
            <p:nvPr/>
          </p:nvSpPr>
          <p:spPr bwMode="auto">
            <a:xfrm>
              <a:off x="2391401" y="1842960"/>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网络</a:t>
              </a:r>
            </a:p>
          </p:txBody>
        </p:sp>
        <p:pic>
          <p:nvPicPr>
            <p:cNvPr id="328"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47485" y="1472944"/>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29"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303015" y="126953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0"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023095" y="14855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1"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02309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2"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30301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3"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654943"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4"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89628" y="3285755"/>
              <a:ext cx="404587" cy="40458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 name="组合 1">
            <a:extLst>
              <a:ext uri="{FF2B5EF4-FFF2-40B4-BE49-F238E27FC236}">
                <a16:creationId xmlns:a16="http://schemas.microsoft.com/office/drawing/2014/main" id="{1D804F39-5DE5-888A-687D-5DB3A08EC93E}"/>
              </a:ext>
            </a:extLst>
          </p:cNvPr>
          <p:cNvGrpSpPr/>
          <p:nvPr/>
        </p:nvGrpSpPr>
        <p:grpSpPr>
          <a:xfrm>
            <a:off x="4881557" y="1287637"/>
            <a:ext cx="2426445" cy="2402705"/>
            <a:chOff x="4881557" y="1287637"/>
            <a:chExt cx="2426445" cy="2402705"/>
          </a:xfrm>
        </p:grpSpPr>
        <p:sp>
          <p:nvSpPr>
            <p:cNvPr id="178" name="Line 5"/>
            <p:cNvSpPr>
              <a:spLocks noChangeShapeType="1"/>
            </p:cNvSpPr>
            <p:nvPr/>
          </p:nvSpPr>
          <p:spPr bwMode="auto">
            <a:xfrm>
              <a:off x="6191966" y="1577017"/>
              <a:ext cx="47304" cy="43200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79" name="Line 6"/>
            <p:cNvSpPr>
              <a:spLocks noChangeShapeType="1"/>
            </p:cNvSpPr>
            <p:nvPr/>
          </p:nvSpPr>
          <p:spPr bwMode="auto">
            <a:xfrm flipH="1" flipV="1">
              <a:off x="5551858" y="2999375"/>
              <a:ext cx="173111" cy="39484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0" name="Line 7"/>
            <p:cNvSpPr>
              <a:spLocks noChangeShapeType="1"/>
            </p:cNvSpPr>
            <p:nvPr/>
          </p:nvSpPr>
          <p:spPr bwMode="auto">
            <a:xfrm>
              <a:off x="5162359" y="1663418"/>
              <a:ext cx="280801" cy="3883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1" name="Line 8"/>
            <p:cNvSpPr>
              <a:spLocks noChangeShapeType="1"/>
            </p:cNvSpPr>
            <p:nvPr/>
          </p:nvSpPr>
          <p:spPr bwMode="auto">
            <a:xfrm flipH="1">
              <a:off x="6614678" y="1707082"/>
              <a:ext cx="373396" cy="387409"/>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2" name="Line 9"/>
            <p:cNvSpPr>
              <a:spLocks noChangeShapeType="1"/>
            </p:cNvSpPr>
            <p:nvPr/>
          </p:nvSpPr>
          <p:spPr bwMode="auto">
            <a:xfrm flipV="1">
              <a:off x="5068759" y="2955710"/>
              <a:ext cx="280802" cy="474739"/>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3" name="Line 10"/>
            <p:cNvSpPr>
              <a:spLocks noChangeShapeType="1"/>
            </p:cNvSpPr>
            <p:nvPr/>
          </p:nvSpPr>
          <p:spPr bwMode="auto">
            <a:xfrm flipH="1" flipV="1">
              <a:off x="6286572" y="2999375"/>
              <a:ext cx="93601" cy="473809"/>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84" name="Line 11"/>
            <p:cNvSpPr>
              <a:spLocks noChangeShapeType="1"/>
            </p:cNvSpPr>
            <p:nvPr/>
          </p:nvSpPr>
          <p:spPr bwMode="auto">
            <a:xfrm flipH="1" flipV="1">
              <a:off x="6754575" y="2955710"/>
              <a:ext cx="233498" cy="431074"/>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nvGrpSpPr>
            <p:cNvPr id="193" name="Group 129"/>
            <p:cNvGrpSpPr>
              <a:grpSpLocks/>
            </p:cNvGrpSpPr>
            <p:nvPr/>
          </p:nvGrpSpPr>
          <p:grpSpPr bwMode="auto">
            <a:xfrm>
              <a:off x="4894641" y="1864090"/>
              <a:ext cx="2327938" cy="1393557"/>
              <a:chOff x="3134" y="1375"/>
              <a:chExt cx="2386" cy="1553"/>
            </a:xfrm>
            <a:effectLst/>
          </p:grpSpPr>
          <p:sp>
            <p:nvSpPr>
              <p:cNvPr id="204" name="Oval 130"/>
              <p:cNvSpPr>
                <a:spLocks noChangeArrowheads="1"/>
              </p:cNvSpPr>
              <p:nvPr/>
            </p:nvSpPr>
            <p:spPr bwMode="auto">
              <a:xfrm>
                <a:off x="3959" y="1375"/>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5" name="Oval 131"/>
              <p:cNvSpPr>
                <a:spLocks noChangeArrowheads="1"/>
              </p:cNvSpPr>
              <p:nvPr/>
            </p:nvSpPr>
            <p:spPr bwMode="auto">
              <a:xfrm>
                <a:off x="3380" y="1548"/>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6" name="Oval 132"/>
              <p:cNvSpPr>
                <a:spLocks noChangeArrowheads="1"/>
              </p:cNvSpPr>
              <p:nvPr/>
            </p:nvSpPr>
            <p:spPr bwMode="auto">
              <a:xfrm>
                <a:off x="3134" y="1940"/>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7" name="Oval 133"/>
              <p:cNvSpPr>
                <a:spLocks noChangeArrowheads="1"/>
              </p:cNvSpPr>
              <p:nvPr/>
            </p:nvSpPr>
            <p:spPr bwMode="auto">
              <a:xfrm>
                <a:off x="3293" y="2175"/>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8" name="Oval 134"/>
              <p:cNvSpPr>
                <a:spLocks noChangeArrowheads="1"/>
              </p:cNvSpPr>
              <p:nvPr/>
            </p:nvSpPr>
            <p:spPr bwMode="auto">
              <a:xfrm>
                <a:off x="3872" y="2269"/>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09" name="Oval 135"/>
              <p:cNvSpPr>
                <a:spLocks noChangeArrowheads="1"/>
              </p:cNvSpPr>
              <p:nvPr/>
            </p:nvSpPr>
            <p:spPr bwMode="auto">
              <a:xfrm>
                <a:off x="4653" y="1564"/>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10" name="Oval 136"/>
              <p:cNvSpPr>
                <a:spLocks noChangeArrowheads="1"/>
              </p:cNvSpPr>
              <p:nvPr/>
            </p:nvSpPr>
            <p:spPr bwMode="auto">
              <a:xfrm>
                <a:off x="4768" y="1893"/>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11" name="Oval 137"/>
              <p:cNvSpPr>
                <a:spLocks noChangeArrowheads="1"/>
              </p:cNvSpPr>
              <p:nvPr/>
            </p:nvSpPr>
            <p:spPr bwMode="auto">
              <a:xfrm>
                <a:off x="4696" y="2003"/>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sp>
            <p:nvSpPr>
              <p:cNvPr id="212" name="Oval 138"/>
              <p:cNvSpPr>
                <a:spLocks noChangeArrowheads="1"/>
              </p:cNvSpPr>
              <p:nvPr/>
            </p:nvSpPr>
            <p:spPr bwMode="auto">
              <a:xfrm>
                <a:off x="3568" y="1752"/>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微软雅黑" pitchFamily="34" charset="-122"/>
                  <a:ea typeface="微软雅黑" pitchFamily="34" charset="-122"/>
                </a:endParaRPr>
              </a:p>
            </p:txBody>
          </p:sp>
        </p:grpSp>
        <p:sp>
          <p:nvSpPr>
            <p:cNvPr id="194" name="Oval 139"/>
            <p:cNvSpPr>
              <a:spLocks noChangeArrowheads="1"/>
            </p:cNvSpPr>
            <p:nvPr/>
          </p:nvSpPr>
          <p:spPr bwMode="auto">
            <a:xfrm>
              <a:off x="5685717" y="1836220"/>
              <a:ext cx="1001425" cy="562997"/>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5" name="Oval 140"/>
            <p:cNvSpPr>
              <a:spLocks noChangeArrowheads="1"/>
            </p:cNvSpPr>
            <p:nvPr/>
          </p:nvSpPr>
          <p:spPr bwMode="auto">
            <a:xfrm>
              <a:off x="5121094" y="1992298"/>
              <a:ext cx="762895" cy="562068"/>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6" name="Oval 141"/>
            <p:cNvSpPr>
              <a:spLocks noChangeArrowheads="1"/>
            </p:cNvSpPr>
            <p:nvPr/>
          </p:nvSpPr>
          <p:spPr bwMode="auto">
            <a:xfrm>
              <a:off x="4881557" y="2342545"/>
              <a:ext cx="507255" cy="450584"/>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7" name="Oval 142"/>
            <p:cNvSpPr>
              <a:spLocks noChangeArrowheads="1"/>
            </p:cNvSpPr>
            <p:nvPr/>
          </p:nvSpPr>
          <p:spPr bwMode="auto">
            <a:xfrm>
              <a:off x="5036552" y="2554366"/>
              <a:ext cx="774973" cy="492390"/>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8" name="Oval 143"/>
            <p:cNvSpPr>
              <a:spLocks noChangeArrowheads="1"/>
            </p:cNvSpPr>
            <p:nvPr/>
          </p:nvSpPr>
          <p:spPr bwMode="auto">
            <a:xfrm>
              <a:off x="5600168" y="2638909"/>
              <a:ext cx="1170511" cy="591797"/>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9" name="Oval 144"/>
            <p:cNvSpPr>
              <a:spLocks noChangeArrowheads="1"/>
            </p:cNvSpPr>
            <p:nvPr/>
          </p:nvSpPr>
          <p:spPr bwMode="auto">
            <a:xfrm>
              <a:off x="6363063" y="2005305"/>
              <a:ext cx="732701" cy="435719"/>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0" name="Oval 145"/>
            <p:cNvSpPr>
              <a:spLocks noChangeArrowheads="1"/>
            </p:cNvSpPr>
            <p:nvPr/>
          </p:nvSpPr>
          <p:spPr bwMode="auto">
            <a:xfrm>
              <a:off x="6475787" y="2300738"/>
              <a:ext cx="732701" cy="437577"/>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1" name="Oval 146"/>
            <p:cNvSpPr>
              <a:spLocks noChangeArrowheads="1"/>
            </p:cNvSpPr>
            <p:nvPr/>
          </p:nvSpPr>
          <p:spPr bwMode="auto">
            <a:xfrm>
              <a:off x="6404328" y="2399217"/>
              <a:ext cx="733708" cy="733011"/>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2" name="Oval 147"/>
            <p:cNvSpPr>
              <a:spLocks noChangeArrowheads="1"/>
            </p:cNvSpPr>
            <p:nvPr/>
          </p:nvSpPr>
          <p:spPr bwMode="auto">
            <a:xfrm>
              <a:off x="5305276" y="2173460"/>
              <a:ext cx="1508680" cy="732082"/>
            </a:xfrm>
            <a:prstGeom prst="ellipse">
              <a:avLst/>
            </a:prstGeom>
            <a:solidFill>
              <a:srgbClr val="00FFFF"/>
            </a:solidFill>
            <a:ln>
              <a:noFill/>
            </a:ln>
          </p:spPr>
          <p:txBody>
            <a:bodyPr/>
            <a:lstStyle/>
            <a:p>
              <a:endParaRPr lang="zh-CN" altLang="en-US" sz="1400" b="1">
                <a:solidFill>
                  <a:srgbClr val="000099"/>
                </a:solidFill>
                <a:latin typeface="微软雅黑" pitchFamily="34" charset="-122"/>
                <a:ea typeface="微软雅黑" pitchFamily="34" charset="-122"/>
              </a:endParaRPr>
            </a:p>
          </p:txBody>
        </p:sp>
        <p:sp>
          <p:nvSpPr>
            <p:cNvPr id="203" name="Text Box 148"/>
            <p:cNvSpPr txBox="1">
              <a:spLocks noChangeArrowheads="1"/>
            </p:cNvSpPr>
            <p:nvPr/>
          </p:nvSpPr>
          <p:spPr bwMode="auto">
            <a:xfrm>
              <a:off x="5552736" y="2343453"/>
              <a:ext cx="11384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虚拟互连网络</a:t>
              </a:r>
            </a:p>
          </p:txBody>
        </p:sp>
        <p:pic>
          <p:nvPicPr>
            <p:cNvPr id="335"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59199" y="1531652"/>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6"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994470" y="1287637"/>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7"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903415" y="1531652"/>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8"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90341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39"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183335"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40"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535263" y="328575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341"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887191" y="3285755"/>
              <a:ext cx="404587" cy="404587"/>
            </a:xfrm>
            <a:prstGeom prst="rect">
              <a:avLst/>
            </a:prstGeom>
            <a:noFill/>
            <a:extLst>
              <a:ext uri="{909E8E84-426E-40DD-AFC4-6F175D3DCCD1}">
                <a14:hiddenFill xmlns:a14="http://schemas.microsoft.com/office/drawing/2010/main">
                  <a:solidFill>
                    <a:srgbClr val="FFFFFF"/>
                  </a:solidFill>
                </a14:hiddenFill>
              </a:ext>
            </a:extLst>
          </p:spPr>
        </p:pic>
      </p:grpSp>
      <p:sp>
        <p:nvSpPr>
          <p:cNvPr id="4" name="Text Box 148">
            <a:extLst>
              <a:ext uri="{FF2B5EF4-FFF2-40B4-BE49-F238E27FC236}">
                <a16:creationId xmlns:a16="http://schemas.microsoft.com/office/drawing/2014/main" id="{CF3710AD-E71A-FE1D-D204-1AA6A926B69C}"/>
              </a:ext>
            </a:extLst>
          </p:cNvPr>
          <p:cNvSpPr txBox="1">
            <a:spLocks noChangeArrowheads="1"/>
          </p:cNvSpPr>
          <p:nvPr/>
        </p:nvSpPr>
        <p:spPr bwMode="auto">
          <a:xfrm>
            <a:off x="5614395" y="2571750"/>
            <a:ext cx="9845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C00000"/>
                </a:solidFill>
                <a:latin typeface="微软雅黑" pitchFamily="34" charset="-122"/>
                <a:ea typeface="微软雅黑" pitchFamily="34" charset="-122"/>
              </a:rPr>
              <a:t>  </a:t>
            </a:r>
            <a:r>
              <a:rPr kumimoji="1" lang="zh-CN" altLang="en-US" sz="1200" b="1" dirty="0">
                <a:solidFill>
                  <a:srgbClr val="C00000"/>
                </a:solidFill>
                <a:latin typeface="微软雅黑" pitchFamily="34" charset="-122"/>
                <a:ea typeface="微软雅黑" pitchFamily="34" charset="-122"/>
              </a:rPr>
              <a:t>（ </a:t>
            </a:r>
            <a:r>
              <a:rPr kumimoji="1" lang="en-US" altLang="zh-CN" sz="1200" b="1" dirty="0">
                <a:solidFill>
                  <a:srgbClr val="C00000"/>
                </a:solidFill>
                <a:latin typeface="微软雅黑" pitchFamily="34" charset="-122"/>
                <a:ea typeface="微软雅黑" pitchFamily="34" charset="-122"/>
              </a:rPr>
              <a:t>IP </a:t>
            </a:r>
            <a:r>
              <a:rPr kumimoji="1" lang="zh-CN" altLang="en-US" sz="1200" b="1" dirty="0">
                <a:solidFill>
                  <a:srgbClr val="C00000"/>
                </a:solidFill>
                <a:latin typeface="微软雅黑" pitchFamily="34" charset="-122"/>
                <a:ea typeface="微软雅黑" pitchFamily="34" charset="-122"/>
              </a:rPr>
              <a:t>网）</a:t>
            </a:r>
          </a:p>
        </p:txBody>
      </p:sp>
      <p:grpSp>
        <p:nvGrpSpPr>
          <p:cNvPr id="14" name="组合 13">
            <a:extLst>
              <a:ext uri="{FF2B5EF4-FFF2-40B4-BE49-F238E27FC236}">
                <a16:creationId xmlns:a16="http://schemas.microsoft.com/office/drawing/2014/main" id="{4D896EF7-F052-C034-8304-8569D11C7DEE}"/>
              </a:ext>
            </a:extLst>
          </p:cNvPr>
          <p:cNvGrpSpPr/>
          <p:nvPr/>
        </p:nvGrpSpPr>
        <p:grpSpPr>
          <a:xfrm>
            <a:off x="7251290" y="1991032"/>
            <a:ext cx="1435510" cy="1278193"/>
            <a:chOff x="7251290" y="1941871"/>
            <a:chExt cx="1435510" cy="1278193"/>
          </a:xfrm>
        </p:grpSpPr>
        <p:sp>
          <p:nvSpPr>
            <p:cNvPr id="6" name="文本框 5">
              <a:extLst>
                <a:ext uri="{FF2B5EF4-FFF2-40B4-BE49-F238E27FC236}">
                  <a16:creationId xmlns:a16="http://schemas.microsoft.com/office/drawing/2014/main" id="{D661E951-13F9-9D76-BE6E-2798F2A1EE10}"/>
                </a:ext>
              </a:extLst>
            </p:cNvPr>
            <p:cNvSpPr txBox="1"/>
            <p:nvPr/>
          </p:nvSpPr>
          <p:spPr>
            <a:xfrm>
              <a:off x="7451622" y="2156251"/>
              <a:ext cx="1235178" cy="830997"/>
            </a:xfrm>
            <a:prstGeom prst="rect">
              <a:avLst/>
            </a:prstGeom>
            <a:solidFill>
              <a:srgbClr val="0000FF"/>
            </a:solidFill>
            <a:ln>
              <a:noFill/>
            </a:ln>
            <a:effectLst>
              <a:outerShdw blurRad="50800" dist="38100" dir="2700000" algn="tl" rotWithShape="0">
                <a:prstClr val="black">
                  <a:alpha val="40000"/>
                </a:prstClr>
              </a:outerShdw>
            </a:effectLst>
          </p:spPr>
          <p:txBody>
            <a:bodyPr wrap="square">
              <a:spAutoFit/>
            </a:bodyPr>
            <a:lstStyle>
              <a:defPPr>
                <a:defRPr lang="zh-CN"/>
              </a:defPPr>
              <a:lvl1pPr algn="ctr">
                <a:defRPr kumimoji="1" sz="1600" b="1">
                  <a:latin typeface="微软雅黑" pitchFamily="34" charset="-122"/>
                  <a:ea typeface="微软雅黑" pitchFamily="34" charset="-122"/>
                </a:defRPr>
              </a:lvl1pPr>
            </a:lstStyle>
            <a:p>
              <a:r>
                <a:rPr lang="zh-CN" altLang="en-US" dirty="0">
                  <a:solidFill>
                    <a:schemeClr val="bg1"/>
                  </a:solidFill>
                </a:rPr>
                <a:t>就好像在一个单个网络上通信一样</a:t>
              </a:r>
            </a:p>
          </p:txBody>
        </p:sp>
        <p:cxnSp>
          <p:nvCxnSpPr>
            <p:cNvPr id="8" name="直接箭头连接符 7">
              <a:extLst>
                <a:ext uri="{FF2B5EF4-FFF2-40B4-BE49-F238E27FC236}">
                  <a16:creationId xmlns:a16="http://schemas.microsoft.com/office/drawing/2014/main" id="{864DC742-06EC-D5CD-9285-762E950C175E}"/>
                </a:ext>
              </a:extLst>
            </p:cNvPr>
            <p:cNvCxnSpPr>
              <a:cxnSpLocks/>
            </p:cNvCxnSpPr>
            <p:nvPr/>
          </p:nvCxnSpPr>
          <p:spPr>
            <a:xfrm flipH="1" flipV="1">
              <a:off x="7251290" y="1941871"/>
              <a:ext cx="290052" cy="304800"/>
            </a:xfrm>
            <a:prstGeom prst="straightConnector1">
              <a:avLst/>
            </a:prstGeom>
            <a:ln w="28575">
              <a:solidFill>
                <a:srgbClr val="0000FF"/>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BF8D4F88-0A76-4E95-CF67-F4229ED6E365}"/>
                </a:ext>
              </a:extLst>
            </p:cNvPr>
            <p:cNvCxnSpPr>
              <a:cxnSpLocks/>
            </p:cNvCxnSpPr>
            <p:nvPr/>
          </p:nvCxnSpPr>
          <p:spPr>
            <a:xfrm flipH="1">
              <a:off x="7261122" y="2772696"/>
              <a:ext cx="373626" cy="447368"/>
            </a:xfrm>
            <a:prstGeom prst="straightConnector1">
              <a:avLst/>
            </a:prstGeom>
            <a:ln w="28575">
              <a:solidFill>
                <a:srgbClr val="0000FF"/>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1654063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2000" fill="hold" nodeType="with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2"/>
                                        </p:tgtEl>
                                        <p:attrNameLst>
                                          <p:attrName>style.visibility</p:attrName>
                                        </p:attrNameLst>
                                      </p:cBhvr>
                                      <p:tavLst>
                                        <p:tav tm="0">
                                          <p:val>
                                            <p:strVal val="hidden"/>
                                          </p:val>
                                        </p:tav>
                                        <p:tav tm="50000">
                                          <p:val>
                                            <p:strVal val="visible"/>
                                          </p:val>
                                        </p:tav>
                                      </p:tavLst>
                                    </p:anim>
                                  </p:childTnLst>
                                </p:cTn>
                              </p:par>
                              <p:par>
                                <p:cTn id="11" presetID="35" presetClass="emph" presetSubtype="0" repeatCount="2000" fill="hold" grpId="1" nodeType="withEffect">
                                  <p:stCondLst>
                                    <p:cond delay="0"/>
                                  </p:stCondLst>
                                  <p:childTnLst>
                                    <p:anim calcmode="discrete" valueType="str">
                                      <p:cBhvr>
                                        <p:cTn id="12"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35" presetClass="emph" presetSubtype="0" repeatCount="2000" fill="hold" grpId="0" nodeType="clickEffect">
                                  <p:stCondLst>
                                    <p:cond delay="0"/>
                                  </p:stCondLst>
                                  <p:childTnLst>
                                    <p:anim calcmode="discrete" valueType="str">
                                      <p:cBhvr>
                                        <p:cTn id="16"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322"/>
                                        </p:tgtEl>
                                        <p:attrNameLst>
                                          <p:attrName>style.visibility</p:attrName>
                                        </p:attrNameLst>
                                      </p:cBhvr>
                                      <p:to>
                                        <p:strVal val="visible"/>
                                      </p:to>
                                    </p:set>
                                    <p:animEffect transition="in" filter="fade">
                                      <p:cBhvr>
                                        <p:cTn id="28" dur="1000"/>
                                        <p:tgtEl>
                                          <p:spTgt spid="322"/>
                                        </p:tgtEl>
                                      </p:cBhvr>
                                    </p:animEffect>
                                    <p:anim calcmode="lin" valueType="num">
                                      <p:cBhvr>
                                        <p:cTn id="29" dur="1000" fill="hold"/>
                                        <p:tgtEl>
                                          <p:spTgt spid="322"/>
                                        </p:tgtEl>
                                        <p:attrNameLst>
                                          <p:attrName>ppt_x</p:attrName>
                                        </p:attrNameLst>
                                      </p:cBhvr>
                                      <p:tavLst>
                                        <p:tav tm="0">
                                          <p:val>
                                            <p:strVal val="#ppt_x"/>
                                          </p:val>
                                        </p:tav>
                                        <p:tav tm="100000">
                                          <p:val>
                                            <p:strVal val="#ppt_x"/>
                                          </p:val>
                                        </p:tav>
                                      </p:tavLst>
                                    </p:anim>
                                    <p:anim calcmode="lin" valueType="num">
                                      <p:cBhvr>
                                        <p:cTn id="30" dur="1000" fill="hold"/>
                                        <p:tgtEl>
                                          <p:spTgt spid="3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2" grpId="0"/>
      <p:bldP spid="4" grpId="0"/>
      <p:bldP spid="4" grpId="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 name="圆角矩形 110"/>
          <p:cNvSpPr/>
          <p:nvPr/>
        </p:nvSpPr>
        <p:spPr>
          <a:xfrm>
            <a:off x="532615" y="576559"/>
            <a:ext cx="8053712" cy="384550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 name="组合 2">
            <a:extLst>
              <a:ext uri="{FF2B5EF4-FFF2-40B4-BE49-F238E27FC236}">
                <a16:creationId xmlns:a16="http://schemas.microsoft.com/office/drawing/2014/main" id="{B4D2D7A4-19C4-E449-DF61-E2FE24E78DA8}"/>
              </a:ext>
            </a:extLst>
          </p:cNvPr>
          <p:cNvGrpSpPr/>
          <p:nvPr/>
        </p:nvGrpSpPr>
        <p:grpSpPr>
          <a:xfrm>
            <a:off x="2468225" y="739983"/>
            <a:ext cx="387036" cy="861774"/>
            <a:chOff x="2468225" y="739983"/>
            <a:chExt cx="387036" cy="861774"/>
          </a:xfrm>
        </p:grpSpPr>
        <p:sp>
          <p:nvSpPr>
            <p:cNvPr id="113" name="Rectangle 2"/>
            <p:cNvSpPr>
              <a:spLocks noChangeArrowheads="1"/>
            </p:cNvSpPr>
            <p:nvPr/>
          </p:nvSpPr>
          <p:spPr bwMode="auto">
            <a:xfrm>
              <a:off x="2468225" y="787845"/>
              <a:ext cx="387036" cy="734697"/>
            </a:xfrm>
            <a:prstGeom prst="rect">
              <a:avLst/>
            </a:prstGeom>
            <a:solidFill>
              <a:srgbClr val="00FF99"/>
            </a:solidFill>
            <a:ln w="9525">
              <a:solidFill>
                <a:srgbClr val="000000"/>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4" name="Rectangle 3"/>
            <p:cNvSpPr>
              <a:spLocks noChangeArrowheads="1"/>
            </p:cNvSpPr>
            <p:nvPr/>
          </p:nvSpPr>
          <p:spPr bwMode="auto">
            <a:xfrm>
              <a:off x="2473987" y="1084605"/>
              <a:ext cx="377432" cy="155583"/>
            </a:xfrm>
            <a:prstGeom prst="rect">
              <a:avLst/>
            </a:prstGeom>
            <a:solidFill>
              <a:srgbClr val="0000CC"/>
            </a:solidFill>
            <a:ln>
              <a:noFill/>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5" name="Text Box 4"/>
            <p:cNvSpPr txBox="1">
              <a:spLocks noChangeArrowheads="1"/>
            </p:cNvSpPr>
            <p:nvPr/>
          </p:nvSpPr>
          <p:spPr bwMode="auto">
            <a:xfrm>
              <a:off x="2539425" y="739983"/>
              <a:ext cx="255198" cy="8617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5</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4</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a:t>
              </a:r>
            </a:p>
          </p:txBody>
        </p:sp>
        <p:sp>
          <p:nvSpPr>
            <p:cNvPr id="116" name="Line 5"/>
            <p:cNvSpPr>
              <a:spLocks noChangeShapeType="1"/>
            </p:cNvSpPr>
            <p:nvPr/>
          </p:nvSpPr>
          <p:spPr bwMode="auto">
            <a:xfrm>
              <a:off x="2468225" y="944388"/>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7" name="Line 6"/>
            <p:cNvSpPr>
              <a:spLocks noChangeShapeType="1"/>
            </p:cNvSpPr>
            <p:nvPr/>
          </p:nvSpPr>
          <p:spPr bwMode="auto">
            <a:xfrm>
              <a:off x="2468225" y="1089407"/>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8" name="Line 7"/>
            <p:cNvSpPr>
              <a:spLocks noChangeShapeType="1"/>
            </p:cNvSpPr>
            <p:nvPr/>
          </p:nvSpPr>
          <p:spPr bwMode="auto">
            <a:xfrm>
              <a:off x="2468225" y="1234425"/>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19" name="Line 8"/>
            <p:cNvSpPr>
              <a:spLocks noChangeShapeType="1"/>
            </p:cNvSpPr>
            <p:nvPr/>
          </p:nvSpPr>
          <p:spPr bwMode="auto">
            <a:xfrm>
              <a:off x="2468225" y="1380404"/>
              <a:ext cx="38703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120" name="Freeform 9"/>
          <p:cNvSpPr>
            <a:spLocks/>
          </p:cNvSpPr>
          <p:nvPr/>
        </p:nvSpPr>
        <p:spPr bwMode="auto">
          <a:xfrm>
            <a:off x="6854320" y="1844273"/>
            <a:ext cx="189197" cy="1089081"/>
          </a:xfrm>
          <a:custGeom>
            <a:avLst/>
            <a:gdLst>
              <a:gd name="T0" fmla="*/ 197 w 197"/>
              <a:gd name="T1" fmla="*/ 0 h 1134"/>
              <a:gd name="T2" fmla="*/ 0 w 197"/>
              <a:gd name="T3" fmla="*/ 507 h 1134"/>
              <a:gd name="T4" fmla="*/ 16 w 197"/>
              <a:gd name="T5" fmla="*/ 1134 h 1134"/>
            </a:gdLst>
            <a:ahLst/>
            <a:cxnLst>
              <a:cxn ang="0">
                <a:pos x="T0" y="T1"/>
              </a:cxn>
              <a:cxn ang="0">
                <a:pos x="T2" y="T3"/>
              </a:cxn>
              <a:cxn ang="0">
                <a:pos x="T4" y="T5"/>
              </a:cxn>
            </a:cxnLst>
            <a:rect l="0" t="0" r="r" b="b"/>
            <a:pathLst>
              <a:path w="197" h="1134">
                <a:moveTo>
                  <a:pt x="197" y="0"/>
                </a:moveTo>
                <a:lnTo>
                  <a:pt x="0" y="507"/>
                </a:lnTo>
                <a:lnTo>
                  <a:pt x="16" y="1134"/>
                </a:lnTo>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94" name="Rectangle 13"/>
          <p:cNvSpPr>
            <a:spLocks noChangeArrowheads="1"/>
          </p:cNvSpPr>
          <p:nvPr/>
        </p:nvSpPr>
        <p:spPr bwMode="auto">
          <a:xfrm>
            <a:off x="3644700" y="3494379"/>
            <a:ext cx="387037" cy="734698"/>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2" name="Rectangle 11"/>
          <p:cNvSpPr>
            <a:spLocks noChangeArrowheads="1"/>
          </p:cNvSpPr>
          <p:nvPr/>
        </p:nvSpPr>
        <p:spPr bwMode="auto">
          <a:xfrm>
            <a:off x="3650462" y="3791139"/>
            <a:ext cx="377433" cy="155583"/>
          </a:xfrm>
          <a:prstGeom prst="rect">
            <a:avLst/>
          </a:prstGeom>
          <a:solidFill>
            <a:srgbClr val="0000CC"/>
          </a:solidFill>
          <a:ln>
            <a:noFill/>
          </a:ln>
          <a:effectLst/>
        </p:spPr>
        <p:txBody>
          <a:bodyPr wrap="none" anchor="ct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3" name="Text Box 12"/>
          <p:cNvSpPr txBox="1">
            <a:spLocks noChangeArrowheads="1"/>
          </p:cNvSpPr>
          <p:nvPr/>
        </p:nvSpPr>
        <p:spPr bwMode="auto">
          <a:xfrm>
            <a:off x="3716729" y="3465567"/>
            <a:ext cx="255464" cy="8614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5</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4</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a:t>
            </a:r>
          </a:p>
        </p:txBody>
      </p:sp>
      <p:sp>
        <p:nvSpPr>
          <p:cNvPr id="395" name="Line 14"/>
          <p:cNvSpPr>
            <a:spLocks noChangeShapeType="1"/>
          </p:cNvSpPr>
          <p:nvPr/>
        </p:nvSpPr>
        <p:spPr bwMode="auto">
          <a:xfrm>
            <a:off x="3644700" y="3650922"/>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6" name="Line 15"/>
          <p:cNvSpPr>
            <a:spLocks noChangeShapeType="1"/>
          </p:cNvSpPr>
          <p:nvPr/>
        </p:nvSpPr>
        <p:spPr bwMode="auto">
          <a:xfrm>
            <a:off x="3644700" y="3795941"/>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7" name="Line 16"/>
          <p:cNvSpPr>
            <a:spLocks noChangeShapeType="1"/>
          </p:cNvSpPr>
          <p:nvPr/>
        </p:nvSpPr>
        <p:spPr bwMode="auto">
          <a:xfrm>
            <a:off x="3644700" y="3940960"/>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398" name="Line 17"/>
          <p:cNvSpPr>
            <a:spLocks noChangeShapeType="1"/>
          </p:cNvSpPr>
          <p:nvPr/>
        </p:nvSpPr>
        <p:spPr bwMode="auto">
          <a:xfrm>
            <a:off x="3644700" y="4086939"/>
            <a:ext cx="387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ts val="1150"/>
              </a:lnSpc>
              <a:spcBef>
                <a:spcPts val="0"/>
              </a:spcBef>
              <a:spcAft>
                <a:spcPts val="0"/>
              </a:spcAft>
              <a:buClrTx/>
              <a:buSzTx/>
              <a:buFontTx/>
              <a:buNone/>
              <a:tabLst/>
              <a:defRPr/>
            </a:pPr>
            <a:endParaRPr kumimoji="0" lang="zh-CN" altLang="en-US" sz="900" b="1" i="0" u="none" strike="noStrike" kern="0" cap="none" spc="0" normalizeH="0" baseline="0" noProof="0">
              <a:ln>
                <a:noFill/>
              </a:ln>
              <a:effectLst/>
              <a:uLnTx/>
              <a:uFillTx/>
              <a:latin typeface="微软雅黑" pitchFamily="34" charset="-122"/>
              <a:ea typeface="微软雅黑" pitchFamily="34" charset="-122"/>
            </a:endParaRPr>
          </a:p>
        </p:txBody>
      </p:sp>
      <p:sp>
        <p:nvSpPr>
          <p:cNvPr id="122" name="Line 18"/>
          <p:cNvSpPr>
            <a:spLocks noChangeShapeType="1"/>
          </p:cNvSpPr>
          <p:nvPr/>
        </p:nvSpPr>
        <p:spPr bwMode="auto">
          <a:xfrm flipV="1">
            <a:off x="3905926" y="1801055"/>
            <a:ext cx="3049234"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3" name="Line 19"/>
          <p:cNvSpPr>
            <a:spLocks noChangeShapeType="1"/>
          </p:cNvSpPr>
          <p:nvPr/>
        </p:nvSpPr>
        <p:spPr bwMode="auto">
          <a:xfrm flipV="1">
            <a:off x="4297765" y="2933354"/>
            <a:ext cx="523412" cy="96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4" name="Line 20"/>
          <p:cNvSpPr>
            <a:spLocks noChangeShapeType="1"/>
          </p:cNvSpPr>
          <p:nvPr/>
        </p:nvSpPr>
        <p:spPr bwMode="auto">
          <a:xfrm>
            <a:off x="2555620" y="1801055"/>
            <a:ext cx="0" cy="21800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125"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33781" y="2846919"/>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26" name="Group 22"/>
          <p:cNvGrpSpPr>
            <a:grpSpLocks/>
          </p:cNvGrpSpPr>
          <p:nvPr/>
        </p:nvGrpSpPr>
        <p:grpSpPr bwMode="auto">
          <a:xfrm>
            <a:off x="4211330" y="1583047"/>
            <a:ext cx="871073" cy="522452"/>
            <a:chOff x="385" y="2795"/>
            <a:chExt cx="1769" cy="816"/>
          </a:xfrm>
          <a:solidFill>
            <a:srgbClr val="3399FF"/>
          </a:solidFill>
        </p:grpSpPr>
        <p:sp>
          <p:nvSpPr>
            <p:cNvPr id="375" name="Oval 23"/>
            <p:cNvSpPr>
              <a:spLocks noChangeArrowheads="1"/>
            </p:cNvSpPr>
            <p:nvPr/>
          </p:nvSpPr>
          <p:spPr bwMode="auto">
            <a:xfrm>
              <a:off x="1589" y="3060"/>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6" name="Oval 24"/>
            <p:cNvSpPr>
              <a:spLocks noChangeArrowheads="1"/>
            </p:cNvSpPr>
            <p:nvPr/>
          </p:nvSpPr>
          <p:spPr bwMode="auto">
            <a:xfrm>
              <a:off x="928" y="3274"/>
              <a:ext cx="884" cy="337"/>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7" name="Oval 25"/>
            <p:cNvSpPr>
              <a:spLocks noChangeArrowheads="1"/>
            </p:cNvSpPr>
            <p:nvPr/>
          </p:nvSpPr>
          <p:spPr bwMode="auto">
            <a:xfrm>
              <a:off x="502" y="3204"/>
              <a:ext cx="586" cy="28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8" name="Oval 26"/>
            <p:cNvSpPr>
              <a:spLocks noChangeArrowheads="1"/>
            </p:cNvSpPr>
            <p:nvPr/>
          </p:nvSpPr>
          <p:spPr bwMode="auto">
            <a:xfrm>
              <a:off x="385" y="3084"/>
              <a:ext cx="384" cy="256"/>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9" name="Oval 27"/>
            <p:cNvSpPr>
              <a:spLocks noChangeArrowheads="1"/>
            </p:cNvSpPr>
            <p:nvPr/>
          </p:nvSpPr>
          <p:spPr bwMode="auto">
            <a:xfrm>
              <a:off x="566" y="2883"/>
              <a:ext cx="57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0" name="Oval 28"/>
            <p:cNvSpPr>
              <a:spLocks noChangeArrowheads="1"/>
            </p:cNvSpPr>
            <p:nvPr/>
          </p:nvSpPr>
          <p:spPr bwMode="auto">
            <a:xfrm>
              <a:off x="992" y="2795"/>
              <a:ext cx="757"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1" name="Oval 29"/>
            <p:cNvSpPr>
              <a:spLocks noChangeArrowheads="1"/>
            </p:cNvSpPr>
            <p:nvPr/>
          </p:nvSpPr>
          <p:spPr bwMode="auto">
            <a:xfrm>
              <a:off x="1504" y="2891"/>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2" name="Oval 30"/>
            <p:cNvSpPr>
              <a:spLocks noChangeArrowheads="1"/>
            </p:cNvSpPr>
            <p:nvPr/>
          </p:nvSpPr>
          <p:spPr bwMode="auto">
            <a:xfrm>
              <a:off x="704" y="2987"/>
              <a:ext cx="1141" cy="41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3" name="Oval 31"/>
            <p:cNvSpPr>
              <a:spLocks noChangeArrowheads="1"/>
            </p:cNvSpPr>
            <p:nvPr/>
          </p:nvSpPr>
          <p:spPr bwMode="auto">
            <a:xfrm rot="1336630">
              <a:off x="1474" y="3067"/>
              <a:ext cx="555" cy="417"/>
            </a:xfrm>
            <a:prstGeom prst="ellipse">
              <a:avLst/>
            </a:prstGeom>
            <a:grp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4" name="Oval 32"/>
            <p:cNvSpPr>
              <a:spLocks noChangeArrowheads="1"/>
            </p:cNvSpPr>
            <p:nvPr/>
          </p:nvSpPr>
          <p:spPr bwMode="auto">
            <a:xfrm>
              <a:off x="1004" y="2811"/>
              <a:ext cx="75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5" name="Oval 33"/>
            <p:cNvSpPr>
              <a:spLocks noChangeArrowheads="1"/>
            </p:cNvSpPr>
            <p:nvPr/>
          </p:nvSpPr>
          <p:spPr bwMode="auto">
            <a:xfrm>
              <a:off x="577" y="2899"/>
              <a:ext cx="575" cy="320"/>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6" name="Oval 34"/>
            <p:cNvSpPr>
              <a:spLocks noChangeArrowheads="1"/>
            </p:cNvSpPr>
            <p:nvPr/>
          </p:nvSpPr>
          <p:spPr bwMode="auto">
            <a:xfrm>
              <a:off x="396" y="3100"/>
              <a:ext cx="383" cy="256"/>
            </a:xfrm>
            <a:prstGeom prst="ellipse">
              <a:avLst/>
            </a:prstGeom>
            <a:grp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7" name="Oval 35"/>
            <p:cNvSpPr>
              <a:spLocks noChangeArrowheads="1"/>
            </p:cNvSpPr>
            <p:nvPr/>
          </p:nvSpPr>
          <p:spPr bwMode="auto">
            <a:xfrm>
              <a:off x="1515" y="2908"/>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8" name="Oval 36"/>
            <p:cNvSpPr>
              <a:spLocks noChangeArrowheads="1"/>
            </p:cNvSpPr>
            <p:nvPr/>
          </p:nvSpPr>
          <p:spPr bwMode="auto">
            <a:xfrm>
              <a:off x="1599" y="3075"/>
              <a:ext cx="555" cy="249"/>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89" name="Oval 37"/>
            <p:cNvSpPr>
              <a:spLocks noChangeArrowheads="1"/>
            </p:cNvSpPr>
            <p:nvPr/>
          </p:nvSpPr>
          <p:spPr bwMode="auto">
            <a:xfrm>
              <a:off x="715" y="3003"/>
              <a:ext cx="1141" cy="417"/>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90" name="Oval 38"/>
            <p:cNvSpPr>
              <a:spLocks noChangeArrowheads="1"/>
            </p:cNvSpPr>
            <p:nvPr/>
          </p:nvSpPr>
          <p:spPr bwMode="auto">
            <a:xfrm>
              <a:off x="513" y="3219"/>
              <a:ext cx="586" cy="282"/>
            </a:xfrm>
            <a:prstGeom prst="ellipse">
              <a:avLst/>
            </a:prstGeom>
            <a:grp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91" name="Freeform 3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127" name="Text Box 40"/>
          <p:cNvSpPr txBox="1">
            <a:spLocks noChangeArrowheads="1"/>
          </p:cNvSpPr>
          <p:nvPr/>
        </p:nvSpPr>
        <p:spPr bwMode="auto">
          <a:xfrm>
            <a:off x="1946988" y="1535715"/>
            <a:ext cx="453971"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050" b="1" i="0" u="none" strike="noStrike" kern="0" cap="none" spc="0" normalizeH="0" baseline="0" noProof="0" dirty="0">
                <a:ln>
                  <a:noFill/>
                </a:ln>
                <a:effectLst/>
                <a:uLnTx/>
                <a:uFillTx/>
                <a:latin typeface="微软雅黑" pitchFamily="34" charset="-122"/>
                <a:ea typeface="微软雅黑" pitchFamily="34" charset="-122"/>
              </a:rPr>
              <a:t>主机</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1</a:t>
            </a:r>
          </a:p>
        </p:txBody>
      </p:sp>
      <p:pic>
        <p:nvPicPr>
          <p:cNvPr id="128" name="Picture 4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901379" y="1713660"/>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29" name="Group 42"/>
          <p:cNvGrpSpPr>
            <a:grpSpLocks/>
          </p:cNvGrpSpPr>
          <p:nvPr/>
        </p:nvGrpSpPr>
        <p:grpSpPr bwMode="auto">
          <a:xfrm>
            <a:off x="5735467" y="1583047"/>
            <a:ext cx="871072" cy="522452"/>
            <a:chOff x="385" y="2795"/>
            <a:chExt cx="1769" cy="816"/>
          </a:xfrm>
          <a:solidFill>
            <a:srgbClr val="3399FF"/>
          </a:solidFill>
        </p:grpSpPr>
        <p:sp>
          <p:nvSpPr>
            <p:cNvPr id="358" name="Oval 43"/>
            <p:cNvSpPr>
              <a:spLocks noChangeArrowheads="1"/>
            </p:cNvSpPr>
            <p:nvPr/>
          </p:nvSpPr>
          <p:spPr bwMode="auto">
            <a:xfrm>
              <a:off x="1589" y="3060"/>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9" name="Oval 44"/>
            <p:cNvSpPr>
              <a:spLocks noChangeArrowheads="1"/>
            </p:cNvSpPr>
            <p:nvPr/>
          </p:nvSpPr>
          <p:spPr bwMode="auto">
            <a:xfrm>
              <a:off x="928" y="3274"/>
              <a:ext cx="884" cy="337"/>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0" name="Oval 45"/>
            <p:cNvSpPr>
              <a:spLocks noChangeArrowheads="1"/>
            </p:cNvSpPr>
            <p:nvPr/>
          </p:nvSpPr>
          <p:spPr bwMode="auto">
            <a:xfrm>
              <a:off x="502" y="3204"/>
              <a:ext cx="586" cy="28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1" name="Oval 46"/>
            <p:cNvSpPr>
              <a:spLocks noChangeArrowheads="1"/>
            </p:cNvSpPr>
            <p:nvPr/>
          </p:nvSpPr>
          <p:spPr bwMode="auto">
            <a:xfrm>
              <a:off x="385" y="3084"/>
              <a:ext cx="384" cy="256"/>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2" name="Oval 47"/>
            <p:cNvSpPr>
              <a:spLocks noChangeArrowheads="1"/>
            </p:cNvSpPr>
            <p:nvPr/>
          </p:nvSpPr>
          <p:spPr bwMode="auto">
            <a:xfrm>
              <a:off x="566" y="2883"/>
              <a:ext cx="57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3" name="Oval 48"/>
            <p:cNvSpPr>
              <a:spLocks noChangeArrowheads="1"/>
            </p:cNvSpPr>
            <p:nvPr/>
          </p:nvSpPr>
          <p:spPr bwMode="auto">
            <a:xfrm>
              <a:off x="992" y="2795"/>
              <a:ext cx="757"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4" name="Oval 49"/>
            <p:cNvSpPr>
              <a:spLocks noChangeArrowheads="1"/>
            </p:cNvSpPr>
            <p:nvPr/>
          </p:nvSpPr>
          <p:spPr bwMode="auto">
            <a:xfrm>
              <a:off x="1504" y="2891"/>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5" name="Oval 50"/>
            <p:cNvSpPr>
              <a:spLocks noChangeArrowheads="1"/>
            </p:cNvSpPr>
            <p:nvPr/>
          </p:nvSpPr>
          <p:spPr bwMode="auto">
            <a:xfrm>
              <a:off x="704" y="2987"/>
              <a:ext cx="1141" cy="41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6" name="Oval 51"/>
            <p:cNvSpPr>
              <a:spLocks noChangeArrowheads="1"/>
            </p:cNvSpPr>
            <p:nvPr/>
          </p:nvSpPr>
          <p:spPr bwMode="auto">
            <a:xfrm rot="1336630">
              <a:off x="1474" y="3067"/>
              <a:ext cx="555" cy="417"/>
            </a:xfrm>
            <a:prstGeom prst="ellipse">
              <a:avLst/>
            </a:prstGeom>
            <a:grp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7" name="Oval 52"/>
            <p:cNvSpPr>
              <a:spLocks noChangeArrowheads="1"/>
            </p:cNvSpPr>
            <p:nvPr/>
          </p:nvSpPr>
          <p:spPr bwMode="auto">
            <a:xfrm>
              <a:off x="1004" y="2811"/>
              <a:ext cx="75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8" name="Oval 53"/>
            <p:cNvSpPr>
              <a:spLocks noChangeArrowheads="1"/>
            </p:cNvSpPr>
            <p:nvPr/>
          </p:nvSpPr>
          <p:spPr bwMode="auto">
            <a:xfrm>
              <a:off x="577" y="2899"/>
              <a:ext cx="575" cy="320"/>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69" name="Oval 54"/>
            <p:cNvSpPr>
              <a:spLocks noChangeArrowheads="1"/>
            </p:cNvSpPr>
            <p:nvPr/>
          </p:nvSpPr>
          <p:spPr bwMode="auto">
            <a:xfrm>
              <a:off x="396" y="3100"/>
              <a:ext cx="383" cy="256"/>
            </a:xfrm>
            <a:prstGeom prst="ellipse">
              <a:avLst/>
            </a:prstGeom>
            <a:grp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0" name="Oval 55"/>
            <p:cNvSpPr>
              <a:spLocks noChangeArrowheads="1"/>
            </p:cNvSpPr>
            <p:nvPr/>
          </p:nvSpPr>
          <p:spPr bwMode="auto">
            <a:xfrm>
              <a:off x="1515" y="2908"/>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1" name="Oval 56"/>
            <p:cNvSpPr>
              <a:spLocks noChangeArrowheads="1"/>
            </p:cNvSpPr>
            <p:nvPr/>
          </p:nvSpPr>
          <p:spPr bwMode="auto">
            <a:xfrm>
              <a:off x="1599" y="3075"/>
              <a:ext cx="555" cy="249"/>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2" name="Oval 57"/>
            <p:cNvSpPr>
              <a:spLocks noChangeArrowheads="1"/>
            </p:cNvSpPr>
            <p:nvPr/>
          </p:nvSpPr>
          <p:spPr bwMode="auto">
            <a:xfrm>
              <a:off x="715" y="3003"/>
              <a:ext cx="1141" cy="417"/>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3" name="Oval 58"/>
            <p:cNvSpPr>
              <a:spLocks noChangeArrowheads="1"/>
            </p:cNvSpPr>
            <p:nvPr/>
          </p:nvSpPr>
          <p:spPr bwMode="auto">
            <a:xfrm>
              <a:off x="513" y="3219"/>
              <a:ext cx="586" cy="282"/>
            </a:xfrm>
            <a:prstGeom prst="ellipse">
              <a:avLst/>
            </a:prstGeom>
            <a:grp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74" name="Freeform 5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30" name="Group 60"/>
          <p:cNvGrpSpPr>
            <a:grpSpLocks/>
          </p:cNvGrpSpPr>
          <p:nvPr/>
        </p:nvGrpSpPr>
        <p:grpSpPr bwMode="auto">
          <a:xfrm>
            <a:off x="4779488" y="2585790"/>
            <a:ext cx="247262" cy="302228"/>
            <a:chOff x="4420" y="2719"/>
            <a:chExt cx="397" cy="571"/>
          </a:xfrm>
          <a:solidFill>
            <a:srgbClr val="00FF99"/>
          </a:solidFill>
        </p:grpSpPr>
        <p:grpSp>
          <p:nvGrpSpPr>
            <p:cNvPr id="311" name="Group 62"/>
            <p:cNvGrpSpPr>
              <a:grpSpLocks/>
            </p:cNvGrpSpPr>
            <p:nvPr/>
          </p:nvGrpSpPr>
          <p:grpSpPr bwMode="auto">
            <a:xfrm>
              <a:off x="4562" y="3066"/>
              <a:ext cx="13" cy="70"/>
              <a:chOff x="4562" y="3066"/>
              <a:chExt cx="13" cy="70"/>
            </a:xfrm>
            <a:grpFill/>
          </p:grpSpPr>
          <p:sp>
            <p:nvSpPr>
              <p:cNvPr id="356" name="Rectangle 63"/>
              <p:cNvSpPr>
                <a:spLocks noChangeArrowheads="1"/>
              </p:cNvSpPr>
              <p:nvPr/>
            </p:nvSpPr>
            <p:spPr bwMode="auto">
              <a:xfrm>
                <a:off x="4562" y="3067"/>
                <a:ext cx="13" cy="69"/>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7" name="Line 64"/>
              <p:cNvSpPr>
                <a:spLocks noChangeShapeType="1"/>
              </p:cNvSpPr>
              <p:nvPr/>
            </p:nvSpPr>
            <p:spPr bwMode="auto">
              <a:xfrm>
                <a:off x="4568" y="3066"/>
                <a:ext cx="1" cy="64"/>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312" name="Rectangle 65"/>
            <p:cNvSpPr>
              <a:spLocks noChangeArrowheads="1"/>
            </p:cNvSpPr>
            <p:nvPr/>
          </p:nvSpPr>
          <p:spPr bwMode="auto">
            <a:xfrm>
              <a:off x="4503" y="3022"/>
              <a:ext cx="43"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3" name="Freeform 66"/>
            <p:cNvSpPr>
              <a:spLocks/>
            </p:cNvSpPr>
            <p:nvPr/>
          </p:nvSpPr>
          <p:spPr bwMode="auto">
            <a:xfrm>
              <a:off x="4663" y="3044"/>
              <a:ext cx="28" cy="24"/>
            </a:xfrm>
            <a:custGeom>
              <a:avLst/>
              <a:gdLst>
                <a:gd name="T0" fmla="*/ 0 w 113"/>
                <a:gd name="T1" fmla="*/ 0 h 95"/>
                <a:gd name="T2" fmla="*/ 0 w 113"/>
                <a:gd name="T3" fmla="*/ 95 h 95"/>
                <a:gd name="T4" fmla="*/ 113 w 113"/>
                <a:gd name="T5" fmla="*/ 95 h 95"/>
                <a:gd name="T6" fmla="*/ 113 w 113"/>
                <a:gd name="T7" fmla="*/ 19 h 95"/>
                <a:gd name="T8" fmla="*/ 0 w 113"/>
                <a:gd name="T9" fmla="*/ 0 h 95"/>
              </a:gdLst>
              <a:ahLst/>
              <a:cxnLst>
                <a:cxn ang="0">
                  <a:pos x="T0" y="T1"/>
                </a:cxn>
                <a:cxn ang="0">
                  <a:pos x="T2" y="T3"/>
                </a:cxn>
                <a:cxn ang="0">
                  <a:pos x="T4" y="T5"/>
                </a:cxn>
                <a:cxn ang="0">
                  <a:pos x="T6" y="T7"/>
                </a:cxn>
                <a:cxn ang="0">
                  <a:pos x="T8" y="T9"/>
                </a:cxn>
              </a:cxnLst>
              <a:rect l="0" t="0" r="r" b="b"/>
              <a:pathLst>
                <a:path w="113" h="95">
                  <a:moveTo>
                    <a:pt x="0" y="0"/>
                  </a:moveTo>
                  <a:lnTo>
                    <a:pt x="0" y="95"/>
                  </a:lnTo>
                  <a:lnTo>
                    <a:pt x="113" y="95"/>
                  </a:lnTo>
                  <a:lnTo>
                    <a:pt x="113" y="19"/>
                  </a:lnTo>
                  <a:lnTo>
                    <a:pt x="0" y="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4" name="Freeform 67"/>
            <p:cNvSpPr>
              <a:spLocks/>
            </p:cNvSpPr>
            <p:nvPr/>
          </p:nvSpPr>
          <p:spPr bwMode="auto">
            <a:xfrm>
              <a:off x="4604" y="3001"/>
              <a:ext cx="19" cy="21"/>
            </a:xfrm>
            <a:custGeom>
              <a:avLst/>
              <a:gdLst>
                <a:gd name="T0" fmla="*/ 43 w 78"/>
                <a:gd name="T1" fmla="*/ 0 h 86"/>
                <a:gd name="T2" fmla="*/ 0 w 78"/>
                <a:gd name="T3" fmla="*/ 86 h 86"/>
                <a:gd name="T4" fmla="*/ 57 w 78"/>
                <a:gd name="T5" fmla="*/ 79 h 86"/>
                <a:gd name="T6" fmla="*/ 78 w 78"/>
                <a:gd name="T7" fmla="*/ 22 h 86"/>
                <a:gd name="T8" fmla="*/ 43 w 78"/>
                <a:gd name="T9" fmla="*/ 0 h 86"/>
              </a:gdLst>
              <a:ahLst/>
              <a:cxnLst>
                <a:cxn ang="0">
                  <a:pos x="T0" y="T1"/>
                </a:cxn>
                <a:cxn ang="0">
                  <a:pos x="T2" y="T3"/>
                </a:cxn>
                <a:cxn ang="0">
                  <a:pos x="T4" y="T5"/>
                </a:cxn>
                <a:cxn ang="0">
                  <a:pos x="T6" y="T7"/>
                </a:cxn>
                <a:cxn ang="0">
                  <a:pos x="T8" y="T9"/>
                </a:cxn>
              </a:cxnLst>
              <a:rect l="0" t="0" r="r" b="b"/>
              <a:pathLst>
                <a:path w="78" h="86">
                  <a:moveTo>
                    <a:pt x="43" y="0"/>
                  </a:moveTo>
                  <a:lnTo>
                    <a:pt x="0" y="86"/>
                  </a:lnTo>
                  <a:lnTo>
                    <a:pt x="57" y="79"/>
                  </a:lnTo>
                  <a:lnTo>
                    <a:pt x="78" y="22"/>
                  </a:lnTo>
                  <a:lnTo>
                    <a:pt x="43"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5" name="Freeform 68"/>
            <p:cNvSpPr>
              <a:spLocks/>
            </p:cNvSpPr>
            <p:nvPr/>
          </p:nvSpPr>
          <p:spPr bwMode="auto">
            <a:xfrm>
              <a:off x="4570" y="3144"/>
              <a:ext cx="90" cy="7"/>
            </a:xfrm>
            <a:custGeom>
              <a:avLst/>
              <a:gdLst>
                <a:gd name="T0" fmla="*/ 0 w 360"/>
                <a:gd name="T1" fmla="*/ 0 h 30"/>
                <a:gd name="T2" fmla="*/ 360 w 360"/>
                <a:gd name="T3" fmla="*/ 0 h 30"/>
                <a:gd name="T4" fmla="*/ 360 w 360"/>
                <a:gd name="T5" fmla="*/ 30 h 30"/>
                <a:gd name="T6" fmla="*/ 4 w 360"/>
                <a:gd name="T7" fmla="*/ 30 h 30"/>
                <a:gd name="T8" fmla="*/ 0 w 360"/>
                <a:gd name="T9" fmla="*/ 0 h 30"/>
              </a:gdLst>
              <a:ahLst/>
              <a:cxnLst>
                <a:cxn ang="0">
                  <a:pos x="T0" y="T1"/>
                </a:cxn>
                <a:cxn ang="0">
                  <a:pos x="T2" y="T3"/>
                </a:cxn>
                <a:cxn ang="0">
                  <a:pos x="T4" y="T5"/>
                </a:cxn>
                <a:cxn ang="0">
                  <a:pos x="T6" y="T7"/>
                </a:cxn>
                <a:cxn ang="0">
                  <a:pos x="T8" y="T9"/>
                </a:cxn>
              </a:cxnLst>
              <a:rect l="0" t="0" r="r" b="b"/>
              <a:pathLst>
                <a:path w="360" h="30">
                  <a:moveTo>
                    <a:pt x="0" y="0"/>
                  </a:moveTo>
                  <a:lnTo>
                    <a:pt x="360" y="0"/>
                  </a:lnTo>
                  <a:lnTo>
                    <a:pt x="360" y="30"/>
                  </a:lnTo>
                  <a:lnTo>
                    <a:pt x="4" y="30"/>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6" name="Freeform 69"/>
            <p:cNvSpPr>
              <a:spLocks/>
            </p:cNvSpPr>
            <p:nvPr/>
          </p:nvSpPr>
          <p:spPr bwMode="auto">
            <a:xfrm>
              <a:off x="4502" y="2862"/>
              <a:ext cx="37" cy="46"/>
            </a:xfrm>
            <a:custGeom>
              <a:avLst/>
              <a:gdLst>
                <a:gd name="T0" fmla="*/ 141 w 150"/>
                <a:gd name="T1" fmla="*/ 0 h 184"/>
                <a:gd name="T2" fmla="*/ 1 w 150"/>
                <a:gd name="T3" fmla="*/ 131 h 184"/>
                <a:gd name="T4" fmla="*/ 0 w 150"/>
                <a:gd name="T5" fmla="*/ 184 h 184"/>
                <a:gd name="T6" fmla="*/ 150 w 150"/>
                <a:gd name="T7" fmla="*/ 60 h 184"/>
                <a:gd name="T8" fmla="*/ 141 w 150"/>
                <a:gd name="T9" fmla="*/ 0 h 184"/>
              </a:gdLst>
              <a:ahLst/>
              <a:cxnLst>
                <a:cxn ang="0">
                  <a:pos x="T0" y="T1"/>
                </a:cxn>
                <a:cxn ang="0">
                  <a:pos x="T2" y="T3"/>
                </a:cxn>
                <a:cxn ang="0">
                  <a:pos x="T4" y="T5"/>
                </a:cxn>
                <a:cxn ang="0">
                  <a:pos x="T6" y="T7"/>
                </a:cxn>
                <a:cxn ang="0">
                  <a:pos x="T8" y="T9"/>
                </a:cxn>
              </a:cxnLst>
              <a:rect l="0" t="0" r="r" b="b"/>
              <a:pathLst>
                <a:path w="150" h="184">
                  <a:moveTo>
                    <a:pt x="141" y="0"/>
                  </a:moveTo>
                  <a:lnTo>
                    <a:pt x="1" y="131"/>
                  </a:lnTo>
                  <a:lnTo>
                    <a:pt x="0" y="184"/>
                  </a:lnTo>
                  <a:lnTo>
                    <a:pt x="150" y="60"/>
                  </a:lnTo>
                  <a:lnTo>
                    <a:pt x="1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7" name="Freeform 70"/>
            <p:cNvSpPr>
              <a:spLocks/>
            </p:cNvSpPr>
            <p:nvPr/>
          </p:nvSpPr>
          <p:spPr bwMode="auto">
            <a:xfrm>
              <a:off x="4492" y="2741"/>
              <a:ext cx="57" cy="394"/>
            </a:xfrm>
            <a:custGeom>
              <a:avLst/>
              <a:gdLst>
                <a:gd name="T0" fmla="*/ 228 w 228"/>
                <a:gd name="T1" fmla="*/ 0 h 1575"/>
                <a:gd name="T2" fmla="*/ 0 w 228"/>
                <a:gd name="T3" fmla="*/ 93 h 1575"/>
                <a:gd name="T4" fmla="*/ 0 w 228"/>
                <a:gd name="T5" fmla="*/ 1575 h 1575"/>
                <a:gd name="T6" fmla="*/ 42 w 228"/>
                <a:gd name="T7" fmla="*/ 1575 h 1575"/>
                <a:gd name="T8" fmla="*/ 42 w 228"/>
                <a:gd name="T9" fmla="*/ 228 h 1575"/>
                <a:gd name="T10" fmla="*/ 228 w 228"/>
                <a:gd name="T11" fmla="*/ 150 h 1575"/>
                <a:gd name="T12" fmla="*/ 228 w 228"/>
                <a:gd name="T13" fmla="*/ 0 h 1575"/>
              </a:gdLst>
              <a:ahLst/>
              <a:cxnLst>
                <a:cxn ang="0">
                  <a:pos x="T0" y="T1"/>
                </a:cxn>
                <a:cxn ang="0">
                  <a:pos x="T2" y="T3"/>
                </a:cxn>
                <a:cxn ang="0">
                  <a:pos x="T4" y="T5"/>
                </a:cxn>
                <a:cxn ang="0">
                  <a:pos x="T6" y="T7"/>
                </a:cxn>
                <a:cxn ang="0">
                  <a:pos x="T8" y="T9"/>
                </a:cxn>
                <a:cxn ang="0">
                  <a:pos x="T10" y="T11"/>
                </a:cxn>
                <a:cxn ang="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8" name="Freeform 71"/>
            <p:cNvSpPr>
              <a:spLocks/>
            </p:cNvSpPr>
            <p:nvPr/>
          </p:nvSpPr>
          <p:spPr bwMode="auto">
            <a:xfrm>
              <a:off x="4490" y="3135"/>
              <a:ext cx="327" cy="85"/>
            </a:xfrm>
            <a:custGeom>
              <a:avLst/>
              <a:gdLst>
                <a:gd name="T0" fmla="*/ 0 w 1306"/>
                <a:gd name="T1" fmla="*/ 344 h 344"/>
                <a:gd name="T2" fmla="*/ 0 w 1306"/>
                <a:gd name="T3" fmla="*/ 0 h 344"/>
                <a:gd name="T4" fmla="*/ 284 w 1306"/>
                <a:gd name="T5" fmla="*/ 0 h 344"/>
                <a:gd name="T6" fmla="*/ 341 w 1306"/>
                <a:gd name="T7" fmla="*/ 57 h 344"/>
                <a:gd name="T8" fmla="*/ 511 w 1306"/>
                <a:gd name="T9" fmla="*/ 57 h 344"/>
                <a:gd name="T10" fmla="*/ 568 w 1306"/>
                <a:gd name="T11" fmla="*/ 116 h 344"/>
                <a:gd name="T12" fmla="*/ 1136 w 1306"/>
                <a:gd name="T13" fmla="*/ 116 h 344"/>
                <a:gd name="T14" fmla="*/ 1136 w 1306"/>
                <a:gd name="T15" fmla="*/ 230 h 344"/>
                <a:gd name="T16" fmla="*/ 1306 w 1306"/>
                <a:gd name="T17" fmla="*/ 230 h 344"/>
                <a:gd name="T18" fmla="*/ 1306 w 1306"/>
                <a:gd name="T19" fmla="*/ 344 h 344"/>
                <a:gd name="T20" fmla="*/ 0 w 1306"/>
                <a:gd name="T21"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19" name="Rectangle 72"/>
            <p:cNvSpPr>
              <a:spLocks noChangeArrowheads="1"/>
            </p:cNvSpPr>
            <p:nvPr/>
          </p:nvSpPr>
          <p:spPr bwMode="auto">
            <a:xfrm>
              <a:off x="4491" y="3193"/>
              <a:ext cx="240"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0" name="Line 73"/>
            <p:cNvSpPr>
              <a:spLocks noChangeShapeType="1"/>
            </p:cNvSpPr>
            <p:nvPr/>
          </p:nvSpPr>
          <p:spPr bwMode="auto">
            <a:xfrm>
              <a:off x="4479" y="3015"/>
              <a:ext cx="1" cy="50"/>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1" name="Freeform 74"/>
            <p:cNvSpPr>
              <a:spLocks/>
            </p:cNvSpPr>
            <p:nvPr/>
          </p:nvSpPr>
          <p:spPr bwMode="auto">
            <a:xfrm>
              <a:off x="4471" y="3065"/>
              <a:ext cx="21" cy="25"/>
            </a:xfrm>
            <a:custGeom>
              <a:avLst/>
              <a:gdLst>
                <a:gd name="T0" fmla="*/ 0 w 85"/>
                <a:gd name="T1" fmla="*/ 99 h 99"/>
                <a:gd name="T2" fmla="*/ 0 w 85"/>
                <a:gd name="T3" fmla="*/ 0 h 99"/>
                <a:gd name="T4" fmla="*/ 85 w 85"/>
                <a:gd name="T5" fmla="*/ 0 h 99"/>
                <a:gd name="T6" fmla="*/ 85 w 85"/>
                <a:gd name="T7" fmla="*/ 35 h 99"/>
                <a:gd name="T8" fmla="*/ 28 w 85"/>
                <a:gd name="T9" fmla="*/ 35 h 99"/>
                <a:gd name="T10" fmla="*/ 28 w 85"/>
                <a:gd name="T11" fmla="*/ 99 h 99"/>
                <a:gd name="T12" fmla="*/ 0 w 8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85" h="99">
                  <a:moveTo>
                    <a:pt x="0" y="99"/>
                  </a:moveTo>
                  <a:lnTo>
                    <a:pt x="0" y="0"/>
                  </a:lnTo>
                  <a:lnTo>
                    <a:pt x="85" y="0"/>
                  </a:lnTo>
                  <a:lnTo>
                    <a:pt x="85" y="35"/>
                  </a:lnTo>
                  <a:lnTo>
                    <a:pt x="28" y="35"/>
                  </a:lnTo>
                  <a:lnTo>
                    <a:pt x="28" y="99"/>
                  </a:lnTo>
                  <a:lnTo>
                    <a:pt x="0" y="99"/>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2" name="Freeform 75"/>
            <p:cNvSpPr>
              <a:spLocks/>
            </p:cNvSpPr>
            <p:nvPr/>
          </p:nvSpPr>
          <p:spPr bwMode="auto">
            <a:xfrm>
              <a:off x="4590" y="3047"/>
              <a:ext cx="72" cy="104"/>
            </a:xfrm>
            <a:custGeom>
              <a:avLst/>
              <a:gdLst>
                <a:gd name="T0" fmla="*/ 0 w 290"/>
                <a:gd name="T1" fmla="*/ 0 h 415"/>
                <a:gd name="T2" fmla="*/ 290 w 290"/>
                <a:gd name="T3" fmla="*/ 415 h 415"/>
                <a:gd name="T4" fmla="*/ 248 w 290"/>
                <a:gd name="T5" fmla="*/ 406 h 415"/>
                <a:gd name="T6" fmla="*/ 0 w 290"/>
                <a:gd name="T7" fmla="*/ 57 h 415"/>
                <a:gd name="T8" fmla="*/ 0 w 290"/>
                <a:gd name="T9" fmla="*/ 0 h 415"/>
              </a:gdLst>
              <a:ahLst/>
              <a:cxnLst>
                <a:cxn ang="0">
                  <a:pos x="T0" y="T1"/>
                </a:cxn>
                <a:cxn ang="0">
                  <a:pos x="T2" y="T3"/>
                </a:cxn>
                <a:cxn ang="0">
                  <a:pos x="T4" y="T5"/>
                </a:cxn>
                <a:cxn ang="0">
                  <a:pos x="T6" y="T7"/>
                </a:cxn>
                <a:cxn ang="0">
                  <a:pos x="T8" y="T9"/>
                </a:cxn>
              </a:cxnLst>
              <a:rect l="0" t="0" r="r" b="b"/>
              <a:pathLst>
                <a:path w="290" h="415">
                  <a:moveTo>
                    <a:pt x="0" y="0"/>
                  </a:moveTo>
                  <a:lnTo>
                    <a:pt x="290" y="415"/>
                  </a:lnTo>
                  <a:lnTo>
                    <a:pt x="248" y="406"/>
                  </a:lnTo>
                  <a:lnTo>
                    <a:pt x="0" y="57"/>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3" name="Freeform 76"/>
            <p:cNvSpPr>
              <a:spLocks/>
            </p:cNvSpPr>
            <p:nvPr/>
          </p:nvSpPr>
          <p:spPr bwMode="auto">
            <a:xfrm>
              <a:off x="4433" y="3106"/>
              <a:ext cx="57" cy="114"/>
            </a:xfrm>
            <a:custGeom>
              <a:avLst/>
              <a:gdLst>
                <a:gd name="T0" fmla="*/ 170 w 227"/>
                <a:gd name="T1" fmla="*/ 0 h 458"/>
                <a:gd name="T2" fmla="*/ 0 w 227"/>
                <a:gd name="T3" fmla="*/ 171 h 458"/>
                <a:gd name="T4" fmla="*/ 0 w 227"/>
                <a:gd name="T5" fmla="*/ 458 h 458"/>
                <a:gd name="T6" fmla="*/ 227 w 227"/>
                <a:gd name="T7" fmla="*/ 458 h 458"/>
                <a:gd name="T8" fmla="*/ 227 w 227"/>
                <a:gd name="T9" fmla="*/ 114 h 458"/>
                <a:gd name="T10" fmla="*/ 170 w 227"/>
                <a:gd name="T11" fmla="*/ 0 h 458"/>
              </a:gdLst>
              <a:ahLst/>
              <a:cxnLst>
                <a:cxn ang="0">
                  <a:pos x="T0" y="T1"/>
                </a:cxn>
                <a:cxn ang="0">
                  <a:pos x="T2" y="T3"/>
                </a:cxn>
                <a:cxn ang="0">
                  <a:pos x="T4" y="T5"/>
                </a:cxn>
                <a:cxn ang="0">
                  <a:pos x="T6" y="T7"/>
                </a:cxn>
                <a:cxn ang="0">
                  <a:pos x="T8" y="T9"/>
                </a:cxn>
                <a:cxn ang="0">
                  <a:pos x="T10" y="T11"/>
                </a:cxn>
              </a:cxnLst>
              <a:rect l="0" t="0" r="r" b="b"/>
              <a:pathLst>
                <a:path w="227" h="458">
                  <a:moveTo>
                    <a:pt x="170" y="0"/>
                  </a:moveTo>
                  <a:lnTo>
                    <a:pt x="0" y="171"/>
                  </a:lnTo>
                  <a:lnTo>
                    <a:pt x="0" y="458"/>
                  </a:lnTo>
                  <a:lnTo>
                    <a:pt x="227" y="458"/>
                  </a:lnTo>
                  <a:lnTo>
                    <a:pt x="227" y="114"/>
                  </a:lnTo>
                  <a:lnTo>
                    <a:pt x="17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4" name="Rectangle 77"/>
            <p:cNvSpPr>
              <a:spLocks noChangeArrowheads="1"/>
            </p:cNvSpPr>
            <p:nvPr/>
          </p:nvSpPr>
          <p:spPr bwMode="auto">
            <a:xfrm>
              <a:off x="4420" y="3276"/>
              <a:ext cx="395" cy="1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5" name="Rectangle 78"/>
            <p:cNvSpPr>
              <a:spLocks noChangeArrowheads="1"/>
            </p:cNvSpPr>
            <p:nvPr/>
          </p:nvSpPr>
          <p:spPr bwMode="auto">
            <a:xfrm>
              <a:off x="4420" y="3250"/>
              <a:ext cx="395" cy="2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6" name="Rectangle 79"/>
            <p:cNvSpPr>
              <a:spLocks noChangeArrowheads="1"/>
            </p:cNvSpPr>
            <p:nvPr/>
          </p:nvSpPr>
          <p:spPr bwMode="auto">
            <a:xfrm>
              <a:off x="4420" y="3221"/>
              <a:ext cx="395"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7" name="Rectangle 80"/>
            <p:cNvSpPr>
              <a:spLocks noChangeArrowheads="1"/>
            </p:cNvSpPr>
            <p:nvPr/>
          </p:nvSpPr>
          <p:spPr bwMode="auto">
            <a:xfrm>
              <a:off x="4763" y="3200"/>
              <a:ext cx="41" cy="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8" name="Oval 81"/>
            <p:cNvSpPr>
              <a:spLocks noChangeArrowheads="1"/>
            </p:cNvSpPr>
            <p:nvPr/>
          </p:nvSpPr>
          <p:spPr bwMode="auto">
            <a:xfrm>
              <a:off x="4462" y="3092"/>
              <a:ext cx="28" cy="29"/>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29" name="Rectangle 82"/>
            <p:cNvSpPr>
              <a:spLocks noChangeArrowheads="1"/>
            </p:cNvSpPr>
            <p:nvPr/>
          </p:nvSpPr>
          <p:spPr bwMode="auto">
            <a:xfrm>
              <a:off x="4562" y="3036"/>
              <a:ext cx="27"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0" name="Freeform 83"/>
            <p:cNvSpPr>
              <a:spLocks/>
            </p:cNvSpPr>
            <p:nvPr/>
          </p:nvSpPr>
          <p:spPr bwMode="auto">
            <a:xfrm>
              <a:off x="4547" y="3021"/>
              <a:ext cx="114" cy="114"/>
            </a:xfrm>
            <a:custGeom>
              <a:avLst/>
              <a:gdLst>
                <a:gd name="T0" fmla="*/ 57 w 454"/>
                <a:gd name="T1" fmla="*/ 455 h 455"/>
                <a:gd name="T2" fmla="*/ 57 w 454"/>
                <a:gd name="T3" fmla="*/ 57 h 455"/>
                <a:gd name="T4" fmla="*/ 454 w 454"/>
                <a:gd name="T5" fmla="*/ 57 h 455"/>
                <a:gd name="T6" fmla="*/ 454 w 454"/>
                <a:gd name="T7" fmla="*/ 0 h 455"/>
                <a:gd name="T8" fmla="*/ 0 w 454"/>
                <a:gd name="T9" fmla="*/ 0 h 455"/>
                <a:gd name="T10" fmla="*/ 0 w 454"/>
                <a:gd name="T11" fmla="*/ 455 h 455"/>
                <a:gd name="T12" fmla="*/ 57 w 454"/>
                <a:gd name="T13" fmla="*/ 455 h 455"/>
              </a:gdLst>
              <a:ahLst/>
              <a:cxnLst>
                <a:cxn ang="0">
                  <a:pos x="T0" y="T1"/>
                </a:cxn>
                <a:cxn ang="0">
                  <a:pos x="T2" y="T3"/>
                </a:cxn>
                <a:cxn ang="0">
                  <a:pos x="T4" y="T5"/>
                </a:cxn>
                <a:cxn ang="0">
                  <a:pos x="T6" y="T7"/>
                </a:cxn>
                <a:cxn ang="0">
                  <a:pos x="T8" y="T9"/>
                </a:cxn>
                <a:cxn ang="0">
                  <a:pos x="T10" y="T11"/>
                </a:cxn>
                <a:cxn ang="0">
                  <a:pos x="T12" y="T13"/>
                </a:cxn>
              </a:cxnLst>
              <a:rect l="0" t="0" r="r" b="b"/>
              <a:pathLst>
                <a:path w="454" h="455">
                  <a:moveTo>
                    <a:pt x="57" y="455"/>
                  </a:moveTo>
                  <a:lnTo>
                    <a:pt x="57" y="57"/>
                  </a:lnTo>
                  <a:lnTo>
                    <a:pt x="454" y="57"/>
                  </a:lnTo>
                  <a:lnTo>
                    <a:pt x="454" y="0"/>
                  </a:lnTo>
                  <a:lnTo>
                    <a:pt x="0" y="0"/>
                  </a:lnTo>
                  <a:lnTo>
                    <a:pt x="0" y="455"/>
                  </a:lnTo>
                  <a:lnTo>
                    <a:pt x="57" y="455"/>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331" name="Group 84"/>
            <p:cNvGrpSpPr>
              <a:grpSpLocks/>
            </p:cNvGrpSpPr>
            <p:nvPr/>
          </p:nvGrpSpPr>
          <p:grpSpPr bwMode="auto">
            <a:xfrm>
              <a:off x="4455" y="2913"/>
              <a:ext cx="126" cy="116"/>
              <a:chOff x="4455" y="2913"/>
              <a:chExt cx="126" cy="116"/>
            </a:xfrm>
            <a:grpFill/>
          </p:grpSpPr>
          <p:sp>
            <p:nvSpPr>
              <p:cNvPr id="354" name="Oval 85"/>
              <p:cNvSpPr>
                <a:spLocks noChangeArrowheads="1"/>
              </p:cNvSpPr>
              <p:nvPr/>
            </p:nvSpPr>
            <p:spPr bwMode="auto">
              <a:xfrm>
                <a:off x="4465" y="2913"/>
                <a:ext cx="116"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5" name="Oval 86"/>
              <p:cNvSpPr>
                <a:spLocks noChangeArrowheads="1"/>
              </p:cNvSpPr>
              <p:nvPr/>
            </p:nvSpPr>
            <p:spPr bwMode="auto">
              <a:xfrm>
                <a:off x="4455" y="2913"/>
                <a:ext cx="115"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332" name="Group 87"/>
            <p:cNvGrpSpPr>
              <a:grpSpLocks/>
            </p:cNvGrpSpPr>
            <p:nvPr/>
          </p:nvGrpSpPr>
          <p:grpSpPr bwMode="auto">
            <a:xfrm>
              <a:off x="4504" y="3136"/>
              <a:ext cx="43" cy="112"/>
              <a:chOff x="4504" y="3136"/>
              <a:chExt cx="43" cy="112"/>
            </a:xfrm>
            <a:grpFill/>
          </p:grpSpPr>
          <p:sp>
            <p:nvSpPr>
              <p:cNvPr id="345" name="Rectangle 88"/>
              <p:cNvSpPr>
                <a:spLocks noChangeArrowheads="1"/>
              </p:cNvSpPr>
              <p:nvPr/>
            </p:nvSpPr>
            <p:spPr bwMode="auto">
              <a:xfrm>
                <a:off x="4505" y="3136"/>
                <a:ext cx="41"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346" name="Group 89"/>
              <p:cNvGrpSpPr>
                <a:grpSpLocks/>
              </p:cNvGrpSpPr>
              <p:nvPr/>
            </p:nvGrpSpPr>
            <p:grpSpPr bwMode="auto">
              <a:xfrm>
                <a:off x="4504" y="3149"/>
                <a:ext cx="43" cy="87"/>
                <a:chOff x="4504" y="3149"/>
                <a:chExt cx="43" cy="87"/>
              </a:xfrm>
              <a:grpFill/>
            </p:grpSpPr>
            <p:sp>
              <p:nvSpPr>
                <p:cNvPr id="347" name="Line 90"/>
                <p:cNvSpPr>
                  <a:spLocks noChangeShapeType="1"/>
                </p:cNvSpPr>
                <p:nvPr/>
              </p:nvSpPr>
              <p:spPr bwMode="auto">
                <a:xfrm>
                  <a:off x="4504" y="3163"/>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8" name="Line 91"/>
                <p:cNvSpPr>
                  <a:spLocks noChangeShapeType="1"/>
                </p:cNvSpPr>
                <p:nvPr/>
              </p:nvSpPr>
              <p:spPr bwMode="auto">
                <a:xfrm>
                  <a:off x="4504" y="3206"/>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9" name="Line 92"/>
                <p:cNvSpPr>
                  <a:spLocks noChangeShapeType="1"/>
                </p:cNvSpPr>
                <p:nvPr/>
              </p:nvSpPr>
              <p:spPr bwMode="auto">
                <a:xfrm>
                  <a:off x="4504" y="3192"/>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0" name="Line 93"/>
                <p:cNvSpPr>
                  <a:spLocks noChangeShapeType="1"/>
                </p:cNvSpPr>
                <p:nvPr/>
              </p:nvSpPr>
              <p:spPr bwMode="auto">
                <a:xfrm>
                  <a:off x="4504" y="3178"/>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1" name="Line 94"/>
                <p:cNvSpPr>
                  <a:spLocks noChangeShapeType="1"/>
                </p:cNvSpPr>
                <p:nvPr/>
              </p:nvSpPr>
              <p:spPr bwMode="auto">
                <a:xfrm>
                  <a:off x="4504" y="3149"/>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2" name="Line 95"/>
                <p:cNvSpPr>
                  <a:spLocks noChangeShapeType="1"/>
                </p:cNvSpPr>
                <p:nvPr/>
              </p:nvSpPr>
              <p:spPr bwMode="auto">
                <a:xfrm>
                  <a:off x="4504" y="3220"/>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53" name="Line 96"/>
                <p:cNvSpPr>
                  <a:spLocks noChangeShapeType="1"/>
                </p:cNvSpPr>
                <p:nvPr/>
              </p:nvSpPr>
              <p:spPr bwMode="auto">
                <a:xfrm>
                  <a:off x="4504" y="3235"/>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333" name="Rectangle 97"/>
            <p:cNvSpPr>
              <a:spLocks noChangeArrowheads="1"/>
            </p:cNvSpPr>
            <p:nvPr/>
          </p:nvSpPr>
          <p:spPr bwMode="auto">
            <a:xfrm>
              <a:off x="4775" y="3164"/>
              <a:ext cx="12"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4" name="Freeform 98"/>
            <p:cNvSpPr>
              <a:spLocks/>
            </p:cNvSpPr>
            <p:nvPr/>
          </p:nvSpPr>
          <p:spPr bwMode="auto">
            <a:xfrm>
              <a:off x="4696" y="2871"/>
              <a:ext cx="32" cy="55"/>
            </a:xfrm>
            <a:custGeom>
              <a:avLst/>
              <a:gdLst>
                <a:gd name="T0" fmla="*/ 107 w 129"/>
                <a:gd name="T1" fmla="*/ 0 h 221"/>
                <a:gd name="T2" fmla="*/ 0 w 129"/>
                <a:gd name="T3" fmla="*/ 185 h 221"/>
                <a:gd name="T4" fmla="*/ 21 w 129"/>
                <a:gd name="T5" fmla="*/ 221 h 221"/>
                <a:gd name="T6" fmla="*/ 129 w 129"/>
                <a:gd name="T7" fmla="*/ 7 h 221"/>
                <a:gd name="T8" fmla="*/ 107 w 129"/>
                <a:gd name="T9" fmla="*/ 0 h 221"/>
              </a:gdLst>
              <a:ahLst/>
              <a:cxnLst>
                <a:cxn ang="0">
                  <a:pos x="T0" y="T1"/>
                </a:cxn>
                <a:cxn ang="0">
                  <a:pos x="T2" y="T3"/>
                </a:cxn>
                <a:cxn ang="0">
                  <a:pos x="T4" y="T5"/>
                </a:cxn>
                <a:cxn ang="0">
                  <a:pos x="T6" y="T7"/>
                </a:cxn>
                <a:cxn ang="0">
                  <a:pos x="T8" y="T9"/>
                </a:cxn>
              </a:cxnLst>
              <a:rect l="0" t="0" r="r" b="b"/>
              <a:pathLst>
                <a:path w="129" h="221">
                  <a:moveTo>
                    <a:pt x="107" y="0"/>
                  </a:moveTo>
                  <a:lnTo>
                    <a:pt x="0" y="185"/>
                  </a:lnTo>
                  <a:lnTo>
                    <a:pt x="21" y="221"/>
                  </a:lnTo>
                  <a:lnTo>
                    <a:pt x="129" y="7"/>
                  </a:lnTo>
                  <a:lnTo>
                    <a:pt x="10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5" name="Freeform 99"/>
            <p:cNvSpPr>
              <a:spLocks/>
            </p:cNvSpPr>
            <p:nvPr/>
          </p:nvSpPr>
          <p:spPr bwMode="auto">
            <a:xfrm>
              <a:off x="4657" y="2848"/>
              <a:ext cx="62" cy="16"/>
            </a:xfrm>
            <a:custGeom>
              <a:avLst/>
              <a:gdLst>
                <a:gd name="T0" fmla="*/ 241 w 249"/>
                <a:gd name="T1" fmla="*/ 0 h 66"/>
                <a:gd name="T2" fmla="*/ 0 w 249"/>
                <a:gd name="T3" fmla="*/ 36 h 66"/>
                <a:gd name="T4" fmla="*/ 35 w 249"/>
                <a:gd name="T5" fmla="*/ 66 h 66"/>
                <a:gd name="T6" fmla="*/ 249 w 249"/>
                <a:gd name="T7" fmla="*/ 22 h 66"/>
                <a:gd name="T8" fmla="*/ 241 w 249"/>
                <a:gd name="T9" fmla="*/ 0 h 66"/>
              </a:gdLst>
              <a:ahLst/>
              <a:cxnLst>
                <a:cxn ang="0">
                  <a:pos x="T0" y="T1"/>
                </a:cxn>
                <a:cxn ang="0">
                  <a:pos x="T2" y="T3"/>
                </a:cxn>
                <a:cxn ang="0">
                  <a:pos x="T4" y="T5"/>
                </a:cxn>
                <a:cxn ang="0">
                  <a:pos x="T6" y="T7"/>
                </a:cxn>
                <a:cxn ang="0">
                  <a:pos x="T8" y="T9"/>
                </a:cxn>
              </a:cxnLst>
              <a:rect l="0" t="0" r="r" b="b"/>
              <a:pathLst>
                <a:path w="249" h="66">
                  <a:moveTo>
                    <a:pt x="241" y="0"/>
                  </a:moveTo>
                  <a:lnTo>
                    <a:pt x="0" y="36"/>
                  </a:lnTo>
                  <a:lnTo>
                    <a:pt x="35" y="66"/>
                  </a:lnTo>
                  <a:lnTo>
                    <a:pt x="249" y="22"/>
                  </a:lnTo>
                  <a:lnTo>
                    <a:pt x="2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6" name="Freeform 100"/>
            <p:cNvSpPr>
              <a:spLocks/>
            </p:cNvSpPr>
            <p:nvPr/>
          </p:nvSpPr>
          <p:spPr bwMode="auto">
            <a:xfrm>
              <a:off x="4516" y="2720"/>
              <a:ext cx="233" cy="367"/>
            </a:xfrm>
            <a:custGeom>
              <a:avLst/>
              <a:gdLst>
                <a:gd name="T0" fmla="*/ 30 w 931"/>
                <a:gd name="T1" fmla="*/ 53 h 1469"/>
                <a:gd name="T2" fmla="*/ 16 w 931"/>
                <a:gd name="T3" fmla="*/ 96 h 1469"/>
                <a:gd name="T4" fmla="*/ 4 w 931"/>
                <a:gd name="T5" fmla="*/ 150 h 1469"/>
                <a:gd name="T6" fmla="*/ 0 w 931"/>
                <a:gd name="T7" fmla="*/ 207 h 1469"/>
                <a:gd name="T8" fmla="*/ 0 w 931"/>
                <a:gd name="T9" fmla="*/ 264 h 1469"/>
                <a:gd name="T10" fmla="*/ 12 w 931"/>
                <a:gd name="T11" fmla="*/ 338 h 1469"/>
                <a:gd name="T12" fmla="*/ 23 w 931"/>
                <a:gd name="T13" fmla="*/ 431 h 1469"/>
                <a:gd name="T14" fmla="*/ 44 w 931"/>
                <a:gd name="T15" fmla="*/ 534 h 1469"/>
                <a:gd name="T16" fmla="*/ 79 w 931"/>
                <a:gd name="T17" fmla="*/ 653 h 1469"/>
                <a:gd name="T18" fmla="*/ 133 w 931"/>
                <a:gd name="T19" fmla="*/ 767 h 1469"/>
                <a:gd name="T20" fmla="*/ 218 w 931"/>
                <a:gd name="T21" fmla="*/ 902 h 1469"/>
                <a:gd name="T22" fmla="*/ 303 w 931"/>
                <a:gd name="T23" fmla="*/ 1031 h 1469"/>
                <a:gd name="T24" fmla="*/ 374 w 931"/>
                <a:gd name="T25" fmla="*/ 1116 h 1469"/>
                <a:gd name="T26" fmla="*/ 473 w 931"/>
                <a:gd name="T27" fmla="*/ 1219 h 1469"/>
                <a:gd name="T28" fmla="*/ 576 w 931"/>
                <a:gd name="T29" fmla="*/ 1305 h 1469"/>
                <a:gd name="T30" fmla="*/ 668 w 931"/>
                <a:gd name="T31" fmla="*/ 1373 h 1469"/>
                <a:gd name="T32" fmla="*/ 735 w 931"/>
                <a:gd name="T33" fmla="*/ 1415 h 1469"/>
                <a:gd name="T34" fmla="*/ 802 w 931"/>
                <a:gd name="T35" fmla="*/ 1447 h 1469"/>
                <a:gd name="T36" fmla="*/ 857 w 931"/>
                <a:gd name="T37" fmla="*/ 1469 h 1469"/>
                <a:gd name="T38" fmla="*/ 899 w 931"/>
                <a:gd name="T39" fmla="*/ 1469 h 1469"/>
                <a:gd name="T40" fmla="*/ 931 w 931"/>
                <a:gd name="T41" fmla="*/ 1451 h 1469"/>
                <a:gd name="T42" fmla="*/ 62 w 931"/>
                <a:gd name="T43" fmla="*/ 0 h 1469"/>
                <a:gd name="T44" fmla="*/ 30 w 931"/>
                <a:gd name="T45" fmla="*/ 5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7" name="Freeform 101"/>
            <p:cNvSpPr>
              <a:spLocks/>
            </p:cNvSpPr>
            <p:nvPr/>
          </p:nvSpPr>
          <p:spPr bwMode="auto">
            <a:xfrm>
              <a:off x="4529" y="2719"/>
              <a:ext cx="220" cy="364"/>
            </a:xfrm>
            <a:custGeom>
              <a:avLst/>
              <a:gdLst>
                <a:gd name="T0" fmla="*/ 7 w 876"/>
                <a:gd name="T1" fmla="*/ 0 h 1455"/>
                <a:gd name="T2" fmla="*/ 0 w 876"/>
                <a:gd name="T3" fmla="*/ 29 h 1455"/>
                <a:gd name="T4" fmla="*/ 0 w 876"/>
                <a:gd name="T5" fmla="*/ 93 h 1455"/>
                <a:gd name="T6" fmla="*/ 3 w 876"/>
                <a:gd name="T7" fmla="*/ 168 h 1455"/>
                <a:gd name="T8" fmla="*/ 10 w 876"/>
                <a:gd name="T9" fmla="*/ 228 h 1455"/>
                <a:gd name="T10" fmla="*/ 21 w 876"/>
                <a:gd name="T11" fmla="*/ 307 h 1455"/>
                <a:gd name="T12" fmla="*/ 35 w 876"/>
                <a:gd name="T13" fmla="*/ 399 h 1455"/>
                <a:gd name="T14" fmla="*/ 56 w 876"/>
                <a:gd name="T15" fmla="*/ 496 h 1455"/>
                <a:gd name="T16" fmla="*/ 99 w 876"/>
                <a:gd name="T17" fmla="*/ 618 h 1455"/>
                <a:gd name="T18" fmla="*/ 163 w 876"/>
                <a:gd name="T19" fmla="*/ 757 h 1455"/>
                <a:gd name="T20" fmla="*/ 234 w 876"/>
                <a:gd name="T21" fmla="*/ 871 h 1455"/>
                <a:gd name="T22" fmla="*/ 319 w 876"/>
                <a:gd name="T23" fmla="*/ 992 h 1455"/>
                <a:gd name="T24" fmla="*/ 397 w 876"/>
                <a:gd name="T25" fmla="*/ 1084 h 1455"/>
                <a:gd name="T26" fmla="*/ 457 w 876"/>
                <a:gd name="T27" fmla="*/ 1147 h 1455"/>
                <a:gd name="T28" fmla="*/ 513 w 876"/>
                <a:gd name="T29" fmla="*/ 1206 h 1455"/>
                <a:gd name="T30" fmla="*/ 574 w 876"/>
                <a:gd name="T31" fmla="*/ 1263 h 1455"/>
                <a:gd name="T32" fmla="*/ 641 w 876"/>
                <a:gd name="T33" fmla="*/ 1318 h 1455"/>
                <a:gd name="T34" fmla="*/ 687 w 876"/>
                <a:gd name="T35" fmla="*/ 1355 h 1455"/>
                <a:gd name="T36" fmla="*/ 737 w 876"/>
                <a:gd name="T37" fmla="*/ 1387 h 1455"/>
                <a:gd name="T38" fmla="*/ 791 w 876"/>
                <a:gd name="T39" fmla="*/ 1418 h 1455"/>
                <a:gd name="T40" fmla="*/ 837 w 876"/>
                <a:gd name="T41" fmla="*/ 1448 h 1455"/>
                <a:gd name="T42" fmla="*/ 865 w 876"/>
                <a:gd name="T43" fmla="*/ 1455 h 1455"/>
                <a:gd name="T44" fmla="*/ 876 w 876"/>
                <a:gd name="T45" fmla="*/ 1434 h 1455"/>
                <a:gd name="T46" fmla="*/ 874 w 876"/>
                <a:gd name="T47" fmla="*/ 1404 h 1455"/>
                <a:gd name="T48" fmla="*/ 867 w 876"/>
                <a:gd name="T49" fmla="*/ 1369 h 1455"/>
                <a:gd name="T50" fmla="*/ 855 w 876"/>
                <a:gd name="T51" fmla="*/ 1309 h 1455"/>
                <a:gd name="T52" fmla="*/ 841 w 876"/>
                <a:gd name="T53" fmla="*/ 1229 h 1455"/>
                <a:gd name="T54" fmla="*/ 823 w 876"/>
                <a:gd name="T55" fmla="*/ 1156 h 1455"/>
                <a:gd name="T56" fmla="*/ 802 w 876"/>
                <a:gd name="T57" fmla="*/ 1069 h 1455"/>
                <a:gd name="T58" fmla="*/ 773 w 876"/>
                <a:gd name="T59" fmla="*/ 978 h 1455"/>
                <a:gd name="T60" fmla="*/ 741 w 876"/>
                <a:gd name="T61" fmla="*/ 905 h 1455"/>
                <a:gd name="T62" fmla="*/ 715 w 876"/>
                <a:gd name="T63" fmla="*/ 842 h 1455"/>
                <a:gd name="T64" fmla="*/ 674 w 876"/>
                <a:gd name="T65" fmla="*/ 759 h 1455"/>
                <a:gd name="T66" fmla="*/ 634 w 876"/>
                <a:gd name="T67" fmla="*/ 686 h 1455"/>
                <a:gd name="T68" fmla="*/ 586 w 876"/>
                <a:gd name="T69" fmla="*/ 606 h 1455"/>
                <a:gd name="T70" fmla="*/ 510 w 876"/>
                <a:gd name="T71" fmla="*/ 506 h 1455"/>
                <a:gd name="T72" fmla="*/ 457 w 876"/>
                <a:gd name="T73" fmla="*/ 435 h 1455"/>
                <a:gd name="T74" fmla="*/ 380 w 876"/>
                <a:gd name="T75" fmla="*/ 338 h 1455"/>
                <a:gd name="T76" fmla="*/ 308 w 876"/>
                <a:gd name="T77" fmla="*/ 268 h 1455"/>
                <a:gd name="T78" fmla="*/ 237 w 876"/>
                <a:gd name="T79" fmla="*/ 195 h 1455"/>
                <a:gd name="T80" fmla="*/ 184 w 876"/>
                <a:gd name="T81" fmla="*/ 143 h 1455"/>
                <a:gd name="T82" fmla="*/ 127 w 876"/>
                <a:gd name="T83" fmla="*/ 88 h 1455"/>
                <a:gd name="T84" fmla="*/ 85 w 876"/>
                <a:gd name="T85" fmla="*/ 50 h 1455"/>
                <a:gd name="T86" fmla="*/ 42 w 876"/>
                <a:gd name="T87" fmla="*/ 15 h 1455"/>
                <a:gd name="T88" fmla="*/ 7 w 876"/>
                <a:gd name="T8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8" name="Freeform 102"/>
            <p:cNvSpPr>
              <a:spLocks/>
            </p:cNvSpPr>
            <p:nvPr/>
          </p:nvSpPr>
          <p:spPr bwMode="auto">
            <a:xfrm>
              <a:off x="4537" y="2812"/>
              <a:ext cx="216" cy="16"/>
            </a:xfrm>
            <a:custGeom>
              <a:avLst/>
              <a:gdLst>
                <a:gd name="T0" fmla="*/ 0 w 862"/>
                <a:gd name="T1" fmla="*/ 0 h 64"/>
                <a:gd name="T2" fmla="*/ 862 w 862"/>
                <a:gd name="T3" fmla="*/ 36 h 64"/>
                <a:gd name="T4" fmla="*/ 855 w 862"/>
                <a:gd name="T5" fmla="*/ 64 h 64"/>
                <a:gd name="T6" fmla="*/ 3 w 862"/>
                <a:gd name="T7" fmla="*/ 28 h 64"/>
                <a:gd name="T8" fmla="*/ 0 w 862"/>
                <a:gd name="T9" fmla="*/ 0 h 64"/>
              </a:gdLst>
              <a:ahLst/>
              <a:cxnLst>
                <a:cxn ang="0">
                  <a:pos x="T0" y="T1"/>
                </a:cxn>
                <a:cxn ang="0">
                  <a:pos x="T2" y="T3"/>
                </a:cxn>
                <a:cxn ang="0">
                  <a:pos x="T4" y="T5"/>
                </a:cxn>
                <a:cxn ang="0">
                  <a:pos x="T6" y="T7"/>
                </a:cxn>
                <a:cxn ang="0">
                  <a:pos x="T8" y="T9"/>
                </a:cxn>
              </a:cxnLst>
              <a:rect l="0" t="0" r="r" b="b"/>
              <a:pathLst>
                <a:path w="862" h="64">
                  <a:moveTo>
                    <a:pt x="0" y="0"/>
                  </a:moveTo>
                  <a:lnTo>
                    <a:pt x="862" y="36"/>
                  </a:lnTo>
                  <a:lnTo>
                    <a:pt x="855" y="64"/>
                  </a:lnTo>
                  <a:lnTo>
                    <a:pt x="3" y="28"/>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39" name="Freeform 103"/>
            <p:cNvSpPr>
              <a:spLocks/>
            </p:cNvSpPr>
            <p:nvPr/>
          </p:nvSpPr>
          <p:spPr bwMode="auto">
            <a:xfrm>
              <a:off x="4685" y="2860"/>
              <a:ext cx="77" cy="190"/>
            </a:xfrm>
            <a:custGeom>
              <a:avLst/>
              <a:gdLst>
                <a:gd name="T0" fmla="*/ 271 w 306"/>
                <a:gd name="T1" fmla="*/ 16 h 760"/>
                <a:gd name="T2" fmla="*/ 0 w 306"/>
                <a:gd name="T3" fmla="*/ 742 h 760"/>
                <a:gd name="T4" fmla="*/ 25 w 306"/>
                <a:gd name="T5" fmla="*/ 760 h 760"/>
                <a:gd name="T6" fmla="*/ 306 w 306"/>
                <a:gd name="T7" fmla="*/ 0 h 760"/>
                <a:gd name="T8" fmla="*/ 271 w 306"/>
                <a:gd name="T9" fmla="*/ 16 h 760"/>
              </a:gdLst>
              <a:ahLst/>
              <a:cxnLst>
                <a:cxn ang="0">
                  <a:pos x="T0" y="T1"/>
                </a:cxn>
                <a:cxn ang="0">
                  <a:pos x="T2" y="T3"/>
                </a:cxn>
                <a:cxn ang="0">
                  <a:pos x="T4" y="T5"/>
                </a:cxn>
                <a:cxn ang="0">
                  <a:pos x="T6" y="T7"/>
                </a:cxn>
                <a:cxn ang="0">
                  <a:pos x="T8" y="T9"/>
                </a:cxn>
              </a:cxnLst>
              <a:rect l="0" t="0" r="r" b="b"/>
              <a:pathLst>
                <a:path w="306" h="760">
                  <a:moveTo>
                    <a:pt x="271" y="16"/>
                  </a:moveTo>
                  <a:lnTo>
                    <a:pt x="0" y="742"/>
                  </a:lnTo>
                  <a:lnTo>
                    <a:pt x="25" y="760"/>
                  </a:lnTo>
                  <a:lnTo>
                    <a:pt x="306" y="0"/>
                  </a:lnTo>
                  <a:lnTo>
                    <a:pt x="271" y="16"/>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0" name="Freeform 104"/>
            <p:cNvSpPr>
              <a:spLocks/>
            </p:cNvSpPr>
            <p:nvPr/>
          </p:nvSpPr>
          <p:spPr bwMode="auto">
            <a:xfrm>
              <a:off x="4712" y="2823"/>
              <a:ext cx="63" cy="52"/>
            </a:xfrm>
            <a:custGeom>
              <a:avLst/>
              <a:gdLst>
                <a:gd name="T0" fmla="*/ 189 w 252"/>
                <a:gd name="T1" fmla="*/ 0 h 208"/>
                <a:gd name="T2" fmla="*/ 10 w 252"/>
                <a:gd name="T3" fmla="*/ 64 h 208"/>
                <a:gd name="T4" fmla="*/ 3 w 252"/>
                <a:gd name="T5" fmla="*/ 75 h 208"/>
                <a:gd name="T6" fmla="*/ 0 w 252"/>
                <a:gd name="T7" fmla="*/ 96 h 208"/>
                <a:gd name="T8" fmla="*/ 2 w 252"/>
                <a:gd name="T9" fmla="*/ 126 h 208"/>
                <a:gd name="T10" fmla="*/ 4 w 252"/>
                <a:gd name="T11" fmla="*/ 144 h 208"/>
                <a:gd name="T12" fmla="*/ 15 w 252"/>
                <a:gd name="T13" fmla="*/ 170 h 208"/>
                <a:gd name="T14" fmla="*/ 33 w 252"/>
                <a:gd name="T15" fmla="*/ 190 h 208"/>
                <a:gd name="T16" fmla="*/ 58 w 252"/>
                <a:gd name="T17" fmla="*/ 204 h 208"/>
                <a:gd name="T18" fmla="*/ 72 w 252"/>
                <a:gd name="T19" fmla="*/ 208 h 208"/>
                <a:gd name="T20" fmla="*/ 86 w 252"/>
                <a:gd name="T21" fmla="*/ 208 h 208"/>
                <a:gd name="T22" fmla="*/ 252 w 252"/>
                <a:gd name="T23" fmla="*/ 128 h 208"/>
                <a:gd name="T24" fmla="*/ 221 w 252"/>
                <a:gd name="T25" fmla="*/ 103 h 208"/>
                <a:gd name="T26" fmla="*/ 203 w 252"/>
                <a:gd name="T27" fmla="*/ 78 h 208"/>
                <a:gd name="T28" fmla="*/ 189 w 252"/>
                <a:gd name="T29"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1" name="Freeform 105"/>
            <p:cNvSpPr>
              <a:spLocks/>
            </p:cNvSpPr>
            <p:nvPr/>
          </p:nvSpPr>
          <p:spPr bwMode="auto">
            <a:xfrm>
              <a:off x="4749" y="2816"/>
              <a:ext cx="35" cy="49"/>
            </a:xfrm>
            <a:custGeom>
              <a:avLst/>
              <a:gdLst>
                <a:gd name="T0" fmla="*/ 83 w 141"/>
                <a:gd name="T1" fmla="*/ 28 h 194"/>
                <a:gd name="T2" fmla="*/ 76 w 141"/>
                <a:gd name="T3" fmla="*/ 16 h 194"/>
                <a:gd name="T4" fmla="*/ 62 w 141"/>
                <a:gd name="T5" fmla="*/ 6 h 194"/>
                <a:gd name="T6" fmla="*/ 37 w 141"/>
                <a:gd name="T7" fmla="*/ 0 h 194"/>
                <a:gd name="T8" fmla="*/ 23 w 141"/>
                <a:gd name="T9" fmla="*/ 2 h 194"/>
                <a:gd name="T10" fmla="*/ 13 w 141"/>
                <a:gd name="T11" fmla="*/ 13 h 194"/>
                <a:gd name="T12" fmla="*/ 5 w 141"/>
                <a:gd name="T13" fmla="*/ 28 h 194"/>
                <a:gd name="T14" fmla="*/ 0 w 141"/>
                <a:gd name="T15" fmla="*/ 52 h 194"/>
                <a:gd name="T16" fmla="*/ 1 w 141"/>
                <a:gd name="T17" fmla="*/ 65 h 194"/>
                <a:gd name="T18" fmla="*/ 4 w 141"/>
                <a:gd name="T19" fmla="*/ 83 h 194"/>
                <a:gd name="T20" fmla="*/ 10 w 141"/>
                <a:gd name="T21" fmla="*/ 109 h 194"/>
                <a:gd name="T22" fmla="*/ 20 w 141"/>
                <a:gd name="T23" fmla="*/ 130 h 194"/>
                <a:gd name="T24" fmla="*/ 32 w 141"/>
                <a:gd name="T25" fmla="*/ 149 h 194"/>
                <a:gd name="T26" fmla="*/ 45 w 141"/>
                <a:gd name="T27" fmla="*/ 166 h 194"/>
                <a:gd name="T28" fmla="*/ 59 w 141"/>
                <a:gd name="T29" fmla="*/ 180 h 194"/>
                <a:gd name="T30" fmla="*/ 77 w 141"/>
                <a:gd name="T31" fmla="*/ 188 h 194"/>
                <a:gd name="T32" fmla="*/ 98 w 141"/>
                <a:gd name="T33" fmla="*/ 194 h 194"/>
                <a:gd name="T34" fmla="*/ 116 w 141"/>
                <a:gd name="T35" fmla="*/ 194 h 194"/>
                <a:gd name="T36" fmla="*/ 132 w 141"/>
                <a:gd name="T37" fmla="*/ 185 h 194"/>
                <a:gd name="T38" fmla="*/ 140 w 141"/>
                <a:gd name="T39" fmla="*/ 170 h 194"/>
                <a:gd name="T40" fmla="*/ 141 w 141"/>
                <a:gd name="T41" fmla="*/ 148 h 194"/>
                <a:gd name="T42" fmla="*/ 136 w 141"/>
                <a:gd name="T43" fmla="*/ 124 h 194"/>
                <a:gd name="T44" fmla="*/ 125 w 141"/>
                <a:gd name="T45" fmla="*/ 92 h 194"/>
                <a:gd name="T46" fmla="*/ 101 w 141"/>
                <a:gd name="T47" fmla="*/ 52 h 194"/>
                <a:gd name="T48" fmla="*/ 83 w 141"/>
                <a:gd name="T49" fmla="*/ 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2" name="Freeform 106"/>
            <p:cNvSpPr>
              <a:spLocks/>
            </p:cNvSpPr>
            <p:nvPr/>
          </p:nvSpPr>
          <p:spPr bwMode="auto">
            <a:xfrm>
              <a:off x="4758" y="2819"/>
              <a:ext cx="43" cy="35"/>
            </a:xfrm>
            <a:custGeom>
              <a:avLst/>
              <a:gdLst>
                <a:gd name="T0" fmla="*/ 13 w 173"/>
                <a:gd name="T1" fmla="*/ 31 h 139"/>
                <a:gd name="T2" fmla="*/ 122 w 173"/>
                <a:gd name="T3" fmla="*/ 4 h 139"/>
                <a:gd name="T4" fmla="*/ 148 w 173"/>
                <a:gd name="T5" fmla="*/ 0 h 139"/>
                <a:gd name="T6" fmla="*/ 165 w 173"/>
                <a:gd name="T7" fmla="*/ 4 h 139"/>
                <a:gd name="T8" fmla="*/ 171 w 173"/>
                <a:gd name="T9" fmla="*/ 11 h 139"/>
                <a:gd name="T10" fmla="*/ 173 w 173"/>
                <a:gd name="T11" fmla="*/ 25 h 139"/>
                <a:gd name="T12" fmla="*/ 165 w 173"/>
                <a:gd name="T13" fmla="*/ 47 h 139"/>
                <a:gd name="T14" fmla="*/ 65 w 173"/>
                <a:gd name="T15" fmla="*/ 139 h 139"/>
                <a:gd name="T16" fmla="*/ 51 w 173"/>
                <a:gd name="T17" fmla="*/ 138 h 139"/>
                <a:gd name="T18" fmla="*/ 34 w 173"/>
                <a:gd name="T19" fmla="*/ 132 h 139"/>
                <a:gd name="T20" fmla="*/ 23 w 173"/>
                <a:gd name="T21" fmla="*/ 120 h 139"/>
                <a:gd name="T22" fmla="*/ 8 w 173"/>
                <a:gd name="T23" fmla="*/ 103 h 139"/>
                <a:gd name="T24" fmla="*/ 1 w 173"/>
                <a:gd name="T25" fmla="*/ 85 h 139"/>
                <a:gd name="T26" fmla="*/ 0 w 173"/>
                <a:gd name="T27" fmla="*/ 65 h 139"/>
                <a:gd name="T28" fmla="*/ 5 w 173"/>
                <a:gd name="T29" fmla="*/ 46 h 139"/>
                <a:gd name="T30" fmla="*/ 13 w 173"/>
                <a:gd name="T31" fmla="*/ 3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3" name="Freeform 107"/>
            <p:cNvSpPr>
              <a:spLocks/>
            </p:cNvSpPr>
            <p:nvPr/>
          </p:nvSpPr>
          <p:spPr bwMode="auto">
            <a:xfrm>
              <a:off x="4725" y="2836"/>
              <a:ext cx="19"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9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44" name="Freeform 108"/>
            <p:cNvSpPr>
              <a:spLocks/>
            </p:cNvSpPr>
            <p:nvPr/>
          </p:nvSpPr>
          <p:spPr bwMode="auto">
            <a:xfrm>
              <a:off x="4737" y="2831"/>
              <a:ext cx="18"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8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pic>
        <p:nvPicPr>
          <p:cNvPr id="131" name="Picture 109"/>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74241" y="2236111"/>
            <a:ext cx="598322" cy="216087"/>
          </a:xfrm>
          <a:prstGeom prst="rect">
            <a:avLst/>
          </a:prstGeom>
          <a:noFill/>
          <a:ln w="12699">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2" name="Picture 11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47717" y="2845958"/>
            <a:ext cx="315007" cy="173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3" name="Picture 11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333064" y="1713660"/>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34" name="Group 112"/>
          <p:cNvGrpSpPr>
            <a:grpSpLocks/>
          </p:cNvGrpSpPr>
          <p:nvPr/>
        </p:nvGrpSpPr>
        <p:grpSpPr bwMode="auto">
          <a:xfrm flipH="1">
            <a:off x="6923418" y="2629968"/>
            <a:ext cx="247262" cy="302228"/>
            <a:chOff x="4420" y="2719"/>
            <a:chExt cx="397" cy="571"/>
          </a:xfrm>
          <a:solidFill>
            <a:srgbClr val="00FF99"/>
          </a:solidFill>
        </p:grpSpPr>
        <p:grpSp>
          <p:nvGrpSpPr>
            <p:cNvPr id="263" name="Group 114"/>
            <p:cNvGrpSpPr>
              <a:grpSpLocks/>
            </p:cNvGrpSpPr>
            <p:nvPr/>
          </p:nvGrpSpPr>
          <p:grpSpPr bwMode="auto">
            <a:xfrm>
              <a:off x="4562" y="3066"/>
              <a:ext cx="13" cy="70"/>
              <a:chOff x="4562" y="3066"/>
              <a:chExt cx="13" cy="70"/>
            </a:xfrm>
            <a:grpFill/>
          </p:grpSpPr>
          <p:sp>
            <p:nvSpPr>
              <p:cNvPr id="308" name="Rectangle 115"/>
              <p:cNvSpPr>
                <a:spLocks noChangeArrowheads="1"/>
              </p:cNvSpPr>
              <p:nvPr/>
            </p:nvSpPr>
            <p:spPr bwMode="auto">
              <a:xfrm>
                <a:off x="4562" y="3067"/>
                <a:ext cx="13" cy="69"/>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9" name="Line 116"/>
              <p:cNvSpPr>
                <a:spLocks noChangeShapeType="1"/>
              </p:cNvSpPr>
              <p:nvPr/>
            </p:nvSpPr>
            <p:spPr bwMode="auto">
              <a:xfrm>
                <a:off x="4568" y="3066"/>
                <a:ext cx="1" cy="64"/>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264" name="Rectangle 117"/>
            <p:cNvSpPr>
              <a:spLocks noChangeArrowheads="1"/>
            </p:cNvSpPr>
            <p:nvPr/>
          </p:nvSpPr>
          <p:spPr bwMode="auto">
            <a:xfrm>
              <a:off x="4503" y="3022"/>
              <a:ext cx="43"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5" name="Freeform 118"/>
            <p:cNvSpPr>
              <a:spLocks/>
            </p:cNvSpPr>
            <p:nvPr/>
          </p:nvSpPr>
          <p:spPr bwMode="auto">
            <a:xfrm>
              <a:off x="4663" y="3044"/>
              <a:ext cx="28" cy="24"/>
            </a:xfrm>
            <a:custGeom>
              <a:avLst/>
              <a:gdLst>
                <a:gd name="T0" fmla="*/ 0 w 113"/>
                <a:gd name="T1" fmla="*/ 0 h 95"/>
                <a:gd name="T2" fmla="*/ 0 w 113"/>
                <a:gd name="T3" fmla="*/ 95 h 95"/>
                <a:gd name="T4" fmla="*/ 113 w 113"/>
                <a:gd name="T5" fmla="*/ 95 h 95"/>
                <a:gd name="T6" fmla="*/ 113 w 113"/>
                <a:gd name="T7" fmla="*/ 19 h 95"/>
                <a:gd name="T8" fmla="*/ 0 w 113"/>
                <a:gd name="T9" fmla="*/ 0 h 95"/>
              </a:gdLst>
              <a:ahLst/>
              <a:cxnLst>
                <a:cxn ang="0">
                  <a:pos x="T0" y="T1"/>
                </a:cxn>
                <a:cxn ang="0">
                  <a:pos x="T2" y="T3"/>
                </a:cxn>
                <a:cxn ang="0">
                  <a:pos x="T4" y="T5"/>
                </a:cxn>
                <a:cxn ang="0">
                  <a:pos x="T6" y="T7"/>
                </a:cxn>
                <a:cxn ang="0">
                  <a:pos x="T8" y="T9"/>
                </a:cxn>
              </a:cxnLst>
              <a:rect l="0" t="0" r="r" b="b"/>
              <a:pathLst>
                <a:path w="113" h="95">
                  <a:moveTo>
                    <a:pt x="0" y="0"/>
                  </a:moveTo>
                  <a:lnTo>
                    <a:pt x="0" y="95"/>
                  </a:lnTo>
                  <a:lnTo>
                    <a:pt x="113" y="95"/>
                  </a:lnTo>
                  <a:lnTo>
                    <a:pt x="113" y="19"/>
                  </a:lnTo>
                  <a:lnTo>
                    <a:pt x="0" y="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6" name="Freeform 119"/>
            <p:cNvSpPr>
              <a:spLocks/>
            </p:cNvSpPr>
            <p:nvPr/>
          </p:nvSpPr>
          <p:spPr bwMode="auto">
            <a:xfrm>
              <a:off x="4604" y="3001"/>
              <a:ext cx="19" cy="21"/>
            </a:xfrm>
            <a:custGeom>
              <a:avLst/>
              <a:gdLst>
                <a:gd name="T0" fmla="*/ 43 w 78"/>
                <a:gd name="T1" fmla="*/ 0 h 86"/>
                <a:gd name="T2" fmla="*/ 0 w 78"/>
                <a:gd name="T3" fmla="*/ 86 h 86"/>
                <a:gd name="T4" fmla="*/ 57 w 78"/>
                <a:gd name="T5" fmla="*/ 79 h 86"/>
                <a:gd name="T6" fmla="*/ 78 w 78"/>
                <a:gd name="T7" fmla="*/ 22 h 86"/>
                <a:gd name="T8" fmla="*/ 43 w 78"/>
                <a:gd name="T9" fmla="*/ 0 h 86"/>
              </a:gdLst>
              <a:ahLst/>
              <a:cxnLst>
                <a:cxn ang="0">
                  <a:pos x="T0" y="T1"/>
                </a:cxn>
                <a:cxn ang="0">
                  <a:pos x="T2" y="T3"/>
                </a:cxn>
                <a:cxn ang="0">
                  <a:pos x="T4" y="T5"/>
                </a:cxn>
                <a:cxn ang="0">
                  <a:pos x="T6" y="T7"/>
                </a:cxn>
                <a:cxn ang="0">
                  <a:pos x="T8" y="T9"/>
                </a:cxn>
              </a:cxnLst>
              <a:rect l="0" t="0" r="r" b="b"/>
              <a:pathLst>
                <a:path w="78" h="86">
                  <a:moveTo>
                    <a:pt x="43" y="0"/>
                  </a:moveTo>
                  <a:lnTo>
                    <a:pt x="0" y="86"/>
                  </a:lnTo>
                  <a:lnTo>
                    <a:pt x="57" y="79"/>
                  </a:lnTo>
                  <a:lnTo>
                    <a:pt x="78" y="22"/>
                  </a:lnTo>
                  <a:lnTo>
                    <a:pt x="43"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7" name="Freeform 120"/>
            <p:cNvSpPr>
              <a:spLocks/>
            </p:cNvSpPr>
            <p:nvPr/>
          </p:nvSpPr>
          <p:spPr bwMode="auto">
            <a:xfrm>
              <a:off x="4570" y="3144"/>
              <a:ext cx="90" cy="7"/>
            </a:xfrm>
            <a:custGeom>
              <a:avLst/>
              <a:gdLst>
                <a:gd name="T0" fmla="*/ 0 w 360"/>
                <a:gd name="T1" fmla="*/ 0 h 30"/>
                <a:gd name="T2" fmla="*/ 360 w 360"/>
                <a:gd name="T3" fmla="*/ 0 h 30"/>
                <a:gd name="T4" fmla="*/ 360 w 360"/>
                <a:gd name="T5" fmla="*/ 30 h 30"/>
                <a:gd name="T6" fmla="*/ 4 w 360"/>
                <a:gd name="T7" fmla="*/ 30 h 30"/>
                <a:gd name="T8" fmla="*/ 0 w 360"/>
                <a:gd name="T9" fmla="*/ 0 h 30"/>
              </a:gdLst>
              <a:ahLst/>
              <a:cxnLst>
                <a:cxn ang="0">
                  <a:pos x="T0" y="T1"/>
                </a:cxn>
                <a:cxn ang="0">
                  <a:pos x="T2" y="T3"/>
                </a:cxn>
                <a:cxn ang="0">
                  <a:pos x="T4" y="T5"/>
                </a:cxn>
                <a:cxn ang="0">
                  <a:pos x="T6" y="T7"/>
                </a:cxn>
                <a:cxn ang="0">
                  <a:pos x="T8" y="T9"/>
                </a:cxn>
              </a:cxnLst>
              <a:rect l="0" t="0" r="r" b="b"/>
              <a:pathLst>
                <a:path w="360" h="30">
                  <a:moveTo>
                    <a:pt x="0" y="0"/>
                  </a:moveTo>
                  <a:lnTo>
                    <a:pt x="360" y="0"/>
                  </a:lnTo>
                  <a:lnTo>
                    <a:pt x="360" y="30"/>
                  </a:lnTo>
                  <a:lnTo>
                    <a:pt x="4" y="30"/>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8" name="Freeform 121"/>
            <p:cNvSpPr>
              <a:spLocks/>
            </p:cNvSpPr>
            <p:nvPr/>
          </p:nvSpPr>
          <p:spPr bwMode="auto">
            <a:xfrm>
              <a:off x="4502" y="2862"/>
              <a:ext cx="37" cy="46"/>
            </a:xfrm>
            <a:custGeom>
              <a:avLst/>
              <a:gdLst>
                <a:gd name="T0" fmla="*/ 141 w 150"/>
                <a:gd name="T1" fmla="*/ 0 h 184"/>
                <a:gd name="T2" fmla="*/ 1 w 150"/>
                <a:gd name="T3" fmla="*/ 131 h 184"/>
                <a:gd name="T4" fmla="*/ 0 w 150"/>
                <a:gd name="T5" fmla="*/ 184 h 184"/>
                <a:gd name="T6" fmla="*/ 150 w 150"/>
                <a:gd name="T7" fmla="*/ 60 h 184"/>
                <a:gd name="T8" fmla="*/ 141 w 150"/>
                <a:gd name="T9" fmla="*/ 0 h 184"/>
              </a:gdLst>
              <a:ahLst/>
              <a:cxnLst>
                <a:cxn ang="0">
                  <a:pos x="T0" y="T1"/>
                </a:cxn>
                <a:cxn ang="0">
                  <a:pos x="T2" y="T3"/>
                </a:cxn>
                <a:cxn ang="0">
                  <a:pos x="T4" y="T5"/>
                </a:cxn>
                <a:cxn ang="0">
                  <a:pos x="T6" y="T7"/>
                </a:cxn>
                <a:cxn ang="0">
                  <a:pos x="T8" y="T9"/>
                </a:cxn>
              </a:cxnLst>
              <a:rect l="0" t="0" r="r" b="b"/>
              <a:pathLst>
                <a:path w="150" h="184">
                  <a:moveTo>
                    <a:pt x="141" y="0"/>
                  </a:moveTo>
                  <a:lnTo>
                    <a:pt x="1" y="131"/>
                  </a:lnTo>
                  <a:lnTo>
                    <a:pt x="0" y="184"/>
                  </a:lnTo>
                  <a:lnTo>
                    <a:pt x="150" y="60"/>
                  </a:lnTo>
                  <a:lnTo>
                    <a:pt x="1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69" name="Freeform 122"/>
            <p:cNvSpPr>
              <a:spLocks/>
            </p:cNvSpPr>
            <p:nvPr/>
          </p:nvSpPr>
          <p:spPr bwMode="auto">
            <a:xfrm>
              <a:off x="4492" y="2741"/>
              <a:ext cx="57" cy="394"/>
            </a:xfrm>
            <a:custGeom>
              <a:avLst/>
              <a:gdLst>
                <a:gd name="T0" fmla="*/ 228 w 228"/>
                <a:gd name="T1" fmla="*/ 0 h 1575"/>
                <a:gd name="T2" fmla="*/ 0 w 228"/>
                <a:gd name="T3" fmla="*/ 93 h 1575"/>
                <a:gd name="T4" fmla="*/ 0 w 228"/>
                <a:gd name="T5" fmla="*/ 1575 h 1575"/>
                <a:gd name="T6" fmla="*/ 42 w 228"/>
                <a:gd name="T7" fmla="*/ 1575 h 1575"/>
                <a:gd name="T8" fmla="*/ 42 w 228"/>
                <a:gd name="T9" fmla="*/ 228 h 1575"/>
                <a:gd name="T10" fmla="*/ 228 w 228"/>
                <a:gd name="T11" fmla="*/ 150 h 1575"/>
                <a:gd name="T12" fmla="*/ 228 w 228"/>
                <a:gd name="T13" fmla="*/ 0 h 1575"/>
              </a:gdLst>
              <a:ahLst/>
              <a:cxnLst>
                <a:cxn ang="0">
                  <a:pos x="T0" y="T1"/>
                </a:cxn>
                <a:cxn ang="0">
                  <a:pos x="T2" y="T3"/>
                </a:cxn>
                <a:cxn ang="0">
                  <a:pos x="T4" y="T5"/>
                </a:cxn>
                <a:cxn ang="0">
                  <a:pos x="T6" y="T7"/>
                </a:cxn>
                <a:cxn ang="0">
                  <a:pos x="T8" y="T9"/>
                </a:cxn>
                <a:cxn ang="0">
                  <a:pos x="T10" y="T11"/>
                </a:cxn>
                <a:cxn ang="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0" name="Freeform 123"/>
            <p:cNvSpPr>
              <a:spLocks/>
            </p:cNvSpPr>
            <p:nvPr/>
          </p:nvSpPr>
          <p:spPr bwMode="auto">
            <a:xfrm>
              <a:off x="4490" y="3135"/>
              <a:ext cx="327" cy="85"/>
            </a:xfrm>
            <a:custGeom>
              <a:avLst/>
              <a:gdLst>
                <a:gd name="T0" fmla="*/ 0 w 1306"/>
                <a:gd name="T1" fmla="*/ 344 h 344"/>
                <a:gd name="T2" fmla="*/ 0 w 1306"/>
                <a:gd name="T3" fmla="*/ 0 h 344"/>
                <a:gd name="T4" fmla="*/ 284 w 1306"/>
                <a:gd name="T5" fmla="*/ 0 h 344"/>
                <a:gd name="T6" fmla="*/ 341 w 1306"/>
                <a:gd name="T7" fmla="*/ 57 h 344"/>
                <a:gd name="T8" fmla="*/ 511 w 1306"/>
                <a:gd name="T9" fmla="*/ 57 h 344"/>
                <a:gd name="T10" fmla="*/ 568 w 1306"/>
                <a:gd name="T11" fmla="*/ 116 h 344"/>
                <a:gd name="T12" fmla="*/ 1136 w 1306"/>
                <a:gd name="T13" fmla="*/ 116 h 344"/>
                <a:gd name="T14" fmla="*/ 1136 w 1306"/>
                <a:gd name="T15" fmla="*/ 230 h 344"/>
                <a:gd name="T16" fmla="*/ 1306 w 1306"/>
                <a:gd name="T17" fmla="*/ 230 h 344"/>
                <a:gd name="T18" fmla="*/ 1306 w 1306"/>
                <a:gd name="T19" fmla="*/ 344 h 344"/>
                <a:gd name="T20" fmla="*/ 0 w 1306"/>
                <a:gd name="T21"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1" name="Rectangle 124"/>
            <p:cNvSpPr>
              <a:spLocks noChangeArrowheads="1"/>
            </p:cNvSpPr>
            <p:nvPr/>
          </p:nvSpPr>
          <p:spPr bwMode="auto">
            <a:xfrm>
              <a:off x="4491" y="3193"/>
              <a:ext cx="240"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2" name="Line 125"/>
            <p:cNvSpPr>
              <a:spLocks noChangeShapeType="1"/>
            </p:cNvSpPr>
            <p:nvPr/>
          </p:nvSpPr>
          <p:spPr bwMode="auto">
            <a:xfrm>
              <a:off x="4479" y="3015"/>
              <a:ext cx="1" cy="50"/>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3" name="Freeform 126"/>
            <p:cNvSpPr>
              <a:spLocks/>
            </p:cNvSpPr>
            <p:nvPr/>
          </p:nvSpPr>
          <p:spPr bwMode="auto">
            <a:xfrm>
              <a:off x="4471" y="3065"/>
              <a:ext cx="21" cy="25"/>
            </a:xfrm>
            <a:custGeom>
              <a:avLst/>
              <a:gdLst>
                <a:gd name="T0" fmla="*/ 0 w 85"/>
                <a:gd name="T1" fmla="*/ 99 h 99"/>
                <a:gd name="T2" fmla="*/ 0 w 85"/>
                <a:gd name="T3" fmla="*/ 0 h 99"/>
                <a:gd name="T4" fmla="*/ 85 w 85"/>
                <a:gd name="T5" fmla="*/ 0 h 99"/>
                <a:gd name="T6" fmla="*/ 85 w 85"/>
                <a:gd name="T7" fmla="*/ 35 h 99"/>
                <a:gd name="T8" fmla="*/ 28 w 85"/>
                <a:gd name="T9" fmla="*/ 35 h 99"/>
                <a:gd name="T10" fmla="*/ 28 w 85"/>
                <a:gd name="T11" fmla="*/ 99 h 99"/>
                <a:gd name="T12" fmla="*/ 0 w 8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85" h="99">
                  <a:moveTo>
                    <a:pt x="0" y="99"/>
                  </a:moveTo>
                  <a:lnTo>
                    <a:pt x="0" y="0"/>
                  </a:lnTo>
                  <a:lnTo>
                    <a:pt x="85" y="0"/>
                  </a:lnTo>
                  <a:lnTo>
                    <a:pt x="85" y="35"/>
                  </a:lnTo>
                  <a:lnTo>
                    <a:pt x="28" y="35"/>
                  </a:lnTo>
                  <a:lnTo>
                    <a:pt x="28" y="99"/>
                  </a:lnTo>
                  <a:lnTo>
                    <a:pt x="0" y="99"/>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4" name="Freeform 127"/>
            <p:cNvSpPr>
              <a:spLocks/>
            </p:cNvSpPr>
            <p:nvPr/>
          </p:nvSpPr>
          <p:spPr bwMode="auto">
            <a:xfrm>
              <a:off x="4590" y="3047"/>
              <a:ext cx="72" cy="104"/>
            </a:xfrm>
            <a:custGeom>
              <a:avLst/>
              <a:gdLst>
                <a:gd name="T0" fmla="*/ 0 w 290"/>
                <a:gd name="T1" fmla="*/ 0 h 415"/>
                <a:gd name="T2" fmla="*/ 290 w 290"/>
                <a:gd name="T3" fmla="*/ 415 h 415"/>
                <a:gd name="T4" fmla="*/ 248 w 290"/>
                <a:gd name="T5" fmla="*/ 406 h 415"/>
                <a:gd name="T6" fmla="*/ 0 w 290"/>
                <a:gd name="T7" fmla="*/ 57 h 415"/>
                <a:gd name="T8" fmla="*/ 0 w 290"/>
                <a:gd name="T9" fmla="*/ 0 h 415"/>
              </a:gdLst>
              <a:ahLst/>
              <a:cxnLst>
                <a:cxn ang="0">
                  <a:pos x="T0" y="T1"/>
                </a:cxn>
                <a:cxn ang="0">
                  <a:pos x="T2" y="T3"/>
                </a:cxn>
                <a:cxn ang="0">
                  <a:pos x="T4" y="T5"/>
                </a:cxn>
                <a:cxn ang="0">
                  <a:pos x="T6" y="T7"/>
                </a:cxn>
                <a:cxn ang="0">
                  <a:pos x="T8" y="T9"/>
                </a:cxn>
              </a:cxnLst>
              <a:rect l="0" t="0" r="r" b="b"/>
              <a:pathLst>
                <a:path w="290" h="415">
                  <a:moveTo>
                    <a:pt x="0" y="0"/>
                  </a:moveTo>
                  <a:lnTo>
                    <a:pt x="290" y="415"/>
                  </a:lnTo>
                  <a:lnTo>
                    <a:pt x="248" y="406"/>
                  </a:lnTo>
                  <a:lnTo>
                    <a:pt x="0" y="57"/>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5" name="Freeform 128"/>
            <p:cNvSpPr>
              <a:spLocks/>
            </p:cNvSpPr>
            <p:nvPr/>
          </p:nvSpPr>
          <p:spPr bwMode="auto">
            <a:xfrm>
              <a:off x="4433" y="3106"/>
              <a:ext cx="57" cy="114"/>
            </a:xfrm>
            <a:custGeom>
              <a:avLst/>
              <a:gdLst>
                <a:gd name="T0" fmla="*/ 170 w 227"/>
                <a:gd name="T1" fmla="*/ 0 h 458"/>
                <a:gd name="T2" fmla="*/ 0 w 227"/>
                <a:gd name="T3" fmla="*/ 171 h 458"/>
                <a:gd name="T4" fmla="*/ 0 w 227"/>
                <a:gd name="T5" fmla="*/ 458 h 458"/>
                <a:gd name="T6" fmla="*/ 227 w 227"/>
                <a:gd name="T7" fmla="*/ 458 h 458"/>
                <a:gd name="T8" fmla="*/ 227 w 227"/>
                <a:gd name="T9" fmla="*/ 114 h 458"/>
                <a:gd name="T10" fmla="*/ 170 w 227"/>
                <a:gd name="T11" fmla="*/ 0 h 458"/>
              </a:gdLst>
              <a:ahLst/>
              <a:cxnLst>
                <a:cxn ang="0">
                  <a:pos x="T0" y="T1"/>
                </a:cxn>
                <a:cxn ang="0">
                  <a:pos x="T2" y="T3"/>
                </a:cxn>
                <a:cxn ang="0">
                  <a:pos x="T4" y="T5"/>
                </a:cxn>
                <a:cxn ang="0">
                  <a:pos x="T6" y="T7"/>
                </a:cxn>
                <a:cxn ang="0">
                  <a:pos x="T8" y="T9"/>
                </a:cxn>
                <a:cxn ang="0">
                  <a:pos x="T10" y="T11"/>
                </a:cxn>
              </a:cxnLst>
              <a:rect l="0" t="0" r="r" b="b"/>
              <a:pathLst>
                <a:path w="227" h="458">
                  <a:moveTo>
                    <a:pt x="170" y="0"/>
                  </a:moveTo>
                  <a:lnTo>
                    <a:pt x="0" y="171"/>
                  </a:lnTo>
                  <a:lnTo>
                    <a:pt x="0" y="458"/>
                  </a:lnTo>
                  <a:lnTo>
                    <a:pt x="227" y="458"/>
                  </a:lnTo>
                  <a:lnTo>
                    <a:pt x="227" y="114"/>
                  </a:lnTo>
                  <a:lnTo>
                    <a:pt x="17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6" name="Rectangle 129"/>
            <p:cNvSpPr>
              <a:spLocks noChangeArrowheads="1"/>
            </p:cNvSpPr>
            <p:nvPr/>
          </p:nvSpPr>
          <p:spPr bwMode="auto">
            <a:xfrm>
              <a:off x="4420" y="3276"/>
              <a:ext cx="395" cy="1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7" name="Rectangle 130"/>
            <p:cNvSpPr>
              <a:spLocks noChangeArrowheads="1"/>
            </p:cNvSpPr>
            <p:nvPr/>
          </p:nvSpPr>
          <p:spPr bwMode="auto">
            <a:xfrm>
              <a:off x="4420" y="3250"/>
              <a:ext cx="395" cy="24"/>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8" name="Rectangle 131"/>
            <p:cNvSpPr>
              <a:spLocks noChangeArrowheads="1"/>
            </p:cNvSpPr>
            <p:nvPr/>
          </p:nvSpPr>
          <p:spPr bwMode="auto">
            <a:xfrm>
              <a:off x="4420" y="3221"/>
              <a:ext cx="395"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79" name="Rectangle 132"/>
            <p:cNvSpPr>
              <a:spLocks noChangeArrowheads="1"/>
            </p:cNvSpPr>
            <p:nvPr/>
          </p:nvSpPr>
          <p:spPr bwMode="auto">
            <a:xfrm>
              <a:off x="4763" y="3200"/>
              <a:ext cx="41" cy="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0" name="Oval 133"/>
            <p:cNvSpPr>
              <a:spLocks noChangeArrowheads="1"/>
            </p:cNvSpPr>
            <p:nvPr/>
          </p:nvSpPr>
          <p:spPr bwMode="auto">
            <a:xfrm>
              <a:off x="4462" y="3092"/>
              <a:ext cx="28" cy="29"/>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1" name="Rectangle 134"/>
            <p:cNvSpPr>
              <a:spLocks noChangeArrowheads="1"/>
            </p:cNvSpPr>
            <p:nvPr/>
          </p:nvSpPr>
          <p:spPr bwMode="auto">
            <a:xfrm>
              <a:off x="4562" y="3036"/>
              <a:ext cx="27" cy="26"/>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2" name="Freeform 135"/>
            <p:cNvSpPr>
              <a:spLocks/>
            </p:cNvSpPr>
            <p:nvPr/>
          </p:nvSpPr>
          <p:spPr bwMode="auto">
            <a:xfrm>
              <a:off x="4547" y="3021"/>
              <a:ext cx="114" cy="114"/>
            </a:xfrm>
            <a:custGeom>
              <a:avLst/>
              <a:gdLst>
                <a:gd name="T0" fmla="*/ 57 w 454"/>
                <a:gd name="T1" fmla="*/ 455 h 455"/>
                <a:gd name="T2" fmla="*/ 57 w 454"/>
                <a:gd name="T3" fmla="*/ 57 h 455"/>
                <a:gd name="T4" fmla="*/ 454 w 454"/>
                <a:gd name="T5" fmla="*/ 57 h 455"/>
                <a:gd name="T6" fmla="*/ 454 w 454"/>
                <a:gd name="T7" fmla="*/ 0 h 455"/>
                <a:gd name="T8" fmla="*/ 0 w 454"/>
                <a:gd name="T9" fmla="*/ 0 h 455"/>
                <a:gd name="T10" fmla="*/ 0 w 454"/>
                <a:gd name="T11" fmla="*/ 455 h 455"/>
                <a:gd name="T12" fmla="*/ 57 w 454"/>
                <a:gd name="T13" fmla="*/ 455 h 455"/>
              </a:gdLst>
              <a:ahLst/>
              <a:cxnLst>
                <a:cxn ang="0">
                  <a:pos x="T0" y="T1"/>
                </a:cxn>
                <a:cxn ang="0">
                  <a:pos x="T2" y="T3"/>
                </a:cxn>
                <a:cxn ang="0">
                  <a:pos x="T4" y="T5"/>
                </a:cxn>
                <a:cxn ang="0">
                  <a:pos x="T6" y="T7"/>
                </a:cxn>
                <a:cxn ang="0">
                  <a:pos x="T8" y="T9"/>
                </a:cxn>
                <a:cxn ang="0">
                  <a:pos x="T10" y="T11"/>
                </a:cxn>
                <a:cxn ang="0">
                  <a:pos x="T12" y="T13"/>
                </a:cxn>
              </a:cxnLst>
              <a:rect l="0" t="0" r="r" b="b"/>
              <a:pathLst>
                <a:path w="454" h="455">
                  <a:moveTo>
                    <a:pt x="57" y="455"/>
                  </a:moveTo>
                  <a:lnTo>
                    <a:pt x="57" y="57"/>
                  </a:lnTo>
                  <a:lnTo>
                    <a:pt x="454" y="57"/>
                  </a:lnTo>
                  <a:lnTo>
                    <a:pt x="454" y="0"/>
                  </a:lnTo>
                  <a:lnTo>
                    <a:pt x="0" y="0"/>
                  </a:lnTo>
                  <a:lnTo>
                    <a:pt x="0" y="455"/>
                  </a:lnTo>
                  <a:lnTo>
                    <a:pt x="57" y="455"/>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283" name="Group 136"/>
            <p:cNvGrpSpPr>
              <a:grpSpLocks/>
            </p:cNvGrpSpPr>
            <p:nvPr/>
          </p:nvGrpSpPr>
          <p:grpSpPr bwMode="auto">
            <a:xfrm>
              <a:off x="4455" y="2913"/>
              <a:ext cx="126" cy="116"/>
              <a:chOff x="4455" y="2913"/>
              <a:chExt cx="126" cy="116"/>
            </a:xfrm>
            <a:grpFill/>
          </p:grpSpPr>
          <p:sp>
            <p:nvSpPr>
              <p:cNvPr id="306" name="Oval 137"/>
              <p:cNvSpPr>
                <a:spLocks noChangeArrowheads="1"/>
              </p:cNvSpPr>
              <p:nvPr/>
            </p:nvSpPr>
            <p:spPr bwMode="auto">
              <a:xfrm>
                <a:off x="4465" y="2913"/>
                <a:ext cx="116"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7" name="Oval 138"/>
              <p:cNvSpPr>
                <a:spLocks noChangeArrowheads="1"/>
              </p:cNvSpPr>
              <p:nvPr/>
            </p:nvSpPr>
            <p:spPr bwMode="auto">
              <a:xfrm>
                <a:off x="4455" y="2913"/>
                <a:ext cx="115" cy="116"/>
              </a:xfrm>
              <a:prstGeom prst="ellips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284" name="Group 139"/>
            <p:cNvGrpSpPr>
              <a:grpSpLocks/>
            </p:cNvGrpSpPr>
            <p:nvPr/>
          </p:nvGrpSpPr>
          <p:grpSpPr bwMode="auto">
            <a:xfrm>
              <a:off x="4504" y="3136"/>
              <a:ext cx="43" cy="112"/>
              <a:chOff x="4504" y="3136"/>
              <a:chExt cx="43" cy="112"/>
            </a:xfrm>
            <a:grpFill/>
          </p:grpSpPr>
          <p:sp>
            <p:nvSpPr>
              <p:cNvPr id="297" name="Rectangle 140"/>
              <p:cNvSpPr>
                <a:spLocks noChangeArrowheads="1"/>
              </p:cNvSpPr>
              <p:nvPr/>
            </p:nvSpPr>
            <p:spPr bwMode="auto">
              <a:xfrm>
                <a:off x="4505" y="3136"/>
                <a:ext cx="41" cy="112"/>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nvGrpSpPr>
              <p:cNvPr id="298" name="Group 141"/>
              <p:cNvGrpSpPr>
                <a:grpSpLocks/>
              </p:cNvGrpSpPr>
              <p:nvPr/>
            </p:nvGrpSpPr>
            <p:grpSpPr bwMode="auto">
              <a:xfrm>
                <a:off x="4504" y="3149"/>
                <a:ext cx="43" cy="87"/>
                <a:chOff x="4504" y="3149"/>
                <a:chExt cx="43" cy="87"/>
              </a:xfrm>
              <a:grpFill/>
            </p:grpSpPr>
            <p:sp>
              <p:nvSpPr>
                <p:cNvPr id="299" name="Line 142"/>
                <p:cNvSpPr>
                  <a:spLocks noChangeShapeType="1"/>
                </p:cNvSpPr>
                <p:nvPr/>
              </p:nvSpPr>
              <p:spPr bwMode="auto">
                <a:xfrm>
                  <a:off x="4504" y="3163"/>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0" name="Line 143"/>
                <p:cNvSpPr>
                  <a:spLocks noChangeShapeType="1"/>
                </p:cNvSpPr>
                <p:nvPr/>
              </p:nvSpPr>
              <p:spPr bwMode="auto">
                <a:xfrm>
                  <a:off x="4504" y="3206"/>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1" name="Line 144"/>
                <p:cNvSpPr>
                  <a:spLocks noChangeShapeType="1"/>
                </p:cNvSpPr>
                <p:nvPr/>
              </p:nvSpPr>
              <p:spPr bwMode="auto">
                <a:xfrm>
                  <a:off x="4504" y="3192"/>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2" name="Line 145"/>
                <p:cNvSpPr>
                  <a:spLocks noChangeShapeType="1"/>
                </p:cNvSpPr>
                <p:nvPr/>
              </p:nvSpPr>
              <p:spPr bwMode="auto">
                <a:xfrm>
                  <a:off x="4504" y="3178"/>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3" name="Line 146"/>
                <p:cNvSpPr>
                  <a:spLocks noChangeShapeType="1"/>
                </p:cNvSpPr>
                <p:nvPr/>
              </p:nvSpPr>
              <p:spPr bwMode="auto">
                <a:xfrm>
                  <a:off x="4504" y="3149"/>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4" name="Line 147"/>
                <p:cNvSpPr>
                  <a:spLocks noChangeShapeType="1"/>
                </p:cNvSpPr>
                <p:nvPr/>
              </p:nvSpPr>
              <p:spPr bwMode="auto">
                <a:xfrm>
                  <a:off x="4504" y="3220"/>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305" name="Line 148"/>
                <p:cNvSpPr>
                  <a:spLocks noChangeShapeType="1"/>
                </p:cNvSpPr>
                <p:nvPr/>
              </p:nvSpPr>
              <p:spPr bwMode="auto">
                <a:xfrm>
                  <a:off x="4504" y="3235"/>
                  <a:ext cx="43" cy="1"/>
                </a:xfrm>
                <a:prstGeom prst="line">
                  <a:avLst/>
                </a:prstGeom>
                <a:grp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285" name="Rectangle 149"/>
            <p:cNvSpPr>
              <a:spLocks noChangeArrowheads="1"/>
            </p:cNvSpPr>
            <p:nvPr/>
          </p:nvSpPr>
          <p:spPr bwMode="auto">
            <a:xfrm>
              <a:off x="4775" y="3164"/>
              <a:ext cx="12" cy="27"/>
            </a:xfrm>
            <a:prstGeom prst="rect">
              <a:avLst/>
            </a:prstGeom>
            <a:grp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6" name="Freeform 150"/>
            <p:cNvSpPr>
              <a:spLocks/>
            </p:cNvSpPr>
            <p:nvPr/>
          </p:nvSpPr>
          <p:spPr bwMode="auto">
            <a:xfrm>
              <a:off x="4696" y="2871"/>
              <a:ext cx="32" cy="55"/>
            </a:xfrm>
            <a:custGeom>
              <a:avLst/>
              <a:gdLst>
                <a:gd name="T0" fmla="*/ 107 w 129"/>
                <a:gd name="T1" fmla="*/ 0 h 221"/>
                <a:gd name="T2" fmla="*/ 0 w 129"/>
                <a:gd name="T3" fmla="*/ 185 h 221"/>
                <a:gd name="T4" fmla="*/ 21 w 129"/>
                <a:gd name="T5" fmla="*/ 221 h 221"/>
                <a:gd name="T6" fmla="*/ 129 w 129"/>
                <a:gd name="T7" fmla="*/ 7 h 221"/>
                <a:gd name="T8" fmla="*/ 107 w 129"/>
                <a:gd name="T9" fmla="*/ 0 h 221"/>
              </a:gdLst>
              <a:ahLst/>
              <a:cxnLst>
                <a:cxn ang="0">
                  <a:pos x="T0" y="T1"/>
                </a:cxn>
                <a:cxn ang="0">
                  <a:pos x="T2" y="T3"/>
                </a:cxn>
                <a:cxn ang="0">
                  <a:pos x="T4" y="T5"/>
                </a:cxn>
                <a:cxn ang="0">
                  <a:pos x="T6" y="T7"/>
                </a:cxn>
                <a:cxn ang="0">
                  <a:pos x="T8" y="T9"/>
                </a:cxn>
              </a:cxnLst>
              <a:rect l="0" t="0" r="r" b="b"/>
              <a:pathLst>
                <a:path w="129" h="221">
                  <a:moveTo>
                    <a:pt x="107" y="0"/>
                  </a:moveTo>
                  <a:lnTo>
                    <a:pt x="0" y="185"/>
                  </a:lnTo>
                  <a:lnTo>
                    <a:pt x="21" y="221"/>
                  </a:lnTo>
                  <a:lnTo>
                    <a:pt x="129" y="7"/>
                  </a:lnTo>
                  <a:lnTo>
                    <a:pt x="10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7" name="Freeform 151"/>
            <p:cNvSpPr>
              <a:spLocks/>
            </p:cNvSpPr>
            <p:nvPr/>
          </p:nvSpPr>
          <p:spPr bwMode="auto">
            <a:xfrm>
              <a:off x="4657" y="2848"/>
              <a:ext cx="62" cy="16"/>
            </a:xfrm>
            <a:custGeom>
              <a:avLst/>
              <a:gdLst>
                <a:gd name="T0" fmla="*/ 241 w 249"/>
                <a:gd name="T1" fmla="*/ 0 h 66"/>
                <a:gd name="T2" fmla="*/ 0 w 249"/>
                <a:gd name="T3" fmla="*/ 36 h 66"/>
                <a:gd name="T4" fmla="*/ 35 w 249"/>
                <a:gd name="T5" fmla="*/ 66 h 66"/>
                <a:gd name="T6" fmla="*/ 249 w 249"/>
                <a:gd name="T7" fmla="*/ 22 h 66"/>
                <a:gd name="T8" fmla="*/ 241 w 249"/>
                <a:gd name="T9" fmla="*/ 0 h 66"/>
              </a:gdLst>
              <a:ahLst/>
              <a:cxnLst>
                <a:cxn ang="0">
                  <a:pos x="T0" y="T1"/>
                </a:cxn>
                <a:cxn ang="0">
                  <a:pos x="T2" y="T3"/>
                </a:cxn>
                <a:cxn ang="0">
                  <a:pos x="T4" y="T5"/>
                </a:cxn>
                <a:cxn ang="0">
                  <a:pos x="T6" y="T7"/>
                </a:cxn>
                <a:cxn ang="0">
                  <a:pos x="T8" y="T9"/>
                </a:cxn>
              </a:cxnLst>
              <a:rect l="0" t="0" r="r" b="b"/>
              <a:pathLst>
                <a:path w="249" h="66">
                  <a:moveTo>
                    <a:pt x="241" y="0"/>
                  </a:moveTo>
                  <a:lnTo>
                    <a:pt x="0" y="36"/>
                  </a:lnTo>
                  <a:lnTo>
                    <a:pt x="35" y="66"/>
                  </a:lnTo>
                  <a:lnTo>
                    <a:pt x="249" y="22"/>
                  </a:lnTo>
                  <a:lnTo>
                    <a:pt x="241"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8" name="Freeform 152"/>
            <p:cNvSpPr>
              <a:spLocks/>
            </p:cNvSpPr>
            <p:nvPr/>
          </p:nvSpPr>
          <p:spPr bwMode="auto">
            <a:xfrm>
              <a:off x="4516" y="2720"/>
              <a:ext cx="233" cy="367"/>
            </a:xfrm>
            <a:custGeom>
              <a:avLst/>
              <a:gdLst>
                <a:gd name="T0" fmla="*/ 30 w 931"/>
                <a:gd name="T1" fmla="*/ 53 h 1469"/>
                <a:gd name="T2" fmla="*/ 16 w 931"/>
                <a:gd name="T3" fmla="*/ 96 h 1469"/>
                <a:gd name="T4" fmla="*/ 4 w 931"/>
                <a:gd name="T5" fmla="*/ 150 h 1469"/>
                <a:gd name="T6" fmla="*/ 0 w 931"/>
                <a:gd name="T7" fmla="*/ 207 h 1469"/>
                <a:gd name="T8" fmla="*/ 0 w 931"/>
                <a:gd name="T9" fmla="*/ 264 h 1469"/>
                <a:gd name="T10" fmla="*/ 12 w 931"/>
                <a:gd name="T11" fmla="*/ 338 h 1469"/>
                <a:gd name="T12" fmla="*/ 23 w 931"/>
                <a:gd name="T13" fmla="*/ 431 h 1469"/>
                <a:gd name="T14" fmla="*/ 44 w 931"/>
                <a:gd name="T15" fmla="*/ 534 h 1469"/>
                <a:gd name="T16" fmla="*/ 79 w 931"/>
                <a:gd name="T17" fmla="*/ 653 h 1469"/>
                <a:gd name="T18" fmla="*/ 133 w 931"/>
                <a:gd name="T19" fmla="*/ 767 h 1469"/>
                <a:gd name="T20" fmla="*/ 218 w 931"/>
                <a:gd name="T21" fmla="*/ 902 h 1469"/>
                <a:gd name="T22" fmla="*/ 303 w 931"/>
                <a:gd name="T23" fmla="*/ 1031 h 1469"/>
                <a:gd name="T24" fmla="*/ 374 w 931"/>
                <a:gd name="T25" fmla="*/ 1116 h 1469"/>
                <a:gd name="T26" fmla="*/ 473 w 931"/>
                <a:gd name="T27" fmla="*/ 1219 h 1469"/>
                <a:gd name="T28" fmla="*/ 576 w 931"/>
                <a:gd name="T29" fmla="*/ 1305 h 1469"/>
                <a:gd name="T30" fmla="*/ 668 w 931"/>
                <a:gd name="T31" fmla="*/ 1373 h 1469"/>
                <a:gd name="T32" fmla="*/ 735 w 931"/>
                <a:gd name="T33" fmla="*/ 1415 h 1469"/>
                <a:gd name="T34" fmla="*/ 802 w 931"/>
                <a:gd name="T35" fmla="*/ 1447 h 1469"/>
                <a:gd name="T36" fmla="*/ 857 w 931"/>
                <a:gd name="T37" fmla="*/ 1469 h 1469"/>
                <a:gd name="T38" fmla="*/ 899 w 931"/>
                <a:gd name="T39" fmla="*/ 1469 h 1469"/>
                <a:gd name="T40" fmla="*/ 931 w 931"/>
                <a:gd name="T41" fmla="*/ 1451 h 1469"/>
                <a:gd name="T42" fmla="*/ 62 w 931"/>
                <a:gd name="T43" fmla="*/ 0 h 1469"/>
                <a:gd name="T44" fmla="*/ 30 w 931"/>
                <a:gd name="T45" fmla="*/ 5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89" name="Freeform 153"/>
            <p:cNvSpPr>
              <a:spLocks/>
            </p:cNvSpPr>
            <p:nvPr/>
          </p:nvSpPr>
          <p:spPr bwMode="auto">
            <a:xfrm>
              <a:off x="4529" y="2719"/>
              <a:ext cx="220" cy="364"/>
            </a:xfrm>
            <a:custGeom>
              <a:avLst/>
              <a:gdLst>
                <a:gd name="T0" fmla="*/ 7 w 876"/>
                <a:gd name="T1" fmla="*/ 0 h 1455"/>
                <a:gd name="T2" fmla="*/ 0 w 876"/>
                <a:gd name="T3" fmla="*/ 29 h 1455"/>
                <a:gd name="T4" fmla="*/ 0 w 876"/>
                <a:gd name="T5" fmla="*/ 93 h 1455"/>
                <a:gd name="T6" fmla="*/ 3 w 876"/>
                <a:gd name="T7" fmla="*/ 168 h 1455"/>
                <a:gd name="T8" fmla="*/ 10 w 876"/>
                <a:gd name="T9" fmla="*/ 228 h 1455"/>
                <a:gd name="T10" fmla="*/ 21 w 876"/>
                <a:gd name="T11" fmla="*/ 307 h 1455"/>
                <a:gd name="T12" fmla="*/ 35 w 876"/>
                <a:gd name="T13" fmla="*/ 399 h 1455"/>
                <a:gd name="T14" fmla="*/ 56 w 876"/>
                <a:gd name="T15" fmla="*/ 496 h 1455"/>
                <a:gd name="T16" fmla="*/ 99 w 876"/>
                <a:gd name="T17" fmla="*/ 618 h 1455"/>
                <a:gd name="T18" fmla="*/ 163 w 876"/>
                <a:gd name="T19" fmla="*/ 757 h 1455"/>
                <a:gd name="T20" fmla="*/ 234 w 876"/>
                <a:gd name="T21" fmla="*/ 871 h 1455"/>
                <a:gd name="T22" fmla="*/ 319 w 876"/>
                <a:gd name="T23" fmla="*/ 992 h 1455"/>
                <a:gd name="T24" fmla="*/ 397 w 876"/>
                <a:gd name="T25" fmla="*/ 1084 h 1455"/>
                <a:gd name="T26" fmla="*/ 457 w 876"/>
                <a:gd name="T27" fmla="*/ 1147 h 1455"/>
                <a:gd name="T28" fmla="*/ 513 w 876"/>
                <a:gd name="T29" fmla="*/ 1206 h 1455"/>
                <a:gd name="T30" fmla="*/ 574 w 876"/>
                <a:gd name="T31" fmla="*/ 1263 h 1455"/>
                <a:gd name="T32" fmla="*/ 641 w 876"/>
                <a:gd name="T33" fmla="*/ 1318 h 1455"/>
                <a:gd name="T34" fmla="*/ 687 w 876"/>
                <a:gd name="T35" fmla="*/ 1355 h 1455"/>
                <a:gd name="T36" fmla="*/ 737 w 876"/>
                <a:gd name="T37" fmla="*/ 1387 h 1455"/>
                <a:gd name="T38" fmla="*/ 791 w 876"/>
                <a:gd name="T39" fmla="*/ 1418 h 1455"/>
                <a:gd name="T40" fmla="*/ 837 w 876"/>
                <a:gd name="T41" fmla="*/ 1448 h 1455"/>
                <a:gd name="T42" fmla="*/ 865 w 876"/>
                <a:gd name="T43" fmla="*/ 1455 h 1455"/>
                <a:gd name="T44" fmla="*/ 876 w 876"/>
                <a:gd name="T45" fmla="*/ 1434 h 1455"/>
                <a:gd name="T46" fmla="*/ 874 w 876"/>
                <a:gd name="T47" fmla="*/ 1404 h 1455"/>
                <a:gd name="T48" fmla="*/ 867 w 876"/>
                <a:gd name="T49" fmla="*/ 1369 h 1455"/>
                <a:gd name="T50" fmla="*/ 855 w 876"/>
                <a:gd name="T51" fmla="*/ 1309 h 1455"/>
                <a:gd name="T52" fmla="*/ 841 w 876"/>
                <a:gd name="T53" fmla="*/ 1229 h 1455"/>
                <a:gd name="T54" fmla="*/ 823 w 876"/>
                <a:gd name="T55" fmla="*/ 1156 h 1455"/>
                <a:gd name="T56" fmla="*/ 802 w 876"/>
                <a:gd name="T57" fmla="*/ 1069 h 1455"/>
                <a:gd name="T58" fmla="*/ 773 w 876"/>
                <a:gd name="T59" fmla="*/ 978 h 1455"/>
                <a:gd name="T60" fmla="*/ 741 w 876"/>
                <a:gd name="T61" fmla="*/ 905 h 1455"/>
                <a:gd name="T62" fmla="*/ 715 w 876"/>
                <a:gd name="T63" fmla="*/ 842 h 1455"/>
                <a:gd name="T64" fmla="*/ 674 w 876"/>
                <a:gd name="T65" fmla="*/ 759 h 1455"/>
                <a:gd name="T66" fmla="*/ 634 w 876"/>
                <a:gd name="T67" fmla="*/ 686 h 1455"/>
                <a:gd name="T68" fmla="*/ 586 w 876"/>
                <a:gd name="T69" fmla="*/ 606 h 1455"/>
                <a:gd name="T70" fmla="*/ 510 w 876"/>
                <a:gd name="T71" fmla="*/ 506 h 1455"/>
                <a:gd name="T72" fmla="*/ 457 w 876"/>
                <a:gd name="T73" fmla="*/ 435 h 1455"/>
                <a:gd name="T74" fmla="*/ 380 w 876"/>
                <a:gd name="T75" fmla="*/ 338 h 1455"/>
                <a:gd name="T76" fmla="*/ 308 w 876"/>
                <a:gd name="T77" fmla="*/ 268 h 1455"/>
                <a:gd name="T78" fmla="*/ 237 w 876"/>
                <a:gd name="T79" fmla="*/ 195 h 1455"/>
                <a:gd name="T80" fmla="*/ 184 w 876"/>
                <a:gd name="T81" fmla="*/ 143 h 1455"/>
                <a:gd name="T82" fmla="*/ 127 w 876"/>
                <a:gd name="T83" fmla="*/ 88 h 1455"/>
                <a:gd name="T84" fmla="*/ 85 w 876"/>
                <a:gd name="T85" fmla="*/ 50 h 1455"/>
                <a:gd name="T86" fmla="*/ 42 w 876"/>
                <a:gd name="T87" fmla="*/ 15 h 1455"/>
                <a:gd name="T88" fmla="*/ 7 w 876"/>
                <a:gd name="T8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0" name="Freeform 154"/>
            <p:cNvSpPr>
              <a:spLocks/>
            </p:cNvSpPr>
            <p:nvPr/>
          </p:nvSpPr>
          <p:spPr bwMode="auto">
            <a:xfrm>
              <a:off x="4537" y="2812"/>
              <a:ext cx="216" cy="16"/>
            </a:xfrm>
            <a:custGeom>
              <a:avLst/>
              <a:gdLst>
                <a:gd name="T0" fmla="*/ 0 w 862"/>
                <a:gd name="T1" fmla="*/ 0 h 64"/>
                <a:gd name="T2" fmla="*/ 862 w 862"/>
                <a:gd name="T3" fmla="*/ 36 h 64"/>
                <a:gd name="T4" fmla="*/ 855 w 862"/>
                <a:gd name="T5" fmla="*/ 64 h 64"/>
                <a:gd name="T6" fmla="*/ 3 w 862"/>
                <a:gd name="T7" fmla="*/ 28 h 64"/>
                <a:gd name="T8" fmla="*/ 0 w 862"/>
                <a:gd name="T9" fmla="*/ 0 h 64"/>
              </a:gdLst>
              <a:ahLst/>
              <a:cxnLst>
                <a:cxn ang="0">
                  <a:pos x="T0" y="T1"/>
                </a:cxn>
                <a:cxn ang="0">
                  <a:pos x="T2" y="T3"/>
                </a:cxn>
                <a:cxn ang="0">
                  <a:pos x="T4" y="T5"/>
                </a:cxn>
                <a:cxn ang="0">
                  <a:pos x="T6" y="T7"/>
                </a:cxn>
                <a:cxn ang="0">
                  <a:pos x="T8" y="T9"/>
                </a:cxn>
              </a:cxnLst>
              <a:rect l="0" t="0" r="r" b="b"/>
              <a:pathLst>
                <a:path w="862" h="64">
                  <a:moveTo>
                    <a:pt x="0" y="0"/>
                  </a:moveTo>
                  <a:lnTo>
                    <a:pt x="862" y="36"/>
                  </a:lnTo>
                  <a:lnTo>
                    <a:pt x="855" y="64"/>
                  </a:lnTo>
                  <a:lnTo>
                    <a:pt x="3" y="28"/>
                  </a:lnTo>
                  <a:lnTo>
                    <a:pt x="0"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1" name="Freeform 155"/>
            <p:cNvSpPr>
              <a:spLocks/>
            </p:cNvSpPr>
            <p:nvPr/>
          </p:nvSpPr>
          <p:spPr bwMode="auto">
            <a:xfrm>
              <a:off x="4685" y="2860"/>
              <a:ext cx="77" cy="190"/>
            </a:xfrm>
            <a:custGeom>
              <a:avLst/>
              <a:gdLst>
                <a:gd name="T0" fmla="*/ 271 w 306"/>
                <a:gd name="T1" fmla="*/ 16 h 760"/>
                <a:gd name="T2" fmla="*/ 0 w 306"/>
                <a:gd name="T3" fmla="*/ 742 h 760"/>
                <a:gd name="T4" fmla="*/ 25 w 306"/>
                <a:gd name="T5" fmla="*/ 760 h 760"/>
                <a:gd name="T6" fmla="*/ 306 w 306"/>
                <a:gd name="T7" fmla="*/ 0 h 760"/>
                <a:gd name="T8" fmla="*/ 271 w 306"/>
                <a:gd name="T9" fmla="*/ 16 h 760"/>
              </a:gdLst>
              <a:ahLst/>
              <a:cxnLst>
                <a:cxn ang="0">
                  <a:pos x="T0" y="T1"/>
                </a:cxn>
                <a:cxn ang="0">
                  <a:pos x="T2" y="T3"/>
                </a:cxn>
                <a:cxn ang="0">
                  <a:pos x="T4" y="T5"/>
                </a:cxn>
                <a:cxn ang="0">
                  <a:pos x="T6" y="T7"/>
                </a:cxn>
                <a:cxn ang="0">
                  <a:pos x="T8" y="T9"/>
                </a:cxn>
              </a:cxnLst>
              <a:rect l="0" t="0" r="r" b="b"/>
              <a:pathLst>
                <a:path w="306" h="760">
                  <a:moveTo>
                    <a:pt x="271" y="16"/>
                  </a:moveTo>
                  <a:lnTo>
                    <a:pt x="0" y="742"/>
                  </a:lnTo>
                  <a:lnTo>
                    <a:pt x="25" y="760"/>
                  </a:lnTo>
                  <a:lnTo>
                    <a:pt x="306" y="0"/>
                  </a:lnTo>
                  <a:lnTo>
                    <a:pt x="271" y="16"/>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2" name="Freeform 156"/>
            <p:cNvSpPr>
              <a:spLocks/>
            </p:cNvSpPr>
            <p:nvPr/>
          </p:nvSpPr>
          <p:spPr bwMode="auto">
            <a:xfrm>
              <a:off x="4712" y="2823"/>
              <a:ext cx="63" cy="52"/>
            </a:xfrm>
            <a:custGeom>
              <a:avLst/>
              <a:gdLst>
                <a:gd name="T0" fmla="*/ 189 w 252"/>
                <a:gd name="T1" fmla="*/ 0 h 208"/>
                <a:gd name="T2" fmla="*/ 10 w 252"/>
                <a:gd name="T3" fmla="*/ 64 h 208"/>
                <a:gd name="T4" fmla="*/ 3 w 252"/>
                <a:gd name="T5" fmla="*/ 75 h 208"/>
                <a:gd name="T6" fmla="*/ 0 w 252"/>
                <a:gd name="T7" fmla="*/ 96 h 208"/>
                <a:gd name="T8" fmla="*/ 2 w 252"/>
                <a:gd name="T9" fmla="*/ 126 h 208"/>
                <a:gd name="T10" fmla="*/ 4 w 252"/>
                <a:gd name="T11" fmla="*/ 144 h 208"/>
                <a:gd name="T12" fmla="*/ 15 w 252"/>
                <a:gd name="T13" fmla="*/ 170 h 208"/>
                <a:gd name="T14" fmla="*/ 33 w 252"/>
                <a:gd name="T15" fmla="*/ 190 h 208"/>
                <a:gd name="T16" fmla="*/ 58 w 252"/>
                <a:gd name="T17" fmla="*/ 204 h 208"/>
                <a:gd name="T18" fmla="*/ 72 w 252"/>
                <a:gd name="T19" fmla="*/ 208 h 208"/>
                <a:gd name="T20" fmla="*/ 86 w 252"/>
                <a:gd name="T21" fmla="*/ 208 h 208"/>
                <a:gd name="T22" fmla="*/ 252 w 252"/>
                <a:gd name="T23" fmla="*/ 128 h 208"/>
                <a:gd name="T24" fmla="*/ 221 w 252"/>
                <a:gd name="T25" fmla="*/ 103 h 208"/>
                <a:gd name="T26" fmla="*/ 203 w 252"/>
                <a:gd name="T27" fmla="*/ 78 h 208"/>
                <a:gd name="T28" fmla="*/ 189 w 252"/>
                <a:gd name="T29"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3" name="Freeform 157"/>
            <p:cNvSpPr>
              <a:spLocks/>
            </p:cNvSpPr>
            <p:nvPr/>
          </p:nvSpPr>
          <p:spPr bwMode="auto">
            <a:xfrm>
              <a:off x="4749" y="2816"/>
              <a:ext cx="35" cy="49"/>
            </a:xfrm>
            <a:custGeom>
              <a:avLst/>
              <a:gdLst>
                <a:gd name="T0" fmla="*/ 83 w 141"/>
                <a:gd name="T1" fmla="*/ 28 h 194"/>
                <a:gd name="T2" fmla="*/ 76 w 141"/>
                <a:gd name="T3" fmla="*/ 16 h 194"/>
                <a:gd name="T4" fmla="*/ 62 w 141"/>
                <a:gd name="T5" fmla="*/ 6 h 194"/>
                <a:gd name="T6" fmla="*/ 37 w 141"/>
                <a:gd name="T7" fmla="*/ 0 h 194"/>
                <a:gd name="T8" fmla="*/ 23 w 141"/>
                <a:gd name="T9" fmla="*/ 2 h 194"/>
                <a:gd name="T10" fmla="*/ 13 w 141"/>
                <a:gd name="T11" fmla="*/ 13 h 194"/>
                <a:gd name="T12" fmla="*/ 5 w 141"/>
                <a:gd name="T13" fmla="*/ 28 h 194"/>
                <a:gd name="T14" fmla="*/ 0 w 141"/>
                <a:gd name="T15" fmla="*/ 52 h 194"/>
                <a:gd name="T16" fmla="*/ 1 w 141"/>
                <a:gd name="T17" fmla="*/ 65 h 194"/>
                <a:gd name="T18" fmla="*/ 4 w 141"/>
                <a:gd name="T19" fmla="*/ 83 h 194"/>
                <a:gd name="T20" fmla="*/ 10 w 141"/>
                <a:gd name="T21" fmla="*/ 109 h 194"/>
                <a:gd name="T22" fmla="*/ 20 w 141"/>
                <a:gd name="T23" fmla="*/ 130 h 194"/>
                <a:gd name="T24" fmla="*/ 32 w 141"/>
                <a:gd name="T25" fmla="*/ 149 h 194"/>
                <a:gd name="T26" fmla="*/ 45 w 141"/>
                <a:gd name="T27" fmla="*/ 166 h 194"/>
                <a:gd name="T28" fmla="*/ 59 w 141"/>
                <a:gd name="T29" fmla="*/ 180 h 194"/>
                <a:gd name="T30" fmla="*/ 77 w 141"/>
                <a:gd name="T31" fmla="*/ 188 h 194"/>
                <a:gd name="T32" fmla="*/ 98 w 141"/>
                <a:gd name="T33" fmla="*/ 194 h 194"/>
                <a:gd name="T34" fmla="*/ 116 w 141"/>
                <a:gd name="T35" fmla="*/ 194 h 194"/>
                <a:gd name="T36" fmla="*/ 132 w 141"/>
                <a:gd name="T37" fmla="*/ 185 h 194"/>
                <a:gd name="T38" fmla="*/ 140 w 141"/>
                <a:gd name="T39" fmla="*/ 170 h 194"/>
                <a:gd name="T40" fmla="*/ 141 w 141"/>
                <a:gd name="T41" fmla="*/ 148 h 194"/>
                <a:gd name="T42" fmla="*/ 136 w 141"/>
                <a:gd name="T43" fmla="*/ 124 h 194"/>
                <a:gd name="T44" fmla="*/ 125 w 141"/>
                <a:gd name="T45" fmla="*/ 92 h 194"/>
                <a:gd name="T46" fmla="*/ 101 w 141"/>
                <a:gd name="T47" fmla="*/ 52 h 194"/>
                <a:gd name="T48" fmla="*/ 83 w 141"/>
                <a:gd name="T49" fmla="*/ 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4" name="Freeform 158"/>
            <p:cNvSpPr>
              <a:spLocks/>
            </p:cNvSpPr>
            <p:nvPr/>
          </p:nvSpPr>
          <p:spPr bwMode="auto">
            <a:xfrm>
              <a:off x="4758" y="2819"/>
              <a:ext cx="43" cy="35"/>
            </a:xfrm>
            <a:custGeom>
              <a:avLst/>
              <a:gdLst>
                <a:gd name="T0" fmla="*/ 13 w 173"/>
                <a:gd name="T1" fmla="*/ 31 h 139"/>
                <a:gd name="T2" fmla="*/ 122 w 173"/>
                <a:gd name="T3" fmla="*/ 4 h 139"/>
                <a:gd name="T4" fmla="*/ 148 w 173"/>
                <a:gd name="T5" fmla="*/ 0 h 139"/>
                <a:gd name="T6" fmla="*/ 165 w 173"/>
                <a:gd name="T7" fmla="*/ 4 h 139"/>
                <a:gd name="T8" fmla="*/ 171 w 173"/>
                <a:gd name="T9" fmla="*/ 11 h 139"/>
                <a:gd name="T10" fmla="*/ 173 w 173"/>
                <a:gd name="T11" fmla="*/ 25 h 139"/>
                <a:gd name="T12" fmla="*/ 165 w 173"/>
                <a:gd name="T13" fmla="*/ 47 h 139"/>
                <a:gd name="T14" fmla="*/ 65 w 173"/>
                <a:gd name="T15" fmla="*/ 139 h 139"/>
                <a:gd name="T16" fmla="*/ 51 w 173"/>
                <a:gd name="T17" fmla="*/ 138 h 139"/>
                <a:gd name="T18" fmla="*/ 34 w 173"/>
                <a:gd name="T19" fmla="*/ 132 h 139"/>
                <a:gd name="T20" fmla="*/ 23 w 173"/>
                <a:gd name="T21" fmla="*/ 120 h 139"/>
                <a:gd name="T22" fmla="*/ 8 w 173"/>
                <a:gd name="T23" fmla="*/ 103 h 139"/>
                <a:gd name="T24" fmla="*/ 1 w 173"/>
                <a:gd name="T25" fmla="*/ 85 h 139"/>
                <a:gd name="T26" fmla="*/ 0 w 173"/>
                <a:gd name="T27" fmla="*/ 65 h 139"/>
                <a:gd name="T28" fmla="*/ 5 w 173"/>
                <a:gd name="T29" fmla="*/ 46 h 139"/>
                <a:gd name="T30" fmla="*/ 13 w 173"/>
                <a:gd name="T31" fmla="*/ 3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5" name="Freeform 159"/>
            <p:cNvSpPr>
              <a:spLocks/>
            </p:cNvSpPr>
            <p:nvPr/>
          </p:nvSpPr>
          <p:spPr bwMode="auto">
            <a:xfrm>
              <a:off x="4725" y="2836"/>
              <a:ext cx="19"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9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96" name="Freeform 160"/>
            <p:cNvSpPr>
              <a:spLocks/>
            </p:cNvSpPr>
            <p:nvPr/>
          </p:nvSpPr>
          <p:spPr bwMode="auto">
            <a:xfrm>
              <a:off x="4737" y="2831"/>
              <a:ext cx="18"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8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grp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pic>
        <p:nvPicPr>
          <p:cNvPr id="135" name="Picture 161" descr="D-Link%20DI-713P%20Wireless%20Broadband%20router"/>
          <p:cNvPicPr>
            <a:picLocks noChangeAspect="1" noChangeArrowheads="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901125" y="2706702"/>
            <a:ext cx="453303" cy="377433"/>
          </a:xfrm>
          <a:prstGeom prst="rect">
            <a:avLst/>
          </a:prstGeom>
          <a:noFill/>
          <a:extLst>
            <a:ext uri="{909E8E84-426E-40DD-AFC4-6F175D3DCCD1}">
              <a14:hiddenFill xmlns:a14="http://schemas.microsoft.com/office/drawing/2010/main">
                <a:solidFill>
                  <a:srgbClr val="FFFFFF"/>
                </a:solidFill>
              </a14:hiddenFill>
            </a:ext>
          </a:extLst>
        </p:spPr>
      </p:pic>
      <p:sp>
        <p:nvSpPr>
          <p:cNvPr id="137" name="Freeform 173"/>
          <p:cNvSpPr>
            <a:spLocks/>
          </p:cNvSpPr>
          <p:nvPr/>
        </p:nvSpPr>
        <p:spPr bwMode="auto">
          <a:xfrm rot="1390605">
            <a:off x="4196924" y="2541515"/>
            <a:ext cx="122930" cy="181513"/>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50" name="Line 175"/>
          <p:cNvSpPr>
            <a:spLocks noChangeShapeType="1"/>
          </p:cNvSpPr>
          <p:nvPr/>
        </p:nvSpPr>
        <p:spPr bwMode="auto">
          <a:xfrm>
            <a:off x="2686233" y="2018103"/>
            <a:ext cx="0" cy="21800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0" name="Line 178"/>
          <p:cNvSpPr>
            <a:spLocks noChangeShapeType="1"/>
          </p:cNvSpPr>
          <p:nvPr/>
        </p:nvSpPr>
        <p:spPr bwMode="auto">
          <a:xfrm flipV="1">
            <a:off x="2250216" y="2018103"/>
            <a:ext cx="1830501"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1" name="Line 179"/>
          <p:cNvSpPr>
            <a:spLocks noChangeShapeType="1"/>
          </p:cNvSpPr>
          <p:nvPr/>
        </p:nvSpPr>
        <p:spPr bwMode="auto">
          <a:xfrm>
            <a:off x="3949144" y="1801055"/>
            <a:ext cx="0" cy="21800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142" name="Picture 18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808927" y="1713660"/>
            <a:ext cx="315007" cy="173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43" name="Group 181"/>
          <p:cNvGrpSpPr>
            <a:grpSpLocks/>
          </p:cNvGrpSpPr>
          <p:nvPr/>
        </p:nvGrpSpPr>
        <p:grpSpPr bwMode="auto">
          <a:xfrm>
            <a:off x="2694757" y="2966062"/>
            <a:ext cx="528334" cy="389692"/>
            <a:chOff x="762" y="2391"/>
            <a:chExt cx="423" cy="312"/>
          </a:xfrm>
        </p:grpSpPr>
        <p:grpSp>
          <p:nvGrpSpPr>
            <p:cNvPr id="240" name="Group 182"/>
            <p:cNvGrpSpPr>
              <a:grpSpLocks/>
            </p:cNvGrpSpPr>
            <p:nvPr/>
          </p:nvGrpSpPr>
          <p:grpSpPr bwMode="auto">
            <a:xfrm>
              <a:off x="867" y="2432"/>
              <a:ext cx="318" cy="271"/>
              <a:chOff x="657" y="1570"/>
              <a:chExt cx="318" cy="311"/>
            </a:xfrm>
          </p:grpSpPr>
          <p:sp>
            <p:nvSpPr>
              <p:cNvPr id="248" name="Line 183"/>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249" name="Picture 184"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41" name="Group 185"/>
            <p:cNvGrpSpPr>
              <a:grpSpLocks/>
            </p:cNvGrpSpPr>
            <p:nvPr/>
          </p:nvGrpSpPr>
          <p:grpSpPr bwMode="auto">
            <a:xfrm>
              <a:off x="762" y="2391"/>
              <a:ext cx="306" cy="90"/>
              <a:chOff x="748" y="2251"/>
              <a:chExt cx="306" cy="90"/>
            </a:xfrm>
          </p:grpSpPr>
          <p:sp>
            <p:nvSpPr>
              <p:cNvPr id="242" name="AutoShape 186"/>
              <p:cNvSpPr>
                <a:spLocks noChangeArrowheads="1"/>
              </p:cNvSpPr>
              <p:nvPr/>
            </p:nvSpPr>
            <p:spPr bwMode="auto">
              <a:xfrm>
                <a:off x="748"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3" name="AutoShape 187"/>
              <p:cNvSpPr>
                <a:spLocks noChangeArrowheads="1"/>
              </p:cNvSpPr>
              <p:nvPr/>
            </p:nvSpPr>
            <p:spPr bwMode="auto">
              <a:xfrm flipH="1">
                <a:off x="943"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4" name="AutoShape 188"/>
              <p:cNvSpPr>
                <a:spLocks noChangeArrowheads="1"/>
              </p:cNvSpPr>
              <p:nvPr/>
            </p:nvSpPr>
            <p:spPr bwMode="auto">
              <a:xfrm flipH="1">
                <a:off x="922"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5" name="AutoShape 189"/>
              <p:cNvSpPr>
                <a:spLocks noChangeArrowheads="1"/>
              </p:cNvSpPr>
              <p:nvPr/>
            </p:nvSpPr>
            <p:spPr bwMode="auto">
              <a:xfrm>
                <a:off x="806"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6" name="AutoShape 190"/>
              <p:cNvSpPr>
                <a:spLocks noChangeArrowheads="1"/>
              </p:cNvSpPr>
              <p:nvPr/>
            </p:nvSpPr>
            <p:spPr bwMode="auto">
              <a:xfrm flipH="1">
                <a:off x="905"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47" name="AutoShape 191"/>
              <p:cNvSpPr>
                <a:spLocks noChangeArrowheads="1"/>
              </p:cNvSpPr>
              <p:nvPr/>
            </p:nvSpPr>
            <p:spPr bwMode="auto">
              <a:xfrm>
                <a:off x="857"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145" name="Line 203"/>
          <p:cNvSpPr>
            <a:spLocks noChangeShapeType="1"/>
          </p:cNvSpPr>
          <p:nvPr/>
        </p:nvSpPr>
        <p:spPr bwMode="auto">
          <a:xfrm>
            <a:off x="6040871" y="2392602"/>
            <a:ext cx="914290" cy="392799"/>
          </a:xfrm>
          <a:prstGeom prst="line">
            <a:avLst/>
          </a:prstGeom>
          <a:noFill/>
          <a:ln w="381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6" name="Line 204"/>
          <p:cNvSpPr>
            <a:spLocks noChangeShapeType="1"/>
          </p:cNvSpPr>
          <p:nvPr/>
        </p:nvSpPr>
        <p:spPr bwMode="auto">
          <a:xfrm flipH="1">
            <a:off x="5038225" y="2410902"/>
            <a:ext cx="435056" cy="261226"/>
          </a:xfrm>
          <a:prstGeom prst="line">
            <a:avLst/>
          </a:prstGeom>
          <a:noFill/>
          <a:ln w="381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7" name="Freeform 205"/>
          <p:cNvSpPr>
            <a:spLocks/>
          </p:cNvSpPr>
          <p:nvPr/>
        </p:nvSpPr>
        <p:spPr bwMode="auto">
          <a:xfrm rot="1901313">
            <a:off x="3717690" y="2759523"/>
            <a:ext cx="122930" cy="181514"/>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8" name="Freeform 206"/>
          <p:cNvSpPr>
            <a:spLocks/>
          </p:cNvSpPr>
          <p:nvPr/>
        </p:nvSpPr>
        <p:spPr bwMode="auto">
          <a:xfrm rot="18818791" flipH="1">
            <a:off x="3717210" y="2614984"/>
            <a:ext cx="122930" cy="181513"/>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49" name="Freeform 207"/>
          <p:cNvSpPr>
            <a:spLocks/>
          </p:cNvSpPr>
          <p:nvPr/>
        </p:nvSpPr>
        <p:spPr bwMode="auto">
          <a:xfrm rot="3575381">
            <a:off x="4226216" y="2650519"/>
            <a:ext cx="122930" cy="181513"/>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00FF"/>
          </a:solidFill>
          <a:ln w="9525">
            <a:solidFill>
              <a:srgbClr val="FF00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50" name="Text Box 208"/>
          <p:cNvSpPr txBox="1">
            <a:spLocks noChangeArrowheads="1"/>
          </p:cNvSpPr>
          <p:nvPr/>
        </p:nvSpPr>
        <p:spPr bwMode="auto">
          <a:xfrm>
            <a:off x="2912785" y="3518738"/>
            <a:ext cx="534121"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sz="1050" b="1" i="0" u="none" strike="noStrike" kern="0" cap="none" spc="0" normalizeH="0" baseline="0" noProof="0" dirty="0">
                <a:ln>
                  <a:noFill/>
                </a:ln>
                <a:effectLst/>
                <a:uLnTx/>
                <a:uFillTx/>
                <a:latin typeface="微软雅黑" pitchFamily="34" charset="-122"/>
                <a:ea typeface="微软雅黑" pitchFamily="34" charset="-122"/>
              </a:rPr>
              <a:t>主机 </a:t>
            </a:r>
            <a:endParaRPr kumimoji="0" lang="en-US" altLang="zh-CN" sz="1050" b="1" i="0" u="none" strike="noStrike" kern="0" cap="none" spc="0" normalizeH="0" baseline="0" noProof="0" dirty="0">
              <a:ln>
                <a:noFill/>
              </a:ln>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2</a:t>
            </a:r>
          </a:p>
        </p:txBody>
      </p:sp>
      <p:sp>
        <p:nvSpPr>
          <p:cNvPr id="228" name="Line 210"/>
          <p:cNvSpPr>
            <a:spLocks noChangeShapeType="1"/>
          </p:cNvSpPr>
          <p:nvPr/>
        </p:nvSpPr>
        <p:spPr bwMode="auto">
          <a:xfrm>
            <a:off x="3165467" y="2019063"/>
            <a:ext cx="0" cy="21800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6" name="Line 213"/>
          <p:cNvSpPr>
            <a:spLocks noChangeShapeType="1"/>
          </p:cNvSpPr>
          <p:nvPr/>
        </p:nvSpPr>
        <p:spPr bwMode="auto">
          <a:xfrm>
            <a:off x="3775313" y="2020023"/>
            <a:ext cx="0" cy="21800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53" name="Text Box 215"/>
          <p:cNvSpPr txBox="1">
            <a:spLocks noChangeArrowheads="1"/>
          </p:cNvSpPr>
          <p:nvPr/>
        </p:nvSpPr>
        <p:spPr bwMode="auto">
          <a:xfrm>
            <a:off x="3636056" y="157920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a:ln>
                  <a:noFill/>
                </a:ln>
                <a:effectLst/>
                <a:uLnTx/>
                <a:uFillTx/>
                <a:latin typeface="微软雅黑" pitchFamily="34" charset="-122"/>
                <a:ea typeface="微软雅黑" pitchFamily="34" charset="-122"/>
              </a:rPr>
              <a:t>1</a:t>
            </a:r>
          </a:p>
        </p:txBody>
      </p:sp>
      <p:sp>
        <p:nvSpPr>
          <p:cNvPr id="154" name="Text Box 216"/>
          <p:cNvSpPr txBox="1">
            <a:spLocks noChangeArrowheads="1"/>
          </p:cNvSpPr>
          <p:nvPr/>
        </p:nvSpPr>
        <p:spPr bwMode="auto">
          <a:xfrm>
            <a:off x="6733355" y="296808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4</a:t>
            </a:r>
          </a:p>
        </p:txBody>
      </p:sp>
      <p:sp>
        <p:nvSpPr>
          <p:cNvPr id="155" name="Text Box 217"/>
          <p:cNvSpPr txBox="1">
            <a:spLocks noChangeArrowheads="1"/>
          </p:cNvSpPr>
          <p:nvPr/>
        </p:nvSpPr>
        <p:spPr bwMode="auto">
          <a:xfrm>
            <a:off x="4470089" y="265094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5</a:t>
            </a:r>
          </a:p>
        </p:txBody>
      </p:sp>
      <p:sp>
        <p:nvSpPr>
          <p:cNvPr id="156" name="Text Box 218"/>
          <p:cNvSpPr txBox="1">
            <a:spLocks noChangeArrowheads="1"/>
          </p:cNvSpPr>
          <p:nvPr/>
        </p:nvSpPr>
        <p:spPr bwMode="auto">
          <a:xfrm>
            <a:off x="5116976" y="157920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a:ln>
                  <a:noFill/>
                </a:ln>
                <a:effectLst/>
                <a:uLnTx/>
                <a:uFillTx/>
                <a:latin typeface="微软雅黑" pitchFamily="34" charset="-122"/>
                <a:ea typeface="微软雅黑" pitchFamily="34" charset="-122"/>
              </a:rPr>
              <a:t>2</a:t>
            </a:r>
          </a:p>
        </p:txBody>
      </p:sp>
      <p:sp>
        <p:nvSpPr>
          <p:cNvPr id="157" name="Text Box 219"/>
          <p:cNvSpPr txBox="1">
            <a:spLocks noChangeArrowheads="1"/>
          </p:cNvSpPr>
          <p:nvPr/>
        </p:nvSpPr>
        <p:spPr bwMode="auto">
          <a:xfrm>
            <a:off x="6755141" y="151106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3</a:t>
            </a:r>
          </a:p>
        </p:txBody>
      </p:sp>
      <p:sp>
        <p:nvSpPr>
          <p:cNvPr id="158" name="Text Box 220"/>
          <p:cNvSpPr txBox="1">
            <a:spLocks noChangeArrowheads="1"/>
          </p:cNvSpPr>
          <p:nvPr/>
        </p:nvSpPr>
        <p:spPr bwMode="auto">
          <a:xfrm>
            <a:off x="3442187" y="100943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1</a:t>
            </a:r>
          </a:p>
        </p:txBody>
      </p:sp>
      <p:sp>
        <p:nvSpPr>
          <p:cNvPr id="159" name="Text Box 221"/>
          <p:cNvSpPr txBox="1">
            <a:spLocks noChangeArrowheads="1"/>
          </p:cNvSpPr>
          <p:nvPr/>
        </p:nvSpPr>
        <p:spPr bwMode="auto">
          <a:xfrm>
            <a:off x="4970383" y="1017487"/>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2</a:t>
            </a:r>
          </a:p>
        </p:txBody>
      </p:sp>
      <p:sp>
        <p:nvSpPr>
          <p:cNvPr id="160" name="Text Box 222"/>
          <p:cNvSpPr txBox="1">
            <a:spLocks noChangeArrowheads="1"/>
          </p:cNvSpPr>
          <p:nvPr/>
        </p:nvSpPr>
        <p:spPr bwMode="auto">
          <a:xfrm>
            <a:off x="6847382" y="853151"/>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3</a:t>
            </a:r>
          </a:p>
        </p:txBody>
      </p:sp>
      <p:sp>
        <p:nvSpPr>
          <p:cNvPr id="161" name="Text Box 223"/>
          <p:cNvSpPr txBox="1">
            <a:spLocks noChangeArrowheads="1"/>
          </p:cNvSpPr>
          <p:nvPr/>
        </p:nvSpPr>
        <p:spPr bwMode="auto">
          <a:xfrm>
            <a:off x="2519067" y="576559"/>
            <a:ext cx="351378"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1</a:t>
            </a:r>
          </a:p>
        </p:txBody>
      </p:sp>
      <p:sp>
        <p:nvSpPr>
          <p:cNvPr id="162" name="Text Box 224"/>
          <p:cNvSpPr txBox="1">
            <a:spLocks noChangeArrowheads="1"/>
          </p:cNvSpPr>
          <p:nvPr/>
        </p:nvSpPr>
        <p:spPr bwMode="auto">
          <a:xfrm>
            <a:off x="4713497" y="2961735"/>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5</a:t>
            </a:r>
          </a:p>
        </p:txBody>
      </p:sp>
      <p:sp>
        <p:nvSpPr>
          <p:cNvPr id="163" name="Text Box 225"/>
          <p:cNvSpPr txBox="1">
            <a:spLocks noChangeArrowheads="1"/>
          </p:cNvSpPr>
          <p:nvPr/>
        </p:nvSpPr>
        <p:spPr bwMode="auto">
          <a:xfrm>
            <a:off x="3958818" y="3408745"/>
            <a:ext cx="39145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H</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2</a:t>
            </a:r>
          </a:p>
        </p:txBody>
      </p:sp>
      <p:grpSp>
        <p:nvGrpSpPr>
          <p:cNvPr id="164" name="Group 226"/>
          <p:cNvGrpSpPr>
            <a:grpSpLocks/>
          </p:cNvGrpSpPr>
          <p:nvPr/>
        </p:nvGrpSpPr>
        <p:grpSpPr bwMode="auto">
          <a:xfrm>
            <a:off x="6345314" y="2062281"/>
            <a:ext cx="871073" cy="522452"/>
            <a:chOff x="385" y="2795"/>
            <a:chExt cx="1769" cy="816"/>
          </a:xfrm>
          <a:solidFill>
            <a:srgbClr val="3399FF"/>
          </a:solidFill>
        </p:grpSpPr>
        <p:sp>
          <p:nvSpPr>
            <p:cNvPr id="209" name="Oval 227"/>
            <p:cNvSpPr>
              <a:spLocks noChangeArrowheads="1"/>
            </p:cNvSpPr>
            <p:nvPr/>
          </p:nvSpPr>
          <p:spPr bwMode="auto">
            <a:xfrm>
              <a:off x="1589" y="3060"/>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0" name="Oval 228"/>
            <p:cNvSpPr>
              <a:spLocks noChangeArrowheads="1"/>
            </p:cNvSpPr>
            <p:nvPr/>
          </p:nvSpPr>
          <p:spPr bwMode="auto">
            <a:xfrm>
              <a:off x="928" y="3274"/>
              <a:ext cx="884" cy="337"/>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1" name="Oval 229"/>
            <p:cNvSpPr>
              <a:spLocks noChangeArrowheads="1"/>
            </p:cNvSpPr>
            <p:nvPr/>
          </p:nvSpPr>
          <p:spPr bwMode="auto">
            <a:xfrm>
              <a:off x="502" y="3204"/>
              <a:ext cx="586" cy="28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2" name="Oval 230"/>
            <p:cNvSpPr>
              <a:spLocks noChangeArrowheads="1"/>
            </p:cNvSpPr>
            <p:nvPr/>
          </p:nvSpPr>
          <p:spPr bwMode="auto">
            <a:xfrm>
              <a:off x="385" y="3084"/>
              <a:ext cx="384" cy="256"/>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3" name="Oval 231"/>
            <p:cNvSpPr>
              <a:spLocks noChangeArrowheads="1"/>
            </p:cNvSpPr>
            <p:nvPr/>
          </p:nvSpPr>
          <p:spPr bwMode="auto">
            <a:xfrm>
              <a:off x="566" y="2883"/>
              <a:ext cx="57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4" name="Oval 232"/>
            <p:cNvSpPr>
              <a:spLocks noChangeArrowheads="1"/>
            </p:cNvSpPr>
            <p:nvPr/>
          </p:nvSpPr>
          <p:spPr bwMode="auto">
            <a:xfrm>
              <a:off x="992" y="2795"/>
              <a:ext cx="757"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5" name="Oval 233"/>
            <p:cNvSpPr>
              <a:spLocks noChangeArrowheads="1"/>
            </p:cNvSpPr>
            <p:nvPr/>
          </p:nvSpPr>
          <p:spPr bwMode="auto">
            <a:xfrm>
              <a:off x="1504" y="2891"/>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6" name="Oval 234"/>
            <p:cNvSpPr>
              <a:spLocks noChangeArrowheads="1"/>
            </p:cNvSpPr>
            <p:nvPr/>
          </p:nvSpPr>
          <p:spPr bwMode="auto">
            <a:xfrm>
              <a:off x="704" y="2987"/>
              <a:ext cx="1141" cy="41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7" name="Oval 235"/>
            <p:cNvSpPr>
              <a:spLocks noChangeArrowheads="1"/>
            </p:cNvSpPr>
            <p:nvPr/>
          </p:nvSpPr>
          <p:spPr bwMode="auto">
            <a:xfrm rot="1336630">
              <a:off x="1474" y="3067"/>
              <a:ext cx="555" cy="417"/>
            </a:xfrm>
            <a:prstGeom prst="ellipse">
              <a:avLst/>
            </a:prstGeom>
            <a:grp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8" name="Oval 236"/>
            <p:cNvSpPr>
              <a:spLocks noChangeArrowheads="1"/>
            </p:cNvSpPr>
            <p:nvPr/>
          </p:nvSpPr>
          <p:spPr bwMode="auto">
            <a:xfrm>
              <a:off x="1004" y="2811"/>
              <a:ext cx="756" cy="321"/>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19" name="Oval 237"/>
            <p:cNvSpPr>
              <a:spLocks noChangeArrowheads="1"/>
            </p:cNvSpPr>
            <p:nvPr/>
          </p:nvSpPr>
          <p:spPr bwMode="auto">
            <a:xfrm>
              <a:off x="577" y="2899"/>
              <a:ext cx="575" cy="320"/>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0" name="Oval 238"/>
            <p:cNvSpPr>
              <a:spLocks noChangeArrowheads="1"/>
            </p:cNvSpPr>
            <p:nvPr/>
          </p:nvSpPr>
          <p:spPr bwMode="auto">
            <a:xfrm>
              <a:off x="396" y="3100"/>
              <a:ext cx="383" cy="256"/>
            </a:xfrm>
            <a:prstGeom prst="ellipse">
              <a:avLst/>
            </a:prstGeom>
            <a:grp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1" name="Oval 239"/>
            <p:cNvSpPr>
              <a:spLocks noChangeArrowheads="1"/>
            </p:cNvSpPr>
            <p:nvPr/>
          </p:nvSpPr>
          <p:spPr bwMode="auto">
            <a:xfrm>
              <a:off x="1515" y="2908"/>
              <a:ext cx="554" cy="248"/>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2" name="Oval 240"/>
            <p:cNvSpPr>
              <a:spLocks noChangeArrowheads="1"/>
            </p:cNvSpPr>
            <p:nvPr/>
          </p:nvSpPr>
          <p:spPr bwMode="auto">
            <a:xfrm>
              <a:off x="1599" y="3075"/>
              <a:ext cx="555" cy="249"/>
            </a:xfrm>
            <a:prstGeom prst="ellipse">
              <a:avLst/>
            </a:prstGeom>
            <a:grp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3" name="Oval 241"/>
            <p:cNvSpPr>
              <a:spLocks noChangeArrowheads="1"/>
            </p:cNvSpPr>
            <p:nvPr/>
          </p:nvSpPr>
          <p:spPr bwMode="auto">
            <a:xfrm>
              <a:off x="715" y="3003"/>
              <a:ext cx="1141" cy="417"/>
            </a:xfrm>
            <a:prstGeom prst="ellipse">
              <a:avLst/>
            </a:prstGeom>
            <a:grp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4" name="Oval 242"/>
            <p:cNvSpPr>
              <a:spLocks noChangeArrowheads="1"/>
            </p:cNvSpPr>
            <p:nvPr/>
          </p:nvSpPr>
          <p:spPr bwMode="auto">
            <a:xfrm>
              <a:off x="513" y="3219"/>
              <a:ext cx="586" cy="282"/>
            </a:xfrm>
            <a:prstGeom prst="ellipse">
              <a:avLst/>
            </a:prstGeom>
            <a:grp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25" name="Freeform 243"/>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165" name="Text Box 244"/>
          <p:cNvSpPr txBox="1">
            <a:spLocks noChangeArrowheads="1"/>
          </p:cNvSpPr>
          <p:nvPr/>
        </p:nvSpPr>
        <p:spPr bwMode="auto">
          <a:xfrm>
            <a:off x="6485890" y="2668286"/>
            <a:ext cx="37542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50" b="1" i="0" u="none" strike="noStrike" kern="0" cap="none" spc="0" normalizeH="0" baseline="0" noProof="0" dirty="0">
                <a:ln>
                  <a:noFill/>
                </a:ln>
                <a:effectLst/>
                <a:uLnTx/>
                <a:uFillTx/>
                <a:latin typeface="微软雅黑" pitchFamily="34" charset="-122"/>
                <a:ea typeface="微软雅黑" pitchFamily="34" charset="-122"/>
              </a:rPr>
              <a:t> R</a:t>
            </a:r>
            <a:r>
              <a:rPr kumimoji="0" lang="en-US" altLang="zh-CN" sz="1050" b="1" i="0" u="none" strike="noStrike" kern="0" cap="none" spc="0" normalizeH="0" baseline="-25000" noProof="0" dirty="0">
                <a:ln>
                  <a:noFill/>
                </a:ln>
                <a:effectLst/>
                <a:uLnTx/>
                <a:uFillTx/>
                <a:latin typeface="微软雅黑" pitchFamily="34" charset="-122"/>
                <a:ea typeface="微软雅黑" pitchFamily="34" charset="-122"/>
              </a:rPr>
              <a:t>4</a:t>
            </a:r>
          </a:p>
        </p:txBody>
      </p:sp>
      <p:sp>
        <p:nvSpPr>
          <p:cNvPr id="168" name="AutoShape 247"/>
          <p:cNvSpPr>
            <a:spLocks noChangeArrowheads="1"/>
          </p:cNvSpPr>
          <p:nvPr/>
        </p:nvSpPr>
        <p:spPr bwMode="auto">
          <a:xfrm>
            <a:off x="2860063" y="1669482"/>
            <a:ext cx="742380" cy="296264"/>
          </a:xfrm>
          <a:prstGeom prst="rightArrow">
            <a:avLst>
              <a:gd name="adj1" fmla="val 59778"/>
              <a:gd name="adj2" fmla="val 92053"/>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rPr>
              <a:t>间接交付</a:t>
            </a:r>
          </a:p>
        </p:txBody>
      </p:sp>
      <p:sp>
        <p:nvSpPr>
          <p:cNvPr id="169" name="AutoShape 248"/>
          <p:cNvSpPr>
            <a:spLocks noChangeArrowheads="1"/>
          </p:cNvSpPr>
          <p:nvPr/>
        </p:nvSpPr>
        <p:spPr bwMode="auto">
          <a:xfrm rot="6744589" flipV="1">
            <a:off x="6676363" y="2085712"/>
            <a:ext cx="827855" cy="309934"/>
          </a:xfrm>
          <a:prstGeom prst="rightArrow">
            <a:avLst>
              <a:gd name="adj1" fmla="val 59778"/>
              <a:gd name="adj2" fmla="val 102652"/>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rPr>
              <a:t>间接交付</a:t>
            </a:r>
          </a:p>
        </p:txBody>
      </p:sp>
      <p:sp>
        <p:nvSpPr>
          <p:cNvPr id="170" name="AutoShape 249"/>
          <p:cNvSpPr>
            <a:spLocks noChangeArrowheads="1"/>
          </p:cNvSpPr>
          <p:nvPr/>
        </p:nvSpPr>
        <p:spPr bwMode="auto">
          <a:xfrm flipH="1">
            <a:off x="5333063" y="2802741"/>
            <a:ext cx="1000188" cy="348622"/>
          </a:xfrm>
          <a:prstGeom prst="rightArrow">
            <a:avLst>
              <a:gd name="adj1" fmla="val 59778"/>
              <a:gd name="adj2" fmla="val 151908"/>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dirty="0">
                <a:ln>
                  <a:noFill/>
                </a:ln>
                <a:solidFill>
                  <a:srgbClr val="000099"/>
                </a:solidFill>
                <a:effectLst/>
                <a:uLnTx/>
                <a:uFillTx/>
                <a:latin typeface="微软雅黑" pitchFamily="34" charset="-122"/>
                <a:ea typeface="微软雅黑" pitchFamily="34" charset="-122"/>
              </a:rPr>
              <a:t>间接交付</a:t>
            </a:r>
          </a:p>
        </p:txBody>
      </p:sp>
      <p:sp>
        <p:nvSpPr>
          <p:cNvPr id="171" name="AutoShape 250"/>
          <p:cNvSpPr>
            <a:spLocks noChangeArrowheads="1"/>
          </p:cNvSpPr>
          <p:nvPr/>
        </p:nvSpPr>
        <p:spPr bwMode="auto">
          <a:xfrm rot="20314671" flipH="1">
            <a:off x="3732494" y="3053513"/>
            <a:ext cx="914290" cy="326419"/>
          </a:xfrm>
          <a:prstGeom prst="rightArrow">
            <a:avLst>
              <a:gd name="adj1" fmla="val 59778"/>
              <a:gd name="adj2" fmla="val 113871"/>
            </a:avLst>
          </a:prstGeom>
          <a:solidFill>
            <a:srgbClr val="FF99FF"/>
          </a:solidFill>
          <a:ln w="12700" cmpd="sng">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effectLst/>
                <a:uLnTx/>
                <a:uFillTx/>
                <a:latin typeface="微软雅黑" pitchFamily="34" charset="-122"/>
                <a:ea typeface="微软雅黑" pitchFamily="34" charset="-122"/>
              </a:rPr>
              <a:t>直接交付</a:t>
            </a:r>
          </a:p>
        </p:txBody>
      </p:sp>
      <p:grpSp>
        <p:nvGrpSpPr>
          <p:cNvPr id="172" name="Group 251"/>
          <p:cNvGrpSpPr>
            <a:grpSpLocks/>
          </p:cNvGrpSpPr>
          <p:nvPr/>
        </p:nvGrpSpPr>
        <p:grpSpPr bwMode="auto">
          <a:xfrm>
            <a:off x="3751305" y="1072121"/>
            <a:ext cx="460026" cy="450423"/>
            <a:chOff x="1721" y="585"/>
            <a:chExt cx="479" cy="469"/>
          </a:xfrm>
        </p:grpSpPr>
        <p:sp>
          <p:nvSpPr>
            <p:cNvPr id="204" name="Rectangle 253"/>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3" name="Rectangle 252"/>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5" name="Line 254"/>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6" name="Line 255"/>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7" name="Line 256"/>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3" name="Group 258"/>
          <p:cNvGrpSpPr>
            <a:grpSpLocks/>
          </p:cNvGrpSpPr>
          <p:nvPr/>
        </p:nvGrpSpPr>
        <p:grpSpPr bwMode="auto">
          <a:xfrm>
            <a:off x="5275440" y="1072121"/>
            <a:ext cx="460026" cy="450423"/>
            <a:chOff x="1721" y="585"/>
            <a:chExt cx="479" cy="469"/>
          </a:xfrm>
        </p:grpSpPr>
        <p:sp>
          <p:nvSpPr>
            <p:cNvPr id="198" name="Rectangle 260"/>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7" name="Rectangle 259"/>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9" name="Line 261"/>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0" name="Line 262"/>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201" name="Line 263"/>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5" name="Group 272"/>
          <p:cNvGrpSpPr>
            <a:grpSpLocks/>
          </p:cNvGrpSpPr>
          <p:nvPr/>
        </p:nvGrpSpPr>
        <p:grpSpPr bwMode="auto">
          <a:xfrm>
            <a:off x="4665595" y="3196501"/>
            <a:ext cx="460026" cy="450423"/>
            <a:chOff x="1721" y="585"/>
            <a:chExt cx="479" cy="469"/>
          </a:xfrm>
        </p:grpSpPr>
        <p:sp>
          <p:nvSpPr>
            <p:cNvPr id="186" name="Rectangle 274"/>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5" name="Rectangle 273"/>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7" name="Line 275"/>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8" name="Line 276"/>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9" name="Line 277"/>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nvGrpSpPr>
          <p:cNvPr id="176" name="Group 279"/>
          <p:cNvGrpSpPr>
            <a:grpSpLocks/>
          </p:cNvGrpSpPr>
          <p:nvPr/>
        </p:nvGrpSpPr>
        <p:grpSpPr bwMode="auto">
          <a:xfrm>
            <a:off x="6713144" y="3196501"/>
            <a:ext cx="460026" cy="450423"/>
            <a:chOff x="1721" y="585"/>
            <a:chExt cx="479" cy="469"/>
          </a:xfrm>
        </p:grpSpPr>
        <p:sp>
          <p:nvSpPr>
            <p:cNvPr id="180" name="Rectangle 281"/>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79" name="Rectangle 280"/>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1" name="Line 282"/>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2" name="Line 283"/>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83" name="Line 284"/>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178" name="Text Box 287"/>
          <p:cNvSpPr txBox="1">
            <a:spLocks noChangeArrowheads="1"/>
          </p:cNvSpPr>
          <p:nvPr/>
        </p:nvSpPr>
        <p:spPr bwMode="auto">
          <a:xfrm>
            <a:off x="3401960" y="652916"/>
            <a:ext cx="2871597" cy="338554"/>
          </a:xfrm>
          <a:prstGeom prst="rect">
            <a:avLst/>
          </a:prstGeom>
          <a:solidFill>
            <a:srgbClr val="0000CC"/>
          </a:solidFill>
          <a:ln w="9525">
            <a:solidFill>
              <a:srgbClr val="3333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600" b="1" kern="0" dirty="0">
                <a:solidFill>
                  <a:schemeClr val="bg1"/>
                </a:solidFill>
                <a:latin typeface="微软雅黑" pitchFamily="34" charset="-122"/>
                <a:ea typeface="微软雅黑" pitchFamily="34" charset="-122"/>
              </a:rPr>
              <a:t>H</a:t>
            </a:r>
            <a:r>
              <a:rPr lang="en-US" altLang="zh-CN" sz="1600" b="1" kern="0" baseline="-25000" dirty="0">
                <a:solidFill>
                  <a:schemeClr val="bg1"/>
                </a:solidFill>
                <a:latin typeface="微软雅黑" pitchFamily="34" charset="-122"/>
                <a:ea typeface="微软雅黑" pitchFamily="34" charset="-122"/>
              </a:rPr>
              <a:t>1</a:t>
            </a:r>
            <a:r>
              <a:rPr lang="en-US" altLang="zh-CN" sz="1600" b="1" kern="0" dirty="0">
                <a:solidFill>
                  <a:schemeClr val="bg1"/>
                </a:solidFill>
                <a:latin typeface="微软雅黑" pitchFamily="34" charset="-122"/>
                <a:ea typeface="微软雅黑" pitchFamily="34" charset="-122"/>
              </a:rPr>
              <a:t> </a:t>
            </a:r>
            <a:r>
              <a:rPr lang="zh-CN" altLang="en-US" sz="1600" b="1" kern="0" dirty="0">
                <a:solidFill>
                  <a:schemeClr val="bg1"/>
                </a:solidFill>
                <a:latin typeface="微软雅黑" pitchFamily="34" charset="-122"/>
                <a:ea typeface="微软雅黑" pitchFamily="34" charset="-122"/>
              </a:rPr>
              <a:t>发送 </a:t>
            </a:r>
            <a:r>
              <a:rPr lang="en-US" altLang="zh-CN" sz="1600" b="1" kern="0" dirty="0">
                <a:solidFill>
                  <a:schemeClr val="bg1"/>
                </a:solidFill>
                <a:latin typeface="微软雅黑" pitchFamily="34" charset="-122"/>
                <a:ea typeface="微软雅黑" pitchFamily="34" charset="-122"/>
              </a:rPr>
              <a:t>IP </a:t>
            </a:r>
            <a:r>
              <a:rPr lang="zh-CN" altLang="en-US" sz="1600" b="1" kern="0" dirty="0">
                <a:solidFill>
                  <a:schemeClr val="bg1"/>
                </a:solidFill>
                <a:latin typeface="微软雅黑" pitchFamily="34" charset="-122"/>
                <a:ea typeface="微软雅黑" pitchFamily="34" charset="-122"/>
              </a:rPr>
              <a:t>数据报给 </a:t>
            </a:r>
            <a:r>
              <a:rPr lang="en-US" altLang="zh-CN" sz="1600" b="1" kern="0" dirty="0">
                <a:solidFill>
                  <a:schemeClr val="bg1"/>
                </a:solidFill>
                <a:latin typeface="微软雅黑" pitchFamily="34" charset="-122"/>
                <a:ea typeface="微软雅黑" pitchFamily="34" charset="-122"/>
              </a:rPr>
              <a:t>H</a:t>
            </a:r>
            <a:r>
              <a:rPr lang="en-US" altLang="zh-CN" sz="1600" b="1" kern="0" baseline="-25000" dirty="0">
                <a:solidFill>
                  <a:schemeClr val="bg1"/>
                </a:solidFill>
                <a:latin typeface="微软雅黑" pitchFamily="34" charset="-122"/>
                <a:ea typeface="微软雅黑" pitchFamily="34" charset="-122"/>
              </a:rPr>
              <a:t>2</a:t>
            </a:r>
            <a:endParaRPr kumimoji="0" lang="zh-CN" altLang="en-US" sz="16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399" name="矩形 398"/>
          <p:cNvSpPr/>
          <p:nvPr/>
        </p:nvSpPr>
        <p:spPr>
          <a:xfrm>
            <a:off x="881220" y="2968085"/>
            <a:ext cx="1486721" cy="1015663"/>
          </a:xfrm>
          <a:prstGeom prst="rect">
            <a:avLst/>
          </a:prstGeom>
          <a:solidFill>
            <a:schemeClr val="bg1"/>
          </a:solidFill>
          <a:ln>
            <a:solidFill>
              <a:schemeClr val="tx1"/>
            </a:solidFill>
          </a:ln>
        </p:spPr>
        <p:txBody>
          <a:bodyPr wrap="square">
            <a:spAutoFit/>
          </a:bodyPr>
          <a:lstStyle/>
          <a:p>
            <a:pPr>
              <a:lnSpc>
                <a:spcPts val="2400"/>
              </a:lnSpc>
            </a:pPr>
            <a:r>
              <a:rPr lang="zh-CN" altLang="zh-CN" sz="1600" b="1" dirty="0">
                <a:latin typeface="微软雅黑" pitchFamily="34" charset="-122"/>
                <a:ea typeface="微软雅黑" pitchFamily="34" charset="-122"/>
              </a:rPr>
              <a:t>互联网可以由多种</a:t>
            </a:r>
            <a:r>
              <a:rPr lang="zh-CN" altLang="zh-CN" sz="1600" b="1" dirty="0">
                <a:solidFill>
                  <a:srgbClr val="C00000"/>
                </a:solidFill>
                <a:latin typeface="微软雅黑" pitchFamily="34" charset="-122"/>
                <a:ea typeface="微软雅黑" pitchFamily="34" charset="-122"/>
              </a:rPr>
              <a:t>异构</a:t>
            </a:r>
            <a:r>
              <a:rPr lang="zh-CN" altLang="zh-CN" sz="1600" b="1" dirty="0">
                <a:latin typeface="微软雅黑" pitchFamily="34" charset="-122"/>
                <a:ea typeface="微软雅黑" pitchFamily="34" charset="-122"/>
              </a:rPr>
              <a:t>网络互连组成。</a:t>
            </a:r>
            <a:endParaRPr lang="zh-CN" altLang="en-US" sz="1600" b="1" dirty="0">
              <a:latin typeface="微软雅黑" pitchFamily="34" charset="-122"/>
              <a:ea typeface="微软雅黑" pitchFamily="34" charset="-122"/>
            </a:endParaRPr>
          </a:p>
        </p:txBody>
      </p:sp>
      <p:sp>
        <p:nvSpPr>
          <p:cNvPr id="400" name="AutoShape 247"/>
          <p:cNvSpPr>
            <a:spLocks noChangeArrowheads="1"/>
          </p:cNvSpPr>
          <p:nvPr/>
        </p:nvSpPr>
        <p:spPr bwMode="auto">
          <a:xfrm>
            <a:off x="4311526" y="1754262"/>
            <a:ext cx="742380" cy="296264"/>
          </a:xfrm>
          <a:prstGeom prst="rightArrow">
            <a:avLst>
              <a:gd name="adj1" fmla="val 59778"/>
              <a:gd name="adj2" fmla="val 92053"/>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dirty="0">
                <a:ln>
                  <a:noFill/>
                </a:ln>
                <a:solidFill>
                  <a:srgbClr val="000099"/>
                </a:solidFill>
                <a:effectLst/>
                <a:uLnTx/>
                <a:uFillTx/>
                <a:latin typeface="微软雅黑" pitchFamily="34" charset="-122"/>
                <a:ea typeface="微软雅黑" pitchFamily="34" charset="-122"/>
              </a:rPr>
              <a:t>间接交付</a:t>
            </a:r>
          </a:p>
        </p:txBody>
      </p:sp>
      <p:sp>
        <p:nvSpPr>
          <p:cNvPr id="402" name="AutoShape 247"/>
          <p:cNvSpPr>
            <a:spLocks noChangeArrowheads="1"/>
          </p:cNvSpPr>
          <p:nvPr/>
        </p:nvSpPr>
        <p:spPr bwMode="auto">
          <a:xfrm>
            <a:off x="5842744" y="1754262"/>
            <a:ext cx="742380" cy="296264"/>
          </a:xfrm>
          <a:prstGeom prst="rightArrow">
            <a:avLst>
              <a:gd name="adj1" fmla="val 59778"/>
              <a:gd name="adj2" fmla="val 92053"/>
            </a:avLst>
          </a:prstGeom>
          <a:solidFill>
            <a:srgbClr val="00FFFF"/>
          </a:solidFill>
          <a:ln w="9525">
            <a:solidFill>
              <a:srgbClr val="000000"/>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rPr>
              <a:t>间接交付</a:t>
            </a:r>
          </a:p>
        </p:txBody>
      </p:sp>
      <p:pic>
        <p:nvPicPr>
          <p:cNvPr id="403" name="Picture 246" descr="jisuanji"/>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74538" y="215631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04" name="Picture 246" descr="jisuanji"/>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2452" y="1563638"/>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05" name="Picture 246" descr="jisuanji"/>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56074" y="2156315"/>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406" name="Picture 246" descr="jisuanji"/>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76588" y="2156315"/>
            <a:ext cx="404587" cy="404587"/>
          </a:xfrm>
          <a:prstGeom prst="rect">
            <a:avLst/>
          </a:prstGeom>
          <a:noFill/>
          <a:extLst>
            <a:ext uri="{909E8E84-426E-40DD-AFC4-6F175D3DCCD1}">
              <a14:hiddenFill xmlns:a14="http://schemas.microsoft.com/office/drawing/2010/main">
                <a:solidFill>
                  <a:srgbClr val="FFFFFF"/>
                </a:solidFill>
              </a14:hiddenFill>
            </a:ext>
          </a:extLst>
        </p:spPr>
      </p:pic>
      <p:grpSp>
        <p:nvGrpSpPr>
          <p:cNvPr id="415" name="Group 181"/>
          <p:cNvGrpSpPr>
            <a:grpSpLocks/>
          </p:cNvGrpSpPr>
          <p:nvPr/>
        </p:nvGrpSpPr>
        <p:grpSpPr bwMode="auto">
          <a:xfrm>
            <a:off x="3210198" y="3363838"/>
            <a:ext cx="528334" cy="389692"/>
            <a:chOff x="762" y="2391"/>
            <a:chExt cx="423" cy="312"/>
          </a:xfrm>
        </p:grpSpPr>
        <p:grpSp>
          <p:nvGrpSpPr>
            <p:cNvPr id="416" name="Group 182"/>
            <p:cNvGrpSpPr>
              <a:grpSpLocks/>
            </p:cNvGrpSpPr>
            <p:nvPr/>
          </p:nvGrpSpPr>
          <p:grpSpPr bwMode="auto">
            <a:xfrm>
              <a:off x="867" y="2432"/>
              <a:ext cx="318" cy="271"/>
              <a:chOff x="657" y="1570"/>
              <a:chExt cx="318" cy="311"/>
            </a:xfrm>
          </p:grpSpPr>
          <p:sp>
            <p:nvSpPr>
              <p:cNvPr id="424" name="Line 183"/>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425" name="Picture 184"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17" name="Group 185"/>
            <p:cNvGrpSpPr>
              <a:grpSpLocks/>
            </p:cNvGrpSpPr>
            <p:nvPr/>
          </p:nvGrpSpPr>
          <p:grpSpPr bwMode="auto">
            <a:xfrm>
              <a:off x="762" y="2391"/>
              <a:ext cx="306" cy="90"/>
              <a:chOff x="748" y="2251"/>
              <a:chExt cx="306" cy="90"/>
            </a:xfrm>
          </p:grpSpPr>
          <p:sp>
            <p:nvSpPr>
              <p:cNvPr id="418" name="AutoShape 186"/>
              <p:cNvSpPr>
                <a:spLocks noChangeArrowheads="1"/>
              </p:cNvSpPr>
              <p:nvPr/>
            </p:nvSpPr>
            <p:spPr bwMode="auto">
              <a:xfrm>
                <a:off x="748"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19" name="AutoShape 187"/>
              <p:cNvSpPr>
                <a:spLocks noChangeArrowheads="1"/>
              </p:cNvSpPr>
              <p:nvPr/>
            </p:nvSpPr>
            <p:spPr bwMode="auto">
              <a:xfrm flipH="1">
                <a:off x="943"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0" name="AutoShape 188"/>
              <p:cNvSpPr>
                <a:spLocks noChangeArrowheads="1"/>
              </p:cNvSpPr>
              <p:nvPr/>
            </p:nvSpPr>
            <p:spPr bwMode="auto">
              <a:xfrm flipH="1">
                <a:off x="922"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1" name="AutoShape 189"/>
              <p:cNvSpPr>
                <a:spLocks noChangeArrowheads="1"/>
              </p:cNvSpPr>
              <p:nvPr/>
            </p:nvSpPr>
            <p:spPr bwMode="auto">
              <a:xfrm>
                <a:off x="806"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2" name="AutoShape 190"/>
              <p:cNvSpPr>
                <a:spLocks noChangeArrowheads="1"/>
              </p:cNvSpPr>
              <p:nvPr/>
            </p:nvSpPr>
            <p:spPr bwMode="auto">
              <a:xfrm flipH="1">
                <a:off x="905"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23" name="AutoShape 191"/>
              <p:cNvSpPr>
                <a:spLocks noChangeArrowheads="1"/>
              </p:cNvSpPr>
              <p:nvPr/>
            </p:nvSpPr>
            <p:spPr bwMode="auto">
              <a:xfrm>
                <a:off x="857"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grpSp>
        <p:nvGrpSpPr>
          <p:cNvPr id="426" name="Group 181"/>
          <p:cNvGrpSpPr>
            <a:grpSpLocks/>
          </p:cNvGrpSpPr>
          <p:nvPr/>
        </p:nvGrpSpPr>
        <p:grpSpPr bwMode="auto">
          <a:xfrm>
            <a:off x="3178448" y="2787774"/>
            <a:ext cx="528334" cy="389692"/>
            <a:chOff x="762" y="2391"/>
            <a:chExt cx="423" cy="312"/>
          </a:xfrm>
        </p:grpSpPr>
        <p:grpSp>
          <p:nvGrpSpPr>
            <p:cNvPr id="427" name="Group 182"/>
            <p:cNvGrpSpPr>
              <a:grpSpLocks/>
            </p:cNvGrpSpPr>
            <p:nvPr/>
          </p:nvGrpSpPr>
          <p:grpSpPr bwMode="auto">
            <a:xfrm>
              <a:off x="867" y="2432"/>
              <a:ext cx="318" cy="271"/>
              <a:chOff x="657" y="1570"/>
              <a:chExt cx="318" cy="311"/>
            </a:xfrm>
          </p:grpSpPr>
          <p:sp>
            <p:nvSpPr>
              <p:cNvPr id="435" name="Line 183"/>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pic>
            <p:nvPicPr>
              <p:cNvPr id="436" name="Picture 184"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28" name="Group 185"/>
            <p:cNvGrpSpPr>
              <a:grpSpLocks/>
            </p:cNvGrpSpPr>
            <p:nvPr/>
          </p:nvGrpSpPr>
          <p:grpSpPr bwMode="auto">
            <a:xfrm>
              <a:off x="762" y="2391"/>
              <a:ext cx="306" cy="90"/>
              <a:chOff x="748" y="2251"/>
              <a:chExt cx="306" cy="90"/>
            </a:xfrm>
          </p:grpSpPr>
          <p:sp>
            <p:nvSpPr>
              <p:cNvPr id="429" name="AutoShape 186"/>
              <p:cNvSpPr>
                <a:spLocks noChangeArrowheads="1"/>
              </p:cNvSpPr>
              <p:nvPr/>
            </p:nvSpPr>
            <p:spPr bwMode="auto">
              <a:xfrm>
                <a:off x="748"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0" name="AutoShape 187"/>
              <p:cNvSpPr>
                <a:spLocks noChangeArrowheads="1"/>
              </p:cNvSpPr>
              <p:nvPr/>
            </p:nvSpPr>
            <p:spPr bwMode="auto">
              <a:xfrm flipH="1">
                <a:off x="943" y="2251"/>
                <a:ext cx="111" cy="90"/>
              </a:xfrm>
              <a:prstGeom prst="moon">
                <a:avLst>
                  <a:gd name="adj" fmla="val 18444"/>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1" name="AutoShape 188"/>
              <p:cNvSpPr>
                <a:spLocks noChangeArrowheads="1"/>
              </p:cNvSpPr>
              <p:nvPr/>
            </p:nvSpPr>
            <p:spPr bwMode="auto">
              <a:xfrm flipH="1">
                <a:off x="922"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2" name="AutoShape 189"/>
              <p:cNvSpPr>
                <a:spLocks noChangeArrowheads="1"/>
              </p:cNvSpPr>
              <p:nvPr/>
            </p:nvSpPr>
            <p:spPr bwMode="auto">
              <a:xfrm>
                <a:off x="806" y="2266"/>
                <a:ext cx="70" cy="60"/>
              </a:xfrm>
              <a:prstGeom prst="moon">
                <a:avLst>
                  <a:gd name="adj" fmla="val 1834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3" name="AutoShape 190"/>
              <p:cNvSpPr>
                <a:spLocks noChangeArrowheads="1"/>
              </p:cNvSpPr>
              <p:nvPr/>
            </p:nvSpPr>
            <p:spPr bwMode="auto">
              <a:xfrm flipH="1">
                <a:off x="905"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434" name="AutoShape 191"/>
              <p:cNvSpPr>
                <a:spLocks noChangeArrowheads="1"/>
              </p:cNvSpPr>
              <p:nvPr/>
            </p:nvSpPr>
            <p:spPr bwMode="auto">
              <a:xfrm>
                <a:off x="857" y="2281"/>
                <a:ext cx="35" cy="30"/>
              </a:xfrm>
              <a:prstGeom prst="moon">
                <a:avLst>
                  <a:gd name="adj" fmla="val 41907"/>
                </a:avLst>
              </a:prstGeom>
              <a:solidFill>
                <a:srgbClr val="FF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grpSp>
      <p:sp>
        <p:nvSpPr>
          <p:cNvPr id="437" name="Text Box 257"/>
          <p:cNvSpPr txBox="1">
            <a:spLocks noChangeArrowheads="1"/>
          </p:cNvSpPr>
          <p:nvPr/>
        </p:nvSpPr>
        <p:spPr bwMode="auto">
          <a:xfrm>
            <a:off x="3729491" y="102714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38" name="Text Box 264"/>
          <p:cNvSpPr txBox="1">
            <a:spLocks noChangeArrowheads="1"/>
          </p:cNvSpPr>
          <p:nvPr/>
        </p:nvSpPr>
        <p:spPr bwMode="auto">
          <a:xfrm>
            <a:off x="5253629" y="102714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39" name="Text Box 278"/>
          <p:cNvSpPr txBox="1">
            <a:spLocks noChangeArrowheads="1"/>
          </p:cNvSpPr>
          <p:nvPr/>
        </p:nvSpPr>
        <p:spPr bwMode="auto">
          <a:xfrm>
            <a:off x="4643781" y="315152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sp>
        <p:nvSpPr>
          <p:cNvPr id="440" name="Text Box 278"/>
          <p:cNvSpPr txBox="1">
            <a:spLocks noChangeArrowheads="1"/>
          </p:cNvSpPr>
          <p:nvPr/>
        </p:nvSpPr>
        <p:spPr bwMode="auto">
          <a:xfrm>
            <a:off x="6707777" y="3157413"/>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grpSp>
        <p:nvGrpSpPr>
          <p:cNvPr id="4" name="组合 3">
            <a:extLst>
              <a:ext uri="{FF2B5EF4-FFF2-40B4-BE49-F238E27FC236}">
                <a16:creationId xmlns:a16="http://schemas.microsoft.com/office/drawing/2014/main" id="{7DE56544-C15B-700F-0ADB-9BF5A2D5F7CB}"/>
              </a:ext>
            </a:extLst>
          </p:cNvPr>
          <p:cNvGrpSpPr/>
          <p:nvPr/>
        </p:nvGrpSpPr>
        <p:grpSpPr>
          <a:xfrm>
            <a:off x="6810598" y="1029990"/>
            <a:ext cx="494045" cy="553998"/>
            <a:chOff x="6810598" y="1029990"/>
            <a:chExt cx="494045" cy="553998"/>
          </a:xfrm>
        </p:grpSpPr>
        <p:grpSp>
          <p:nvGrpSpPr>
            <p:cNvPr id="174" name="Group 265"/>
            <p:cNvGrpSpPr>
              <a:grpSpLocks/>
            </p:cNvGrpSpPr>
            <p:nvPr/>
          </p:nvGrpSpPr>
          <p:grpSpPr bwMode="auto">
            <a:xfrm>
              <a:off x="6824549" y="1072121"/>
              <a:ext cx="460026" cy="450423"/>
              <a:chOff x="1721" y="585"/>
              <a:chExt cx="479" cy="469"/>
            </a:xfrm>
          </p:grpSpPr>
          <p:sp>
            <p:nvSpPr>
              <p:cNvPr id="192" name="Rectangle 267"/>
              <p:cNvSpPr>
                <a:spLocks noChangeArrowheads="1"/>
              </p:cNvSpPr>
              <p:nvPr/>
            </p:nvSpPr>
            <p:spPr bwMode="auto">
              <a:xfrm>
                <a:off x="1721" y="585"/>
                <a:ext cx="479" cy="469"/>
              </a:xfrm>
              <a:prstGeom prst="rect">
                <a:avLst/>
              </a:prstGeom>
              <a:solidFill>
                <a:srgbClr val="00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1" name="Rectangle 266"/>
              <p:cNvSpPr>
                <a:spLocks noChangeArrowheads="1"/>
              </p:cNvSpPr>
              <p:nvPr/>
            </p:nvSpPr>
            <p:spPr bwMode="auto">
              <a:xfrm>
                <a:off x="1728" y="586"/>
                <a:ext cx="467" cy="174"/>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3" name="Line 268"/>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4" name="Line 269"/>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95" name="Line 270"/>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grpSp>
        <p:sp>
          <p:nvSpPr>
            <p:cNvPr id="441" name="Text Box 278"/>
            <p:cNvSpPr txBox="1">
              <a:spLocks noChangeArrowheads="1"/>
            </p:cNvSpPr>
            <p:nvPr/>
          </p:nvSpPr>
          <p:spPr bwMode="auto">
            <a:xfrm>
              <a:off x="6810598" y="1029990"/>
              <a:ext cx="49404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3</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2     2</a:t>
              </a:r>
            </a:p>
            <a:p>
              <a:pPr marL="0" marR="0" lvl="0" indent="0" algn="ctr" defTabSz="914400" eaLnBrk="1" fontAlgn="auto" latinLnBrk="0" hangingPunct="1">
                <a:lnSpc>
                  <a:spcPts val="1150"/>
                </a:lnSpc>
                <a:spcBef>
                  <a:spcPts val="0"/>
                </a:spcBef>
                <a:spcAft>
                  <a:spcPts val="0"/>
                </a:spcAft>
                <a:buClrTx/>
                <a:buSzTx/>
                <a:buFontTx/>
                <a:buNone/>
                <a:tabLst/>
                <a:defRPr/>
              </a:pPr>
              <a:r>
                <a:rPr kumimoji="0" lang="en-US" altLang="zh-CN" sz="900" b="1" i="0" u="none" strike="noStrike" kern="0" cap="none" spc="0" normalizeH="0" baseline="0" noProof="0" dirty="0">
                  <a:ln>
                    <a:noFill/>
                  </a:ln>
                  <a:effectLst/>
                  <a:uLnTx/>
                  <a:uFillTx/>
                  <a:latin typeface="微软雅黑" pitchFamily="34" charset="-122"/>
                  <a:ea typeface="微软雅黑" pitchFamily="34" charset="-122"/>
                </a:rPr>
                <a:t>1     1</a:t>
              </a:r>
            </a:p>
          </p:txBody>
        </p:sp>
      </p:grpSp>
      <p:sp>
        <p:nvSpPr>
          <p:cNvPr id="177" name="Freeform 286"/>
          <p:cNvSpPr>
            <a:spLocks/>
          </p:cNvSpPr>
          <p:nvPr/>
        </p:nvSpPr>
        <p:spPr bwMode="auto">
          <a:xfrm>
            <a:off x="2773628" y="842586"/>
            <a:ext cx="4713588" cy="3501579"/>
          </a:xfrm>
          <a:custGeom>
            <a:avLst/>
            <a:gdLst>
              <a:gd name="T0" fmla="*/ 4 w 4908"/>
              <a:gd name="T1" fmla="*/ 0 h 3646"/>
              <a:gd name="T2" fmla="*/ 4 w 4908"/>
              <a:gd name="T3" fmla="*/ 453 h 3646"/>
              <a:gd name="T4" fmla="*/ 13 w 4908"/>
              <a:gd name="T5" fmla="*/ 736 h 3646"/>
              <a:gd name="T6" fmla="*/ 69 w 4908"/>
              <a:gd name="T7" fmla="*/ 794 h 3646"/>
              <a:gd name="T8" fmla="*/ 279 w 4908"/>
              <a:gd name="T9" fmla="*/ 812 h 3646"/>
              <a:gd name="T10" fmla="*/ 579 w 4908"/>
              <a:gd name="T11" fmla="*/ 815 h 3646"/>
              <a:gd name="T12" fmla="*/ 924 w 4908"/>
              <a:gd name="T13" fmla="*/ 809 h 3646"/>
              <a:gd name="T14" fmla="*/ 1083 w 4908"/>
              <a:gd name="T15" fmla="*/ 737 h 3646"/>
              <a:gd name="T16" fmla="*/ 1098 w 4908"/>
              <a:gd name="T17" fmla="*/ 398 h 3646"/>
              <a:gd name="T18" fmla="*/ 1175 w 4908"/>
              <a:gd name="T19" fmla="*/ 269 h 3646"/>
              <a:gd name="T20" fmla="*/ 1406 w 4908"/>
              <a:gd name="T21" fmla="*/ 290 h 3646"/>
              <a:gd name="T22" fmla="*/ 1442 w 4908"/>
              <a:gd name="T23" fmla="*/ 551 h 3646"/>
              <a:gd name="T24" fmla="*/ 1466 w 4908"/>
              <a:gd name="T25" fmla="*/ 773 h 3646"/>
              <a:gd name="T26" fmla="*/ 1676 w 4908"/>
              <a:gd name="T27" fmla="*/ 809 h 3646"/>
              <a:gd name="T28" fmla="*/ 1859 w 4908"/>
              <a:gd name="T29" fmla="*/ 803 h 3646"/>
              <a:gd name="T30" fmla="*/ 2349 w 4908"/>
              <a:gd name="T31" fmla="*/ 803 h 3646"/>
              <a:gd name="T32" fmla="*/ 2514 w 4908"/>
              <a:gd name="T33" fmla="*/ 779 h 3646"/>
              <a:gd name="T34" fmla="*/ 2636 w 4908"/>
              <a:gd name="T35" fmla="*/ 680 h 3646"/>
              <a:gd name="T36" fmla="*/ 2660 w 4908"/>
              <a:gd name="T37" fmla="*/ 392 h 3646"/>
              <a:gd name="T38" fmla="*/ 2726 w 4908"/>
              <a:gd name="T39" fmla="*/ 275 h 3646"/>
              <a:gd name="T40" fmla="*/ 2975 w 4908"/>
              <a:gd name="T41" fmla="*/ 287 h 3646"/>
              <a:gd name="T42" fmla="*/ 3026 w 4908"/>
              <a:gd name="T43" fmla="*/ 464 h 3646"/>
              <a:gd name="T44" fmla="*/ 3053 w 4908"/>
              <a:gd name="T45" fmla="*/ 695 h 3646"/>
              <a:gd name="T46" fmla="*/ 3185 w 4908"/>
              <a:gd name="T47" fmla="*/ 806 h 3646"/>
              <a:gd name="T48" fmla="*/ 3479 w 4908"/>
              <a:gd name="T49" fmla="*/ 815 h 3646"/>
              <a:gd name="T50" fmla="*/ 3875 w 4908"/>
              <a:gd name="T51" fmla="*/ 818 h 3646"/>
              <a:gd name="T52" fmla="*/ 4208 w 4908"/>
              <a:gd name="T53" fmla="*/ 791 h 3646"/>
              <a:gd name="T54" fmla="*/ 4265 w 4908"/>
              <a:gd name="T55" fmla="*/ 629 h 3646"/>
              <a:gd name="T56" fmla="*/ 4274 w 4908"/>
              <a:gd name="T57" fmla="*/ 410 h 3646"/>
              <a:gd name="T58" fmla="*/ 4358 w 4908"/>
              <a:gd name="T59" fmla="*/ 272 h 3646"/>
              <a:gd name="T60" fmla="*/ 4598 w 4908"/>
              <a:gd name="T61" fmla="*/ 299 h 3646"/>
              <a:gd name="T62" fmla="*/ 4652 w 4908"/>
              <a:gd name="T63" fmla="*/ 608 h 3646"/>
              <a:gd name="T64" fmla="*/ 4681 w 4908"/>
              <a:gd name="T65" fmla="*/ 814 h 3646"/>
              <a:gd name="T66" fmla="*/ 4873 w 4908"/>
              <a:gd name="T67" fmla="*/ 1094 h 3646"/>
              <a:gd name="T68" fmla="*/ 4889 w 4908"/>
              <a:gd name="T69" fmla="*/ 1798 h 3646"/>
              <a:gd name="T70" fmla="*/ 4873 w 4908"/>
              <a:gd name="T71" fmla="*/ 2478 h 3646"/>
              <a:gd name="T72" fmla="*/ 4829 w 4908"/>
              <a:gd name="T73" fmla="*/ 2962 h 3646"/>
              <a:gd name="T74" fmla="*/ 4661 w 4908"/>
              <a:gd name="T75" fmla="*/ 3026 h 3646"/>
              <a:gd name="T76" fmla="*/ 4545 w 4908"/>
              <a:gd name="T77" fmla="*/ 2982 h 3646"/>
              <a:gd name="T78" fmla="*/ 4521 w 4908"/>
              <a:gd name="T79" fmla="*/ 2838 h 3646"/>
              <a:gd name="T80" fmla="*/ 4517 w 4908"/>
              <a:gd name="T81" fmla="*/ 2626 h 3646"/>
              <a:gd name="T82" fmla="*/ 4469 w 4908"/>
              <a:gd name="T83" fmla="*/ 2494 h 3646"/>
              <a:gd name="T84" fmla="*/ 4209 w 4908"/>
              <a:gd name="T85" fmla="*/ 2494 h 3646"/>
              <a:gd name="T86" fmla="*/ 4141 w 4908"/>
              <a:gd name="T87" fmla="*/ 2650 h 3646"/>
              <a:gd name="T88" fmla="*/ 4125 w 4908"/>
              <a:gd name="T89" fmla="*/ 2978 h 3646"/>
              <a:gd name="T90" fmla="*/ 3881 w 4908"/>
              <a:gd name="T91" fmla="*/ 3053 h 3646"/>
              <a:gd name="T92" fmla="*/ 3213 w 4908"/>
              <a:gd name="T93" fmla="*/ 3046 h 3646"/>
              <a:gd name="T94" fmla="*/ 2893 w 4908"/>
              <a:gd name="T95" fmla="*/ 3042 h 3646"/>
              <a:gd name="T96" fmla="*/ 2617 w 4908"/>
              <a:gd name="T97" fmla="*/ 3026 h 3646"/>
              <a:gd name="T98" fmla="*/ 2417 w 4908"/>
              <a:gd name="T99" fmla="*/ 2950 h 3646"/>
              <a:gd name="T100" fmla="*/ 2393 w 4908"/>
              <a:gd name="T101" fmla="*/ 2666 h 3646"/>
              <a:gd name="T102" fmla="*/ 2309 w 4908"/>
              <a:gd name="T103" fmla="*/ 2490 h 3646"/>
              <a:gd name="T104" fmla="*/ 2085 w 4908"/>
              <a:gd name="T105" fmla="*/ 2514 h 3646"/>
              <a:gd name="T106" fmla="*/ 2017 w 4908"/>
              <a:gd name="T107" fmla="*/ 2862 h 3646"/>
              <a:gd name="T108" fmla="*/ 2001 w 4908"/>
              <a:gd name="T109" fmla="*/ 3226 h 3646"/>
              <a:gd name="T110" fmla="*/ 1961 w 4908"/>
              <a:gd name="T111" fmla="*/ 3522 h 3646"/>
              <a:gd name="T112" fmla="*/ 1837 w 4908"/>
              <a:gd name="T113" fmla="*/ 3626 h 3646"/>
              <a:gd name="T114" fmla="*/ 1637 w 4908"/>
              <a:gd name="T115" fmla="*/ 3642 h 3646"/>
              <a:gd name="T116" fmla="*/ 1415 w 4908"/>
              <a:gd name="T117" fmla="*/ 3632 h 3646"/>
              <a:gd name="T118" fmla="*/ 1247 w 4908"/>
              <a:gd name="T119" fmla="*/ 3563 h 3646"/>
              <a:gd name="T120" fmla="*/ 1229 w 4908"/>
              <a:gd name="T121" fmla="*/ 3191 h 3646"/>
              <a:gd name="T122" fmla="*/ 1229 w 4908"/>
              <a:gd name="T123" fmla="*/ 2826 h 3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08" h="3646">
                <a:moveTo>
                  <a:pt x="4" y="0"/>
                </a:moveTo>
                <a:cubicBezTo>
                  <a:pt x="0" y="162"/>
                  <a:pt x="3" y="330"/>
                  <a:pt x="4" y="453"/>
                </a:cubicBezTo>
                <a:cubicBezTo>
                  <a:pt x="5" y="576"/>
                  <a:pt x="2" y="679"/>
                  <a:pt x="13" y="736"/>
                </a:cubicBezTo>
                <a:cubicBezTo>
                  <a:pt x="24" y="793"/>
                  <a:pt x="25" y="781"/>
                  <a:pt x="69" y="794"/>
                </a:cubicBezTo>
                <a:cubicBezTo>
                  <a:pt x="113" y="807"/>
                  <a:pt x="194" y="808"/>
                  <a:pt x="279" y="812"/>
                </a:cubicBezTo>
                <a:cubicBezTo>
                  <a:pt x="364" y="816"/>
                  <a:pt x="472" y="815"/>
                  <a:pt x="579" y="815"/>
                </a:cubicBezTo>
                <a:cubicBezTo>
                  <a:pt x="686" y="815"/>
                  <a:pt x="840" y="822"/>
                  <a:pt x="924" y="809"/>
                </a:cubicBezTo>
                <a:cubicBezTo>
                  <a:pt x="1008" y="796"/>
                  <a:pt x="1054" y="806"/>
                  <a:pt x="1083" y="737"/>
                </a:cubicBezTo>
                <a:cubicBezTo>
                  <a:pt x="1112" y="668"/>
                  <a:pt x="1083" y="476"/>
                  <a:pt x="1098" y="398"/>
                </a:cubicBezTo>
                <a:cubicBezTo>
                  <a:pt x="1113" y="320"/>
                  <a:pt x="1124" y="287"/>
                  <a:pt x="1175" y="269"/>
                </a:cubicBezTo>
                <a:cubicBezTo>
                  <a:pt x="1226" y="251"/>
                  <a:pt x="1361" y="243"/>
                  <a:pt x="1406" y="290"/>
                </a:cubicBezTo>
                <a:cubicBezTo>
                  <a:pt x="1451" y="337"/>
                  <a:pt x="1432" y="471"/>
                  <a:pt x="1442" y="551"/>
                </a:cubicBezTo>
                <a:cubicBezTo>
                  <a:pt x="1452" y="631"/>
                  <a:pt x="1427" y="730"/>
                  <a:pt x="1466" y="773"/>
                </a:cubicBezTo>
                <a:cubicBezTo>
                  <a:pt x="1505" y="816"/>
                  <a:pt x="1611" y="804"/>
                  <a:pt x="1676" y="809"/>
                </a:cubicBezTo>
                <a:cubicBezTo>
                  <a:pt x="1741" y="814"/>
                  <a:pt x="1747" y="804"/>
                  <a:pt x="1859" y="803"/>
                </a:cubicBezTo>
                <a:cubicBezTo>
                  <a:pt x="1971" y="802"/>
                  <a:pt x="2240" y="807"/>
                  <a:pt x="2349" y="803"/>
                </a:cubicBezTo>
                <a:cubicBezTo>
                  <a:pt x="2458" y="799"/>
                  <a:pt x="2466" y="800"/>
                  <a:pt x="2514" y="779"/>
                </a:cubicBezTo>
                <a:cubicBezTo>
                  <a:pt x="2562" y="758"/>
                  <a:pt x="2612" y="744"/>
                  <a:pt x="2636" y="680"/>
                </a:cubicBezTo>
                <a:cubicBezTo>
                  <a:pt x="2660" y="616"/>
                  <a:pt x="2645" y="459"/>
                  <a:pt x="2660" y="392"/>
                </a:cubicBezTo>
                <a:cubicBezTo>
                  <a:pt x="2675" y="325"/>
                  <a:pt x="2674" y="292"/>
                  <a:pt x="2726" y="275"/>
                </a:cubicBezTo>
                <a:cubicBezTo>
                  <a:pt x="2778" y="258"/>
                  <a:pt x="2925" y="256"/>
                  <a:pt x="2975" y="287"/>
                </a:cubicBezTo>
                <a:cubicBezTo>
                  <a:pt x="3025" y="318"/>
                  <a:pt x="3013" y="396"/>
                  <a:pt x="3026" y="464"/>
                </a:cubicBezTo>
                <a:cubicBezTo>
                  <a:pt x="3039" y="532"/>
                  <a:pt x="3027" y="638"/>
                  <a:pt x="3053" y="695"/>
                </a:cubicBezTo>
                <a:cubicBezTo>
                  <a:pt x="3079" y="752"/>
                  <a:pt x="3114" y="786"/>
                  <a:pt x="3185" y="806"/>
                </a:cubicBezTo>
                <a:cubicBezTo>
                  <a:pt x="3256" y="826"/>
                  <a:pt x="3364" y="813"/>
                  <a:pt x="3479" y="815"/>
                </a:cubicBezTo>
                <a:cubicBezTo>
                  <a:pt x="3594" y="817"/>
                  <a:pt x="3754" y="822"/>
                  <a:pt x="3875" y="818"/>
                </a:cubicBezTo>
                <a:cubicBezTo>
                  <a:pt x="3996" y="814"/>
                  <a:pt x="4143" y="822"/>
                  <a:pt x="4208" y="791"/>
                </a:cubicBezTo>
                <a:cubicBezTo>
                  <a:pt x="4273" y="760"/>
                  <a:pt x="4254" y="692"/>
                  <a:pt x="4265" y="629"/>
                </a:cubicBezTo>
                <a:cubicBezTo>
                  <a:pt x="4276" y="566"/>
                  <a:pt x="4259" y="469"/>
                  <a:pt x="4274" y="410"/>
                </a:cubicBezTo>
                <a:cubicBezTo>
                  <a:pt x="4289" y="351"/>
                  <a:pt x="4304" y="290"/>
                  <a:pt x="4358" y="272"/>
                </a:cubicBezTo>
                <a:cubicBezTo>
                  <a:pt x="4412" y="254"/>
                  <a:pt x="4549" y="243"/>
                  <a:pt x="4598" y="299"/>
                </a:cubicBezTo>
                <a:cubicBezTo>
                  <a:pt x="4647" y="355"/>
                  <a:pt x="4638" y="522"/>
                  <a:pt x="4652" y="608"/>
                </a:cubicBezTo>
                <a:cubicBezTo>
                  <a:pt x="4666" y="694"/>
                  <a:pt x="4644" y="733"/>
                  <a:pt x="4681" y="814"/>
                </a:cubicBezTo>
                <a:cubicBezTo>
                  <a:pt x="4718" y="895"/>
                  <a:pt x="4838" y="930"/>
                  <a:pt x="4873" y="1094"/>
                </a:cubicBezTo>
                <a:cubicBezTo>
                  <a:pt x="4908" y="1258"/>
                  <a:pt x="4889" y="1567"/>
                  <a:pt x="4889" y="1798"/>
                </a:cubicBezTo>
                <a:cubicBezTo>
                  <a:pt x="4889" y="2029"/>
                  <a:pt x="4883" y="2284"/>
                  <a:pt x="4873" y="2478"/>
                </a:cubicBezTo>
                <a:cubicBezTo>
                  <a:pt x="4863" y="2672"/>
                  <a:pt x="4864" y="2871"/>
                  <a:pt x="4829" y="2962"/>
                </a:cubicBezTo>
                <a:cubicBezTo>
                  <a:pt x="4794" y="3053"/>
                  <a:pt x="4708" y="3023"/>
                  <a:pt x="4661" y="3026"/>
                </a:cubicBezTo>
                <a:cubicBezTo>
                  <a:pt x="4614" y="3029"/>
                  <a:pt x="4568" y="3013"/>
                  <a:pt x="4545" y="2982"/>
                </a:cubicBezTo>
                <a:cubicBezTo>
                  <a:pt x="4522" y="2951"/>
                  <a:pt x="4526" y="2897"/>
                  <a:pt x="4521" y="2838"/>
                </a:cubicBezTo>
                <a:cubicBezTo>
                  <a:pt x="4516" y="2779"/>
                  <a:pt x="4526" y="2683"/>
                  <a:pt x="4517" y="2626"/>
                </a:cubicBezTo>
                <a:cubicBezTo>
                  <a:pt x="4508" y="2569"/>
                  <a:pt x="4520" y="2516"/>
                  <a:pt x="4469" y="2494"/>
                </a:cubicBezTo>
                <a:cubicBezTo>
                  <a:pt x="4418" y="2472"/>
                  <a:pt x="4264" y="2468"/>
                  <a:pt x="4209" y="2494"/>
                </a:cubicBezTo>
                <a:cubicBezTo>
                  <a:pt x="4154" y="2520"/>
                  <a:pt x="4155" y="2569"/>
                  <a:pt x="4141" y="2650"/>
                </a:cubicBezTo>
                <a:cubicBezTo>
                  <a:pt x="4127" y="2731"/>
                  <a:pt x="4168" y="2911"/>
                  <a:pt x="4125" y="2978"/>
                </a:cubicBezTo>
                <a:cubicBezTo>
                  <a:pt x="4082" y="3045"/>
                  <a:pt x="4033" y="3042"/>
                  <a:pt x="3881" y="3053"/>
                </a:cubicBezTo>
                <a:cubicBezTo>
                  <a:pt x="3729" y="3064"/>
                  <a:pt x="3378" y="3048"/>
                  <a:pt x="3213" y="3046"/>
                </a:cubicBezTo>
                <a:cubicBezTo>
                  <a:pt x="3048" y="3044"/>
                  <a:pt x="2992" y="3045"/>
                  <a:pt x="2893" y="3042"/>
                </a:cubicBezTo>
                <a:cubicBezTo>
                  <a:pt x="2794" y="3039"/>
                  <a:pt x="2696" y="3041"/>
                  <a:pt x="2617" y="3026"/>
                </a:cubicBezTo>
                <a:cubicBezTo>
                  <a:pt x="2538" y="3011"/>
                  <a:pt x="2454" y="3010"/>
                  <a:pt x="2417" y="2950"/>
                </a:cubicBezTo>
                <a:cubicBezTo>
                  <a:pt x="2380" y="2890"/>
                  <a:pt x="2411" y="2743"/>
                  <a:pt x="2393" y="2666"/>
                </a:cubicBezTo>
                <a:cubicBezTo>
                  <a:pt x="2375" y="2589"/>
                  <a:pt x="2360" y="2515"/>
                  <a:pt x="2309" y="2490"/>
                </a:cubicBezTo>
                <a:cubicBezTo>
                  <a:pt x="2258" y="2465"/>
                  <a:pt x="2134" y="2452"/>
                  <a:pt x="2085" y="2514"/>
                </a:cubicBezTo>
                <a:cubicBezTo>
                  <a:pt x="2036" y="2576"/>
                  <a:pt x="2031" y="2743"/>
                  <a:pt x="2017" y="2862"/>
                </a:cubicBezTo>
                <a:cubicBezTo>
                  <a:pt x="2003" y="2981"/>
                  <a:pt x="2010" y="3116"/>
                  <a:pt x="2001" y="3226"/>
                </a:cubicBezTo>
                <a:cubicBezTo>
                  <a:pt x="1992" y="3336"/>
                  <a:pt x="1988" y="3455"/>
                  <a:pt x="1961" y="3522"/>
                </a:cubicBezTo>
                <a:cubicBezTo>
                  <a:pt x="1934" y="3589"/>
                  <a:pt x="1891" y="3606"/>
                  <a:pt x="1837" y="3626"/>
                </a:cubicBezTo>
                <a:cubicBezTo>
                  <a:pt x="1783" y="3646"/>
                  <a:pt x="1707" y="3641"/>
                  <a:pt x="1637" y="3642"/>
                </a:cubicBezTo>
                <a:cubicBezTo>
                  <a:pt x="1567" y="3643"/>
                  <a:pt x="1480" y="3645"/>
                  <a:pt x="1415" y="3632"/>
                </a:cubicBezTo>
                <a:cubicBezTo>
                  <a:pt x="1350" y="3619"/>
                  <a:pt x="1278" y="3636"/>
                  <a:pt x="1247" y="3563"/>
                </a:cubicBezTo>
                <a:cubicBezTo>
                  <a:pt x="1216" y="3490"/>
                  <a:pt x="1232" y="3314"/>
                  <a:pt x="1229" y="3191"/>
                </a:cubicBezTo>
                <a:cubicBezTo>
                  <a:pt x="1226" y="3068"/>
                  <a:pt x="1229" y="2902"/>
                  <a:pt x="1229" y="2826"/>
                </a:cubicBezTo>
              </a:path>
            </a:pathLst>
          </a:custGeom>
          <a:noFill/>
          <a:ln w="28575" cmpd="sng">
            <a:solidFill>
              <a:srgbClr val="FF00FF"/>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9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2354911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grpId="0" nodeType="clickEffect">
                                  <p:stCondLst>
                                    <p:cond delay="0"/>
                                  </p:stCondLst>
                                  <p:childTnLst>
                                    <p:anim calcmode="discrete" valueType="str">
                                      <p:cBhvr>
                                        <p:cTn id="6" dur="1000" fill="hold"/>
                                        <p:tgtEl>
                                          <p:spTgt spid="178"/>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grpId="0" nodeType="clickEffect">
                                  <p:stCondLst>
                                    <p:cond delay="0"/>
                                  </p:stCondLst>
                                  <p:childTnLst>
                                    <p:anim calcmode="discrete" valueType="str">
                                      <p:cBhvr>
                                        <p:cTn id="10" dur="1000" fill="hold"/>
                                        <p:tgtEl>
                                          <p:spTgt spid="127"/>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2000" fill="hold" grpId="0" nodeType="clickEffect">
                                  <p:stCondLst>
                                    <p:cond delay="0"/>
                                  </p:stCondLst>
                                  <p:childTnLst>
                                    <p:anim calcmode="discrete" valueType="str">
                                      <p:cBhvr>
                                        <p:cTn id="14" dur="1000" fill="hold"/>
                                        <p:tgtEl>
                                          <p:spTgt spid="168"/>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2000" fill="hold" grpId="0" nodeType="clickEffect">
                                  <p:stCondLst>
                                    <p:cond delay="0"/>
                                  </p:stCondLst>
                                  <p:childTnLst>
                                    <p:anim calcmode="discrete" valueType="str">
                                      <p:cBhvr>
                                        <p:cTn id="18" dur="1000" fill="hold"/>
                                        <p:tgtEl>
                                          <p:spTgt spid="153"/>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2000" fill="hold" grpId="0" nodeType="clickEffect">
                                  <p:stCondLst>
                                    <p:cond delay="0"/>
                                  </p:stCondLst>
                                  <p:childTnLst>
                                    <p:anim calcmode="discrete" valueType="str">
                                      <p:cBhvr>
                                        <p:cTn id="22" dur="1000" fill="hold"/>
                                        <p:tgtEl>
                                          <p:spTgt spid="400"/>
                                        </p:tgtEl>
                                        <p:attrNameLst>
                                          <p:attrName>style.visibility</p:attrName>
                                        </p:attrNameLst>
                                      </p:cBhvr>
                                      <p:tavLst>
                                        <p:tav tm="0">
                                          <p:val>
                                            <p:strVal val="hidden"/>
                                          </p:val>
                                        </p:tav>
                                        <p:tav tm="50000">
                                          <p:val>
                                            <p:strVal val="visible"/>
                                          </p:val>
                                        </p:tav>
                                      </p:tavLst>
                                    </p:anim>
                                  </p:childTnLst>
                                </p:cTn>
                              </p:par>
                            </p:childTnLst>
                          </p:cTn>
                        </p:par>
                      </p:childTnLst>
                    </p:cTn>
                  </p:par>
                  <p:par>
                    <p:cTn id="23" fill="hold">
                      <p:stCondLst>
                        <p:cond delay="indefinite"/>
                      </p:stCondLst>
                      <p:childTnLst>
                        <p:par>
                          <p:cTn id="24" fill="hold">
                            <p:stCondLst>
                              <p:cond delay="0"/>
                            </p:stCondLst>
                            <p:childTnLst>
                              <p:par>
                                <p:cTn id="25" presetID="35" presetClass="emph" presetSubtype="0" repeatCount="2000" fill="hold" grpId="0" nodeType="clickEffect">
                                  <p:stCondLst>
                                    <p:cond delay="0"/>
                                  </p:stCondLst>
                                  <p:childTnLst>
                                    <p:anim calcmode="discrete" valueType="str">
                                      <p:cBhvr>
                                        <p:cTn id="26" dur="1000" fill="hold"/>
                                        <p:tgtEl>
                                          <p:spTgt spid="162"/>
                                        </p:tgtEl>
                                        <p:attrNameLst>
                                          <p:attrName>style.visibility</p:attrName>
                                        </p:attrNameLst>
                                      </p:cBhvr>
                                      <p:tavLst>
                                        <p:tav tm="0">
                                          <p:val>
                                            <p:strVal val="hidden"/>
                                          </p:val>
                                        </p:tav>
                                        <p:tav tm="50000">
                                          <p:val>
                                            <p:strVal val="visible"/>
                                          </p:val>
                                        </p:tav>
                                      </p:tavLst>
                                    </p:anim>
                                  </p:childTnLst>
                                </p:cTn>
                              </p:par>
                            </p:childTnLst>
                          </p:cTn>
                        </p:par>
                      </p:childTnLst>
                    </p:cTn>
                  </p:par>
                  <p:par>
                    <p:cTn id="27" fill="hold">
                      <p:stCondLst>
                        <p:cond delay="indefinite"/>
                      </p:stCondLst>
                      <p:childTnLst>
                        <p:par>
                          <p:cTn id="28" fill="hold">
                            <p:stCondLst>
                              <p:cond delay="0"/>
                            </p:stCondLst>
                            <p:childTnLst>
                              <p:par>
                                <p:cTn id="29" presetID="35" presetClass="emph" presetSubtype="0" repeatCount="2000" fill="hold" grpId="0" nodeType="clickEffect">
                                  <p:stCondLst>
                                    <p:cond delay="0"/>
                                  </p:stCondLst>
                                  <p:childTnLst>
                                    <p:anim calcmode="discrete" valueType="str">
                                      <p:cBhvr>
                                        <p:cTn id="30" dur="1000" fill="hold"/>
                                        <p:tgtEl>
                                          <p:spTgt spid="171"/>
                                        </p:tgtEl>
                                        <p:attrNameLst>
                                          <p:attrName>style.visibility</p:attrName>
                                        </p:attrNameLst>
                                      </p:cBhvr>
                                      <p:tavLst>
                                        <p:tav tm="0">
                                          <p:val>
                                            <p:strVal val="hidden"/>
                                          </p:val>
                                        </p:tav>
                                        <p:tav tm="50000">
                                          <p:val>
                                            <p:strVal val="visible"/>
                                          </p:val>
                                        </p:tav>
                                      </p:tavLst>
                                    </p:anim>
                                  </p:childTnLst>
                                </p:cTn>
                              </p:par>
                            </p:childTnLst>
                          </p:cTn>
                        </p:par>
                      </p:childTnLst>
                    </p:cTn>
                  </p:par>
                  <p:par>
                    <p:cTn id="31" fill="hold">
                      <p:stCondLst>
                        <p:cond delay="indefinite"/>
                      </p:stCondLst>
                      <p:childTnLst>
                        <p:par>
                          <p:cTn id="32" fill="hold">
                            <p:stCondLst>
                              <p:cond delay="0"/>
                            </p:stCondLst>
                            <p:childTnLst>
                              <p:par>
                                <p:cTn id="33" presetID="35" presetClass="emph" presetSubtype="0" repeatCount="2000" fill="hold" nodeType="clickEffect">
                                  <p:stCondLst>
                                    <p:cond delay="0"/>
                                  </p:stCondLst>
                                  <p:childTnLst>
                                    <p:anim calcmode="discrete" valueType="str">
                                      <p:cBhvr>
                                        <p:cTn id="34"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par>
                    <p:cTn id="35" fill="hold">
                      <p:stCondLst>
                        <p:cond delay="indefinite"/>
                      </p:stCondLst>
                      <p:childTnLst>
                        <p:par>
                          <p:cTn id="36" fill="hold">
                            <p:stCondLst>
                              <p:cond delay="0"/>
                            </p:stCondLst>
                            <p:childTnLst>
                              <p:par>
                                <p:cTn id="37" presetID="35" presetClass="emph" presetSubtype="0" repeatCount="2000" fill="hold" nodeType="clickEffect">
                                  <p:stCondLst>
                                    <p:cond delay="0"/>
                                  </p:stCondLst>
                                  <p:childTnLst>
                                    <p:anim calcmode="discrete" valueType="str">
                                      <p:cBhvr>
                                        <p:cTn id="38"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par>
                    <p:cTn id="39" fill="hold">
                      <p:stCondLst>
                        <p:cond delay="indefinite"/>
                      </p:stCondLst>
                      <p:childTnLst>
                        <p:par>
                          <p:cTn id="40" fill="hold">
                            <p:stCondLst>
                              <p:cond delay="0"/>
                            </p:stCondLst>
                            <p:childTnLst>
                              <p:par>
                                <p:cTn id="41" presetID="35" presetClass="emph" presetSubtype="0" repeatCount="2000" fill="hold" grpId="0" nodeType="clickEffect">
                                  <p:stCondLst>
                                    <p:cond delay="0"/>
                                  </p:stCondLst>
                                  <p:childTnLst>
                                    <p:anim calcmode="discrete" valueType="str">
                                      <p:cBhvr>
                                        <p:cTn id="42" dur="1000" fill="hold"/>
                                        <p:tgtEl>
                                          <p:spTgt spid="177"/>
                                        </p:tgtEl>
                                        <p:attrNameLst>
                                          <p:attrName>style.visibility</p:attrName>
                                        </p:attrNameLst>
                                      </p:cBhvr>
                                      <p:tavLst>
                                        <p:tav tm="0">
                                          <p:val>
                                            <p:strVal val="hidden"/>
                                          </p:val>
                                        </p:tav>
                                        <p:tav tm="50000">
                                          <p:val>
                                            <p:strVal val="visible"/>
                                          </p:val>
                                        </p:tav>
                                      </p:tavLst>
                                    </p:anim>
                                  </p:childTnLst>
                                </p:cTn>
                              </p:par>
                            </p:childTnLst>
                          </p:cTn>
                        </p:par>
                      </p:childTnLst>
                    </p:cTn>
                  </p:par>
                  <p:par>
                    <p:cTn id="43" fill="hold">
                      <p:stCondLst>
                        <p:cond delay="indefinite"/>
                      </p:stCondLst>
                      <p:childTnLst>
                        <p:par>
                          <p:cTn id="44" fill="hold">
                            <p:stCondLst>
                              <p:cond delay="0"/>
                            </p:stCondLst>
                            <p:childTnLst>
                              <p:par>
                                <p:cTn id="45" presetID="53" presetClass="entr" presetSubtype="16" fill="hold" grpId="0" nodeType="clickEffect">
                                  <p:stCondLst>
                                    <p:cond delay="0"/>
                                  </p:stCondLst>
                                  <p:childTnLst>
                                    <p:set>
                                      <p:cBhvr>
                                        <p:cTn id="46" dur="1" fill="hold">
                                          <p:stCondLst>
                                            <p:cond delay="0"/>
                                          </p:stCondLst>
                                        </p:cTn>
                                        <p:tgtEl>
                                          <p:spTgt spid="399"/>
                                        </p:tgtEl>
                                        <p:attrNameLst>
                                          <p:attrName>style.visibility</p:attrName>
                                        </p:attrNameLst>
                                      </p:cBhvr>
                                      <p:to>
                                        <p:strVal val="visible"/>
                                      </p:to>
                                    </p:set>
                                    <p:anim calcmode="lin" valueType="num">
                                      <p:cBhvr>
                                        <p:cTn id="47" dur="500" fill="hold"/>
                                        <p:tgtEl>
                                          <p:spTgt spid="399"/>
                                        </p:tgtEl>
                                        <p:attrNameLst>
                                          <p:attrName>ppt_w</p:attrName>
                                        </p:attrNameLst>
                                      </p:cBhvr>
                                      <p:tavLst>
                                        <p:tav tm="0">
                                          <p:val>
                                            <p:fltVal val="0"/>
                                          </p:val>
                                        </p:tav>
                                        <p:tav tm="100000">
                                          <p:val>
                                            <p:strVal val="#ppt_w"/>
                                          </p:val>
                                        </p:tav>
                                      </p:tavLst>
                                    </p:anim>
                                    <p:anim calcmode="lin" valueType="num">
                                      <p:cBhvr>
                                        <p:cTn id="48" dur="500" fill="hold"/>
                                        <p:tgtEl>
                                          <p:spTgt spid="399"/>
                                        </p:tgtEl>
                                        <p:attrNameLst>
                                          <p:attrName>ppt_h</p:attrName>
                                        </p:attrNameLst>
                                      </p:cBhvr>
                                      <p:tavLst>
                                        <p:tav tm="0">
                                          <p:val>
                                            <p:fltVal val="0"/>
                                          </p:val>
                                        </p:tav>
                                        <p:tav tm="100000">
                                          <p:val>
                                            <p:strVal val="#ppt_h"/>
                                          </p:val>
                                        </p:tav>
                                      </p:tavLst>
                                    </p:anim>
                                    <p:animEffect transition="in" filter="fade">
                                      <p:cBhvr>
                                        <p:cTn id="49" dur="500"/>
                                        <p:tgtEl>
                                          <p:spTgt spid="3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p:bldP spid="153" grpId="0"/>
      <p:bldP spid="162" grpId="0"/>
      <p:bldP spid="168" grpId="0" animBg="1"/>
      <p:bldP spid="171" grpId="0" animBg="1"/>
      <p:bldP spid="178" grpId="0" animBg="1"/>
      <p:bldP spid="399" grpId="0" animBg="1"/>
      <p:bldP spid="400" grpId="0" animBg="1"/>
      <p:bldP spid="17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 name="圆角矩形 194"/>
          <p:cNvSpPr/>
          <p:nvPr/>
        </p:nvSpPr>
        <p:spPr>
          <a:xfrm>
            <a:off x="556963" y="1118875"/>
            <a:ext cx="8048776" cy="21332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sp>
        <p:nvSpPr>
          <p:cNvPr id="157" name="AutoShape 5"/>
          <p:cNvSpPr>
            <a:spLocks noChangeArrowheads="1"/>
          </p:cNvSpPr>
          <p:nvPr/>
        </p:nvSpPr>
        <p:spPr bwMode="auto">
          <a:xfrm>
            <a:off x="556963" y="62471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58" name="Rectangle 6"/>
          <p:cNvSpPr>
            <a:spLocks noChangeArrowheads="1"/>
          </p:cNvSpPr>
          <p:nvPr/>
        </p:nvSpPr>
        <p:spPr bwMode="auto">
          <a:xfrm>
            <a:off x="3719576" y="591500"/>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分组传输路径</a:t>
            </a:r>
          </a:p>
        </p:txBody>
      </p:sp>
      <p:grpSp>
        <p:nvGrpSpPr>
          <p:cNvPr id="25" name="组合 24"/>
          <p:cNvGrpSpPr/>
          <p:nvPr/>
        </p:nvGrpSpPr>
        <p:grpSpPr>
          <a:xfrm>
            <a:off x="7060601" y="2241379"/>
            <a:ext cx="902811" cy="700650"/>
            <a:chOff x="7060601" y="2241379"/>
            <a:chExt cx="902811" cy="700650"/>
          </a:xfrm>
        </p:grpSpPr>
        <p:sp>
          <p:nvSpPr>
            <p:cNvPr id="42" name="TextBox 5"/>
            <p:cNvSpPr txBox="1"/>
            <p:nvPr/>
          </p:nvSpPr>
          <p:spPr>
            <a:xfrm>
              <a:off x="7060601" y="2634252"/>
              <a:ext cx="902811" cy="307777"/>
            </a:xfrm>
            <a:prstGeom prst="rect">
              <a:avLst/>
            </a:prstGeom>
            <a:noFill/>
          </p:spPr>
          <p:txBody>
            <a:bodyPr wrap="none" rtlCol="0">
              <a:spAutoFit/>
            </a:bodyPr>
            <a:lstStyle/>
            <a:p>
              <a:r>
                <a:rPr lang="zh-CN" altLang="en-US" sz="1400" b="1" dirty="0">
                  <a:solidFill>
                    <a:srgbClr val="0000FF"/>
                  </a:solidFill>
                  <a:latin typeface="微软雅黑" panose="020B0503020204020204" pitchFamily="34" charset="-122"/>
                  <a:ea typeface="微软雅黑" panose="020B0503020204020204" pitchFamily="34" charset="-122"/>
                </a:rPr>
                <a:t>直接交付</a:t>
              </a:r>
            </a:p>
          </p:txBody>
        </p:sp>
        <p:cxnSp>
          <p:nvCxnSpPr>
            <p:cNvPr id="48" name="直接箭头连接符 47"/>
            <p:cNvCxnSpPr/>
            <p:nvPr/>
          </p:nvCxnSpPr>
          <p:spPr>
            <a:xfrm flipV="1">
              <a:off x="7534010" y="2241379"/>
              <a:ext cx="0" cy="412465"/>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grpSp>
      <p:sp>
        <p:nvSpPr>
          <p:cNvPr id="162" name="Rectangle 5"/>
          <p:cNvSpPr>
            <a:spLocks noChangeArrowheads="1"/>
          </p:cNvSpPr>
          <p:nvPr/>
        </p:nvSpPr>
        <p:spPr bwMode="auto">
          <a:xfrm>
            <a:off x="645100" y="1820020"/>
            <a:ext cx="704740"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zh-CN" altLang="en-US" sz="1400" b="1" kern="0" dirty="0">
                <a:solidFill>
                  <a:schemeClr val="bg1"/>
                </a:solidFill>
                <a:latin typeface="微软雅黑" pitchFamily="34" charset="-122"/>
                <a:ea typeface="微软雅黑" pitchFamily="34" charset="-122"/>
              </a:rPr>
              <a:t>源主机</a:t>
            </a:r>
            <a:endParaRPr lang="en-US" altLang="zh-CN" sz="1400" b="1" kern="0" dirty="0">
              <a:solidFill>
                <a:schemeClr val="bg1"/>
              </a:solidFill>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H</a:t>
            </a:r>
            <a:r>
              <a:rPr kumimoji="0" lang="en-US" altLang="zh-CN"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rPr>
              <a:t>1</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163" name="Rectangle 6"/>
          <p:cNvSpPr>
            <a:spLocks noChangeArrowheads="1"/>
          </p:cNvSpPr>
          <p:nvPr/>
        </p:nvSpPr>
        <p:spPr bwMode="auto">
          <a:xfrm>
            <a:off x="1830024"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effectLst/>
                <a:uLnTx/>
                <a:uFillTx/>
                <a:latin typeface="微软雅黑" pitchFamily="34" charset="-122"/>
                <a:ea typeface="微软雅黑" pitchFamily="34" charset="-122"/>
              </a:rPr>
              <a:t>路由器</a:t>
            </a:r>
            <a:endParaRPr kumimoji="0" lang="en-US" altLang="zh-CN" sz="1400" b="1" i="0" u="none" strike="noStrike" kern="0" cap="none" spc="0" normalizeH="0" baseline="0" noProof="0" dirty="0">
              <a:ln>
                <a:noFill/>
              </a:ln>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1</a:t>
            </a:r>
          </a:p>
        </p:txBody>
      </p:sp>
      <p:sp>
        <p:nvSpPr>
          <p:cNvPr id="164" name="Rectangle 7"/>
          <p:cNvSpPr>
            <a:spLocks noChangeArrowheads="1"/>
          </p:cNvSpPr>
          <p:nvPr/>
        </p:nvSpPr>
        <p:spPr bwMode="auto">
          <a:xfrm>
            <a:off x="4201286"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3</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5" name="Rectangle 8"/>
          <p:cNvSpPr>
            <a:spLocks noChangeArrowheads="1"/>
          </p:cNvSpPr>
          <p:nvPr/>
        </p:nvSpPr>
        <p:spPr bwMode="auto">
          <a:xfrm>
            <a:off x="5387623"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4</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6" name="Rectangle 9"/>
          <p:cNvSpPr>
            <a:spLocks noChangeArrowheads="1"/>
          </p:cNvSpPr>
          <p:nvPr/>
        </p:nvSpPr>
        <p:spPr bwMode="auto">
          <a:xfrm>
            <a:off x="6572547"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5</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7" name="Rectangle 10"/>
          <p:cNvSpPr>
            <a:spLocks noChangeArrowheads="1"/>
          </p:cNvSpPr>
          <p:nvPr/>
        </p:nvSpPr>
        <p:spPr bwMode="auto">
          <a:xfrm>
            <a:off x="7758884" y="1820020"/>
            <a:ext cx="765471"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目的主机</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a:t>
            </a:r>
            <a:r>
              <a:rPr lang="en-US" altLang="zh-CN" sz="1400" b="1" kern="0" baseline="-25000" dirty="0">
                <a:solidFill>
                  <a:schemeClr val="bg1"/>
                </a:solidFill>
                <a:latin typeface="微软雅黑" pitchFamily="34" charset="-122"/>
                <a:ea typeface="微软雅黑" pitchFamily="34" charset="-122"/>
              </a:rPr>
              <a:t>2</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168" name="Rectangle 11"/>
          <p:cNvSpPr>
            <a:spLocks noChangeArrowheads="1"/>
          </p:cNvSpPr>
          <p:nvPr/>
        </p:nvSpPr>
        <p:spPr bwMode="auto">
          <a:xfrm>
            <a:off x="3016361"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2</a:t>
            </a:r>
          </a:p>
        </p:txBody>
      </p:sp>
      <p:grpSp>
        <p:nvGrpSpPr>
          <p:cNvPr id="5" name="组合 4">
            <a:extLst>
              <a:ext uri="{FF2B5EF4-FFF2-40B4-BE49-F238E27FC236}">
                <a16:creationId xmlns:a16="http://schemas.microsoft.com/office/drawing/2014/main" id="{4A2312C9-A17D-03E4-4CF3-982473303170}"/>
              </a:ext>
            </a:extLst>
          </p:cNvPr>
          <p:cNvGrpSpPr/>
          <p:nvPr/>
        </p:nvGrpSpPr>
        <p:grpSpPr>
          <a:xfrm>
            <a:off x="1195777" y="1324921"/>
            <a:ext cx="6699926" cy="940368"/>
            <a:chOff x="1195777" y="1324921"/>
            <a:chExt cx="6699926" cy="940368"/>
          </a:xfrm>
        </p:grpSpPr>
        <p:grpSp>
          <p:nvGrpSpPr>
            <p:cNvPr id="2" name="组合 1"/>
            <p:cNvGrpSpPr/>
            <p:nvPr/>
          </p:nvGrpSpPr>
          <p:grpSpPr>
            <a:xfrm>
              <a:off x="1195777" y="1324921"/>
              <a:ext cx="856156" cy="940368"/>
              <a:chOff x="1204403" y="1807995"/>
              <a:chExt cx="856156" cy="940368"/>
            </a:xfrm>
          </p:grpSpPr>
          <p:sp>
            <p:nvSpPr>
              <p:cNvPr id="49" name="弧形 48"/>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55"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63" name="组合 62"/>
            <p:cNvGrpSpPr/>
            <p:nvPr/>
          </p:nvGrpSpPr>
          <p:grpSpPr>
            <a:xfrm>
              <a:off x="2346779" y="1324921"/>
              <a:ext cx="856156" cy="940368"/>
              <a:chOff x="1204403" y="1807995"/>
              <a:chExt cx="856156" cy="940368"/>
            </a:xfrm>
          </p:grpSpPr>
          <p:sp>
            <p:nvSpPr>
              <p:cNvPr id="64" name="弧形 63"/>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65"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66" name="组合 65"/>
            <p:cNvGrpSpPr/>
            <p:nvPr/>
          </p:nvGrpSpPr>
          <p:grpSpPr>
            <a:xfrm>
              <a:off x="3546083" y="1324921"/>
              <a:ext cx="856156" cy="940368"/>
              <a:chOff x="1204403" y="1807995"/>
              <a:chExt cx="856156" cy="940368"/>
            </a:xfrm>
          </p:grpSpPr>
          <p:sp>
            <p:nvSpPr>
              <p:cNvPr id="67" name="弧形 66"/>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68"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69" name="组合 68"/>
            <p:cNvGrpSpPr/>
            <p:nvPr/>
          </p:nvGrpSpPr>
          <p:grpSpPr>
            <a:xfrm>
              <a:off x="4697085" y="1324921"/>
              <a:ext cx="856156" cy="940368"/>
              <a:chOff x="1204403" y="1807995"/>
              <a:chExt cx="856156" cy="940368"/>
            </a:xfrm>
          </p:grpSpPr>
          <p:sp>
            <p:nvSpPr>
              <p:cNvPr id="70" name="弧形 69"/>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71"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72" name="组合 71"/>
            <p:cNvGrpSpPr/>
            <p:nvPr/>
          </p:nvGrpSpPr>
          <p:grpSpPr>
            <a:xfrm>
              <a:off x="5888545" y="1324921"/>
              <a:ext cx="856156" cy="940368"/>
              <a:chOff x="1204403" y="1807995"/>
              <a:chExt cx="856156" cy="940368"/>
            </a:xfrm>
          </p:grpSpPr>
          <p:sp>
            <p:nvSpPr>
              <p:cNvPr id="73" name="弧形 72"/>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74"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75" name="组合 74"/>
            <p:cNvGrpSpPr/>
            <p:nvPr/>
          </p:nvGrpSpPr>
          <p:grpSpPr>
            <a:xfrm>
              <a:off x="7039547" y="1324921"/>
              <a:ext cx="856156" cy="940368"/>
              <a:chOff x="1204403" y="1807995"/>
              <a:chExt cx="856156" cy="940368"/>
            </a:xfrm>
          </p:grpSpPr>
          <p:sp>
            <p:nvSpPr>
              <p:cNvPr id="76" name="弧形 75"/>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77"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sp>
        <p:nvSpPr>
          <p:cNvPr id="94" name="Rectangle 21"/>
          <p:cNvSpPr>
            <a:spLocks noChangeArrowheads="1"/>
          </p:cNvSpPr>
          <p:nvPr/>
        </p:nvSpPr>
        <p:spPr bwMode="auto">
          <a:xfrm>
            <a:off x="138613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97" name="Rectangle 21"/>
          <p:cNvSpPr>
            <a:spLocks noChangeArrowheads="1"/>
          </p:cNvSpPr>
          <p:nvPr/>
        </p:nvSpPr>
        <p:spPr bwMode="auto">
          <a:xfrm>
            <a:off x="256635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98" name="Rectangle 21"/>
          <p:cNvSpPr>
            <a:spLocks noChangeArrowheads="1"/>
          </p:cNvSpPr>
          <p:nvPr/>
        </p:nvSpPr>
        <p:spPr bwMode="auto">
          <a:xfrm>
            <a:off x="376729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99" name="Rectangle 21"/>
          <p:cNvSpPr>
            <a:spLocks noChangeArrowheads="1"/>
          </p:cNvSpPr>
          <p:nvPr/>
        </p:nvSpPr>
        <p:spPr bwMode="auto">
          <a:xfrm>
            <a:off x="494751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100" name="Rectangle 21"/>
          <p:cNvSpPr>
            <a:spLocks noChangeArrowheads="1"/>
          </p:cNvSpPr>
          <p:nvPr/>
        </p:nvSpPr>
        <p:spPr bwMode="auto">
          <a:xfrm>
            <a:off x="613140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101" name="Rectangle 21"/>
          <p:cNvSpPr>
            <a:spLocks noChangeArrowheads="1"/>
          </p:cNvSpPr>
          <p:nvPr/>
        </p:nvSpPr>
        <p:spPr bwMode="auto">
          <a:xfrm>
            <a:off x="731162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grpSp>
        <p:nvGrpSpPr>
          <p:cNvPr id="24" name="组合 23"/>
          <p:cNvGrpSpPr/>
          <p:nvPr/>
        </p:nvGrpSpPr>
        <p:grpSpPr>
          <a:xfrm>
            <a:off x="1458614" y="2209033"/>
            <a:ext cx="4843980" cy="732996"/>
            <a:chOff x="1458614" y="2209033"/>
            <a:chExt cx="4843980" cy="732996"/>
          </a:xfrm>
        </p:grpSpPr>
        <p:sp>
          <p:nvSpPr>
            <p:cNvPr id="41" name="TextBox 4"/>
            <p:cNvSpPr txBox="1"/>
            <p:nvPr/>
          </p:nvSpPr>
          <p:spPr>
            <a:xfrm>
              <a:off x="3524814" y="2634252"/>
              <a:ext cx="902811" cy="307777"/>
            </a:xfrm>
            <a:prstGeom prst="rect">
              <a:avLst/>
            </a:prstGeom>
            <a:noFill/>
          </p:spPr>
          <p:txBody>
            <a:bodyPr wrap="none" rtlCol="0">
              <a:spAutoFit/>
            </a:bodyPr>
            <a:lstStyle/>
            <a:p>
              <a:r>
                <a:rPr lang="zh-CN" altLang="en-US" sz="1400" b="1" dirty="0">
                  <a:solidFill>
                    <a:srgbClr val="0000FF"/>
                  </a:solidFill>
                  <a:latin typeface="微软雅黑" panose="020B0503020204020204" pitchFamily="34" charset="-122"/>
                  <a:ea typeface="微软雅黑" panose="020B0503020204020204" pitchFamily="34" charset="-122"/>
                </a:rPr>
                <a:t>间接交付</a:t>
              </a:r>
            </a:p>
          </p:txBody>
        </p:sp>
        <p:cxnSp>
          <p:nvCxnSpPr>
            <p:cNvPr id="43" name="直接箭头连接符 42"/>
            <p:cNvCxnSpPr>
              <a:stCxn id="41" idx="0"/>
            </p:cNvCxnSpPr>
            <p:nvPr/>
          </p:nvCxnSpPr>
          <p:spPr>
            <a:xfrm flipV="1">
              <a:off x="3976220" y="2241379"/>
              <a:ext cx="0" cy="392873"/>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4" name="直接箭头连接符 43"/>
            <p:cNvCxnSpPr/>
            <p:nvPr/>
          </p:nvCxnSpPr>
          <p:spPr>
            <a:xfrm flipV="1">
              <a:off x="4354867" y="2225168"/>
              <a:ext cx="867925" cy="517380"/>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5" name="直接箭头连接符 44"/>
            <p:cNvCxnSpPr>
              <a:stCxn id="41" idx="3"/>
            </p:cNvCxnSpPr>
            <p:nvPr/>
          </p:nvCxnSpPr>
          <p:spPr>
            <a:xfrm flipV="1">
              <a:off x="4427625" y="2225167"/>
              <a:ext cx="1874969" cy="562974"/>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6" name="直接箭头连接符 45"/>
            <p:cNvCxnSpPr>
              <a:stCxn id="41" idx="1"/>
            </p:cNvCxnSpPr>
            <p:nvPr/>
          </p:nvCxnSpPr>
          <p:spPr>
            <a:xfrm flipH="1" flipV="1">
              <a:off x="1458614" y="2209033"/>
              <a:ext cx="2066200" cy="579108"/>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47" name="直接箭头连接符 46"/>
            <p:cNvCxnSpPr/>
            <p:nvPr/>
          </p:nvCxnSpPr>
          <p:spPr>
            <a:xfrm flipH="1" flipV="1">
              <a:off x="2724034" y="2225166"/>
              <a:ext cx="860263" cy="517382"/>
            </a:xfrm>
            <a:prstGeom prst="straightConnector1">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grpSp>
      <p:sp>
        <p:nvSpPr>
          <p:cNvPr id="4" name="文本框 3">
            <a:extLst>
              <a:ext uri="{FF2B5EF4-FFF2-40B4-BE49-F238E27FC236}">
                <a16:creationId xmlns:a16="http://schemas.microsoft.com/office/drawing/2014/main" id="{6F9401EA-B786-E375-FE0D-98595B569165}"/>
              </a:ext>
            </a:extLst>
          </p:cNvPr>
          <p:cNvSpPr txBox="1"/>
          <p:nvPr/>
        </p:nvSpPr>
        <p:spPr>
          <a:xfrm>
            <a:off x="2345543" y="3577980"/>
            <a:ext cx="4579374" cy="338554"/>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lgn="ctr">
              <a:defRPr kumimoji="1" sz="1600" b="1">
                <a:solidFill>
                  <a:srgbClr val="C00000"/>
                </a:solidFill>
                <a:latin typeface="微软雅黑" pitchFamily="34" charset="-122"/>
                <a:ea typeface="微软雅黑" pitchFamily="34" charset="-122"/>
              </a:defRPr>
            </a:lvl1pPr>
          </a:lstStyle>
          <a:p>
            <a:r>
              <a:rPr lang="zh-CN" altLang="en-US" dirty="0">
                <a:solidFill>
                  <a:schemeClr val="tx1"/>
                </a:solidFill>
              </a:rPr>
              <a:t>“下一跳</a:t>
            </a:r>
            <a:r>
              <a:rPr lang="en-US" altLang="zh-CN" dirty="0">
                <a:solidFill>
                  <a:schemeClr val="tx1"/>
                </a:solidFill>
              </a:rPr>
              <a:t>(next hop)”</a:t>
            </a:r>
            <a:r>
              <a:rPr lang="zh-CN" altLang="en-US" dirty="0">
                <a:solidFill>
                  <a:schemeClr val="tx1"/>
                </a:solidFill>
              </a:rPr>
              <a:t>表示“下一跳的终点”</a:t>
            </a:r>
          </a:p>
        </p:txBody>
      </p:sp>
      <p:grpSp>
        <p:nvGrpSpPr>
          <p:cNvPr id="18" name="组合 17">
            <a:extLst>
              <a:ext uri="{FF2B5EF4-FFF2-40B4-BE49-F238E27FC236}">
                <a16:creationId xmlns:a16="http://schemas.microsoft.com/office/drawing/2014/main" id="{6023B30F-3B0D-FC85-1162-2BF09118A7F1}"/>
              </a:ext>
            </a:extLst>
          </p:cNvPr>
          <p:cNvGrpSpPr/>
          <p:nvPr/>
        </p:nvGrpSpPr>
        <p:grpSpPr>
          <a:xfrm>
            <a:off x="1349840" y="2083205"/>
            <a:ext cx="6409044" cy="0"/>
            <a:chOff x="1349840" y="2083205"/>
            <a:chExt cx="6409044" cy="0"/>
          </a:xfrm>
        </p:grpSpPr>
        <p:cxnSp>
          <p:nvCxnSpPr>
            <p:cNvPr id="7" name="直接箭头连接符 6">
              <a:extLst>
                <a:ext uri="{FF2B5EF4-FFF2-40B4-BE49-F238E27FC236}">
                  <a16:creationId xmlns:a16="http://schemas.microsoft.com/office/drawing/2014/main" id="{E6BD2B96-743A-0974-739A-806297A61EE6}"/>
                </a:ext>
              </a:extLst>
            </p:cNvPr>
            <p:cNvCxnSpPr>
              <a:stCxn id="162" idx="3"/>
              <a:endCxn id="163" idx="1"/>
            </p:cNvCxnSpPr>
            <p:nvPr/>
          </p:nvCxnSpPr>
          <p:spPr>
            <a:xfrm>
              <a:off x="1349840" y="2083205"/>
              <a:ext cx="480184" cy="0"/>
            </a:xfrm>
            <a:prstGeom prst="straightConnector1">
              <a:avLst/>
            </a:prstGeom>
            <a:ln>
              <a:tailEnd type="triangle"/>
            </a:ln>
          </p:spPr>
          <p:style>
            <a:lnRef idx="3">
              <a:schemeClr val="dk1"/>
            </a:lnRef>
            <a:fillRef idx="0">
              <a:schemeClr val="dk1"/>
            </a:fillRef>
            <a:effectRef idx="2">
              <a:schemeClr val="dk1"/>
            </a:effectRef>
            <a:fontRef idx="minor">
              <a:schemeClr val="tx1"/>
            </a:fontRef>
          </p:style>
        </p:cxnSp>
        <p:cxnSp>
          <p:nvCxnSpPr>
            <p:cNvPr id="9" name="直接箭头连接符 8">
              <a:extLst>
                <a:ext uri="{FF2B5EF4-FFF2-40B4-BE49-F238E27FC236}">
                  <a16:creationId xmlns:a16="http://schemas.microsoft.com/office/drawing/2014/main" id="{66690762-EF3E-47FE-7162-CF963A39A2D3}"/>
                </a:ext>
              </a:extLst>
            </p:cNvPr>
            <p:cNvCxnSpPr>
              <a:stCxn id="163" idx="3"/>
              <a:endCxn id="168" idx="1"/>
            </p:cNvCxnSpPr>
            <p:nvPr/>
          </p:nvCxnSpPr>
          <p:spPr>
            <a:xfrm>
              <a:off x="2534765" y="2083205"/>
              <a:ext cx="481596" cy="0"/>
            </a:xfrm>
            <a:prstGeom prst="straightConnector1">
              <a:avLst/>
            </a:prstGeom>
            <a:ln>
              <a:tailEnd type="triangle"/>
            </a:ln>
          </p:spPr>
          <p:style>
            <a:lnRef idx="3">
              <a:schemeClr val="dk1"/>
            </a:lnRef>
            <a:fillRef idx="0">
              <a:schemeClr val="dk1"/>
            </a:fillRef>
            <a:effectRef idx="2">
              <a:schemeClr val="dk1"/>
            </a:effectRef>
            <a:fontRef idx="minor">
              <a:schemeClr val="tx1"/>
            </a:fontRef>
          </p:style>
        </p:cxnSp>
        <p:cxnSp>
          <p:nvCxnSpPr>
            <p:cNvPr id="11" name="直接箭头连接符 10">
              <a:extLst>
                <a:ext uri="{FF2B5EF4-FFF2-40B4-BE49-F238E27FC236}">
                  <a16:creationId xmlns:a16="http://schemas.microsoft.com/office/drawing/2014/main" id="{F1C864CA-4642-7EA9-658F-56CB753E6AD1}"/>
                </a:ext>
              </a:extLst>
            </p:cNvPr>
            <p:cNvCxnSpPr>
              <a:stCxn id="168" idx="3"/>
              <a:endCxn id="164" idx="1"/>
            </p:cNvCxnSpPr>
            <p:nvPr/>
          </p:nvCxnSpPr>
          <p:spPr>
            <a:xfrm>
              <a:off x="3721102" y="2083205"/>
              <a:ext cx="480184" cy="0"/>
            </a:xfrm>
            <a:prstGeom prst="straightConnector1">
              <a:avLst/>
            </a:prstGeom>
            <a:ln>
              <a:tailEnd type="triangle"/>
            </a:ln>
          </p:spPr>
          <p:style>
            <a:lnRef idx="3">
              <a:schemeClr val="dk1"/>
            </a:lnRef>
            <a:fillRef idx="0">
              <a:schemeClr val="dk1"/>
            </a:fillRef>
            <a:effectRef idx="2">
              <a:schemeClr val="dk1"/>
            </a:effectRef>
            <a:fontRef idx="minor">
              <a:schemeClr val="tx1"/>
            </a:fontRef>
          </p:style>
        </p:cxnSp>
        <p:cxnSp>
          <p:nvCxnSpPr>
            <p:cNvPr id="13" name="直接箭头连接符 12">
              <a:extLst>
                <a:ext uri="{FF2B5EF4-FFF2-40B4-BE49-F238E27FC236}">
                  <a16:creationId xmlns:a16="http://schemas.microsoft.com/office/drawing/2014/main" id="{71ECA15B-9A0B-243E-1076-2165DA22A53E}"/>
                </a:ext>
              </a:extLst>
            </p:cNvPr>
            <p:cNvCxnSpPr>
              <a:stCxn id="164" idx="3"/>
              <a:endCxn id="165" idx="1"/>
            </p:cNvCxnSpPr>
            <p:nvPr/>
          </p:nvCxnSpPr>
          <p:spPr>
            <a:xfrm>
              <a:off x="4906026" y="2083205"/>
              <a:ext cx="481597" cy="0"/>
            </a:xfrm>
            <a:prstGeom prst="straightConnector1">
              <a:avLst/>
            </a:prstGeom>
            <a:ln>
              <a:tailEnd type="triangle"/>
            </a:ln>
          </p:spPr>
          <p:style>
            <a:lnRef idx="3">
              <a:schemeClr val="dk1"/>
            </a:lnRef>
            <a:fillRef idx="0">
              <a:schemeClr val="dk1"/>
            </a:fillRef>
            <a:effectRef idx="2">
              <a:schemeClr val="dk1"/>
            </a:effectRef>
            <a:fontRef idx="minor">
              <a:schemeClr val="tx1"/>
            </a:fontRef>
          </p:style>
        </p:cxnSp>
        <p:cxnSp>
          <p:nvCxnSpPr>
            <p:cNvPr id="15" name="直接箭头连接符 14">
              <a:extLst>
                <a:ext uri="{FF2B5EF4-FFF2-40B4-BE49-F238E27FC236}">
                  <a16:creationId xmlns:a16="http://schemas.microsoft.com/office/drawing/2014/main" id="{D1577DED-F403-5591-1B3F-03C97E21122E}"/>
                </a:ext>
              </a:extLst>
            </p:cNvPr>
            <p:cNvCxnSpPr>
              <a:stCxn id="165" idx="3"/>
              <a:endCxn id="166" idx="1"/>
            </p:cNvCxnSpPr>
            <p:nvPr/>
          </p:nvCxnSpPr>
          <p:spPr>
            <a:xfrm>
              <a:off x="6092363" y="2083205"/>
              <a:ext cx="480184" cy="0"/>
            </a:xfrm>
            <a:prstGeom prst="straightConnector1">
              <a:avLst/>
            </a:prstGeom>
            <a:ln>
              <a:tailEnd type="triangle"/>
            </a:ln>
          </p:spPr>
          <p:style>
            <a:lnRef idx="3">
              <a:schemeClr val="dk1"/>
            </a:lnRef>
            <a:fillRef idx="0">
              <a:schemeClr val="dk1"/>
            </a:fillRef>
            <a:effectRef idx="2">
              <a:schemeClr val="dk1"/>
            </a:effectRef>
            <a:fontRef idx="minor">
              <a:schemeClr val="tx1"/>
            </a:fontRef>
          </p:style>
        </p:cxnSp>
        <p:cxnSp>
          <p:nvCxnSpPr>
            <p:cNvPr id="17" name="直接箭头连接符 16">
              <a:extLst>
                <a:ext uri="{FF2B5EF4-FFF2-40B4-BE49-F238E27FC236}">
                  <a16:creationId xmlns:a16="http://schemas.microsoft.com/office/drawing/2014/main" id="{1B93D82B-71AB-FD40-82CF-AF7D5789AC92}"/>
                </a:ext>
              </a:extLst>
            </p:cNvPr>
            <p:cNvCxnSpPr>
              <a:stCxn id="166" idx="3"/>
              <a:endCxn id="167" idx="1"/>
            </p:cNvCxnSpPr>
            <p:nvPr/>
          </p:nvCxnSpPr>
          <p:spPr>
            <a:xfrm>
              <a:off x="7277288" y="2083205"/>
              <a:ext cx="481596" cy="0"/>
            </a:xfrm>
            <a:prstGeom prst="straightConnector1">
              <a:avLst/>
            </a:prstGeom>
            <a:ln>
              <a:tailEnd type="triangle"/>
            </a:ln>
          </p:spPr>
          <p:style>
            <a:lnRef idx="3">
              <a:schemeClr val="dk1"/>
            </a:lnRef>
            <a:fillRef idx="0">
              <a:schemeClr val="dk1"/>
            </a:fillRef>
            <a:effectRef idx="2">
              <a:schemeClr val="dk1"/>
            </a:effectRef>
            <a:fontRef idx="minor">
              <a:schemeClr val="tx1"/>
            </a:fontRef>
          </p:style>
        </p:cxnSp>
      </p:grpSp>
    </p:spTree>
    <p:custDataLst>
      <p:tags r:id="rId1"/>
    </p:custDataLst>
    <p:extLst>
      <p:ext uri="{BB962C8B-B14F-4D97-AF65-F5344CB8AC3E}">
        <p14:creationId xmlns:p14="http://schemas.microsoft.com/office/powerpoint/2010/main" val="3328544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18"/>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2000" fill="hold" nodeType="clickEffect">
                                  <p:stCondLst>
                                    <p:cond delay="0"/>
                                  </p:stCondLst>
                                  <p:childTnLst>
                                    <p:anim calcmode="discrete" valueType="str">
                                      <p:cBhvr>
                                        <p:cTn id="14" dur="1000" fill="hold"/>
                                        <p:tgtEl>
                                          <p:spTgt spid="24"/>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2000" fill="hold" nodeType="clickEffect">
                                  <p:stCondLst>
                                    <p:cond delay="0"/>
                                  </p:stCondLst>
                                  <p:childTnLst>
                                    <p:anim calcmode="discrete" valueType="str">
                                      <p:cBhvr>
                                        <p:cTn id="18" dur="1000" fill="hold"/>
                                        <p:tgtEl>
                                          <p:spTgt spid="2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4192"/>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3510652" y="582121"/>
            <a:ext cx="21226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4.1.4  IP </a:t>
            </a:r>
            <a:r>
              <a:rPr lang="zh-CN" altLang="en-US" sz="2400" b="1" dirty="0">
                <a:solidFill>
                  <a:schemeClr val="bg1"/>
                </a:solidFill>
                <a:latin typeface="微软雅黑" pitchFamily="34" charset="-122"/>
                <a:ea typeface="微软雅黑" pitchFamily="34" charset="-122"/>
              </a:rPr>
              <a:t>地址</a:t>
            </a:r>
          </a:p>
        </p:txBody>
      </p:sp>
      <p:sp>
        <p:nvSpPr>
          <p:cNvPr id="7" name="Rectangle 8"/>
          <p:cNvSpPr>
            <a:spLocks noChangeArrowheads="1"/>
          </p:cNvSpPr>
          <p:nvPr/>
        </p:nvSpPr>
        <p:spPr bwMode="auto">
          <a:xfrm>
            <a:off x="545144" y="1046233"/>
            <a:ext cx="7665002"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TCP/IP </a:t>
            </a:r>
            <a:r>
              <a:rPr lang="zh-CN" altLang="en-US" sz="2000" b="1" dirty="0">
                <a:latin typeface="微软雅黑" pitchFamily="34" charset="-122"/>
                <a:ea typeface="微软雅黑" pitchFamily="34" charset="-122"/>
              </a:rPr>
              <a:t>体系中，</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地址是一个最基本的概念。</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没有</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地址，就无法和网上的其他设备进行通信。</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本部分重点：</a:t>
            </a:r>
          </a:p>
          <a:p>
            <a:pPr marL="717550" indent="-357188">
              <a:lnSpc>
                <a:spcPts val="3300"/>
              </a:lnSpc>
              <a:buClr>
                <a:srgbClr val="7030A0"/>
              </a:buClr>
              <a:buFont typeface="+mj-lt"/>
              <a:buAutoNum type="arabicPeriod"/>
            </a:pP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地址及其表示方法</a:t>
            </a:r>
          </a:p>
          <a:p>
            <a:pPr marL="717550" indent="-357188">
              <a:lnSpc>
                <a:spcPts val="33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分类的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a:t>
            </a:r>
            <a:endParaRPr lang="en-US" altLang="zh-CN" sz="2000" b="1" dirty="0">
              <a:solidFill>
                <a:srgbClr val="0000FF"/>
              </a:solidFill>
              <a:latin typeface="微软雅黑" pitchFamily="34" charset="-122"/>
              <a:ea typeface="微软雅黑" pitchFamily="34" charset="-122"/>
            </a:endParaRPr>
          </a:p>
          <a:p>
            <a:pPr marL="717550" indent="-357188">
              <a:lnSpc>
                <a:spcPts val="33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无分类编址 </a:t>
            </a:r>
            <a:r>
              <a:rPr lang="en-US" altLang="zh-CN" sz="2000" b="1" dirty="0">
                <a:solidFill>
                  <a:srgbClr val="0000FF"/>
                </a:solidFill>
                <a:latin typeface="微软雅黑" pitchFamily="34" charset="-122"/>
                <a:ea typeface="微软雅黑" pitchFamily="34" charset="-122"/>
              </a:rPr>
              <a:t>CIDR</a:t>
            </a:r>
          </a:p>
          <a:p>
            <a:pPr marL="717550" indent="-357188">
              <a:lnSpc>
                <a:spcPts val="3300"/>
              </a:lnSpc>
              <a:buClr>
                <a:srgbClr val="7030A0"/>
              </a:buClr>
              <a:buFont typeface="+mj-lt"/>
              <a:buAutoNum type="arabicPeriod"/>
            </a:pP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地址的特点</a:t>
            </a:r>
          </a:p>
        </p:txBody>
      </p:sp>
    </p:spTree>
    <p:custDataLst>
      <p:tags r:id="rId1"/>
    </p:custDataLst>
    <p:extLst>
      <p:ext uri="{BB962C8B-B14F-4D97-AF65-F5344CB8AC3E}">
        <p14:creationId xmlns:p14="http://schemas.microsoft.com/office/powerpoint/2010/main" val="1880766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1000"/>
                                        <p:tgtEl>
                                          <p:spTgt spid="7">
                                            <p:txEl>
                                              <p:pRg st="0" end="0"/>
                                            </p:txEl>
                                          </p:spTgt>
                                        </p:tgtEl>
                                      </p:cBhvr>
                                    </p:animEffect>
                                    <p:anim calcmode="lin" valueType="num">
                                      <p:cBhvr>
                                        <p:cTn id="8"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
                                            <p:txEl>
                                              <p:pRg st="1" end="1"/>
                                            </p:txEl>
                                          </p:spTgt>
                                        </p:tgtEl>
                                        <p:attrNameLst>
                                          <p:attrName>style.visibility</p:attrName>
                                        </p:attrNameLst>
                                      </p:cBhvr>
                                      <p:to>
                                        <p:strVal val="visible"/>
                                      </p:to>
                                    </p:set>
                                    <p:animEffect transition="in" filter="fade">
                                      <p:cBhvr>
                                        <p:cTn id="14" dur="1000"/>
                                        <p:tgtEl>
                                          <p:spTgt spid="7">
                                            <p:txEl>
                                              <p:pRg st="1" end="1"/>
                                            </p:txEl>
                                          </p:spTgt>
                                        </p:tgtEl>
                                      </p:cBhvr>
                                    </p:animEffect>
                                    <p:anim calcmode="lin" valueType="num">
                                      <p:cBhvr>
                                        <p:cTn id="15"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xEl>
                                              <p:pRg st="2" end="2"/>
                                            </p:txEl>
                                          </p:spTgt>
                                        </p:tgtEl>
                                        <p:attrNameLst>
                                          <p:attrName>style.visibility</p:attrName>
                                        </p:attrNameLst>
                                      </p:cBhvr>
                                      <p:to>
                                        <p:strVal val="visible"/>
                                      </p:to>
                                    </p:set>
                                    <p:animEffect transition="in" filter="fade">
                                      <p:cBhvr>
                                        <p:cTn id="21" dur="1000"/>
                                        <p:tgtEl>
                                          <p:spTgt spid="7">
                                            <p:txEl>
                                              <p:pRg st="2" end="2"/>
                                            </p:txEl>
                                          </p:spTgt>
                                        </p:tgtEl>
                                      </p:cBhvr>
                                    </p:animEffect>
                                    <p:anim calcmode="lin" valueType="num">
                                      <p:cBhvr>
                                        <p:cTn id="22" dur="1000" fill="hold"/>
                                        <p:tgtEl>
                                          <p:spTgt spid="7">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7">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
                                            <p:txEl>
                                              <p:pRg st="3" end="3"/>
                                            </p:txEl>
                                          </p:spTgt>
                                        </p:tgtEl>
                                        <p:attrNameLst>
                                          <p:attrName>style.visibility</p:attrName>
                                        </p:attrNameLst>
                                      </p:cBhvr>
                                      <p:to>
                                        <p:strVal val="visible"/>
                                      </p:to>
                                    </p:set>
                                    <p:animEffect transition="in" filter="fade">
                                      <p:cBhvr>
                                        <p:cTn id="28" dur="1000"/>
                                        <p:tgtEl>
                                          <p:spTgt spid="7">
                                            <p:txEl>
                                              <p:pRg st="3" end="3"/>
                                            </p:txEl>
                                          </p:spTgt>
                                        </p:tgtEl>
                                      </p:cBhvr>
                                    </p:animEffect>
                                    <p:anim calcmode="lin" valueType="num">
                                      <p:cBhvr>
                                        <p:cTn id="29" dur="1000" fill="hold"/>
                                        <p:tgtEl>
                                          <p:spTgt spid="7">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7">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7">
                                            <p:txEl>
                                              <p:pRg st="4" end="4"/>
                                            </p:txEl>
                                          </p:spTgt>
                                        </p:tgtEl>
                                        <p:attrNameLst>
                                          <p:attrName>style.visibility</p:attrName>
                                        </p:attrNameLst>
                                      </p:cBhvr>
                                      <p:to>
                                        <p:strVal val="visible"/>
                                      </p:to>
                                    </p:set>
                                    <p:animEffect transition="in" filter="fade">
                                      <p:cBhvr>
                                        <p:cTn id="35" dur="1000"/>
                                        <p:tgtEl>
                                          <p:spTgt spid="7">
                                            <p:txEl>
                                              <p:pRg st="4" end="4"/>
                                            </p:txEl>
                                          </p:spTgt>
                                        </p:tgtEl>
                                      </p:cBhvr>
                                    </p:animEffect>
                                    <p:anim calcmode="lin" valueType="num">
                                      <p:cBhvr>
                                        <p:cTn id="36" dur="1000" fill="hold"/>
                                        <p:tgtEl>
                                          <p:spTgt spid="7">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7">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7">
                                            <p:txEl>
                                              <p:pRg st="5" end="5"/>
                                            </p:txEl>
                                          </p:spTgt>
                                        </p:tgtEl>
                                        <p:attrNameLst>
                                          <p:attrName>style.visibility</p:attrName>
                                        </p:attrNameLst>
                                      </p:cBhvr>
                                      <p:to>
                                        <p:strVal val="visible"/>
                                      </p:to>
                                    </p:set>
                                    <p:animEffect transition="in" filter="fade">
                                      <p:cBhvr>
                                        <p:cTn id="42" dur="1000"/>
                                        <p:tgtEl>
                                          <p:spTgt spid="7">
                                            <p:txEl>
                                              <p:pRg st="5" end="5"/>
                                            </p:txEl>
                                          </p:spTgt>
                                        </p:tgtEl>
                                      </p:cBhvr>
                                    </p:animEffect>
                                    <p:anim calcmode="lin" valueType="num">
                                      <p:cBhvr>
                                        <p:cTn id="43" dur="1000" fill="hold"/>
                                        <p:tgtEl>
                                          <p:spTgt spid="7">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7">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7">
                                            <p:txEl>
                                              <p:pRg st="6" end="6"/>
                                            </p:txEl>
                                          </p:spTgt>
                                        </p:tgtEl>
                                        <p:attrNameLst>
                                          <p:attrName>style.visibility</p:attrName>
                                        </p:attrNameLst>
                                      </p:cBhvr>
                                      <p:to>
                                        <p:strVal val="visible"/>
                                      </p:to>
                                    </p:set>
                                    <p:animEffect transition="in" filter="fade">
                                      <p:cBhvr>
                                        <p:cTn id="49" dur="1000"/>
                                        <p:tgtEl>
                                          <p:spTgt spid="7">
                                            <p:txEl>
                                              <p:pRg st="6" end="6"/>
                                            </p:txEl>
                                          </p:spTgt>
                                        </p:tgtEl>
                                      </p:cBhvr>
                                    </p:animEffect>
                                    <p:anim calcmode="lin" valueType="num">
                                      <p:cBhvr>
                                        <p:cTn id="50" dur="1000" fill="hold"/>
                                        <p:tgtEl>
                                          <p:spTgt spid="7">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7">
                                            <p:txEl>
                                              <p:pRg st="6" end="6"/>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104023" y="581433"/>
            <a:ext cx="29546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地址及其表示方法</a:t>
            </a:r>
          </a:p>
        </p:txBody>
      </p:sp>
      <p:sp>
        <p:nvSpPr>
          <p:cNvPr id="5" name="圆角矩形 4"/>
          <p:cNvSpPr/>
          <p:nvPr/>
        </p:nvSpPr>
        <p:spPr>
          <a:xfrm>
            <a:off x="904568" y="2059477"/>
            <a:ext cx="7433187" cy="26601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Rectangle 4"/>
          <p:cNvSpPr>
            <a:spLocks noChangeArrowheads="1"/>
          </p:cNvSpPr>
          <p:nvPr/>
        </p:nvSpPr>
        <p:spPr bwMode="auto">
          <a:xfrm>
            <a:off x="3789968" y="2215270"/>
            <a:ext cx="3621983" cy="415504"/>
          </a:xfrm>
          <a:prstGeom prst="rect">
            <a:avLst/>
          </a:prstGeom>
          <a:solidFill>
            <a:srgbClr val="00FF99"/>
          </a:solidFill>
          <a:ln w="1905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  10000000000010110000001100011111  </a:t>
            </a:r>
          </a:p>
        </p:txBody>
      </p:sp>
      <p:sp>
        <p:nvSpPr>
          <p:cNvPr id="11" name="Text Box 5"/>
          <p:cNvSpPr txBox="1">
            <a:spLocks noChangeArrowheads="1"/>
          </p:cNvSpPr>
          <p:nvPr/>
        </p:nvSpPr>
        <p:spPr bwMode="auto">
          <a:xfrm>
            <a:off x="770974" y="2250740"/>
            <a:ext cx="2972377" cy="3384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IP </a:t>
            </a:r>
            <a:r>
              <a:rPr kumimoji="0" lang="zh-CN" altLang="en-US" sz="16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地址：</a:t>
            </a:r>
            <a:r>
              <a:rPr kumimoji="0" lang="en-US" altLang="zh-CN" sz="1600" b="1" i="0" u="none" strike="noStrike" kern="0" cap="none" spc="0" normalizeH="0" baseline="0" noProof="0" dirty="0">
                <a:ln>
                  <a:noFill/>
                </a:ln>
                <a:solidFill>
                  <a:srgbClr val="C00000"/>
                </a:solidFill>
                <a:effectLst/>
                <a:uLnTx/>
                <a:uFillTx/>
                <a:latin typeface="微软雅黑" pitchFamily="34" charset="-122"/>
                <a:ea typeface="微软雅黑" pitchFamily="34" charset="-122"/>
              </a:rPr>
              <a:t>32 </a:t>
            </a:r>
            <a:r>
              <a:rPr kumimoji="0" lang="zh-CN" altLang="en-US" sz="1600" b="1" i="0" u="none" strike="noStrike" kern="0" cap="none" spc="0" normalizeH="0" baseline="0" noProof="0" dirty="0">
                <a:ln>
                  <a:noFill/>
                </a:ln>
                <a:solidFill>
                  <a:srgbClr val="C00000"/>
                </a:solidFill>
                <a:effectLst/>
                <a:uLnTx/>
                <a:uFillTx/>
                <a:latin typeface="微软雅黑" pitchFamily="34" charset="-122"/>
                <a:ea typeface="微软雅黑" pitchFamily="34" charset="-122"/>
              </a:rPr>
              <a:t>位</a:t>
            </a:r>
            <a:r>
              <a:rPr kumimoji="0" lang="zh-CN" altLang="en-US" sz="16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二进制代码</a:t>
            </a:r>
          </a:p>
        </p:txBody>
      </p:sp>
      <p:grpSp>
        <p:nvGrpSpPr>
          <p:cNvPr id="12" name="Group 6"/>
          <p:cNvGrpSpPr>
            <a:grpSpLocks/>
          </p:cNvGrpSpPr>
          <p:nvPr/>
        </p:nvGrpSpPr>
        <p:grpSpPr bwMode="auto">
          <a:xfrm>
            <a:off x="1868516" y="2843843"/>
            <a:ext cx="5798817" cy="314162"/>
            <a:chOff x="207" y="1738"/>
            <a:chExt cx="5722" cy="310"/>
          </a:xfrm>
        </p:grpSpPr>
        <p:sp>
          <p:nvSpPr>
            <p:cNvPr id="13" name="Text Box 7"/>
            <p:cNvSpPr txBox="1">
              <a:spLocks noChangeArrowheads="1"/>
            </p:cNvSpPr>
            <p:nvPr/>
          </p:nvSpPr>
          <p:spPr bwMode="auto">
            <a:xfrm>
              <a:off x="1993" y="1738"/>
              <a:ext cx="3936"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itchFamily="34" charset="-122"/>
                  <a:ea typeface="微软雅黑" pitchFamily="34" charset="-122"/>
                </a:rPr>
                <a:t>10000000 </a:t>
              </a:r>
              <a:r>
                <a:rPr lang="en-US" altLang="zh-CN" sz="1400" b="1" dirty="0">
                  <a:latin typeface="微软雅黑" pitchFamily="34" charset="-122"/>
                  <a:ea typeface="微软雅黑" pitchFamily="34" charset="-122"/>
                </a:rPr>
                <a:t>00001011</a:t>
              </a:r>
              <a:r>
                <a:rPr lang="en-US" altLang="zh-CN" sz="1400" b="1" dirty="0">
                  <a:solidFill>
                    <a:srgbClr val="0000FF"/>
                  </a:solidFill>
                  <a:latin typeface="微软雅黑" pitchFamily="34" charset="-122"/>
                  <a:ea typeface="微软雅黑" pitchFamily="34" charset="-122"/>
                </a:rPr>
                <a:t> 00000011 </a:t>
              </a:r>
              <a:r>
                <a:rPr lang="en-US" altLang="zh-CN" sz="1400" b="1" dirty="0">
                  <a:latin typeface="微软雅黑" pitchFamily="34" charset="-122"/>
                  <a:ea typeface="微软雅黑" pitchFamily="34" charset="-122"/>
                </a:rPr>
                <a:t>00011111</a:t>
              </a:r>
              <a:r>
                <a:rPr lang="en-US" altLang="zh-CN" sz="1400" b="1" dirty="0">
                  <a:solidFill>
                    <a:srgbClr val="0000FF"/>
                  </a:solidFill>
                  <a:latin typeface="微软雅黑" pitchFamily="34" charset="-122"/>
                  <a:ea typeface="微软雅黑" pitchFamily="34" charset="-122"/>
                </a:rPr>
                <a:t> </a:t>
              </a:r>
            </a:p>
          </p:txBody>
        </p:sp>
        <p:sp>
          <p:nvSpPr>
            <p:cNvPr id="14" name="Text Box 8"/>
            <p:cNvSpPr txBox="1">
              <a:spLocks noChangeArrowheads="1"/>
            </p:cNvSpPr>
            <p:nvPr/>
          </p:nvSpPr>
          <p:spPr bwMode="auto">
            <a:xfrm>
              <a:off x="207" y="1744"/>
              <a:ext cx="1636"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400" b="1" dirty="0">
                  <a:solidFill>
                    <a:srgbClr val="0000FF"/>
                  </a:solidFill>
                  <a:latin typeface="微软雅黑" pitchFamily="34" charset="-122"/>
                  <a:ea typeface="微软雅黑" pitchFamily="34" charset="-122"/>
                </a:rPr>
                <a:t>分为每 </a:t>
              </a:r>
              <a:r>
                <a:rPr lang="en-US" altLang="zh-CN" sz="1400" b="1" dirty="0">
                  <a:solidFill>
                    <a:srgbClr val="0000FF"/>
                  </a:solidFill>
                  <a:latin typeface="微软雅黑" pitchFamily="34" charset="-122"/>
                  <a:ea typeface="微软雅黑" pitchFamily="34" charset="-122"/>
                </a:rPr>
                <a:t>8 </a:t>
              </a:r>
              <a:r>
                <a:rPr lang="zh-CN" altLang="en-US" sz="1400" b="1" dirty="0">
                  <a:solidFill>
                    <a:srgbClr val="0000FF"/>
                  </a:solidFill>
                  <a:latin typeface="微软雅黑" pitchFamily="34" charset="-122"/>
                  <a:ea typeface="微软雅黑" pitchFamily="34" charset="-122"/>
                </a:rPr>
                <a:t>位为一组</a:t>
              </a:r>
            </a:p>
          </p:txBody>
        </p:sp>
      </p:grpSp>
      <p:sp>
        <p:nvSpPr>
          <p:cNvPr id="15" name="Text Box 9"/>
          <p:cNvSpPr txBox="1">
            <a:spLocks noChangeArrowheads="1"/>
          </p:cNvSpPr>
          <p:nvPr/>
        </p:nvSpPr>
        <p:spPr bwMode="auto">
          <a:xfrm>
            <a:off x="1425998" y="4083082"/>
            <a:ext cx="222894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1600" b="1" dirty="0">
                <a:solidFill>
                  <a:srgbClr val="0000FF"/>
                </a:solidFill>
                <a:latin typeface="微软雅黑" pitchFamily="34" charset="-122"/>
                <a:ea typeface="微软雅黑" pitchFamily="34" charset="-122"/>
              </a:rPr>
              <a:t>采用</a:t>
            </a:r>
            <a:r>
              <a:rPr lang="zh-CN" altLang="en-US" sz="1600" b="1" dirty="0">
                <a:solidFill>
                  <a:srgbClr val="C00000"/>
                </a:solidFill>
                <a:latin typeface="微软雅黑" pitchFamily="34" charset="-122"/>
                <a:ea typeface="微软雅黑" pitchFamily="34" charset="-122"/>
              </a:rPr>
              <a:t>点分十进制记法</a:t>
            </a:r>
          </a:p>
        </p:txBody>
      </p:sp>
      <p:sp>
        <p:nvSpPr>
          <p:cNvPr id="16" name="Text Box 10"/>
          <p:cNvSpPr txBox="1">
            <a:spLocks noChangeArrowheads="1"/>
          </p:cNvSpPr>
          <p:nvPr/>
        </p:nvSpPr>
        <p:spPr bwMode="auto">
          <a:xfrm>
            <a:off x="4739608" y="4077377"/>
            <a:ext cx="1592103" cy="369332"/>
          </a:xfrm>
          <a:prstGeom prst="rect">
            <a:avLst/>
          </a:prstGeom>
          <a:solidFill>
            <a:srgbClr val="00FFFF"/>
          </a:solidFill>
          <a:ln w="19050">
            <a:solidFill>
              <a:srgbClr val="000000"/>
            </a:solidFill>
            <a:miter lim="800000"/>
            <a:headEnd/>
            <a:tailEnd/>
          </a:ln>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128.11.3.31 </a:t>
            </a:r>
          </a:p>
        </p:txBody>
      </p:sp>
      <p:grpSp>
        <p:nvGrpSpPr>
          <p:cNvPr id="17" name="Group 16"/>
          <p:cNvGrpSpPr>
            <a:grpSpLocks/>
          </p:cNvGrpSpPr>
          <p:nvPr/>
        </p:nvGrpSpPr>
        <p:grpSpPr bwMode="auto">
          <a:xfrm>
            <a:off x="4322727" y="3633542"/>
            <a:ext cx="2570671" cy="384469"/>
            <a:chOff x="2665" y="2904"/>
            <a:chExt cx="2609" cy="543"/>
          </a:xfrm>
        </p:grpSpPr>
        <p:sp>
          <p:nvSpPr>
            <p:cNvPr id="18" name="Line 17"/>
            <p:cNvSpPr>
              <a:spLocks noChangeShapeType="1"/>
            </p:cNvSpPr>
            <p:nvPr/>
          </p:nvSpPr>
          <p:spPr bwMode="auto">
            <a:xfrm>
              <a:off x="2665" y="2922"/>
              <a:ext cx="665" cy="509"/>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9" name="Line 18"/>
            <p:cNvSpPr>
              <a:spLocks noChangeShapeType="1"/>
            </p:cNvSpPr>
            <p:nvPr/>
          </p:nvSpPr>
          <p:spPr bwMode="auto">
            <a:xfrm flipH="1">
              <a:off x="4393" y="2904"/>
              <a:ext cx="881" cy="543"/>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0" name="Line 19"/>
            <p:cNvSpPr>
              <a:spLocks noChangeShapeType="1"/>
            </p:cNvSpPr>
            <p:nvPr/>
          </p:nvSpPr>
          <p:spPr bwMode="auto">
            <a:xfrm>
              <a:off x="3549" y="2934"/>
              <a:ext cx="223" cy="504"/>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1" name="Line 20"/>
            <p:cNvSpPr>
              <a:spLocks noChangeShapeType="1"/>
            </p:cNvSpPr>
            <p:nvPr/>
          </p:nvSpPr>
          <p:spPr bwMode="auto">
            <a:xfrm flipH="1">
              <a:off x="4080" y="2944"/>
              <a:ext cx="240" cy="497"/>
            </a:xfrm>
            <a:prstGeom prst="line">
              <a:avLst/>
            </a:prstGeom>
            <a:noFill/>
            <a:ln w="19050">
              <a:solidFill>
                <a:srgbClr val="00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grpSp>
      <p:grpSp>
        <p:nvGrpSpPr>
          <p:cNvPr id="22" name="组合 21"/>
          <p:cNvGrpSpPr/>
          <p:nvPr/>
        </p:nvGrpSpPr>
        <p:grpSpPr>
          <a:xfrm>
            <a:off x="1665221" y="3143369"/>
            <a:ext cx="5747223" cy="675537"/>
            <a:chOff x="1629823" y="2403736"/>
            <a:chExt cx="5747223" cy="675537"/>
          </a:xfrm>
        </p:grpSpPr>
        <p:sp>
          <p:nvSpPr>
            <p:cNvPr id="23" name="AutoShape 11"/>
            <p:cNvSpPr>
              <a:spLocks/>
            </p:cNvSpPr>
            <p:nvPr/>
          </p:nvSpPr>
          <p:spPr bwMode="auto">
            <a:xfrm rot="16200000">
              <a:off x="4101149" y="2099202"/>
              <a:ext cx="156067" cy="765135"/>
            </a:xfrm>
            <a:prstGeom prst="leftBrace">
              <a:avLst>
                <a:gd name="adj1" fmla="val 40855"/>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4" name="AutoShape 12"/>
            <p:cNvSpPr>
              <a:spLocks/>
            </p:cNvSpPr>
            <p:nvPr/>
          </p:nvSpPr>
          <p:spPr bwMode="auto">
            <a:xfrm rot="16200000">
              <a:off x="5013739" y="2089574"/>
              <a:ext cx="175322" cy="803646"/>
            </a:xfrm>
            <a:prstGeom prst="leftBrace">
              <a:avLst>
                <a:gd name="adj1" fmla="val 38199"/>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5" name="AutoShape 13"/>
            <p:cNvSpPr>
              <a:spLocks/>
            </p:cNvSpPr>
            <p:nvPr/>
          </p:nvSpPr>
          <p:spPr bwMode="auto">
            <a:xfrm rot="16200000">
              <a:off x="5936968" y="2109842"/>
              <a:ext cx="156067" cy="798579"/>
            </a:xfrm>
            <a:prstGeom prst="leftBrace">
              <a:avLst>
                <a:gd name="adj1" fmla="val 42641"/>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6" name="AutoShape 14"/>
            <p:cNvSpPr>
              <a:spLocks/>
            </p:cNvSpPr>
            <p:nvPr/>
          </p:nvSpPr>
          <p:spPr bwMode="auto">
            <a:xfrm rot="16200000">
              <a:off x="6875907" y="2085013"/>
              <a:ext cx="145933" cy="856344"/>
            </a:xfrm>
            <a:prstGeom prst="leftBrace">
              <a:avLst>
                <a:gd name="adj1" fmla="val 48900"/>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7" name="Text Box 15"/>
            <p:cNvSpPr txBox="1">
              <a:spLocks noChangeArrowheads="1"/>
            </p:cNvSpPr>
            <p:nvPr/>
          </p:nvSpPr>
          <p:spPr bwMode="auto">
            <a:xfrm>
              <a:off x="3898481" y="2621503"/>
              <a:ext cx="33441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itchFamily="34" charset="-122"/>
                  <a:ea typeface="微软雅黑" pitchFamily="34" charset="-122"/>
                </a:rPr>
                <a:t>128             11             3                31 </a:t>
              </a:r>
            </a:p>
          </p:txBody>
        </p:sp>
        <p:sp>
          <p:nvSpPr>
            <p:cNvPr id="28" name="Text Box 21"/>
            <p:cNvSpPr txBox="1">
              <a:spLocks noChangeArrowheads="1"/>
            </p:cNvSpPr>
            <p:nvPr/>
          </p:nvSpPr>
          <p:spPr bwMode="auto">
            <a:xfrm>
              <a:off x="1629823" y="2556053"/>
              <a:ext cx="18987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1400" b="1" dirty="0">
                  <a:latin typeface="微软雅黑" pitchFamily="34" charset="-122"/>
                  <a:ea typeface="微软雅黑" pitchFamily="34" charset="-122"/>
                </a:rPr>
                <a:t>将每 </a:t>
              </a:r>
              <a:r>
                <a:rPr lang="en-US" altLang="zh-CN" sz="1400" b="1" dirty="0">
                  <a:latin typeface="微软雅黑" pitchFamily="34" charset="-122"/>
                  <a:ea typeface="微软雅黑" pitchFamily="34" charset="-122"/>
                </a:rPr>
                <a:t>8 </a:t>
              </a:r>
              <a:r>
                <a:rPr lang="zh-CN" altLang="en-US" sz="1400" b="1" dirty="0">
                  <a:latin typeface="微软雅黑" pitchFamily="34" charset="-122"/>
                  <a:ea typeface="微软雅黑" pitchFamily="34" charset="-122"/>
                </a:rPr>
                <a:t>位的二进制数</a:t>
              </a:r>
            </a:p>
            <a:p>
              <a:pPr algn="ctr"/>
              <a:r>
                <a:rPr lang="zh-CN" altLang="en-US" sz="1400" b="1" dirty="0">
                  <a:latin typeface="微软雅黑" pitchFamily="34" charset="-122"/>
                  <a:ea typeface="微软雅黑" pitchFamily="34" charset="-122"/>
                </a:rPr>
                <a:t>转换为十进制数</a:t>
              </a:r>
            </a:p>
          </p:txBody>
        </p:sp>
      </p:grpSp>
      <p:sp>
        <p:nvSpPr>
          <p:cNvPr id="29" name="Line 22"/>
          <p:cNvSpPr>
            <a:spLocks noChangeShapeType="1"/>
          </p:cNvSpPr>
          <p:nvPr/>
        </p:nvSpPr>
        <p:spPr bwMode="auto">
          <a:xfrm>
            <a:off x="3614360" y="4252700"/>
            <a:ext cx="1133873" cy="0"/>
          </a:xfrm>
          <a:prstGeom prst="line">
            <a:avLst/>
          </a:prstGeom>
          <a:noFill/>
          <a:ln w="762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 name="矩形 1"/>
          <p:cNvSpPr/>
          <p:nvPr/>
        </p:nvSpPr>
        <p:spPr>
          <a:xfrm>
            <a:off x="932232" y="1047845"/>
            <a:ext cx="7392837" cy="917046"/>
          </a:xfrm>
          <a:prstGeom prst="rect">
            <a:avLst/>
          </a:prstGeom>
        </p:spPr>
        <p:txBody>
          <a:bodyPr wrap="square">
            <a:spAutoFit/>
          </a:bodyPr>
          <a:lstStyle/>
          <a:p>
            <a:pPr>
              <a:lnSpc>
                <a:spcPts val="2200"/>
              </a:lnSpc>
            </a:pPr>
            <a:r>
              <a:rPr lang="zh-CN" altLang="en-US" sz="1600" b="1" dirty="0">
                <a:latin typeface="微软雅黑" panose="020B0503020204020204" pitchFamily="34" charset="-122"/>
                <a:ea typeface="微软雅黑" panose="020B0503020204020204" pitchFamily="34" charset="-122"/>
              </a:rPr>
              <a:t>由</a:t>
            </a:r>
            <a:r>
              <a:rPr lang="zh-CN" altLang="en-US" sz="1600" b="1" dirty="0">
                <a:solidFill>
                  <a:srgbClr val="0000FF"/>
                </a:solidFill>
                <a:latin typeface="微软雅黑" panose="020B0503020204020204" pitchFamily="34" charset="-122"/>
                <a:ea typeface="微软雅黑" panose="020B0503020204020204" pitchFamily="34" charset="-122"/>
              </a:rPr>
              <a:t>互联网名字和数字分配机构 </a:t>
            </a:r>
            <a:r>
              <a:rPr lang="en-US" altLang="zh-CN" sz="1600" b="1" dirty="0">
                <a:latin typeface="微软雅黑" panose="020B0503020204020204" pitchFamily="34" charset="-122"/>
                <a:ea typeface="微软雅黑" panose="020B0503020204020204" pitchFamily="34" charset="-122"/>
              </a:rPr>
              <a:t>ICANN (Internet Corporation for Assigned Names and Numbers)</a:t>
            </a:r>
            <a:r>
              <a:rPr lang="zh-CN" altLang="en-US" sz="1600" b="1" dirty="0">
                <a:latin typeface="微软雅黑" panose="020B0503020204020204" pitchFamily="34" charset="-122"/>
                <a:ea typeface="微软雅黑" panose="020B0503020204020204" pitchFamily="34" charset="-122"/>
              </a:rPr>
              <a:t>为互联网上的每台主机（或路由器）的</a:t>
            </a:r>
            <a:r>
              <a:rPr lang="zh-CN" altLang="en-US" sz="1600" b="1" dirty="0">
                <a:solidFill>
                  <a:srgbClr val="C00000"/>
                </a:solidFill>
                <a:latin typeface="微软雅黑" panose="020B0503020204020204" pitchFamily="34" charset="-122"/>
                <a:ea typeface="微软雅黑" panose="020B0503020204020204" pitchFamily="34" charset="-122"/>
              </a:rPr>
              <a:t>每个接口</a:t>
            </a:r>
            <a:r>
              <a:rPr lang="zh-CN" altLang="en-US" sz="1600" b="1" dirty="0">
                <a:latin typeface="微软雅黑" panose="020B0503020204020204" pitchFamily="34" charset="-122"/>
                <a:ea typeface="微软雅黑" panose="020B0503020204020204" pitchFamily="34" charset="-122"/>
              </a:rPr>
              <a:t>分配一个在</a:t>
            </a:r>
            <a:r>
              <a:rPr lang="zh-CN" altLang="en-US" sz="1600" b="1" dirty="0">
                <a:solidFill>
                  <a:srgbClr val="C00000"/>
                </a:solidFill>
                <a:latin typeface="微软雅黑" panose="020B0503020204020204" pitchFamily="34" charset="-122"/>
                <a:ea typeface="微软雅黑" panose="020B0503020204020204" pitchFamily="34" charset="-122"/>
              </a:rPr>
              <a:t>全世界唯一的 </a:t>
            </a:r>
            <a:r>
              <a:rPr lang="en-US" altLang="zh-CN" sz="1600" b="1" dirty="0">
                <a:solidFill>
                  <a:srgbClr val="C00000"/>
                </a:solidFill>
                <a:latin typeface="微软雅黑" panose="020B0503020204020204" pitchFamily="34" charset="-122"/>
                <a:ea typeface="微软雅黑" panose="020B0503020204020204" pitchFamily="34" charset="-122"/>
              </a:rPr>
              <a:t>IP </a:t>
            </a:r>
            <a:r>
              <a:rPr lang="zh-CN" altLang="en-US" sz="1600" b="1" dirty="0">
                <a:solidFill>
                  <a:srgbClr val="C00000"/>
                </a:solidFill>
                <a:latin typeface="微软雅黑" panose="020B0503020204020204" pitchFamily="34" charset="-122"/>
                <a:ea typeface="微软雅黑" panose="020B0503020204020204" pitchFamily="34" charset="-122"/>
              </a:rPr>
              <a:t>地址</a:t>
            </a:r>
            <a:r>
              <a:rPr lang="zh-CN" altLang="en-US" sz="1600" b="1" dirty="0">
                <a:latin typeface="微软雅黑" panose="020B0503020204020204" pitchFamily="34" charset="-122"/>
                <a:ea typeface="微软雅黑" panose="020B0503020204020204" pitchFamily="34" charset="-122"/>
              </a:rPr>
              <a:t>。</a:t>
            </a:r>
          </a:p>
        </p:txBody>
      </p:sp>
    </p:spTree>
    <p:custDataLst>
      <p:tags r:id="rId1"/>
    </p:custDataLst>
    <p:extLst>
      <p:ext uri="{BB962C8B-B14F-4D97-AF65-F5344CB8AC3E}">
        <p14:creationId xmlns:p14="http://schemas.microsoft.com/office/powerpoint/2010/main" val="4187189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3000" fill="hold" grpId="0" nodeType="clickEffect">
                                  <p:stCondLst>
                                    <p:cond delay="0"/>
                                  </p:stCondLst>
                                  <p:childTnLst>
                                    <p:anim calcmode="discrete" valueType="str">
                                      <p:cBhvr>
                                        <p:cTn id="13"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35" presetClass="emph" presetSubtype="0" repeatCount="3000" fill="hold" grpId="0" nodeType="clickEffect">
                                  <p:stCondLst>
                                    <p:cond delay="0"/>
                                  </p:stCondLst>
                                  <p:childTnLst>
                                    <p:anim calcmode="discrete" valueType="str">
                                      <p:cBhvr>
                                        <p:cTn id="17" dur="1000" fill="hold"/>
                                        <p:tgtEl>
                                          <p:spTgt spid="10"/>
                                        </p:tgtEl>
                                        <p:attrNameLst>
                                          <p:attrName>style.visibility</p:attrName>
                                        </p:attrNameLst>
                                      </p:cBhvr>
                                      <p:tavLst>
                                        <p:tav tm="0">
                                          <p:val>
                                            <p:strVal val="hidden"/>
                                          </p:val>
                                        </p:tav>
                                        <p:tav tm="50000">
                                          <p:val>
                                            <p:strVal val="visible"/>
                                          </p:val>
                                        </p:tav>
                                      </p:tavLst>
                                    </p:anim>
                                  </p:childTnLst>
                                </p:cTn>
                              </p:par>
                            </p:childTnLst>
                          </p:cTn>
                        </p:par>
                      </p:childTnLst>
                    </p:cTn>
                  </p:par>
                  <p:par>
                    <p:cTn id="18" fill="hold">
                      <p:stCondLst>
                        <p:cond delay="indefinite"/>
                      </p:stCondLst>
                      <p:childTnLst>
                        <p:par>
                          <p:cTn id="19" fill="hold">
                            <p:stCondLst>
                              <p:cond delay="0"/>
                            </p:stCondLst>
                            <p:childTnLst>
                              <p:par>
                                <p:cTn id="20" presetID="35" presetClass="emph" presetSubtype="0" repeatCount="3000" fill="hold" grpId="0" nodeType="clickEffect">
                                  <p:stCondLst>
                                    <p:cond delay="0"/>
                                  </p:stCondLst>
                                  <p:childTnLst>
                                    <p:anim calcmode="discrete" valueType="str">
                                      <p:cBhvr>
                                        <p:cTn id="21" dur="1000" fill="hold"/>
                                        <p:tgtEl>
                                          <p:spTgt spid="15"/>
                                        </p:tgtEl>
                                        <p:attrNameLst>
                                          <p:attrName>style.visibility</p:attrName>
                                        </p:attrNameLst>
                                      </p:cBhvr>
                                      <p:tavLst>
                                        <p:tav tm="0">
                                          <p:val>
                                            <p:strVal val="hidden"/>
                                          </p:val>
                                        </p:tav>
                                        <p:tav tm="50000">
                                          <p:val>
                                            <p:strVal val="visible"/>
                                          </p:val>
                                        </p:tav>
                                      </p:tavLst>
                                    </p:anim>
                                  </p:childTnLst>
                                </p:cTn>
                              </p:par>
                            </p:childTnLst>
                          </p:cTn>
                        </p:par>
                      </p:childTnLst>
                    </p:cTn>
                  </p:par>
                  <p:par>
                    <p:cTn id="22" fill="hold">
                      <p:stCondLst>
                        <p:cond delay="indefinite"/>
                      </p:stCondLst>
                      <p:childTnLst>
                        <p:par>
                          <p:cTn id="23" fill="hold">
                            <p:stCondLst>
                              <p:cond delay="0"/>
                            </p:stCondLst>
                            <p:childTnLst>
                              <p:par>
                                <p:cTn id="24" presetID="35" presetClass="emph" presetSubtype="0" repeatCount="3000" fill="hold" nodeType="clickEffect">
                                  <p:stCondLst>
                                    <p:cond delay="0"/>
                                  </p:stCondLst>
                                  <p:childTnLst>
                                    <p:anim calcmode="discrete" valueType="str">
                                      <p:cBhvr>
                                        <p:cTn id="25"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par>
                    <p:cTn id="26" fill="hold">
                      <p:stCondLst>
                        <p:cond delay="indefinite"/>
                      </p:stCondLst>
                      <p:childTnLst>
                        <p:par>
                          <p:cTn id="27" fill="hold">
                            <p:stCondLst>
                              <p:cond delay="0"/>
                            </p:stCondLst>
                            <p:childTnLst>
                              <p:par>
                                <p:cTn id="28" presetID="35" presetClass="emph" presetSubtype="0" repeatCount="3000" fill="hold" nodeType="clickEffect">
                                  <p:stCondLst>
                                    <p:cond delay="0"/>
                                  </p:stCondLst>
                                  <p:childTnLst>
                                    <p:anim calcmode="discrete" valueType="str">
                                      <p:cBhvr>
                                        <p:cTn id="29" dur="1000" fill="hold"/>
                                        <p:tgtEl>
                                          <p:spTgt spid="22"/>
                                        </p:tgtEl>
                                        <p:attrNameLst>
                                          <p:attrName>style.visibility</p:attrName>
                                        </p:attrNameLst>
                                      </p:cBhvr>
                                      <p:tavLst>
                                        <p:tav tm="0">
                                          <p:val>
                                            <p:strVal val="hidden"/>
                                          </p:val>
                                        </p:tav>
                                        <p:tav tm="50000">
                                          <p:val>
                                            <p:strVal val="visible"/>
                                          </p:val>
                                        </p:tav>
                                      </p:tavLst>
                                    </p:anim>
                                  </p:childTnLst>
                                </p:cTn>
                              </p:par>
                            </p:childTnLst>
                          </p:cTn>
                        </p:par>
                      </p:childTnLst>
                    </p:cTn>
                  </p:par>
                  <p:par>
                    <p:cTn id="30" fill="hold">
                      <p:stCondLst>
                        <p:cond delay="indefinite"/>
                      </p:stCondLst>
                      <p:childTnLst>
                        <p:par>
                          <p:cTn id="31" fill="hold">
                            <p:stCondLst>
                              <p:cond delay="0"/>
                            </p:stCondLst>
                            <p:childTnLst>
                              <p:par>
                                <p:cTn id="32" presetID="35" presetClass="emph" presetSubtype="0" repeatCount="3000" fill="hold" grpId="0" nodeType="clickEffect">
                                  <p:stCondLst>
                                    <p:cond delay="0"/>
                                  </p:stCondLst>
                                  <p:childTnLst>
                                    <p:anim calcmode="discrete" valueType="str">
                                      <p:cBhvr>
                                        <p:cTn id="33" dur="1000" fill="hold"/>
                                        <p:tgtEl>
                                          <p:spTgt spid="1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p:bldP spid="15" grpId="0"/>
      <p:bldP spid="16" grpId="0" animBg="1"/>
      <p:bldP spid="2"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 name="圆角矩形 19"/>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5" name="矩形 84"/>
          <p:cNvSpPr/>
          <p:nvPr/>
        </p:nvSpPr>
        <p:spPr>
          <a:xfrm>
            <a:off x="616085" y="574698"/>
            <a:ext cx="2492990" cy="400110"/>
          </a:xfrm>
          <a:prstGeom prst="rect">
            <a:avLst/>
          </a:prstGeom>
        </p:spPr>
        <p:txBody>
          <a:bodyPr wrap="none">
            <a:spAutoFit/>
          </a:bodyPr>
          <a:lstStyle/>
          <a:p>
            <a:r>
              <a:rPr lang="zh-CN" altLang="en-US" sz="2000" b="1" dirty="0">
                <a:latin typeface="微软雅黑" pitchFamily="34" charset="-122"/>
                <a:ea typeface="微软雅黑" pitchFamily="34" charset="-122"/>
              </a:rPr>
              <a:t>点分十进制记法举例</a:t>
            </a:r>
          </a:p>
        </p:txBody>
      </p:sp>
      <p:grpSp>
        <p:nvGrpSpPr>
          <p:cNvPr id="100" name="组合 99"/>
          <p:cNvGrpSpPr/>
          <p:nvPr/>
        </p:nvGrpSpPr>
        <p:grpSpPr>
          <a:xfrm>
            <a:off x="1125767" y="1244616"/>
            <a:ext cx="6262082" cy="2842408"/>
            <a:chOff x="-56968" y="1101726"/>
            <a:chExt cx="10243382" cy="4649549"/>
          </a:xfrm>
        </p:grpSpPr>
        <p:sp>
          <p:nvSpPr>
            <p:cNvPr id="87" name="Text Box 3"/>
            <p:cNvSpPr txBox="1">
              <a:spLocks noChangeArrowheads="1"/>
            </p:cNvSpPr>
            <p:nvPr/>
          </p:nvSpPr>
          <p:spPr bwMode="auto">
            <a:xfrm>
              <a:off x="1842119" y="1531940"/>
              <a:ext cx="4269399"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FF"/>
                  </a:solidFill>
                  <a:latin typeface="微软雅黑" pitchFamily="34" charset="-122"/>
                  <a:ea typeface="微软雅黑" pitchFamily="34" charset="-122"/>
                </a:rPr>
                <a:t>IP </a:t>
              </a:r>
              <a:r>
                <a:rPr kumimoji="0" lang="zh-CN" altLang="en-US" sz="1600" b="1" dirty="0">
                  <a:solidFill>
                    <a:srgbClr val="0000FF"/>
                  </a:solidFill>
                  <a:latin typeface="微软雅黑" pitchFamily="34" charset="-122"/>
                  <a:ea typeface="微软雅黑" pitchFamily="34" charset="-122"/>
                </a:rPr>
                <a:t>地址的</a:t>
              </a:r>
              <a:r>
                <a:rPr kumimoji="0" lang="en-US" altLang="zh-CN" sz="1600" b="1" dirty="0">
                  <a:solidFill>
                    <a:srgbClr val="0000FF"/>
                  </a:solidFill>
                  <a:latin typeface="微软雅黑" pitchFamily="34" charset="-122"/>
                  <a:ea typeface="微软雅黑" pitchFamily="34" charset="-122"/>
                </a:rPr>
                <a:t>32 </a:t>
              </a:r>
              <a:r>
                <a:rPr kumimoji="0" lang="zh-CN" altLang="en-US" sz="1600" b="1" dirty="0">
                  <a:solidFill>
                    <a:srgbClr val="0000FF"/>
                  </a:solidFill>
                  <a:latin typeface="微软雅黑" pitchFamily="34" charset="-122"/>
                  <a:ea typeface="微软雅黑" pitchFamily="34" charset="-122"/>
                </a:rPr>
                <a:t>位二进制表示</a:t>
              </a:r>
            </a:p>
          </p:txBody>
        </p:sp>
        <p:sp>
          <p:nvSpPr>
            <p:cNvPr id="88" name="Text Box 4"/>
            <p:cNvSpPr txBox="1">
              <a:spLocks noChangeArrowheads="1"/>
            </p:cNvSpPr>
            <p:nvPr/>
          </p:nvSpPr>
          <p:spPr bwMode="auto">
            <a:xfrm>
              <a:off x="7322391" y="1101726"/>
              <a:ext cx="2651529" cy="95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0" lang="en-US" altLang="zh-CN" sz="1600" b="1" dirty="0">
                  <a:solidFill>
                    <a:srgbClr val="0000FF"/>
                  </a:solidFill>
                  <a:latin typeface="微软雅黑" pitchFamily="34" charset="-122"/>
                  <a:ea typeface="微软雅黑" pitchFamily="34" charset="-122"/>
                </a:rPr>
                <a:t>IP </a:t>
              </a:r>
              <a:r>
                <a:rPr kumimoji="0" lang="zh-CN" altLang="en-US" sz="1600" b="1" dirty="0">
                  <a:solidFill>
                    <a:srgbClr val="0000FF"/>
                  </a:solidFill>
                  <a:latin typeface="微软雅黑" pitchFamily="34" charset="-122"/>
                  <a:ea typeface="微软雅黑" pitchFamily="34" charset="-122"/>
                </a:rPr>
                <a:t>地址的</a:t>
              </a:r>
            </a:p>
            <a:p>
              <a:pPr algn="ctr" eaLnBrk="0" hangingPunct="0"/>
              <a:r>
                <a:rPr kumimoji="0" lang="zh-CN" altLang="en-US" sz="1600" b="1" dirty="0">
                  <a:solidFill>
                    <a:srgbClr val="0000FF"/>
                  </a:solidFill>
                  <a:latin typeface="微软雅黑" pitchFamily="34" charset="-122"/>
                  <a:ea typeface="微软雅黑" pitchFamily="34" charset="-122"/>
                </a:rPr>
                <a:t>点分十进制记法</a:t>
              </a:r>
            </a:p>
          </p:txBody>
        </p:sp>
        <p:sp>
          <p:nvSpPr>
            <p:cNvPr id="89" name="Line 5"/>
            <p:cNvSpPr>
              <a:spLocks noChangeShapeType="1"/>
            </p:cNvSpPr>
            <p:nvPr/>
          </p:nvSpPr>
          <p:spPr bwMode="auto">
            <a:xfrm>
              <a:off x="87710" y="2159001"/>
              <a:ext cx="999467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90" name="Text Box 6"/>
            <p:cNvSpPr txBox="1">
              <a:spLocks noChangeArrowheads="1"/>
            </p:cNvSpPr>
            <p:nvPr/>
          </p:nvSpPr>
          <p:spPr bwMode="auto">
            <a:xfrm>
              <a:off x="-56968" y="2246314"/>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10000001  00110100  00000110  00000000</a:t>
              </a:r>
            </a:p>
          </p:txBody>
        </p:sp>
        <p:sp>
          <p:nvSpPr>
            <p:cNvPr id="91" name="Text Box 7"/>
            <p:cNvSpPr txBox="1">
              <a:spLocks noChangeArrowheads="1"/>
            </p:cNvSpPr>
            <p:nvPr/>
          </p:nvSpPr>
          <p:spPr bwMode="auto">
            <a:xfrm>
              <a:off x="7521776" y="2228852"/>
              <a:ext cx="204318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latin typeface="微软雅黑" pitchFamily="34" charset="-122"/>
                  <a:ea typeface="微软雅黑" pitchFamily="34" charset="-122"/>
                </a:rPr>
                <a:t>129.52.6.0</a:t>
              </a:r>
            </a:p>
          </p:txBody>
        </p:sp>
        <p:sp>
          <p:nvSpPr>
            <p:cNvPr id="92" name="Text Box 8"/>
            <p:cNvSpPr txBox="1">
              <a:spLocks noChangeArrowheads="1"/>
            </p:cNvSpPr>
            <p:nvPr/>
          </p:nvSpPr>
          <p:spPr bwMode="auto">
            <a:xfrm>
              <a:off x="-56968" y="2968626"/>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11000000  00000101  00110000  00000011</a:t>
              </a:r>
            </a:p>
          </p:txBody>
        </p:sp>
        <p:sp>
          <p:nvSpPr>
            <p:cNvPr id="93" name="Text Box 9"/>
            <p:cNvSpPr txBox="1">
              <a:spLocks noChangeArrowheads="1"/>
            </p:cNvSpPr>
            <p:nvPr/>
          </p:nvSpPr>
          <p:spPr bwMode="auto">
            <a:xfrm>
              <a:off x="7521776" y="2951162"/>
              <a:ext cx="204318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latin typeface="微软雅黑" pitchFamily="34" charset="-122"/>
                  <a:ea typeface="微软雅黑" pitchFamily="34" charset="-122"/>
                </a:rPr>
                <a:t>192.5.48.3</a:t>
              </a:r>
            </a:p>
          </p:txBody>
        </p:sp>
        <p:sp>
          <p:nvSpPr>
            <p:cNvPr id="94" name="Text Box 10"/>
            <p:cNvSpPr txBox="1">
              <a:spLocks noChangeArrowheads="1"/>
            </p:cNvSpPr>
            <p:nvPr/>
          </p:nvSpPr>
          <p:spPr bwMode="auto">
            <a:xfrm>
              <a:off x="-56968" y="3743326"/>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00001010  00000010  00000000  00100101</a:t>
              </a:r>
            </a:p>
          </p:txBody>
        </p:sp>
        <p:sp>
          <p:nvSpPr>
            <p:cNvPr id="95" name="Text Box 11"/>
            <p:cNvSpPr txBox="1">
              <a:spLocks noChangeArrowheads="1"/>
            </p:cNvSpPr>
            <p:nvPr/>
          </p:nvSpPr>
          <p:spPr bwMode="auto">
            <a:xfrm>
              <a:off x="7521776" y="3725862"/>
              <a:ext cx="183603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a:latin typeface="微软雅黑" pitchFamily="34" charset="-122"/>
                  <a:ea typeface="微软雅黑" pitchFamily="34" charset="-122"/>
                </a:rPr>
                <a:t>10.2.0.37</a:t>
              </a:r>
            </a:p>
          </p:txBody>
        </p:sp>
        <p:sp>
          <p:nvSpPr>
            <p:cNvPr id="96" name="Text Box 12"/>
            <p:cNvSpPr txBox="1">
              <a:spLocks noChangeArrowheads="1"/>
            </p:cNvSpPr>
            <p:nvPr/>
          </p:nvSpPr>
          <p:spPr bwMode="auto">
            <a:xfrm>
              <a:off x="-56968" y="4476752"/>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10000000  00001010  00000010  00000011</a:t>
              </a:r>
            </a:p>
          </p:txBody>
        </p:sp>
        <p:sp>
          <p:nvSpPr>
            <p:cNvPr id="97" name="Text Box 13"/>
            <p:cNvSpPr txBox="1">
              <a:spLocks noChangeArrowheads="1"/>
            </p:cNvSpPr>
            <p:nvPr/>
          </p:nvSpPr>
          <p:spPr bwMode="auto">
            <a:xfrm>
              <a:off x="7521776" y="4459288"/>
              <a:ext cx="2043186"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a:latin typeface="微软雅黑" pitchFamily="34" charset="-122"/>
                  <a:ea typeface="微软雅黑" pitchFamily="34" charset="-122"/>
                </a:rPr>
                <a:t>128.10.2.3</a:t>
              </a:r>
            </a:p>
          </p:txBody>
        </p:sp>
        <p:sp>
          <p:nvSpPr>
            <p:cNvPr id="98" name="Text Box 14"/>
            <p:cNvSpPr txBox="1">
              <a:spLocks noChangeArrowheads="1"/>
            </p:cNvSpPr>
            <p:nvPr/>
          </p:nvSpPr>
          <p:spPr bwMode="auto">
            <a:xfrm>
              <a:off x="-56968" y="5197476"/>
              <a:ext cx="7528742"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dirty="0">
                  <a:solidFill>
                    <a:srgbClr val="0000CC"/>
                  </a:solidFill>
                  <a:latin typeface="微软雅黑" pitchFamily="34" charset="-122"/>
                  <a:ea typeface="微软雅黑" pitchFamily="34" charset="-122"/>
                </a:rPr>
                <a:t>10000000  10000000  11111111  00000000</a:t>
              </a:r>
            </a:p>
          </p:txBody>
        </p:sp>
        <p:sp>
          <p:nvSpPr>
            <p:cNvPr id="99" name="Text Box 15"/>
            <p:cNvSpPr txBox="1">
              <a:spLocks noChangeArrowheads="1"/>
            </p:cNvSpPr>
            <p:nvPr/>
          </p:nvSpPr>
          <p:spPr bwMode="auto">
            <a:xfrm>
              <a:off x="7521776" y="5180012"/>
              <a:ext cx="2664638" cy="5537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1600" b="1">
                  <a:latin typeface="微软雅黑" pitchFamily="34" charset="-122"/>
                  <a:ea typeface="微软雅黑" pitchFamily="34" charset="-122"/>
                </a:rPr>
                <a:t>128.128.255.0</a:t>
              </a:r>
            </a:p>
          </p:txBody>
        </p:sp>
      </p:grpSp>
    </p:spTree>
    <p:extLst>
      <p:ext uri="{BB962C8B-B14F-4D97-AF65-F5344CB8AC3E}">
        <p14:creationId xmlns:p14="http://schemas.microsoft.com/office/powerpoint/2010/main" val="30234727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00"/>
                                        </p:tgtEl>
                                        <p:attrNameLst>
                                          <p:attrName>style.visibility</p:attrName>
                                        </p:attrNameLst>
                                      </p:cBhvr>
                                      <p:to>
                                        <p:strVal val="visible"/>
                                      </p:to>
                                    </p:set>
                                    <p:animEffect transition="in" filter="fade">
                                      <p:cBhvr>
                                        <p:cTn id="7" dur="1000"/>
                                        <p:tgtEl>
                                          <p:spTgt spid="100"/>
                                        </p:tgtEl>
                                      </p:cBhvr>
                                    </p:animEffect>
                                    <p:anim calcmode="lin" valueType="num">
                                      <p:cBhvr>
                                        <p:cTn id="8" dur="1000" fill="hold"/>
                                        <p:tgtEl>
                                          <p:spTgt spid="100"/>
                                        </p:tgtEl>
                                        <p:attrNameLst>
                                          <p:attrName>ppt_x</p:attrName>
                                        </p:attrNameLst>
                                      </p:cBhvr>
                                      <p:tavLst>
                                        <p:tav tm="0">
                                          <p:val>
                                            <p:strVal val="#ppt_x"/>
                                          </p:val>
                                        </p:tav>
                                        <p:tav tm="100000">
                                          <p:val>
                                            <p:strVal val="#ppt_x"/>
                                          </p:val>
                                        </p:tav>
                                      </p:tavLst>
                                    </p:anim>
                                    <p:anim calcmode="lin" valueType="num">
                                      <p:cBhvr>
                                        <p:cTn id="9" dur="1000" fill="hold"/>
                                        <p:tgtEl>
                                          <p:spTgt spid="10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269136" y="581433"/>
            <a:ext cx="26244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地址采用 </a:t>
            </a: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级结构</a:t>
            </a:r>
          </a:p>
        </p:txBody>
      </p:sp>
      <p:sp>
        <p:nvSpPr>
          <p:cNvPr id="2" name="矩形 1"/>
          <p:cNvSpPr/>
          <p:nvPr/>
        </p:nvSpPr>
        <p:spPr>
          <a:xfrm>
            <a:off x="990373" y="3258823"/>
            <a:ext cx="2624436" cy="403444"/>
          </a:xfrm>
          <a:prstGeom prst="rect">
            <a:avLst/>
          </a:prstGeom>
        </p:spPr>
        <p:txBody>
          <a:bodyPr wrap="none">
            <a:spAutoFit/>
          </a:bodyPr>
          <a:lstStyle/>
          <a:p>
            <a:pPr algn="r">
              <a:lnSpc>
                <a:spcPts val="2600"/>
              </a:lnSpc>
            </a:pP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级结构的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a:t>
            </a:r>
          </a:p>
        </p:txBody>
      </p:sp>
      <p:sp>
        <p:nvSpPr>
          <p:cNvPr id="12" name="Line 10"/>
          <p:cNvSpPr>
            <a:spLocks noChangeShapeType="1"/>
          </p:cNvSpPr>
          <p:nvPr/>
        </p:nvSpPr>
        <p:spPr bwMode="auto">
          <a:xfrm>
            <a:off x="3950798" y="2842133"/>
            <a:ext cx="0" cy="43391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3" name="Line 11"/>
          <p:cNvSpPr>
            <a:spLocks noChangeShapeType="1"/>
          </p:cNvSpPr>
          <p:nvPr/>
        </p:nvSpPr>
        <p:spPr bwMode="auto">
          <a:xfrm>
            <a:off x="7836346" y="2842133"/>
            <a:ext cx="0" cy="45405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4" name="Line 12"/>
          <p:cNvSpPr>
            <a:spLocks noChangeShapeType="1"/>
          </p:cNvSpPr>
          <p:nvPr/>
        </p:nvSpPr>
        <p:spPr bwMode="auto">
          <a:xfrm>
            <a:off x="3979276" y="3027190"/>
            <a:ext cx="3837705" cy="0"/>
          </a:xfrm>
          <a:prstGeom prst="line">
            <a:avLst/>
          </a:prstGeom>
          <a:noFill/>
          <a:ln w="19050">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5" name="Text Box 13"/>
          <p:cNvSpPr txBox="1">
            <a:spLocks noChangeArrowheads="1"/>
          </p:cNvSpPr>
          <p:nvPr/>
        </p:nvSpPr>
        <p:spPr bwMode="auto">
          <a:xfrm>
            <a:off x="5513675" y="2842133"/>
            <a:ext cx="744037" cy="338554"/>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32 </a:t>
            </a:r>
            <a:r>
              <a:rPr kumimoji="0" lang="zh-CN" altLang="en-US"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位</a:t>
            </a:r>
          </a:p>
        </p:txBody>
      </p:sp>
      <p:sp>
        <p:nvSpPr>
          <p:cNvPr id="17" name="Rectangle 8"/>
          <p:cNvSpPr>
            <a:spLocks noChangeArrowheads="1"/>
          </p:cNvSpPr>
          <p:nvPr/>
        </p:nvSpPr>
        <p:spPr bwMode="auto">
          <a:xfrm>
            <a:off x="3957633" y="3261826"/>
            <a:ext cx="1938787" cy="468198"/>
          </a:xfrm>
          <a:prstGeom prst="rect">
            <a:avLst/>
          </a:prstGeom>
          <a:solidFill>
            <a:srgbClr val="00FF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网络号</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a:p>
            <a:pPr marL="0" marR="0" lvl="0" indent="0" algn="ctr" defTabSz="914400" eaLnBrk="0" fontAlgn="auto" latinLnBrk="0" hangingPunct="0">
              <a:lnSpc>
                <a:spcPct val="100000"/>
              </a:lnSpc>
              <a:spcBef>
                <a:spcPts val="0"/>
              </a:spcBef>
              <a:spcAft>
                <a:spcPts val="0"/>
              </a:spcAft>
              <a:buClrTx/>
              <a:buSzTx/>
              <a:buFontTx/>
              <a:buNone/>
              <a:tabLst/>
              <a:defRPr/>
            </a:pPr>
            <a:r>
              <a:rPr lang="en-US" altLang="zh-CN" sz="1400" b="1" kern="0" noProof="0" dirty="0">
                <a:solidFill>
                  <a:sysClr val="windowText" lastClr="000000"/>
                </a:solidFill>
                <a:latin typeface="微软雅黑" pitchFamily="34" charset="-122"/>
                <a:ea typeface="微软雅黑" pitchFamily="34" charset="-122"/>
              </a:rPr>
              <a:t>( net-id)</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18" name="Rectangle 9"/>
          <p:cNvSpPr>
            <a:spLocks noChangeArrowheads="1"/>
          </p:cNvSpPr>
          <p:nvPr/>
        </p:nvSpPr>
        <p:spPr bwMode="auto">
          <a:xfrm>
            <a:off x="5896420" y="3262900"/>
            <a:ext cx="1938787" cy="468198"/>
          </a:xfrm>
          <a:prstGeom prst="rect">
            <a:avLst/>
          </a:prstGeom>
          <a:solidFill>
            <a:srgbClr val="0000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主机号</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0" fontAlgn="auto" latinLnBrk="0" hangingPunct="0">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(host-id)</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sp>
        <p:nvSpPr>
          <p:cNvPr id="19" name="Line 10"/>
          <p:cNvSpPr>
            <a:spLocks noChangeShapeType="1"/>
          </p:cNvSpPr>
          <p:nvPr/>
        </p:nvSpPr>
        <p:spPr bwMode="auto">
          <a:xfrm>
            <a:off x="3950798" y="3674104"/>
            <a:ext cx="0" cy="45680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0" name="Line 11"/>
          <p:cNvSpPr>
            <a:spLocks noChangeShapeType="1"/>
          </p:cNvSpPr>
          <p:nvPr/>
        </p:nvSpPr>
        <p:spPr bwMode="auto">
          <a:xfrm>
            <a:off x="7836346" y="3694249"/>
            <a:ext cx="0" cy="43666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3" name="Line 11"/>
          <p:cNvSpPr>
            <a:spLocks noChangeShapeType="1"/>
          </p:cNvSpPr>
          <p:nvPr/>
        </p:nvSpPr>
        <p:spPr bwMode="auto">
          <a:xfrm>
            <a:off x="5896420" y="3694249"/>
            <a:ext cx="0" cy="43666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grpSp>
        <p:nvGrpSpPr>
          <p:cNvPr id="31" name="组合 30">
            <a:extLst>
              <a:ext uri="{FF2B5EF4-FFF2-40B4-BE49-F238E27FC236}">
                <a16:creationId xmlns:a16="http://schemas.microsoft.com/office/drawing/2014/main" id="{B91920D3-304B-E5B3-FE47-A4C7079333EA}"/>
              </a:ext>
            </a:extLst>
          </p:cNvPr>
          <p:cNvGrpSpPr/>
          <p:nvPr/>
        </p:nvGrpSpPr>
        <p:grpSpPr>
          <a:xfrm>
            <a:off x="5916273" y="3795271"/>
            <a:ext cx="1917144" cy="338554"/>
            <a:chOff x="5916273" y="3795271"/>
            <a:chExt cx="1917144" cy="338554"/>
          </a:xfrm>
        </p:grpSpPr>
        <p:sp>
          <p:nvSpPr>
            <p:cNvPr id="24" name="Line 12"/>
            <p:cNvSpPr>
              <a:spLocks noChangeShapeType="1"/>
            </p:cNvSpPr>
            <p:nvPr/>
          </p:nvSpPr>
          <p:spPr bwMode="auto">
            <a:xfrm>
              <a:off x="5916273" y="3994062"/>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5" name="Text Box 13"/>
            <p:cNvSpPr txBox="1">
              <a:spLocks noChangeArrowheads="1"/>
            </p:cNvSpPr>
            <p:nvPr/>
          </p:nvSpPr>
          <p:spPr bwMode="auto">
            <a:xfrm>
              <a:off x="6374396" y="3795271"/>
              <a:ext cx="1082388" cy="338554"/>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lang="en-US" altLang="zh-CN" sz="1600" b="1" kern="0" dirty="0">
                  <a:latin typeface="Times New Roman" panose="02020603050405020304" pitchFamily="18" charset="0"/>
                  <a:ea typeface="微软雅黑" pitchFamily="34" charset="-122"/>
                  <a:cs typeface="Times New Roman" panose="02020603050405020304" pitchFamily="18" charset="0"/>
                </a:rPr>
                <a:t>(</a:t>
              </a:r>
              <a:r>
                <a:rPr kumimoji="0" lang="en-US" altLang="zh-CN" sz="1600" b="1" u="none" strike="noStrike" kern="0" cap="none" spc="0" normalizeH="0" baseline="0" noProof="0" dirty="0">
                  <a:ln>
                    <a:noFill/>
                  </a:ln>
                  <a:effectLst/>
                  <a:uLnTx/>
                  <a:uFillTx/>
                  <a:latin typeface="Times New Roman" panose="02020603050405020304" pitchFamily="18" charset="0"/>
                  <a:ea typeface="微软雅黑" pitchFamily="34" charset="-122"/>
                  <a:cs typeface="Times New Roman" panose="02020603050405020304" pitchFamily="18" charset="0"/>
                </a:rPr>
                <a:t>32-</a:t>
              </a:r>
              <a:r>
                <a:rPr kumimoji="0" lang="en-US" altLang="zh-CN" sz="1600" b="1" i="1" u="none" strike="noStrike" kern="0" cap="none" spc="0" normalizeH="0" baseline="0" noProof="0" dirty="0">
                  <a:ln>
                    <a:noFill/>
                  </a:ln>
                  <a:effectLst/>
                  <a:uLnTx/>
                  <a:uFillTx/>
                  <a:latin typeface="Times New Roman" panose="02020603050405020304" pitchFamily="18" charset="0"/>
                  <a:ea typeface="微软雅黑" pitchFamily="34" charset="-122"/>
                  <a:cs typeface="Times New Roman" panose="02020603050405020304" pitchFamily="18" charset="0"/>
                </a:rPr>
                <a:t>n</a:t>
              </a:r>
              <a:r>
                <a:rPr kumimoji="0" lang="en-US" altLang="zh-CN" sz="1600" b="1" u="none" strike="noStrike" kern="0" cap="none" spc="0" normalizeH="0" baseline="0" noProof="0" dirty="0">
                  <a:ln>
                    <a:noFill/>
                  </a:ln>
                  <a:effectLst/>
                  <a:uLnTx/>
                  <a:uFillTx/>
                  <a:latin typeface="Times New Roman" panose="02020603050405020304" pitchFamily="18" charset="0"/>
                  <a:ea typeface="微软雅黑" pitchFamily="34" charset="-122"/>
                  <a:cs typeface="Times New Roman" panose="02020603050405020304" pitchFamily="18" charset="0"/>
                </a:rPr>
                <a:t>)</a:t>
              </a:r>
              <a:r>
                <a:rPr kumimoji="0" lang="en-US" altLang="zh-CN" sz="1600" b="1" i="1" u="none" strike="noStrike" kern="0" cap="none" spc="0" normalizeH="0" baseline="0" noProof="0" dirty="0">
                  <a:ln>
                    <a:noFill/>
                  </a:ln>
                  <a:effectLst/>
                  <a:uLnTx/>
                  <a:uFillTx/>
                  <a:latin typeface="Times New Roman" panose="02020603050405020304" pitchFamily="18" charset="0"/>
                  <a:ea typeface="微软雅黑" pitchFamily="34" charset="-122"/>
                  <a:cs typeface="Times New Roman" panose="02020603050405020304" pitchFamily="18" charset="0"/>
                </a:rPr>
                <a:t>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grpSp>
      <p:sp>
        <p:nvSpPr>
          <p:cNvPr id="8" name="Rectangle 8">
            <a:extLst>
              <a:ext uri="{FF2B5EF4-FFF2-40B4-BE49-F238E27FC236}">
                <a16:creationId xmlns:a16="http://schemas.microsoft.com/office/drawing/2014/main" id="{BA5389A1-4AC4-C115-A907-C84F7A11A444}"/>
              </a:ext>
            </a:extLst>
          </p:cNvPr>
          <p:cNvSpPr>
            <a:spLocks noChangeArrowheads="1"/>
          </p:cNvSpPr>
          <p:nvPr/>
        </p:nvSpPr>
        <p:spPr bwMode="auto">
          <a:xfrm>
            <a:off x="675610" y="1009675"/>
            <a:ext cx="7665002" cy="17403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网络号</a:t>
            </a:r>
            <a:r>
              <a:rPr lang="zh-CN" altLang="en-US" sz="2000" b="1" dirty="0">
                <a:latin typeface="微软雅黑" pitchFamily="34" charset="-122"/>
                <a:ea typeface="微软雅黑" pitchFamily="34" charset="-122"/>
              </a:rPr>
              <a:t>，标志主机（或路由器）所连接到的网络，在整个互联网范围内必须是唯一的。</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主机号</a:t>
            </a:r>
            <a:r>
              <a:rPr lang="zh-CN" altLang="en-US" sz="2000" b="1" dirty="0">
                <a:latin typeface="微软雅黑" pitchFamily="34" charset="-122"/>
                <a:ea typeface="微软雅黑" pitchFamily="34" charset="-122"/>
              </a:rPr>
              <a:t>，用来标志主机（或路由器），在所连接的网络中必须是唯一的。</a:t>
            </a:r>
            <a:endParaRPr lang="zh-CN" altLang="en-US" sz="2000" b="1" dirty="0">
              <a:solidFill>
                <a:srgbClr val="0000FF"/>
              </a:solidFill>
              <a:latin typeface="微软雅黑" pitchFamily="34" charset="-122"/>
              <a:ea typeface="微软雅黑" pitchFamily="34" charset="-122"/>
            </a:endParaRPr>
          </a:p>
        </p:txBody>
      </p:sp>
      <p:sp>
        <p:nvSpPr>
          <p:cNvPr id="10" name="矩形 9">
            <a:extLst>
              <a:ext uri="{FF2B5EF4-FFF2-40B4-BE49-F238E27FC236}">
                <a16:creationId xmlns:a16="http://schemas.microsoft.com/office/drawing/2014/main" id="{15D06315-A1E8-5184-D24B-22AA89C63C4D}"/>
              </a:ext>
            </a:extLst>
          </p:cNvPr>
          <p:cNvSpPr/>
          <p:nvPr/>
        </p:nvSpPr>
        <p:spPr>
          <a:xfrm>
            <a:off x="3950798" y="3258823"/>
            <a:ext cx="3882619" cy="468191"/>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0" name="组合 29">
            <a:extLst>
              <a:ext uri="{FF2B5EF4-FFF2-40B4-BE49-F238E27FC236}">
                <a16:creationId xmlns:a16="http://schemas.microsoft.com/office/drawing/2014/main" id="{93185155-D9B2-9ED2-5452-2E6CB68D614D}"/>
              </a:ext>
            </a:extLst>
          </p:cNvPr>
          <p:cNvGrpSpPr/>
          <p:nvPr/>
        </p:nvGrpSpPr>
        <p:grpSpPr>
          <a:xfrm>
            <a:off x="3964528" y="3790060"/>
            <a:ext cx="1917144" cy="338554"/>
            <a:chOff x="3999129" y="3792354"/>
            <a:chExt cx="1917144" cy="338554"/>
          </a:xfrm>
        </p:grpSpPr>
        <p:sp>
          <p:nvSpPr>
            <p:cNvPr id="11" name="Line 12">
              <a:extLst>
                <a:ext uri="{FF2B5EF4-FFF2-40B4-BE49-F238E27FC236}">
                  <a16:creationId xmlns:a16="http://schemas.microsoft.com/office/drawing/2014/main" id="{23416EDF-A1E8-2230-3823-6586CDB97271}"/>
                </a:ext>
              </a:extLst>
            </p:cNvPr>
            <p:cNvSpPr>
              <a:spLocks noChangeShapeType="1"/>
            </p:cNvSpPr>
            <p:nvPr/>
          </p:nvSpPr>
          <p:spPr bwMode="auto">
            <a:xfrm>
              <a:off x="3999129" y="3994061"/>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9" name="Text Box 13">
              <a:extLst>
                <a:ext uri="{FF2B5EF4-FFF2-40B4-BE49-F238E27FC236}">
                  <a16:creationId xmlns:a16="http://schemas.microsoft.com/office/drawing/2014/main" id="{4C8B6346-274D-E843-ADE2-DFD071DA8FE5}"/>
                </a:ext>
              </a:extLst>
            </p:cNvPr>
            <p:cNvSpPr txBox="1">
              <a:spLocks noChangeArrowheads="1"/>
            </p:cNvSpPr>
            <p:nvPr/>
          </p:nvSpPr>
          <p:spPr bwMode="auto">
            <a:xfrm>
              <a:off x="4670878" y="3792354"/>
              <a:ext cx="623275" cy="338554"/>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1" u="none" strike="noStrike" kern="0" cap="none" spc="0" normalizeH="0" baseline="0" noProof="0" dirty="0">
                  <a:ln>
                    <a:noFill/>
                  </a:ln>
                  <a:solidFill>
                    <a:srgbClr val="C00000"/>
                  </a:solidFill>
                  <a:effectLst/>
                  <a:uLnTx/>
                  <a:uFillTx/>
                  <a:latin typeface="Times New Roman" panose="02020603050405020304" pitchFamily="18" charset="0"/>
                  <a:ea typeface="微软雅黑" pitchFamily="34" charset="-122"/>
                  <a:cs typeface="Times New Roman" panose="02020603050405020304" pitchFamily="18" charset="0"/>
                </a:rPr>
                <a:t>n</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grpSp>
      <p:sp>
        <p:nvSpPr>
          <p:cNvPr id="5" name="矩形 4"/>
          <p:cNvSpPr/>
          <p:nvPr/>
        </p:nvSpPr>
        <p:spPr>
          <a:xfrm>
            <a:off x="2996982" y="4328801"/>
            <a:ext cx="3168738" cy="400110"/>
          </a:xfrm>
          <a:prstGeom prst="rect">
            <a:avLst/>
          </a:prstGeom>
        </p:spPr>
        <p:txBody>
          <a:bodyPr wrap="square">
            <a:spAutoFit/>
          </a:bodyPr>
          <a:lstStyle/>
          <a:p>
            <a:pPr algn="r"/>
            <a:r>
              <a:rPr lang="zh-CN" altLang="en-US" sz="2000" b="1" dirty="0">
                <a:solidFill>
                  <a:srgbClr val="C00000"/>
                </a:solidFill>
                <a:latin typeface="微软雅黑" panose="020B0503020204020204" pitchFamily="34" charset="-122"/>
                <a:ea typeface="微软雅黑" panose="020B0503020204020204" pitchFamily="34" charset="-122"/>
              </a:rPr>
              <a:t>网络号的位数 </a:t>
            </a:r>
            <a:r>
              <a:rPr lang="en-US" altLang="zh-CN" sz="2000" b="1" i="1" dirty="0">
                <a:solidFill>
                  <a:srgbClr val="C00000"/>
                </a:solidFill>
                <a:latin typeface="Times New Roman" panose="02020603050405020304" pitchFamily="18" charset="0"/>
                <a:ea typeface="微软雅黑" panose="020B0503020204020204" pitchFamily="34" charset="-122"/>
                <a:cs typeface="Times New Roman" panose="02020603050405020304" pitchFamily="18" charset="0"/>
              </a:rPr>
              <a:t>n</a:t>
            </a:r>
            <a:r>
              <a:rPr lang="en-US" altLang="zh-CN" sz="2000" b="1" dirty="0">
                <a:solidFill>
                  <a:srgbClr val="C00000"/>
                </a:solidFill>
                <a:latin typeface="微软雅黑" panose="020B0503020204020204" pitchFamily="34" charset="-122"/>
                <a:ea typeface="微软雅黑" panose="020B0503020204020204" pitchFamily="34" charset="-122"/>
              </a:rPr>
              <a:t> </a:t>
            </a:r>
            <a:r>
              <a:rPr lang="zh-CN" altLang="en-US" sz="2000" b="1" dirty="0">
                <a:solidFill>
                  <a:srgbClr val="C00000"/>
                </a:solidFill>
                <a:latin typeface="微软雅黑" panose="020B0503020204020204" pitchFamily="34" charset="-122"/>
                <a:ea typeface="微软雅黑" panose="020B0503020204020204" pitchFamily="34" charset="-122"/>
              </a:rPr>
              <a:t>是多少？</a:t>
            </a:r>
          </a:p>
        </p:txBody>
      </p:sp>
    </p:spTree>
    <p:custDataLst>
      <p:tags r:id="rId1"/>
    </p:custDataLst>
    <p:extLst>
      <p:ext uri="{BB962C8B-B14F-4D97-AF65-F5344CB8AC3E}">
        <p14:creationId xmlns:p14="http://schemas.microsoft.com/office/powerpoint/2010/main" val="3439136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17"/>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1000" fill="hold"/>
                                        <p:tgtEl>
                                          <p:spTgt spid="18"/>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3000" fill="hold" nodeType="clickEffect">
                                  <p:stCondLst>
                                    <p:cond delay="0"/>
                                  </p:stCondLst>
                                  <p:childTnLst>
                                    <p:anim calcmode="discrete" valueType="str">
                                      <p:cBhvr>
                                        <p:cTn id="18" dur="1000" fill="hold"/>
                                        <p:tgtEl>
                                          <p:spTgt spid="30"/>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3000" fill="hold" nodeType="clickEffect">
                                  <p:stCondLst>
                                    <p:cond delay="0"/>
                                  </p:stCondLst>
                                  <p:childTnLst>
                                    <p:anim calcmode="discrete" valueType="str">
                                      <p:cBhvr>
                                        <p:cTn id="22" dur="1000" fill="hold"/>
                                        <p:tgtEl>
                                          <p:spTgt spid="31"/>
                                        </p:tgtEl>
                                        <p:attrNameLst>
                                          <p:attrName>style.visibility</p:attrName>
                                        </p:attrNameLst>
                                      </p:cBhvr>
                                      <p:tavLst>
                                        <p:tav tm="0">
                                          <p:val>
                                            <p:strVal val="hidden"/>
                                          </p:val>
                                        </p:tav>
                                        <p:tav tm="50000">
                                          <p:val>
                                            <p:strVal val="visible"/>
                                          </p:val>
                                        </p:tav>
                                      </p:tavLst>
                                    </p:anim>
                                  </p:childTnLst>
                                </p:cTn>
                              </p:par>
                            </p:childTnLst>
                          </p:cTn>
                        </p:par>
                      </p:childTnLst>
                    </p:cTn>
                  </p:par>
                  <p:par>
                    <p:cTn id="23" fill="hold">
                      <p:stCondLst>
                        <p:cond delay="indefinite"/>
                      </p:stCondLst>
                      <p:childTnLst>
                        <p:par>
                          <p:cTn id="24" fill="hold">
                            <p:stCondLst>
                              <p:cond delay="0"/>
                            </p:stCondLst>
                            <p:childTnLst>
                              <p:par>
                                <p:cTn id="25" presetID="26"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wipe(down)">
                                      <p:cBhvr>
                                        <p:cTn id="27" dur="580">
                                          <p:stCondLst>
                                            <p:cond delay="0"/>
                                          </p:stCondLst>
                                        </p:cTn>
                                        <p:tgtEl>
                                          <p:spTgt spid="5"/>
                                        </p:tgtEl>
                                      </p:cBhvr>
                                    </p:animEffect>
                                    <p:anim calcmode="lin" valueType="num">
                                      <p:cBhvr>
                                        <p:cTn id="28"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29"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30"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31"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32"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33" dur="26">
                                          <p:stCondLst>
                                            <p:cond delay="650"/>
                                          </p:stCondLst>
                                        </p:cTn>
                                        <p:tgtEl>
                                          <p:spTgt spid="5"/>
                                        </p:tgtEl>
                                      </p:cBhvr>
                                      <p:to x="100000" y="60000"/>
                                    </p:animScale>
                                    <p:animScale>
                                      <p:cBhvr>
                                        <p:cTn id="34" dur="166" decel="50000">
                                          <p:stCondLst>
                                            <p:cond delay="676"/>
                                          </p:stCondLst>
                                        </p:cTn>
                                        <p:tgtEl>
                                          <p:spTgt spid="5"/>
                                        </p:tgtEl>
                                      </p:cBhvr>
                                      <p:to x="100000" y="100000"/>
                                    </p:animScale>
                                    <p:animScale>
                                      <p:cBhvr>
                                        <p:cTn id="35" dur="26">
                                          <p:stCondLst>
                                            <p:cond delay="1312"/>
                                          </p:stCondLst>
                                        </p:cTn>
                                        <p:tgtEl>
                                          <p:spTgt spid="5"/>
                                        </p:tgtEl>
                                      </p:cBhvr>
                                      <p:to x="100000" y="80000"/>
                                    </p:animScale>
                                    <p:animScale>
                                      <p:cBhvr>
                                        <p:cTn id="36" dur="166" decel="50000">
                                          <p:stCondLst>
                                            <p:cond delay="1338"/>
                                          </p:stCondLst>
                                        </p:cTn>
                                        <p:tgtEl>
                                          <p:spTgt spid="5"/>
                                        </p:tgtEl>
                                      </p:cBhvr>
                                      <p:to x="100000" y="100000"/>
                                    </p:animScale>
                                    <p:animScale>
                                      <p:cBhvr>
                                        <p:cTn id="37" dur="26">
                                          <p:stCondLst>
                                            <p:cond delay="1642"/>
                                          </p:stCondLst>
                                        </p:cTn>
                                        <p:tgtEl>
                                          <p:spTgt spid="5"/>
                                        </p:tgtEl>
                                      </p:cBhvr>
                                      <p:to x="100000" y="90000"/>
                                    </p:animScale>
                                    <p:animScale>
                                      <p:cBhvr>
                                        <p:cTn id="38" dur="166" decel="50000">
                                          <p:stCondLst>
                                            <p:cond delay="1668"/>
                                          </p:stCondLst>
                                        </p:cTn>
                                        <p:tgtEl>
                                          <p:spTgt spid="5"/>
                                        </p:tgtEl>
                                      </p:cBhvr>
                                      <p:to x="100000" y="100000"/>
                                    </p:animScale>
                                    <p:animScale>
                                      <p:cBhvr>
                                        <p:cTn id="39" dur="26">
                                          <p:stCondLst>
                                            <p:cond delay="1808"/>
                                          </p:stCondLst>
                                        </p:cTn>
                                        <p:tgtEl>
                                          <p:spTgt spid="5"/>
                                        </p:tgtEl>
                                      </p:cBhvr>
                                      <p:to x="100000" y="95000"/>
                                    </p:animScale>
                                    <p:animScale>
                                      <p:cBhvr>
                                        <p:cTn id="40" dur="166" decel="50000">
                                          <p:stCondLst>
                                            <p:cond delay="1834"/>
                                          </p:stCondLst>
                                        </p:cTn>
                                        <p:tgtEl>
                                          <p:spTgt spid="5"/>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7" grpId="0" animBg="1"/>
      <p:bldP spid="18" grpId="0" animBg="1"/>
      <p:bldP spid="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488747" y="581433"/>
            <a:ext cx="21852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分类的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sp>
        <p:nvSpPr>
          <p:cNvPr id="29" name="圆角矩形 28"/>
          <p:cNvSpPr/>
          <p:nvPr/>
        </p:nvSpPr>
        <p:spPr>
          <a:xfrm>
            <a:off x="545144" y="1033670"/>
            <a:ext cx="8053711" cy="3309912"/>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1" name="Line 2"/>
          <p:cNvSpPr>
            <a:spLocks noChangeShapeType="1"/>
          </p:cNvSpPr>
          <p:nvPr/>
        </p:nvSpPr>
        <p:spPr bwMode="auto">
          <a:xfrm flipV="1">
            <a:off x="1652194" y="3007536"/>
            <a:ext cx="3393202"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2" name="Rectangle 3"/>
          <p:cNvSpPr>
            <a:spLocks noChangeArrowheads="1"/>
          </p:cNvSpPr>
          <p:nvPr/>
        </p:nvSpPr>
        <p:spPr bwMode="auto">
          <a:xfrm>
            <a:off x="3076661" y="2879138"/>
            <a:ext cx="609142" cy="394467"/>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24 </a:t>
            </a:r>
            <a:r>
              <a:rPr kumimoji="1" lang="zh-CN" altLang="en-US" sz="1050" b="1" dirty="0">
                <a:solidFill>
                  <a:srgbClr val="C00000"/>
                </a:solidFill>
                <a:latin typeface="微软雅黑" pitchFamily="34" charset="-122"/>
                <a:ea typeface="微软雅黑" pitchFamily="34" charset="-122"/>
              </a:rPr>
              <a:t>位</a:t>
            </a:r>
          </a:p>
        </p:txBody>
      </p:sp>
      <p:sp>
        <p:nvSpPr>
          <p:cNvPr id="33" name="Rectangle 4"/>
          <p:cNvSpPr>
            <a:spLocks noChangeArrowheads="1"/>
          </p:cNvSpPr>
          <p:nvPr/>
        </p:nvSpPr>
        <p:spPr bwMode="auto">
          <a:xfrm>
            <a:off x="1652194" y="2621402"/>
            <a:ext cx="4507009" cy="262421"/>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4" name="Line 5"/>
          <p:cNvSpPr>
            <a:spLocks noChangeShapeType="1"/>
          </p:cNvSpPr>
          <p:nvPr/>
        </p:nvSpPr>
        <p:spPr bwMode="auto">
          <a:xfrm>
            <a:off x="2755847" y="1572040"/>
            <a:ext cx="3396249"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5" name="Rectangle 6"/>
          <p:cNvSpPr>
            <a:spLocks noChangeArrowheads="1"/>
          </p:cNvSpPr>
          <p:nvPr/>
        </p:nvSpPr>
        <p:spPr bwMode="auto">
          <a:xfrm>
            <a:off x="4093237" y="1449265"/>
            <a:ext cx="689292" cy="394467"/>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24 </a:t>
            </a:r>
            <a:r>
              <a:rPr kumimoji="1" lang="zh-CN" altLang="en-US" sz="1050" b="1" dirty="0">
                <a:solidFill>
                  <a:srgbClr val="0000FF"/>
                </a:solidFill>
                <a:latin typeface="微软雅黑" pitchFamily="34" charset="-122"/>
                <a:ea typeface="微软雅黑" pitchFamily="34" charset="-122"/>
              </a:rPr>
              <a:t>位</a:t>
            </a:r>
          </a:p>
        </p:txBody>
      </p:sp>
      <p:sp>
        <p:nvSpPr>
          <p:cNvPr id="36" name="Line 7"/>
          <p:cNvSpPr>
            <a:spLocks noChangeShapeType="1"/>
          </p:cNvSpPr>
          <p:nvPr/>
        </p:nvSpPr>
        <p:spPr bwMode="auto">
          <a:xfrm flipV="1">
            <a:off x="1677576" y="2288089"/>
            <a:ext cx="2222538"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7" name="Rectangle 8"/>
          <p:cNvSpPr>
            <a:spLocks noChangeArrowheads="1"/>
          </p:cNvSpPr>
          <p:nvPr/>
        </p:nvSpPr>
        <p:spPr bwMode="auto">
          <a:xfrm>
            <a:off x="2524010" y="2160174"/>
            <a:ext cx="609142" cy="394467"/>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16 </a:t>
            </a:r>
            <a:r>
              <a:rPr kumimoji="1" lang="zh-CN" altLang="en-US" sz="1050" b="1" dirty="0">
                <a:solidFill>
                  <a:srgbClr val="C00000"/>
                </a:solidFill>
                <a:latin typeface="微软雅黑" pitchFamily="34" charset="-122"/>
                <a:ea typeface="微软雅黑" pitchFamily="34" charset="-122"/>
              </a:rPr>
              <a:t>位</a:t>
            </a:r>
          </a:p>
        </p:txBody>
      </p:sp>
      <p:sp>
        <p:nvSpPr>
          <p:cNvPr id="38" name="Line 9"/>
          <p:cNvSpPr>
            <a:spLocks noChangeShapeType="1"/>
          </p:cNvSpPr>
          <p:nvPr/>
        </p:nvSpPr>
        <p:spPr bwMode="auto">
          <a:xfrm>
            <a:off x="1627826" y="1572040"/>
            <a:ext cx="1128021"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39" name="Rectangle 10"/>
          <p:cNvSpPr>
            <a:spLocks noChangeArrowheads="1"/>
          </p:cNvSpPr>
          <p:nvPr/>
        </p:nvSpPr>
        <p:spPr bwMode="auto">
          <a:xfrm>
            <a:off x="1845131" y="1449265"/>
            <a:ext cx="609142" cy="394467"/>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net-id</a:t>
            </a:r>
          </a:p>
          <a:p>
            <a:pPr algn="ctr" defTabSz="762000" eaLnBrk="0" hangingPunct="0">
              <a:lnSpc>
                <a:spcPct val="90000"/>
              </a:lnSpc>
            </a:pPr>
            <a:r>
              <a:rPr kumimoji="1" lang="en-US" altLang="zh-CN" sz="1050" b="1" dirty="0">
                <a:solidFill>
                  <a:srgbClr val="C00000"/>
                </a:solidFill>
                <a:latin typeface="微软雅黑" pitchFamily="34" charset="-122"/>
                <a:ea typeface="微软雅黑" pitchFamily="34" charset="-122"/>
              </a:rPr>
              <a:t>8 </a:t>
            </a:r>
            <a:r>
              <a:rPr kumimoji="1" lang="zh-CN" altLang="en-US" sz="1050" b="1" dirty="0">
                <a:solidFill>
                  <a:srgbClr val="C00000"/>
                </a:solidFill>
                <a:latin typeface="微软雅黑" pitchFamily="34" charset="-122"/>
                <a:ea typeface="微软雅黑" pitchFamily="34" charset="-122"/>
              </a:rPr>
              <a:t>位</a:t>
            </a:r>
          </a:p>
        </p:txBody>
      </p:sp>
      <p:sp>
        <p:nvSpPr>
          <p:cNvPr id="40" name="Rectangle 11"/>
          <p:cNvSpPr>
            <a:spLocks noChangeArrowheads="1"/>
          </p:cNvSpPr>
          <p:nvPr/>
        </p:nvSpPr>
        <p:spPr bwMode="auto">
          <a:xfrm>
            <a:off x="1629857" y="1191529"/>
            <a:ext cx="4531376" cy="261484"/>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1" name="Rectangle 12"/>
          <p:cNvSpPr>
            <a:spLocks noChangeArrowheads="1"/>
          </p:cNvSpPr>
          <p:nvPr/>
        </p:nvSpPr>
        <p:spPr bwMode="auto">
          <a:xfrm>
            <a:off x="1643056" y="1904313"/>
            <a:ext cx="4522239" cy="263358"/>
          </a:xfrm>
          <a:prstGeom prst="rect">
            <a:avLst/>
          </a:prstGeom>
          <a:solidFill>
            <a:srgbClr val="00FF99"/>
          </a:solidFill>
          <a:ln w="1905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2" name="Rectangle 14"/>
          <p:cNvSpPr>
            <a:spLocks noChangeArrowheads="1"/>
          </p:cNvSpPr>
          <p:nvPr/>
        </p:nvSpPr>
        <p:spPr bwMode="auto">
          <a:xfrm>
            <a:off x="1658286" y="2629837"/>
            <a:ext cx="3390156" cy="250237"/>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3" name="Rectangle 15"/>
          <p:cNvSpPr>
            <a:spLocks noChangeArrowheads="1"/>
          </p:cNvSpPr>
          <p:nvPr/>
        </p:nvSpPr>
        <p:spPr bwMode="auto">
          <a:xfrm>
            <a:off x="1657270" y="1910873"/>
            <a:ext cx="2245889" cy="250238"/>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4" name="Rectangle 16"/>
          <p:cNvSpPr>
            <a:spLocks noChangeArrowheads="1"/>
          </p:cNvSpPr>
          <p:nvPr/>
        </p:nvSpPr>
        <p:spPr bwMode="auto">
          <a:xfrm>
            <a:off x="1645087" y="1205587"/>
            <a:ext cx="1106700" cy="239928"/>
          </a:xfrm>
          <a:prstGeom prst="rect">
            <a:avLst/>
          </a:prstGeom>
          <a:solidFill>
            <a:srgbClr val="FF99FF"/>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6" name="Rectangle 18"/>
          <p:cNvSpPr>
            <a:spLocks noChangeArrowheads="1"/>
          </p:cNvSpPr>
          <p:nvPr/>
        </p:nvSpPr>
        <p:spPr bwMode="auto">
          <a:xfrm>
            <a:off x="845674" y="1204650"/>
            <a:ext cx="80631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A </a:t>
            </a:r>
            <a:r>
              <a:rPr kumimoji="1" lang="zh-CN" altLang="en-US" sz="1200" b="1" dirty="0">
                <a:latin typeface="微软雅黑" pitchFamily="34" charset="-122"/>
                <a:ea typeface="微软雅黑" pitchFamily="34" charset="-122"/>
              </a:rPr>
              <a:t>类地址</a:t>
            </a:r>
          </a:p>
        </p:txBody>
      </p:sp>
      <p:sp>
        <p:nvSpPr>
          <p:cNvPr id="47" name="Line 19"/>
          <p:cNvSpPr>
            <a:spLocks noChangeShapeType="1"/>
          </p:cNvSpPr>
          <p:nvPr/>
        </p:nvSpPr>
        <p:spPr bwMode="auto">
          <a:xfrm>
            <a:off x="1793323" y="1191529"/>
            <a:ext cx="0" cy="266170"/>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48" name="Line 20"/>
          <p:cNvSpPr>
            <a:spLocks noChangeShapeType="1"/>
          </p:cNvSpPr>
          <p:nvPr/>
        </p:nvSpPr>
        <p:spPr bwMode="auto">
          <a:xfrm>
            <a:off x="2755847" y="1191529"/>
            <a:ext cx="0" cy="26617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9" name="Line 21"/>
          <p:cNvSpPr>
            <a:spLocks noChangeShapeType="1"/>
          </p:cNvSpPr>
          <p:nvPr/>
        </p:nvSpPr>
        <p:spPr bwMode="auto">
          <a:xfrm>
            <a:off x="1627826" y="1476443"/>
            <a:ext cx="0" cy="191193"/>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0" name="Line 22"/>
          <p:cNvSpPr>
            <a:spLocks noChangeShapeType="1"/>
          </p:cNvSpPr>
          <p:nvPr/>
        </p:nvSpPr>
        <p:spPr bwMode="auto">
          <a:xfrm>
            <a:off x="2755847" y="1476443"/>
            <a:ext cx="0" cy="191193"/>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1" name="Line 23"/>
          <p:cNvSpPr>
            <a:spLocks noChangeShapeType="1"/>
          </p:cNvSpPr>
          <p:nvPr/>
        </p:nvSpPr>
        <p:spPr bwMode="auto">
          <a:xfrm>
            <a:off x="6152096" y="1476443"/>
            <a:ext cx="0" cy="191193"/>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2" name="Line 24"/>
          <p:cNvSpPr>
            <a:spLocks noChangeShapeType="1"/>
          </p:cNvSpPr>
          <p:nvPr/>
        </p:nvSpPr>
        <p:spPr bwMode="auto">
          <a:xfrm>
            <a:off x="3908237" y="2284340"/>
            <a:ext cx="2235735" cy="3749"/>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3" name="Rectangle 25"/>
          <p:cNvSpPr>
            <a:spLocks noChangeArrowheads="1"/>
          </p:cNvSpPr>
          <p:nvPr/>
        </p:nvSpPr>
        <p:spPr bwMode="auto">
          <a:xfrm>
            <a:off x="4730912" y="2196758"/>
            <a:ext cx="689292" cy="394467"/>
          </a:xfrm>
          <a:prstGeom prst="rect">
            <a:avLst/>
          </a:prstGeom>
          <a:solidFill>
            <a:srgbClr val="C3E3F9"/>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a:lnSpc>
                <a:spcPct val="90000"/>
              </a:lnSpc>
            </a:pPr>
            <a:r>
              <a:rPr kumimoji="1" lang="en-US" altLang="zh-CN" sz="1050" b="1" dirty="0">
                <a:solidFill>
                  <a:srgbClr val="0000FF"/>
                </a:solidFill>
                <a:latin typeface="微软雅黑" pitchFamily="34" charset="-122"/>
                <a:ea typeface="微软雅黑" pitchFamily="34" charset="-122"/>
              </a:rPr>
              <a:t>16 </a:t>
            </a:r>
            <a:r>
              <a:rPr kumimoji="1" lang="zh-CN" altLang="en-US" sz="1050" b="1" dirty="0">
                <a:solidFill>
                  <a:srgbClr val="0000FF"/>
                </a:solidFill>
                <a:latin typeface="微软雅黑" pitchFamily="34" charset="-122"/>
                <a:ea typeface="微软雅黑" pitchFamily="34" charset="-122"/>
              </a:rPr>
              <a:t>位</a:t>
            </a:r>
          </a:p>
        </p:txBody>
      </p:sp>
      <p:sp>
        <p:nvSpPr>
          <p:cNvPr id="54" name="Line 26"/>
          <p:cNvSpPr>
            <a:spLocks noChangeShapeType="1"/>
          </p:cNvSpPr>
          <p:nvPr/>
        </p:nvSpPr>
        <p:spPr bwMode="auto">
          <a:xfrm>
            <a:off x="1652194" y="2191102"/>
            <a:ext cx="0" cy="191193"/>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5" name="Line 27"/>
          <p:cNvSpPr>
            <a:spLocks noChangeShapeType="1"/>
          </p:cNvSpPr>
          <p:nvPr/>
        </p:nvSpPr>
        <p:spPr bwMode="auto">
          <a:xfrm>
            <a:off x="3908237" y="2191102"/>
            <a:ext cx="0" cy="191193"/>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6" name="Line 28"/>
          <p:cNvSpPr>
            <a:spLocks noChangeShapeType="1"/>
          </p:cNvSpPr>
          <p:nvPr/>
        </p:nvSpPr>
        <p:spPr bwMode="auto">
          <a:xfrm>
            <a:off x="6143973" y="2191102"/>
            <a:ext cx="0" cy="191193"/>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7" name="Rectangle 29"/>
          <p:cNvSpPr>
            <a:spLocks noChangeArrowheads="1"/>
          </p:cNvSpPr>
          <p:nvPr/>
        </p:nvSpPr>
        <p:spPr bwMode="auto">
          <a:xfrm>
            <a:off x="855292" y="1910873"/>
            <a:ext cx="796694"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B </a:t>
            </a:r>
            <a:r>
              <a:rPr kumimoji="1" lang="zh-CN" altLang="en-US" sz="1200" b="1">
                <a:latin typeface="微软雅黑" pitchFamily="34" charset="-122"/>
                <a:ea typeface="微软雅黑" pitchFamily="34" charset="-122"/>
              </a:rPr>
              <a:t>类地址</a:t>
            </a:r>
          </a:p>
        </p:txBody>
      </p:sp>
      <p:sp>
        <p:nvSpPr>
          <p:cNvPr id="58" name="Line 30"/>
          <p:cNvSpPr>
            <a:spLocks noChangeShapeType="1"/>
          </p:cNvSpPr>
          <p:nvPr/>
        </p:nvSpPr>
        <p:spPr bwMode="auto">
          <a:xfrm>
            <a:off x="3908237" y="1909937"/>
            <a:ext cx="0" cy="25586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59" name="Rectangle 31"/>
          <p:cNvSpPr>
            <a:spLocks noChangeArrowheads="1"/>
          </p:cNvSpPr>
          <p:nvPr/>
        </p:nvSpPr>
        <p:spPr bwMode="auto">
          <a:xfrm>
            <a:off x="856896" y="2627025"/>
            <a:ext cx="79509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C </a:t>
            </a:r>
            <a:r>
              <a:rPr kumimoji="1" lang="zh-CN" altLang="en-US" sz="1200" b="1" dirty="0">
                <a:latin typeface="微软雅黑" pitchFamily="34" charset="-122"/>
                <a:ea typeface="微软雅黑" pitchFamily="34" charset="-122"/>
              </a:rPr>
              <a:t>类地址</a:t>
            </a:r>
          </a:p>
        </p:txBody>
      </p:sp>
      <p:sp>
        <p:nvSpPr>
          <p:cNvPr id="63" name="Line 35"/>
          <p:cNvSpPr>
            <a:spLocks noChangeShapeType="1"/>
          </p:cNvSpPr>
          <p:nvPr/>
        </p:nvSpPr>
        <p:spPr bwMode="auto">
          <a:xfrm>
            <a:off x="2089797" y="2620465"/>
            <a:ext cx="0" cy="259609"/>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64" name="Line 36"/>
          <p:cNvSpPr>
            <a:spLocks noChangeShapeType="1"/>
          </p:cNvSpPr>
          <p:nvPr/>
        </p:nvSpPr>
        <p:spPr bwMode="auto">
          <a:xfrm>
            <a:off x="5060625" y="2617653"/>
            <a:ext cx="0" cy="26054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65" name="Line 37"/>
          <p:cNvSpPr>
            <a:spLocks noChangeShapeType="1"/>
          </p:cNvSpPr>
          <p:nvPr/>
        </p:nvSpPr>
        <p:spPr bwMode="auto">
          <a:xfrm>
            <a:off x="5063672" y="3008473"/>
            <a:ext cx="1080301" cy="0"/>
          </a:xfrm>
          <a:prstGeom prst="line">
            <a:avLst/>
          </a:prstGeom>
          <a:noFill/>
          <a:ln w="1905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66" name="Group 38"/>
          <p:cNvGrpSpPr>
            <a:grpSpLocks/>
          </p:cNvGrpSpPr>
          <p:nvPr/>
        </p:nvGrpSpPr>
        <p:grpSpPr bwMode="auto">
          <a:xfrm>
            <a:off x="5310130" y="2896011"/>
            <a:ext cx="667829" cy="380749"/>
            <a:chOff x="2827" y="3024"/>
            <a:chExt cx="453" cy="382"/>
          </a:xfrm>
        </p:grpSpPr>
        <p:sp>
          <p:nvSpPr>
            <p:cNvPr id="8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4" name="Rectangle 40"/>
            <p:cNvSpPr>
              <a:spLocks noChangeArrowheads="1"/>
            </p:cNvSpPr>
            <p:nvPr/>
          </p:nvSpPr>
          <p:spPr bwMode="auto">
            <a:xfrm>
              <a:off x="2827" y="3024"/>
              <a:ext cx="453" cy="382"/>
            </a:xfrm>
            <a:prstGeom prst="rect">
              <a:avLst/>
            </a:prstGeom>
            <a:solidFill>
              <a:srgbClr val="C3E3F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host-id</a:t>
              </a:r>
            </a:p>
            <a:p>
              <a:pPr algn="ctr" defTabSz="762000" eaLnBrk="0" hangingPunct="0">
                <a:lnSpc>
                  <a:spcPct val="90000"/>
                </a:lnSpc>
              </a:pPr>
              <a:r>
                <a:rPr kumimoji="1" lang="en-US" altLang="zh-CN" sz="1050" b="1" dirty="0">
                  <a:solidFill>
                    <a:srgbClr val="0000FF"/>
                  </a:solidFill>
                  <a:latin typeface="微软雅黑" pitchFamily="34" charset="-122"/>
                  <a:ea typeface="微软雅黑" pitchFamily="34" charset="-122"/>
                </a:rPr>
                <a:t>8 </a:t>
              </a:r>
              <a:r>
                <a:rPr kumimoji="1" lang="zh-CN" altLang="en-US" sz="1050" b="1" dirty="0">
                  <a:solidFill>
                    <a:srgbClr val="0000FF"/>
                  </a:solidFill>
                  <a:latin typeface="微软雅黑" pitchFamily="34" charset="-122"/>
                  <a:ea typeface="微软雅黑" pitchFamily="34" charset="-122"/>
                </a:rPr>
                <a:t>位</a:t>
              </a:r>
            </a:p>
          </p:txBody>
        </p:sp>
      </p:grpSp>
      <p:sp>
        <p:nvSpPr>
          <p:cNvPr id="67" name="Line 41"/>
          <p:cNvSpPr>
            <a:spLocks noChangeShapeType="1"/>
          </p:cNvSpPr>
          <p:nvPr/>
        </p:nvSpPr>
        <p:spPr bwMode="auto">
          <a:xfrm>
            <a:off x="1652194" y="2917563"/>
            <a:ext cx="0" cy="191193"/>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68" name="Line 42"/>
          <p:cNvSpPr>
            <a:spLocks noChangeShapeType="1"/>
          </p:cNvSpPr>
          <p:nvPr/>
        </p:nvSpPr>
        <p:spPr bwMode="auto">
          <a:xfrm>
            <a:off x="5063672" y="2919437"/>
            <a:ext cx="0" cy="191193"/>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9" name="Line 43"/>
          <p:cNvSpPr>
            <a:spLocks noChangeShapeType="1"/>
          </p:cNvSpPr>
          <p:nvPr/>
        </p:nvSpPr>
        <p:spPr bwMode="auto">
          <a:xfrm>
            <a:off x="6143973" y="2908191"/>
            <a:ext cx="0" cy="191193"/>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0" name="Rectangle 44"/>
          <p:cNvSpPr>
            <a:spLocks noChangeArrowheads="1"/>
          </p:cNvSpPr>
          <p:nvPr/>
        </p:nvSpPr>
        <p:spPr bwMode="auto">
          <a:xfrm>
            <a:off x="1648133" y="3345960"/>
            <a:ext cx="4520208" cy="262421"/>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1" name="Rectangle 45"/>
          <p:cNvSpPr>
            <a:spLocks noChangeArrowheads="1"/>
          </p:cNvSpPr>
          <p:nvPr/>
        </p:nvSpPr>
        <p:spPr bwMode="auto">
          <a:xfrm>
            <a:off x="839262" y="3352521"/>
            <a:ext cx="812724"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D </a:t>
            </a:r>
            <a:r>
              <a:rPr kumimoji="1" lang="zh-CN" altLang="en-US" sz="1200" b="1">
                <a:latin typeface="微软雅黑" pitchFamily="34" charset="-122"/>
                <a:ea typeface="微软雅黑" pitchFamily="34" charset="-122"/>
              </a:rPr>
              <a:t>类地址</a:t>
            </a:r>
          </a:p>
        </p:txBody>
      </p:sp>
      <p:sp>
        <p:nvSpPr>
          <p:cNvPr id="72" name="Line 46"/>
          <p:cNvSpPr>
            <a:spLocks noChangeShapeType="1"/>
          </p:cNvSpPr>
          <p:nvPr/>
        </p:nvSpPr>
        <p:spPr bwMode="auto">
          <a:xfrm>
            <a:off x="2181790" y="3350647"/>
            <a:ext cx="0" cy="260547"/>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4" name="Rectangle 48"/>
          <p:cNvSpPr>
            <a:spLocks noChangeArrowheads="1"/>
          </p:cNvSpPr>
          <p:nvPr/>
        </p:nvSpPr>
        <p:spPr bwMode="auto">
          <a:xfrm>
            <a:off x="3599913" y="334524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多 播 地 址</a:t>
            </a:r>
          </a:p>
        </p:txBody>
      </p:sp>
      <p:sp>
        <p:nvSpPr>
          <p:cNvPr id="75" name="Rectangle 49"/>
          <p:cNvSpPr>
            <a:spLocks noChangeArrowheads="1"/>
          </p:cNvSpPr>
          <p:nvPr/>
        </p:nvSpPr>
        <p:spPr bwMode="auto">
          <a:xfrm>
            <a:off x="1653209" y="3916726"/>
            <a:ext cx="4511071" cy="262421"/>
          </a:xfrm>
          <a:prstGeom prst="rect">
            <a:avLst/>
          </a:prstGeom>
          <a:solidFill>
            <a:srgbClr val="0000FF"/>
          </a:solidFill>
          <a:ln w="25400">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6" name="Rectangle 50"/>
          <p:cNvSpPr>
            <a:spLocks noChangeArrowheads="1"/>
          </p:cNvSpPr>
          <p:nvPr/>
        </p:nvSpPr>
        <p:spPr bwMode="auto">
          <a:xfrm>
            <a:off x="872926" y="3922351"/>
            <a:ext cx="77906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latin typeface="微软雅黑" pitchFamily="34" charset="-122"/>
                <a:ea typeface="微软雅黑" pitchFamily="34" charset="-122"/>
              </a:rPr>
              <a:t>E </a:t>
            </a:r>
            <a:r>
              <a:rPr kumimoji="1" lang="zh-CN" altLang="en-US" sz="1200" b="1">
                <a:latin typeface="微软雅黑" pitchFamily="34" charset="-122"/>
                <a:ea typeface="微软雅黑" pitchFamily="34" charset="-122"/>
              </a:rPr>
              <a:t>类地址</a:t>
            </a:r>
          </a:p>
        </p:txBody>
      </p:sp>
      <p:sp>
        <p:nvSpPr>
          <p:cNvPr id="77" name="Rectangle 51"/>
          <p:cNvSpPr>
            <a:spLocks noChangeArrowheads="1"/>
          </p:cNvSpPr>
          <p:nvPr/>
        </p:nvSpPr>
        <p:spPr bwMode="auto">
          <a:xfrm>
            <a:off x="3296923" y="3911327"/>
            <a:ext cx="1538884"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chemeClr val="bg1"/>
                </a:solidFill>
                <a:latin typeface="微软雅黑" pitchFamily="34" charset="-122"/>
                <a:ea typeface="微软雅黑" pitchFamily="34" charset="-122"/>
              </a:rPr>
              <a:t>保 留 为 今 后 使 用</a:t>
            </a:r>
          </a:p>
        </p:txBody>
      </p:sp>
      <p:sp>
        <p:nvSpPr>
          <p:cNvPr id="78" name="Line 52"/>
          <p:cNvSpPr>
            <a:spLocks noChangeShapeType="1"/>
          </p:cNvSpPr>
          <p:nvPr/>
        </p:nvSpPr>
        <p:spPr bwMode="auto">
          <a:xfrm>
            <a:off x="2189181" y="3931722"/>
            <a:ext cx="0" cy="260547"/>
          </a:xfrm>
          <a:prstGeom prst="line">
            <a:avLst/>
          </a:prstGeom>
          <a:noFill/>
          <a:ln w="19050">
            <a:solidFill>
              <a:srgbClr val="FFFF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grpSp>
        <p:nvGrpSpPr>
          <p:cNvPr id="2" name="组合 1">
            <a:extLst>
              <a:ext uri="{FF2B5EF4-FFF2-40B4-BE49-F238E27FC236}">
                <a16:creationId xmlns:a16="http://schemas.microsoft.com/office/drawing/2014/main" id="{4E89FA36-9C8E-A471-50C0-47BF1DC67DBA}"/>
              </a:ext>
            </a:extLst>
          </p:cNvPr>
          <p:cNvGrpSpPr/>
          <p:nvPr/>
        </p:nvGrpSpPr>
        <p:grpSpPr>
          <a:xfrm>
            <a:off x="1580361" y="1187780"/>
            <a:ext cx="654026" cy="2991741"/>
            <a:chOff x="1580361" y="1187780"/>
            <a:chExt cx="654026" cy="2991741"/>
          </a:xfrm>
        </p:grpSpPr>
        <p:sp>
          <p:nvSpPr>
            <p:cNvPr id="45" name="Rectangle 17"/>
            <p:cNvSpPr>
              <a:spLocks noChangeArrowheads="1"/>
            </p:cNvSpPr>
            <p:nvPr/>
          </p:nvSpPr>
          <p:spPr bwMode="auto">
            <a:xfrm>
              <a:off x="1595336" y="1187780"/>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050" b="1" dirty="0">
                  <a:latin typeface="微软雅黑" pitchFamily="34" charset="-122"/>
                  <a:ea typeface="微软雅黑" pitchFamily="34" charset="-122"/>
                </a:rPr>
                <a:t>0</a:t>
              </a:r>
            </a:p>
          </p:txBody>
        </p:sp>
        <p:sp>
          <p:nvSpPr>
            <p:cNvPr id="61" name="Rectangle 33"/>
            <p:cNvSpPr>
              <a:spLocks noChangeArrowheads="1"/>
            </p:cNvSpPr>
            <p:nvPr/>
          </p:nvSpPr>
          <p:spPr bwMode="auto">
            <a:xfrm>
              <a:off x="1613612" y="2624960"/>
              <a:ext cx="56817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1 1 0</a:t>
              </a:r>
            </a:p>
          </p:txBody>
        </p:sp>
        <p:sp>
          <p:nvSpPr>
            <p:cNvPr id="73" name="Rectangle 47"/>
            <p:cNvSpPr>
              <a:spLocks noChangeArrowheads="1"/>
            </p:cNvSpPr>
            <p:nvPr/>
          </p:nvSpPr>
          <p:spPr bwMode="auto">
            <a:xfrm>
              <a:off x="1580361" y="3345024"/>
              <a:ext cx="65402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1 1 1 0</a:t>
              </a:r>
            </a:p>
          </p:txBody>
        </p:sp>
        <p:sp>
          <p:nvSpPr>
            <p:cNvPr id="79" name="Rectangle 53"/>
            <p:cNvSpPr>
              <a:spLocks noChangeArrowheads="1"/>
            </p:cNvSpPr>
            <p:nvPr/>
          </p:nvSpPr>
          <p:spPr bwMode="auto">
            <a:xfrm>
              <a:off x="1580361" y="3920476"/>
              <a:ext cx="65402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solidFill>
                    <a:schemeClr val="bg1"/>
                  </a:solidFill>
                  <a:latin typeface="微软雅黑" pitchFamily="34" charset="-122"/>
                  <a:ea typeface="微软雅黑" pitchFamily="34" charset="-122"/>
                </a:rPr>
                <a:t>1 1 1 1</a:t>
              </a:r>
            </a:p>
          </p:txBody>
        </p:sp>
        <p:sp>
          <p:nvSpPr>
            <p:cNvPr id="81" name="Rectangle 55"/>
            <p:cNvSpPr>
              <a:spLocks noChangeArrowheads="1"/>
            </p:cNvSpPr>
            <p:nvPr/>
          </p:nvSpPr>
          <p:spPr bwMode="auto">
            <a:xfrm>
              <a:off x="1595657" y="1901501"/>
              <a:ext cx="4843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1 0</a:t>
              </a:r>
            </a:p>
          </p:txBody>
        </p:sp>
      </p:grpSp>
      <p:sp>
        <p:nvSpPr>
          <p:cNvPr id="82" name="Line 56"/>
          <p:cNvSpPr>
            <a:spLocks noChangeShapeType="1"/>
          </p:cNvSpPr>
          <p:nvPr/>
        </p:nvSpPr>
        <p:spPr bwMode="auto">
          <a:xfrm>
            <a:off x="1957805" y="1899627"/>
            <a:ext cx="0" cy="260547"/>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5" name="椭圆 66"/>
          <p:cNvSpPr>
            <a:spLocks noChangeArrowheads="1"/>
          </p:cNvSpPr>
          <p:nvPr/>
        </p:nvSpPr>
        <p:spPr bwMode="auto">
          <a:xfrm>
            <a:off x="6908633" y="1946631"/>
            <a:ext cx="1466801" cy="1463108"/>
          </a:xfrm>
          <a:prstGeom prst="ellipse">
            <a:avLst/>
          </a:prstGeom>
          <a:solidFill>
            <a:schemeClr val="bg1"/>
          </a:solidFill>
          <a:ln w="9525" algn="ctr">
            <a:solidFill>
              <a:schemeClr val="tx1"/>
            </a:solidFill>
            <a:round/>
            <a:headEnd/>
            <a:tailEnd/>
          </a:ln>
        </p:spPr>
        <p:txBody>
          <a:bodyPr/>
          <a:lstStyle>
            <a:lvl1pPr>
              <a:defRPr kumimoji="1" sz="2400">
                <a:solidFill>
                  <a:schemeClr val="tx1"/>
                </a:solidFill>
                <a:latin typeface="Times New Roman" panose="02020603050405020304" pitchFamily="18" charset="0"/>
                <a:ea typeface="宋体" panose="02010600030101010101" pitchFamily="2" charset="-122"/>
              </a:defRPr>
            </a:lvl1pPr>
            <a:lvl2pPr marL="742950" indent="-285750">
              <a:defRPr kumimoji="1" sz="2400">
                <a:solidFill>
                  <a:schemeClr val="tx1"/>
                </a:solidFill>
                <a:latin typeface="Times New Roman" panose="02020603050405020304" pitchFamily="18" charset="0"/>
                <a:ea typeface="宋体" panose="02010600030101010101" pitchFamily="2" charset="-122"/>
              </a:defRPr>
            </a:lvl2pPr>
            <a:lvl3pPr marL="1143000" indent="-228600">
              <a:defRPr kumimoji="1" sz="2400">
                <a:solidFill>
                  <a:schemeClr val="tx1"/>
                </a:solidFill>
                <a:latin typeface="Times New Roman" panose="02020603050405020304" pitchFamily="18" charset="0"/>
                <a:ea typeface="宋体" panose="02010600030101010101" pitchFamily="2" charset="-122"/>
              </a:defRPr>
            </a:lvl3pPr>
            <a:lvl4pPr marL="1600200" indent="-228600">
              <a:defRPr kumimoji="1" sz="2400">
                <a:solidFill>
                  <a:schemeClr val="tx1"/>
                </a:solidFill>
                <a:latin typeface="Times New Roman" panose="02020603050405020304" pitchFamily="18" charset="0"/>
                <a:ea typeface="宋体" panose="02010600030101010101" pitchFamily="2" charset="-122"/>
              </a:defRPr>
            </a:lvl4pPr>
            <a:lvl5pPr marL="2057400" indent="-22860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endParaRPr lang="zh-CN" altLang="en-US" sz="1200" b="1">
              <a:latin typeface="微软雅黑" panose="020B0503020204020204" pitchFamily="34" charset="-122"/>
              <a:ea typeface="微软雅黑" panose="020B0503020204020204" pitchFamily="34" charset="-122"/>
            </a:endParaRPr>
          </a:p>
        </p:txBody>
      </p:sp>
      <p:cxnSp>
        <p:nvCxnSpPr>
          <p:cNvPr id="86" name="直接连接符 68"/>
          <p:cNvCxnSpPr>
            <a:cxnSpLocks noChangeShapeType="1"/>
            <a:stCxn id="85" idx="0"/>
            <a:endCxn id="85" idx="4"/>
          </p:cNvCxnSpPr>
          <p:nvPr/>
        </p:nvCxnSpPr>
        <p:spPr bwMode="auto">
          <a:xfrm>
            <a:off x="7642034" y="1946631"/>
            <a:ext cx="0" cy="1463108"/>
          </a:xfrm>
          <a:prstGeom prst="line">
            <a:avLst/>
          </a:prstGeom>
          <a:noFill/>
          <a:ln w="12700" algn="ctr">
            <a:solidFill>
              <a:schemeClr val="tx1"/>
            </a:solidFill>
            <a:round/>
            <a:headEnd/>
            <a:tailEnd/>
          </a:ln>
        </p:spPr>
      </p:cxnSp>
      <p:cxnSp>
        <p:nvCxnSpPr>
          <p:cNvPr id="87" name="直接连接符 70"/>
          <p:cNvCxnSpPr>
            <a:cxnSpLocks noChangeShapeType="1"/>
            <a:stCxn id="85" idx="2"/>
          </p:cNvCxnSpPr>
          <p:nvPr/>
        </p:nvCxnSpPr>
        <p:spPr bwMode="auto">
          <a:xfrm flipV="1">
            <a:off x="6908633" y="2676200"/>
            <a:ext cx="729420" cy="1985"/>
          </a:xfrm>
          <a:prstGeom prst="line">
            <a:avLst/>
          </a:prstGeom>
          <a:noFill/>
          <a:ln w="12700" algn="ctr">
            <a:solidFill>
              <a:schemeClr val="tx1"/>
            </a:solidFill>
            <a:round/>
            <a:headEnd/>
            <a:tailEnd/>
          </a:ln>
        </p:spPr>
      </p:cxnSp>
      <p:cxnSp>
        <p:nvCxnSpPr>
          <p:cNvPr id="88" name="直接连接符 72"/>
          <p:cNvCxnSpPr>
            <a:cxnSpLocks noChangeShapeType="1"/>
            <a:stCxn id="85" idx="1"/>
          </p:cNvCxnSpPr>
          <p:nvPr/>
        </p:nvCxnSpPr>
        <p:spPr bwMode="auto">
          <a:xfrm>
            <a:off x="7123578" y="2161035"/>
            <a:ext cx="507509" cy="506231"/>
          </a:xfrm>
          <a:prstGeom prst="line">
            <a:avLst/>
          </a:prstGeom>
          <a:noFill/>
          <a:ln w="12700" algn="ctr">
            <a:solidFill>
              <a:schemeClr val="tx1"/>
            </a:solidFill>
            <a:round/>
            <a:headEnd/>
            <a:tailEnd/>
          </a:ln>
        </p:spPr>
      </p:cxnSp>
      <p:cxnSp>
        <p:nvCxnSpPr>
          <p:cNvPr id="89" name="直接连接符 74"/>
          <p:cNvCxnSpPr>
            <a:cxnSpLocks noChangeShapeType="1"/>
          </p:cNvCxnSpPr>
          <p:nvPr/>
        </p:nvCxnSpPr>
        <p:spPr bwMode="auto">
          <a:xfrm>
            <a:off x="7364396" y="2003210"/>
            <a:ext cx="273657" cy="676960"/>
          </a:xfrm>
          <a:prstGeom prst="line">
            <a:avLst/>
          </a:prstGeom>
          <a:noFill/>
          <a:ln w="12700" algn="ctr">
            <a:solidFill>
              <a:schemeClr val="tx1"/>
            </a:solidFill>
            <a:round/>
            <a:headEnd/>
            <a:tailEnd/>
          </a:ln>
        </p:spPr>
      </p:cxnSp>
      <p:sp>
        <p:nvSpPr>
          <p:cNvPr id="90" name="Rectangle 3"/>
          <p:cNvSpPr>
            <a:spLocks noChangeArrowheads="1"/>
          </p:cNvSpPr>
          <p:nvPr/>
        </p:nvSpPr>
        <p:spPr bwMode="auto">
          <a:xfrm>
            <a:off x="7726939" y="2464115"/>
            <a:ext cx="514565" cy="45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类</a:t>
            </a:r>
            <a:endParaRPr lang="en-US" altLang="zh-CN" sz="1200" b="1" dirty="0">
              <a:latin typeface="微软雅黑" panose="020B0503020204020204" pitchFamily="34" charset="-122"/>
              <a:ea typeface="微软雅黑" panose="020B0503020204020204" pitchFamily="34" charset="-122"/>
            </a:endParaRPr>
          </a:p>
          <a:p>
            <a:r>
              <a:rPr lang="en-US" altLang="zh-CN" sz="1200" b="1" dirty="0">
                <a:latin typeface="微软雅黑" panose="020B0503020204020204" pitchFamily="34" charset="-122"/>
                <a:ea typeface="微软雅黑" panose="020B0503020204020204" pitchFamily="34" charset="-122"/>
              </a:rPr>
              <a:t>50%</a:t>
            </a:r>
            <a:endParaRPr lang="zh-CN" altLang="en-US" sz="1200" b="1" dirty="0">
              <a:latin typeface="微软雅黑" panose="020B0503020204020204" pitchFamily="34" charset="-122"/>
              <a:ea typeface="微软雅黑" panose="020B0503020204020204" pitchFamily="34" charset="-122"/>
            </a:endParaRPr>
          </a:p>
        </p:txBody>
      </p:sp>
      <p:sp>
        <p:nvSpPr>
          <p:cNvPr id="91" name="Rectangle 3"/>
          <p:cNvSpPr>
            <a:spLocks noChangeArrowheads="1"/>
          </p:cNvSpPr>
          <p:nvPr/>
        </p:nvSpPr>
        <p:spPr bwMode="auto">
          <a:xfrm>
            <a:off x="6918569" y="2284145"/>
            <a:ext cx="652424" cy="45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C </a:t>
            </a:r>
            <a:r>
              <a:rPr lang="zh-CN" altLang="en-US" sz="1200" b="1" dirty="0">
                <a:latin typeface="微软雅黑" panose="020B0503020204020204" pitchFamily="34" charset="-122"/>
                <a:ea typeface="微软雅黑" panose="020B0503020204020204" pitchFamily="34" charset="-122"/>
              </a:rPr>
              <a:t>类</a:t>
            </a:r>
            <a:endParaRPr lang="en-US" altLang="zh-CN" sz="1200" b="1" dirty="0">
              <a:latin typeface="微软雅黑" panose="020B0503020204020204" pitchFamily="34" charset="-122"/>
              <a:ea typeface="微软雅黑" panose="020B0503020204020204" pitchFamily="34" charset="-122"/>
            </a:endParaRPr>
          </a:p>
          <a:p>
            <a:r>
              <a:rPr lang="en-US" altLang="zh-CN" sz="1200" b="1" dirty="0">
                <a:latin typeface="微软雅黑" panose="020B0503020204020204" pitchFamily="34" charset="-122"/>
                <a:ea typeface="微软雅黑" panose="020B0503020204020204" pitchFamily="34" charset="-122"/>
              </a:rPr>
              <a:t>12.5%</a:t>
            </a:r>
            <a:endParaRPr lang="zh-CN" altLang="en-US" sz="1200" b="1" dirty="0">
              <a:latin typeface="微软雅黑" panose="020B0503020204020204" pitchFamily="34" charset="-122"/>
              <a:ea typeface="微软雅黑" panose="020B0503020204020204" pitchFamily="34" charset="-122"/>
            </a:endParaRPr>
          </a:p>
        </p:txBody>
      </p:sp>
      <p:sp>
        <p:nvSpPr>
          <p:cNvPr id="92" name="Rectangle 3"/>
          <p:cNvSpPr>
            <a:spLocks noChangeArrowheads="1"/>
          </p:cNvSpPr>
          <p:nvPr/>
        </p:nvSpPr>
        <p:spPr bwMode="auto">
          <a:xfrm>
            <a:off x="7130539" y="2782884"/>
            <a:ext cx="514565" cy="45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B </a:t>
            </a:r>
            <a:r>
              <a:rPr lang="zh-CN" altLang="en-US" sz="1200" b="1" dirty="0">
                <a:latin typeface="微软雅黑" panose="020B0503020204020204" pitchFamily="34" charset="-122"/>
                <a:ea typeface="微软雅黑" panose="020B0503020204020204" pitchFamily="34" charset="-122"/>
              </a:rPr>
              <a:t>类</a:t>
            </a:r>
            <a:endParaRPr lang="en-US" altLang="zh-CN" sz="1200" b="1" dirty="0">
              <a:latin typeface="微软雅黑" panose="020B0503020204020204" pitchFamily="34" charset="-122"/>
              <a:ea typeface="微软雅黑" panose="020B0503020204020204" pitchFamily="34" charset="-122"/>
            </a:endParaRPr>
          </a:p>
          <a:p>
            <a:r>
              <a:rPr lang="en-US" altLang="zh-CN" sz="1200" b="1" dirty="0">
                <a:latin typeface="微软雅黑" panose="020B0503020204020204" pitchFamily="34" charset="-122"/>
                <a:ea typeface="微软雅黑" panose="020B0503020204020204" pitchFamily="34" charset="-122"/>
              </a:rPr>
              <a:t>25%</a:t>
            </a:r>
            <a:endParaRPr lang="zh-CN" altLang="en-US" sz="1200" b="1" dirty="0">
              <a:latin typeface="微软雅黑" panose="020B0503020204020204" pitchFamily="34" charset="-122"/>
              <a:ea typeface="微软雅黑" panose="020B0503020204020204" pitchFamily="34" charset="-122"/>
            </a:endParaRPr>
          </a:p>
        </p:txBody>
      </p:sp>
      <p:sp>
        <p:nvSpPr>
          <p:cNvPr id="93" name="Rectangle 3"/>
          <p:cNvSpPr>
            <a:spLocks noChangeArrowheads="1"/>
          </p:cNvSpPr>
          <p:nvPr/>
        </p:nvSpPr>
        <p:spPr bwMode="auto">
          <a:xfrm>
            <a:off x="6830014" y="1638851"/>
            <a:ext cx="504947"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D </a:t>
            </a:r>
            <a:r>
              <a:rPr lang="zh-CN" altLang="en-US" sz="1200" b="1" dirty="0">
                <a:latin typeface="微软雅黑" panose="020B0503020204020204" pitchFamily="34" charset="-122"/>
                <a:ea typeface="微软雅黑" panose="020B0503020204020204" pitchFamily="34" charset="-122"/>
              </a:rPr>
              <a:t>类</a:t>
            </a:r>
          </a:p>
        </p:txBody>
      </p:sp>
      <p:sp>
        <p:nvSpPr>
          <p:cNvPr id="94" name="Rectangle 3"/>
          <p:cNvSpPr>
            <a:spLocks noChangeArrowheads="1"/>
          </p:cNvSpPr>
          <p:nvPr/>
        </p:nvSpPr>
        <p:spPr bwMode="auto">
          <a:xfrm>
            <a:off x="7257584" y="1572039"/>
            <a:ext cx="471284"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defRPr kumimoji="1" sz="2400">
                <a:solidFill>
                  <a:schemeClr val="tx1"/>
                </a:solidFill>
                <a:latin typeface="Times New Roman" panose="02020603050405020304" pitchFamily="18" charset="0"/>
                <a:ea typeface="宋体" panose="02010600030101010101" pitchFamily="2" charset="-122"/>
              </a:defRPr>
            </a:lvl1pPr>
            <a:lvl2pPr marL="742950" indent="-285750" defTabSz="762000">
              <a:defRPr kumimoji="1" sz="2400">
                <a:solidFill>
                  <a:schemeClr val="tx1"/>
                </a:solidFill>
                <a:latin typeface="Times New Roman" panose="02020603050405020304" pitchFamily="18" charset="0"/>
                <a:ea typeface="宋体" panose="02010600030101010101" pitchFamily="2" charset="-122"/>
              </a:defRPr>
            </a:lvl2pPr>
            <a:lvl3pPr marL="1143000" indent="-228600" defTabSz="762000">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defRPr kumimoji="1" sz="2400">
                <a:solidFill>
                  <a:schemeClr val="tx1"/>
                </a:solidFill>
                <a:latin typeface="Times New Roman" panose="02020603050405020304" pitchFamily="18" charset="0"/>
                <a:ea typeface="宋体" panose="02010600030101010101" pitchFamily="2" charset="-122"/>
              </a:defRPr>
            </a:lvl4pPr>
            <a:lvl5pPr marL="2057400" indent="-228600" defTabSz="762000">
              <a:defRPr kumimoji="1" sz="24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sz="1200" b="1" dirty="0">
                <a:latin typeface="微软雅黑" panose="020B0503020204020204" pitchFamily="34" charset="-122"/>
                <a:ea typeface="微软雅黑" panose="020B0503020204020204" pitchFamily="34" charset="-122"/>
              </a:rPr>
              <a:t>E </a:t>
            </a:r>
            <a:r>
              <a:rPr lang="zh-CN" altLang="en-US" sz="1200" b="1" dirty="0">
                <a:latin typeface="微软雅黑" panose="020B0503020204020204" pitchFamily="34" charset="-122"/>
                <a:ea typeface="微软雅黑" panose="020B0503020204020204" pitchFamily="34" charset="-122"/>
              </a:rPr>
              <a:t>类</a:t>
            </a:r>
          </a:p>
        </p:txBody>
      </p:sp>
      <p:sp>
        <p:nvSpPr>
          <p:cNvPr id="95" name="Line 135"/>
          <p:cNvSpPr>
            <a:spLocks noChangeShapeType="1"/>
          </p:cNvSpPr>
          <p:nvPr/>
        </p:nvSpPr>
        <p:spPr bwMode="auto">
          <a:xfrm flipH="1" flipV="1">
            <a:off x="7069842" y="1860274"/>
            <a:ext cx="256740" cy="353369"/>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35"/>
          <p:cNvSpPr>
            <a:spLocks noChangeShapeType="1"/>
          </p:cNvSpPr>
          <p:nvPr/>
        </p:nvSpPr>
        <p:spPr bwMode="auto">
          <a:xfrm flipH="1" flipV="1">
            <a:off x="7456942" y="1784835"/>
            <a:ext cx="115433" cy="424837"/>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 name="组合 10"/>
          <p:cNvGrpSpPr/>
          <p:nvPr/>
        </p:nvGrpSpPr>
        <p:grpSpPr>
          <a:xfrm>
            <a:off x="6219141" y="1187780"/>
            <a:ext cx="517704" cy="1690420"/>
            <a:chOff x="6219141" y="1187780"/>
            <a:chExt cx="517704" cy="1690420"/>
          </a:xfrm>
        </p:grpSpPr>
        <p:sp>
          <p:nvSpPr>
            <p:cNvPr id="8" name="矩形 7"/>
            <p:cNvSpPr/>
            <p:nvPr/>
          </p:nvSpPr>
          <p:spPr>
            <a:xfrm>
              <a:off x="6312145" y="1546077"/>
              <a:ext cx="424700" cy="954107"/>
            </a:xfrm>
            <a:prstGeom prst="rect">
              <a:avLst/>
            </a:prstGeom>
          </p:spPr>
          <p:txBody>
            <a:bodyPr wrap="square">
              <a:spAutoFit/>
            </a:bodyPr>
            <a:lstStyle/>
            <a:p>
              <a:pPr algn="ctr"/>
              <a:r>
                <a:rPr lang="zh-CN" altLang="en-US" sz="1400" b="1" dirty="0">
                  <a:solidFill>
                    <a:srgbClr val="CC00CC"/>
                  </a:solidFill>
                  <a:latin typeface="微软雅黑" panose="020B0503020204020204" pitchFamily="34" charset="-122"/>
                  <a:ea typeface="微软雅黑" panose="020B0503020204020204" pitchFamily="34" charset="-122"/>
                </a:rPr>
                <a:t>单播地址</a:t>
              </a:r>
            </a:p>
          </p:txBody>
        </p:sp>
        <p:sp>
          <p:nvSpPr>
            <p:cNvPr id="10" name="右大括号 9"/>
            <p:cNvSpPr/>
            <p:nvPr/>
          </p:nvSpPr>
          <p:spPr>
            <a:xfrm>
              <a:off x="6219141" y="1187780"/>
              <a:ext cx="172628" cy="1690420"/>
            </a:xfrm>
            <a:prstGeom prst="rightBrace">
              <a:avLst>
                <a:gd name="adj1" fmla="val 30569"/>
                <a:gd name="adj2" fmla="val 50000"/>
              </a:avLst>
            </a:prstGeom>
            <a:ln w="12700">
              <a:solidFill>
                <a:srgbClr val="0000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Tree>
    <p:custDataLst>
      <p:tags r:id="rId1"/>
    </p:custDataLst>
    <p:extLst>
      <p:ext uri="{BB962C8B-B14F-4D97-AF65-F5344CB8AC3E}">
        <p14:creationId xmlns:p14="http://schemas.microsoft.com/office/powerpoint/2010/main" val="31834163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par>
                          <p:cTn id="11" fill="hold">
                            <p:stCondLst>
                              <p:cond delay="0"/>
                            </p:stCondLst>
                            <p:childTnLst>
                              <p:par>
                                <p:cTn id="12" presetID="35" presetClass="emph" presetSubtype="0" repeatCount="3000" fill="hold" nodeType="afterEffect">
                                  <p:stCondLst>
                                    <p:cond delay="0"/>
                                  </p:stCondLst>
                                  <p:childTnLst>
                                    <p:anim calcmode="discrete" valueType="str">
                                      <p:cBhvr>
                                        <p:cTn id="13"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35" presetClass="emph" presetSubtype="0" repeatCount="3000" fill="hold" grpId="0" nodeType="clickEffect">
                                  <p:stCondLst>
                                    <p:cond delay="0"/>
                                  </p:stCondLst>
                                  <p:childTnLst>
                                    <p:anim calcmode="discrete" valueType="str">
                                      <p:cBhvr>
                                        <p:cTn id="17" dur="1000" fill="hold"/>
                                        <p:tgtEl>
                                          <p:spTgt spid="74"/>
                                        </p:tgtEl>
                                        <p:attrNameLst>
                                          <p:attrName>style.visibility</p:attrName>
                                        </p:attrNameLst>
                                      </p:cBhvr>
                                      <p:tavLst>
                                        <p:tav tm="0">
                                          <p:val>
                                            <p:strVal val="hidden"/>
                                          </p:val>
                                        </p:tav>
                                        <p:tav tm="50000">
                                          <p:val>
                                            <p:strVal val="visible"/>
                                          </p:val>
                                        </p:tav>
                                      </p:tavLst>
                                    </p:anim>
                                  </p:childTnLst>
                                </p:cTn>
                              </p:par>
                            </p:childTnLst>
                          </p:cTn>
                        </p:par>
                      </p:childTnLst>
                    </p:cTn>
                  </p:par>
                  <p:par>
                    <p:cTn id="18" fill="hold">
                      <p:stCondLst>
                        <p:cond delay="indefinite"/>
                      </p:stCondLst>
                      <p:childTnLst>
                        <p:par>
                          <p:cTn id="19" fill="hold">
                            <p:stCondLst>
                              <p:cond delay="0"/>
                            </p:stCondLst>
                            <p:childTnLst>
                              <p:par>
                                <p:cTn id="20" presetID="35" presetClass="emph" presetSubtype="0" repeatCount="3000" fill="hold" grpId="0" nodeType="clickEffect">
                                  <p:stCondLst>
                                    <p:cond delay="0"/>
                                  </p:stCondLst>
                                  <p:childTnLst>
                                    <p:anim calcmode="discrete" valueType="str">
                                      <p:cBhvr>
                                        <p:cTn id="21" dur="1000" fill="hold"/>
                                        <p:tgtEl>
                                          <p:spTgt spid="77"/>
                                        </p:tgtEl>
                                        <p:attrNameLst>
                                          <p:attrName>style.visibility</p:attrName>
                                        </p:attrNameLst>
                                      </p:cBhvr>
                                      <p:tavLst>
                                        <p:tav tm="0">
                                          <p:val>
                                            <p:strVal val="hidden"/>
                                          </p:val>
                                        </p:tav>
                                        <p:tav tm="50000">
                                          <p:val>
                                            <p:strVal val="visible"/>
                                          </p:val>
                                        </p:tav>
                                      </p:tavLst>
                                    </p:anim>
                                  </p:childTnLst>
                                </p:cTn>
                              </p:par>
                            </p:childTnLst>
                          </p:cTn>
                        </p:par>
                      </p:childTnLst>
                    </p:cTn>
                  </p:par>
                  <p:par>
                    <p:cTn id="22" fill="hold">
                      <p:stCondLst>
                        <p:cond delay="indefinite"/>
                      </p:stCondLst>
                      <p:childTnLst>
                        <p:par>
                          <p:cTn id="23" fill="hold">
                            <p:stCondLst>
                              <p:cond delay="0"/>
                            </p:stCondLst>
                            <p:childTnLst>
                              <p:par>
                                <p:cTn id="24" presetID="35" presetClass="emph" presetSubtype="0" repeatCount="3000" fill="hold" grpId="0" nodeType="clickEffect">
                                  <p:stCondLst>
                                    <p:cond delay="0"/>
                                  </p:stCondLst>
                                  <p:childTnLst>
                                    <p:anim calcmode="discrete" valueType="str">
                                      <p:cBhvr>
                                        <p:cTn id="25" dur="1000" fill="hold"/>
                                        <p:tgtEl>
                                          <p:spTgt spid="90"/>
                                        </p:tgtEl>
                                        <p:attrNameLst>
                                          <p:attrName>style.visibility</p:attrName>
                                        </p:attrNameLst>
                                      </p:cBhvr>
                                      <p:tavLst>
                                        <p:tav tm="0">
                                          <p:val>
                                            <p:strVal val="hidden"/>
                                          </p:val>
                                        </p:tav>
                                        <p:tav tm="50000">
                                          <p:val>
                                            <p:strVal val="visible"/>
                                          </p:val>
                                        </p:tav>
                                      </p:tavLst>
                                    </p:anim>
                                  </p:childTnLst>
                                </p:cTn>
                              </p:par>
                            </p:childTnLst>
                          </p:cTn>
                        </p:par>
                      </p:childTnLst>
                    </p:cTn>
                  </p:par>
                  <p:par>
                    <p:cTn id="26" fill="hold">
                      <p:stCondLst>
                        <p:cond delay="indefinite"/>
                      </p:stCondLst>
                      <p:childTnLst>
                        <p:par>
                          <p:cTn id="27" fill="hold">
                            <p:stCondLst>
                              <p:cond delay="0"/>
                            </p:stCondLst>
                            <p:childTnLst>
                              <p:par>
                                <p:cTn id="28" presetID="35" presetClass="emph" presetSubtype="0" repeatCount="3000" fill="hold" grpId="0" nodeType="clickEffect">
                                  <p:stCondLst>
                                    <p:cond delay="0"/>
                                  </p:stCondLst>
                                  <p:childTnLst>
                                    <p:anim calcmode="discrete" valueType="str">
                                      <p:cBhvr>
                                        <p:cTn id="29" dur="1000" fill="hold"/>
                                        <p:tgtEl>
                                          <p:spTgt spid="92"/>
                                        </p:tgtEl>
                                        <p:attrNameLst>
                                          <p:attrName>style.visibility</p:attrName>
                                        </p:attrNameLst>
                                      </p:cBhvr>
                                      <p:tavLst>
                                        <p:tav tm="0">
                                          <p:val>
                                            <p:strVal val="hidden"/>
                                          </p:val>
                                        </p:tav>
                                        <p:tav tm="50000">
                                          <p:val>
                                            <p:strVal val="visible"/>
                                          </p:val>
                                        </p:tav>
                                      </p:tavLst>
                                    </p:anim>
                                  </p:childTnLst>
                                </p:cTn>
                              </p:par>
                            </p:childTnLst>
                          </p:cTn>
                        </p:par>
                      </p:childTnLst>
                    </p:cTn>
                  </p:par>
                  <p:par>
                    <p:cTn id="30" fill="hold">
                      <p:stCondLst>
                        <p:cond delay="indefinite"/>
                      </p:stCondLst>
                      <p:childTnLst>
                        <p:par>
                          <p:cTn id="31" fill="hold">
                            <p:stCondLst>
                              <p:cond delay="0"/>
                            </p:stCondLst>
                            <p:childTnLst>
                              <p:par>
                                <p:cTn id="32" presetID="35" presetClass="emph" presetSubtype="0" repeatCount="3000" fill="hold" grpId="0" nodeType="clickEffect">
                                  <p:stCondLst>
                                    <p:cond delay="0"/>
                                  </p:stCondLst>
                                  <p:childTnLst>
                                    <p:anim calcmode="discrete" valueType="str">
                                      <p:cBhvr>
                                        <p:cTn id="33" dur="1000" fill="hold"/>
                                        <p:tgtEl>
                                          <p:spTgt spid="91"/>
                                        </p:tgtEl>
                                        <p:attrNameLst>
                                          <p:attrName>style.visibility</p:attrName>
                                        </p:attrNameLst>
                                      </p:cBhvr>
                                      <p:tavLst>
                                        <p:tav tm="0">
                                          <p:val>
                                            <p:strVal val="hidden"/>
                                          </p:val>
                                        </p:tav>
                                        <p:tav tm="50000">
                                          <p:val>
                                            <p:strVal val="visible"/>
                                          </p:val>
                                        </p:tav>
                                      </p:tavLst>
                                    </p:anim>
                                  </p:childTnLst>
                                </p:cTn>
                              </p:par>
                            </p:childTnLst>
                          </p:cTn>
                        </p:par>
                      </p:childTnLst>
                    </p:cTn>
                  </p:par>
                  <p:par>
                    <p:cTn id="34" fill="hold">
                      <p:stCondLst>
                        <p:cond delay="indefinite"/>
                      </p:stCondLst>
                      <p:childTnLst>
                        <p:par>
                          <p:cTn id="35" fill="hold">
                            <p:stCondLst>
                              <p:cond delay="0"/>
                            </p:stCondLst>
                            <p:childTnLst>
                              <p:par>
                                <p:cTn id="36" presetID="35" presetClass="emph" presetSubtype="0" repeatCount="3000" fill="hold" grpId="0" nodeType="clickEffect">
                                  <p:stCondLst>
                                    <p:cond delay="0"/>
                                  </p:stCondLst>
                                  <p:childTnLst>
                                    <p:anim calcmode="discrete" valueType="str">
                                      <p:cBhvr>
                                        <p:cTn id="37" dur="1000" fill="hold"/>
                                        <p:tgtEl>
                                          <p:spTgt spid="93"/>
                                        </p:tgtEl>
                                        <p:attrNameLst>
                                          <p:attrName>style.visibility</p:attrName>
                                        </p:attrNameLst>
                                      </p:cBhvr>
                                      <p:tavLst>
                                        <p:tav tm="0">
                                          <p:val>
                                            <p:strVal val="hidden"/>
                                          </p:val>
                                        </p:tav>
                                        <p:tav tm="50000">
                                          <p:val>
                                            <p:strVal val="visible"/>
                                          </p:val>
                                        </p:tav>
                                      </p:tavLst>
                                    </p:anim>
                                  </p:childTnLst>
                                </p:cTn>
                              </p:par>
                              <p:par>
                                <p:cTn id="38" presetID="35" presetClass="emph" presetSubtype="0" repeatCount="3000" fill="hold" grpId="0" nodeType="withEffect">
                                  <p:stCondLst>
                                    <p:cond delay="0"/>
                                  </p:stCondLst>
                                  <p:childTnLst>
                                    <p:anim calcmode="discrete" valueType="str">
                                      <p:cBhvr>
                                        <p:cTn id="39" dur="1000" fill="hold"/>
                                        <p:tgtEl>
                                          <p:spTgt spid="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P spid="77" grpId="0"/>
      <p:bldP spid="90" grpId="0"/>
      <p:bldP spid="91" grpId="0"/>
      <p:bldP spid="92" grpId="0"/>
      <p:bldP spid="93" grpId="0"/>
      <p:bldP spid="94"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45144" y="61920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8"/>
          <p:cNvSpPr/>
          <p:nvPr/>
        </p:nvSpPr>
        <p:spPr>
          <a:xfrm>
            <a:off x="616085" y="578018"/>
            <a:ext cx="3414717" cy="400110"/>
          </a:xfrm>
          <a:prstGeom prst="rect">
            <a:avLst/>
          </a:prstGeom>
        </p:spPr>
        <p:txBody>
          <a:bodyPr wrap="none">
            <a:spAutoFit/>
          </a:bodyPr>
          <a:lstStyle/>
          <a:p>
            <a:r>
              <a:rPr lang="zh-CN" altLang="en-US" sz="2000" b="1" dirty="0">
                <a:latin typeface="微软雅黑" pitchFamily="34" charset="-122"/>
                <a:ea typeface="微软雅黑" pitchFamily="34" charset="-122"/>
              </a:rPr>
              <a:t>一般不使用的特殊的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p:txBody>
      </p:sp>
      <p:graphicFrame>
        <p:nvGraphicFramePr>
          <p:cNvPr id="11" name="内容占位符 2"/>
          <p:cNvGraphicFramePr>
            <a:graphicFrameLocks/>
          </p:cNvGraphicFramePr>
          <p:nvPr/>
        </p:nvGraphicFramePr>
        <p:xfrm>
          <a:off x="545144" y="1029785"/>
          <a:ext cx="8053712" cy="3132000"/>
        </p:xfrm>
        <a:graphic>
          <a:graphicData uri="http://schemas.openxmlformats.org/drawingml/2006/table">
            <a:tbl>
              <a:tblPr>
                <a:tableStyleId>{5C22544A-7EE6-4342-B048-85BDC9FD1C3A}</a:tableStyleId>
              </a:tblPr>
              <a:tblGrid>
                <a:gridCol w="809203">
                  <a:extLst>
                    <a:ext uri="{9D8B030D-6E8A-4147-A177-3AD203B41FA5}">
                      <a16:colId xmlns:a16="http://schemas.microsoft.com/office/drawing/2014/main" val="20000"/>
                    </a:ext>
                  </a:extLst>
                </a:gridCol>
                <a:gridCol w="1362974">
                  <a:extLst>
                    <a:ext uri="{9D8B030D-6E8A-4147-A177-3AD203B41FA5}">
                      <a16:colId xmlns:a16="http://schemas.microsoft.com/office/drawing/2014/main" val="20001"/>
                    </a:ext>
                  </a:extLst>
                </a:gridCol>
                <a:gridCol w="847915">
                  <a:extLst>
                    <a:ext uri="{9D8B030D-6E8A-4147-A177-3AD203B41FA5}">
                      <a16:colId xmlns:a16="http://schemas.microsoft.com/office/drawing/2014/main" val="20002"/>
                    </a:ext>
                  </a:extLst>
                </a:gridCol>
                <a:gridCol w="951346">
                  <a:extLst>
                    <a:ext uri="{9D8B030D-6E8A-4147-A177-3AD203B41FA5}">
                      <a16:colId xmlns:a16="http://schemas.microsoft.com/office/drawing/2014/main" val="20003"/>
                    </a:ext>
                  </a:extLst>
                </a:gridCol>
                <a:gridCol w="4082274">
                  <a:extLst>
                    <a:ext uri="{9D8B030D-6E8A-4147-A177-3AD203B41FA5}">
                      <a16:colId xmlns:a16="http://schemas.microsoft.com/office/drawing/2014/main" val="20004"/>
                    </a:ext>
                  </a:extLst>
                </a:gridCol>
              </a:tblGrid>
              <a:tr h="700384">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网络号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主机号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源地址</a:t>
                      </a:r>
                      <a:endParaRPr lang="en-US" altLang="zh-CN" sz="1600" b="1" kern="1200" dirty="0">
                        <a:solidFill>
                          <a:schemeClr val="bg1"/>
                        </a:solidFill>
                        <a:effectLst/>
                        <a:latin typeface="微软雅黑" pitchFamily="34" charset="-122"/>
                        <a:ea typeface="微软雅黑" pitchFamily="34" charset="-122"/>
                        <a:cs typeface="+mn-cs"/>
                      </a:endParaRPr>
                    </a:p>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使用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目的地址</a:t>
                      </a:r>
                      <a:endParaRPr lang="en-US" altLang="zh-CN" sz="1600" b="1" kern="1200" dirty="0">
                        <a:solidFill>
                          <a:schemeClr val="bg1"/>
                        </a:solidFill>
                        <a:effectLst/>
                        <a:latin typeface="微软雅黑" pitchFamily="34" charset="-122"/>
                        <a:ea typeface="微软雅黑" pitchFamily="34" charset="-122"/>
                        <a:cs typeface="+mn-cs"/>
                      </a:endParaRPr>
                    </a:p>
                    <a:p>
                      <a:pPr marL="0" algn="ctr" defTabSz="914400" rtl="0" eaLnBrk="1" latinLnBrk="0" hangingPunct="1">
                        <a:lnSpc>
                          <a:spcPct val="100000"/>
                        </a:lnSpc>
                        <a:spcAft>
                          <a:spcPts val="0"/>
                        </a:spcAft>
                      </a:pPr>
                      <a:r>
                        <a:rPr lang="zh-CN" sz="1600" b="1" kern="1200" dirty="0">
                          <a:solidFill>
                            <a:schemeClr val="bg1"/>
                          </a:solidFill>
                          <a:effectLst/>
                          <a:latin typeface="微软雅黑" pitchFamily="34" charset="-122"/>
                          <a:ea typeface="微软雅黑" pitchFamily="34" charset="-122"/>
                          <a:cs typeface="+mn-cs"/>
                        </a:rPr>
                        <a:t>使用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marL="0" algn="ctr" defTabSz="914400" rtl="0" eaLnBrk="1" latinLnBrk="0" hangingPunct="1">
                        <a:lnSpc>
                          <a:spcPct val="100000"/>
                        </a:lnSpc>
                        <a:spcAft>
                          <a:spcPts val="0"/>
                        </a:spcAft>
                        <a:tabLst>
                          <a:tab pos="2637155" algn="ctr"/>
                          <a:tab pos="5274310" algn="r"/>
                          <a:tab pos="266700" algn="l"/>
                        </a:tabLst>
                      </a:pPr>
                      <a:r>
                        <a:rPr lang="zh-CN" sz="1600" b="1" kern="1200" dirty="0">
                          <a:solidFill>
                            <a:schemeClr val="bg1"/>
                          </a:solidFill>
                          <a:effectLst/>
                          <a:latin typeface="微软雅黑" pitchFamily="34" charset="-122"/>
                          <a:ea typeface="微软雅黑" pitchFamily="34" charset="-122"/>
                          <a:cs typeface="+mn-cs"/>
                        </a:rPr>
                        <a:t>代表的意思</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490116">
                <a:tc>
                  <a:txBody>
                    <a:bodyPr/>
                    <a:lstStyle/>
                    <a:p>
                      <a:pPr marL="0" algn="ctr" defTabSz="914400" rtl="0" eaLnBrk="1" latinLnBrk="0" hangingPunct="1">
                        <a:lnSpc>
                          <a:spcPct val="100000"/>
                        </a:lnSpc>
                        <a:spcAft>
                          <a:spcPts val="0"/>
                        </a:spcAft>
                      </a:pPr>
                      <a:r>
                        <a:rPr lang="en-US" sz="1600" b="1" kern="1200" dirty="0">
                          <a:solidFill>
                            <a:schemeClr val="tx1"/>
                          </a:solidFill>
                          <a:effectLst/>
                          <a:latin typeface="微软雅黑" pitchFamily="34" charset="-122"/>
                          <a:ea typeface="微软雅黑" pitchFamily="34" charset="-122"/>
                          <a:cs typeface="+mn-cs"/>
                        </a:rPr>
                        <a:t>0</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en-US" sz="1600" b="1" kern="1200" dirty="0">
                          <a:solidFill>
                            <a:schemeClr val="tx1"/>
                          </a:solidFill>
                          <a:effectLst/>
                          <a:latin typeface="微软雅黑" pitchFamily="34" charset="-122"/>
                          <a:ea typeface="微软雅黑" pitchFamily="34" charset="-122"/>
                          <a:cs typeface="+mn-cs"/>
                        </a:rPr>
                        <a:t>0</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在本网络上的本主机</a:t>
                      </a:r>
                      <a:r>
                        <a:rPr lang="zh-CN" sz="1400" b="1" kern="1200" dirty="0">
                          <a:solidFill>
                            <a:schemeClr val="tx1"/>
                          </a:solidFill>
                          <a:effectLst/>
                          <a:latin typeface="微软雅黑" pitchFamily="34" charset="-122"/>
                          <a:ea typeface="微软雅黑" pitchFamily="34" charset="-122"/>
                          <a:cs typeface="+mn-cs"/>
                        </a:rPr>
                        <a:t>（</a:t>
                      </a:r>
                      <a:r>
                        <a:rPr lang="zh-CN" altLang="en-US" sz="1400" b="1" kern="1200" dirty="0">
                          <a:solidFill>
                            <a:schemeClr val="tx1"/>
                          </a:solidFill>
                          <a:effectLst/>
                          <a:latin typeface="微软雅黑" pitchFamily="34" charset="-122"/>
                          <a:ea typeface="微软雅黑" pitchFamily="34" charset="-122"/>
                          <a:cs typeface="+mn-cs"/>
                        </a:rPr>
                        <a:t>见</a:t>
                      </a:r>
                      <a:r>
                        <a:rPr lang="en-US" altLang="zh-CN" sz="1400" b="1" kern="1200" dirty="0">
                          <a:solidFill>
                            <a:schemeClr val="tx1"/>
                          </a:solidFill>
                          <a:effectLst/>
                          <a:latin typeface="微软雅黑" pitchFamily="34" charset="-122"/>
                          <a:ea typeface="微软雅黑" pitchFamily="34" charset="-122"/>
                          <a:cs typeface="+mn-cs"/>
                        </a:rPr>
                        <a:t>4.5</a:t>
                      </a:r>
                      <a:r>
                        <a:rPr lang="zh-CN" altLang="en-US" sz="1400" b="1" kern="1200" dirty="0">
                          <a:solidFill>
                            <a:schemeClr val="tx1"/>
                          </a:solidFill>
                          <a:effectLst/>
                          <a:latin typeface="微软雅黑" pitchFamily="34" charset="-122"/>
                          <a:ea typeface="微软雅黑" pitchFamily="34" charset="-122"/>
                          <a:cs typeface="+mn-cs"/>
                        </a:rPr>
                        <a:t>节</a:t>
                      </a:r>
                      <a:r>
                        <a:rPr lang="en-US" altLang="zh-CN" sz="1400" b="1" kern="1200" dirty="0">
                          <a:solidFill>
                            <a:schemeClr val="tx1"/>
                          </a:solidFill>
                          <a:effectLst/>
                          <a:latin typeface="微软雅黑" pitchFamily="34" charset="-122"/>
                          <a:ea typeface="微软雅黑" pitchFamily="34" charset="-122"/>
                          <a:cs typeface="+mn-cs"/>
                        </a:rPr>
                        <a:t>DHCP</a:t>
                      </a:r>
                      <a:r>
                        <a:rPr lang="zh-CN" altLang="en-US" sz="1400" b="1" kern="1200" dirty="0">
                          <a:solidFill>
                            <a:schemeClr val="tx1"/>
                          </a:solidFill>
                          <a:effectLst/>
                          <a:latin typeface="微软雅黑" pitchFamily="34" charset="-122"/>
                          <a:ea typeface="微软雅黑" pitchFamily="34" charset="-122"/>
                          <a:cs typeface="+mn-cs"/>
                        </a:rPr>
                        <a:t>协议</a:t>
                      </a:r>
                      <a:r>
                        <a:rPr lang="zh-CN" sz="1400" b="1" kern="1200" dirty="0">
                          <a:solidFill>
                            <a:schemeClr val="tx1"/>
                          </a:solidFill>
                          <a:effectLst/>
                          <a:latin typeface="微软雅黑" pitchFamily="34" charset="-122"/>
                          <a:ea typeface="微软雅黑" pitchFamily="34" charset="-122"/>
                          <a:cs typeface="+mn-cs"/>
                        </a:rPr>
                        <a:t>）</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454181">
                <a:tc>
                  <a:txBody>
                    <a:bodyPr/>
                    <a:lstStyle/>
                    <a:p>
                      <a:pPr marL="0" algn="ctr" defTabSz="914400" rtl="0" eaLnBrk="1" latinLnBrk="0" hangingPunct="1">
                        <a:lnSpc>
                          <a:spcPct val="100000"/>
                        </a:lnSpc>
                        <a:spcAft>
                          <a:spcPts val="0"/>
                        </a:spcAft>
                      </a:pPr>
                      <a:r>
                        <a:rPr lang="en-US" sz="1600" b="1" kern="1200" dirty="0">
                          <a:solidFill>
                            <a:schemeClr val="tx1"/>
                          </a:solidFill>
                          <a:effectLst/>
                          <a:latin typeface="微软雅黑" pitchFamily="34" charset="-122"/>
                          <a:ea typeface="微软雅黑" pitchFamily="34" charset="-122"/>
                          <a:cs typeface="+mn-cs"/>
                        </a:rPr>
                        <a:t>0</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en-US" altLang="zh-CN" sz="1600" b="1" kern="1200" dirty="0">
                          <a:solidFill>
                            <a:schemeClr val="tx1"/>
                          </a:solidFill>
                          <a:effectLst/>
                          <a:latin typeface="微软雅黑" pitchFamily="34" charset="-122"/>
                          <a:ea typeface="微软雅黑" pitchFamily="34" charset="-122"/>
                          <a:cs typeface="+mn-cs"/>
                        </a:rPr>
                        <a:t>X</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l" defTabSz="914400" rtl="0" eaLnBrk="1" latinLnBrk="0" hangingPunct="1">
                        <a:lnSpc>
                          <a:spcPct val="100000"/>
                        </a:lnSpc>
                        <a:spcAft>
                          <a:spcPts val="0"/>
                        </a:spcAft>
                      </a:pPr>
                      <a:r>
                        <a:rPr lang="zh-CN" altLang="en-US" sz="1600" b="1" kern="1200" dirty="0">
                          <a:solidFill>
                            <a:schemeClr val="tx1"/>
                          </a:solidFill>
                          <a:effectLst/>
                          <a:latin typeface="微软雅黑" pitchFamily="34" charset="-122"/>
                          <a:ea typeface="微软雅黑" pitchFamily="34" charset="-122"/>
                          <a:cs typeface="+mn-cs"/>
                        </a:rPr>
                        <a:t>在本网络上主机号为 </a:t>
                      </a:r>
                      <a:r>
                        <a:rPr lang="en-US" altLang="zh-CN" sz="1600" b="1" kern="1200" dirty="0">
                          <a:solidFill>
                            <a:schemeClr val="tx1"/>
                          </a:solidFill>
                          <a:effectLst/>
                          <a:latin typeface="微软雅黑" pitchFamily="34" charset="-122"/>
                          <a:ea typeface="微软雅黑" pitchFamily="34" charset="-122"/>
                          <a:cs typeface="+mn-cs"/>
                        </a:rPr>
                        <a:t>X </a:t>
                      </a:r>
                      <a:r>
                        <a:rPr lang="zh-CN" altLang="en-US" sz="1600" b="1" kern="1200" dirty="0">
                          <a:solidFill>
                            <a:schemeClr val="tx1"/>
                          </a:solidFill>
                          <a:effectLst/>
                          <a:latin typeface="微软雅黑" pitchFamily="34" charset="-122"/>
                          <a:ea typeface="微软雅黑" pitchFamily="34" charset="-122"/>
                          <a:cs typeface="+mn-cs"/>
                        </a:rPr>
                        <a:t>的主机</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474145">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只在本网络上进行广播</a:t>
                      </a:r>
                      <a:r>
                        <a:rPr lang="zh-CN" sz="1400" b="1" kern="1200" dirty="0">
                          <a:solidFill>
                            <a:schemeClr val="tx1"/>
                          </a:solidFill>
                          <a:effectLst/>
                          <a:latin typeface="微软雅黑" pitchFamily="34" charset="-122"/>
                          <a:ea typeface="微软雅黑" pitchFamily="34" charset="-122"/>
                          <a:cs typeface="+mn-cs"/>
                        </a:rPr>
                        <a:t>（各路由器均不转发）</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481803">
                <a:tc>
                  <a:txBody>
                    <a:bodyPr/>
                    <a:lstStyle/>
                    <a:p>
                      <a:pPr marL="0" algn="ctr" defTabSz="914400" rtl="0" eaLnBrk="1" latinLnBrk="0" hangingPunct="1">
                        <a:lnSpc>
                          <a:spcPct val="100000"/>
                        </a:lnSpc>
                        <a:spcAft>
                          <a:spcPts val="0"/>
                        </a:spcAft>
                      </a:pPr>
                      <a:r>
                        <a:rPr lang="en-US" altLang="zh-CN" sz="1600" b="1" kern="1200" dirty="0">
                          <a:solidFill>
                            <a:schemeClr val="tx1"/>
                          </a:solidFill>
                          <a:effectLst/>
                          <a:latin typeface="微软雅黑" pitchFamily="34" charset="-122"/>
                          <a:ea typeface="微软雅黑" pitchFamily="34" charset="-122"/>
                          <a:cs typeface="+mn-cs"/>
                        </a:rPr>
                        <a:t>Y</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a:solidFill>
                            <a:schemeClr val="tx1"/>
                          </a:solidFill>
                          <a:effectLst/>
                          <a:latin typeface="微软雅黑" pitchFamily="34" charset="-122"/>
                          <a:ea typeface="微软雅黑" pitchFamily="34"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0" algn="l"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对</a:t>
                      </a:r>
                      <a:r>
                        <a:rPr lang="zh-CN" altLang="en-US" sz="1600" b="1" kern="1200" dirty="0">
                          <a:solidFill>
                            <a:schemeClr val="tx1"/>
                          </a:solidFill>
                          <a:effectLst/>
                          <a:latin typeface="微软雅黑" pitchFamily="34" charset="-122"/>
                          <a:ea typeface="微软雅黑" pitchFamily="34" charset="-122"/>
                          <a:cs typeface="+mn-cs"/>
                        </a:rPr>
                        <a:t>网络号为 </a:t>
                      </a:r>
                      <a:r>
                        <a:rPr lang="en-US" altLang="zh-CN" sz="1600" b="1" kern="1200" dirty="0">
                          <a:solidFill>
                            <a:schemeClr val="tx1"/>
                          </a:solidFill>
                          <a:effectLst/>
                          <a:latin typeface="微软雅黑" pitchFamily="34" charset="-122"/>
                          <a:ea typeface="微软雅黑" pitchFamily="34" charset="-122"/>
                          <a:cs typeface="+mn-cs"/>
                        </a:rPr>
                        <a:t>Y </a:t>
                      </a:r>
                      <a:r>
                        <a:rPr lang="zh-CN" altLang="en-US" sz="1600" b="1" kern="1200" dirty="0">
                          <a:solidFill>
                            <a:schemeClr val="tx1"/>
                          </a:solidFill>
                          <a:effectLst/>
                          <a:latin typeface="微软雅黑" pitchFamily="34" charset="-122"/>
                          <a:ea typeface="微软雅黑" pitchFamily="34" charset="-122"/>
                          <a:cs typeface="+mn-cs"/>
                        </a:rPr>
                        <a:t>的网络上</a:t>
                      </a:r>
                      <a:r>
                        <a:rPr lang="zh-CN" sz="1600" b="1" kern="1200" dirty="0">
                          <a:solidFill>
                            <a:schemeClr val="tx1"/>
                          </a:solidFill>
                          <a:effectLst/>
                          <a:latin typeface="微软雅黑" pitchFamily="34" charset="-122"/>
                          <a:ea typeface="微软雅黑" pitchFamily="34" charset="-122"/>
                          <a:cs typeface="+mn-cs"/>
                        </a:rPr>
                        <a:t>的所有主机进行广播</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r h="531371">
                <a:tc>
                  <a:txBody>
                    <a:bodyPr/>
                    <a:lstStyle/>
                    <a:p>
                      <a:pPr marL="0" algn="ctr" defTabSz="914400" rtl="0" eaLnBrk="1" latinLnBrk="0" hangingPunct="1">
                        <a:lnSpc>
                          <a:spcPct val="100000"/>
                        </a:lnSpc>
                        <a:spcAft>
                          <a:spcPts val="0"/>
                        </a:spcAft>
                      </a:pPr>
                      <a:r>
                        <a:rPr lang="en-US" sz="1600" b="1" kern="1200">
                          <a:solidFill>
                            <a:schemeClr val="tx1"/>
                          </a:solidFill>
                          <a:effectLst/>
                          <a:latin typeface="微软雅黑" pitchFamily="34" charset="-122"/>
                          <a:ea typeface="微软雅黑" pitchFamily="34" charset="-122"/>
                          <a:cs typeface="+mn-cs"/>
                        </a:rPr>
                        <a:t>127</a:t>
                      </a:r>
                      <a:endParaRPr lang="zh-CN" sz="1600" b="1" kern="120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非全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0 </a:t>
                      </a:r>
                      <a:r>
                        <a:rPr lang="zh-CN" sz="1600" b="1" kern="1200" dirty="0">
                          <a:solidFill>
                            <a:schemeClr val="tx1"/>
                          </a:solidFill>
                          <a:effectLst/>
                          <a:latin typeface="微软雅黑" pitchFamily="34" charset="-122"/>
                          <a:ea typeface="微软雅黑" pitchFamily="34" charset="-122"/>
                          <a:cs typeface="+mn-cs"/>
                        </a:rPr>
                        <a:t>或全</a:t>
                      </a:r>
                      <a:r>
                        <a:rPr lang="en-US" altLang="zh-CN" sz="1600" b="1" kern="1200" dirty="0">
                          <a:solidFill>
                            <a:schemeClr val="tx1"/>
                          </a:solidFill>
                          <a:effectLst/>
                          <a:latin typeface="微软雅黑" pitchFamily="34" charset="-122"/>
                          <a:ea typeface="微软雅黑" pitchFamily="34" charset="-122"/>
                          <a:cs typeface="+mn-cs"/>
                        </a:rPr>
                        <a:t> </a:t>
                      </a:r>
                      <a:r>
                        <a:rPr lang="en-US" sz="1600" b="1" kern="1200" dirty="0">
                          <a:solidFill>
                            <a:schemeClr val="tx1"/>
                          </a:solidFill>
                          <a:effectLst/>
                          <a:latin typeface="微软雅黑" pitchFamily="34" charset="-122"/>
                          <a:ea typeface="微软雅黑" pitchFamily="34" charset="-122"/>
                          <a:cs typeface="+mn-cs"/>
                        </a:rPr>
                        <a:t>1 </a:t>
                      </a:r>
                      <a:r>
                        <a:rPr lang="zh-CN" sz="1600" b="1" kern="1200" dirty="0">
                          <a:solidFill>
                            <a:schemeClr val="tx1"/>
                          </a:solidFill>
                          <a:effectLst/>
                          <a:latin typeface="微软雅黑" pitchFamily="34" charset="-122"/>
                          <a:ea typeface="微软雅黑" pitchFamily="34" charset="-122"/>
                          <a:cs typeface="+mn-cs"/>
                        </a:rPr>
                        <a:t>的任何数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1600" b="1" kern="1200" dirty="0">
                          <a:solidFill>
                            <a:schemeClr val="tx1"/>
                          </a:solidFill>
                          <a:effectLst/>
                          <a:latin typeface="微软雅黑" pitchFamily="34" charset="-122"/>
                          <a:ea typeface="微软雅黑" pitchFamily="34"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altLang="en-US" sz="1600" b="1" kern="1200" dirty="0">
                          <a:solidFill>
                            <a:schemeClr val="tx1"/>
                          </a:solidFill>
                          <a:effectLst/>
                          <a:latin typeface="微软雅黑" pitchFamily="34" charset="-122"/>
                          <a:ea typeface="微软雅黑" pitchFamily="34" charset="-122"/>
                          <a:cs typeface="+mn-cs"/>
                        </a:rPr>
                        <a:t>仅用于本机软件环回测试，不发送到网络</a:t>
                      </a:r>
                      <a:endParaRPr lang="zh-CN" sz="1600" b="1" kern="1200" dirty="0">
                        <a:solidFill>
                          <a:schemeClr val="tx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bl>
          </a:graphicData>
        </a:graphic>
      </p:graphicFrame>
      <p:sp>
        <p:nvSpPr>
          <p:cNvPr id="2" name="矩形 1">
            <a:extLst>
              <a:ext uri="{FF2B5EF4-FFF2-40B4-BE49-F238E27FC236}">
                <a16:creationId xmlns:a16="http://schemas.microsoft.com/office/drawing/2014/main" id="{0908901F-6199-E82F-EC8B-EAF8C8C596AA}"/>
              </a:ext>
            </a:extLst>
          </p:cNvPr>
          <p:cNvSpPr/>
          <p:nvPr/>
        </p:nvSpPr>
        <p:spPr>
          <a:xfrm>
            <a:off x="545144" y="1741134"/>
            <a:ext cx="8053712" cy="476039"/>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矩形 2">
            <a:extLst>
              <a:ext uri="{FF2B5EF4-FFF2-40B4-BE49-F238E27FC236}">
                <a16:creationId xmlns:a16="http://schemas.microsoft.com/office/drawing/2014/main" id="{8A1BDCAE-40B1-8187-AD18-526D136D9E7D}"/>
              </a:ext>
            </a:extLst>
          </p:cNvPr>
          <p:cNvSpPr/>
          <p:nvPr/>
        </p:nvSpPr>
        <p:spPr>
          <a:xfrm>
            <a:off x="545144" y="2212257"/>
            <a:ext cx="8053712" cy="476039"/>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矩形 3">
            <a:extLst>
              <a:ext uri="{FF2B5EF4-FFF2-40B4-BE49-F238E27FC236}">
                <a16:creationId xmlns:a16="http://schemas.microsoft.com/office/drawing/2014/main" id="{B7FDF943-B605-042A-9A23-E8EABF36248F}"/>
              </a:ext>
            </a:extLst>
          </p:cNvPr>
          <p:cNvSpPr/>
          <p:nvPr/>
        </p:nvSpPr>
        <p:spPr>
          <a:xfrm>
            <a:off x="545144" y="2692387"/>
            <a:ext cx="8053712" cy="449846"/>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矩形 4">
            <a:extLst>
              <a:ext uri="{FF2B5EF4-FFF2-40B4-BE49-F238E27FC236}">
                <a16:creationId xmlns:a16="http://schemas.microsoft.com/office/drawing/2014/main" id="{593F9212-8E04-8804-8E11-71D1CC752526}"/>
              </a:ext>
            </a:extLst>
          </p:cNvPr>
          <p:cNvSpPr/>
          <p:nvPr/>
        </p:nvSpPr>
        <p:spPr>
          <a:xfrm>
            <a:off x="545144" y="3142232"/>
            <a:ext cx="8053712" cy="476039"/>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ABB0FDC9-B257-A02B-1D73-13FF2DBEF0C3}"/>
              </a:ext>
            </a:extLst>
          </p:cNvPr>
          <p:cNvSpPr/>
          <p:nvPr/>
        </p:nvSpPr>
        <p:spPr>
          <a:xfrm>
            <a:off x="545144" y="3618271"/>
            <a:ext cx="8053712" cy="543514"/>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36023908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subTnLst>
                                    <p:set>
                                      <p:cBhvr override="childStyle">
                                        <p:cTn dur="1" fill="hold" display="0" masterRel="nextClick" afterEffect="1"/>
                                        <p:tgtEl>
                                          <p:spTgt spid="2"/>
                                        </p:tgtEl>
                                        <p:attrNameLst>
                                          <p:attrName>style.visibility</p:attrName>
                                        </p:attrNameLst>
                                      </p:cBhvr>
                                      <p:to>
                                        <p:strVal val="hidden"/>
                                      </p:to>
                                    </p:set>
                                  </p:sub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500" fill="hold"/>
                                        <p:tgtEl>
                                          <p:spTgt spid="3"/>
                                        </p:tgtEl>
                                        <p:attrNameLst>
                                          <p:attrName>ppt_w</p:attrName>
                                        </p:attrNameLst>
                                      </p:cBhvr>
                                      <p:tavLst>
                                        <p:tav tm="0">
                                          <p:val>
                                            <p:fltVal val="0"/>
                                          </p:val>
                                        </p:tav>
                                        <p:tav tm="100000">
                                          <p:val>
                                            <p:strVal val="#ppt_w"/>
                                          </p:val>
                                        </p:tav>
                                      </p:tavLst>
                                    </p:anim>
                                    <p:anim calcmode="lin" valueType="num">
                                      <p:cBhvr>
                                        <p:cTn id="15" dur="500" fill="hold"/>
                                        <p:tgtEl>
                                          <p:spTgt spid="3"/>
                                        </p:tgtEl>
                                        <p:attrNameLst>
                                          <p:attrName>ppt_h</p:attrName>
                                        </p:attrNameLst>
                                      </p:cBhvr>
                                      <p:tavLst>
                                        <p:tav tm="0">
                                          <p:val>
                                            <p:fltVal val="0"/>
                                          </p:val>
                                        </p:tav>
                                        <p:tav tm="100000">
                                          <p:val>
                                            <p:strVal val="#ppt_h"/>
                                          </p:val>
                                        </p:tav>
                                      </p:tavLst>
                                    </p:anim>
                                    <p:animEffect transition="in" filter="fade">
                                      <p:cBhvr>
                                        <p:cTn id="16" dur="500"/>
                                        <p:tgtEl>
                                          <p:spTgt spid="3"/>
                                        </p:tgtEl>
                                      </p:cBhvr>
                                    </p:animEffect>
                                  </p:childTnLst>
                                  <p:subTnLst>
                                    <p:set>
                                      <p:cBhvr override="childStyle">
                                        <p:cTn dur="1" fill="hold" display="0" masterRel="nextClick" afterEffect="1"/>
                                        <p:tgtEl>
                                          <p:spTgt spid="3"/>
                                        </p:tgtEl>
                                        <p:attrNameLst>
                                          <p:attrName>style.visibility</p:attrName>
                                        </p:attrNameLst>
                                      </p:cBhvr>
                                      <p:to>
                                        <p:strVal val="hidden"/>
                                      </p:to>
                                    </p:set>
                                  </p:sub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p:cTn id="21" dur="500" fill="hold"/>
                                        <p:tgtEl>
                                          <p:spTgt spid="4"/>
                                        </p:tgtEl>
                                        <p:attrNameLst>
                                          <p:attrName>ppt_w</p:attrName>
                                        </p:attrNameLst>
                                      </p:cBhvr>
                                      <p:tavLst>
                                        <p:tav tm="0">
                                          <p:val>
                                            <p:fltVal val="0"/>
                                          </p:val>
                                        </p:tav>
                                        <p:tav tm="100000">
                                          <p:val>
                                            <p:strVal val="#ppt_w"/>
                                          </p:val>
                                        </p:tav>
                                      </p:tavLst>
                                    </p:anim>
                                    <p:anim calcmode="lin" valueType="num">
                                      <p:cBhvr>
                                        <p:cTn id="22" dur="500" fill="hold"/>
                                        <p:tgtEl>
                                          <p:spTgt spid="4"/>
                                        </p:tgtEl>
                                        <p:attrNameLst>
                                          <p:attrName>ppt_h</p:attrName>
                                        </p:attrNameLst>
                                      </p:cBhvr>
                                      <p:tavLst>
                                        <p:tav tm="0">
                                          <p:val>
                                            <p:fltVal val="0"/>
                                          </p:val>
                                        </p:tav>
                                        <p:tav tm="100000">
                                          <p:val>
                                            <p:strVal val="#ppt_h"/>
                                          </p:val>
                                        </p:tav>
                                      </p:tavLst>
                                    </p:anim>
                                    <p:animEffect transition="in" filter="fade">
                                      <p:cBhvr>
                                        <p:cTn id="23" dur="500"/>
                                        <p:tgtEl>
                                          <p:spTgt spid="4"/>
                                        </p:tgtEl>
                                      </p:cBhvr>
                                    </p:animEffect>
                                  </p:childTnLst>
                                  <p:subTnLst>
                                    <p:set>
                                      <p:cBhvr override="childStyle">
                                        <p:cTn dur="1" fill="hold" display="0" masterRel="nextClick" afterEffect="1"/>
                                        <p:tgtEl>
                                          <p:spTgt spid="4"/>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p:cTn id="28" dur="500" fill="hold"/>
                                        <p:tgtEl>
                                          <p:spTgt spid="5"/>
                                        </p:tgtEl>
                                        <p:attrNameLst>
                                          <p:attrName>ppt_w</p:attrName>
                                        </p:attrNameLst>
                                      </p:cBhvr>
                                      <p:tavLst>
                                        <p:tav tm="0">
                                          <p:val>
                                            <p:fltVal val="0"/>
                                          </p:val>
                                        </p:tav>
                                        <p:tav tm="100000">
                                          <p:val>
                                            <p:strVal val="#ppt_w"/>
                                          </p:val>
                                        </p:tav>
                                      </p:tavLst>
                                    </p:anim>
                                    <p:anim calcmode="lin" valueType="num">
                                      <p:cBhvr>
                                        <p:cTn id="29" dur="500" fill="hold"/>
                                        <p:tgtEl>
                                          <p:spTgt spid="5"/>
                                        </p:tgtEl>
                                        <p:attrNameLst>
                                          <p:attrName>ppt_h</p:attrName>
                                        </p:attrNameLst>
                                      </p:cBhvr>
                                      <p:tavLst>
                                        <p:tav tm="0">
                                          <p:val>
                                            <p:fltVal val="0"/>
                                          </p:val>
                                        </p:tav>
                                        <p:tav tm="100000">
                                          <p:val>
                                            <p:strVal val="#ppt_h"/>
                                          </p:val>
                                        </p:tav>
                                      </p:tavLst>
                                    </p:anim>
                                    <p:animEffect transition="in" filter="fade">
                                      <p:cBhvr>
                                        <p:cTn id="30" dur="500"/>
                                        <p:tgtEl>
                                          <p:spTgt spid="5"/>
                                        </p:tgtEl>
                                      </p:cBhvr>
                                    </p:animEffect>
                                  </p:childTnLst>
                                  <p:subTnLst>
                                    <p:set>
                                      <p:cBhvr override="childStyle">
                                        <p:cTn dur="1" fill="hold" display="0" masterRel="nextClick" afterEffect="1"/>
                                        <p:tgtEl>
                                          <p:spTgt spid="5"/>
                                        </p:tgtEl>
                                        <p:attrNameLst>
                                          <p:attrName>style.visibility</p:attrName>
                                        </p:attrNameLst>
                                      </p:cBhvr>
                                      <p:to>
                                        <p:strVal val="hidden"/>
                                      </p:to>
                                    </p:set>
                                  </p:sub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p:cTn id="35" dur="500" fill="hold"/>
                                        <p:tgtEl>
                                          <p:spTgt spid="6"/>
                                        </p:tgtEl>
                                        <p:attrNameLst>
                                          <p:attrName>ppt_w</p:attrName>
                                        </p:attrNameLst>
                                      </p:cBhvr>
                                      <p:tavLst>
                                        <p:tav tm="0">
                                          <p:val>
                                            <p:fltVal val="0"/>
                                          </p:val>
                                        </p:tav>
                                        <p:tav tm="100000">
                                          <p:val>
                                            <p:strVal val="#ppt_w"/>
                                          </p:val>
                                        </p:tav>
                                      </p:tavLst>
                                    </p:anim>
                                    <p:anim calcmode="lin" valueType="num">
                                      <p:cBhvr>
                                        <p:cTn id="36" dur="500" fill="hold"/>
                                        <p:tgtEl>
                                          <p:spTgt spid="6"/>
                                        </p:tgtEl>
                                        <p:attrNameLst>
                                          <p:attrName>ppt_h</p:attrName>
                                        </p:attrNameLst>
                                      </p:cBhvr>
                                      <p:tavLst>
                                        <p:tav tm="0">
                                          <p:val>
                                            <p:fltVal val="0"/>
                                          </p:val>
                                        </p:tav>
                                        <p:tav tm="100000">
                                          <p:val>
                                            <p:strVal val="#ppt_h"/>
                                          </p:val>
                                        </p:tav>
                                      </p:tavLst>
                                    </p:anim>
                                    <p:animEffect transition="in" filter="fade">
                                      <p:cBhvr>
                                        <p:cTn id="3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873998" y="581433"/>
            <a:ext cx="341471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分类的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地址的优点和缺点</a:t>
            </a:r>
          </a:p>
        </p:txBody>
      </p:sp>
      <p:sp>
        <p:nvSpPr>
          <p:cNvPr id="6" name="矩形 5">
            <a:extLst>
              <a:ext uri="{FF2B5EF4-FFF2-40B4-BE49-F238E27FC236}">
                <a16:creationId xmlns:a16="http://schemas.microsoft.com/office/drawing/2014/main" id="{44232A1B-E6F0-AA76-895C-0FD001DA998E}"/>
              </a:ext>
            </a:extLst>
          </p:cNvPr>
          <p:cNvSpPr/>
          <p:nvPr/>
        </p:nvSpPr>
        <p:spPr>
          <a:xfrm>
            <a:off x="1932368" y="1616483"/>
            <a:ext cx="5338574" cy="2294911"/>
          </a:xfrm>
          <a:prstGeom prst="rect">
            <a:avLst/>
          </a:prstGeom>
        </p:spPr>
        <p:style>
          <a:lnRef idx="2">
            <a:schemeClr val="lt1">
              <a:hueOff val="0"/>
              <a:satOff val="0"/>
              <a:lumOff val="0"/>
              <a:alphaOff val="0"/>
            </a:schemeClr>
          </a:lnRef>
          <a:fillRef idx="1">
            <a:schemeClr val="accent1">
              <a:tint val="50000"/>
              <a:hueOff val="0"/>
              <a:satOff val="0"/>
              <a:lumOff val="0"/>
              <a:alphaOff val="0"/>
            </a:schemeClr>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7" name="任意多边形: 形状 6">
            <a:extLst>
              <a:ext uri="{FF2B5EF4-FFF2-40B4-BE49-F238E27FC236}">
                <a16:creationId xmlns:a16="http://schemas.microsoft.com/office/drawing/2014/main" id="{9E6B6B4B-6C83-73DF-06AE-D71C1DB864A0}"/>
              </a:ext>
            </a:extLst>
          </p:cNvPr>
          <p:cNvSpPr/>
          <p:nvPr/>
        </p:nvSpPr>
        <p:spPr>
          <a:xfrm>
            <a:off x="2328615" y="2014638"/>
            <a:ext cx="2329497" cy="1703744"/>
          </a:xfrm>
          <a:custGeom>
            <a:avLst/>
            <a:gdLst>
              <a:gd name="csX0" fmla="*/ 0 w 2329497"/>
              <a:gd name="csY0" fmla="*/ 0 h 1703744"/>
              <a:gd name="csX1" fmla="*/ 2329497 w 2329497"/>
              <a:gd name="csY1" fmla="*/ 0 h 1703744"/>
              <a:gd name="csX2" fmla="*/ 2329497 w 2329497"/>
              <a:gd name="csY2" fmla="*/ 1703744 h 1703744"/>
              <a:gd name="csX3" fmla="*/ 0 w 2329497"/>
              <a:gd name="csY3" fmla="*/ 1703744 h 1703744"/>
              <a:gd name="csX4" fmla="*/ 0 w 2329497"/>
              <a:gd name="csY4" fmla="*/ 0 h 1703744"/>
            </a:gdLst>
            <a:ahLst/>
            <a:cxnLst>
              <a:cxn ang="0">
                <a:pos x="csX0" y="csY0"/>
              </a:cxn>
              <a:cxn ang="0">
                <a:pos x="csX1" y="csY1"/>
              </a:cxn>
              <a:cxn ang="0">
                <a:pos x="csX2" y="csY2"/>
              </a:cxn>
              <a:cxn ang="0">
                <a:pos x="csX3" y="csY3"/>
              </a:cxn>
              <a:cxn ang="0">
                <a:pos x="csX4" y="csY4"/>
              </a:cxn>
            </a:cxnLst>
            <a:rect l="l" t="t" r="r" b="b"/>
            <a:pathLst>
              <a:path w="2329497" h="1703744">
                <a:moveTo>
                  <a:pt x="0" y="0"/>
                </a:moveTo>
                <a:lnTo>
                  <a:pt x="2329497" y="0"/>
                </a:lnTo>
                <a:lnTo>
                  <a:pt x="2329497" y="1703744"/>
                </a:lnTo>
                <a:lnTo>
                  <a:pt x="0" y="170374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0480" tIns="30480" rIns="30480" bIns="30480" numCol="1" spcCol="1270" anchor="t" anchorCtr="0">
            <a:noAutofit/>
          </a:bodyPr>
          <a:lstStyle/>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管理简单；</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使用方便；</a:t>
            </a:r>
            <a:endParaRPr lang="en-US" altLang="zh-CN" sz="1600" b="1" kern="1200" dirty="0">
              <a:latin typeface="微软雅黑" panose="020B0503020204020204" pitchFamily="34" charset="-122"/>
              <a:ea typeface="微软雅黑" panose="020B0503020204020204" pitchFamily="34" charset="-122"/>
            </a:endParaRPr>
          </a:p>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转发分组迅速。</a:t>
            </a:r>
          </a:p>
        </p:txBody>
      </p:sp>
      <p:sp>
        <p:nvSpPr>
          <p:cNvPr id="8" name="任意多边形: 形状 7">
            <a:extLst>
              <a:ext uri="{FF2B5EF4-FFF2-40B4-BE49-F238E27FC236}">
                <a16:creationId xmlns:a16="http://schemas.microsoft.com/office/drawing/2014/main" id="{B36595CE-14B7-7598-63A3-19850FEF053E}"/>
              </a:ext>
            </a:extLst>
          </p:cNvPr>
          <p:cNvSpPr/>
          <p:nvPr/>
        </p:nvSpPr>
        <p:spPr>
          <a:xfrm>
            <a:off x="4694421" y="2014638"/>
            <a:ext cx="2329497" cy="1539723"/>
          </a:xfrm>
          <a:custGeom>
            <a:avLst/>
            <a:gdLst>
              <a:gd name="csX0" fmla="*/ 0 w 2329497"/>
              <a:gd name="csY0" fmla="*/ 0 h 1703744"/>
              <a:gd name="csX1" fmla="*/ 2329497 w 2329497"/>
              <a:gd name="csY1" fmla="*/ 0 h 1703744"/>
              <a:gd name="csX2" fmla="*/ 2329497 w 2329497"/>
              <a:gd name="csY2" fmla="*/ 1703744 h 1703744"/>
              <a:gd name="csX3" fmla="*/ 0 w 2329497"/>
              <a:gd name="csY3" fmla="*/ 1703744 h 1703744"/>
              <a:gd name="csX4" fmla="*/ 0 w 2329497"/>
              <a:gd name="csY4" fmla="*/ 0 h 1703744"/>
            </a:gdLst>
            <a:ahLst/>
            <a:cxnLst>
              <a:cxn ang="0">
                <a:pos x="csX0" y="csY0"/>
              </a:cxn>
              <a:cxn ang="0">
                <a:pos x="csX1" y="csY1"/>
              </a:cxn>
              <a:cxn ang="0">
                <a:pos x="csX2" y="csY2"/>
              </a:cxn>
              <a:cxn ang="0">
                <a:pos x="csX3" y="csY3"/>
              </a:cxn>
              <a:cxn ang="0">
                <a:pos x="csX4" y="csY4"/>
              </a:cxn>
            </a:cxnLst>
            <a:rect l="l" t="t" r="r" b="b"/>
            <a:pathLst>
              <a:path w="2329497" h="1703744">
                <a:moveTo>
                  <a:pt x="0" y="0"/>
                </a:moveTo>
                <a:lnTo>
                  <a:pt x="2329497" y="0"/>
                </a:lnTo>
                <a:lnTo>
                  <a:pt x="2329497" y="1703744"/>
                </a:lnTo>
                <a:lnTo>
                  <a:pt x="0" y="170374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0480" tIns="30480" rIns="30480" bIns="30480" numCol="1" spcCol="1270" anchor="t" anchorCtr="0">
            <a:noAutofit/>
          </a:bodyPr>
          <a:lstStyle/>
          <a:p>
            <a:pPr marL="0" lvl="0" indent="0" algn="l" defTabSz="711200">
              <a:lnSpc>
                <a:spcPts val="2000"/>
              </a:lnSpc>
              <a:spcBef>
                <a:spcPct val="0"/>
              </a:spcBef>
              <a:spcAft>
                <a:spcPts val="600"/>
              </a:spcAft>
              <a:buNone/>
            </a:pPr>
            <a:r>
              <a:rPr lang="zh-CN" altLang="en-US" sz="1600" b="1" kern="1200" dirty="0">
                <a:latin typeface="微软雅黑" panose="020B0503020204020204" pitchFamily="34" charset="-122"/>
                <a:ea typeface="微软雅黑" panose="020B0503020204020204" pitchFamily="34" charset="-122"/>
              </a:rPr>
              <a:t>设计上不合理：</a:t>
            </a:r>
            <a:endParaRPr lang="en-US" altLang="zh-CN" sz="1600" b="1" kern="1200" dirty="0">
              <a:latin typeface="微软雅黑" panose="020B0503020204020204" pitchFamily="34" charset="-122"/>
              <a:ea typeface="微软雅黑" panose="020B0503020204020204" pitchFamily="34" charset="-122"/>
            </a:endParaRPr>
          </a:p>
          <a:p>
            <a:pPr lvl="0" defTabSz="711200">
              <a:lnSpc>
                <a:spcPts val="2000"/>
              </a:lnSpc>
              <a:spcAft>
                <a:spcPts val="600"/>
              </a:spcAft>
            </a:pPr>
            <a:r>
              <a:rPr lang="en-US" altLang="zh-CN" sz="1600" b="1" dirty="0">
                <a:latin typeface="微软雅黑" panose="020B0503020204020204" pitchFamily="34" charset="-122"/>
                <a:ea typeface="微软雅黑" panose="020B0503020204020204" pitchFamily="34" charset="-122"/>
              </a:rPr>
              <a:t>A</a:t>
            </a:r>
            <a:r>
              <a:rPr lang="zh-CN" altLang="en-US" sz="1600" b="1" dirty="0">
                <a:latin typeface="微软雅黑" panose="020B0503020204020204" pitchFamily="34" charset="-122"/>
                <a:ea typeface="微软雅黑" panose="020B0503020204020204" pitchFamily="34" charset="-122"/>
              </a:rPr>
              <a:t>类、</a:t>
            </a:r>
            <a:r>
              <a:rPr lang="en-US" altLang="zh-CN" sz="1600" b="1" dirty="0">
                <a:latin typeface="微软雅黑" panose="020B0503020204020204" pitchFamily="34" charset="-122"/>
                <a:ea typeface="微软雅黑" panose="020B0503020204020204" pitchFamily="34" charset="-122"/>
              </a:rPr>
              <a:t>B</a:t>
            </a:r>
            <a:r>
              <a:rPr lang="zh-CN" altLang="en-US" sz="1600" b="1" dirty="0">
                <a:latin typeface="微软雅黑" panose="020B0503020204020204" pitchFamily="34" charset="-122"/>
                <a:ea typeface="微软雅黑" panose="020B0503020204020204" pitchFamily="34" charset="-122"/>
              </a:rPr>
              <a:t>类网络地址空间太大，而</a:t>
            </a:r>
            <a:r>
              <a:rPr lang="en-US" altLang="zh-CN" sz="1600" b="1" dirty="0">
                <a:latin typeface="微软雅黑" panose="020B0503020204020204" pitchFamily="34" charset="-122"/>
                <a:ea typeface="微软雅黑" panose="020B0503020204020204" pitchFamily="34" charset="-122"/>
              </a:rPr>
              <a:t>C</a:t>
            </a:r>
            <a:r>
              <a:rPr lang="zh-CN" altLang="en-US" sz="1600" b="1" dirty="0">
                <a:latin typeface="微软雅黑" panose="020B0503020204020204" pitchFamily="34" charset="-122"/>
                <a:ea typeface="微软雅黑" panose="020B0503020204020204" pitchFamily="34" charset="-122"/>
              </a:rPr>
              <a:t>类网络地址空间又太小，导致地址资源</a:t>
            </a:r>
            <a:r>
              <a:rPr lang="zh-CN" altLang="en-US" sz="1600" b="1" dirty="0">
                <a:solidFill>
                  <a:srgbClr val="C00000"/>
                </a:solidFill>
                <a:latin typeface="微软雅黑" panose="020B0503020204020204" pitchFamily="34" charset="-122"/>
                <a:ea typeface="微软雅黑" panose="020B0503020204020204" pitchFamily="34" charset="-122"/>
              </a:rPr>
              <a:t>浪费</a:t>
            </a:r>
            <a:r>
              <a:rPr lang="zh-CN" altLang="en-US" sz="1600" b="1" dirty="0">
                <a:latin typeface="微软雅黑" panose="020B0503020204020204" pitchFamily="34" charset="-122"/>
                <a:ea typeface="微软雅黑" panose="020B0503020204020204" pitchFamily="34" charset="-122"/>
              </a:rPr>
              <a:t>很大</a:t>
            </a:r>
            <a:endParaRPr lang="en-US" altLang="zh-CN" sz="1600" b="1" kern="1200" dirty="0">
              <a:latin typeface="微软雅黑" panose="020B0503020204020204" pitchFamily="34" charset="-122"/>
              <a:ea typeface="微软雅黑" panose="020B0503020204020204" pitchFamily="34" charset="-122"/>
            </a:endParaRPr>
          </a:p>
        </p:txBody>
      </p:sp>
      <p:sp>
        <p:nvSpPr>
          <p:cNvPr id="9" name="十字形 8">
            <a:extLst>
              <a:ext uri="{FF2B5EF4-FFF2-40B4-BE49-F238E27FC236}">
                <a16:creationId xmlns:a16="http://schemas.microsoft.com/office/drawing/2014/main" id="{E9F95069-DD65-7CB8-E717-2704AEE4BEA3}"/>
              </a:ext>
            </a:extLst>
          </p:cNvPr>
          <p:cNvSpPr/>
          <p:nvPr/>
        </p:nvSpPr>
        <p:spPr>
          <a:xfrm>
            <a:off x="1700013" y="1157221"/>
            <a:ext cx="867717" cy="867717"/>
          </a:xfrm>
          <a:prstGeom prst="plus">
            <a:avLst>
              <a:gd name="adj" fmla="val 32810"/>
            </a:avLst>
          </a:prstGeom>
        </p:spPr>
        <p:style>
          <a:lnRef idx="2">
            <a:schemeClr val="accent2">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0" name="矩形 9">
            <a:extLst>
              <a:ext uri="{FF2B5EF4-FFF2-40B4-BE49-F238E27FC236}">
                <a16:creationId xmlns:a16="http://schemas.microsoft.com/office/drawing/2014/main" id="{B7DBFFAD-698B-EC2F-43B5-9AC717C40354}"/>
              </a:ext>
            </a:extLst>
          </p:cNvPr>
          <p:cNvSpPr/>
          <p:nvPr/>
        </p:nvSpPr>
        <p:spPr>
          <a:xfrm>
            <a:off x="6661727" y="1469273"/>
            <a:ext cx="816675" cy="279867"/>
          </a:xfrm>
          <a:prstGeom prst="rect">
            <a:avLst/>
          </a:prstGeom>
          <a:solidFill>
            <a:srgbClr val="000099"/>
          </a:solidFill>
          <a:ln>
            <a:noFill/>
          </a:ln>
        </p:spPr>
        <p:style>
          <a:lnRef idx="2">
            <a:scrgbClr r="0" g="0" b="0"/>
          </a:lnRef>
          <a:fillRef idx="1">
            <a:scrgbClr r="0" g="0" b="0"/>
          </a:fillRef>
          <a:effectRef idx="0">
            <a:schemeClr val="accent3">
              <a:hueOff val="0"/>
              <a:satOff val="0"/>
              <a:lumOff val="0"/>
              <a:alphaOff val="0"/>
            </a:schemeClr>
          </a:effectRef>
          <a:fontRef idx="minor">
            <a:schemeClr val="lt1"/>
          </a:fontRef>
        </p:style>
      </p:sp>
      <p:sp>
        <p:nvSpPr>
          <p:cNvPr id="11" name="直接连接符 10">
            <a:extLst>
              <a:ext uri="{FF2B5EF4-FFF2-40B4-BE49-F238E27FC236}">
                <a16:creationId xmlns:a16="http://schemas.microsoft.com/office/drawing/2014/main" id="{05EC8097-0124-4294-69ED-699D756166FA}"/>
              </a:ext>
            </a:extLst>
          </p:cNvPr>
          <p:cNvSpPr/>
          <p:nvPr/>
        </p:nvSpPr>
        <p:spPr>
          <a:xfrm>
            <a:off x="4601655" y="1889074"/>
            <a:ext cx="510" cy="1875110"/>
          </a:xfrm>
          <a:prstGeom prst="line">
            <a:avLst/>
          </a:prstGeom>
          <a:ln>
            <a:solidFill>
              <a:srgbClr val="000099"/>
            </a:solidFill>
          </a:ln>
        </p:spPr>
        <p:style>
          <a:lnRef idx="2">
            <a:scrgbClr r="0" g="0" b="0"/>
          </a:lnRef>
          <a:fillRef idx="0">
            <a:schemeClr val="accent2">
              <a:hueOff val="0"/>
              <a:satOff val="0"/>
              <a:lumOff val="0"/>
              <a:alphaOff val="0"/>
            </a:schemeClr>
          </a:fillRef>
          <a:effectRef idx="0">
            <a:schemeClr val="accent2">
              <a:hueOff val="0"/>
              <a:satOff val="0"/>
              <a:lumOff val="0"/>
              <a:alphaOff val="0"/>
            </a:schemeClr>
          </a:effectRef>
          <a:fontRef idx="minor">
            <a:schemeClr val="tx1">
              <a:hueOff val="0"/>
              <a:satOff val="0"/>
              <a:lumOff val="0"/>
              <a:alphaOff val="0"/>
            </a:schemeClr>
          </a:fontRef>
        </p:style>
      </p:sp>
    </p:spTree>
    <p:custDataLst>
      <p:tags r:id="rId1"/>
    </p:custDataLst>
    <p:extLst>
      <p:ext uri="{BB962C8B-B14F-4D97-AF65-F5344CB8AC3E}">
        <p14:creationId xmlns:p14="http://schemas.microsoft.com/office/powerpoint/2010/main" val="1317258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33255" y="581433"/>
            <a:ext cx="24961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无分类编址 </a:t>
            </a:r>
            <a:r>
              <a:rPr lang="en-US" altLang="zh-CN" sz="2000" b="1" dirty="0">
                <a:solidFill>
                  <a:schemeClr val="bg1"/>
                </a:solidFill>
                <a:latin typeface="微软雅黑" pitchFamily="34" charset="-122"/>
                <a:ea typeface="微软雅黑" pitchFamily="34" charset="-122"/>
              </a:rPr>
              <a:t>CIDR</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63778"/>
            <a:ext cx="8184960"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CIDR</a:t>
            </a:r>
            <a:r>
              <a:rPr lang="en-US" altLang="zh-CN" sz="2000" b="1" dirty="0">
                <a:latin typeface="微软雅黑" pitchFamily="34" charset="-122"/>
                <a:ea typeface="微软雅黑" pitchFamily="34" charset="-122"/>
              </a:rPr>
              <a:t> (Classless Inter-Domain Routing) </a:t>
            </a:r>
            <a:r>
              <a:rPr lang="zh-CN" altLang="en-US" sz="2000" b="1" dirty="0">
                <a:latin typeface="微软雅黑" pitchFamily="34" charset="-122"/>
                <a:ea typeface="微软雅黑" pitchFamily="34" charset="-122"/>
              </a:rPr>
              <a:t>：</a:t>
            </a:r>
            <a:r>
              <a:rPr lang="zh-CN" altLang="en-US" sz="2000" b="1" dirty="0">
                <a:solidFill>
                  <a:srgbClr val="C00000"/>
                </a:solidFill>
                <a:latin typeface="微软雅黑" pitchFamily="34" charset="-122"/>
                <a:ea typeface="微软雅黑" pitchFamily="34" charset="-122"/>
              </a:rPr>
              <a:t>无分类域间路由。</a:t>
            </a:r>
            <a:endParaRPr lang="en-US" altLang="zh-CN" sz="2000" b="1" dirty="0">
              <a:solidFill>
                <a:srgbClr val="C00000"/>
              </a:solidFill>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消除</a:t>
            </a:r>
            <a:r>
              <a:rPr lang="zh-CN" altLang="en-US" sz="2000" b="1" dirty="0">
                <a:latin typeface="微软雅黑" pitchFamily="34" charset="-122"/>
                <a:ea typeface="微软雅黑" pitchFamily="34" charset="-122"/>
              </a:rPr>
              <a:t>了传统的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类、</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类和 </a:t>
            </a:r>
            <a:r>
              <a:rPr lang="en-US" altLang="zh-CN" sz="2000" b="1" dirty="0">
                <a:latin typeface="微软雅黑" pitchFamily="34" charset="-122"/>
                <a:ea typeface="微软雅黑" pitchFamily="34" charset="-122"/>
              </a:rPr>
              <a:t>C </a:t>
            </a:r>
            <a:r>
              <a:rPr lang="zh-CN" altLang="en-US" sz="2000" b="1" dirty="0">
                <a:latin typeface="微软雅黑" pitchFamily="34" charset="-122"/>
                <a:ea typeface="微软雅黑" pitchFamily="34" charset="-122"/>
              </a:rPr>
              <a:t>类地址的概念，可以更加有效地分配 </a:t>
            </a: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的地址空间，</a:t>
            </a:r>
            <a:r>
              <a:rPr lang="zh-CN" altLang="en-US" sz="2000" b="1" dirty="0">
                <a:solidFill>
                  <a:srgbClr val="C00000"/>
                </a:solidFill>
                <a:latin typeface="微软雅黑" pitchFamily="34" charset="-122"/>
                <a:ea typeface="微软雅黑" pitchFamily="34" charset="-122"/>
              </a:rPr>
              <a:t>但无法解决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地址枯竭的问题。</a:t>
            </a:r>
          </a:p>
          <a:p>
            <a:pPr marL="268288" indent="-268288">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要点：</a:t>
            </a:r>
            <a:endParaRPr lang="en-US" altLang="zh-CN" sz="2000" b="1" dirty="0">
              <a:solidFill>
                <a:srgbClr val="0000FF"/>
              </a:solidFill>
              <a:latin typeface="微软雅黑" pitchFamily="34" charset="-122"/>
              <a:ea typeface="微软雅黑" pitchFamily="34" charset="-122"/>
            </a:endParaRPr>
          </a:p>
          <a:p>
            <a:pPr marL="360362">
              <a:lnSpc>
                <a:spcPts val="3300"/>
              </a:lnSpc>
              <a:buClr>
                <a:srgbClr val="7030A0"/>
              </a:buClr>
            </a:pP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网络前缀</a:t>
            </a:r>
            <a:endParaRPr lang="en-US" altLang="zh-CN" sz="2000" b="1" dirty="0">
              <a:latin typeface="微软雅黑" pitchFamily="34" charset="-122"/>
              <a:ea typeface="微软雅黑" pitchFamily="34" charset="-122"/>
            </a:endParaRPr>
          </a:p>
          <a:p>
            <a:pPr marL="360362">
              <a:lnSpc>
                <a:spcPts val="3300"/>
              </a:lnSpc>
              <a:buClr>
                <a:srgbClr val="7030A0"/>
              </a:buClr>
            </a:pP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地址块</a:t>
            </a:r>
            <a:endParaRPr lang="en-US" altLang="zh-CN" sz="2000" b="1" dirty="0">
              <a:latin typeface="微软雅黑" pitchFamily="34" charset="-122"/>
              <a:ea typeface="微软雅黑" pitchFamily="34" charset="-122"/>
            </a:endParaRPr>
          </a:p>
          <a:p>
            <a:pPr marL="360362">
              <a:lnSpc>
                <a:spcPts val="3300"/>
              </a:lnSpc>
              <a:buClr>
                <a:srgbClr val="7030A0"/>
              </a:buClr>
            </a:pPr>
            <a:r>
              <a:rPr lang="en-US" altLang="zh-CN" sz="2000" b="1" dirty="0">
                <a:latin typeface="微软雅黑" pitchFamily="34" charset="-122"/>
                <a:ea typeface="微软雅黑" pitchFamily="34" charset="-122"/>
              </a:rPr>
              <a:t>(3) </a:t>
            </a:r>
            <a:r>
              <a:rPr lang="zh-CN" altLang="en-US" sz="2000" b="1" dirty="0">
                <a:latin typeface="微软雅黑" pitchFamily="34" charset="-122"/>
                <a:ea typeface="微软雅黑" pitchFamily="34" charset="-122"/>
              </a:rPr>
              <a:t>地址掩码</a:t>
            </a:r>
          </a:p>
        </p:txBody>
      </p:sp>
    </p:spTree>
    <p:custDataLst>
      <p:tags r:id="rId1"/>
    </p:custDataLst>
    <p:extLst>
      <p:ext uri="{BB962C8B-B14F-4D97-AF65-F5344CB8AC3E}">
        <p14:creationId xmlns:p14="http://schemas.microsoft.com/office/powerpoint/2010/main" val="3271327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fade">
                                      <p:cBhvr>
                                        <p:cTn id="12" dur="1000"/>
                                        <p:tgtEl>
                                          <p:spTgt spid="4">
                                            <p:txEl>
                                              <p:pRg st="1" end="1"/>
                                            </p:txEl>
                                          </p:spTgt>
                                        </p:tgtEl>
                                      </p:cBhvr>
                                    </p:animEffect>
                                    <p:anim calcmode="lin" valueType="num">
                                      <p:cBhvr>
                                        <p:cTn id="13"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4"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4">
                                            <p:txEl>
                                              <p:pRg st="2" end="2"/>
                                            </p:txEl>
                                          </p:spTgt>
                                        </p:tgtEl>
                                        <p:attrNameLst>
                                          <p:attrName>style.visibility</p:attrName>
                                        </p:attrNameLst>
                                      </p:cBhvr>
                                      <p:to>
                                        <p:strVal val="visible"/>
                                      </p:to>
                                    </p:set>
                                    <p:animEffect transition="in" filter="fade">
                                      <p:cBhvr>
                                        <p:cTn id="19" dur="1000"/>
                                        <p:tgtEl>
                                          <p:spTgt spid="4">
                                            <p:txEl>
                                              <p:pRg st="2" end="2"/>
                                            </p:txEl>
                                          </p:spTgt>
                                        </p:tgtEl>
                                      </p:cBhvr>
                                    </p:animEffect>
                                    <p:anim calcmode="lin" valueType="num">
                                      <p:cBhvr>
                                        <p:cTn id="20"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4">
                                            <p:txEl>
                                              <p:pRg st="2" end="2"/>
                                            </p:txEl>
                                          </p:spTgt>
                                        </p:tgtEl>
                                        <p:attrNameLst>
                                          <p:attrName>ppt_y</p:attrName>
                                        </p:attrNameLst>
                                      </p:cBhvr>
                                      <p:tavLst>
                                        <p:tav tm="0">
                                          <p:val>
                                            <p:strVal val="#ppt_y+.1"/>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4">
                                            <p:txEl>
                                              <p:pRg st="3" end="3"/>
                                            </p:txEl>
                                          </p:spTgt>
                                        </p:tgtEl>
                                        <p:attrNameLst>
                                          <p:attrName>style.visibility</p:attrName>
                                        </p:attrNameLst>
                                      </p:cBhvr>
                                      <p:to>
                                        <p:strVal val="visible"/>
                                      </p:to>
                                    </p:set>
                                    <p:animEffect transition="in" filter="fade">
                                      <p:cBhvr>
                                        <p:cTn id="24" dur="1000"/>
                                        <p:tgtEl>
                                          <p:spTgt spid="4">
                                            <p:txEl>
                                              <p:pRg st="3" end="3"/>
                                            </p:txEl>
                                          </p:spTgt>
                                        </p:tgtEl>
                                      </p:cBhvr>
                                    </p:animEffect>
                                    <p:anim calcmode="lin" valueType="num">
                                      <p:cBhvr>
                                        <p:cTn id="25"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26" dur="1000" fill="hold"/>
                                        <p:tgtEl>
                                          <p:spTgt spid="4">
                                            <p:txEl>
                                              <p:pRg st="3" end="3"/>
                                            </p:txEl>
                                          </p:spTgt>
                                        </p:tgtEl>
                                        <p:attrNameLst>
                                          <p:attrName>ppt_y</p:attrName>
                                        </p:attrNameLst>
                                      </p:cBhvr>
                                      <p:tavLst>
                                        <p:tav tm="0">
                                          <p:val>
                                            <p:strVal val="#ppt_y+.1"/>
                                          </p:val>
                                        </p:tav>
                                        <p:tav tm="100000">
                                          <p:val>
                                            <p:strVal val="#ppt_y"/>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4">
                                            <p:txEl>
                                              <p:pRg st="4" end="4"/>
                                            </p:txEl>
                                          </p:spTgt>
                                        </p:tgtEl>
                                        <p:attrNameLst>
                                          <p:attrName>style.visibility</p:attrName>
                                        </p:attrNameLst>
                                      </p:cBhvr>
                                      <p:to>
                                        <p:strVal val="visible"/>
                                      </p:to>
                                    </p:set>
                                    <p:animEffect transition="in" filter="fade">
                                      <p:cBhvr>
                                        <p:cTn id="29" dur="1000"/>
                                        <p:tgtEl>
                                          <p:spTgt spid="4">
                                            <p:txEl>
                                              <p:pRg st="4" end="4"/>
                                            </p:txEl>
                                          </p:spTgt>
                                        </p:tgtEl>
                                      </p:cBhvr>
                                    </p:animEffect>
                                    <p:anim calcmode="lin" valueType="num">
                                      <p:cBhvr>
                                        <p:cTn id="30"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31" dur="1000" fill="hold"/>
                                        <p:tgtEl>
                                          <p:spTgt spid="4">
                                            <p:txEl>
                                              <p:pRg st="4" end="4"/>
                                            </p:txEl>
                                          </p:spTgt>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0"/>
                                  </p:stCondLst>
                                  <p:childTnLst>
                                    <p:set>
                                      <p:cBhvr>
                                        <p:cTn id="33" dur="1" fill="hold">
                                          <p:stCondLst>
                                            <p:cond delay="0"/>
                                          </p:stCondLst>
                                        </p:cTn>
                                        <p:tgtEl>
                                          <p:spTgt spid="4">
                                            <p:txEl>
                                              <p:pRg st="5" end="5"/>
                                            </p:txEl>
                                          </p:spTgt>
                                        </p:tgtEl>
                                        <p:attrNameLst>
                                          <p:attrName>style.visibility</p:attrName>
                                        </p:attrNameLst>
                                      </p:cBhvr>
                                      <p:to>
                                        <p:strVal val="visible"/>
                                      </p:to>
                                    </p:set>
                                    <p:animEffect transition="in" filter="fade">
                                      <p:cBhvr>
                                        <p:cTn id="34" dur="1000"/>
                                        <p:tgtEl>
                                          <p:spTgt spid="4">
                                            <p:txEl>
                                              <p:pRg st="5" end="5"/>
                                            </p:txEl>
                                          </p:spTgt>
                                        </p:tgtEl>
                                      </p:cBhvr>
                                    </p:animEffect>
                                    <p:anim calcmode="lin" valueType="num">
                                      <p:cBhvr>
                                        <p:cTn id="35" dur="1000" fill="hold"/>
                                        <p:tgtEl>
                                          <p:spTgt spid="4">
                                            <p:txEl>
                                              <p:pRg st="5" end="5"/>
                                            </p:txEl>
                                          </p:spTgt>
                                        </p:tgtEl>
                                        <p:attrNameLst>
                                          <p:attrName>ppt_x</p:attrName>
                                        </p:attrNameLst>
                                      </p:cBhvr>
                                      <p:tavLst>
                                        <p:tav tm="0">
                                          <p:val>
                                            <p:strVal val="#ppt_x"/>
                                          </p:val>
                                        </p:tav>
                                        <p:tav tm="100000">
                                          <p:val>
                                            <p:strVal val="#ppt_x"/>
                                          </p:val>
                                        </p:tav>
                                      </p:tavLst>
                                    </p:anim>
                                    <p:anim calcmode="lin" valueType="num">
                                      <p:cBhvr>
                                        <p:cTn id="36" dur="1000" fill="hold"/>
                                        <p:tgtEl>
                                          <p:spTgt spid="4">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758853" y="581433"/>
            <a:ext cx="164500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网络前缀</a:t>
            </a:r>
          </a:p>
        </p:txBody>
      </p:sp>
      <p:sp>
        <p:nvSpPr>
          <p:cNvPr id="2" name="矩形 1"/>
          <p:cNvSpPr/>
          <p:nvPr/>
        </p:nvSpPr>
        <p:spPr>
          <a:xfrm>
            <a:off x="719137" y="1330284"/>
            <a:ext cx="5010149" cy="403444"/>
          </a:xfrm>
          <a:prstGeom prst="rect">
            <a:avLst/>
          </a:prstGeom>
        </p:spPr>
        <p:txBody>
          <a:bodyPr wrap="square">
            <a:spAutoFit/>
          </a:bodyPr>
          <a:lstStyle/>
          <a:p>
            <a:pPr>
              <a:lnSpc>
                <a:spcPts val="2600"/>
              </a:lnSpc>
            </a:pP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个字段：</a:t>
            </a:r>
            <a:r>
              <a:rPr lang="zh-CN" altLang="en-US" sz="2000" b="1" dirty="0">
                <a:solidFill>
                  <a:srgbClr val="0000FF"/>
                </a:solidFill>
                <a:latin typeface="微软雅黑" panose="020B0503020204020204" pitchFamily="34" charset="-122"/>
                <a:ea typeface="微软雅黑" panose="020B0503020204020204" pitchFamily="34" charset="-122"/>
              </a:rPr>
              <a:t>网络前缀</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0000FF"/>
                </a:solidFill>
                <a:latin typeface="微软雅黑" panose="020B0503020204020204" pitchFamily="34" charset="-122"/>
                <a:ea typeface="微软雅黑" panose="020B0503020204020204" pitchFamily="34" charset="-122"/>
              </a:rPr>
              <a:t>主机号。</a:t>
            </a:r>
            <a:r>
              <a:rPr lang="en-US" altLang="zh-CN" sz="2000" b="1" dirty="0">
                <a:latin typeface="微软雅黑" panose="020B0503020204020204" pitchFamily="34" charset="-122"/>
                <a:ea typeface="微软雅黑" panose="020B0503020204020204" pitchFamily="34" charset="-122"/>
              </a:rPr>
              <a:t>2 </a:t>
            </a:r>
            <a:r>
              <a:rPr lang="zh-CN" altLang="en-US" sz="2000" b="1" dirty="0">
                <a:latin typeface="微软雅黑" panose="020B0503020204020204" pitchFamily="34" charset="-122"/>
                <a:ea typeface="微软雅黑" panose="020B0503020204020204" pitchFamily="34" charset="-122"/>
              </a:rPr>
              <a:t>级结构</a:t>
            </a:r>
          </a:p>
        </p:txBody>
      </p:sp>
      <p:sp>
        <p:nvSpPr>
          <p:cNvPr id="12" name="Line 10"/>
          <p:cNvSpPr>
            <a:spLocks noChangeShapeType="1"/>
          </p:cNvSpPr>
          <p:nvPr/>
        </p:nvSpPr>
        <p:spPr bwMode="auto">
          <a:xfrm>
            <a:off x="4119764" y="1865747"/>
            <a:ext cx="0" cy="43391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3" name="Line 11"/>
          <p:cNvSpPr>
            <a:spLocks noChangeShapeType="1"/>
          </p:cNvSpPr>
          <p:nvPr/>
        </p:nvSpPr>
        <p:spPr bwMode="auto">
          <a:xfrm>
            <a:off x="8005312" y="1865747"/>
            <a:ext cx="0" cy="454057"/>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4" name="Line 12"/>
          <p:cNvSpPr>
            <a:spLocks noChangeShapeType="1"/>
          </p:cNvSpPr>
          <p:nvPr/>
        </p:nvSpPr>
        <p:spPr bwMode="auto">
          <a:xfrm>
            <a:off x="4148242" y="2050803"/>
            <a:ext cx="3837705" cy="0"/>
          </a:xfrm>
          <a:prstGeom prst="line">
            <a:avLst/>
          </a:prstGeom>
          <a:noFill/>
          <a:ln w="19050">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15" name="Text Box 13"/>
          <p:cNvSpPr txBox="1">
            <a:spLocks noChangeArrowheads="1"/>
          </p:cNvSpPr>
          <p:nvPr/>
        </p:nvSpPr>
        <p:spPr bwMode="auto">
          <a:xfrm>
            <a:off x="5682641" y="1865747"/>
            <a:ext cx="744037" cy="338554"/>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32 </a:t>
            </a:r>
            <a:r>
              <a:rPr kumimoji="0" lang="zh-CN" altLang="en-US" sz="16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位</a:t>
            </a:r>
          </a:p>
        </p:txBody>
      </p:sp>
      <p:sp>
        <p:nvSpPr>
          <p:cNvPr id="17" name="Rectangle 8"/>
          <p:cNvSpPr>
            <a:spLocks noChangeArrowheads="1"/>
          </p:cNvSpPr>
          <p:nvPr/>
        </p:nvSpPr>
        <p:spPr bwMode="auto">
          <a:xfrm>
            <a:off x="4126599" y="2285439"/>
            <a:ext cx="1938787" cy="468198"/>
          </a:xfrm>
          <a:prstGeom prst="rect">
            <a:avLst/>
          </a:prstGeom>
          <a:solidFill>
            <a:srgbClr val="00FF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rPr>
              <a:t>网络前缀</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a:p>
            <a:pPr lvl="0" algn="ctr" eaLnBrk="0" hangingPunct="0">
              <a:defRPr/>
            </a:pPr>
            <a:r>
              <a:rPr lang="en-US" altLang="zh-CN" sz="1400" b="1" kern="0" dirty="0">
                <a:solidFill>
                  <a:sysClr val="windowText" lastClr="000000"/>
                </a:solidFill>
                <a:latin typeface="微软雅黑" pitchFamily="34" charset="-122"/>
                <a:ea typeface="微软雅黑" pitchFamily="34" charset="-122"/>
              </a:rPr>
              <a:t>(network-prefix</a:t>
            </a:r>
            <a:r>
              <a:rPr lang="en-US" altLang="zh-CN" sz="1400" b="1" kern="0" noProof="0" dirty="0">
                <a:solidFill>
                  <a:sysClr val="windowText" lastClr="000000"/>
                </a:solidFill>
                <a:latin typeface="微软雅黑" pitchFamily="34" charset="-122"/>
                <a:ea typeface="微软雅黑" pitchFamily="34" charset="-122"/>
              </a:rPr>
              <a:t>)</a:t>
            </a:r>
            <a:endParaRPr kumimoji="0" lang="en-US" altLang="zh-CN"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18" name="Rectangle 9"/>
          <p:cNvSpPr>
            <a:spLocks noChangeArrowheads="1"/>
          </p:cNvSpPr>
          <p:nvPr/>
        </p:nvSpPr>
        <p:spPr bwMode="auto">
          <a:xfrm>
            <a:off x="6065386" y="2286513"/>
            <a:ext cx="1938787" cy="468198"/>
          </a:xfrm>
          <a:prstGeom prst="rect">
            <a:avLst/>
          </a:prstGeom>
          <a:solidFill>
            <a:srgbClr val="0000FF"/>
          </a:solidFill>
          <a:ln w="19050" algn="ctr">
            <a:solidFill>
              <a:schemeClr val="tx1"/>
            </a:solidFill>
            <a:miter lim="800000"/>
            <a:headEnd/>
            <a:tailEn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主机号</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0" fontAlgn="auto" latinLnBrk="0" hangingPunct="0">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(host-id)</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sp>
        <p:nvSpPr>
          <p:cNvPr id="19" name="Line 10"/>
          <p:cNvSpPr>
            <a:spLocks noChangeShapeType="1"/>
          </p:cNvSpPr>
          <p:nvPr/>
        </p:nvSpPr>
        <p:spPr bwMode="auto">
          <a:xfrm>
            <a:off x="4119764" y="2697717"/>
            <a:ext cx="0" cy="45680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0" name="Line 11"/>
          <p:cNvSpPr>
            <a:spLocks noChangeShapeType="1"/>
          </p:cNvSpPr>
          <p:nvPr/>
        </p:nvSpPr>
        <p:spPr bwMode="auto">
          <a:xfrm>
            <a:off x="8005312" y="2717863"/>
            <a:ext cx="0" cy="43666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1" name="Line 12"/>
          <p:cNvSpPr>
            <a:spLocks noChangeShapeType="1"/>
          </p:cNvSpPr>
          <p:nvPr/>
        </p:nvSpPr>
        <p:spPr bwMode="auto">
          <a:xfrm>
            <a:off x="4148243" y="3017675"/>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2" name="Text Box 13"/>
          <p:cNvSpPr txBox="1">
            <a:spLocks noChangeArrowheads="1"/>
          </p:cNvSpPr>
          <p:nvPr/>
        </p:nvSpPr>
        <p:spPr bwMode="auto">
          <a:xfrm>
            <a:off x="4819992" y="2815968"/>
            <a:ext cx="623275" cy="338554"/>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1600" b="1" i="1" u="none" strike="noStrike" kern="0" cap="none" spc="0" normalizeH="0" baseline="0" noProof="0" dirty="0">
                <a:ln>
                  <a:noFill/>
                </a:ln>
                <a:solidFill>
                  <a:srgbClr val="C00000"/>
                </a:solidFill>
                <a:effectLst/>
                <a:uLnTx/>
                <a:uFillTx/>
                <a:latin typeface="Times New Roman" panose="02020603050405020304" pitchFamily="18" charset="0"/>
                <a:ea typeface="微软雅黑" pitchFamily="34" charset="-122"/>
                <a:cs typeface="Times New Roman" panose="02020603050405020304" pitchFamily="18" charset="0"/>
              </a:rPr>
              <a:t>n</a:t>
            </a:r>
            <a:r>
              <a:rPr kumimoji="0" lang="en-US" altLang="zh-CN" sz="1600"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sp>
        <p:nvSpPr>
          <p:cNvPr id="23" name="Line 11"/>
          <p:cNvSpPr>
            <a:spLocks noChangeShapeType="1"/>
          </p:cNvSpPr>
          <p:nvPr/>
        </p:nvSpPr>
        <p:spPr bwMode="auto">
          <a:xfrm>
            <a:off x="6065386" y="2717863"/>
            <a:ext cx="0" cy="43666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4" name="Line 12"/>
          <p:cNvSpPr>
            <a:spLocks noChangeShapeType="1"/>
          </p:cNvSpPr>
          <p:nvPr/>
        </p:nvSpPr>
        <p:spPr bwMode="auto">
          <a:xfrm>
            <a:off x="6085239" y="3017675"/>
            <a:ext cx="1917144"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baseline="0" noProof="0">
              <a:ln>
                <a:noFill/>
              </a:ln>
              <a:effectLst/>
              <a:uLnTx/>
              <a:uFillTx/>
              <a:latin typeface="微软雅黑" pitchFamily="34" charset="-122"/>
              <a:ea typeface="微软雅黑" pitchFamily="34" charset="-122"/>
            </a:endParaRPr>
          </a:p>
        </p:txBody>
      </p:sp>
      <p:sp>
        <p:nvSpPr>
          <p:cNvPr id="25" name="Text Box 13"/>
          <p:cNvSpPr txBox="1">
            <a:spLocks noChangeArrowheads="1"/>
          </p:cNvSpPr>
          <p:nvPr/>
        </p:nvSpPr>
        <p:spPr bwMode="auto">
          <a:xfrm>
            <a:off x="6543362" y="2818884"/>
            <a:ext cx="1082388" cy="338554"/>
          </a:xfrm>
          <a:prstGeom prst="rect">
            <a:avLst/>
          </a:prstGeom>
          <a:solidFill>
            <a:srgbClr val="FFFFFF"/>
          </a:solidFill>
          <a:ln w="9525" algn="ctr">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lang="en-US" altLang="zh-CN" sz="1600" b="1" i="1" kern="0" dirty="0">
                <a:latin typeface="Times New Roman" panose="02020603050405020304" pitchFamily="18" charset="0"/>
                <a:ea typeface="微软雅黑" pitchFamily="34" charset="-122"/>
                <a:cs typeface="Times New Roman" panose="02020603050405020304" pitchFamily="18" charset="0"/>
              </a:rPr>
              <a:t>(</a:t>
            </a:r>
            <a:r>
              <a:rPr kumimoji="0" lang="en-US" altLang="zh-CN" sz="1600" b="1" i="1" u="none" strike="noStrike" kern="0" cap="none" spc="0" normalizeH="0" baseline="0" noProof="0" dirty="0">
                <a:ln>
                  <a:noFill/>
                </a:ln>
                <a:effectLst/>
                <a:uLnTx/>
                <a:uFillTx/>
                <a:latin typeface="Times New Roman" panose="02020603050405020304" pitchFamily="18" charset="0"/>
                <a:ea typeface="微软雅黑" pitchFamily="34" charset="-122"/>
                <a:cs typeface="Times New Roman" panose="02020603050405020304" pitchFamily="18" charset="0"/>
              </a:rPr>
              <a:t>32-n) </a:t>
            </a:r>
            <a:r>
              <a:rPr kumimoji="0" lang="zh-CN" altLang="en-US" sz="1600" b="1" i="0" u="none" strike="noStrike" kern="0" cap="none" spc="0" normalizeH="0" baseline="0" noProof="0" dirty="0">
                <a:ln>
                  <a:noFill/>
                </a:ln>
                <a:effectLst/>
                <a:uLnTx/>
                <a:uFillTx/>
                <a:latin typeface="微软雅黑" pitchFamily="34" charset="-122"/>
                <a:ea typeface="微软雅黑" pitchFamily="34" charset="-122"/>
              </a:rPr>
              <a:t>位</a:t>
            </a:r>
          </a:p>
        </p:txBody>
      </p:sp>
      <p:sp>
        <p:nvSpPr>
          <p:cNvPr id="5" name="矩形 4"/>
          <p:cNvSpPr/>
          <p:nvPr/>
        </p:nvSpPr>
        <p:spPr>
          <a:xfrm>
            <a:off x="825537" y="2034053"/>
            <a:ext cx="3055240" cy="1015663"/>
          </a:xfrm>
          <a:prstGeom prst="rect">
            <a:avLst/>
          </a:prstGeom>
          <a:solidFill>
            <a:srgbClr val="FFC000"/>
          </a:solidFill>
          <a:ln>
            <a:noFill/>
          </a:ln>
        </p:spPr>
        <p:style>
          <a:lnRef idx="1">
            <a:schemeClr val="accent1"/>
          </a:lnRef>
          <a:fillRef idx="2">
            <a:schemeClr val="accent1"/>
          </a:fillRef>
          <a:effectRef idx="1">
            <a:schemeClr val="accent1"/>
          </a:effectRef>
          <a:fontRef idx="minor">
            <a:schemeClr val="dk1"/>
          </a:fontRef>
        </p:style>
        <p:txBody>
          <a:bodyPr wrap="square">
            <a:spAutoFit/>
          </a:bodyPr>
          <a:lstStyle/>
          <a:p>
            <a:pPr>
              <a:lnSpc>
                <a:spcPts val="2400"/>
              </a:lnSpc>
            </a:pPr>
            <a:r>
              <a:rPr lang="zh-CN" altLang="en-US" b="1" dirty="0">
                <a:solidFill>
                  <a:srgbClr val="000099"/>
                </a:solidFill>
                <a:latin typeface="微软雅黑" panose="020B0503020204020204" pitchFamily="34" charset="-122"/>
                <a:ea typeface="微软雅黑" panose="020B0503020204020204" pitchFamily="34" charset="-122"/>
              </a:rPr>
              <a:t>最大的区别：</a:t>
            </a:r>
            <a:endParaRPr lang="en-US" altLang="zh-CN" b="1" dirty="0">
              <a:solidFill>
                <a:srgbClr val="000099"/>
              </a:solidFill>
              <a:latin typeface="微软雅黑" panose="020B0503020204020204" pitchFamily="34" charset="-122"/>
              <a:ea typeface="微软雅黑" panose="020B0503020204020204" pitchFamily="34" charset="-122"/>
            </a:endParaRPr>
          </a:p>
          <a:p>
            <a:pPr>
              <a:lnSpc>
                <a:spcPts val="2400"/>
              </a:lnSpc>
            </a:pPr>
            <a:r>
              <a:rPr lang="zh-CN" altLang="en-US" b="1" dirty="0">
                <a:solidFill>
                  <a:srgbClr val="000099"/>
                </a:solidFill>
                <a:latin typeface="微软雅黑" panose="020B0503020204020204" pitchFamily="34" charset="-122"/>
                <a:ea typeface="微软雅黑" panose="020B0503020204020204" pitchFamily="34" charset="-122"/>
              </a:rPr>
              <a:t>前缀的位数 </a:t>
            </a:r>
            <a:r>
              <a:rPr lang="en-US" altLang="zh-CN" b="1" i="1" dirty="0">
                <a:solidFill>
                  <a:srgbClr val="C00000"/>
                </a:solidFill>
                <a:latin typeface="Times New Roman" panose="02020603050405020304" pitchFamily="18" charset="0"/>
                <a:ea typeface="微软雅黑" panose="020B0503020204020204" pitchFamily="34" charset="-122"/>
                <a:cs typeface="Times New Roman" panose="02020603050405020304" pitchFamily="18" charset="0"/>
              </a:rPr>
              <a:t>n</a:t>
            </a:r>
            <a:r>
              <a:rPr lang="en-US" altLang="zh-CN" b="1" dirty="0">
                <a:solidFill>
                  <a:srgbClr val="C00000"/>
                </a:solidFill>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不固定，</a:t>
            </a:r>
            <a:r>
              <a:rPr lang="zh-CN" altLang="en-US" b="1" dirty="0">
                <a:solidFill>
                  <a:srgbClr val="000099"/>
                </a:solidFill>
                <a:latin typeface="微软雅黑" panose="020B0503020204020204" pitchFamily="34" charset="-122"/>
                <a:ea typeface="微软雅黑" panose="020B0503020204020204" pitchFamily="34" charset="-122"/>
              </a:rPr>
              <a:t>可以在 </a:t>
            </a:r>
            <a:r>
              <a:rPr lang="en-US" altLang="zh-CN" b="1" dirty="0">
                <a:solidFill>
                  <a:srgbClr val="000099"/>
                </a:solidFill>
                <a:latin typeface="微软雅黑" panose="020B0503020204020204" pitchFamily="34" charset="-122"/>
                <a:ea typeface="微软雅黑" panose="020B0503020204020204" pitchFamily="34" charset="-122"/>
              </a:rPr>
              <a:t>0 ~</a:t>
            </a:r>
            <a:r>
              <a:rPr lang="zh-CN" altLang="en-US" b="1" dirty="0">
                <a:solidFill>
                  <a:srgbClr val="000099"/>
                </a:solidFill>
                <a:latin typeface="微软雅黑" panose="020B0503020204020204" pitchFamily="34" charset="-122"/>
                <a:ea typeface="微软雅黑" panose="020B0503020204020204" pitchFamily="34" charset="-122"/>
              </a:rPr>
              <a:t> </a:t>
            </a:r>
            <a:r>
              <a:rPr lang="en-US" altLang="zh-CN" b="1" dirty="0">
                <a:solidFill>
                  <a:srgbClr val="000099"/>
                </a:solidFill>
                <a:latin typeface="微软雅黑" panose="020B0503020204020204" pitchFamily="34" charset="-122"/>
                <a:ea typeface="微软雅黑" panose="020B0503020204020204" pitchFamily="34" charset="-122"/>
              </a:rPr>
              <a:t>32 </a:t>
            </a:r>
            <a:r>
              <a:rPr lang="zh-CN" altLang="en-US" b="1" dirty="0">
                <a:solidFill>
                  <a:srgbClr val="000099"/>
                </a:solidFill>
                <a:latin typeface="微软雅黑" panose="020B0503020204020204" pitchFamily="34" charset="-122"/>
                <a:ea typeface="微软雅黑" panose="020B0503020204020204" pitchFamily="34" charset="-122"/>
              </a:rPr>
              <a:t>之间选取任意值。</a:t>
            </a:r>
          </a:p>
        </p:txBody>
      </p:sp>
      <p:sp>
        <p:nvSpPr>
          <p:cNvPr id="8" name="矩形 7"/>
          <p:cNvSpPr/>
          <p:nvPr/>
        </p:nvSpPr>
        <p:spPr>
          <a:xfrm>
            <a:off x="2317260" y="3461617"/>
            <a:ext cx="4776927" cy="1015663"/>
          </a:xfrm>
          <a:prstGeom prst="rect">
            <a:avLst/>
          </a:prstGeom>
          <a:solidFill>
            <a:schemeClr val="accent5">
              <a:lumMod val="40000"/>
              <a:lumOff val="60000"/>
            </a:schemeClr>
          </a:solidFill>
        </p:spPr>
        <p:txBody>
          <a:bodyPr wrap="square">
            <a:spAutoFit/>
          </a:bodyPr>
          <a:lstStyle/>
          <a:p>
            <a:pPr>
              <a:lnSpc>
                <a:spcPts val="2400"/>
              </a:lnSpc>
            </a:pPr>
            <a:r>
              <a:rPr lang="en-US" altLang="zh-CN" sz="1600" b="1" dirty="0">
                <a:solidFill>
                  <a:srgbClr val="0000FF"/>
                </a:solidFill>
                <a:latin typeface="微软雅黑" panose="020B0503020204020204" pitchFamily="34" charset="-122"/>
                <a:ea typeface="微软雅黑" panose="020B0503020204020204" pitchFamily="34" charset="-122"/>
              </a:rPr>
              <a:t>CIDR </a:t>
            </a:r>
            <a:r>
              <a:rPr lang="zh-CN" altLang="en-US" sz="1600" b="1" dirty="0">
                <a:solidFill>
                  <a:srgbClr val="0000FF"/>
                </a:solidFill>
                <a:latin typeface="微软雅黑" panose="020B0503020204020204" pitchFamily="34" charset="-122"/>
                <a:ea typeface="微软雅黑" panose="020B0503020204020204" pitchFamily="34" charset="-122"/>
              </a:rPr>
              <a:t>记法：</a:t>
            </a:r>
            <a:r>
              <a:rPr lang="zh-CN" altLang="en-US" sz="1600" b="1" dirty="0">
                <a:solidFill>
                  <a:srgbClr val="C00000"/>
                </a:solidFill>
                <a:latin typeface="微软雅黑" panose="020B0503020204020204" pitchFamily="34" charset="-122"/>
                <a:ea typeface="微软雅黑" panose="020B0503020204020204" pitchFamily="34" charset="-122"/>
              </a:rPr>
              <a:t>斜线记法</a:t>
            </a:r>
            <a:r>
              <a:rPr lang="zh-CN" altLang="en-US" sz="1600" b="1" dirty="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(slash notation)</a:t>
            </a:r>
          </a:p>
          <a:p>
            <a:pPr>
              <a:lnSpc>
                <a:spcPts val="2400"/>
              </a:lnSpc>
            </a:pPr>
            <a:r>
              <a:rPr lang="en-US" altLang="zh-CN" sz="1600" b="1" dirty="0" err="1">
                <a:latin typeface="微软雅黑" panose="020B0503020204020204" pitchFamily="34" charset="-122"/>
                <a:ea typeface="微软雅黑" panose="020B0503020204020204" pitchFamily="34" charset="-122"/>
              </a:rPr>
              <a:t>a.b.c.d</a:t>
            </a:r>
            <a:r>
              <a:rPr lang="en-US" altLang="zh-CN" sz="1600" b="1" dirty="0">
                <a:latin typeface="微软雅黑" panose="020B0503020204020204" pitchFamily="34" charset="-122"/>
                <a:ea typeface="微软雅黑" panose="020B0503020204020204" pitchFamily="34" charset="-122"/>
              </a:rPr>
              <a:t> </a:t>
            </a:r>
            <a:r>
              <a:rPr lang="en-US" altLang="zh-CN" sz="1600" b="1" dirty="0">
                <a:solidFill>
                  <a:srgbClr val="C00000"/>
                </a:solidFill>
                <a:latin typeface="微软雅黑" panose="020B0503020204020204" pitchFamily="34" charset="-122"/>
                <a:ea typeface="微软雅黑" panose="020B0503020204020204" pitchFamily="34" charset="-122"/>
              </a:rPr>
              <a:t>/ n</a:t>
            </a:r>
            <a:r>
              <a:rPr lang="zh-CN" altLang="en-US" sz="1600" b="1" dirty="0">
                <a:latin typeface="微软雅黑" panose="020B0503020204020204" pitchFamily="34" charset="-122"/>
                <a:ea typeface="微软雅黑" panose="020B0503020204020204" pitchFamily="34" charset="-122"/>
              </a:rPr>
              <a:t>：二进制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地址的</a:t>
            </a:r>
            <a:r>
              <a:rPr lang="zh-CN" altLang="en-US" sz="1600" b="1" dirty="0">
                <a:solidFill>
                  <a:srgbClr val="C00000"/>
                </a:solidFill>
                <a:latin typeface="微软雅黑" panose="020B0503020204020204" pitchFamily="34" charset="-122"/>
                <a:ea typeface="微软雅黑" panose="020B0503020204020204" pitchFamily="34" charset="-122"/>
              </a:rPr>
              <a:t>前 </a:t>
            </a:r>
            <a:r>
              <a:rPr lang="en-US" altLang="zh-CN" sz="1600" b="1" dirty="0">
                <a:solidFill>
                  <a:srgbClr val="C00000"/>
                </a:solidFill>
                <a:latin typeface="微软雅黑" panose="020B0503020204020204" pitchFamily="34" charset="-122"/>
                <a:ea typeface="微软雅黑" panose="020B0503020204020204" pitchFamily="34" charset="-122"/>
              </a:rPr>
              <a:t>n </a:t>
            </a:r>
            <a:r>
              <a:rPr lang="zh-CN" altLang="en-US" sz="1600" b="1" dirty="0">
                <a:solidFill>
                  <a:srgbClr val="C00000"/>
                </a:solidFill>
                <a:latin typeface="微软雅黑" panose="020B0503020204020204" pitchFamily="34" charset="-122"/>
                <a:ea typeface="微软雅黑" panose="020B0503020204020204" pitchFamily="34" charset="-122"/>
              </a:rPr>
              <a:t>位是网络前缀。</a:t>
            </a:r>
            <a:endParaRPr lang="en-US" altLang="zh-CN" sz="1600" b="1" dirty="0">
              <a:solidFill>
                <a:srgbClr val="C00000"/>
              </a:solidFill>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例如：</a:t>
            </a:r>
            <a:r>
              <a:rPr lang="en-US" altLang="zh-CN" sz="1600" b="1" dirty="0">
                <a:latin typeface="微软雅黑" panose="020B0503020204020204" pitchFamily="34" charset="-122"/>
                <a:ea typeface="微软雅黑" panose="020B0503020204020204" pitchFamily="34" charset="-122"/>
              </a:rPr>
              <a:t>128.14.35.7</a:t>
            </a:r>
            <a:r>
              <a:rPr lang="en-US" altLang="zh-CN" sz="1600" b="1" dirty="0">
                <a:solidFill>
                  <a:srgbClr val="C00000"/>
                </a:solidFill>
                <a:latin typeface="微软雅黑" panose="020B0503020204020204" pitchFamily="34" charset="-122"/>
                <a:ea typeface="微软雅黑" panose="020B0503020204020204" pitchFamily="34" charset="-122"/>
              </a:rPr>
              <a:t>/20</a:t>
            </a:r>
            <a:r>
              <a:rPr lang="zh-CN" altLang="en-US" sz="1600" b="1" dirty="0">
                <a:latin typeface="微软雅黑" panose="020B0503020204020204" pitchFamily="34" charset="-122"/>
                <a:ea typeface="微软雅黑" panose="020B0503020204020204" pitchFamily="34" charset="-122"/>
              </a:rPr>
              <a:t>：前 </a:t>
            </a:r>
            <a:r>
              <a:rPr lang="en-US" altLang="zh-CN" sz="1600" b="1" dirty="0">
                <a:latin typeface="微软雅黑" panose="020B0503020204020204" pitchFamily="34" charset="-122"/>
                <a:ea typeface="微软雅黑" panose="020B0503020204020204" pitchFamily="34" charset="-122"/>
              </a:rPr>
              <a:t>20 </a:t>
            </a:r>
            <a:r>
              <a:rPr lang="zh-CN" altLang="en-US" sz="1600" b="1" dirty="0">
                <a:latin typeface="微软雅黑" panose="020B0503020204020204" pitchFamily="34" charset="-122"/>
                <a:ea typeface="微软雅黑" panose="020B0503020204020204" pitchFamily="34" charset="-122"/>
              </a:rPr>
              <a:t>位是网络前缀。</a:t>
            </a:r>
            <a:endParaRPr lang="en-US" altLang="zh-CN" sz="1600" b="1" dirty="0">
              <a:latin typeface="微软雅黑" panose="020B0503020204020204" pitchFamily="34" charset="-122"/>
              <a:ea typeface="微软雅黑" panose="020B0503020204020204" pitchFamily="34" charset="-122"/>
            </a:endParaRPr>
          </a:p>
        </p:txBody>
      </p:sp>
      <p:sp>
        <p:nvSpPr>
          <p:cNvPr id="26" name="矩形 25">
            <a:extLst>
              <a:ext uri="{FF2B5EF4-FFF2-40B4-BE49-F238E27FC236}">
                <a16:creationId xmlns:a16="http://schemas.microsoft.com/office/drawing/2014/main" id="{17B9FA2F-068D-DB7F-208D-AE0758D97711}"/>
              </a:ext>
            </a:extLst>
          </p:cNvPr>
          <p:cNvSpPr/>
          <p:nvPr/>
        </p:nvSpPr>
        <p:spPr>
          <a:xfrm>
            <a:off x="4119764" y="2285439"/>
            <a:ext cx="3882618" cy="47226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20904899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7"/>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18"/>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1000"/>
                                        <p:tgtEl>
                                          <p:spTgt spid="5"/>
                                        </p:tgtEl>
                                      </p:cBhvr>
                                    </p:animEffect>
                                    <p:anim calcmode="lin" valueType="num">
                                      <p:cBhvr>
                                        <p:cTn id="16" dur="1000" fill="hold"/>
                                        <p:tgtEl>
                                          <p:spTgt spid="5"/>
                                        </p:tgtEl>
                                        <p:attrNameLst>
                                          <p:attrName>ppt_x</p:attrName>
                                        </p:attrNameLst>
                                      </p:cBhvr>
                                      <p:tavLst>
                                        <p:tav tm="0">
                                          <p:val>
                                            <p:strVal val="#ppt_x"/>
                                          </p:val>
                                        </p:tav>
                                        <p:tav tm="100000">
                                          <p:val>
                                            <p:strVal val="#ppt_x"/>
                                          </p:val>
                                        </p:tav>
                                      </p:tavLst>
                                    </p:anim>
                                    <p:anim calcmode="lin" valueType="num">
                                      <p:cBhvr>
                                        <p:cTn id="1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animEffect transition="in" filter="fade">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5" grpId="0" animBg="1"/>
      <p:bldP spid="8"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887093" y="581433"/>
            <a:ext cx="13885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地址块</a:t>
            </a:r>
          </a:p>
        </p:txBody>
      </p:sp>
      <p:sp>
        <p:nvSpPr>
          <p:cNvPr id="7" name="圆角矩形 6"/>
          <p:cNvSpPr/>
          <p:nvPr/>
        </p:nvSpPr>
        <p:spPr>
          <a:xfrm>
            <a:off x="1062404" y="1699402"/>
            <a:ext cx="6968787" cy="3045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8" name="Text Box 155"/>
          <p:cNvSpPr txBox="1">
            <a:spLocks noChangeArrowheads="1"/>
          </p:cNvSpPr>
          <p:nvPr/>
        </p:nvSpPr>
        <p:spPr bwMode="auto">
          <a:xfrm>
            <a:off x="2257992" y="1656145"/>
            <a:ext cx="5019442" cy="344325"/>
          </a:xfrm>
          <a:prstGeom prst="rect">
            <a:avLst/>
          </a:prstGeom>
          <a:noFill/>
          <a:ln w="12700">
            <a:noFill/>
            <a:miter lim="800000"/>
            <a:headEnd/>
            <a:tailEnd/>
          </a:ln>
          <a:effectLst/>
        </p:spPr>
        <p:txBody>
          <a:bodyPr wrap="square">
            <a:spAutoFit/>
          </a:bodyPr>
          <a:lstStyle/>
          <a:p>
            <a:pPr algn="ctr">
              <a:lnSpc>
                <a:spcPct val="110000"/>
              </a:lnSpc>
            </a:pPr>
            <a:r>
              <a:rPr lang="en-US" altLang="zh-CN" sz="1600" b="1" dirty="0">
                <a:solidFill>
                  <a:srgbClr val="000099"/>
                </a:solidFill>
                <a:latin typeface="微软雅黑" pitchFamily="34" charset="-122"/>
                <a:ea typeface="微软雅黑" pitchFamily="34" charset="-122"/>
              </a:rPr>
              <a:t>128.14.32.0/20 </a:t>
            </a:r>
            <a:r>
              <a:rPr lang="zh-CN" altLang="en-US" sz="1600" b="1" dirty="0">
                <a:solidFill>
                  <a:srgbClr val="000099"/>
                </a:solidFill>
                <a:latin typeface="微软雅黑" pitchFamily="34" charset="-122"/>
                <a:ea typeface="微软雅黑" pitchFamily="34" charset="-122"/>
              </a:rPr>
              <a:t>组成的地址块（共 </a:t>
            </a:r>
            <a:r>
              <a:rPr lang="en-US" altLang="zh-CN" sz="1600" b="1" dirty="0">
                <a:solidFill>
                  <a:srgbClr val="000099"/>
                </a:solidFill>
                <a:latin typeface="微软雅黑" pitchFamily="34" charset="-122"/>
                <a:ea typeface="微软雅黑" pitchFamily="34" charset="-122"/>
              </a:rPr>
              <a:t>2</a:t>
            </a:r>
            <a:r>
              <a:rPr lang="en-US" altLang="zh-CN" sz="1600" b="1" baseline="30000" dirty="0">
                <a:solidFill>
                  <a:srgbClr val="000099"/>
                </a:solidFill>
                <a:latin typeface="微软雅黑" pitchFamily="34" charset="-122"/>
                <a:ea typeface="微软雅黑" pitchFamily="34" charset="-122"/>
              </a:rPr>
              <a:t>12 </a:t>
            </a:r>
            <a:r>
              <a:rPr lang="zh-CN" altLang="en-US" sz="1600" b="1" dirty="0">
                <a:solidFill>
                  <a:srgbClr val="000099"/>
                </a:solidFill>
                <a:latin typeface="微软雅黑" pitchFamily="34" charset="-122"/>
                <a:ea typeface="微软雅黑" pitchFamily="34" charset="-122"/>
              </a:rPr>
              <a:t>个地址）</a:t>
            </a:r>
          </a:p>
        </p:txBody>
      </p:sp>
      <p:sp>
        <p:nvSpPr>
          <p:cNvPr id="9" name="Text Box 3"/>
          <p:cNvSpPr txBox="1">
            <a:spLocks noChangeArrowheads="1"/>
          </p:cNvSpPr>
          <p:nvPr/>
        </p:nvSpPr>
        <p:spPr bwMode="auto">
          <a:xfrm>
            <a:off x="2972430" y="1990879"/>
            <a:ext cx="3418529" cy="2492990"/>
          </a:xfrm>
          <a:prstGeom prst="rect">
            <a:avLst/>
          </a:prstGeom>
          <a:solidFill>
            <a:schemeClr val="bg1"/>
          </a:solidFill>
          <a:ln w="9525">
            <a:solidFill>
              <a:schemeClr val="tx2"/>
            </a:solidFill>
            <a:miter lim="800000"/>
            <a:headEnd/>
            <a:tailEnd/>
          </a:ln>
          <a:effectLst/>
        </p:spPr>
        <p:txBody>
          <a:bodyPr wrap="square">
            <a:spAutoFit/>
          </a:bodyPr>
          <a:lstStyle/>
          <a:p>
            <a:r>
              <a:rPr kumimoji="0"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00 00000000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00 00000001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00 00000010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00 00000011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00 00000100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00</a:t>
            </a:r>
            <a:r>
              <a:rPr kumimoji="0" lang="en-US" altLang="zh-CN" sz="1200" b="1" dirty="0">
                <a:solidFill>
                  <a:srgbClr val="0000CC"/>
                </a:solidFill>
                <a:latin typeface="微软雅黑" pitchFamily="34" charset="-122"/>
                <a:ea typeface="微软雅黑" pitchFamily="34" charset="-122"/>
              </a:rPr>
              <a:t>00 00000101</a:t>
            </a:r>
          </a:p>
          <a:p>
            <a:endParaRPr kumimoji="0" lang="en-US" altLang="zh-CN" sz="1200" b="1" dirty="0">
              <a:solidFill>
                <a:srgbClr val="0000CC"/>
              </a:solidFill>
              <a:latin typeface="微软雅黑" pitchFamily="34" charset="-122"/>
              <a:ea typeface="微软雅黑" pitchFamily="34" charset="-122"/>
            </a:endParaRPr>
          </a:p>
          <a:p>
            <a:endParaRPr kumimoji="0" lang="en-US" altLang="zh-CN" sz="1200" b="1" dirty="0">
              <a:solidFill>
                <a:srgbClr val="0000CC"/>
              </a:solidFill>
              <a:latin typeface="微软雅黑" pitchFamily="34" charset="-122"/>
              <a:ea typeface="微软雅黑" pitchFamily="34" charset="-122"/>
            </a:endParaRP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11 11111011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11 11111100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11 11111101</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11 11111110</a:t>
            </a:r>
          </a:p>
          <a:p>
            <a:r>
              <a:rPr lang="en-US" altLang="zh-CN" sz="1200" b="1" dirty="0">
                <a:solidFill>
                  <a:srgbClr val="CC00CC"/>
                </a:solidFill>
                <a:latin typeface="微软雅黑" pitchFamily="34" charset="-122"/>
                <a:ea typeface="微软雅黑" pitchFamily="34" charset="-122"/>
              </a:rPr>
              <a:t>10000000 00001110 0010</a:t>
            </a:r>
            <a:r>
              <a:rPr lang="en-US" altLang="zh-CN" sz="1200" b="1" dirty="0">
                <a:solidFill>
                  <a:srgbClr val="0000CC"/>
                </a:solidFill>
                <a:latin typeface="微软雅黑" pitchFamily="34" charset="-122"/>
                <a:ea typeface="微软雅黑" pitchFamily="34" charset="-122"/>
              </a:rPr>
              <a:t>11</a:t>
            </a:r>
            <a:r>
              <a:rPr kumimoji="0" lang="en-US" altLang="zh-CN" sz="1200" b="1" dirty="0">
                <a:solidFill>
                  <a:srgbClr val="0000CC"/>
                </a:solidFill>
                <a:latin typeface="微软雅黑" pitchFamily="34" charset="-122"/>
                <a:ea typeface="微软雅黑" pitchFamily="34" charset="-122"/>
              </a:rPr>
              <a:t>11 11111111</a:t>
            </a:r>
          </a:p>
        </p:txBody>
      </p:sp>
      <p:sp>
        <p:nvSpPr>
          <p:cNvPr id="10" name="Text Box 4"/>
          <p:cNvSpPr txBox="1">
            <a:spLocks noChangeArrowheads="1"/>
          </p:cNvSpPr>
          <p:nvPr/>
        </p:nvSpPr>
        <p:spPr bwMode="auto">
          <a:xfrm>
            <a:off x="5684430" y="3168536"/>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000">
                <a:solidFill>
                  <a:srgbClr val="0000CC"/>
                </a:solidFill>
                <a:latin typeface="微软雅黑" pitchFamily="34" charset="-122"/>
                <a:ea typeface="微软雅黑" pitchFamily="34" charset="-122"/>
                <a:sym typeface="Symbol" pitchFamily="18" charset="2"/>
              </a:rPr>
              <a:t></a:t>
            </a:r>
          </a:p>
        </p:txBody>
      </p:sp>
      <p:sp>
        <p:nvSpPr>
          <p:cNvPr id="11" name="Text Box 5"/>
          <p:cNvSpPr txBox="1">
            <a:spLocks noChangeArrowheads="1"/>
          </p:cNvSpPr>
          <p:nvPr/>
        </p:nvSpPr>
        <p:spPr bwMode="auto">
          <a:xfrm>
            <a:off x="3918098" y="3168536"/>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000" dirty="0">
                <a:solidFill>
                  <a:srgbClr val="0000CC"/>
                </a:solidFill>
                <a:latin typeface="微软雅黑" pitchFamily="34" charset="-122"/>
                <a:ea typeface="微软雅黑" pitchFamily="34" charset="-122"/>
                <a:sym typeface="Symbol" pitchFamily="18" charset="2"/>
              </a:rPr>
              <a:t></a:t>
            </a:r>
          </a:p>
        </p:txBody>
      </p:sp>
      <p:sp>
        <p:nvSpPr>
          <p:cNvPr id="12" name="Rectangle 6"/>
          <p:cNvSpPr>
            <a:spLocks noChangeArrowheads="1"/>
          </p:cNvSpPr>
          <p:nvPr/>
        </p:nvSpPr>
        <p:spPr bwMode="auto">
          <a:xfrm>
            <a:off x="3054789" y="1984548"/>
            <a:ext cx="1974412" cy="2499322"/>
          </a:xfrm>
          <a:prstGeom prst="rect">
            <a:avLst/>
          </a:prstGeom>
          <a:noFill/>
          <a:ln w="38100">
            <a:solidFill>
              <a:srgbClr val="FFC000">
                <a:alpha val="50000"/>
              </a:srgb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a:latin typeface="微软雅黑" pitchFamily="34" charset="-122"/>
              <a:ea typeface="微软雅黑" pitchFamily="34" charset="-122"/>
            </a:endParaRPr>
          </a:p>
        </p:txBody>
      </p:sp>
      <p:sp>
        <p:nvSpPr>
          <p:cNvPr id="13" name="Text Box 7"/>
          <p:cNvSpPr txBox="1">
            <a:spLocks noChangeArrowheads="1"/>
          </p:cNvSpPr>
          <p:nvPr/>
        </p:nvSpPr>
        <p:spPr bwMode="auto">
          <a:xfrm>
            <a:off x="1887787" y="2764970"/>
            <a:ext cx="952159" cy="676339"/>
          </a:xfrm>
          <a:prstGeom prst="rect">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115000"/>
              </a:lnSpc>
            </a:pPr>
            <a:r>
              <a:rPr kumimoji="0" lang="zh-CN" altLang="en-US" sz="1100" b="1" dirty="0">
                <a:solidFill>
                  <a:srgbClr val="0000CC"/>
                </a:solidFill>
                <a:latin typeface="微软雅黑" pitchFamily="34" charset="-122"/>
                <a:ea typeface="微软雅黑" pitchFamily="34" charset="-122"/>
              </a:rPr>
              <a:t>所有地址的 </a:t>
            </a:r>
            <a:r>
              <a:rPr kumimoji="0" lang="en-US" altLang="zh-CN" sz="1100" b="1" dirty="0">
                <a:solidFill>
                  <a:srgbClr val="0000CC"/>
                </a:solidFill>
                <a:latin typeface="微软雅黑" pitchFamily="34" charset="-122"/>
                <a:ea typeface="微软雅黑" pitchFamily="34" charset="-122"/>
              </a:rPr>
              <a:t>20 </a:t>
            </a:r>
            <a:r>
              <a:rPr kumimoji="0" lang="zh-CN" altLang="en-US" sz="1100" b="1" dirty="0">
                <a:solidFill>
                  <a:srgbClr val="0000CC"/>
                </a:solidFill>
                <a:latin typeface="微软雅黑" pitchFamily="34" charset="-122"/>
                <a:ea typeface="微软雅黑" pitchFamily="34" charset="-122"/>
              </a:rPr>
              <a:t>位前缀</a:t>
            </a:r>
            <a:endParaRPr kumimoji="0" lang="en-US" altLang="zh-CN" sz="1100" b="1" dirty="0">
              <a:solidFill>
                <a:srgbClr val="0000CC"/>
              </a:solidFill>
              <a:latin typeface="微软雅黑" pitchFamily="34" charset="-122"/>
              <a:ea typeface="微软雅黑" pitchFamily="34" charset="-122"/>
            </a:endParaRPr>
          </a:p>
          <a:p>
            <a:pPr algn="ctr">
              <a:lnSpc>
                <a:spcPct val="115000"/>
              </a:lnSpc>
            </a:pPr>
            <a:r>
              <a:rPr kumimoji="0" lang="zh-CN" altLang="en-US" sz="1100" b="1" dirty="0">
                <a:solidFill>
                  <a:srgbClr val="0000CC"/>
                </a:solidFill>
                <a:latin typeface="微软雅黑" pitchFamily="34" charset="-122"/>
                <a:ea typeface="微软雅黑" pitchFamily="34" charset="-122"/>
              </a:rPr>
              <a:t>都是一样的</a:t>
            </a:r>
          </a:p>
        </p:txBody>
      </p:sp>
      <p:grpSp>
        <p:nvGrpSpPr>
          <p:cNvPr id="14" name="组合 13"/>
          <p:cNvGrpSpPr/>
          <p:nvPr/>
        </p:nvGrpSpPr>
        <p:grpSpPr>
          <a:xfrm>
            <a:off x="1651815" y="1956697"/>
            <a:ext cx="1402974" cy="430887"/>
            <a:chOff x="1651824" y="1239870"/>
            <a:chExt cx="1402974" cy="430887"/>
          </a:xfrm>
        </p:grpSpPr>
        <p:sp>
          <p:nvSpPr>
            <p:cNvPr id="15" name="Text Box 9"/>
            <p:cNvSpPr txBox="1">
              <a:spLocks noChangeArrowheads="1"/>
            </p:cNvSpPr>
            <p:nvPr/>
          </p:nvSpPr>
          <p:spPr bwMode="auto">
            <a:xfrm>
              <a:off x="1651824" y="1239870"/>
              <a:ext cx="1212354"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0" lang="zh-CN" altLang="en-US" sz="1100" b="1" dirty="0">
                  <a:latin typeface="微软雅黑" pitchFamily="34" charset="-122"/>
                  <a:ea typeface="微软雅黑" pitchFamily="34" charset="-122"/>
                </a:rPr>
                <a:t>最小地址</a:t>
              </a:r>
              <a:endParaRPr kumimoji="0" lang="en-US" altLang="zh-CN" sz="1100" b="1" dirty="0">
                <a:latin typeface="微软雅黑" pitchFamily="34" charset="-122"/>
                <a:ea typeface="微软雅黑" pitchFamily="34" charset="-122"/>
              </a:endParaRPr>
            </a:p>
            <a:p>
              <a:pPr algn="ctr"/>
              <a:r>
                <a:rPr lang="en-US" altLang="zh-CN" sz="1100" b="1" dirty="0">
                  <a:latin typeface="微软雅黑" pitchFamily="34" charset="-122"/>
                  <a:ea typeface="微软雅黑" pitchFamily="34" charset="-122"/>
                </a:rPr>
                <a:t>128.14.32.0</a:t>
              </a:r>
            </a:p>
          </p:txBody>
        </p:sp>
        <p:sp>
          <p:nvSpPr>
            <p:cNvPr id="16" name="AutoShape 10"/>
            <p:cNvSpPr>
              <a:spLocks noChangeArrowheads="1"/>
            </p:cNvSpPr>
            <p:nvPr/>
          </p:nvSpPr>
          <p:spPr bwMode="auto">
            <a:xfrm>
              <a:off x="2772185" y="1308664"/>
              <a:ext cx="282613" cy="190638"/>
            </a:xfrm>
            <a:prstGeom prst="rightArrow">
              <a:avLst>
                <a:gd name="adj1" fmla="val 50000"/>
                <a:gd name="adj2" fmla="val 86364"/>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a:latin typeface="微软雅黑" pitchFamily="34" charset="-122"/>
                <a:ea typeface="微软雅黑" pitchFamily="34" charset="-122"/>
              </a:endParaRPr>
            </a:p>
          </p:txBody>
        </p:sp>
      </p:grpSp>
      <p:grpSp>
        <p:nvGrpSpPr>
          <p:cNvPr id="17" name="组合 16"/>
          <p:cNvGrpSpPr/>
          <p:nvPr/>
        </p:nvGrpSpPr>
        <p:grpSpPr>
          <a:xfrm>
            <a:off x="1451795" y="4138493"/>
            <a:ext cx="1591772" cy="430887"/>
            <a:chOff x="1451804" y="3766716"/>
            <a:chExt cx="1591772" cy="430887"/>
          </a:xfrm>
        </p:grpSpPr>
        <p:sp>
          <p:nvSpPr>
            <p:cNvPr id="18" name="AutoShape 10"/>
            <p:cNvSpPr>
              <a:spLocks noChangeArrowheads="1"/>
            </p:cNvSpPr>
            <p:nvPr/>
          </p:nvSpPr>
          <p:spPr bwMode="auto">
            <a:xfrm>
              <a:off x="2760963" y="3859443"/>
              <a:ext cx="282613" cy="190638"/>
            </a:xfrm>
            <a:prstGeom prst="rightArrow">
              <a:avLst>
                <a:gd name="adj1" fmla="val 50000"/>
                <a:gd name="adj2" fmla="val 86364"/>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a:latin typeface="微软雅黑" pitchFamily="34" charset="-122"/>
                <a:ea typeface="微软雅黑" pitchFamily="34" charset="-122"/>
              </a:endParaRPr>
            </a:p>
          </p:txBody>
        </p:sp>
        <p:sp>
          <p:nvSpPr>
            <p:cNvPr id="19" name="Text Box 12"/>
            <p:cNvSpPr txBox="1">
              <a:spLocks noChangeArrowheads="1"/>
            </p:cNvSpPr>
            <p:nvPr/>
          </p:nvSpPr>
          <p:spPr bwMode="auto">
            <a:xfrm>
              <a:off x="1451804" y="3766716"/>
              <a:ext cx="143774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0" lang="zh-CN" altLang="en-US" sz="1100" b="1" dirty="0">
                  <a:latin typeface="微软雅黑" pitchFamily="34" charset="-122"/>
                  <a:ea typeface="微软雅黑" pitchFamily="34" charset="-122"/>
                </a:rPr>
                <a:t>最大地址</a:t>
              </a:r>
              <a:endParaRPr kumimoji="0" lang="en-US" altLang="zh-CN" sz="1100" b="1" dirty="0">
                <a:latin typeface="微软雅黑" pitchFamily="34" charset="-122"/>
                <a:ea typeface="微软雅黑" pitchFamily="34" charset="-122"/>
              </a:endParaRPr>
            </a:p>
            <a:p>
              <a:pPr algn="ctr"/>
              <a:r>
                <a:rPr lang="en-US" altLang="zh-CN" sz="1100" b="1" dirty="0">
                  <a:latin typeface="微软雅黑" pitchFamily="34" charset="-122"/>
                  <a:ea typeface="微软雅黑" pitchFamily="34" charset="-122"/>
                </a:rPr>
                <a:t>128.14.47.255</a:t>
              </a:r>
              <a:endParaRPr kumimoji="0" lang="zh-CN" altLang="en-US" sz="1100" b="1" dirty="0">
                <a:latin typeface="微软雅黑" pitchFamily="34" charset="-122"/>
                <a:ea typeface="微软雅黑" pitchFamily="34" charset="-122"/>
              </a:endParaRPr>
            </a:p>
          </p:txBody>
        </p:sp>
      </p:grpSp>
      <p:sp>
        <p:nvSpPr>
          <p:cNvPr id="21" name="矩形 20"/>
          <p:cNvSpPr/>
          <p:nvPr/>
        </p:nvSpPr>
        <p:spPr>
          <a:xfrm>
            <a:off x="6680550" y="2672252"/>
            <a:ext cx="1061049" cy="861774"/>
          </a:xfrm>
          <a:prstGeom prst="rect">
            <a:avLst/>
          </a:prstGeom>
          <a:solidFill>
            <a:srgbClr val="FFC000"/>
          </a:solidFill>
          <a:ln w="9525">
            <a:solidFill>
              <a:schemeClr val="tx1"/>
            </a:solidFill>
            <a:miter lim="800000"/>
            <a:headEnd/>
            <a:tailEnd/>
          </a:ln>
          <a:effectLst/>
        </p:spPr>
        <p:txBody>
          <a:bodyPr wrap="square">
            <a:spAutoFit/>
          </a:bodyPr>
          <a:lstStyle/>
          <a:p>
            <a:pPr algn="ctr">
              <a:lnSpc>
                <a:spcPts val="2000"/>
              </a:lnSpc>
            </a:pPr>
            <a:r>
              <a:rPr lang="zh-CN" altLang="en-US" sz="1400" b="1" dirty="0">
                <a:solidFill>
                  <a:srgbClr val="000099"/>
                </a:solidFill>
                <a:latin typeface="微软雅黑" pitchFamily="34" charset="-122"/>
                <a:ea typeface="微软雅黑" pitchFamily="34" charset="-122"/>
              </a:rPr>
              <a:t>可指派的地址数是</a:t>
            </a:r>
            <a:r>
              <a:rPr lang="en-US" altLang="zh-CN" sz="1400" b="1" dirty="0">
                <a:solidFill>
                  <a:srgbClr val="000099"/>
                </a:solidFill>
                <a:latin typeface="微软雅黑" pitchFamily="34" charset="-122"/>
                <a:ea typeface="微软雅黑" pitchFamily="34" charset="-122"/>
              </a:rPr>
              <a:t>2</a:t>
            </a:r>
            <a:r>
              <a:rPr lang="en-US" altLang="zh-CN" sz="1400" b="1" baseline="30000" dirty="0">
                <a:solidFill>
                  <a:srgbClr val="000099"/>
                </a:solidFill>
                <a:latin typeface="微软雅黑" pitchFamily="34" charset="-122"/>
                <a:ea typeface="微软雅黑" pitchFamily="34" charset="-122"/>
              </a:rPr>
              <a:t>12</a:t>
            </a:r>
            <a:r>
              <a:rPr lang="en-US" altLang="zh-CN" sz="1400" b="1" dirty="0">
                <a:solidFill>
                  <a:srgbClr val="000099"/>
                </a:solidFill>
                <a:latin typeface="微软雅黑" pitchFamily="34" charset="-122"/>
                <a:ea typeface="微软雅黑" pitchFamily="34" charset="-122"/>
              </a:rPr>
              <a:t> – 2 </a:t>
            </a:r>
            <a:r>
              <a:rPr lang="zh-CN" altLang="en-US" sz="1400" b="1" dirty="0">
                <a:solidFill>
                  <a:srgbClr val="000099"/>
                </a:solidFill>
                <a:latin typeface="微软雅黑" pitchFamily="34" charset="-122"/>
                <a:ea typeface="微软雅黑" pitchFamily="34" charset="-122"/>
              </a:rPr>
              <a:t>个</a:t>
            </a:r>
          </a:p>
        </p:txBody>
      </p:sp>
      <p:sp>
        <p:nvSpPr>
          <p:cNvPr id="25" name="矩形 24"/>
          <p:cNvSpPr/>
          <p:nvPr/>
        </p:nvSpPr>
        <p:spPr>
          <a:xfrm>
            <a:off x="2637965" y="4483869"/>
            <a:ext cx="4297673" cy="329321"/>
          </a:xfrm>
          <a:prstGeom prst="rect">
            <a:avLst/>
          </a:prstGeom>
          <a:noFill/>
          <a:ln w="12700">
            <a:noFill/>
            <a:miter lim="800000"/>
            <a:headEnd/>
            <a:tailEnd/>
          </a:ln>
          <a:effectLst/>
        </p:spPr>
        <p:txBody>
          <a:bodyPr wrap="square">
            <a:spAutoFit/>
          </a:bodyPr>
          <a:lstStyle/>
          <a:p>
            <a:pPr algn="ctr">
              <a:lnSpc>
                <a:spcPct val="110000"/>
              </a:lnSpc>
            </a:pPr>
            <a:r>
              <a:rPr lang="zh-CN" altLang="en-US" sz="1400" b="1" dirty="0">
                <a:solidFill>
                  <a:srgbClr val="000099"/>
                </a:solidFill>
                <a:latin typeface="微软雅黑" pitchFamily="34" charset="-122"/>
                <a:ea typeface="微软雅黑" pitchFamily="34" charset="-122"/>
              </a:rPr>
              <a:t>二进制代码表示：</a:t>
            </a:r>
            <a:r>
              <a:rPr lang="en-US" altLang="zh-CN" sz="1400" b="1" dirty="0">
                <a:solidFill>
                  <a:srgbClr val="000099"/>
                </a:solidFill>
                <a:latin typeface="微软雅黑" pitchFamily="34" charset="-122"/>
                <a:ea typeface="微软雅黑" pitchFamily="34" charset="-122"/>
              </a:rPr>
              <a:t>10000000 00001110 0010*</a:t>
            </a:r>
          </a:p>
        </p:txBody>
      </p:sp>
      <p:sp>
        <p:nvSpPr>
          <p:cNvPr id="5" name="Rectangle 68"/>
          <p:cNvSpPr>
            <a:spLocks noChangeArrowheads="1"/>
          </p:cNvSpPr>
          <p:nvPr/>
        </p:nvSpPr>
        <p:spPr bwMode="auto">
          <a:xfrm>
            <a:off x="556962" y="978646"/>
            <a:ext cx="8293739" cy="7756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2600"/>
              </a:lnSpc>
              <a:buClr>
                <a:srgbClr val="0070C0"/>
              </a:buClr>
              <a:buFont typeface="Wingdings" pitchFamily="2" charset="2"/>
              <a:buChar char="l"/>
            </a:pP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把</a:t>
            </a:r>
            <a:r>
              <a:rPr lang="zh-CN" altLang="en-US" b="1" dirty="0">
                <a:solidFill>
                  <a:srgbClr val="C00000"/>
                </a:solidFill>
                <a:latin typeface="微软雅黑" pitchFamily="34" charset="-122"/>
                <a:ea typeface="微软雅黑" pitchFamily="34" charset="-122"/>
              </a:rPr>
              <a:t>网络前缀都相同的所有连续的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地址组成一个 </a:t>
            </a: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地址块。</a:t>
            </a:r>
            <a:endParaRPr lang="en-US" altLang="zh-CN" b="1" dirty="0">
              <a:latin typeface="微软雅黑" pitchFamily="34" charset="-122"/>
              <a:ea typeface="微软雅黑" pitchFamily="34" charset="-122"/>
            </a:endParaRPr>
          </a:p>
          <a:p>
            <a:pPr marL="268288" indent="-268288">
              <a:lnSpc>
                <a:spcPts val="2600"/>
              </a:lnSpc>
              <a:buClr>
                <a:srgbClr val="0070C0"/>
              </a:buClr>
              <a:buFont typeface="Wingdings" pitchFamily="2" charset="2"/>
              <a:buChar char="l"/>
            </a:pPr>
            <a:r>
              <a:rPr lang="zh-CN" altLang="en-US" b="1" dirty="0">
                <a:latin typeface="微软雅黑" pitchFamily="34" charset="-122"/>
                <a:ea typeface="微软雅黑" pitchFamily="34" charset="-122"/>
              </a:rPr>
              <a:t>一个 </a:t>
            </a: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地址块包含的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地址数目，取决于网络前缀的位数。</a:t>
            </a:r>
          </a:p>
        </p:txBody>
      </p:sp>
    </p:spTree>
    <p:custDataLst>
      <p:tags r:id="rId1"/>
    </p:custDataLst>
    <p:extLst>
      <p:ext uri="{BB962C8B-B14F-4D97-AF65-F5344CB8AC3E}">
        <p14:creationId xmlns:p14="http://schemas.microsoft.com/office/powerpoint/2010/main" val="3214903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anim calcmode="lin" valueType="num">
                                      <p:cBhvr>
                                        <p:cTn id="8"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fade">
                                      <p:cBhvr>
                                        <p:cTn id="12" dur="1000"/>
                                        <p:tgtEl>
                                          <p:spTgt spid="5">
                                            <p:txEl>
                                              <p:pRg st="1" end="1"/>
                                            </p:txEl>
                                          </p:spTgt>
                                        </p:tgtEl>
                                      </p:cBhvr>
                                    </p:animEffect>
                                    <p:anim calcmode="lin" valueType="num">
                                      <p:cBhvr>
                                        <p:cTn id="13"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14"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childTnLst>
                          </p:cTn>
                        </p:par>
                        <p:par>
                          <p:cTn id="21" fill="hold">
                            <p:stCondLst>
                              <p:cond delay="0"/>
                            </p:stCondLst>
                            <p:childTnLst>
                              <p:par>
                                <p:cTn id="22" presetID="35" presetClass="emph" presetSubtype="0" repeatCount="3000" fill="hold" grpId="1" nodeType="afterEffect">
                                  <p:stCondLst>
                                    <p:cond delay="0"/>
                                  </p:stCondLst>
                                  <p:childTnLst>
                                    <p:anim calcmode="discrete" valueType="str">
                                      <p:cBhvr>
                                        <p:cTn id="23" dur="1000" fill="hold"/>
                                        <p:tgtEl>
                                          <p:spTgt spid="13"/>
                                        </p:tgtEl>
                                        <p:attrNameLst>
                                          <p:attrName>style.visibility</p:attrName>
                                        </p:attrNameLst>
                                      </p:cBhvr>
                                      <p:tavLst>
                                        <p:tav tm="0">
                                          <p:val>
                                            <p:strVal val="hidden"/>
                                          </p:val>
                                        </p:tav>
                                        <p:tav tm="50000">
                                          <p:val>
                                            <p:strVal val="visible"/>
                                          </p:val>
                                        </p:tav>
                                      </p:tavLst>
                                    </p:anim>
                                  </p:childTnLst>
                                </p:cTn>
                              </p:par>
                              <p:par>
                                <p:cTn id="24" presetID="35" presetClass="emph" presetSubtype="0" repeatCount="3000" fill="hold" grpId="1" nodeType="withEffect">
                                  <p:stCondLst>
                                    <p:cond delay="0"/>
                                  </p:stCondLst>
                                  <p:childTnLst>
                                    <p:anim calcmode="discrete" valueType="str">
                                      <p:cBhvr>
                                        <p:cTn id="25"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childTnLst>
                                </p:cTn>
                              </p:par>
                            </p:childTnLst>
                          </p:cTn>
                        </p:par>
                        <p:par>
                          <p:cTn id="30" fill="hold">
                            <p:stCondLst>
                              <p:cond delay="0"/>
                            </p:stCondLst>
                            <p:childTnLst>
                              <p:par>
                                <p:cTn id="31" presetID="22" presetClass="entr" presetSubtype="8" fill="hold"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wipe(left)">
                                      <p:cBhvr>
                                        <p:cTn id="33" dur="250"/>
                                        <p:tgtEl>
                                          <p:spTgt spid="14"/>
                                        </p:tgtEl>
                                      </p:cBhvr>
                                    </p:animEffec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17"/>
                                        </p:tgtEl>
                                        <p:attrNameLst>
                                          <p:attrName>style.visibility</p:attrName>
                                        </p:attrNameLst>
                                      </p:cBhvr>
                                      <p:to>
                                        <p:strVal val="visible"/>
                                      </p:to>
                                    </p:set>
                                  </p:childTnLst>
                                </p:cTn>
                              </p:par>
                            </p:childTnLst>
                          </p:cTn>
                        </p:par>
                        <p:par>
                          <p:cTn id="38" fill="hold">
                            <p:stCondLst>
                              <p:cond delay="0"/>
                            </p:stCondLst>
                            <p:childTnLst>
                              <p:par>
                                <p:cTn id="39" presetID="22" presetClass="entr" presetSubtype="8" fill="hold" nodeType="after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wipe(left)">
                                      <p:cBhvr>
                                        <p:cTn id="41" dur="250"/>
                                        <p:tgtEl>
                                          <p:spTgt spid="1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repeatCount="3000" fill="hold" grpId="0" nodeType="click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fade">
                                      <p:cBhvr>
                                        <p:cTn id="46" dur="500"/>
                                        <p:tgtEl>
                                          <p:spTgt spid="21"/>
                                        </p:tgtEl>
                                      </p:cBhvr>
                                    </p:animEffec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13" grpId="0" animBg="1"/>
      <p:bldP spid="13" grpId="1" animBg="1"/>
      <p:bldP spid="21" grpId="0" animBg="1"/>
      <p:bldP spid="25" grpId="0"/>
      <p:bldP spid="5" grpId="0" uiExpand="1" build="p"/>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887093" y="581433"/>
            <a:ext cx="13885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地址块</a:t>
            </a:r>
          </a:p>
        </p:txBody>
      </p:sp>
      <p:sp>
        <p:nvSpPr>
          <p:cNvPr id="4" name="矩形 3"/>
          <p:cNvSpPr/>
          <p:nvPr/>
        </p:nvSpPr>
        <p:spPr>
          <a:xfrm>
            <a:off x="735680" y="1104288"/>
            <a:ext cx="877163" cy="369332"/>
          </a:xfrm>
          <a:prstGeom prst="rect">
            <a:avLst/>
          </a:prstGeom>
          <a:solidFill>
            <a:srgbClr val="FFC000"/>
          </a:solidFill>
        </p:spPr>
        <p:txBody>
          <a:bodyPr wrap="none">
            <a:spAutoFit/>
          </a:bodyPr>
          <a:lstStyle/>
          <a:p>
            <a:r>
              <a:rPr lang="zh-CN" altLang="en-US" b="1" dirty="0">
                <a:latin typeface="微软雅黑" panose="020B0503020204020204" pitchFamily="34" charset="-122"/>
                <a:ea typeface="微软雅黑" panose="020B0503020204020204" pitchFamily="34" charset="-122"/>
              </a:rPr>
              <a:t>注意：</a:t>
            </a:r>
          </a:p>
        </p:txBody>
      </p:sp>
      <p:graphicFrame>
        <p:nvGraphicFramePr>
          <p:cNvPr id="7" name="表格 6"/>
          <p:cNvGraphicFramePr>
            <a:graphicFrameLocks noGrp="1"/>
          </p:cNvGraphicFramePr>
          <p:nvPr/>
        </p:nvGraphicFramePr>
        <p:xfrm>
          <a:off x="735680" y="1530239"/>
          <a:ext cx="7537052" cy="2491155"/>
        </p:xfrm>
        <a:graphic>
          <a:graphicData uri="http://schemas.openxmlformats.org/drawingml/2006/table">
            <a:tbl>
              <a:tblPr bandRow="1">
                <a:tableStyleId>{0505E3EF-67EA-436B-97B2-0124C06EBD24}</a:tableStyleId>
              </a:tblPr>
              <a:tblGrid>
                <a:gridCol w="2171422">
                  <a:extLst>
                    <a:ext uri="{9D8B030D-6E8A-4147-A177-3AD203B41FA5}">
                      <a16:colId xmlns:a16="http://schemas.microsoft.com/office/drawing/2014/main" val="3280350879"/>
                    </a:ext>
                  </a:extLst>
                </a:gridCol>
                <a:gridCol w="5365630">
                  <a:extLst>
                    <a:ext uri="{9D8B030D-6E8A-4147-A177-3AD203B41FA5}">
                      <a16:colId xmlns:a16="http://schemas.microsoft.com/office/drawing/2014/main" val="1919485736"/>
                    </a:ext>
                  </a:extLst>
                </a:gridCol>
              </a:tblGrid>
              <a:tr h="554200">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128.14.35.7</a:t>
                      </a:r>
                      <a:endParaRPr lang="zh-CN" altLang="en-US" sz="1600" b="1" dirty="0">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是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地址，但未指明网络前缀长度，不知道其网络地址。</a:t>
                      </a:r>
                    </a:p>
                  </a:txBody>
                  <a:tcPr anchor="ctr"/>
                </a:tc>
                <a:extLst>
                  <a:ext uri="{0D108BD9-81ED-4DB2-BD59-A6C34878D82A}">
                    <a16:rowId xmlns:a16="http://schemas.microsoft.com/office/drawing/2014/main" val="1024444491"/>
                  </a:ext>
                </a:extLst>
              </a:tr>
              <a:tr h="747753">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128.14.35.7</a:t>
                      </a:r>
                      <a:r>
                        <a:rPr lang="en-US" altLang="zh-CN" sz="1600" b="1" dirty="0">
                          <a:solidFill>
                            <a:srgbClr val="C00000"/>
                          </a:solidFill>
                          <a:latin typeface="微软雅黑" panose="020B0503020204020204" pitchFamily="34" charset="-122"/>
                          <a:ea typeface="微软雅黑" panose="020B0503020204020204" pitchFamily="34" charset="-122"/>
                        </a:rPr>
                        <a:t>/20</a:t>
                      </a:r>
                      <a:endParaRPr lang="zh-CN" altLang="en-US" sz="1600" b="1" dirty="0">
                        <a:solidFill>
                          <a:srgbClr val="C00000"/>
                        </a:solidFill>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是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地址，同时指明了网络前缀为 </a:t>
                      </a:r>
                      <a:r>
                        <a:rPr lang="en-US" altLang="zh-CN" sz="1600" b="1" dirty="0">
                          <a:latin typeface="微软雅黑" panose="020B0503020204020204" pitchFamily="34" charset="-122"/>
                          <a:ea typeface="微软雅黑" panose="020B0503020204020204" pitchFamily="34" charset="-122"/>
                        </a:rPr>
                        <a:t>20 </a:t>
                      </a:r>
                      <a:r>
                        <a:rPr lang="zh-CN" altLang="en-US" sz="1600" b="1" dirty="0">
                          <a:latin typeface="微软雅黑" panose="020B0503020204020204" pitchFamily="34" charset="-122"/>
                          <a:ea typeface="微软雅黑" panose="020B0503020204020204" pitchFamily="34" charset="-122"/>
                        </a:rPr>
                        <a:t>位。</a:t>
                      </a:r>
                      <a:endParaRPr lang="en-US" altLang="zh-CN" sz="1600" b="1" dirty="0">
                        <a:latin typeface="微软雅黑" panose="020B0503020204020204" pitchFamily="34" charset="-122"/>
                        <a:ea typeface="微软雅黑" panose="020B0503020204020204" pitchFamily="34" charset="-122"/>
                      </a:endParaRPr>
                    </a:p>
                    <a:p>
                      <a:pPr>
                        <a:lnSpc>
                          <a:spcPts val="2200"/>
                        </a:lnSpc>
                      </a:pPr>
                      <a:r>
                        <a:rPr lang="zh-CN" altLang="en-US" sz="1600" b="1" dirty="0">
                          <a:latin typeface="微软雅黑" panose="020B0503020204020204" pitchFamily="34" charset="-122"/>
                          <a:ea typeface="微软雅黑" panose="020B0503020204020204" pitchFamily="34" charset="-122"/>
                        </a:rPr>
                        <a:t>其网络地址是 </a:t>
                      </a:r>
                      <a:r>
                        <a:rPr lang="en-US" altLang="zh-CN" sz="1600" b="1" dirty="0">
                          <a:latin typeface="微软雅黑" panose="020B0503020204020204" pitchFamily="34" charset="-122"/>
                          <a:ea typeface="微软雅黑" panose="020B0503020204020204" pitchFamily="34" charset="-122"/>
                        </a:rPr>
                        <a:t>128.14.32.0/20 </a:t>
                      </a:r>
                      <a:r>
                        <a:rPr lang="zh-CN" altLang="en-US" sz="1600" b="1" dirty="0">
                          <a:latin typeface="微软雅黑" panose="020B0503020204020204" pitchFamily="34" charset="-122"/>
                          <a:ea typeface="微软雅黑" panose="020B0503020204020204" pitchFamily="34" charset="-122"/>
                        </a:rPr>
                        <a:t>。</a:t>
                      </a:r>
                    </a:p>
                  </a:txBody>
                  <a:tcPr anchor="ctr"/>
                </a:tc>
                <a:extLst>
                  <a:ext uri="{0D108BD9-81ED-4DB2-BD59-A6C34878D82A}">
                    <a16:rowId xmlns:a16="http://schemas.microsoft.com/office/drawing/2014/main" val="178982981"/>
                  </a:ext>
                </a:extLst>
              </a:tr>
              <a:tr h="441010">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128.14.32.0</a:t>
                      </a:r>
                      <a:r>
                        <a:rPr lang="en-US" altLang="zh-CN" sz="1600" b="1" dirty="0">
                          <a:solidFill>
                            <a:srgbClr val="C00000"/>
                          </a:solidFill>
                          <a:latin typeface="微软雅黑" panose="020B0503020204020204" pitchFamily="34" charset="-122"/>
                          <a:ea typeface="微软雅黑" panose="020B0503020204020204" pitchFamily="34" charset="-122"/>
                        </a:rPr>
                        <a:t>/20</a:t>
                      </a:r>
                      <a:endParaRPr lang="zh-CN" altLang="en-US" sz="1600" b="1" dirty="0">
                        <a:solidFill>
                          <a:srgbClr val="C00000"/>
                        </a:solidFill>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表示一个地址块或一个网络的地址。有时地址块中十进制数字最后的</a:t>
                      </a:r>
                      <a:r>
                        <a:rPr lang="en-US" altLang="zh-CN" sz="1600" b="1" dirty="0">
                          <a:latin typeface="微软雅黑" panose="020B0503020204020204" pitchFamily="34" charset="-122"/>
                          <a:ea typeface="微软雅黑" panose="020B0503020204020204" pitchFamily="34" charset="-122"/>
                        </a:rPr>
                        <a:t>0</a:t>
                      </a:r>
                      <a:r>
                        <a:rPr lang="zh-CN" altLang="en-US" sz="1600" b="1" dirty="0">
                          <a:latin typeface="微软雅黑" panose="020B0503020204020204" pitchFamily="34" charset="-122"/>
                          <a:ea typeface="微软雅黑" panose="020B0503020204020204" pitchFamily="34" charset="-122"/>
                        </a:rPr>
                        <a:t>可省略，即简写为</a:t>
                      </a:r>
                      <a:r>
                        <a:rPr lang="en-US" altLang="zh-CN" sz="1600" b="1" dirty="0">
                          <a:latin typeface="微软雅黑" panose="020B0503020204020204" pitchFamily="34" charset="-122"/>
                          <a:ea typeface="微软雅黑" panose="020B0503020204020204" pitchFamily="34" charset="-122"/>
                        </a:rPr>
                        <a:t>128.14.32/20</a:t>
                      </a:r>
                      <a:r>
                        <a:rPr lang="zh-CN" altLang="en-US" sz="1600" b="1" dirty="0">
                          <a:latin typeface="微软雅黑" panose="020B0503020204020204" pitchFamily="34" charset="-122"/>
                          <a:ea typeface="微软雅黑" panose="020B0503020204020204" pitchFamily="34" charset="-122"/>
                        </a:rPr>
                        <a:t>。</a:t>
                      </a:r>
                    </a:p>
                  </a:txBody>
                  <a:tcPr anchor="ctr"/>
                </a:tc>
                <a:extLst>
                  <a:ext uri="{0D108BD9-81ED-4DB2-BD59-A6C34878D82A}">
                    <a16:rowId xmlns:a16="http://schemas.microsoft.com/office/drawing/2014/main" val="406556459"/>
                  </a:ext>
                </a:extLst>
              </a:tr>
              <a:tr h="560425">
                <a:tc>
                  <a:txBody>
                    <a:bodyPr/>
                    <a:lstStyle/>
                    <a:p>
                      <a:pPr>
                        <a:lnSpc>
                          <a:spcPts val="2200"/>
                        </a:lnSpc>
                      </a:pPr>
                      <a:r>
                        <a:rPr lang="en-US" altLang="zh-CN" sz="1600" b="1" dirty="0">
                          <a:latin typeface="微软雅黑" panose="020B0503020204020204" pitchFamily="34" charset="-122"/>
                          <a:ea typeface="微软雅黑" panose="020B0503020204020204" pitchFamily="34" charset="-122"/>
                        </a:rPr>
                        <a:t>128.14.32.0</a:t>
                      </a:r>
                      <a:endParaRPr lang="zh-CN" altLang="en-US" sz="1600" b="1" dirty="0">
                        <a:latin typeface="微软雅黑" panose="020B0503020204020204" pitchFamily="34" charset="-122"/>
                        <a:ea typeface="微软雅黑" panose="020B0503020204020204" pitchFamily="34" charset="-122"/>
                      </a:endParaRPr>
                    </a:p>
                  </a:txBody>
                  <a:tcPr anchor="ctr"/>
                </a:tc>
                <a:tc>
                  <a:txBody>
                    <a:bodyPr/>
                    <a:lstStyle/>
                    <a:p>
                      <a:pPr>
                        <a:lnSpc>
                          <a:spcPts val="2200"/>
                        </a:lnSpc>
                      </a:pPr>
                      <a:r>
                        <a:rPr lang="zh-CN" altLang="en-US" sz="1600" b="1" dirty="0">
                          <a:latin typeface="微软雅黑" panose="020B0503020204020204" pitchFamily="34" charset="-122"/>
                          <a:ea typeface="微软雅黑" panose="020B0503020204020204" pitchFamily="34" charset="-122"/>
                        </a:rPr>
                        <a:t>不能指明一个网络地址，因为无法知道网络前缀是多少。</a:t>
                      </a:r>
                    </a:p>
                  </a:txBody>
                  <a:tcPr anchor="ctr"/>
                </a:tc>
                <a:extLst>
                  <a:ext uri="{0D108BD9-81ED-4DB2-BD59-A6C34878D82A}">
                    <a16:rowId xmlns:a16="http://schemas.microsoft.com/office/drawing/2014/main" val="1768652690"/>
                  </a:ext>
                </a:extLst>
              </a:tr>
            </a:tbl>
          </a:graphicData>
        </a:graphic>
      </p:graphicFrame>
      <p:cxnSp>
        <p:nvCxnSpPr>
          <p:cNvPr id="6" name="直接连接符 5">
            <a:extLst>
              <a:ext uri="{FF2B5EF4-FFF2-40B4-BE49-F238E27FC236}">
                <a16:creationId xmlns:a16="http://schemas.microsoft.com/office/drawing/2014/main" id="{08BFBC54-5288-5CF0-D2EA-3D64200C3492}"/>
              </a:ext>
            </a:extLst>
          </p:cNvPr>
          <p:cNvCxnSpPr/>
          <p:nvPr/>
        </p:nvCxnSpPr>
        <p:spPr>
          <a:xfrm>
            <a:off x="811161" y="1946788"/>
            <a:ext cx="1229033"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8" name="直接连接符 7">
            <a:extLst>
              <a:ext uri="{FF2B5EF4-FFF2-40B4-BE49-F238E27FC236}">
                <a16:creationId xmlns:a16="http://schemas.microsoft.com/office/drawing/2014/main" id="{A9E5CAEF-16B2-23E5-8E52-E02A4672555B}"/>
              </a:ext>
            </a:extLst>
          </p:cNvPr>
          <p:cNvCxnSpPr>
            <a:cxnSpLocks/>
          </p:cNvCxnSpPr>
          <p:nvPr/>
        </p:nvCxnSpPr>
        <p:spPr>
          <a:xfrm>
            <a:off x="811161" y="2615382"/>
            <a:ext cx="1543665"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10" name="直接连接符 9">
            <a:extLst>
              <a:ext uri="{FF2B5EF4-FFF2-40B4-BE49-F238E27FC236}">
                <a16:creationId xmlns:a16="http://schemas.microsoft.com/office/drawing/2014/main" id="{D6612D79-A8C2-B19E-C63A-E3326ACEA828}"/>
              </a:ext>
            </a:extLst>
          </p:cNvPr>
          <p:cNvCxnSpPr>
            <a:cxnSpLocks/>
          </p:cNvCxnSpPr>
          <p:nvPr/>
        </p:nvCxnSpPr>
        <p:spPr>
          <a:xfrm>
            <a:off x="831178" y="3303639"/>
            <a:ext cx="1543665" cy="0"/>
          </a:xfrm>
          <a:prstGeom prst="line">
            <a:avLst/>
          </a:prstGeom>
        </p:spPr>
        <p:style>
          <a:lnRef idx="3">
            <a:schemeClr val="accent2"/>
          </a:lnRef>
          <a:fillRef idx="0">
            <a:schemeClr val="accent2"/>
          </a:fillRef>
          <a:effectRef idx="2">
            <a:schemeClr val="accent2"/>
          </a:effectRef>
          <a:fontRef idx="minor">
            <a:schemeClr val="tx1"/>
          </a:fontRef>
        </p:style>
      </p:cxnSp>
      <p:cxnSp>
        <p:nvCxnSpPr>
          <p:cNvPr id="11" name="直接连接符 10">
            <a:extLst>
              <a:ext uri="{FF2B5EF4-FFF2-40B4-BE49-F238E27FC236}">
                <a16:creationId xmlns:a16="http://schemas.microsoft.com/office/drawing/2014/main" id="{C6649F2B-87C1-31B8-2445-0679EC794980}"/>
              </a:ext>
            </a:extLst>
          </p:cNvPr>
          <p:cNvCxnSpPr/>
          <p:nvPr/>
        </p:nvCxnSpPr>
        <p:spPr>
          <a:xfrm>
            <a:off x="811161" y="3888657"/>
            <a:ext cx="1229033" cy="0"/>
          </a:xfrm>
          <a:prstGeom prst="line">
            <a:avLst/>
          </a:prstGeom>
        </p:spPr>
        <p:style>
          <a:lnRef idx="3">
            <a:schemeClr val="accent2"/>
          </a:lnRef>
          <a:fillRef idx="0">
            <a:schemeClr val="accent2"/>
          </a:fillRef>
          <a:effectRef idx="2">
            <a:schemeClr val="accent2"/>
          </a:effectRef>
          <a:fontRef idx="minor">
            <a:schemeClr val="tx1"/>
          </a:fontRef>
        </p:style>
      </p:cxnSp>
    </p:spTree>
    <p:custDataLst>
      <p:tags r:id="rId1"/>
    </p:custDataLst>
    <p:extLst>
      <p:ext uri="{BB962C8B-B14F-4D97-AF65-F5344CB8AC3E}">
        <p14:creationId xmlns:p14="http://schemas.microsoft.com/office/powerpoint/2010/main" val="4253518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subTnLst>
                                    <p:set>
                                      <p:cBhvr override="childStyle">
                                        <p:cTn dur="1" fill="hold" display="0" masterRel="nextClick" afterEffect="1"/>
                                        <p:tgtEl>
                                          <p:spTgt spid="6"/>
                                        </p:tgtEl>
                                        <p:attrNameLst>
                                          <p:attrName>style.visibility</p:attrName>
                                        </p:attrNameLst>
                                      </p:cBhvr>
                                      <p:to>
                                        <p:strVal val="hidden"/>
                                      </p:to>
                                    </p:set>
                                  </p:sub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wipe(left)">
                                      <p:cBhvr>
                                        <p:cTn id="12" dur="500"/>
                                        <p:tgtEl>
                                          <p:spTgt spid="8"/>
                                        </p:tgtEl>
                                      </p:cBhvr>
                                    </p:animEffect>
                                  </p:childTnLst>
                                  <p:subTnLst>
                                    <p:set>
                                      <p:cBhvr override="childStyle">
                                        <p:cTn dur="1" fill="hold" display="0" masterRel="nextClick" afterEffect="1"/>
                                        <p:tgtEl>
                                          <p:spTgt spid="8"/>
                                        </p:tgtEl>
                                        <p:attrNameLst>
                                          <p:attrName>style.visibility</p:attrName>
                                        </p:attrNameLst>
                                      </p:cBhvr>
                                      <p:to>
                                        <p:strVal val="hidden"/>
                                      </p:to>
                                    </p:set>
                                  </p:sub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wipe(left)">
                                      <p:cBhvr>
                                        <p:cTn id="17" dur="500"/>
                                        <p:tgtEl>
                                          <p:spTgt spid="10"/>
                                        </p:tgtEl>
                                      </p:cBhvr>
                                    </p:animEffect>
                                  </p:childTnLst>
                                  <p:subTnLst>
                                    <p:set>
                                      <p:cBhvr override="childStyle">
                                        <p:cTn dur="1" fill="hold" display="0" masterRel="nextClick" afterEffect="1"/>
                                        <p:tgtEl>
                                          <p:spTgt spid="1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wipe(left)">
                                      <p:cBhvr>
                                        <p:cTn id="22" dur="500"/>
                                        <p:tgtEl>
                                          <p:spTgt spid="11"/>
                                        </p:tgtEl>
                                      </p:cBhvr>
                                    </p:animEffect>
                                  </p:childTnLst>
                                  <p:subTnLst>
                                    <p:set>
                                      <p:cBhvr override="childStyle">
                                        <p:cTn dur="1" fill="hold" display="0" masterRel="nextClick" afterEffect="1"/>
                                        <p:tgtEl>
                                          <p:spTgt spid="11"/>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44794" y="581433"/>
            <a:ext cx="36731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地址掩码 </a:t>
            </a:r>
            <a:r>
              <a:rPr lang="en-US" altLang="zh-CN" sz="2000" b="1" dirty="0">
                <a:solidFill>
                  <a:schemeClr val="bg1"/>
                </a:solidFill>
                <a:latin typeface="微软雅黑" pitchFamily="34" charset="-122"/>
                <a:ea typeface="微软雅黑" pitchFamily="34" charset="-122"/>
              </a:rPr>
              <a:t>(address mask)</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2" y="978646"/>
            <a:ext cx="8423135" cy="19807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又称为</a:t>
            </a:r>
            <a:r>
              <a:rPr lang="zh-CN" altLang="en-US" sz="2000" b="1" dirty="0">
                <a:solidFill>
                  <a:srgbClr val="0000FF"/>
                </a:solidFill>
                <a:latin typeface="微软雅黑" pitchFamily="34" charset="-122"/>
                <a:ea typeface="微软雅黑" pitchFamily="34" charset="-122"/>
              </a:rPr>
              <a:t>子网掩码 </a:t>
            </a:r>
            <a:r>
              <a:rPr lang="en-US" altLang="zh-CN" sz="2000" b="1" dirty="0">
                <a:latin typeface="微软雅黑" pitchFamily="34" charset="-122"/>
                <a:ea typeface="微软雅黑" pitchFamily="34" charset="-122"/>
              </a:rPr>
              <a:t>(subnet mask)</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位数：</a:t>
            </a:r>
            <a:r>
              <a:rPr lang="en-US" altLang="zh-CN" sz="2000" b="1" dirty="0">
                <a:solidFill>
                  <a:srgbClr val="C00000"/>
                </a:solidFill>
                <a:latin typeface="微软雅黑" pitchFamily="34" charset="-122"/>
                <a:ea typeface="微软雅黑" pitchFamily="34" charset="-122"/>
              </a:rPr>
              <a:t>32 </a:t>
            </a:r>
            <a:r>
              <a:rPr lang="zh-CN" altLang="en-US" sz="2000" b="1" dirty="0">
                <a:solidFill>
                  <a:srgbClr val="C00000"/>
                </a:solidFill>
                <a:latin typeface="微软雅黑" pitchFamily="34" charset="-122"/>
                <a:ea typeface="微软雅黑" pitchFamily="34" charset="-122"/>
              </a:rPr>
              <a:t>位。</a:t>
            </a:r>
            <a:endParaRPr lang="en-US" altLang="zh-CN" sz="2000" b="1" dirty="0">
              <a:solidFill>
                <a:srgbClr val="C00000"/>
              </a:solidFill>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由一连串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和接着的一连串 </a:t>
            </a:r>
            <a:r>
              <a:rPr lang="en-US" altLang="zh-CN" sz="2000" b="1" dirty="0">
                <a:latin typeface="微软雅黑" pitchFamily="34" charset="-122"/>
                <a:ea typeface="微软雅黑" pitchFamily="34" charset="-122"/>
              </a:rPr>
              <a:t>0 </a:t>
            </a:r>
            <a:r>
              <a:rPr lang="zh-CN" altLang="en-US" sz="2000" b="1" dirty="0">
                <a:latin typeface="微软雅黑" pitchFamily="34" charset="-122"/>
                <a:ea typeface="微软雅黑" pitchFamily="34" charset="-122"/>
              </a:rPr>
              <a:t>组成，</a:t>
            </a:r>
            <a:r>
              <a:rPr lang="zh-CN" altLang="en-US" sz="2000" b="1" dirty="0">
                <a:solidFill>
                  <a:srgbClr val="C00000"/>
                </a:solidFill>
                <a:latin typeface="微软雅黑" pitchFamily="34" charset="-122"/>
                <a:ea typeface="微软雅黑" pitchFamily="34" charset="-122"/>
              </a:rPr>
              <a:t>而 </a:t>
            </a:r>
            <a:r>
              <a:rPr lang="en-US" altLang="zh-CN" sz="2000" b="1" dirty="0">
                <a:solidFill>
                  <a:srgbClr val="C00000"/>
                </a:solidFill>
                <a:latin typeface="微软雅黑" pitchFamily="34" charset="-122"/>
                <a:ea typeface="微软雅黑" pitchFamily="34" charset="-122"/>
              </a:rPr>
              <a:t>1 </a:t>
            </a:r>
            <a:r>
              <a:rPr lang="zh-CN" altLang="en-US" sz="2000" b="1" dirty="0">
                <a:solidFill>
                  <a:srgbClr val="C00000"/>
                </a:solidFill>
                <a:latin typeface="微软雅黑" pitchFamily="34" charset="-122"/>
                <a:ea typeface="微软雅黑" pitchFamily="34" charset="-122"/>
              </a:rPr>
              <a:t>的个数就是网络前缀的长度。</a:t>
            </a: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目的：让机器从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地址迅速算出网络地址。</a:t>
            </a:r>
            <a:endParaRPr lang="en-US" altLang="zh-CN" sz="2000" b="1" dirty="0">
              <a:latin typeface="微软雅黑" pitchFamily="34" charset="-122"/>
              <a:ea typeface="微软雅黑" pitchFamily="34" charset="-122"/>
            </a:endParaRPr>
          </a:p>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CIDR</a:t>
            </a:r>
            <a:r>
              <a:rPr lang="zh-CN" altLang="en-US" sz="2000" b="1" dirty="0">
                <a:latin typeface="微软雅黑" pitchFamily="34" charset="-122"/>
                <a:ea typeface="微软雅黑" pitchFamily="34" charset="-122"/>
              </a:rPr>
              <a:t>记法中，斜线后面的数字就是地址掩码中</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的个数。</a:t>
            </a:r>
            <a:endParaRPr lang="en-US" altLang="zh-CN" sz="2000" b="1" dirty="0">
              <a:latin typeface="微软雅黑" pitchFamily="34" charset="-122"/>
              <a:ea typeface="微软雅黑" pitchFamily="34" charset="-122"/>
            </a:endParaRPr>
          </a:p>
        </p:txBody>
      </p:sp>
      <p:sp>
        <p:nvSpPr>
          <p:cNvPr id="5" name="矩形 4"/>
          <p:cNvSpPr/>
          <p:nvPr/>
        </p:nvSpPr>
        <p:spPr>
          <a:xfrm>
            <a:off x="738283" y="3299868"/>
            <a:ext cx="7686135" cy="775662"/>
          </a:xfrm>
          <a:prstGeom prst="rect">
            <a:avLst/>
          </a:prstGeom>
          <a:solidFill>
            <a:srgbClr val="33CCFF"/>
          </a:solidFill>
        </p:spPr>
        <p:txBody>
          <a:bodyPr wrap="square">
            <a:spAutoFit/>
          </a:bodyPr>
          <a:lstStyle/>
          <a:p>
            <a:pPr>
              <a:lnSpc>
                <a:spcPts val="2800"/>
              </a:lnSpc>
            </a:pPr>
            <a:r>
              <a:rPr lang="en-US" altLang="zh-CN" b="1" dirty="0">
                <a:solidFill>
                  <a:srgbClr val="C00000"/>
                </a:solidFill>
                <a:latin typeface="微软雅黑" panose="020B0503020204020204" pitchFamily="34" charset="-122"/>
                <a:ea typeface="微软雅黑" panose="020B0503020204020204" pitchFamily="34" charset="-122"/>
              </a:rPr>
              <a:t>/20 </a:t>
            </a:r>
            <a:r>
              <a:rPr lang="zh-CN" altLang="en-US" b="1" dirty="0">
                <a:latin typeface="微软雅黑" panose="020B0503020204020204" pitchFamily="34" charset="-122"/>
                <a:ea typeface="微软雅黑" panose="020B0503020204020204" pitchFamily="34" charset="-122"/>
              </a:rPr>
              <a:t>地址块的地址掩码：</a:t>
            </a:r>
            <a:r>
              <a:rPr lang="en-US" altLang="zh-CN" b="1" dirty="0">
                <a:latin typeface="微软雅黑" panose="020B0503020204020204" pitchFamily="34" charset="-122"/>
                <a:ea typeface="微软雅黑" panose="020B0503020204020204" pitchFamily="34" charset="-122"/>
              </a:rPr>
              <a:t>11111111 11111111 11110000 00000000</a:t>
            </a:r>
          </a:p>
          <a:p>
            <a:pPr>
              <a:lnSpc>
                <a:spcPts val="2800"/>
              </a:lnSpc>
            </a:pPr>
            <a:r>
              <a:rPr lang="zh-CN" altLang="en-US" b="1" dirty="0">
                <a:latin typeface="微软雅黑" panose="020B0503020204020204" pitchFamily="34" charset="-122"/>
                <a:ea typeface="微软雅黑" panose="020B0503020204020204" pitchFamily="34" charset="-122"/>
              </a:rPr>
              <a:t>对应的</a:t>
            </a:r>
            <a:r>
              <a:rPr lang="zh-CN" altLang="en-US" b="1" dirty="0">
                <a:solidFill>
                  <a:srgbClr val="C00000"/>
                </a:solidFill>
                <a:latin typeface="微软雅黑" panose="020B0503020204020204" pitchFamily="34" charset="-122"/>
                <a:ea typeface="微软雅黑" panose="020B0503020204020204" pitchFamily="34" charset="-122"/>
              </a:rPr>
              <a:t>点分十进制记法</a:t>
            </a:r>
            <a:r>
              <a:rPr lang="zh-CN" altLang="en-US" b="1" dirty="0">
                <a:latin typeface="微软雅黑" panose="020B0503020204020204" pitchFamily="34" charset="-122"/>
                <a:ea typeface="微软雅黑" panose="020B0503020204020204" pitchFamily="34" charset="-122"/>
              </a:rPr>
              <a:t>为：</a:t>
            </a:r>
            <a:r>
              <a:rPr lang="en-US" altLang="zh-CN" b="1" dirty="0">
                <a:latin typeface="微软雅黑" panose="020B0503020204020204" pitchFamily="34" charset="-122"/>
                <a:ea typeface="微软雅黑" panose="020B0503020204020204" pitchFamily="34" charset="-122"/>
              </a:rPr>
              <a:t>255.255.240.0</a:t>
            </a:r>
            <a:endParaRPr lang="zh-CN" altLang="en-US" b="1" dirty="0">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34491337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4">
                                            <p:txEl>
                                              <p:pRg st="0" end="0"/>
                                            </p:txEl>
                                          </p:spTgt>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4">
                                            <p:txEl>
                                              <p:pRg st="1" end="1"/>
                                            </p:txEl>
                                          </p:spTgt>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1000" fill="hold"/>
                                        <p:tgtEl>
                                          <p:spTgt spid="4">
                                            <p:txEl>
                                              <p:pRg st="2" end="2"/>
                                            </p:txEl>
                                          </p:spTgt>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3000" fill="hold" grpId="0" nodeType="clickEffect">
                                  <p:stCondLst>
                                    <p:cond delay="0"/>
                                  </p:stCondLst>
                                  <p:childTnLst>
                                    <p:anim calcmode="discrete" valueType="str">
                                      <p:cBhvr>
                                        <p:cTn id="18" dur="1000" fill="hold"/>
                                        <p:tgtEl>
                                          <p:spTgt spid="4">
                                            <p:txEl>
                                              <p:pRg st="3" end="3"/>
                                            </p:txEl>
                                          </p:spTgt>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3000" fill="hold" grpId="0" nodeType="clickEffect">
                                  <p:stCondLst>
                                    <p:cond delay="0"/>
                                  </p:stCondLst>
                                  <p:childTnLst>
                                    <p:anim calcmode="discrete" valueType="str">
                                      <p:cBhvr>
                                        <p:cTn id="22" dur="1000" fill="hold"/>
                                        <p:tgtEl>
                                          <p:spTgt spid="4">
                                            <p:txEl>
                                              <p:pRg st="4" end="4"/>
                                            </p:txEl>
                                          </p:spTgt>
                                        </p:tgtEl>
                                        <p:attrNameLst>
                                          <p:attrName>style.visibility</p:attrName>
                                        </p:attrNameLst>
                                      </p:cBhvr>
                                      <p:tavLst>
                                        <p:tav tm="0">
                                          <p:val>
                                            <p:strVal val="hidden"/>
                                          </p:val>
                                        </p:tav>
                                        <p:tav tm="50000">
                                          <p:val>
                                            <p:strVal val="visible"/>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anim calcmode="lin" valueType="num">
                                      <p:cBhvr>
                                        <p:cTn id="28" dur="1000" fill="hold"/>
                                        <p:tgtEl>
                                          <p:spTgt spid="5"/>
                                        </p:tgtEl>
                                        <p:attrNameLst>
                                          <p:attrName>ppt_x</p:attrName>
                                        </p:attrNameLst>
                                      </p:cBhvr>
                                      <p:tavLst>
                                        <p:tav tm="0">
                                          <p:val>
                                            <p:strVal val="#ppt_x"/>
                                          </p:val>
                                        </p:tav>
                                        <p:tav tm="100000">
                                          <p:val>
                                            <p:strVal val="#ppt_x"/>
                                          </p:val>
                                        </p:tav>
                                      </p:tavLst>
                                    </p:anim>
                                    <p:anim calcmode="lin" valueType="num">
                                      <p:cBhvr>
                                        <p:cTn id="2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5"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3367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65906"/>
            <a:ext cx="1723549" cy="400110"/>
          </a:xfrm>
          <a:prstGeom prst="rect">
            <a:avLst/>
          </a:prstGeom>
        </p:spPr>
        <p:txBody>
          <a:bodyPr wrap="none">
            <a:spAutoFit/>
          </a:bodyPr>
          <a:lstStyle/>
          <a:p>
            <a:r>
              <a:rPr lang="zh-CN" altLang="en-US" sz="2000" b="1" dirty="0">
                <a:latin typeface="微软雅黑" pitchFamily="34" charset="-122"/>
                <a:ea typeface="微软雅黑" pitchFamily="34" charset="-122"/>
              </a:rPr>
              <a:t>默认地址掩码</a:t>
            </a:r>
          </a:p>
        </p:txBody>
      </p:sp>
      <p:sp>
        <p:nvSpPr>
          <p:cNvPr id="73" name="Rectangle 2"/>
          <p:cNvSpPr>
            <a:spLocks noChangeArrowheads="1"/>
          </p:cNvSpPr>
          <p:nvPr/>
        </p:nvSpPr>
        <p:spPr bwMode="auto">
          <a:xfrm>
            <a:off x="1578634" y="1135078"/>
            <a:ext cx="5798097" cy="3137965"/>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1" name="Rectangle 54"/>
          <p:cNvSpPr>
            <a:spLocks noChangeArrowheads="1"/>
          </p:cNvSpPr>
          <p:nvPr/>
        </p:nvSpPr>
        <p:spPr bwMode="auto">
          <a:xfrm>
            <a:off x="6230843" y="3824348"/>
            <a:ext cx="1046391" cy="302025"/>
          </a:xfrm>
          <a:prstGeom prst="rect">
            <a:avLst/>
          </a:prstGeom>
          <a:solidFill>
            <a:srgbClr val="00FF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2" name="Rectangle 35"/>
          <p:cNvSpPr>
            <a:spLocks noChangeArrowheads="1"/>
          </p:cNvSpPr>
          <p:nvPr/>
        </p:nvSpPr>
        <p:spPr bwMode="auto">
          <a:xfrm>
            <a:off x="3150211" y="3832068"/>
            <a:ext cx="3081678" cy="30202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3" name="Rectangle 39"/>
          <p:cNvSpPr>
            <a:spLocks noChangeArrowheads="1"/>
          </p:cNvSpPr>
          <p:nvPr/>
        </p:nvSpPr>
        <p:spPr bwMode="auto">
          <a:xfrm>
            <a:off x="3094084" y="3858121"/>
            <a:ext cx="3218831" cy="259045"/>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1 1 1 1 1 1 1 1 1 1 1 1 1 1 1 1 1 1 1 1 1 1 1 1</a:t>
            </a:r>
          </a:p>
        </p:txBody>
      </p:sp>
      <p:sp>
        <p:nvSpPr>
          <p:cNvPr id="64" name="Rectangle 44"/>
          <p:cNvSpPr>
            <a:spLocks noChangeArrowheads="1"/>
          </p:cNvSpPr>
          <p:nvPr/>
        </p:nvSpPr>
        <p:spPr bwMode="auto">
          <a:xfrm>
            <a:off x="6171142" y="3858121"/>
            <a:ext cx="1166987" cy="2590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0 0 0 0 0 0 0 0</a:t>
            </a:r>
          </a:p>
        </p:txBody>
      </p:sp>
      <p:sp>
        <p:nvSpPr>
          <p:cNvPr id="65" name="Rectangle 53"/>
          <p:cNvSpPr>
            <a:spLocks noChangeArrowheads="1"/>
          </p:cNvSpPr>
          <p:nvPr/>
        </p:nvSpPr>
        <p:spPr bwMode="auto">
          <a:xfrm>
            <a:off x="5175044" y="2760027"/>
            <a:ext cx="2100099" cy="300094"/>
          </a:xfrm>
          <a:prstGeom prst="rect">
            <a:avLst/>
          </a:prstGeom>
          <a:solidFill>
            <a:srgbClr val="00FF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6" name="Rectangle 42"/>
          <p:cNvSpPr>
            <a:spLocks noChangeArrowheads="1"/>
          </p:cNvSpPr>
          <p:nvPr/>
        </p:nvSpPr>
        <p:spPr bwMode="auto">
          <a:xfrm>
            <a:off x="5151930" y="2784150"/>
            <a:ext cx="2192909" cy="2590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latin typeface="微软雅黑" pitchFamily="34" charset="-122"/>
                <a:ea typeface="微软雅黑" pitchFamily="34" charset="-122"/>
              </a:rPr>
              <a:t>0 0 0 0 0 0 0 0 0 0 0 0 0 0 0 0</a:t>
            </a:r>
          </a:p>
        </p:txBody>
      </p:sp>
      <p:sp>
        <p:nvSpPr>
          <p:cNvPr id="67" name="Rectangle 29"/>
          <p:cNvSpPr>
            <a:spLocks noChangeArrowheads="1"/>
          </p:cNvSpPr>
          <p:nvPr/>
        </p:nvSpPr>
        <p:spPr bwMode="auto">
          <a:xfrm>
            <a:off x="3154393" y="2763886"/>
            <a:ext cx="2024833" cy="300094"/>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8" name="Rectangle 41"/>
          <p:cNvSpPr>
            <a:spLocks noChangeArrowheads="1"/>
          </p:cNvSpPr>
          <p:nvPr/>
        </p:nvSpPr>
        <p:spPr bwMode="auto">
          <a:xfrm>
            <a:off x="3087967" y="2784150"/>
            <a:ext cx="2192909" cy="259045"/>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1 1 1 1 1 1 1 1 1 1 1 1 1 1 1 1</a:t>
            </a:r>
          </a:p>
        </p:txBody>
      </p:sp>
      <p:sp>
        <p:nvSpPr>
          <p:cNvPr id="69" name="Rectangle 19"/>
          <p:cNvSpPr>
            <a:spLocks noChangeArrowheads="1"/>
          </p:cNvSpPr>
          <p:nvPr/>
        </p:nvSpPr>
        <p:spPr bwMode="auto">
          <a:xfrm>
            <a:off x="3154393" y="1695705"/>
            <a:ext cx="1055799" cy="30009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0" name="Rectangle 52"/>
          <p:cNvSpPr>
            <a:spLocks noChangeArrowheads="1"/>
          </p:cNvSpPr>
          <p:nvPr/>
        </p:nvSpPr>
        <p:spPr bwMode="auto">
          <a:xfrm>
            <a:off x="4196602" y="1696670"/>
            <a:ext cx="3075405" cy="300094"/>
          </a:xfrm>
          <a:prstGeom prst="rect">
            <a:avLst/>
          </a:prstGeom>
          <a:solidFill>
            <a:srgbClr val="00FF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1" name="Rectangle 43"/>
          <p:cNvSpPr>
            <a:spLocks noChangeArrowheads="1"/>
          </p:cNvSpPr>
          <p:nvPr/>
        </p:nvSpPr>
        <p:spPr bwMode="auto">
          <a:xfrm>
            <a:off x="3096330" y="1725618"/>
            <a:ext cx="1166987" cy="2590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1 1 1 1 1 1 1 1</a:t>
            </a:r>
          </a:p>
        </p:txBody>
      </p:sp>
      <p:sp>
        <p:nvSpPr>
          <p:cNvPr id="72" name="Rectangle 40"/>
          <p:cNvSpPr>
            <a:spLocks noChangeArrowheads="1"/>
          </p:cNvSpPr>
          <p:nvPr/>
        </p:nvSpPr>
        <p:spPr bwMode="auto">
          <a:xfrm>
            <a:off x="4151535" y="1725618"/>
            <a:ext cx="3218831" cy="259045"/>
          </a:xfrm>
          <a:prstGeom prst="rect">
            <a:avLst/>
          </a:prstGeom>
          <a:no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dirty="0">
                <a:latin typeface="微软雅黑" pitchFamily="34" charset="-122"/>
                <a:ea typeface="微软雅黑" pitchFamily="34" charset="-122"/>
              </a:rPr>
              <a:t>0 0 0 0 0 0 0 0 0 0 0 0 0 0 0 0 0 0 0 0 0 0 0 0</a:t>
            </a:r>
          </a:p>
        </p:txBody>
      </p:sp>
      <p:sp>
        <p:nvSpPr>
          <p:cNvPr id="74" name="Rectangle 3"/>
          <p:cNvSpPr>
            <a:spLocks noChangeArrowheads="1"/>
          </p:cNvSpPr>
          <p:nvPr/>
        </p:nvSpPr>
        <p:spPr bwMode="auto">
          <a:xfrm>
            <a:off x="3152302" y="3347671"/>
            <a:ext cx="3081678" cy="30202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5" name="Rectangle 4"/>
          <p:cNvSpPr>
            <a:spLocks noChangeArrowheads="1"/>
          </p:cNvSpPr>
          <p:nvPr/>
        </p:nvSpPr>
        <p:spPr bwMode="auto">
          <a:xfrm>
            <a:off x="4385888" y="3360216"/>
            <a:ext cx="644408"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网络号</a:t>
            </a:r>
          </a:p>
        </p:txBody>
      </p:sp>
      <p:sp>
        <p:nvSpPr>
          <p:cNvPr id="76" name="Line 5"/>
          <p:cNvSpPr>
            <a:spLocks noChangeShapeType="1"/>
          </p:cNvSpPr>
          <p:nvPr/>
        </p:nvSpPr>
        <p:spPr bwMode="auto">
          <a:xfrm>
            <a:off x="6237115" y="3338022"/>
            <a:ext cx="0" cy="30781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7" name="Rectangle 6"/>
          <p:cNvSpPr>
            <a:spLocks noChangeArrowheads="1"/>
          </p:cNvSpPr>
          <p:nvPr/>
        </p:nvSpPr>
        <p:spPr bwMode="auto">
          <a:xfrm>
            <a:off x="3149166" y="3339952"/>
            <a:ext cx="4133295" cy="31553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8" name="Rectangle 7"/>
          <p:cNvSpPr>
            <a:spLocks noChangeArrowheads="1"/>
          </p:cNvSpPr>
          <p:nvPr/>
        </p:nvSpPr>
        <p:spPr bwMode="auto">
          <a:xfrm>
            <a:off x="3155437" y="1251835"/>
            <a:ext cx="1033847" cy="300095"/>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9" name="Rectangle 8"/>
          <p:cNvSpPr>
            <a:spLocks noChangeArrowheads="1"/>
          </p:cNvSpPr>
          <p:nvPr/>
        </p:nvSpPr>
        <p:spPr bwMode="auto">
          <a:xfrm>
            <a:off x="4211236" y="1248940"/>
            <a:ext cx="3060771" cy="307814"/>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0" name="Rectangle 9"/>
          <p:cNvSpPr>
            <a:spLocks noChangeArrowheads="1"/>
          </p:cNvSpPr>
          <p:nvPr/>
        </p:nvSpPr>
        <p:spPr bwMode="auto">
          <a:xfrm>
            <a:off x="3371834" y="1261733"/>
            <a:ext cx="644408"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网络号</a:t>
            </a:r>
          </a:p>
        </p:txBody>
      </p:sp>
      <p:sp>
        <p:nvSpPr>
          <p:cNvPr id="81" name="Rectangle 10"/>
          <p:cNvSpPr>
            <a:spLocks noChangeArrowheads="1"/>
          </p:cNvSpPr>
          <p:nvPr/>
        </p:nvSpPr>
        <p:spPr bwMode="auto">
          <a:xfrm>
            <a:off x="5348351" y="1261733"/>
            <a:ext cx="644408"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主机号</a:t>
            </a:r>
            <a:endParaRPr kumimoji="1" lang="en-US" altLang="zh-CN" sz="1200" b="1" dirty="0">
              <a:latin typeface="微软雅黑" pitchFamily="34" charset="-122"/>
              <a:ea typeface="微软雅黑" pitchFamily="34" charset="-122"/>
            </a:endParaRPr>
          </a:p>
        </p:txBody>
      </p:sp>
      <p:sp>
        <p:nvSpPr>
          <p:cNvPr id="82" name="Line 11"/>
          <p:cNvSpPr>
            <a:spLocks noChangeShapeType="1"/>
          </p:cNvSpPr>
          <p:nvPr/>
        </p:nvSpPr>
        <p:spPr bwMode="auto">
          <a:xfrm>
            <a:off x="4198692" y="1248940"/>
            <a:ext cx="0" cy="30877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3" name="Rectangle 12"/>
          <p:cNvSpPr>
            <a:spLocks noChangeArrowheads="1"/>
          </p:cNvSpPr>
          <p:nvPr/>
        </p:nvSpPr>
        <p:spPr bwMode="auto">
          <a:xfrm>
            <a:off x="3150211" y="1243151"/>
            <a:ext cx="4135386" cy="3164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4" name="Rectangle 13"/>
          <p:cNvSpPr>
            <a:spLocks noChangeArrowheads="1"/>
          </p:cNvSpPr>
          <p:nvPr/>
        </p:nvSpPr>
        <p:spPr bwMode="auto">
          <a:xfrm>
            <a:off x="3152302" y="2291069"/>
            <a:ext cx="2026924" cy="300094"/>
          </a:xfrm>
          <a:prstGeom prst="rect">
            <a:avLst/>
          </a:prstGeom>
          <a:solidFill>
            <a:srgbClr val="00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5" name="Rectangle 14"/>
          <p:cNvSpPr>
            <a:spLocks noChangeArrowheads="1"/>
          </p:cNvSpPr>
          <p:nvPr/>
        </p:nvSpPr>
        <p:spPr bwMode="auto">
          <a:xfrm>
            <a:off x="3868376" y="2304826"/>
            <a:ext cx="644408"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网络号</a:t>
            </a:r>
          </a:p>
        </p:txBody>
      </p:sp>
      <p:sp>
        <p:nvSpPr>
          <p:cNvPr id="86" name="Line 15"/>
          <p:cNvSpPr>
            <a:spLocks noChangeShapeType="1"/>
          </p:cNvSpPr>
          <p:nvPr/>
        </p:nvSpPr>
        <p:spPr bwMode="auto">
          <a:xfrm>
            <a:off x="5191770" y="2288174"/>
            <a:ext cx="0" cy="30877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7" name="Rectangle 16"/>
          <p:cNvSpPr>
            <a:spLocks noChangeArrowheads="1"/>
          </p:cNvSpPr>
          <p:nvPr/>
        </p:nvSpPr>
        <p:spPr bwMode="auto">
          <a:xfrm>
            <a:off x="3148120" y="2282384"/>
            <a:ext cx="4134340" cy="31553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8" name="Rectangle 18"/>
          <p:cNvSpPr>
            <a:spLocks noChangeArrowheads="1"/>
          </p:cNvSpPr>
          <p:nvPr/>
        </p:nvSpPr>
        <p:spPr bwMode="auto">
          <a:xfrm>
            <a:off x="6243387" y="3347670"/>
            <a:ext cx="1033848" cy="303383"/>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9" name="Rectangle 21"/>
          <p:cNvSpPr>
            <a:spLocks noChangeArrowheads="1"/>
          </p:cNvSpPr>
          <p:nvPr/>
        </p:nvSpPr>
        <p:spPr bwMode="auto">
          <a:xfrm>
            <a:off x="3149166" y="1687020"/>
            <a:ext cx="4135386" cy="315533"/>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91" name="Text Box 23"/>
          <p:cNvSpPr txBox="1">
            <a:spLocks noChangeArrowheads="1"/>
          </p:cNvSpPr>
          <p:nvPr/>
        </p:nvSpPr>
        <p:spPr bwMode="auto">
          <a:xfrm>
            <a:off x="1612692" y="1276427"/>
            <a:ext cx="346570" cy="7201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1200" b="1" dirty="0">
                <a:solidFill>
                  <a:srgbClr val="C00000"/>
                </a:solidFill>
                <a:latin typeface="微软雅黑" pitchFamily="34" charset="-122"/>
                <a:ea typeface="微软雅黑" pitchFamily="34" charset="-122"/>
              </a:rPr>
              <a:t>A</a:t>
            </a:r>
          </a:p>
          <a:p>
            <a:pPr algn="ctr">
              <a:lnSpc>
                <a:spcPct val="85000"/>
              </a:lnSpc>
            </a:pPr>
            <a:r>
              <a:rPr kumimoji="1" lang="zh-CN" altLang="en-US" sz="1200" b="1" dirty="0">
                <a:solidFill>
                  <a:srgbClr val="C00000"/>
                </a:solidFill>
                <a:latin typeface="微软雅黑" pitchFamily="34" charset="-122"/>
                <a:ea typeface="微软雅黑" pitchFamily="34" charset="-122"/>
              </a:rPr>
              <a:t>类</a:t>
            </a:r>
          </a:p>
          <a:p>
            <a:pPr algn="ctr">
              <a:lnSpc>
                <a:spcPct val="85000"/>
              </a:lnSpc>
            </a:pPr>
            <a:r>
              <a:rPr kumimoji="1" lang="zh-CN" altLang="en-US" sz="1200" b="1" dirty="0">
                <a:solidFill>
                  <a:srgbClr val="C00000"/>
                </a:solidFill>
                <a:latin typeface="微软雅黑" pitchFamily="34" charset="-122"/>
                <a:ea typeface="微软雅黑" pitchFamily="34" charset="-122"/>
              </a:rPr>
              <a:t>地</a:t>
            </a:r>
          </a:p>
          <a:p>
            <a:pPr algn="ctr">
              <a:lnSpc>
                <a:spcPct val="85000"/>
              </a:lnSpc>
            </a:pPr>
            <a:r>
              <a:rPr kumimoji="1" lang="zh-CN" altLang="en-US" sz="1200" b="1" dirty="0">
                <a:solidFill>
                  <a:srgbClr val="C00000"/>
                </a:solidFill>
                <a:latin typeface="微软雅黑" pitchFamily="34" charset="-122"/>
                <a:ea typeface="微软雅黑" pitchFamily="34" charset="-122"/>
              </a:rPr>
              <a:t>址</a:t>
            </a:r>
          </a:p>
        </p:txBody>
      </p:sp>
      <p:sp>
        <p:nvSpPr>
          <p:cNvPr id="92" name="Rectangle 24"/>
          <p:cNvSpPr>
            <a:spLocks noChangeArrowheads="1"/>
          </p:cNvSpPr>
          <p:nvPr/>
        </p:nvSpPr>
        <p:spPr bwMode="auto">
          <a:xfrm>
            <a:off x="2049347" y="1635148"/>
            <a:ext cx="1029129" cy="500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ts val="1600"/>
              </a:lnSpc>
            </a:pPr>
            <a:r>
              <a:rPr kumimoji="1" lang="zh-CN" altLang="en-US" sz="1100" b="1" dirty="0">
                <a:latin typeface="微软雅黑" pitchFamily="34" charset="-122"/>
                <a:ea typeface="微软雅黑" pitchFamily="34" charset="-122"/>
              </a:rPr>
              <a:t>默认地址掩码</a:t>
            </a:r>
          </a:p>
          <a:p>
            <a:pPr algn="ctr" defTabSz="762000" eaLnBrk="0" hangingPunct="0">
              <a:lnSpc>
                <a:spcPts val="1600"/>
              </a:lnSpc>
            </a:pPr>
            <a:r>
              <a:rPr kumimoji="1" lang="en-US" altLang="zh-CN" sz="1100" b="1" dirty="0">
                <a:solidFill>
                  <a:srgbClr val="C00000"/>
                </a:solidFill>
                <a:latin typeface="微软雅黑" pitchFamily="34" charset="-122"/>
                <a:ea typeface="微软雅黑" pitchFamily="34" charset="-122"/>
              </a:rPr>
              <a:t>255.0.0.0</a:t>
            </a:r>
          </a:p>
        </p:txBody>
      </p:sp>
      <p:sp>
        <p:nvSpPr>
          <p:cNvPr id="94" name="Text Box 26"/>
          <p:cNvSpPr txBox="1">
            <a:spLocks noChangeArrowheads="1"/>
          </p:cNvSpPr>
          <p:nvPr/>
        </p:nvSpPr>
        <p:spPr bwMode="auto">
          <a:xfrm>
            <a:off x="1618267" y="2288486"/>
            <a:ext cx="338554" cy="7201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1200" b="1" dirty="0">
                <a:solidFill>
                  <a:srgbClr val="C00000"/>
                </a:solidFill>
                <a:latin typeface="微软雅黑" pitchFamily="34" charset="-122"/>
                <a:ea typeface="微软雅黑" pitchFamily="34" charset="-122"/>
              </a:rPr>
              <a:t>B</a:t>
            </a:r>
          </a:p>
          <a:p>
            <a:pPr algn="ctr">
              <a:lnSpc>
                <a:spcPct val="85000"/>
              </a:lnSpc>
            </a:pPr>
            <a:r>
              <a:rPr kumimoji="1" lang="zh-CN" altLang="en-US" sz="1200" b="1" dirty="0">
                <a:solidFill>
                  <a:srgbClr val="C00000"/>
                </a:solidFill>
                <a:latin typeface="微软雅黑" pitchFamily="34" charset="-122"/>
                <a:ea typeface="微软雅黑" pitchFamily="34" charset="-122"/>
              </a:rPr>
              <a:t>类</a:t>
            </a:r>
          </a:p>
          <a:p>
            <a:pPr algn="ctr">
              <a:lnSpc>
                <a:spcPct val="85000"/>
              </a:lnSpc>
            </a:pPr>
            <a:r>
              <a:rPr kumimoji="1" lang="zh-CN" altLang="en-US" sz="1200" b="1" dirty="0">
                <a:solidFill>
                  <a:srgbClr val="C00000"/>
                </a:solidFill>
                <a:latin typeface="微软雅黑" pitchFamily="34" charset="-122"/>
                <a:ea typeface="微软雅黑" pitchFamily="34" charset="-122"/>
              </a:rPr>
              <a:t>地</a:t>
            </a:r>
          </a:p>
          <a:p>
            <a:pPr algn="ctr">
              <a:lnSpc>
                <a:spcPct val="85000"/>
              </a:lnSpc>
            </a:pPr>
            <a:r>
              <a:rPr kumimoji="1" lang="zh-CN" altLang="en-US" sz="1200" b="1" dirty="0">
                <a:solidFill>
                  <a:srgbClr val="C00000"/>
                </a:solidFill>
                <a:latin typeface="微软雅黑" pitchFamily="34" charset="-122"/>
                <a:ea typeface="微软雅黑" pitchFamily="34" charset="-122"/>
              </a:rPr>
              <a:t>址</a:t>
            </a:r>
          </a:p>
        </p:txBody>
      </p:sp>
      <p:sp>
        <p:nvSpPr>
          <p:cNvPr id="95" name="Rectangle 27"/>
          <p:cNvSpPr>
            <a:spLocks noChangeArrowheads="1"/>
          </p:cNvSpPr>
          <p:nvPr/>
        </p:nvSpPr>
        <p:spPr bwMode="auto">
          <a:xfrm>
            <a:off x="2049347" y="2705932"/>
            <a:ext cx="1029129" cy="500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ts val="1600"/>
              </a:lnSpc>
            </a:pPr>
            <a:r>
              <a:rPr kumimoji="1" lang="zh-CN" altLang="en-US" sz="1100" b="1" dirty="0">
                <a:latin typeface="微软雅黑" pitchFamily="34" charset="-122"/>
                <a:ea typeface="微软雅黑" pitchFamily="34" charset="-122"/>
              </a:rPr>
              <a:t>默认地址掩码</a:t>
            </a:r>
          </a:p>
          <a:p>
            <a:pPr algn="ctr" defTabSz="762000" eaLnBrk="0" hangingPunct="0">
              <a:lnSpc>
                <a:spcPts val="1600"/>
              </a:lnSpc>
            </a:pPr>
            <a:r>
              <a:rPr kumimoji="1" lang="en-US" altLang="zh-CN" sz="1100" b="1" dirty="0">
                <a:solidFill>
                  <a:srgbClr val="C00000"/>
                </a:solidFill>
                <a:latin typeface="微软雅黑" pitchFamily="34" charset="-122"/>
                <a:ea typeface="微软雅黑" pitchFamily="34" charset="-122"/>
              </a:rPr>
              <a:t>255.255.0.0</a:t>
            </a:r>
          </a:p>
        </p:txBody>
      </p:sp>
      <p:sp>
        <p:nvSpPr>
          <p:cNvPr id="96" name="Rectangle 31"/>
          <p:cNvSpPr>
            <a:spLocks noChangeArrowheads="1"/>
          </p:cNvSpPr>
          <p:nvPr/>
        </p:nvSpPr>
        <p:spPr bwMode="auto">
          <a:xfrm>
            <a:off x="3149166" y="2755202"/>
            <a:ext cx="4135386" cy="3164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98" name="Text Box 33"/>
          <p:cNvSpPr txBox="1">
            <a:spLocks noChangeArrowheads="1"/>
          </p:cNvSpPr>
          <p:nvPr/>
        </p:nvSpPr>
        <p:spPr bwMode="auto">
          <a:xfrm>
            <a:off x="1618267" y="3366878"/>
            <a:ext cx="338554" cy="7201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1200" b="1" dirty="0">
                <a:solidFill>
                  <a:srgbClr val="C00000"/>
                </a:solidFill>
                <a:latin typeface="微软雅黑" pitchFamily="34" charset="-122"/>
                <a:ea typeface="微软雅黑" pitchFamily="34" charset="-122"/>
              </a:rPr>
              <a:t>C</a:t>
            </a:r>
          </a:p>
          <a:p>
            <a:pPr algn="ctr">
              <a:lnSpc>
                <a:spcPct val="85000"/>
              </a:lnSpc>
            </a:pPr>
            <a:r>
              <a:rPr kumimoji="1" lang="zh-CN" altLang="en-US" sz="1200" b="1" dirty="0">
                <a:solidFill>
                  <a:srgbClr val="C00000"/>
                </a:solidFill>
                <a:latin typeface="微软雅黑" pitchFamily="34" charset="-122"/>
                <a:ea typeface="微软雅黑" pitchFamily="34" charset="-122"/>
              </a:rPr>
              <a:t>类</a:t>
            </a:r>
          </a:p>
          <a:p>
            <a:pPr algn="ctr">
              <a:lnSpc>
                <a:spcPct val="85000"/>
              </a:lnSpc>
            </a:pPr>
            <a:r>
              <a:rPr kumimoji="1" lang="zh-CN" altLang="en-US" sz="1200" b="1" dirty="0">
                <a:solidFill>
                  <a:srgbClr val="C00000"/>
                </a:solidFill>
                <a:latin typeface="微软雅黑" pitchFamily="34" charset="-122"/>
                <a:ea typeface="微软雅黑" pitchFamily="34" charset="-122"/>
              </a:rPr>
              <a:t>地</a:t>
            </a:r>
          </a:p>
          <a:p>
            <a:pPr algn="ctr">
              <a:lnSpc>
                <a:spcPct val="85000"/>
              </a:lnSpc>
            </a:pPr>
            <a:r>
              <a:rPr kumimoji="1" lang="zh-CN" altLang="en-US" sz="1200" b="1" dirty="0">
                <a:solidFill>
                  <a:srgbClr val="C00000"/>
                </a:solidFill>
                <a:latin typeface="微软雅黑" pitchFamily="34" charset="-122"/>
                <a:ea typeface="微软雅黑" pitchFamily="34" charset="-122"/>
              </a:rPr>
              <a:t>址</a:t>
            </a:r>
          </a:p>
        </p:txBody>
      </p:sp>
      <p:sp>
        <p:nvSpPr>
          <p:cNvPr id="99" name="Rectangle 34"/>
          <p:cNvSpPr>
            <a:spLocks noChangeArrowheads="1"/>
          </p:cNvSpPr>
          <p:nvPr/>
        </p:nvSpPr>
        <p:spPr bwMode="auto">
          <a:xfrm>
            <a:off x="1979616" y="3770488"/>
            <a:ext cx="1168590" cy="500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ts val="1600"/>
              </a:lnSpc>
            </a:pPr>
            <a:r>
              <a:rPr kumimoji="1" lang="zh-CN" altLang="en-US" sz="1100" b="1" dirty="0">
                <a:latin typeface="微软雅黑" pitchFamily="34" charset="-122"/>
                <a:ea typeface="微软雅黑" pitchFamily="34" charset="-122"/>
              </a:rPr>
              <a:t>默认地址掩码</a:t>
            </a:r>
          </a:p>
          <a:p>
            <a:pPr algn="ctr" defTabSz="762000" eaLnBrk="0" hangingPunct="0">
              <a:lnSpc>
                <a:spcPts val="1600"/>
              </a:lnSpc>
            </a:pPr>
            <a:r>
              <a:rPr kumimoji="1" lang="en-US" altLang="zh-CN" sz="1100" b="1" dirty="0">
                <a:solidFill>
                  <a:srgbClr val="C00000"/>
                </a:solidFill>
                <a:latin typeface="微软雅黑" pitchFamily="34" charset="-122"/>
                <a:ea typeface="微软雅黑" pitchFamily="34" charset="-122"/>
              </a:rPr>
              <a:t>255.255.255.0</a:t>
            </a:r>
          </a:p>
        </p:txBody>
      </p:sp>
      <p:sp>
        <p:nvSpPr>
          <p:cNvPr id="100" name="Rectangle 37"/>
          <p:cNvSpPr>
            <a:spLocks noChangeArrowheads="1"/>
          </p:cNvSpPr>
          <p:nvPr/>
        </p:nvSpPr>
        <p:spPr bwMode="auto">
          <a:xfrm>
            <a:off x="3146030" y="3823384"/>
            <a:ext cx="4134340" cy="3164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1" name="Rectangle 45"/>
          <p:cNvSpPr>
            <a:spLocks noChangeArrowheads="1"/>
          </p:cNvSpPr>
          <p:nvPr/>
        </p:nvSpPr>
        <p:spPr bwMode="auto">
          <a:xfrm>
            <a:off x="5198042" y="2290104"/>
            <a:ext cx="2073965" cy="293340"/>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2" name="Rectangle 46"/>
          <p:cNvSpPr>
            <a:spLocks noChangeArrowheads="1"/>
          </p:cNvSpPr>
          <p:nvPr/>
        </p:nvSpPr>
        <p:spPr bwMode="auto">
          <a:xfrm>
            <a:off x="6386638" y="3363110"/>
            <a:ext cx="644408"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主机号</a:t>
            </a:r>
            <a:endParaRPr kumimoji="1" lang="en-US" altLang="zh-CN" sz="1200" b="1" dirty="0">
              <a:latin typeface="微软雅黑" pitchFamily="34" charset="-122"/>
              <a:ea typeface="微软雅黑" pitchFamily="34" charset="-122"/>
            </a:endParaRPr>
          </a:p>
        </p:txBody>
      </p:sp>
      <p:sp>
        <p:nvSpPr>
          <p:cNvPr id="103" name="Rectangle 47"/>
          <p:cNvSpPr>
            <a:spLocks noChangeArrowheads="1"/>
          </p:cNvSpPr>
          <p:nvPr/>
        </p:nvSpPr>
        <p:spPr bwMode="auto">
          <a:xfrm>
            <a:off x="5872617" y="2304826"/>
            <a:ext cx="644408"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主机号</a:t>
            </a:r>
            <a:endParaRPr kumimoji="1" lang="en-US" altLang="zh-CN" sz="1200" b="1" dirty="0">
              <a:latin typeface="微软雅黑" pitchFamily="34" charset="-122"/>
              <a:ea typeface="微软雅黑" pitchFamily="34" charset="-122"/>
            </a:endParaRPr>
          </a:p>
        </p:txBody>
      </p:sp>
      <p:grpSp>
        <p:nvGrpSpPr>
          <p:cNvPr id="104" name="组合 103"/>
          <p:cNvGrpSpPr/>
          <p:nvPr/>
        </p:nvGrpSpPr>
        <p:grpSpPr>
          <a:xfrm>
            <a:off x="1578634" y="2136679"/>
            <a:ext cx="5798097" cy="1068182"/>
            <a:chOff x="24077" y="2916585"/>
            <a:chExt cx="9785615" cy="1757362"/>
          </a:xfrm>
        </p:grpSpPr>
        <p:sp>
          <p:nvSpPr>
            <p:cNvPr id="106" name="Line 48"/>
            <p:cNvSpPr>
              <a:spLocks noChangeShapeType="1"/>
            </p:cNvSpPr>
            <p:nvPr/>
          </p:nvSpPr>
          <p:spPr bwMode="auto">
            <a:xfrm>
              <a:off x="24077" y="2916585"/>
              <a:ext cx="978561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7" name="Line 49"/>
            <p:cNvSpPr>
              <a:spLocks noChangeShapeType="1"/>
            </p:cNvSpPr>
            <p:nvPr/>
          </p:nvSpPr>
          <p:spPr bwMode="auto">
            <a:xfrm>
              <a:off x="24077" y="4673947"/>
              <a:ext cx="978561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105" name="Line 50"/>
          <p:cNvSpPr>
            <a:spLocks noChangeShapeType="1"/>
          </p:cNvSpPr>
          <p:nvPr/>
        </p:nvSpPr>
        <p:spPr bwMode="auto">
          <a:xfrm>
            <a:off x="1941035" y="1135078"/>
            <a:ext cx="0" cy="31379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179218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9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95"/>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1000" fill="hold"/>
                                        <p:tgtEl>
                                          <p:spTgt spid="9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p:bldP spid="95" grpId="0"/>
      <p:bldP spid="99"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65906"/>
            <a:ext cx="5698996" cy="400110"/>
          </a:xfrm>
          <a:prstGeom prst="rect">
            <a:avLst/>
          </a:prstGeom>
        </p:spPr>
        <p:txBody>
          <a:bodyPr wrap="none">
            <a:spAutoFit/>
          </a:bodyPr>
          <a:lstStyle/>
          <a:p>
            <a:r>
              <a:rPr lang="zh-CN" altLang="en-US" sz="2000" b="1" dirty="0">
                <a:latin typeface="微软雅黑" pitchFamily="34" charset="-122"/>
                <a:ea typeface="微软雅黑" pitchFamily="34" charset="-122"/>
              </a:rPr>
              <a:t>网络地址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二进制的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r>
              <a:rPr lang="en-US" altLang="zh-CN" sz="2000" b="1" dirty="0">
                <a:latin typeface="微软雅黑" pitchFamily="34" charset="-122"/>
                <a:ea typeface="微软雅黑" pitchFamily="34" charset="-122"/>
              </a:rPr>
              <a:t>) AND (</a:t>
            </a:r>
            <a:r>
              <a:rPr lang="zh-CN" altLang="en-US" sz="2000" b="1" dirty="0">
                <a:latin typeface="微软雅黑" pitchFamily="34" charset="-122"/>
                <a:ea typeface="微软雅黑" pitchFamily="34" charset="-122"/>
              </a:rPr>
              <a:t>地址掩码</a:t>
            </a:r>
            <a:r>
              <a:rPr lang="en-US" altLang="zh-CN" sz="2000" b="1" dirty="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144" name="圆角矩形 143"/>
          <p:cNvSpPr/>
          <p:nvPr/>
        </p:nvSpPr>
        <p:spPr>
          <a:xfrm>
            <a:off x="545144" y="1024784"/>
            <a:ext cx="8053712" cy="284847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47" name="Rectangle 3"/>
          <p:cNvSpPr>
            <a:spLocks noChangeArrowheads="1"/>
          </p:cNvSpPr>
          <p:nvPr/>
        </p:nvSpPr>
        <p:spPr bwMode="auto">
          <a:xfrm>
            <a:off x="2348381" y="1380890"/>
            <a:ext cx="5470145" cy="329184"/>
          </a:xfrm>
          <a:prstGeom prst="rect">
            <a:avLst/>
          </a:prstGeom>
          <a:solidFill>
            <a:srgbClr val="00FFFF"/>
          </a:solidFill>
          <a:ln w="12700">
            <a:solidFill>
              <a:srgbClr val="333399"/>
            </a:solidFill>
            <a:miter lim="800000"/>
            <a:headEnd/>
            <a:tailEnd/>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51" name="Rectangle 8"/>
          <p:cNvSpPr>
            <a:spLocks noChangeArrowheads="1"/>
          </p:cNvSpPr>
          <p:nvPr/>
        </p:nvSpPr>
        <p:spPr bwMode="auto">
          <a:xfrm>
            <a:off x="2359372" y="1389909"/>
            <a:ext cx="2685610" cy="314529"/>
          </a:xfrm>
          <a:prstGeom prst="rect">
            <a:avLst/>
          </a:prstGeom>
          <a:solidFill>
            <a:srgbClr val="00FF99"/>
          </a:solidFill>
          <a:ln>
            <a:noFill/>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52" name="Rectangle 9"/>
          <p:cNvSpPr>
            <a:spLocks noChangeArrowheads="1"/>
          </p:cNvSpPr>
          <p:nvPr/>
        </p:nvSpPr>
        <p:spPr bwMode="auto">
          <a:xfrm>
            <a:off x="3314419" y="1402993"/>
            <a:ext cx="849593" cy="28982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300" b="1" dirty="0">
                <a:latin typeface="微软雅黑" pitchFamily="34" charset="-122"/>
                <a:ea typeface="微软雅黑" pitchFamily="34" charset="-122"/>
              </a:rPr>
              <a:t>网络前缀</a:t>
            </a:r>
          </a:p>
        </p:txBody>
      </p:sp>
      <p:sp>
        <p:nvSpPr>
          <p:cNvPr id="153" name="Rectangle 10"/>
          <p:cNvSpPr>
            <a:spLocks noChangeArrowheads="1"/>
          </p:cNvSpPr>
          <p:nvPr/>
        </p:nvSpPr>
        <p:spPr bwMode="auto">
          <a:xfrm>
            <a:off x="6084298" y="1402993"/>
            <a:ext cx="682880" cy="28982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300" b="1">
                <a:latin typeface="微软雅黑" pitchFamily="34" charset="-122"/>
                <a:ea typeface="微软雅黑" pitchFamily="34" charset="-122"/>
              </a:rPr>
              <a:t>主机号</a:t>
            </a:r>
          </a:p>
        </p:txBody>
      </p:sp>
      <p:sp>
        <p:nvSpPr>
          <p:cNvPr id="154" name="Rectangle 11"/>
          <p:cNvSpPr>
            <a:spLocks noChangeArrowheads="1"/>
          </p:cNvSpPr>
          <p:nvPr/>
        </p:nvSpPr>
        <p:spPr bwMode="auto">
          <a:xfrm>
            <a:off x="1571140" y="1389909"/>
            <a:ext cx="77425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r" defTabSz="762000" eaLnBrk="0" hangingPunct="0"/>
            <a:r>
              <a:rPr kumimoji="1" lang="en-US" altLang="zh-CN" sz="1400" b="1" dirty="0">
                <a:solidFill>
                  <a:srgbClr val="0000CC"/>
                </a:solidFill>
                <a:latin typeface="微软雅黑" pitchFamily="34" charset="-122"/>
                <a:ea typeface="微软雅黑" pitchFamily="34" charset="-122"/>
              </a:rPr>
              <a:t>IP </a:t>
            </a:r>
            <a:r>
              <a:rPr kumimoji="1" lang="zh-CN" altLang="en-US" sz="1400" b="1" dirty="0">
                <a:solidFill>
                  <a:srgbClr val="0000CC"/>
                </a:solidFill>
                <a:latin typeface="微软雅黑" pitchFamily="34" charset="-122"/>
                <a:ea typeface="微软雅黑" pitchFamily="34" charset="-122"/>
              </a:rPr>
              <a:t>地址</a:t>
            </a:r>
          </a:p>
        </p:txBody>
      </p:sp>
      <p:sp>
        <p:nvSpPr>
          <p:cNvPr id="156" name="Line 13"/>
          <p:cNvSpPr>
            <a:spLocks noChangeShapeType="1"/>
          </p:cNvSpPr>
          <p:nvPr/>
        </p:nvSpPr>
        <p:spPr bwMode="auto">
          <a:xfrm>
            <a:off x="5051089" y="1386528"/>
            <a:ext cx="0" cy="32242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70" name="Rectangle 29"/>
          <p:cNvSpPr>
            <a:spLocks noChangeArrowheads="1"/>
          </p:cNvSpPr>
          <p:nvPr/>
        </p:nvSpPr>
        <p:spPr bwMode="auto">
          <a:xfrm>
            <a:off x="1444502" y="2318371"/>
            <a:ext cx="900889"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r" defTabSz="762000" eaLnBrk="0" hangingPunct="0"/>
            <a:r>
              <a:rPr kumimoji="1" lang="zh-CN" altLang="en-US" sz="1400" b="1" dirty="0">
                <a:solidFill>
                  <a:srgbClr val="0000CC"/>
                </a:solidFill>
                <a:latin typeface="微软雅黑" pitchFamily="34" charset="-122"/>
                <a:ea typeface="微软雅黑" pitchFamily="34" charset="-122"/>
              </a:rPr>
              <a:t>地址掩码</a:t>
            </a:r>
          </a:p>
        </p:txBody>
      </p:sp>
      <p:sp>
        <p:nvSpPr>
          <p:cNvPr id="173" name="Rectangle 47"/>
          <p:cNvSpPr>
            <a:spLocks noChangeArrowheads="1"/>
          </p:cNvSpPr>
          <p:nvPr/>
        </p:nvSpPr>
        <p:spPr bwMode="auto">
          <a:xfrm>
            <a:off x="5051404" y="2292592"/>
            <a:ext cx="2764128" cy="357368"/>
          </a:xfrm>
          <a:prstGeom prst="rect">
            <a:avLst/>
          </a:prstGeom>
          <a:solidFill>
            <a:srgbClr val="00FFFF"/>
          </a:solidFill>
          <a:ln w="9525">
            <a:solidFill>
              <a:schemeClr val="tx1"/>
            </a:solidFill>
            <a:miter lim="800000"/>
            <a:headEnd/>
            <a:tailEnd/>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74" name="Rectangle 48"/>
          <p:cNvSpPr>
            <a:spLocks noChangeArrowheads="1"/>
          </p:cNvSpPr>
          <p:nvPr/>
        </p:nvSpPr>
        <p:spPr bwMode="auto">
          <a:xfrm>
            <a:off x="2351813" y="2292592"/>
            <a:ext cx="2699591" cy="35736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CC"/>
              </a:solidFill>
              <a:latin typeface="微软雅黑" pitchFamily="34" charset="-122"/>
              <a:ea typeface="微软雅黑" pitchFamily="34" charset="-122"/>
            </a:endParaRPr>
          </a:p>
        </p:txBody>
      </p:sp>
      <p:grpSp>
        <p:nvGrpSpPr>
          <p:cNvPr id="175" name="Group 49"/>
          <p:cNvGrpSpPr>
            <a:grpSpLocks/>
          </p:cNvGrpSpPr>
          <p:nvPr/>
        </p:nvGrpSpPr>
        <p:grpSpPr bwMode="auto">
          <a:xfrm>
            <a:off x="2452588" y="2338813"/>
            <a:ext cx="5298407" cy="289727"/>
            <a:chOff x="1174" y="3062"/>
            <a:chExt cx="4391" cy="257"/>
          </a:xfrm>
        </p:grpSpPr>
        <p:sp>
          <p:nvSpPr>
            <p:cNvPr id="176" name="Rectangle 50"/>
            <p:cNvSpPr>
              <a:spLocks noChangeArrowheads="1"/>
            </p:cNvSpPr>
            <p:nvPr/>
          </p:nvSpPr>
          <p:spPr bwMode="auto">
            <a:xfrm>
              <a:off x="1174" y="3062"/>
              <a:ext cx="2147" cy="2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300" b="1" dirty="0">
                  <a:latin typeface="微软雅黑" pitchFamily="34" charset="-122"/>
                  <a:ea typeface="微软雅黑" pitchFamily="34" charset="-122"/>
                </a:rPr>
                <a:t>1 1 1 1 1 1 1 1 1 1 1 1 1 1 1 1</a:t>
              </a:r>
            </a:p>
          </p:txBody>
        </p:sp>
        <p:sp>
          <p:nvSpPr>
            <p:cNvPr id="177" name="Rectangle 51"/>
            <p:cNvSpPr>
              <a:spLocks noChangeArrowheads="1"/>
            </p:cNvSpPr>
            <p:nvPr/>
          </p:nvSpPr>
          <p:spPr bwMode="auto">
            <a:xfrm>
              <a:off x="3391" y="3062"/>
              <a:ext cx="2174" cy="25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300" b="1" dirty="0">
                  <a:latin typeface="微软雅黑" pitchFamily="34" charset="-122"/>
                  <a:ea typeface="微软雅黑" pitchFamily="34" charset="-122"/>
                </a:rPr>
                <a:t>0 0 0 0 0 0 0 0 0 0 0 0 0 0 0 0</a:t>
              </a:r>
            </a:p>
          </p:txBody>
        </p:sp>
      </p:grpSp>
      <p:sp>
        <p:nvSpPr>
          <p:cNvPr id="185" name="AutoShape 61"/>
          <p:cNvSpPr>
            <a:spLocks noChangeArrowheads="1"/>
          </p:cNvSpPr>
          <p:nvPr/>
        </p:nvSpPr>
        <p:spPr bwMode="auto">
          <a:xfrm>
            <a:off x="4848045" y="2710444"/>
            <a:ext cx="431321" cy="357367"/>
          </a:xfrm>
          <a:prstGeom prst="downArrow">
            <a:avLst>
              <a:gd name="adj1" fmla="val 47126"/>
              <a:gd name="adj2" fmla="val 34655"/>
            </a:avLst>
          </a:prstGeom>
          <a:solidFill>
            <a:srgbClr val="FFC000"/>
          </a:solidFill>
          <a:ln w="9525">
            <a:solidFill>
              <a:schemeClr val="tx1"/>
            </a:solidFill>
            <a:miter lim="800000"/>
            <a:headEnd/>
            <a:tailEnd/>
          </a:ln>
          <a:effectLst/>
        </p:spPr>
        <p:txBody>
          <a:bodyPr vert="eaVert" wrap="none" anchor="ctr"/>
          <a:lstStyle/>
          <a:p>
            <a:endParaRPr lang="zh-CN" altLang="en-US" sz="1300" b="1">
              <a:solidFill>
                <a:srgbClr val="0000CC"/>
              </a:solidFill>
              <a:latin typeface="微软雅黑" pitchFamily="34" charset="-122"/>
              <a:ea typeface="微软雅黑" pitchFamily="34" charset="-122"/>
            </a:endParaRPr>
          </a:p>
        </p:txBody>
      </p:sp>
      <p:sp>
        <p:nvSpPr>
          <p:cNvPr id="186" name="Rectangle 60"/>
          <p:cNvSpPr>
            <a:spLocks noChangeArrowheads="1"/>
          </p:cNvSpPr>
          <p:nvPr/>
        </p:nvSpPr>
        <p:spPr bwMode="auto">
          <a:xfrm>
            <a:off x="2345327" y="1787260"/>
            <a:ext cx="5470205" cy="426135"/>
          </a:xfrm>
          <a:prstGeom prst="rect">
            <a:avLst/>
          </a:prstGeom>
          <a:solidFill>
            <a:srgbClr val="0000CC"/>
          </a:solidFill>
          <a:ln>
            <a:noFill/>
          </a:ln>
          <a:effectLst/>
        </p:spPr>
        <p:txBody>
          <a:bodyPr wrap="none" anchor="ctr"/>
          <a:lstStyle/>
          <a:p>
            <a:pPr algn="ctr"/>
            <a:r>
              <a:rPr lang="zh-CN" altLang="en-US" b="1" dirty="0">
                <a:solidFill>
                  <a:schemeClr val="bg1"/>
                </a:solidFill>
                <a:latin typeface="微软雅黑" pitchFamily="34" charset="-122"/>
                <a:ea typeface="微软雅黑" pitchFamily="34" charset="-122"/>
              </a:rPr>
              <a:t>逐位进行 </a:t>
            </a:r>
            <a:r>
              <a:rPr lang="en-US" altLang="zh-CN" b="1" dirty="0">
                <a:solidFill>
                  <a:schemeClr val="bg1"/>
                </a:solidFill>
                <a:latin typeface="微软雅黑" pitchFamily="34" charset="-122"/>
                <a:ea typeface="微软雅黑" pitchFamily="34" charset="-122"/>
              </a:rPr>
              <a:t>AND </a:t>
            </a:r>
            <a:r>
              <a:rPr lang="zh-CN" altLang="en-US" b="1" dirty="0">
                <a:solidFill>
                  <a:schemeClr val="bg1"/>
                </a:solidFill>
                <a:latin typeface="微软雅黑" pitchFamily="34" charset="-122"/>
                <a:ea typeface="微软雅黑" pitchFamily="34" charset="-122"/>
              </a:rPr>
              <a:t>运算</a:t>
            </a:r>
          </a:p>
        </p:txBody>
      </p:sp>
      <p:grpSp>
        <p:nvGrpSpPr>
          <p:cNvPr id="5" name="组合 4"/>
          <p:cNvGrpSpPr/>
          <p:nvPr/>
        </p:nvGrpSpPr>
        <p:grpSpPr>
          <a:xfrm>
            <a:off x="1444502" y="3130150"/>
            <a:ext cx="6358146" cy="357368"/>
            <a:chOff x="1444502" y="3130150"/>
            <a:chExt cx="6358146" cy="357368"/>
          </a:xfrm>
        </p:grpSpPr>
        <p:sp>
          <p:nvSpPr>
            <p:cNvPr id="172" name="Rectangle 46"/>
            <p:cNvSpPr>
              <a:spLocks noChangeArrowheads="1"/>
            </p:cNvSpPr>
            <p:nvPr/>
          </p:nvSpPr>
          <p:spPr bwMode="auto">
            <a:xfrm>
              <a:off x="1444502" y="3157391"/>
              <a:ext cx="900889"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r" defTabSz="762000" eaLnBrk="0" hangingPunct="0"/>
              <a:r>
                <a:rPr kumimoji="1" lang="zh-CN" altLang="en-US" sz="1400" b="1" dirty="0">
                  <a:solidFill>
                    <a:srgbClr val="0000CC"/>
                  </a:solidFill>
                  <a:latin typeface="微软雅黑" pitchFamily="34" charset="-122"/>
                  <a:ea typeface="微软雅黑" pitchFamily="34" charset="-122"/>
                </a:rPr>
                <a:t>网络地址</a:t>
              </a:r>
            </a:p>
          </p:txBody>
        </p:sp>
        <p:sp>
          <p:nvSpPr>
            <p:cNvPr id="179" name="Rectangle 53"/>
            <p:cNvSpPr>
              <a:spLocks noChangeArrowheads="1"/>
            </p:cNvSpPr>
            <p:nvPr/>
          </p:nvSpPr>
          <p:spPr bwMode="auto">
            <a:xfrm>
              <a:off x="5057826" y="3130150"/>
              <a:ext cx="2744822" cy="357368"/>
            </a:xfrm>
            <a:prstGeom prst="rect">
              <a:avLst/>
            </a:prstGeom>
            <a:solidFill>
              <a:srgbClr val="00FFFF"/>
            </a:solidFill>
            <a:ln w="9525">
              <a:solidFill>
                <a:schemeClr val="tx1"/>
              </a:solidFill>
              <a:miter lim="800000"/>
              <a:headEnd/>
              <a:tailEnd/>
            </a:ln>
            <a:effec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80" name="Rectangle 54"/>
            <p:cNvSpPr>
              <a:spLocks noChangeArrowheads="1"/>
            </p:cNvSpPr>
            <p:nvPr/>
          </p:nvSpPr>
          <p:spPr bwMode="auto">
            <a:xfrm>
              <a:off x="2351813" y="3130150"/>
              <a:ext cx="2699591" cy="357368"/>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CC"/>
                </a:solidFill>
                <a:latin typeface="微软雅黑" pitchFamily="34" charset="-122"/>
                <a:ea typeface="微软雅黑" pitchFamily="34" charset="-122"/>
              </a:endParaRPr>
            </a:p>
          </p:txBody>
        </p:sp>
        <p:sp>
          <p:nvSpPr>
            <p:cNvPr id="182" name="Rectangle 57"/>
            <p:cNvSpPr>
              <a:spLocks noChangeArrowheads="1"/>
            </p:cNvSpPr>
            <p:nvPr/>
          </p:nvSpPr>
          <p:spPr bwMode="auto">
            <a:xfrm>
              <a:off x="3349605" y="3172938"/>
              <a:ext cx="849593" cy="28982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300" b="1" dirty="0">
                  <a:latin typeface="微软雅黑" pitchFamily="34" charset="-122"/>
                  <a:ea typeface="微软雅黑" pitchFamily="34" charset="-122"/>
                </a:rPr>
                <a:t>网络前缀</a:t>
              </a:r>
            </a:p>
          </p:txBody>
        </p:sp>
        <p:sp>
          <p:nvSpPr>
            <p:cNvPr id="187" name="Rectangle 51"/>
            <p:cNvSpPr>
              <a:spLocks noChangeArrowheads="1"/>
            </p:cNvSpPr>
            <p:nvPr/>
          </p:nvSpPr>
          <p:spPr bwMode="auto">
            <a:xfrm>
              <a:off x="5114108" y="3170646"/>
              <a:ext cx="2623260" cy="28972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300" b="1" dirty="0">
                  <a:latin typeface="微软雅黑" pitchFamily="34" charset="-122"/>
                  <a:ea typeface="微软雅黑" pitchFamily="34" charset="-122"/>
                </a:rPr>
                <a:t>0 0 0 0 0 0 0 0 0 0 0 0 0 0 0 0</a:t>
              </a:r>
            </a:p>
          </p:txBody>
        </p:sp>
      </p:grpSp>
    </p:spTree>
    <p:custDataLst>
      <p:tags r:id="rId1"/>
    </p:custDataLst>
    <p:extLst>
      <p:ext uri="{BB962C8B-B14F-4D97-AF65-F5344CB8AC3E}">
        <p14:creationId xmlns:p14="http://schemas.microsoft.com/office/powerpoint/2010/main" val="3289415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6"/>
                                        </p:tgtEl>
                                        <p:attrNameLst>
                                          <p:attrName>style.visibility</p:attrName>
                                        </p:attrNameLst>
                                      </p:cBhvr>
                                      <p:to>
                                        <p:strVal val="visible"/>
                                      </p:to>
                                    </p:set>
                                  </p:childTnLst>
                                </p:cTn>
                              </p:par>
                              <p:par>
                                <p:cTn id="7" presetID="35" presetClass="emph" presetSubtype="0" repeatCount="3000" fill="hold" nodeType="withEffect">
                                  <p:stCondLst>
                                    <p:cond delay="1000"/>
                                  </p:stCondLst>
                                  <p:childTnLst>
                                    <p:anim calcmode="discrete" valueType="str">
                                      <p:cBhvr>
                                        <p:cTn id="8" dur="1000" fill="hold"/>
                                        <p:tgtEl>
                                          <p:spTgt spid="175"/>
                                        </p:tgtEl>
                                        <p:attrNameLst>
                                          <p:attrName>style.visibility</p:attrName>
                                        </p:attrNameLst>
                                      </p:cBhvr>
                                      <p:tavLst>
                                        <p:tav tm="0">
                                          <p:val>
                                            <p:strVal val="hidden"/>
                                          </p:val>
                                        </p:tav>
                                        <p:tav tm="50000">
                                          <p:val>
                                            <p:strVal val="visible"/>
                                          </p:val>
                                        </p:tav>
                                      </p:tavLst>
                                    </p:anim>
                                  </p:childTnLst>
                                </p:cTn>
                              </p:par>
                            </p:childTnLst>
                          </p:cTn>
                        </p:par>
                        <p:par>
                          <p:cTn id="9" fill="hold">
                            <p:stCondLst>
                              <p:cond delay="4000"/>
                            </p:stCondLst>
                            <p:childTnLst>
                              <p:par>
                                <p:cTn id="10" presetID="22" presetClass="entr" presetSubtype="1" fill="hold" grpId="0" nodeType="afterEffect">
                                  <p:stCondLst>
                                    <p:cond delay="0"/>
                                  </p:stCondLst>
                                  <p:childTnLst>
                                    <p:set>
                                      <p:cBhvr>
                                        <p:cTn id="11" dur="1" fill="hold">
                                          <p:stCondLst>
                                            <p:cond delay="0"/>
                                          </p:stCondLst>
                                        </p:cTn>
                                        <p:tgtEl>
                                          <p:spTgt spid="185"/>
                                        </p:tgtEl>
                                        <p:attrNameLst>
                                          <p:attrName>style.visibility</p:attrName>
                                        </p:attrNameLst>
                                      </p:cBhvr>
                                      <p:to>
                                        <p:strVal val="visible"/>
                                      </p:to>
                                    </p:set>
                                    <p:animEffect transition="in" filter="wipe(up)">
                                      <p:cBhvr>
                                        <p:cTn id="12" dur="1500"/>
                                        <p:tgtEl>
                                          <p:spTgt spid="185"/>
                                        </p:tgtEl>
                                      </p:cBhvr>
                                    </p:animEffect>
                                  </p:childTnLst>
                                </p:cTn>
                              </p:par>
                            </p:childTnLst>
                          </p:cTn>
                        </p:par>
                        <p:par>
                          <p:cTn id="13" fill="hold">
                            <p:stCondLst>
                              <p:cond delay="5500"/>
                            </p:stCondLst>
                            <p:childTnLst>
                              <p:par>
                                <p:cTn id="14" presetID="22" presetClass="entr" presetSubtype="1"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wipe(up)">
                                      <p:cBhvr>
                                        <p:cTn id="16" dur="1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animBg="1"/>
      <p:bldP spid="186"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65906"/>
            <a:ext cx="5698996" cy="400110"/>
          </a:xfrm>
          <a:prstGeom prst="rect">
            <a:avLst/>
          </a:prstGeom>
        </p:spPr>
        <p:txBody>
          <a:bodyPr wrap="none">
            <a:spAutoFit/>
          </a:bodyPr>
          <a:lstStyle/>
          <a:p>
            <a:r>
              <a:rPr lang="zh-CN" altLang="en-US" sz="2000" b="1" dirty="0">
                <a:latin typeface="微软雅黑" pitchFamily="34" charset="-122"/>
                <a:ea typeface="微软雅黑" pitchFamily="34" charset="-122"/>
              </a:rPr>
              <a:t>网络地址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二进制的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r>
              <a:rPr lang="en-US" altLang="zh-CN" sz="2000" b="1" dirty="0">
                <a:latin typeface="微软雅黑" pitchFamily="34" charset="-122"/>
                <a:ea typeface="微软雅黑" pitchFamily="34" charset="-122"/>
              </a:rPr>
              <a:t>) AND (</a:t>
            </a:r>
            <a:r>
              <a:rPr lang="zh-CN" altLang="en-US" sz="2000" b="1" dirty="0">
                <a:latin typeface="微软雅黑" pitchFamily="34" charset="-122"/>
                <a:ea typeface="微软雅黑" pitchFamily="34" charset="-122"/>
              </a:rPr>
              <a:t>地址掩码</a:t>
            </a:r>
            <a:r>
              <a:rPr lang="en-US" altLang="zh-CN" sz="2000" b="1" dirty="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33" name="圆角矩形 32"/>
          <p:cNvSpPr/>
          <p:nvPr/>
        </p:nvSpPr>
        <p:spPr>
          <a:xfrm>
            <a:off x="545144" y="1024783"/>
            <a:ext cx="8053712" cy="332292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7" name="组合 6"/>
          <p:cNvGrpSpPr/>
          <p:nvPr/>
        </p:nvGrpSpPr>
        <p:grpSpPr>
          <a:xfrm>
            <a:off x="828136" y="1586667"/>
            <a:ext cx="7267413" cy="322464"/>
            <a:chOff x="828136" y="1698805"/>
            <a:chExt cx="7267413" cy="322464"/>
          </a:xfrm>
        </p:grpSpPr>
        <p:sp>
          <p:nvSpPr>
            <p:cNvPr id="43" name="Rectangle 33"/>
            <p:cNvSpPr>
              <a:spLocks noChangeArrowheads="1"/>
            </p:cNvSpPr>
            <p:nvPr/>
          </p:nvSpPr>
          <p:spPr bwMode="auto">
            <a:xfrm>
              <a:off x="3642866" y="1708850"/>
              <a:ext cx="4452683" cy="27266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34"/>
            <p:cNvSpPr>
              <a:spLocks noChangeArrowheads="1"/>
            </p:cNvSpPr>
            <p:nvPr/>
          </p:nvSpPr>
          <p:spPr bwMode="auto">
            <a:xfrm>
              <a:off x="828136" y="1716057"/>
              <a:ext cx="202299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(a) </a:t>
              </a:r>
              <a:r>
                <a:rPr kumimoji="1" lang="zh-CN" altLang="en-US" sz="1400" b="1" dirty="0">
                  <a:latin typeface="微软雅黑" pitchFamily="34" charset="-122"/>
                  <a:ea typeface="微软雅黑" pitchFamily="34" charset="-122"/>
                </a:rPr>
                <a:t>点分十进制 </a:t>
              </a: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地址</a:t>
              </a:r>
            </a:p>
          </p:txBody>
        </p:sp>
        <p:sp>
          <p:nvSpPr>
            <p:cNvPr id="50" name="Text Box 45"/>
            <p:cNvSpPr txBox="1">
              <a:spLocks noChangeArrowheads="1"/>
            </p:cNvSpPr>
            <p:nvPr/>
          </p:nvSpPr>
          <p:spPr bwMode="auto">
            <a:xfrm>
              <a:off x="3948549" y="1698805"/>
              <a:ext cx="205697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128       .        14        .</a:t>
              </a:r>
            </a:p>
          </p:txBody>
        </p:sp>
        <p:sp>
          <p:nvSpPr>
            <p:cNvPr id="51" name="Text Box 46"/>
            <p:cNvSpPr txBox="1">
              <a:spLocks noChangeArrowheads="1"/>
            </p:cNvSpPr>
            <p:nvPr/>
          </p:nvSpPr>
          <p:spPr bwMode="auto">
            <a:xfrm>
              <a:off x="5852996" y="1698805"/>
              <a:ext cx="183736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35            .        7</a:t>
              </a:r>
            </a:p>
          </p:txBody>
        </p:sp>
      </p:grpSp>
      <p:grpSp>
        <p:nvGrpSpPr>
          <p:cNvPr id="9" name="组合 8"/>
          <p:cNvGrpSpPr/>
          <p:nvPr/>
        </p:nvGrpSpPr>
        <p:grpSpPr>
          <a:xfrm>
            <a:off x="828136" y="2567240"/>
            <a:ext cx="7330130" cy="305212"/>
            <a:chOff x="828136" y="2679378"/>
            <a:chExt cx="7330130" cy="305212"/>
          </a:xfrm>
        </p:grpSpPr>
        <p:sp>
          <p:nvSpPr>
            <p:cNvPr id="36" name="Rectangle 40"/>
            <p:cNvSpPr>
              <a:spLocks noChangeArrowheads="1"/>
            </p:cNvSpPr>
            <p:nvPr/>
          </p:nvSpPr>
          <p:spPr bwMode="auto">
            <a:xfrm>
              <a:off x="3642865" y="2684182"/>
              <a:ext cx="4452681" cy="27266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1" name="Rectangle 36"/>
            <p:cNvSpPr>
              <a:spLocks noChangeArrowheads="1"/>
            </p:cNvSpPr>
            <p:nvPr/>
          </p:nvSpPr>
          <p:spPr bwMode="auto">
            <a:xfrm>
              <a:off x="3648131" y="2691388"/>
              <a:ext cx="2742054" cy="259447"/>
            </a:xfrm>
            <a:prstGeom prst="rect">
              <a:avLst/>
            </a:prstGeom>
            <a:solidFill>
              <a:srgbClr val="FF99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2" name="Rectangle 41"/>
            <p:cNvSpPr>
              <a:spLocks noChangeArrowheads="1"/>
            </p:cNvSpPr>
            <p:nvPr/>
          </p:nvSpPr>
          <p:spPr bwMode="auto">
            <a:xfrm>
              <a:off x="3553481" y="2688007"/>
              <a:ext cx="3521799"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1 1 1 1 1 1 1 1 1 1 1 1 1 1 1 1 1 1 1 1 0 0 0 0</a:t>
              </a:r>
            </a:p>
          </p:txBody>
        </p:sp>
        <p:sp>
          <p:nvSpPr>
            <p:cNvPr id="46" name="Rectangle 37"/>
            <p:cNvSpPr>
              <a:spLocks noChangeArrowheads="1"/>
            </p:cNvSpPr>
            <p:nvPr/>
          </p:nvSpPr>
          <p:spPr bwMode="auto">
            <a:xfrm>
              <a:off x="828136" y="2679378"/>
              <a:ext cx="275716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(c) </a:t>
              </a:r>
              <a:r>
                <a:rPr kumimoji="1" lang="zh-CN" altLang="en-US" sz="1400" b="1" dirty="0">
                  <a:latin typeface="微软雅黑" pitchFamily="34" charset="-122"/>
                  <a:ea typeface="微软雅黑" pitchFamily="34" charset="-122"/>
                </a:rPr>
                <a:t>地址掩码是 </a:t>
              </a:r>
              <a:r>
                <a:rPr kumimoji="1" lang="en-US" altLang="zh-CN" sz="1400" b="1" dirty="0">
                  <a:latin typeface="微软雅黑" pitchFamily="34" charset="-122"/>
                  <a:ea typeface="微软雅黑" pitchFamily="34" charset="-122"/>
                </a:rPr>
                <a:t>255.255.224.0</a:t>
              </a:r>
            </a:p>
          </p:txBody>
        </p:sp>
        <p:sp>
          <p:nvSpPr>
            <p:cNvPr id="47" name="Line 38"/>
            <p:cNvSpPr>
              <a:spLocks noChangeShapeType="1"/>
            </p:cNvSpPr>
            <p:nvPr/>
          </p:nvSpPr>
          <p:spPr bwMode="auto">
            <a:xfrm>
              <a:off x="5846958" y="2688986"/>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8" name="Line 39"/>
            <p:cNvSpPr>
              <a:spLocks noChangeShapeType="1"/>
            </p:cNvSpPr>
            <p:nvPr/>
          </p:nvSpPr>
          <p:spPr bwMode="auto">
            <a:xfrm>
              <a:off x="6952197" y="2681779"/>
              <a:ext cx="0" cy="270258"/>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9" name="Rectangle 42"/>
            <p:cNvSpPr>
              <a:spLocks noChangeArrowheads="1"/>
            </p:cNvSpPr>
            <p:nvPr/>
          </p:nvSpPr>
          <p:spPr bwMode="auto">
            <a:xfrm>
              <a:off x="6893495" y="2688007"/>
              <a:ext cx="126477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0 0 0 0 0 0 0 0</a:t>
              </a:r>
            </a:p>
          </p:txBody>
        </p:sp>
        <p:sp>
          <p:nvSpPr>
            <p:cNvPr id="55" name="Line 51"/>
            <p:cNvSpPr>
              <a:spLocks noChangeShapeType="1"/>
            </p:cNvSpPr>
            <p:nvPr/>
          </p:nvSpPr>
          <p:spPr bwMode="auto">
            <a:xfrm>
              <a:off x="4733758" y="2681779"/>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grpSp>
        <p:nvGrpSpPr>
          <p:cNvPr id="10" name="组合 9"/>
          <p:cNvGrpSpPr/>
          <p:nvPr/>
        </p:nvGrpSpPr>
        <p:grpSpPr>
          <a:xfrm>
            <a:off x="828136" y="3102732"/>
            <a:ext cx="7330130" cy="305212"/>
            <a:chOff x="828136" y="3214870"/>
            <a:chExt cx="7330130" cy="305212"/>
          </a:xfrm>
        </p:grpSpPr>
        <p:sp>
          <p:nvSpPr>
            <p:cNvPr id="61" name="Rectangle 59"/>
            <p:cNvSpPr>
              <a:spLocks noChangeArrowheads="1"/>
            </p:cNvSpPr>
            <p:nvPr/>
          </p:nvSpPr>
          <p:spPr bwMode="auto">
            <a:xfrm>
              <a:off x="828136" y="3214870"/>
              <a:ext cx="282609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(d) IP </a:t>
              </a:r>
              <a:r>
                <a:rPr kumimoji="1" lang="zh-CN" altLang="en-US" sz="1400" b="1" dirty="0">
                  <a:latin typeface="微软雅黑" pitchFamily="34" charset="-122"/>
                  <a:ea typeface="微软雅黑" pitchFamily="34" charset="-122"/>
                </a:rPr>
                <a:t>地址与地址掩码按位 </a:t>
              </a:r>
              <a:r>
                <a:rPr kumimoji="1" lang="en-US" altLang="zh-CN" sz="1400" b="1" dirty="0">
                  <a:latin typeface="微软雅黑" pitchFamily="34" charset="-122"/>
                  <a:ea typeface="微软雅黑" pitchFamily="34" charset="-122"/>
                </a:rPr>
                <a:t>AND</a:t>
              </a:r>
              <a:endParaRPr kumimoji="1" lang="zh-CN" altLang="en-US" sz="1400" b="1" dirty="0">
                <a:latin typeface="微软雅黑" pitchFamily="34" charset="-122"/>
                <a:ea typeface="微软雅黑" pitchFamily="34" charset="-122"/>
              </a:endParaRPr>
            </a:p>
          </p:txBody>
        </p:sp>
        <p:sp>
          <p:nvSpPr>
            <p:cNvPr id="65" name="Rectangle 40"/>
            <p:cNvSpPr>
              <a:spLocks noChangeArrowheads="1"/>
            </p:cNvSpPr>
            <p:nvPr/>
          </p:nvSpPr>
          <p:spPr bwMode="auto">
            <a:xfrm>
              <a:off x="3642865" y="3219671"/>
              <a:ext cx="4452681" cy="27266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6" name="Rectangle 36"/>
            <p:cNvSpPr>
              <a:spLocks noChangeArrowheads="1"/>
            </p:cNvSpPr>
            <p:nvPr/>
          </p:nvSpPr>
          <p:spPr bwMode="auto">
            <a:xfrm>
              <a:off x="3648131" y="3226877"/>
              <a:ext cx="2742054" cy="259447"/>
            </a:xfrm>
            <a:prstGeom prst="rect">
              <a:avLst/>
            </a:prstGeom>
            <a:solidFill>
              <a:srgbClr val="FF99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7" name="Rectangle 41"/>
            <p:cNvSpPr>
              <a:spLocks noChangeArrowheads="1"/>
            </p:cNvSpPr>
            <p:nvPr/>
          </p:nvSpPr>
          <p:spPr bwMode="auto">
            <a:xfrm>
              <a:off x="3553481" y="3223496"/>
              <a:ext cx="3521799"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1 0 0 0 0 0 0 0 0 0 0 0 1 1 1 0 0 0 1 0 0 0 0 0</a:t>
              </a:r>
            </a:p>
          </p:txBody>
        </p:sp>
        <p:sp>
          <p:nvSpPr>
            <p:cNvPr id="68" name="Line 38"/>
            <p:cNvSpPr>
              <a:spLocks noChangeShapeType="1"/>
            </p:cNvSpPr>
            <p:nvPr/>
          </p:nvSpPr>
          <p:spPr bwMode="auto">
            <a:xfrm>
              <a:off x="5846958" y="3224475"/>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9" name="Line 39"/>
            <p:cNvSpPr>
              <a:spLocks noChangeShapeType="1"/>
            </p:cNvSpPr>
            <p:nvPr/>
          </p:nvSpPr>
          <p:spPr bwMode="auto">
            <a:xfrm>
              <a:off x="6952197" y="3217268"/>
              <a:ext cx="0" cy="270258"/>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Rectangle 42"/>
            <p:cNvSpPr>
              <a:spLocks noChangeArrowheads="1"/>
            </p:cNvSpPr>
            <p:nvPr/>
          </p:nvSpPr>
          <p:spPr bwMode="auto">
            <a:xfrm>
              <a:off x="6893495" y="3223496"/>
              <a:ext cx="126477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0 0 0 0 0 0 0 0</a:t>
              </a:r>
            </a:p>
          </p:txBody>
        </p:sp>
        <p:sp>
          <p:nvSpPr>
            <p:cNvPr id="71" name="Line 51"/>
            <p:cNvSpPr>
              <a:spLocks noChangeShapeType="1"/>
            </p:cNvSpPr>
            <p:nvPr/>
          </p:nvSpPr>
          <p:spPr bwMode="auto">
            <a:xfrm>
              <a:off x="4733758" y="3217268"/>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grpSp>
        <p:nvGrpSpPr>
          <p:cNvPr id="11" name="组合 10"/>
          <p:cNvGrpSpPr/>
          <p:nvPr/>
        </p:nvGrpSpPr>
        <p:grpSpPr>
          <a:xfrm>
            <a:off x="828136" y="3640191"/>
            <a:ext cx="7267411" cy="317460"/>
            <a:chOff x="828136" y="3752329"/>
            <a:chExt cx="7267411" cy="317460"/>
          </a:xfrm>
        </p:grpSpPr>
        <p:sp>
          <p:nvSpPr>
            <p:cNvPr id="45" name="Rectangle 35"/>
            <p:cNvSpPr>
              <a:spLocks noChangeArrowheads="1"/>
            </p:cNvSpPr>
            <p:nvPr/>
          </p:nvSpPr>
          <p:spPr bwMode="auto">
            <a:xfrm>
              <a:off x="3642866" y="3768817"/>
              <a:ext cx="4452681" cy="272661"/>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2" name="Rectangle 60"/>
            <p:cNvSpPr>
              <a:spLocks noChangeArrowheads="1"/>
            </p:cNvSpPr>
            <p:nvPr/>
          </p:nvSpPr>
          <p:spPr bwMode="auto">
            <a:xfrm>
              <a:off x="828136" y="3752329"/>
              <a:ext cx="245580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(e) </a:t>
              </a:r>
              <a:r>
                <a:rPr kumimoji="1" lang="zh-CN" altLang="en-US" sz="1400" b="1" dirty="0">
                  <a:latin typeface="微软雅黑" pitchFamily="34" charset="-122"/>
                  <a:ea typeface="微软雅黑" pitchFamily="34" charset="-122"/>
                </a:rPr>
                <a:t>网络地址（点分十进制）</a:t>
              </a:r>
            </a:p>
          </p:txBody>
        </p:sp>
        <p:sp>
          <p:nvSpPr>
            <p:cNvPr id="72" name="Text Box 45"/>
            <p:cNvSpPr txBox="1">
              <a:spLocks noChangeArrowheads="1"/>
            </p:cNvSpPr>
            <p:nvPr/>
          </p:nvSpPr>
          <p:spPr bwMode="auto">
            <a:xfrm>
              <a:off x="3948549" y="3762012"/>
              <a:ext cx="205697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128       .        14        .</a:t>
              </a:r>
            </a:p>
          </p:txBody>
        </p:sp>
        <p:sp>
          <p:nvSpPr>
            <p:cNvPr id="73" name="Text Box 46"/>
            <p:cNvSpPr txBox="1">
              <a:spLocks noChangeArrowheads="1"/>
            </p:cNvSpPr>
            <p:nvPr/>
          </p:nvSpPr>
          <p:spPr bwMode="auto">
            <a:xfrm>
              <a:off x="5852996" y="3762012"/>
              <a:ext cx="183736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32            .        0</a:t>
              </a:r>
            </a:p>
          </p:txBody>
        </p:sp>
      </p:grpSp>
      <p:grpSp>
        <p:nvGrpSpPr>
          <p:cNvPr id="8" name="组合 7"/>
          <p:cNvGrpSpPr/>
          <p:nvPr/>
        </p:nvGrpSpPr>
        <p:grpSpPr>
          <a:xfrm>
            <a:off x="828136" y="2058717"/>
            <a:ext cx="7479103" cy="305212"/>
            <a:chOff x="828136" y="2170855"/>
            <a:chExt cx="7479103" cy="305212"/>
          </a:xfrm>
        </p:grpSpPr>
        <p:sp>
          <p:nvSpPr>
            <p:cNvPr id="35" name="Rectangle 53"/>
            <p:cNvSpPr>
              <a:spLocks noChangeArrowheads="1"/>
            </p:cNvSpPr>
            <p:nvPr/>
          </p:nvSpPr>
          <p:spPr bwMode="auto">
            <a:xfrm>
              <a:off x="3640234" y="2188108"/>
              <a:ext cx="4455314" cy="272661"/>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0" name="Rectangle 58"/>
            <p:cNvSpPr>
              <a:spLocks noChangeArrowheads="1"/>
            </p:cNvSpPr>
            <p:nvPr/>
          </p:nvSpPr>
          <p:spPr bwMode="auto">
            <a:xfrm>
              <a:off x="828136" y="2170855"/>
              <a:ext cx="1679948"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(b) </a:t>
              </a:r>
              <a:r>
                <a:rPr kumimoji="1" lang="zh-CN" altLang="en-US" sz="1400" b="1" dirty="0">
                  <a:latin typeface="微软雅黑" pitchFamily="34" charset="-122"/>
                  <a:ea typeface="微软雅黑" pitchFamily="34" charset="-122"/>
                </a:rPr>
                <a:t>二进制 </a:t>
              </a: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地址</a:t>
              </a:r>
            </a:p>
          </p:txBody>
        </p:sp>
        <p:sp>
          <p:nvSpPr>
            <p:cNvPr id="6" name="矩形 5"/>
            <p:cNvSpPr/>
            <p:nvPr/>
          </p:nvSpPr>
          <p:spPr>
            <a:xfrm>
              <a:off x="3559425" y="2191186"/>
              <a:ext cx="4747814"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defTabSz="762000" eaLnBrk="0" hangingPunct="0"/>
              <a:r>
                <a:rPr kumimoji="1" lang="en-US" altLang="zh-CN" sz="1200" b="1" dirty="0">
                  <a:latin typeface="微软雅黑" pitchFamily="34" charset="-122"/>
                  <a:ea typeface="微软雅黑" pitchFamily="34" charset="-122"/>
                </a:rPr>
                <a:t>1 0 0 0 0 0 0 0 0 0 0 0 1 1 1 0 0 0 1 0 0 0 1 1 0 0 0 0 0 1 1 1</a:t>
              </a:r>
            </a:p>
          </p:txBody>
        </p:sp>
        <p:sp>
          <p:nvSpPr>
            <p:cNvPr id="78" name="Line 38"/>
            <p:cNvSpPr>
              <a:spLocks noChangeShapeType="1"/>
            </p:cNvSpPr>
            <p:nvPr/>
          </p:nvSpPr>
          <p:spPr bwMode="auto">
            <a:xfrm>
              <a:off x="5846958" y="2201321"/>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9" name="Line 39"/>
            <p:cNvSpPr>
              <a:spLocks noChangeShapeType="1"/>
            </p:cNvSpPr>
            <p:nvPr/>
          </p:nvSpPr>
          <p:spPr bwMode="auto">
            <a:xfrm>
              <a:off x="6952197" y="2194114"/>
              <a:ext cx="0" cy="270258"/>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0" name="Line 51"/>
            <p:cNvSpPr>
              <a:spLocks noChangeShapeType="1"/>
            </p:cNvSpPr>
            <p:nvPr/>
          </p:nvSpPr>
          <p:spPr bwMode="auto">
            <a:xfrm>
              <a:off x="4733758" y="2194114"/>
              <a:ext cx="0" cy="266655"/>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sp>
        <p:nvSpPr>
          <p:cNvPr id="81" name="Text Box 155"/>
          <p:cNvSpPr txBox="1">
            <a:spLocks noChangeArrowheads="1"/>
          </p:cNvSpPr>
          <p:nvPr/>
        </p:nvSpPr>
        <p:spPr bwMode="auto">
          <a:xfrm>
            <a:off x="1436910" y="1121245"/>
            <a:ext cx="6593695" cy="344325"/>
          </a:xfrm>
          <a:prstGeom prst="rect">
            <a:avLst/>
          </a:prstGeom>
          <a:noFill/>
          <a:ln w="9525">
            <a:noFill/>
            <a:miter lim="800000"/>
            <a:headEnd/>
            <a:tailEnd/>
          </a:ln>
          <a:effectLst/>
        </p:spPr>
        <p:txBody>
          <a:bodyPr wrap="square">
            <a:spAutoFit/>
          </a:bodyPr>
          <a:lstStyle/>
          <a:p>
            <a:pPr algn="ctr">
              <a:lnSpc>
                <a:spcPct val="110000"/>
              </a:lnSpc>
            </a:pPr>
            <a:r>
              <a:rPr lang="en-US" altLang="zh-CN" sz="1600" b="1" dirty="0">
                <a:solidFill>
                  <a:srgbClr val="0000FF"/>
                </a:solidFill>
                <a:latin typeface="微软雅黑" pitchFamily="34" charset="-122"/>
                <a:ea typeface="微软雅黑" pitchFamily="34" charset="-122"/>
              </a:rPr>
              <a:t>【</a:t>
            </a:r>
            <a:r>
              <a:rPr lang="zh-CN" altLang="en-US" sz="1600" b="1" dirty="0">
                <a:solidFill>
                  <a:srgbClr val="0000FF"/>
                </a:solidFill>
                <a:latin typeface="微软雅黑" pitchFamily="34" charset="-122"/>
                <a:ea typeface="微软雅黑" pitchFamily="34" charset="-122"/>
              </a:rPr>
              <a:t>例</a:t>
            </a:r>
            <a:r>
              <a:rPr lang="en-US" altLang="zh-CN" sz="1600" b="1" dirty="0">
                <a:solidFill>
                  <a:srgbClr val="0000FF"/>
                </a:solidFill>
                <a:latin typeface="微软雅黑" pitchFamily="34" charset="-122"/>
                <a:ea typeface="微软雅黑" pitchFamily="34" charset="-122"/>
              </a:rPr>
              <a:t>】</a:t>
            </a:r>
            <a:r>
              <a:rPr lang="zh-CN" altLang="en-US" sz="1600" b="1" dirty="0">
                <a:solidFill>
                  <a:srgbClr val="0000FF"/>
                </a:solidFill>
                <a:latin typeface="微软雅黑" pitchFamily="34" charset="-122"/>
                <a:ea typeface="微软雅黑" pitchFamily="34" charset="-122"/>
              </a:rPr>
              <a:t>已知 </a:t>
            </a:r>
            <a:r>
              <a:rPr lang="en-US" altLang="zh-CN" sz="1600" b="1" dirty="0">
                <a:solidFill>
                  <a:srgbClr val="0000FF"/>
                </a:solidFill>
                <a:latin typeface="微软雅黑" pitchFamily="34" charset="-122"/>
                <a:ea typeface="微软雅黑" pitchFamily="34" charset="-122"/>
              </a:rPr>
              <a:t>IP </a:t>
            </a:r>
            <a:r>
              <a:rPr lang="zh-CN" altLang="en-US" sz="1600" b="1" dirty="0">
                <a:solidFill>
                  <a:srgbClr val="0000FF"/>
                </a:solidFill>
                <a:latin typeface="微软雅黑" pitchFamily="34" charset="-122"/>
                <a:ea typeface="微软雅黑" pitchFamily="34" charset="-122"/>
              </a:rPr>
              <a:t>地址是 </a:t>
            </a:r>
            <a:r>
              <a:rPr lang="en-US" altLang="zh-CN" sz="1600" b="1" dirty="0">
                <a:solidFill>
                  <a:srgbClr val="0000FF"/>
                </a:solidFill>
                <a:latin typeface="微软雅黑" pitchFamily="34" charset="-122"/>
                <a:ea typeface="微软雅黑" pitchFamily="34" charset="-122"/>
              </a:rPr>
              <a:t>128.14.35.7/20</a:t>
            </a:r>
            <a:r>
              <a:rPr lang="zh-CN" altLang="en-US" sz="1600" b="1" dirty="0">
                <a:solidFill>
                  <a:srgbClr val="0000FF"/>
                </a:solidFill>
                <a:latin typeface="微软雅黑" pitchFamily="34" charset="-122"/>
                <a:ea typeface="微软雅黑" pitchFamily="34" charset="-122"/>
              </a:rPr>
              <a:t>。求网络地址。 </a:t>
            </a:r>
          </a:p>
        </p:txBody>
      </p:sp>
    </p:spTree>
    <p:custDataLst>
      <p:tags r:id="rId1"/>
    </p:custDataLst>
    <p:extLst>
      <p:ext uri="{BB962C8B-B14F-4D97-AF65-F5344CB8AC3E}">
        <p14:creationId xmlns:p14="http://schemas.microsoft.com/office/powerpoint/2010/main" val="1014260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2000"/>
                                        <p:tgtEl>
                                          <p:spTgt spid="7"/>
                                        </p:tgtEl>
                                      </p:cBhvr>
                                    </p:animEffect>
                                  </p:childTnLst>
                                </p:cTn>
                              </p:par>
                            </p:childTnLst>
                          </p:cTn>
                        </p:par>
                        <p:par>
                          <p:cTn id="8" fill="hold">
                            <p:stCondLst>
                              <p:cond delay="2000"/>
                            </p:stCondLst>
                            <p:childTnLst>
                              <p:par>
                                <p:cTn id="9" presetID="22" presetClass="entr" presetSubtype="1"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ipe(up)">
                                      <p:cBhvr>
                                        <p:cTn id="11" dur="2000"/>
                                        <p:tgtEl>
                                          <p:spTgt spid="8"/>
                                        </p:tgtEl>
                                      </p:cBhvr>
                                    </p:animEffect>
                                  </p:childTnLst>
                                </p:cTn>
                              </p:par>
                            </p:childTnLst>
                          </p:cTn>
                        </p:par>
                        <p:par>
                          <p:cTn id="12" fill="hold">
                            <p:stCondLst>
                              <p:cond delay="4000"/>
                            </p:stCondLst>
                            <p:childTnLst>
                              <p:par>
                                <p:cTn id="13" presetID="22" presetClass="entr" presetSubtype="1"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up)">
                                      <p:cBhvr>
                                        <p:cTn id="15" dur="2000"/>
                                        <p:tgtEl>
                                          <p:spTgt spid="9"/>
                                        </p:tgtEl>
                                      </p:cBhvr>
                                    </p:animEffect>
                                  </p:childTnLst>
                                </p:cTn>
                              </p:par>
                            </p:childTnLst>
                          </p:cTn>
                        </p:par>
                        <p:par>
                          <p:cTn id="16" fill="hold">
                            <p:stCondLst>
                              <p:cond delay="6000"/>
                            </p:stCondLst>
                            <p:childTnLst>
                              <p:par>
                                <p:cTn id="17" presetID="22" presetClass="entr" presetSubtype="1"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up)">
                                      <p:cBhvr>
                                        <p:cTn id="19" dur="2000"/>
                                        <p:tgtEl>
                                          <p:spTgt spid="10"/>
                                        </p:tgtEl>
                                      </p:cBhvr>
                                    </p:animEffect>
                                  </p:childTnLst>
                                </p:cTn>
                              </p:par>
                            </p:childTnLst>
                          </p:cTn>
                        </p:par>
                        <p:par>
                          <p:cTn id="20" fill="hold">
                            <p:stCondLst>
                              <p:cond delay="8000"/>
                            </p:stCondLst>
                            <p:childTnLst>
                              <p:par>
                                <p:cTn id="21" presetID="22" presetClass="entr" presetSubtype="1"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wipe(up)">
                                      <p:cBhvr>
                                        <p:cTn id="23"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p>
        </p:txBody>
      </p:sp>
      <p:sp>
        <p:nvSpPr>
          <p:cNvPr id="4" name="矩形 3"/>
          <p:cNvSpPr/>
          <p:nvPr/>
        </p:nvSpPr>
        <p:spPr>
          <a:xfrm>
            <a:off x="616085" y="565906"/>
            <a:ext cx="2520242" cy="400110"/>
          </a:xfrm>
          <a:prstGeom prst="rect">
            <a:avLst/>
          </a:prstGeom>
        </p:spPr>
        <p:txBody>
          <a:bodyPr wrap="none">
            <a:spAutoFit/>
          </a:bodyPr>
          <a:lstStyle/>
          <a:p>
            <a:r>
              <a:rPr lang="zh-CN" altLang="en-US" sz="2000" b="1" dirty="0">
                <a:latin typeface="微软雅黑" pitchFamily="34" charset="-122"/>
                <a:ea typeface="微软雅黑" pitchFamily="34" charset="-122"/>
              </a:rPr>
              <a:t>常用的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a:t>
            </a:r>
          </a:p>
        </p:txBody>
      </p:sp>
      <p:graphicFrame>
        <p:nvGraphicFramePr>
          <p:cNvPr id="2" name="表格 1"/>
          <p:cNvGraphicFramePr>
            <a:graphicFrameLocks noGrp="1"/>
          </p:cNvGraphicFramePr>
          <p:nvPr/>
        </p:nvGraphicFramePr>
        <p:xfrm>
          <a:off x="715992" y="1024780"/>
          <a:ext cx="7427344" cy="3598977"/>
        </p:xfrm>
        <a:graphic>
          <a:graphicData uri="http://schemas.openxmlformats.org/drawingml/2006/table">
            <a:tbl>
              <a:tblPr firstRow="1" bandRow="1">
                <a:tableStyleId>{91EBBBCC-DAD2-459C-BE2E-F6DE35CF9A28}</a:tableStyleId>
              </a:tblPr>
              <a:tblGrid>
                <a:gridCol w="1407497">
                  <a:extLst>
                    <a:ext uri="{9D8B030D-6E8A-4147-A177-3AD203B41FA5}">
                      <a16:colId xmlns:a16="http://schemas.microsoft.com/office/drawing/2014/main" val="2353518644"/>
                    </a:ext>
                  </a:extLst>
                </a:gridCol>
                <a:gridCol w="1805955">
                  <a:extLst>
                    <a:ext uri="{9D8B030D-6E8A-4147-A177-3AD203B41FA5}">
                      <a16:colId xmlns:a16="http://schemas.microsoft.com/office/drawing/2014/main" val="2193359301"/>
                    </a:ext>
                  </a:extLst>
                </a:gridCol>
                <a:gridCol w="1705623">
                  <a:extLst>
                    <a:ext uri="{9D8B030D-6E8A-4147-A177-3AD203B41FA5}">
                      <a16:colId xmlns:a16="http://schemas.microsoft.com/office/drawing/2014/main" val="1972424735"/>
                    </a:ext>
                  </a:extLst>
                </a:gridCol>
                <a:gridCol w="2508269">
                  <a:extLst>
                    <a:ext uri="{9D8B030D-6E8A-4147-A177-3AD203B41FA5}">
                      <a16:colId xmlns:a16="http://schemas.microsoft.com/office/drawing/2014/main" val="3197085333"/>
                    </a:ext>
                  </a:extLst>
                </a:gridCol>
              </a:tblGrid>
              <a:tr h="272562">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网络前缀长度</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点分十进制</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包含的地址数</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zh-CN" sz="1400" b="1" kern="500" dirty="0">
                          <a:effectLst/>
                          <a:latin typeface="微软雅黑" panose="020B0503020204020204" pitchFamily="34" charset="-122"/>
                          <a:ea typeface="微软雅黑" panose="020B0503020204020204" pitchFamily="34" charset="-122"/>
                        </a:rPr>
                        <a:t>相当于包含分类的网络数</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2764408178"/>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/13</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255.248.0.0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512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2048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119340114"/>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/14</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255.252.0.0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256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1024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990401141"/>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/15</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255.254.0.0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128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512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03573349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/16</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64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B </a:t>
                      </a:r>
                      <a:r>
                        <a:rPr lang="zh-CN" sz="1400" b="1" kern="500" dirty="0">
                          <a:effectLst/>
                          <a:latin typeface="微软雅黑" panose="020B0503020204020204" pitchFamily="34" charset="-122"/>
                          <a:ea typeface="微软雅黑" panose="020B0503020204020204" pitchFamily="34" charset="-122"/>
                        </a:rPr>
                        <a:t>类或</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256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793504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/17</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255.255.128.0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32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128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98428660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/18</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255.255.192.0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16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64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95280130"/>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/19</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255.255.224.0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8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32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589026572"/>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/20</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255.255.240.0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4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16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1390613408"/>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/21</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255.255.248.0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8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2567787277"/>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/22</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255.255.252.0</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 K</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4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400588070"/>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/23</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255.255.254.0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512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4112281158"/>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/24</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256</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1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039715874"/>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/25</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255.255.255.128</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128</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alt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1/2 </a:t>
                      </a:r>
                      <a:r>
                        <a:rPr 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个</a:t>
                      </a:r>
                      <a:r>
                        <a:rPr lang="en-US" alt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en-US"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C </a:t>
                      </a:r>
                      <a:r>
                        <a:rPr 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类</a:t>
                      </a: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492046195"/>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/26</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255.255.255.192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64</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altLang="zh-CN" sz="1400" b="1" kern="500" dirty="0">
                          <a:effectLst/>
                          <a:latin typeface="微软雅黑" panose="020B0503020204020204" pitchFamily="34" charset="-122"/>
                          <a:ea typeface="微软雅黑" panose="020B0503020204020204" pitchFamily="34" charset="-122"/>
                        </a:rPr>
                        <a:t>1/4 </a:t>
                      </a:r>
                      <a:r>
                        <a:rPr lang="zh-CN" alt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C </a:t>
                      </a:r>
                      <a:r>
                        <a:rPr lang="zh-CN" sz="14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rPr>
                        <a:t>类</a:t>
                      </a: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814100583"/>
                  </a:ext>
                </a:extLst>
              </a:tr>
              <a:tr h="221761">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rPr>
                        <a:t>/27</a:t>
                      </a:r>
                      <a:endParaRPr lang="zh-CN" sz="14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255.255.255.224</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a:effectLst/>
                          <a:latin typeface="微软雅黑" panose="020B0503020204020204" pitchFamily="34" charset="-122"/>
                          <a:ea typeface="微软雅黑" panose="020B0503020204020204" pitchFamily="34" charset="-122"/>
                        </a:rPr>
                        <a:t>32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lnSpc>
                          <a:spcPts val="1400"/>
                        </a:lnSpc>
                        <a:spcAft>
                          <a:spcPts val="0"/>
                        </a:spcAft>
                      </a:pPr>
                      <a:r>
                        <a:rPr lang="en-US" sz="1400" b="1" kern="500" dirty="0">
                          <a:effectLst/>
                          <a:latin typeface="微软雅黑" panose="020B0503020204020204" pitchFamily="34" charset="-122"/>
                          <a:ea typeface="微软雅黑" panose="020B0503020204020204" pitchFamily="34" charset="-122"/>
                          <a:cs typeface="Times New Roman" panose="02020603050405020304" pitchFamily="18" charset="0"/>
                        </a:rPr>
                        <a:t>1/8</a:t>
                      </a:r>
                      <a:r>
                        <a:rPr lang="en-US" sz="1400" b="1" kern="500" dirty="0">
                          <a:effectLst/>
                          <a:latin typeface="微软雅黑" panose="020B0503020204020204" pitchFamily="34" charset="-122"/>
                          <a:ea typeface="微软雅黑" panose="020B0503020204020204" pitchFamily="34" charset="-122"/>
                        </a:rPr>
                        <a:t> </a:t>
                      </a:r>
                      <a:r>
                        <a:rPr lang="zh-CN" sz="1400" b="1" kern="500" dirty="0">
                          <a:effectLst/>
                          <a:latin typeface="微软雅黑" panose="020B0503020204020204" pitchFamily="34" charset="-122"/>
                          <a:ea typeface="微软雅黑" panose="020B0503020204020204" pitchFamily="34" charset="-122"/>
                        </a:rPr>
                        <a:t>个</a:t>
                      </a:r>
                      <a:r>
                        <a:rPr lang="en-US" altLang="zh-CN" sz="1400" b="1" kern="500" dirty="0">
                          <a:effectLst/>
                          <a:latin typeface="微软雅黑" panose="020B0503020204020204" pitchFamily="34" charset="-122"/>
                          <a:ea typeface="微软雅黑" panose="020B0503020204020204" pitchFamily="34" charset="-122"/>
                        </a:rPr>
                        <a:t> </a:t>
                      </a:r>
                      <a:r>
                        <a:rPr lang="en-US" sz="1400" b="1" kern="500" dirty="0">
                          <a:effectLst/>
                          <a:latin typeface="微软雅黑" panose="020B0503020204020204" pitchFamily="34" charset="-122"/>
                          <a:ea typeface="微软雅黑" panose="020B0503020204020204" pitchFamily="34" charset="-122"/>
                        </a:rPr>
                        <a:t>C </a:t>
                      </a:r>
                      <a:r>
                        <a:rPr lang="zh-CN" sz="1400" b="1" kern="500" dirty="0">
                          <a:effectLst/>
                          <a:latin typeface="微软雅黑" panose="020B0503020204020204" pitchFamily="34" charset="-122"/>
                          <a:ea typeface="微软雅黑" panose="020B0503020204020204" pitchFamily="34" charset="-122"/>
                        </a:rPr>
                        <a:t>类</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val="3381601028"/>
                  </a:ext>
                </a:extLst>
              </a:tr>
            </a:tbl>
          </a:graphicData>
        </a:graphic>
      </p:graphicFrame>
    </p:spTree>
    <p:extLst>
      <p:ext uri="{BB962C8B-B14F-4D97-AF65-F5344CB8AC3E}">
        <p14:creationId xmlns:p14="http://schemas.microsoft.com/office/powerpoint/2010/main" val="208780602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0BF3CD-2B88-6D50-5FCC-04F0761D8BE1}"/>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894C282E-86CA-9314-AD5F-5C4E065DD63E}"/>
              </a:ext>
            </a:extLst>
          </p:cNvPr>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AECBEAB7-5153-7981-9DD7-F3D0010C51AD}"/>
              </a:ext>
            </a:extLst>
          </p:cNvPr>
          <p:cNvSpPr>
            <a:spLocks noChangeArrowheads="1"/>
          </p:cNvSpPr>
          <p:nvPr/>
        </p:nvSpPr>
        <p:spPr bwMode="auto">
          <a:xfrm>
            <a:off x="2989412" y="581433"/>
            <a:ext cx="31838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不能接入互联网的地址</a:t>
            </a:r>
          </a:p>
        </p:txBody>
      </p:sp>
      <p:sp>
        <p:nvSpPr>
          <p:cNvPr id="4" name="Rectangle 68">
            <a:extLst>
              <a:ext uri="{FF2B5EF4-FFF2-40B4-BE49-F238E27FC236}">
                <a16:creationId xmlns:a16="http://schemas.microsoft.com/office/drawing/2014/main" id="{B6D3E36E-6775-7A3B-4CE2-3217E5A8A4E5}"/>
              </a:ext>
            </a:extLst>
          </p:cNvPr>
          <p:cNvSpPr>
            <a:spLocks noChangeArrowheads="1"/>
          </p:cNvSpPr>
          <p:nvPr/>
        </p:nvSpPr>
        <p:spPr bwMode="auto">
          <a:xfrm>
            <a:off x="556962" y="978646"/>
            <a:ext cx="8423135" cy="4419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有四个特殊地址块，其中的地址都不能够接入到互联网：</a:t>
            </a:r>
            <a:endParaRPr lang="en-US" altLang="zh-CN" sz="2000" b="1" dirty="0">
              <a:latin typeface="微软雅黑" pitchFamily="34" charset="-122"/>
              <a:ea typeface="微软雅黑" pitchFamily="34" charset="-122"/>
            </a:endParaRPr>
          </a:p>
        </p:txBody>
      </p:sp>
      <p:graphicFrame>
        <p:nvGraphicFramePr>
          <p:cNvPr id="6" name="表格 5">
            <a:extLst>
              <a:ext uri="{FF2B5EF4-FFF2-40B4-BE49-F238E27FC236}">
                <a16:creationId xmlns:a16="http://schemas.microsoft.com/office/drawing/2014/main" id="{4ED2076E-E998-1063-4D9C-E25FA6974886}"/>
              </a:ext>
            </a:extLst>
          </p:cNvPr>
          <p:cNvGraphicFramePr>
            <a:graphicFrameLocks noGrp="1"/>
          </p:cNvGraphicFramePr>
          <p:nvPr/>
        </p:nvGraphicFramePr>
        <p:xfrm>
          <a:off x="545144" y="1607711"/>
          <a:ext cx="8053710" cy="2314407"/>
        </p:xfrm>
        <a:graphic>
          <a:graphicData uri="http://schemas.openxmlformats.org/drawingml/2006/table">
            <a:tbl>
              <a:tblPr firstRow="1" bandRow="1">
                <a:tableStyleId>{0660B408-B3CF-4A94-85FC-2B1E0A45F4A2}</a:tableStyleId>
              </a:tblPr>
              <a:tblGrid>
                <a:gridCol w="2006327">
                  <a:extLst>
                    <a:ext uri="{9D8B030D-6E8A-4147-A177-3AD203B41FA5}">
                      <a16:colId xmlns:a16="http://schemas.microsoft.com/office/drawing/2014/main" val="2353518644"/>
                    </a:ext>
                  </a:extLst>
                </a:gridCol>
                <a:gridCol w="1509252">
                  <a:extLst>
                    <a:ext uri="{9D8B030D-6E8A-4147-A177-3AD203B41FA5}">
                      <a16:colId xmlns:a16="http://schemas.microsoft.com/office/drawing/2014/main" val="2193359301"/>
                    </a:ext>
                  </a:extLst>
                </a:gridCol>
                <a:gridCol w="2040193">
                  <a:extLst>
                    <a:ext uri="{9D8B030D-6E8A-4147-A177-3AD203B41FA5}">
                      <a16:colId xmlns:a16="http://schemas.microsoft.com/office/drawing/2014/main" val="1077615713"/>
                    </a:ext>
                  </a:extLst>
                </a:gridCol>
                <a:gridCol w="2497938">
                  <a:extLst>
                    <a:ext uri="{9D8B030D-6E8A-4147-A177-3AD203B41FA5}">
                      <a16:colId xmlns:a16="http://schemas.microsoft.com/office/drawing/2014/main" val="1977336071"/>
                    </a:ext>
                  </a:extLst>
                </a:gridCol>
              </a:tblGrid>
              <a:tr h="417734">
                <a:tc>
                  <a:txBody>
                    <a:bodyPr/>
                    <a:lstStyle/>
                    <a:p>
                      <a:pPr algn="ctr">
                        <a:lnSpc>
                          <a:spcPts val="2000"/>
                        </a:lnSpc>
                        <a:spcAft>
                          <a:spcPts val="0"/>
                        </a:spcAft>
                      </a:pPr>
                      <a:r>
                        <a:rPr lang="zh-CN" sz="1800" b="1" kern="500" dirty="0">
                          <a:effectLst/>
                          <a:latin typeface="微软雅黑" panose="020B0503020204020204" pitchFamily="34" charset="-122"/>
                          <a:ea typeface="微软雅黑" panose="020B0503020204020204" pitchFamily="34" charset="-122"/>
                        </a:rPr>
                        <a:t>前</a:t>
                      </a:r>
                      <a:r>
                        <a:rPr lang="en-US" altLang="zh-CN" sz="1800" b="1" kern="500" dirty="0">
                          <a:effectLst/>
                          <a:latin typeface="微软雅黑" panose="020B0503020204020204" pitchFamily="34" charset="-122"/>
                          <a:ea typeface="微软雅黑" panose="020B0503020204020204" pitchFamily="34" charset="-122"/>
                        </a:rPr>
                        <a:t>   </a:t>
                      </a:r>
                      <a:r>
                        <a:rPr lang="zh-CN" sz="1800" b="1" kern="500" dirty="0">
                          <a:effectLst/>
                          <a:latin typeface="微软雅黑" panose="020B0503020204020204" pitchFamily="34" charset="-122"/>
                          <a:ea typeface="微软雅黑" panose="020B0503020204020204" pitchFamily="34" charset="-122"/>
                        </a:rPr>
                        <a:t>缀</a:t>
                      </a:r>
                      <a:endParaRPr lang="zh-CN" sz="18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a:lnSpc>
                          <a:spcPts val="2000"/>
                        </a:lnSpc>
                        <a:spcAft>
                          <a:spcPts val="0"/>
                        </a:spcAft>
                      </a:pPr>
                      <a:r>
                        <a:rPr lang="zh-CN" altLang="en-US" sz="1800" b="1" kern="500" dirty="0">
                          <a:effectLst/>
                          <a:latin typeface="微软雅黑" panose="020B0503020204020204" pitchFamily="34" charset="-122"/>
                          <a:ea typeface="微软雅黑" panose="020B0503020204020204" pitchFamily="34" charset="-122"/>
                        </a:rPr>
                        <a:t>最小地址</a:t>
                      </a:r>
                      <a:endParaRPr lang="zh-CN" sz="18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a:lnSpc>
                          <a:spcPts val="2000"/>
                        </a:lnSpc>
                        <a:spcAft>
                          <a:spcPts val="0"/>
                        </a:spcAft>
                      </a:pPr>
                      <a:r>
                        <a:rPr lang="zh-CN" altLang="en-US" sz="1800" b="1" kern="500" dirty="0">
                          <a:effectLst/>
                          <a:latin typeface="微软雅黑" panose="020B0503020204020204" pitchFamily="34" charset="-122"/>
                          <a:ea typeface="微软雅黑" panose="020B0503020204020204" pitchFamily="34" charset="-122"/>
                        </a:rPr>
                        <a:t>最大地址</a:t>
                      </a:r>
                      <a:endParaRPr lang="zh-CN" sz="1800" b="1" kern="500" dirty="0">
                        <a:solidFill>
                          <a:srgbClr val="000099"/>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a:lnSpc>
                          <a:spcPts val="2000"/>
                        </a:lnSpc>
                        <a:spcAft>
                          <a:spcPts val="0"/>
                        </a:spcAft>
                      </a:pPr>
                      <a:r>
                        <a:rPr lang="zh-CN" altLang="en-US" sz="1800" b="1" kern="500" dirty="0">
                          <a:effectLst/>
                          <a:latin typeface="微软雅黑" panose="020B0503020204020204" pitchFamily="34" charset="-122"/>
                          <a:ea typeface="微软雅黑" panose="020B0503020204020204" pitchFamily="34" charset="-122"/>
                        </a:rPr>
                        <a:t>名   称</a:t>
                      </a:r>
                      <a:endParaRPr lang="zh-CN" sz="1800" b="1" kern="500" dirty="0">
                        <a:solidFill>
                          <a:schemeClr val="lt1"/>
                        </a:solidFill>
                        <a:effectLst/>
                        <a:latin typeface="微软雅黑" panose="020B0503020204020204" pitchFamily="34" charset="-122"/>
                        <a:ea typeface="微软雅黑" panose="020B0503020204020204" pitchFamily="34" charset="-122"/>
                        <a:cs typeface="+mn-cs"/>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extLst>
                  <a:ext uri="{0D108BD9-81ED-4DB2-BD59-A6C34878D82A}">
                    <a16:rowId xmlns:a16="http://schemas.microsoft.com/office/drawing/2014/main" val="2764408178"/>
                  </a:ext>
                </a:extLst>
              </a:tr>
              <a:tr h="1333657">
                <a:tc>
                  <a:txBody>
                    <a:bodyPr/>
                    <a:lstStyle/>
                    <a:p>
                      <a:pPr algn="l">
                        <a:lnSpc>
                          <a:spcPts val="2000"/>
                        </a:lnSpc>
                        <a:spcAft>
                          <a:spcPts val="0"/>
                        </a:spcAft>
                      </a:pPr>
                      <a:r>
                        <a:rPr lang="en-US" sz="1600" b="1" kern="500" dirty="0">
                          <a:effectLst/>
                          <a:latin typeface="微软雅黑" panose="020B0503020204020204" pitchFamily="34" charset="-122"/>
                          <a:ea typeface="微软雅黑" panose="020B0503020204020204" pitchFamily="34" charset="-122"/>
                        </a:rPr>
                        <a:t>10.0.0.0/8</a:t>
                      </a:r>
                    </a:p>
                    <a:p>
                      <a:pPr algn="l">
                        <a:lnSpc>
                          <a:spcPts val="2000"/>
                        </a:lnSpc>
                        <a:spcBef>
                          <a:spcPts val="1200"/>
                        </a:spcBef>
                        <a:spcAft>
                          <a:spcPts val="0"/>
                        </a:spcAft>
                      </a:pPr>
                      <a:r>
                        <a:rPr lang="en-US" sz="1600" b="1" kern="500" dirty="0">
                          <a:effectLst/>
                          <a:latin typeface="微软雅黑" panose="020B0503020204020204" pitchFamily="34" charset="-122"/>
                          <a:ea typeface="微软雅黑" panose="020B0503020204020204" pitchFamily="34" charset="-122"/>
                        </a:rPr>
                        <a:t>172.16.0.0/12</a:t>
                      </a:r>
                    </a:p>
                    <a:p>
                      <a:pPr algn="l">
                        <a:lnSpc>
                          <a:spcPts val="2000"/>
                        </a:lnSpc>
                        <a:spcBef>
                          <a:spcPts val="1200"/>
                        </a:spcBef>
                        <a:spcAft>
                          <a:spcPts val="0"/>
                        </a:spcAft>
                      </a:pPr>
                      <a:r>
                        <a:rPr lang="en-US" sz="1600" b="1" kern="500" dirty="0">
                          <a:effectLst/>
                          <a:latin typeface="微软雅黑" panose="020B0503020204020204" pitchFamily="34" charset="-122"/>
                          <a:ea typeface="微软雅黑" panose="020B0503020204020204" pitchFamily="34" charset="-122"/>
                        </a:rPr>
                        <a:t>192.168.0.0/16</a:t>
                      </a: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en-US" altLang="zh-CN" sz="1600" b="1" kern="500" dirty="0">
                          <a:effectLst/>
                          <a:latin typeface="微软雅黑" panose="020B0503020204020204" pitchFamily="34" charset="-122"/>
                          <a:ea typeface="微软雅黑" panose="020B0503020204020204" pitchFamily="34" charset="-122"/>
                        </a:rPr>
                        <a:t>10.0.0.0</a:t>
                      </a:r>
                    </a:p>
                    <a:p>
                      <a:pPr algn="l">
                        <a:lnSpc>
                          <a:spcPts val="2000"/>
                        </a:lnSpc>
                        <a:spcBef>
                          <a:spcPts val="1200"/>
                        </a:spcBef>
                        <a:spcAft>
                          <a:spcPts val="0"/>
                        </a:spcAft>
                      </a:pPr>
                      <a:r>
                        <a:rPr lang="en-US" altLang="zh-CN" sz="1600" b="1" kern="500" dirty="0">
                          <a:effectLst/>
                          <a:latin typeface="微软雅黑" panose="020B0503020204020204" pitchFamily="34" charset="-122"/>
                          <a:ea typeface="微软雅黑" panose="020B0503020204020204" pitchFamily="34" charset="-122"/>
                        </a:rPr>
                        <a:t>172.16.0.0</a:t>
                      </a:r>
                    </a:p>
                    <a:p>
                      <a:pPr algn="l">
                        <a:lnSpc>
                          <a:spcPts val="2000"/>
                        </a:lnSpc>
                        <a:spcBef>
                          <a:spcPts val="1200"/>
                        </a:spcBef>
                        <a:spcAft>
                          <a:spcPts val="0"/>
                        </a:spcAft>
                      </a:pPr>
                      <a:r>
                        <a:rPr lang="en-US" altLang="zh-CN" sz="1600" b="1" kern="500" dirty="0">
                          <a:effectLst/>
                          <a:latin typeface="微软雅黑" panose="020B0503020204020204" pitchFamily="34" charset="-122"/>
                          <a:ea typeface="微软雅黑" panose="020B0503020204020204" pitchFamily="34" charset="-122"/>
                        </a:rPr>
                        <a:t>192.168.0.0</a:t>
                      </a: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en-US" alt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rPr>
                        <a:t>10.255.255.255</a:t>
                      </a:r>
                    </a:p>
                    <a:p>
                      <a:pPr algn="l">
                        <a:lnSpc>
                          <a:spcPts val="2000"/>
                        </a:lnSpc>
                        <a:spcBef>
                          <a:spcPts val="1200"/>
                        </a:spcBef>
                        <a:spcAft>
                          <a:spcPts val="0"/>
                        </a:spcAft>
                      </a:pPr>
                      <a:r>
                        <a:rPr lang="en-US" alt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rPr>
                        <a:t>172.31.255.255</a:t>
                      </a:r>
                    </a:p>
                    <a:p>
                      <a:pPr algn="l">
                        <a:lnSpc>
                          <a:spcPts val="2000"/>
                        </a:lnSpc>
                        <a:spcBef>
                          <a:spcPts val="1200"/>
                        </a:spcBef>
                        <a:spcAft>
                          <a:spcPts val="0"/>
                        </a:spcAft>
                      </a:pPr>
                      <a:r>
                        <a:rPr lang="en-US" alt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rPr>
                        <a:t>192.168.255.255</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zh-CN" altLang="en-US" sz="1600" b="1" kern="500" dirty="0">
                          <a:effectLst/>
                          <a:latin typeface="微软雅黑" panose="020B0503020204020204" pitchFamily="34" charset="-122"/>
                          <a:ea typeface="微软雅黑" panose="020B0503020204020204" pitchFamily="34" charset="-122"/>
                        </a:rPr>
                        <a:t>私用地址</a:t>
                      </a:r>
                      <a:r>
                        <a:rPr lang="en-US" altLang="zh-CN" sz="1600" b="1" kern="500" dirty="0">
                          <a:effectLst/>
                          <a:latin typeface="微软雅黑" panose="020B0503020204020204" pitchFamily="34" charset="-122"/>
                          <a:ea typeface="微软雅黑" panose="020B0503020204020204" pitchFamily="34" charset="-122"/>
                        </a:rPr>
                        <a:t>(private–use) </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19340114"/>
                  </a:ext>
                </a:extLst>
              </a:tr>
              <a:tr h="563016">
                <a:tc>
                  <a:txBody>
                    <a:bodyPr/>
                    <a:lstStyle/>
                    <a:p>
                      <a:pPr algn="l">
                        <a:lnSpc>
                          <a:spcPts val="2000"/>
                        </a:lnSpc>
                        <a:spcAft>
                          <a:spcPts val="0"/>
                        </a:spcAft>
                      </a:pPr>
                      <a:r>
                        <a:rPr lang="en-US" sz="1600" b="1" kern="500" dirty="0">
                          <a:effectLst/>
                          <a:latin typeface="微软雅黑" panose="020B0503020204020204" pitchFamily="34" charset="-122"/>
                          <a:ea typeface="微软雅黑" panose="020B0503020204020204" pitchFamily="34" charset="-122"/>
                        </a:rPr>
                        <a:t>169.254.0.0/16</a:t>
                      </a:r>
                      <a:endParaRPr lang="zh-CN" sz="1600" b="1" kern="500" dirty="0">
                        <a:solidFill>
                          <a:schemeClr val="dk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en-US" sz="1600" b="1" kern="500" dirty="0">
                          <a:effectLst/>
                          <a:latin typeface="微软雅黑" panose="020B0503020204020204" pitchFamily="34" charset="-122"/>
                          <a:ea typeface="微软雅黑" panose="020B0503020204020204" pitchFamily="34" charset="-122"/>
                        </a:rPr>
                        <a:t>169.254.0.0</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en-US" alt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rPr>
                        <a:t>169.254.255.255</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2000"/>
                        </a:lnSpc>
                        <a:spcAft>
                          <a:spcPts val="0"/>
                        </a:spcAft>
                      </a:pPr>
                      <a:r>
                        <a:rPr lang="zh-CN" altLang="en-US" sz="1600" b="1" kern="500" dirty="0">
                          <a:effectLst/>
                          <a:latin typeface="微软雅黑" panose="020B0503020204020204" pitchFamily="34" charset="-122"/>
                          <a:ea typeface="微软雅黑" panose="020B0503020204020204" pitchFamily="34" charset="-122"/>
                        </a:rPr>
                        <a:t>链路本地地址</a:t>
                      </a:r>
                      <a:r>
                        <a:rPr lang="en-US" altLang="zh-CN" sz="1600" b="1" kern="500" dirty="0">
                          <a:effectLst/>
                          <a:latin typeface="微软雅黑" panose="020B0503020204020204" pitchFamily="34" charset="-122"/>
                          <a:ea typeface="微软雅黑" panose="020B0503020204020204" pitchFamily="34" charset="-122"/>
                        </a:rPr>
                        <a:t>(link local)</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35733493"/>
                  </a:ext>
                </a:extLst>
              </a:tr>
            </a:tbl>
          </a:graphicData>
        </a:graphic>
      </p:graphicFrame>
      <p:sp>
        <p:nvSpPr>
          <p:cNvPr id="9" name="文本框 8">
            <a:extLst>
              <a:ext uri="{FF2B5EF4-FFF2-40B4-BE49-F238E27FC236}">
                <a16:creationId xmlns:a16="http://schemas.microsoft.com/office/drawing/2014/main" id="{AB6F5FD6-7DCD-DD1F-9CD6-0BB645AFC9DA}"/>
              </a:ext>
            </a:extLst>
          </p:cNvPr>
          <p:cNvSpPr txBox="1"/>
          <p:nvPr/>
        </p:nvSpPr>
        <p:spPr>
          <a:xfrm>
            <a:off x="6077906" y="2527124"/>
            <a:ext cx="2453876" cy="333553"/>
          </a:xfrm>
          <a:prstGeom prst="rect">
            <a:avLst/>
          </a:prstGeom>
          <a:noFill/>
        </p:spPr>
        <p:txBody>
          <a:bodyPr wrap="square">
            <a:spAutoFit/>
          </a:bodyPr>
          <a:lstStyle/>
          <a:p>
            <a:pPr algn="l">
              <a:lnSpc>
                <a:spcPts val="2000"/>
              </a:lnSpc>
              <a:spcAft>
                <a:spcPts val="0"/>
              </a:spcAft>
            </a:pPr>
            <a:r>
              <a:rPr lang="zh-CN" altLang="en-US" sz="1600" b="1" kern="500" dirty="0">
                <a:solidFill>
                  <a:srgbClr val="C00000"/>
                </a:solidFill>
                <a:effectLst/>
                <a:latin typeface="微软雅黑" panose="020B0503020204020204" pitchFamily="34" charset="-122"/>
                <a:ea typeface="微软雅黑" panose="020B0503020204020204" pitchFamily="34" charset="-122"/>
              </a:rPr>
              <a:t>私用地址</a:t>
            </a:r>
            <a:r>
              <a:rPr lang="en-US" altLang="zh-CN" sz="1600" b="1" kern="500" dirty="0">
                <a:solidFill>
                  <a:srgbClr val="C00000"/>
                </a:solidFill>
                <a:effectLst/>
                <a:latin typeface="微软雅黑" panose="020B0503020204020204" pitchFamily="34" charset="-122"/>
                <a:ea typeface="微软雅黑" panose="020B0503020204020204" pitchFamily="34" charset="-122"/>
              </a:rPr>
              <a:t>(private–use) </a:t>
            </a:r>
            <a:endParaRPr lang="zh-CN" altLang="zh-CN" sz="1600" b="1" kern="500" dirty="0">
              <a:solidFill>
                <a:srgbClr val="C00000"/>
              </a:solidFill>
              <a:effectLst/>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1" name="文本框 10">
            <a:extLst>
              <a:ext uri="{FF2B5EF4-FFF2-40B4-BE49-F238E27FC236}">
                <a16:creationId xmlns:a16="http://schemas.microsoft.com/office/drawing/2014/main" id="{BA423A19-DE99-939D-004D-C423413C5802}"/>
              </a:ext>
            </a:extLst>
          </p:cNvPr>
          <p:cNvSpPr txBox="1"/>
          <p:nvPr/>
        </p:nvSpPr>
        <p:spPr>
          <a:xfrm>
            <a:off x="6078220" y="3475352"/>
            <a:ext cx="2588339" cy="333553"/>
          </a:xfrm>
          <a:prstGeom prst="rect">
            <a:avLst/>
          </a:prstGeom>
          <a:noFill/>
        </p:spPr>
        <p:txBody>
          <a:bodyPr wrap="square">
            <a:spAutoFit/>
          </a:bodyPr>
          <a:lstStyle/>
          <a:p>
            <a:pPr algn="l">
              <a:lnSpc>
                <a:spcPts val="2000"/>
              </a:lnSpc>
              <a:spcAft>
                <a:spcPts val="0"/>
              </a:spcAft>
            </a:pPr>
            <a:r>
              <a:rPr lang="zh-CN" altLang="en-US" sz="1600" b="1" kern="500" dirty="0">
                <a:solidFill>
                  <a:srgbClr val="C00000"/>
                </a:solidFill>
                <a:effectLst/>
                <a:latin typeface="微软雅黑" panose="020B0503020204020204" pitchFamily="34" charset="-122"/>
                <a:ea typeface="微软雅黑" panose="020B0503020204020204" pitchFamily="34" charset="-122"/>
              </a:rPr>
              <a:t>链路本地地址</a:t>
            </a:r>
            <a:r>
              <a:rPr lang="en-US" altLang="zh-CN" sz="1600" b="1" kern="500" dirty="0">
                <a:solidFill>
                  <a:srgbClr val="C00000"/>
                </a:solidFill>
                <a:effectLst/>
                <a:latin typeface="微软雅黑" panose="020B0503020204020204" pitchFamily="34" charset="-122"/>
                <a:ea typeface="微软雅黑" panose="020B0503020204020204" pitchFamily="34" charset="-122"/>
              </a:rPr>
              <a:t>(link local)</a:t>
            </a:r>
            <a:endParaRPr lang="zh-CN" altLang="zh-CN" sz="1600" b="1" kern="500" dirty="0">
              <a:solidFill>
                <a:srgbClr val="C00000"/>
              </a:solidFill>
              <a:effectLst/>
              <a:latin typeface="微软雅黑" panose="020B0503020204020204" pitchFamily="34" charset="-122"/>
              <a:ea typeface="微软雅黑" panose="020B0503020204020204" pitchFamily="34" charset="-122"/>
              <a:cs typeface="Times New Roman" panose="02020603050405020304" pitchFamily="18" charset="0"/>
            </a:endParaRPr>
          </a:p>
        </p:txBody>
      </p:sp>
    </p:spTree>
    <p:custDataLst>
      <p:tags r:id="rId1"/>
    </p:custDataLst>
    <p:extLst>
      <p:ext uri="{BB962C8B-B14F-4D97-AF65-F5344CB8AC3E}">
        <p14:creationId xmlns:p14="http://schemas.microsoft.com/office/powerpoint/2010/main" val="433804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1"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0" nodeType="afterEffect">
                                  <p:stCondLst>
                                    <p:cond delay="0"/>
                                  </p:stCondLst>
                                  <p:childTnLst>
                                    <p:anim calcmode="discrete" valueType="str">
                                      <p:cBhvr>
                                        <p:cTn id="9"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11"/>
                                        </p:tgtEl>
                                        <p:attrNameLst>
                                          <p:attrName>style.visibility</p:attrName>
                                        </p:attrNameLst>
                                      </p:cBhvr>
                                      <p:to>
                                        <p:strVal val="visible"/>
                                      </p:to>
                                    </p:set>
                                  </p:childTnLst>
                                </p:cTn>
                              </p:par>
                            </p:childTnLst>
                          </p:cTn>
                        </p:par>
                        <p:par>
                          <p:cTn id="14" fill="hold">
                            <p:stCondLst>
                              <p:cond delay="0"/>
                            </p:stCondLst>
                            <p:childTnLst>
                              <p:par>
                                <p:cTn id="15" presetID="35" presetClass="emph" presetSubtype="0" repeatCount="3000" fill="hold" grpId="1" nodeType="afterEffect">
                                  <p:stCondLst>
                                    <p:cond delay="0"/>
                                  </p:stCondLst>
                                  <p:childTnLst>
                                    <p:anim calcmode="discrete" valueType="str">
                                      <p:cBhvr>
                                        <p:cTn id="16"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9" grpId="1"/>
      <p:bldP spid="11" grpId="0"/>
      <p:bldP spid="11" grpId="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C7CCD1-249C-6BCF-C7CE-ACAE6A574FDF}"/>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32CCE06E-4FF6-82DA-5191-5240832BBFA1}"/>
              </a:ext>
            </a:extLst>
          </p:cNvPr>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5CCD6CA7-1E88-5775-52AE-0BC85DD2DC64}"/>
              </a:ext>
            </a:extLst>
          </p:cNvPr>
          <p:cNvSpPr>
            <a:spLocks noChangeArrowheads="1"/>
          </p:cNvSpPr>
          <p:nvPr/>
        </p:nvSpPr>
        <p:spPr bwMode="auto">
          <a:xfrm>
            <a:off x="3758852" y="581433"/>
            <a:ext cx="16450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(5) </a:t>
            </a:r>
            <a:r>
              <a:rPr lang="zh-CN" altLang="en-US" sz="2000" b="1" dirty="0">
                <a:solidFill>
                  <a:schemeClr val="bg1"/>
                </a:solidFill>
                <a:latin typeface="微软雅黑" pitchFamily="34" charset="-122"/>
                <a:ea typeface="微软雅黑" pitchFamily="34" charset="-122"/>
              </a:rPr>
              <a:t>路由聚合</a:t>
            </a:r>
          </a:p>
        </p:txBody>
      </p:sp>
      <p:sp>
        <p:nvSpPr>
          <p:cNvPr id="4" name="Rectangle 68">
            <a:extLst>
              <a:ext uri="{FF2B5EF4-FFF2-40B4-BE49-F238E27FC236}">
                <a16:creationId xmlns:a16="http://schemas.microsoft.com/office/drawing/2014/main" id="{D4C53486-09FF-3D82-B8A1-909335C1EFD0}"/>
              </a:ext>
            </a:extLst>
          </p:cNvPr>
          <p:cNvSpPr>
            <a:spLocks noChangeArrowheads="1"/>
          </p:cNvSpPr>
          <p:nvPr/>
        </p:nvSpPr>
        <p:spPr bwMode="auto">
          <a:xfrm>
            <a:off x="556963" y="963778"/>
            <a:ext cx="8184960" cy="258673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一个大的</a:t>
            </a:r>
            <a:r>
              <a:rPr lang="en-US" altLang="zh-CN" sz="2000" b="1" dirty="0">
                <a:latin typeface="微软雅黑" pitchFamily="34" charset="-122"/>
                <a:ea typeface="微软雅黑" pitchFamily="34" charset="-122"/>
              </a:rPr>
              <a:t>CIDR</a:t>
            </a:r>
            <a:r>
              <a:rPr lang="zh-CN" altLang="en-US" sz="2000" b="1" dirty="0">
                <a:latin typeface="微软雅黑" pitchFamily="34" charset="-122"/>
                <a:ea typeface="微软雅黑" pitchFamily="34" charset="-122"/>
              </a:rPr>
              <a:t>地址块中往往包含很多小地址块，所以在路由器的转发表中就可以利用一个较大的</a:t>
            </a:r>
            <a:r>
              <a:rPr lang="en-US" altLang="zh-CN" sz="2000" b="1" dirty="0">
                <a:latin typeface="微软雅黑" pitchFamily="34" charset="-122"/>
                <a:ea typeface="微软雅黑" pitchFamily="34" charset="-122"/>
              </a:rPr>
              <a:t>CIDR</a:t>
            </a:r>
            <a:r>
              <a:rPr lang="zh-CN" altLang="en-US" sz="2000" b="1" dirty="0">
                <a:latin typeface="微软雅黑" pitchFamily="34" charset="-122"/>
                <a:ea typeface="微软雅黑" pitchFamily="34" charset="-122"/>
              </a:rPr>
              <a:t>地址块来代替许多较小的地址块。</a:t>
            </a:r>
            <a:endParaRPr lang="en-US" altLang="zh-CN" sz="2000" b="1" dirty="0">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这种方法称为</a:t>
            </a:r>
            <a:r>
              <a:rPr lang="zh-CN" altLang="en-US" sz="2000" b="1" dirty="0">
                <a:solidFill>
                  <a:srgbClr val="C00000"/>
                </a:solidFill>
                <a:latin typeface="微软雅黑" pitchFamily="34" charset="-122"/>
                <a:ea typeface="微软雅黑" pitchFamily="34" charset="-122"/>
              </a:rPr>
              <a:t>路由聚合</a:t>
            </a:r>
            <a:r>
              <a:rPr lang="en-US" altLang="zh-CN" sz="2000" b="1" dirty="0">
                <a:latin typeface="微软雅黑" pitchFamily="34" charset="-122"/>
                <a:ea typeface="微软雅黑" pitchFamily="34" charset="-122"/>
              </a:rPr>
              <a:t>(route aggregation)</a:t>
            </a:r>
            <a:r>
              <a:rPr lang="zh-CN" altLang="en-US" sz="2000" b="1" dirty="0">
                <a:latin typeface="微软雅黑" pitchFamily="34" charset="-122"/>
                <a:ea typeface="微软雅黑" pitchFamily="34" charset="-122"/>
              </a:rPr>
              <a:t>，它使得转发表中只用一个项目就可以表示原来传统分类地址的很多个（例如上千个）路由项目，因而大大压缩了转发表所占的空间，减少了查找转发表所需的时间。</a:t>
            </a:r>
          </a:p>
        </p:txBody>
      </p:sp>
    </p:spTree>
    <p:custDataLst>
      <p:tags r:id="rId1"/>
    </p:custDataLst>
    <p:extLst>
      <p:ext uri="{BB962C8B-B14F-4D97-AF65-F5344CB8AC3E}">
        <p14:creationId xmlns:p14="http://schemas.microsoft.com/office/powerpoint/2010/main" val="530475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24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p>
        </p:txBody>
      </p:sp>
      <p:sp>
        <p:nvSpPr>
          <p:cNvPr id="4" name="矩形 3"/>
          <p:cNvSpPr/>
          <p:nvPr/>
        </p:nvSpPr>
        <p:spPr>
          <a:xfrm>
            <a:off x="616085" y="565906"/>
            <a:ext cx="3837397" cy="400110"/>
          </a:xfrm>
          <a:prstGeom prst="rect">
            <a:avLst/>
          </a:prstGeom>
        </p:spPr>
        <p:txBody>
          <a:bodyPr wrap="none">
            <a:spAutoFit/>
          </a:bodyPr>
          <a:lstStyle/>
          <a:p>
            <a:r>
              <a:rPr lang="zh-CN" altLang="en-US" sz="2000" b="1" dirty="0">
                <a:latin typeface="微软雅黑" pitchFamily="34" charset="-122"/>
                <a:ea typeface="微软雅黑" pitchFamily="34" charset="-122"/>
              </a:rPr>
              <a:t>路由聚合 </a:t>
            </a:r>
            <a:r>
              <a:rPr lang="en-US" altLang="zh-CN" sz="2000" b="1" dirty="0">
                <a:latin typeface="微软雅黑" pitchFamily="34" charset="-122"/>
                <a:ea typeface="微软雅黑" pitchFamily="34" charset="-122"/>
              </a:rPr>
              <a:t>(route aggregation)</a:t>
            </a:r>
            <a:endParaRPr lang="zh-CN" altLang="en-US" sz="2000" b="1" dirty="0">
              <a:latin typeface="微软雅黑" pitchFamily="34" charset="-122"/>
              <a:ea typeface="微软雅黑" pitchFamily="34" charset="-122"/>
            </a:endParaRPr>
          </a:p>
        </p:txBody>
      </p:sp>
      <p:sp>
        <p:nvSpPr>
          <p:cNvPr id="5" name="Rectangle 4"/>
          <p:cNvSpPr>
            <a:spLocks noChangeArrowheads="1"/>
          </p:cNvSpPr>
          <p:nvPr/>
        </p:nvSpPr>
        <p:spPr bwMode="auto">
          <a:xfrm>
            <a:off x="3346931" y="1134164"/>
            <a:ext cx="1438340" cy="3273934"/>
          </a:xfrm>
          <a:prstGeom prst="rect">
            <a:avLst/>
          </a:prstGeom>
          <a:solidFill>
            <a:srgbClr val="FFFF99"/>
          </a:solidFill>
          <a:ln w="19050" algn="ctr">
            <a:solidFill>
              <a:schemeClr val="tx1"/>
            </a:solidFill>
            <a:miter lim="800000"/>
            <a:headEnd/>
            <a:tailEnd/>
          </a:ln>
          <a:effectLst/>
        </p:spPr>
        <p:txBody>
          <a:bodyPr wrap="none"/>
          <a:lstStyle/>
          <a:p>
            <a:r>
              <a:rPr lang="en-US" altLang="zh-CN" sz="1300" b="1" dirty="0">
                <a:latin typeface="Tahoma" pitchFamily="34" charset="0"/>
                <a:ea typeface="宋体" pitchFamily="2" charset="-122"/>
              </a:rPr>
              <a:t>192.24.0</a:t>
            </a:r>
          </a:p>
          <a:p>
            <a:r>
              <a:rPr lang="en-US" altLang="zh-CN" sz="1300" b="1" dirty="0">
                <a:latin typeface="Tahoma" pitchFamily="34" charset="0"/>
                <a:ea typeface="宋体" pitchFamily="2" charset="-122"/>
              </a:rPr>
              <a:t>192.24.1</a:t>
            </a:r>
          </a:p>
          <a:p>
            <a:r>
              <a:rPr lang="en-US" altLang="zh-CN" sz="1300" b="1" dirty="0">
                <a:latin typeface="Tahoma" pitchFamily="34" charset="0"/>
                <a:ea typeface="宋体" pitchFamily="2" charset="-122"/>
              </a:rPr>
              <a:t>192.24.2</a:t>
            </a:r>
          </a:p>
          <a:p>
            <a:r>
              <a:rPr lang="en-US" altLang="zh-CN" sz="1300" b="1" dirty="0">
                <a:latin typeface="Tahoma" pitchFamily="34" charset="0"/>
                <a:ea typeface="宋体" pitchFamily="2" charset="-122"/>
              </a:rPr>
              <a:t>192.24.3</a:t>
            </a:r>
          </a:p>
          <a:p>
            <a:r>
              <a:rPr lang="en-US" altLang="zh-CN" sz="1300" b="1" dirty="0">
                <a:latin typeface="Tahoma" pitchFamily="34" charset="0"/>
                <a:ea typeface="宋体" pitchFamily="2" charset="-122"/>
              </a:rPr>
              <a:t>192.24.4</a:t>
            </a:r>
          </a:p>
          <a:p>
            <a:r>
              <a:rPr lang="en-US" altLang="zh-CN" sz="1300" b="1" dirty="0">
                <a:latin typeface="Tahoma" pitchFamily="34" charset="0"/>
                <a:ea typeface="宋体" pitchFamily="2" charset="-122"/>
              </a:rPr>
              <a:t>192.24.5</a:t>
            </a:r>
          </a:p>
          <a:p>
            <a:r>
              <a:rPr lang="en-US" altLang="zh-CN" sz="1300" b="1" dirty="0">
                <a:latin typeface="Tahoma" pitchFamily="34" charset="0"/>
                <a:ea typeface="宋体" pitchFamily="2" charset="-122"/>
              </a:rPr>
              <a:t>192.24.6</a:t>
            </a:r>
          </a:p>
          <a:p>
            <a:r>
              <a:rPr lang="en-US" altLang="zh-CN" sz="1300" b="1" dirty="0">
                <a:latin typeface="Tahoma" pitchFamily="34" charset="0"/>
                <a:ea typeface="宋体" pitchFamily="2" charset="-122"/>
              </a:rPr>
              <a:t>192.24.7</a:t>
            </a:r>
          </a:p>
          <a:p>
            <a:r>
              <a:rPr lang="en-US" altLang="zh-CN" sz="1300" b="1" dirty="0">
                <a:latin typeface="Tahoma" pitchFamily="34" charset="0"/>
                <a:ea typeface="宋体" pitchFamily="2" charset="-122"/>
              </a:rPr>
              <a:t>192.24.8</a:t>
            </a:r>
          </a:p>
          <a:p>
            <a:r>
              <a:rPr lang="en-US" altLang="zh-CN" sz="1300" b="1" dirty="0">
                <a:latin typeface="Tahoma" pitchFamily="34" charset="0"/>
                <a:ea typeface="宋体" pitchFamily="2" charset="-122"/>
              </a:rPr>
              <a:t>192.24.9</a:t>
            </a:r>
          </a:p>
          <a:p>
            <a:r>
              <a:rPr lang="en-US" altLang="zh-CN" sz="1300" b="1" dirty="0">
                <a:latin typeface="Tahoma" pitchFamily="34" charset="0"/>
                <a:ea typeface="宋体" pitchFamily="2" charset="-122"/>
              </a:rPr>
              <a:t>192.24.10</a:t>
            </a:r>
          </a:p>
          <a:p>
            <a:r>
              <a:rPr lang="en-US" altLang="zh-CN" sz="1300" b="1" dirty="0">
                <a:latin typeface="Tahoma" pitchFamily="34" charset="0"/>
                <a:ea typeface="宋体" pitchFamily="2" charset="-122"/>
              </a:rPr>
              <a:t>192.24.11</a:t>
            </a:r>
          </a:p>
          <a:p>
            <a:r>
              <a:rPr lang="en-US" altLang="zh-CN" sz="1300" b="1" dirty="0">
                <a:latin typeface="Tahoma" pitchFamily="34" charset="0"/>
                <a:ea typeface="宋体" pitchFamily="2" charset="-122"/>
              </a:rPr>
              <a:t>192.24.12</a:t>
            </a:r>
          </a:p>
          <a:p>
            <a:r>
              <a:rPr lang="en-US" altLang="zh-CN" sz="1300" b="1" dirty="0">
                <a:latin typeface="Tahoma" pitchFamily="34" charset="0"/>
                <a:ea typeface="宋体" pitchFamily="2" charset="-122"/>
              </a:rPr>
              <a:t>192.24.13</a:t>
            </a:r>
          </a:p>
          <a:p>
            <a:r>
              <a:rPr lang="en-US" altLang="zh-CN" sz="1300" b="1" dirty="0">
                <a:latin typeface="Tahoma" pitchFamily="34" charset="0"/>
                <a:ea typeface="宋体" pitchFamily="2" charset="-122"/>
              </a:rPr>
              <a:t>192.24.14</a:t>
            </a:r>
          </a:p>
          <a:p>
            <a:r>
              <a:rPr lang="en-US" altLang="zh-CN" sz="1300" b="1" dirty="0">
                <a:latin typeface="Tahoma" pitchFamily="34" charset="0"/>
                <a:ea typeface="宋体" pitchFamily="2" charset="-122"/>
              </a:rPr>
              <a:t>192.24.15</a:t>
            </a:r>
          </a:p>
        </p:txBody>
      </p:sp>
      <p:sp>
        <p:nvSpPr>
          <p:cNvPr id="6" name="Rectangle 6"/>
          <p:cNvSpPr>
            <a:spLocks noChangeArrowheads="1"/>
          </p:cNvSpPr>
          <p:nvPr/>
        </p:nvSpPr>
        <p:spPr bwMode="auto">
          <a:xfrm>
            <a:off x="5491643" y="1561043"/>
            <a:ext cx="2901859" cy="456229"/>
          </a:xfrm>
          <a:prstGeom prst="rect">
            <a:avLst/>
          </a:prstGeom>
          <a:solidFill>
            <a:srgbClr val="FFC000"/>
          </a:solidFill>
          <a:ln w="19050" algn="ctr">
            <a:solidFill>
              <a:schemeClr val="tx1"/>
            </a:solidFill>
            <a:miter lim="800000"/>
            <a:headEnd/>
            <a:tailEnd/>
          </a:ln>
          <a:effectLst/>
        </p:spPr>
        <p:txBody>
          <a:bodyPr wrap="none" anchor="ctr"/>
          <a:lstStyle/>
          <a:p>
            <a:pPr algn="ctr"/>
            <a:r>
              <a:rPr lang="en-US" altLang="zh-CN" sz="2000" b="1" dirty="0">
                <a:latin typeface="微软雅黑" panose="020B0503020204020204" pitchFamily="34" charset="-122"/>
                <a:ea typeface="微软雅黑" panose="020B0503020204020204" pitchFamily="34" charset="-122"/>
              </a:rPr>
              <a:t>192.24.0.0 / 20</a:t>
            </a:r>
          </a:p>
        </p:txBody>
      </p:sp>
      <p:grpSp>
        <p:nvGrpSpPr>
          <p:cNvPr id="16" name="组合 15"/>
          <p:cNvGrpSpPr/>
          <p:nvPr/>
        </p:nvGrpSpPr>
        <p:grpSpPr>
          <a:xfrm>
            <a:off x="4794484" y="1134420"/>
            <a:ext cx="687946" cy="3224243"/>
            <a:chOff x="4794484" y="1134420"/>
            <a:chExt cx="687946" cy="3224243"/>
          </a:xfrm>
        </p:grpSpPr>
        <p:sp>
          <p:nvSpPr>
            <p:cNvPr id="8" name="Line 8"/>
            <p:cNvSpPr>
              <a:spLocks noChangeShapeType="1"/>
            </p:cNvSpPr>
            <p:nvPr/>
          </p:nvSpPr>
          <p:spPr bwMode="auto">
            <a:xfrm>
              <a:off x="4794484" y="1134420"/>
              <a:ext cx="687946" cy="433262"/>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a:p>
          </p:txBody>
        </p:sp>
        <p:sp>
          <p:nvSpPr>
            <p:cNvPr id="9" name="Line 9"/>
            <p:cNvSpPr>
              <a:spLocks noChangeShapeType="1"/>
            </p:cNvSpPr>
            <p:nvPr/>
          </p:nvSpPr>
          <p:spPr bwMode="auto">
            <a:xfrm flipV="1">
              <a:off x="4794484" y="2017271"/>
              <a:ext cx="687946" cy="2341392"/>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a:p>
          </p:txBody>
        </p:sp>
      </p:grpSp>
      <p:grpSp>
        <p:nvGrpSpPr>
          <p:cNvPr id="18" name="组合 17"/>
          <p:cNvGrpSpPr/>
          <p:nvPr/>
        </p:nvGrpSpPr>
        <p:grpSpPr>
          <a:xfrm>
            <a:off x="264272" y="1376377"/>
            <a:ext cx="2940166" cy="1386128"/>
            <a:chOff x="264272" y="1376377"/>
            <a:chExt cx="2940166" cy="1386128"/>
          </a:xfrm>
        </p:grpSpPr>
        <p:sp>
          <p:nvSpPr>
            <p:cNvPr id="12" name="Text Box 7"/>
            <p:cNvSpPr txBox="1">
              <a:spLocks noChangeArrowheads="1"/>
            </p:cNvSpPr>
            <p:nvPr/>
          </p:nvSpPr>
          <p:spPr bwMode="auto">
            <a:xfrm>
              <a:off x="264272" y="1746842"/>
              <a:ext cx="2940166" cy="1015663"/>
            </a:xfrm>
            <a:prstGeom prst="rect">
              <a:avLst/>
            </a:prstGeom>
            <a:noFill/>
            <a:ln w="19050">
              <a:solidFill>
                <a:srgbClr val="00B0F0"/>
              </a:solidFill>
            </a:ln>
            <a:effectLst/>
          </p:spPr>
          <p:txBody>
            <a:bodyPr wrap="square">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nSpc>
                  <a:spcPts val="2400"/>
                </a:lnSpc>
              </a:pPr>
              <a:r>
                <a:rPr lang="en-US" altLang="zh-CN" sz="1600" b="1" dirty="0">
                  <a:latin typeface="微软雅黑" panose="020B0503020204020204" pitchFamily="34" charset="-122"/>
                  <a:ea typeface="微软雅黑" panose="020B0503020204020204" pitchFamily="34" charset="-122"/>
                </a:rPr>
                <a:t>16 </a:t>
              </a:r>
              <a:r>
                <a:rPr lang="zh-CN" altLang="en-US" sz="1600" b="1" dirty="0">
                  <a:latin typeface="微软雅黑" panose="020B0503020204020204" pitchFamily="34" charset="-122"/>
                  <a:ea typeface="微软雅黑" panose="020B0503020204020204" pitchFamily="34" charset="-122"/>
                </a:rPr>
                <a:t>个 </a:t>
              </a:r>
              <a:r>
                <a:rPr lang="en-US" altLang="zh-CN" sz="1600" b="1" dirty="0">
                  <a:latin typeface="微软雅黑" panose="020B0503020204020204" pitchFamily="34" charset="-122"/>
                  <a:ea typeface="微软雅黑" panose="020B0503020204020204" pitchFamily="34" charset="-122"/>
                </a:rPr>
                <a:t>C </a:t>
              </a:r>
              <a:r>
                <a:rPr lang="zh-CN" altLang="en-US" sz="1600" b="1" dirty="0">
                  <a:latin typeface="微软雅黑" panose="020B0503020204020204" pitchFamily="34" charset="-122"/>
                  <a:ea typeface="微软雅黑" panose="020B0503020204020204" pitchFamily="34" charset="-122"/>
                </a:rPr>
                <a:t>类地址，</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地址掩码</a:t>
              </a:r>
              <a:r>
                <a:rPr lang="en-US" altLang="zh-CN" sz="1600" b="1" dirty="0">
                  <a:latin typeface="微软雅黑" panose="020B0503020204020204" pitchFamily="34" charset="-122"/>
                  <a:ea typeface="微软雅黑" panose="020B0503020204020204" pitchFamily="34" charset="-122"/>
                </a:rPr>
                <a:t>=255.255.255.0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路由表中需要 </a:t>
              </a:r>
              <a:r>
                <a:rPr lang="en-US" altLang="zh-CN" sz="1600" b="1" dirty="0">
                  <a:latin typeface="微软雅黑" panose="020B0503020204020204" pitchFamily="34" charset="-122"/>
                  <a:ea typeface="微软雅黑" panose="020B0503020204020204" pitchFamily="34" charset="-122"/>
                </a:rPr>
                <a:t>16 </a:t>
              </a:r>
              <a:r>
                <a:rPr lang="zh-CN" altLang="en-US" sz="1600" b="1" dirty="0">
                  <a:latin typeface="微软雅黑" panose="020B0503020204020204" pitchFamily="34" charset="-122"/>
                  <a:ea typeface="微软雅黑" panose="020B0503020204020204" pitchFamily="34" charset="-122"/>
                </a:rPr>
                <a:t>个路由项目。</a:t>
              </a:r>
              <a:endParaRPr lang="en-US" altLang="zh-CN" sz="1600" b="1" dirty="0">
                <a:latin typeface="微软雅黑" panose="020B0503020204020204" pitchFamily="34" charset="-122"/>
                <a:ea typeface="微软雅黑" panose="020B0503020204020204" pitchFamily="34" charset="-122"/>
              </a:endParaRPr>
            </a:p>
          </p:txBody>
        </p:sp>
        <p:sp>
          <p:nvSpPr>
            <p:cNvPr id="13" name="矩形 12"/>
            <p:cNvSpPr/>
            <p:nvPr/>
          </p:nvSpPr>
          <p:spPr>
            <a:xfrm>
              <a:off x="1067808" y="1376377"/>
              <a:ext cx="946093" cy="369332"/>
            </a:xfrm>
            <a:prstGeom prst="rect">
              <a:avLst/>
            </a:prstGeom>
            <a:solidFill>
              <a:srgbClr val="00B0F0"/>
            </a:solidFill>
          </p:spPr>
          <p:txBody>
            <a:bodyPr wrap="none">
              <a:spAutoFit/>
            </a:bodyPr>
            <a:lstStyle/>
            <a:p>
              <a:r>
                <a:rPr lang="zh-CN" altLang="en-US" b="1" dirty="0">
                  <a:latin typeface="微软雅黑" pitchFamily="34" charset="-122"/>
                  <a:ea typeface="微软雅黑" pitchFamily="34" charset="-122"/>
                </a:rPr>
                <a:t>聚合前 </a:t>
              </a:r>
              <a:endParaRPr lang="zh-CN" altLang="en-US" dirty="0"/>
            </a:p>
          </p:txBody>
        </p:sp>
      </p:grpSp>
      <p:grpSp>
        <p:nvGrpSpPr>
          <p:cNvPr id="17" name="组合 16"/>
          <p:cNvGrpSpPr/>
          <p:nvPr/>
        </p:nvGrpSpPr>
        <p:grpSpPr>
          <a:xfrm>
            <a:off x="5509047" y="2302919"/>
            <a:ext cx="2884455" cy="1376841"/>
            <a:chOff x="5509047" y="2302919"/>
            <a:chExt cx="2884455" cy="1376841"/>
          </a:xfrm>
        </p:grpSpPr>
        <p:sp>
          <p:nvSpPr>
            <p:cNvPr id="14" name="矩形 13"/>
            <p:cNvSpPr/>
            <p:nvPr/>
          </p:nvSpPr>
          <p:spPr>
            <a:xfrm>
              <a:off x="6355992" y="2302919"/>
              <a:ext cx="1072509" cy="369332"/>
            </a:xfrm>
            <a:prstGeom prst="rect">
              <a:avLst/>
            </a:prstGeom>
            <a:solidFill>
              <a:srgbClr val="00B050"/>
            </a:solidFill>
          </p:spPr>
          <p:txBody>
            <a:bodyPr wrap="square">
              <a:spAutoFit/>
            </a:bodyPr>
            <a:lstStyle/>
            <a:p>
              <a:pPr algn="ctr"/>
              <a:r>
                <a:rPr lang="zh-CN" altLang="en-US" b="1" dirty="0">
                  <a:latin typeface="微软雅黑" panose="020B0503020204020204" pitchFamily="34" charset="-122"/>
                  <a:ea typeface="微软雅黑" panose="020B0503020204020204" pitchFamily="34" charset="-122"/>
                </a:rPr>
                <a:t>聚合后 </a:t>
              </a:r>
              <a:endParaRPr lang="zh-CN" altLang="en-US" dirty="0">
                <a:latin typeface="微软雅黑" panose="020B0503020204020204" pitchFamily="34" charset="-122"/>
                <a:ea typeface="微软雅黑" panose="020B0503020204020204" pitchFamily="34" charset="-122"/>
              </a:endParaRPr>
            </a:p>
          </p:txBody>
        </p:sp>
        <p:sp>
          <p:nvSpPr>
            <p:cNvPr id="15" name="Text Box 7"/>
            <p:cNvSpPr txBox="1">
              <a:spLocks noChangeArrowheads="1"/>
            </p:cNvSpPr>
            <p:nvPr/>
          </p:nvSpPr>
          <p:spPr bwMode="auto">
            <a:xfrm>
              <a:off x="5509047" y="2664097"/>
              <a:ext cx="2884455" cy="1015663"/>
            </a:xfrm>
            <a:prstGeom prst="rect">
              <a:avLst/>
            </a:prstGeom>
            <a:noFill/>
            <a:ln w="19050">
              <a:solidFill>
                <a:srgbClr val="00B050"/>
              </a:solidFill>
            </a:ln>
            <a:effectLst/>
          </p:spPr>
          <p:txBody>
            <a:bodyPr wrap="square">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nSpc>
                  <a:spcPts val="2400"/>
                </a:lnSpc>
              </a:pPr>
              <a:r>
                <a:rPr lang="zh-CN" altLang="en-US" sz="1600" b="1" dirty="0">
                  <a:latin typeface="微软雅黑" panose="020B0503020204020204" pitchFamily="34" charset="-122"/>
                  <a:ea typeface="微软雅黑" panose="020B0503020204020204" pitchFamily="34" charset="-122"/>
                </a:rPr>
                <a:t>聚合为 </a:t>
              </a:r>
              <a:r>
                <a:rPr lang="en-US" altLang="zh-CN" sz="1600" b="1" dirty="0">
                  <a:latin typeface="微软雅黑" panose="020B0503020204020204" pitchFamily="34" charset="-122"/>
                  <a:ea typeface="微软雅黑" panose="020B0503020204020204" pitchFamily="34" charset="-122"/>
                </a:rPr>
                <a:t>1 </a:t>
              </a:r>
              <a:r>
                <a:rPr lang="zh-CN" altLang="en-US" sz="1600" b="1" dirty="0">
                  <a:latin typeface="微软雅黑" panose="020B0503020204020204" pitchFamily="34" charset="-122"/>
                  <a:ea typeface="微软雅黑" panose="020B0503020204020204" pitchFamily="34" charset="-122"/>
                </a:rPr>
                <a:t>个 地址，</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地址掩码</a:t>
              </a:r>
              <a:r>
                <a:rPr lang="en-US" altLang="zh-CN" sz="1600" b="1" dirty="0">
                  <a:latin typeface="微软雅黑" panose="020B0503020204020204" pitchFamily="34" charset="-122"/>
                  <a:ea typeface="微软雅黑" panose="020B0503020204020204" pitchFamily="34" charset="-122"/>
                </a:rPr>
                <a:t>=255.255.240.0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路由表中只需 </a:t>
              </a:r>
              <a:r>
                <a:rPr lang="en-US" altLang="zh-CN" sz="1600" b="1" dirty="0">
                  <a:latin typeface="微软雅黑" panose="020B0503020204020204" pitchFamily="34" charset="-122"/>
                  <a:ea typeface="微软雅黑" panose="020B0503020204020204" pitchFamily="34" charset="-122"/>
                </a:rPr>
                <a:t>1 </a:t>
              </a:r>
              <a:r>
                <a:rPr lang="zh-CN" altLang="en-US" sz="1600" b="1" dirty="0">
                  <a:latin typeface="微软雅黑" panose="020B0503020204020204" pitchFamily="34" charset="-122"/>
                  <a:ea typeface="微软雅黑" panose="020B0503020204020204" pitchFamily="34" charset="-122"/>
                </a:rPr>
                <a:t>个路由项目。</a:t>
              </a:r>
              <a:endParaRPr lang="en-US" altLang="zh-CN" sz="1600" b="1" dirty="0">
                <a:latin typeface="微软雅黑" panose="020B0503020204020204" pitchFamily="34" charset="-122"/>
                <a:ea typeface="微软雅黑" panose="020B0503020204020204" pitchFamily="34" charset="-122"/>
              </a:endParaRPr>
            </a:p>
          </p:txBody>
        </p:sp>
      </p:grpSp>
    </p:spTree>
    <p:custDataLst>
      <p:tags r:id="rId1"/>
    </p:custDataLst>
    <p:extLst>
      <p:ext uri="{BB962C8B-B14F-4D97-AF65-F5344CB8AC3E}">
        <p14:creationId xmlns:p14="http://schemas.microsoft.com/office/powerpoint/2010/main" val="1812326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1000"/>
                                        <p:tgtEl>
                                          <p:spTgt spid="16"/>
                                        </p:tgtEl>
                                      </p:cBhvr>
                                    </p:animEffect>
                                  </p:child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1000"/>
                                        <p:tgtEl>
                                          <p:spTgt spid="6"/>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4" y="1011282"/>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Oval 44"/>
          <p:cNvSpPr>
            <a:spLocks noChangeArrowheads="1"/>
          </p:cNvSpPr>
          <p:nvPr/>
        </p:nvSpPr>
        <p:spPr bwMode="auto">
          <a:xfrm>
            <a:off x="1547664"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 name="AutoShape 5"/>
          <p:cNvSpPr>
            <a:spLocks noChangeArrowheads="1"/>
          </p:cNvSpPr>
          <p:nvPr/>
        </p:nvSpPr>
        <p:spPr bwMode="auto">
          <a:xfrm>
            <a:off x="545144" y="62024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9065"/>
            <a:ext cx="2699778" cy="400110"/>
          </a:xfrm>
          <a:prstGeom prst="rect">
            <a:avLst/>
          </a:prstGeom>
        </p:spPr>
        <p:txBody>
          <a:bodyPr wrap="none">
            <a:spAutoFit/>
          </a:bodyPr>
          <a:lstStyle/>
          <a:p>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地址块划分举例</a:t>
            </a:r>
          </a:p>
        </p:txBody>
      </p:sp>
      <p:grpSp>
        <p:nvGrpSpPr>
          <p:cNvPr id="6" name="组合 5"/>
          <p:cNvGrpSpPr/>
          <p:nvPr/>
        </p:nvGrpSpPr>
        <p:grpSpPr>
          <a:xfrm>
            <a:off x="1860397" y="1189623"/>
            <a:ext cx="920485" cy="415023"/>
            <a:chOff x="228434" y="1033063"/>
            <a:chExt cx="1637241" cy="738189"/>
          </a:xfrm>
          <a:solidFill>
            <a:srgbClr val="002060"/>
          </a:solidFill>
        </p:grpSpPr>
        <p:grpSp>
          <p:nvGrpSpPr>
            <p:cNvPr id="7" name="Group 5"/>
            <p:cNvGrpSpPr>
              <a:grpSpLocks/>
            </p:cNvGrpSpPr>
            <p:nvPr/>
          </p:nvGrpSpPr>
          <p:grpSpPr bwMode="auto">
            <a:xfrm>
              <a:off x="237985" y="1047511"/>
              <a:ext cx="1627690" cy="723741"/>
              <a:chOff x="3134" y="1375"/>
              <a:chExt cx="2386" cy="1553"/>
            </a:xfrm>
            <a:grpFill/>
          </p:grpSpPr>
          <p:sp>
            <p:nvSpPr>
              <p:cNvPr id="18" name="Oval 6"/>
              <p:cNvSpPr>
                <a:spLocks noChangeArrowheads="1"/>
              </p:cNvSpPr>
              <p:nvPr/>
            </p:nvSpPr>
            <p:spPr bwMode="auto">
              <a:xfrm>
                <a:off x="3959" y="1375"/>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9" name="Oval 7"/>
              <p:cNvSpPr>
                <a:spLocks noChangeArrowheads="1"/>
              </p:cNvSpPr>
              <p:nvPr/>
            </p:nvSpPr>
            <p:spPr bwMode="auto">
              <a:xfrm>
                <a:off x="3380" y="1548"/>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0" name="Oval 8"/>
              <p:cNvSpPr>
                <a:spLocks noChangeArrowheads="1"/>
              </p:cNvSpPr>
              <p:nvPr/>
            </p:nvSpPr>
            <p:spPr bwMode="auto">
              <a:xfrm>
                <a:off x="3134" y="1940"/>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1" name="Oval 9"/>
              <p:cNvSpPr>
                <a:spLocks noChangeArrowheads="1"/>
              </p:cNvSpPr>
              <p:nvPr/>
            </p:nvSpPr>
            <p:spPr bwMode="auto">
              <a:xfrm>
                <a:off x="3293" y="2175"/>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2" name="Oval 10"/>
              <p:cNvSpPr>
                <a:spLocks noChangeArrowheads="1"/>
              </p:cNvSpPr>
              <p:nvPr/>
            </p:nvSpPr>
            <p:spPr bwMode="auto">
              <a:xfrm>
                <a:off x="3872" y="2269"/>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3" name="Oval 11"/>
              <p:cNvSpPr>
                <a:spLocks noChangeArrowheads="1"/>
              </p:cNvSpPr>
              <p:nvPr/>
            </p:nvSpPr>
            <p:spPr bwMode="auto">
              <a:xfrm>
                <a:off x="4653" y="1564"/>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4" name="Oval 12"/>
              <p:cNvSpPr>
                <a:spLocks noChangeArrowheads="1"/>
              </p:cNvSpPr>
              <p:nvPr/>
            </p:nvSpPr>
            <p:spPr bwMode="auto">
              <a:xfrm>
                <a:off x="4768" y="1893"/>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5" name="Oval 13"/>
              <p:cNvSpPr>
                <a:spLocks noChangeArrowheads="1"/>
              </p:cNvSpPr>
              <p:nvPr/>
            </p:nvSpPr>
            <p:spPr bwMode="auto">
              <a:xfrm>
                <a:off x="4696" y="2003"/>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6" name="Oval 14"/>
              <p:cNvSpPr>
                <a:spLocks noChangeArrowheads="1"/>
              </p:cNvSpPr>
              <p:nvPr/>
            </p:nvSpPr>
            <p:spPr bwMode="auto">
              <a:xfrm>
                <a:off x="3568" y="1752"/>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grpSp>
        <p:sp>
          <p:nvSpPr>
            <p:cNvPr id="8" name="Oval 15"/>
            <p:cNvSpPr>
              <a:spLocks noChangeArrowheads="1"/>
            </p:cNvSpPr>
            <p:nvPr/>
          </p:nvSpPr>
          <p:spPr bwMode="auto">
            <a:xfrm>
              <a:off x="790553" y="1033063"/>
              <a:ext cx="700603"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9" name="Oval 16"/>
            <p:cNvSpPr>
              <a:spLocks noChangeArrowheads="1"/>
            </p:cNvSpPr>
            <p:nvPr/>
          </p:nvSpPr>
          <p:spPr bwMode="auto">
            <a:xfrm>
              <a:off x="396252" y="1113687"/>
              <a:ext cx="532785"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0" name="Oval 17"/>
            <p:cNvSpPr>
              <a:spLocks noChangeArrowheads="1"/>
            </p:cNvSpPr>
            <p:nvPr/>
          </p:nvSpPr>
          <p:spPr bwMode="auto">
            <a:xfrm>
              <a:off x="228434" y="1296369"/>
              <a:ext cx="354737" cy="23347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1" name="Oval 18"/>
            <p:cNvSpPr>
              <a:spLocks noChangeArrowheads="1"/>
            </p:cNvSpPr>
            <p:nvPr/>
          </p:nvSpPr>
          <p:spPr bwMode="auto">
            <a:xfrm>
              <a:off x="336901" y="1405885"/>
              <a:ext cx="542335" cy="25584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2" name="Oval 19"/>
            <p:cNvSpPr>
              <a:spLocks noChangeArrowheads="1"/>
            </p:cNvSpPr>
            <p:nvPr/>
          </p:nvSpPr>
          <p:spPr bwMode="auto">
            <a:xfrm>
              <a:off x="731204" y="1449692"/>
              <a:ext cx="818622" cy="307112"/>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3" name="Oval 20"/>
            <p:cNvSpPr>
              <a:spLocks noChangeArrowheads="1"/>
            </p:cNvSpPr>
            <p:nvPr/>
          </p:nvSpPr>
          <p:spPr bwMode="auto">
            <a:xfrm>
              <a:off x="1263990" y="1120677"/>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4" name="Oval 21"/>
            <p:cNvSpPr>
              <a:spLocks noChangeArrowheads="1"/>
            </p:cNvSpPr>
            <p:nvPr/>
          </p:nvSpPr>
          <p:spPr bwMode="auto">
            <a:xfrm>
              <a:off x="1343123" y="1274464"/>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5" name="Oval 22"/>
            <p:cNvSpPr>
              <a:spLocks noChangeArrowheads="1"/>
            </p:cNvSpPr>
            <p:nvPr/>
          </p:nvSpPr>
          <p:spPr bwMode="auto">
            <a:xfrm>
              <a:off x="1293324" y="1325261"/>
              <a:ext cx="513001"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6" name="Oval 23"/>
            <p:cNvSpPr>
              <a:spLocks noChangeArrowheads="1"/>
            </p:cNvSpPr>
            <p:nvPr/>
          </p:nvSpPr>
          <p:spPr bwMode="auto">
            <a:xfrm>
              <a:off x="524501" y="1208289"/>
              <a:ext cx="1055339"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7" name="Text Box 24"/>
            <p:cNvSpPr txBox="1">
              <a:spLocks noChangeArrowheads="1"/>
            </p:cNvSpPr>
            <p:nvPr/>
          </p:nvSpPr>
          <p:spPr bwMode="auto">
            <a:xfrm>
              <a:off x="548205" y="1196955"/>
              <a:ext cx="1081183" cy="465318"/>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050" b="1" dirty="0">
                  <a:solidFill>
                    <a:schemeClr val="bg1"/>
                  </a:solidFill>
                  <a:latin typeface="微软雅黑" pitchFamily="34" charset="-122"/>
                  <a:ea typeface="微软雅黑" pitchFamily="34" charset="-122"/>
                </a:rPr>
                <a:t>互联网</a:t>
              </a:r>
            </a:p>
          </p:txBody>
        </p:sp>
      </p:grpSp>
      <p:sp>
        <p:nvSpPr>
          <p:cNvPr id="27" name="Oval 25"/>
          <p:cNvSpPr>
            <a:spLocks noChangeArrowheads="1"/>
          </p:cNvSpPr>
          <p:nvPr/>
        </p:nvSpPr>
        <p:spPr bwMode="auto">
          <a:xfrm>
            <a:off x="3906711" y="1106620"/>
            <a:ext cx="1599245" cy="539082"/>
          </a:xfrm>
          <a:prstGeom prst="ellipse">
            <a:avLst/>
          </a:prstGeom>
          <a:solidFill>
            <a:srgbClr val="3399FF"/>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8" name="Oval 26"/>
          <p:cNvSpPr>
            <a:spLocks noChangeArrowheads="1"/>
          </p:cNvSpPr>
          <p:nvPr/>
        </p:nvSpPr>
        <p:spPr bwMode="auto">
          <a:xfrm>
            <a:off x="4246091" y="1189626"/>
            <a:ext cx="1018141" cy="373966"/>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9" name="Text Box 27"/>
          <p:cNvSpPr txBox="1">
            <a:spLocks noChangeArrowheads="1"/>
          </p:cNvSpPr>
          <p:nvPr/>
        </p:nvSpPr>
        <p:spPr bwMode="auto">
          <a:xfrm>
            <a:off x="4213355" y="1244579"/>
            <a:ext cx="106311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r>
              <a:rPr kumimoji="1" lang="en-US" altLang="zh-CN" sz="1000" b="1" dirty="0">
                <a:solidFill>
                  <a:srgbClr val="C00000"/>
                </a:solidFill>
                <a:latin typeface="微软雅黑" pitchFamily="34" charset="-122"/>
                <a:ea typeface="微软雅黑" pitchFamily="34" charset="-122"/>
              </a:rPr>
              <a:t>206.0.68.0/22</a:t>
            </a:r>
          </a:p>
        </p:txBody>
      </p:sp>
      <p:sp>
        <p:nvSpPr>
          <p:cNvPr id="30" name="Text Box 28"/>
          <p:cNvSpPr txBox="1">
            <a:spLocks noChangeArrowheads="1"/>
          </p:cNvSpPr>
          <p:nvPr/>
        </p:nvSpPr>
        <p:spPr bwMode="auto">
          <a:xfrm>
            <a:off x="2917375" y="1142066"/>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solidFill>
                  <a:srgbClr val="C00000"/>
                </a:solidFill>
                <a:latin typeface="微软雅黑" pitchFamily="34" charset="-122"/>
                <a:ea typeface="微软雅黑" pitchFamily="34" charset="-122"/>
              </a:rPr>
              <a:t>206.0.64.0/18</a:t>
            </a:r>
          </a:p>
        </p:txBody>
      </p:sp>
      <p:sp>
        <p:nvSpPr>
          <p:cNvPr id="31" name="AutoShape 29"/>
          <p:cNvSpPr>
            <a:spLocks noChangeArrowheads="1"/>
          </p:cNvSpPr>
          <p:nvPr/>
        </p:nvSpPr>
        <p:spPr bwMode="auto">
          <a:xfrm>
            <a:off x="2793813" y="1324395"/>
            <a:ext cx="1065519" cy="124060"/>
          </a:xfrm>
          <a:prstGeom prst="leftArrow">
            <a:avLst>
              <a:gd name="adj1" fmla="val 50000"/>
              <a:gd name="adj2" fmla="val 198202"/>
            </a:avLst>
          </a:prstGeom>
          <a:solidFill>
            <a:srgbClr val="00FF99"/>
          </a:solidFill>
          <a:ln w="952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32" name="Text Box 30"/>
          <p:cNvSpPr txBox="1">
            <a:spLocks noChangeArrowheads="1"/>
          </p:cNvSpPr>
          <p:nvPr/>
        </p:nvSpPr>
        <p:spPr bwMode="auto">
          <a:xfrm>
            <a:off x="3810988" y="992972"/>
            <a:ext cx="42992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1200" b="1" dirty="0">
                <a:solidFill>
                  <a:srgbClr val="C00000"/>
                </a:solidFill>
                <a:latin typeface="微软雅黑" pitchFamily="34" charset="-122"/>
                <a:ea typeface="微软雅黑" pitchFamily="34" charset="-122"/>
              </a:rPr>
              <a:t>ISP</a:t>
            </a:r>
          </a:p>
        </p:txBody>
      </p:sp>
      <p:sp>
        <p:nvSpPr>
          <p:cNvPr id="33" name="Text Box 31"/>
          <p:cNvSpPr txBox="1">
            <a:spLocks noChangeArrowheads="1"/>
          </p:cNvSpPr>
          <p:nvPr/>
        </p:nvSpPr>
        <p:spPr bwMode="auto">
          <a:xfrm>
            <a:off x="5602646" y="1033136"/>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大学 </a:t>
            </a:r>
            <a:r>
              <a:rPr kumimoji="1" lang="en-US" altLang="zh-CN" sz="1200" b="1" dirty="0">
                <a:solidFill>
                  <a:srgbClr val="0000CC"/>
                </a:solidFill>
                <a:latin typeface="微软雅黑" pitchFamily="34" charset="-122"/>
                <a:ea typeface="微软雅黑" pitchFamily="34" charset="-122"/>
              </a:rPr>
              <a:t>X</a:t>
            </a:r>
          </a:p>
        </p:txBody>
      </p:sp>
      <p:sp>
        <p:nvSpPr>
          <p:cNvPr id="34" name="Line 32"/>
          <p:cNvSpPr>
            <a:spLocks noChangeShapeType="1"/>
          </p:cNvSpPr>
          <p:nvPr/>
        </p:nvSpPr>
        <p:spPr bwMode="auto">
          <a:xfrm flipV="1">
            <a:off x="5214921" y="1198252"/>
            <a:ext cx="387725" cy="124060"/>
          </a:xfrm>
          <a:prstGeom prst="line">
            <a:avLst/>
          </a:prstGeom>
          <a:noFill/>
          <a:ln w="12700">
            <a:solidFill>
              <a:srgbClr val="3333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35" name="Text Box 33"/>
          <p:cNvSpPr txBox="1">
            <a:spLocks noChangeArrowheads="1"/>
          </p:cNvSpPr>
          <p:nvPr/>
        </p:nvSpPr>
        <p:spPr bwMode="auto">
          <a:xfrm>
            <a:off x="2786403" y="2604268"/>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一系</a:t>
            </a:r>
          </a:p>
        </p:txBody>
      </p:sp>
      <p:sp>
        <p:nvSpPr>
          <p:cNvPr id="36" name="Text Box 34"/>
          <p:cNvSpPr txBox="1">
            <a:spLocks noChangeArrowheads="1"/>
          </p:cNvSpPr>
          <p:nvPr/>
        </p:nvSpPr>
        <p:spPr bwMode="auto">
          <a:xfrm>
            <a:off x="4556465" y="2599805"/>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二系</a:t>
            </a:r>
          </a:p>
        </p:txBody>
      </p:sp>
      <p:sp>
        <p:nvSpPr>
          <p:cNvPr id="37" name="Text Box 35"/>
          <p:cNvSpPr txBox="1">
            <a:spLocks noChangeArrowheads="1"/>
          </p:cNvSpPr>
          <p:nvPr/>
        </p:nvSpPr>
        <p:spPr bwMode="auto">
          <a:xfrm>
            <a:off x="5214921"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三系</a:t>
            </a:r>
          </a:p>
        </p:txBody>
      </p:sp>
      <p:sp>
        <p:nvSpPr>
          <p:cNvPr id="38" name="Text Box 36"/>
          <p:cNvSpPr txBox="1">
            <a:spLocks noChangeArrowheads="1"/>
          </p:cNvSpPr>
          <p:nvPr/>
        </p:nvSpPr>
        <p:spPr bwMode="auto">
          <a:xfrm>
            <a:off x="6530866"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四系</a:t>
            </a:r>
          </a:p>
        </p:txBody>
      </p:sp>
      <p:sp>
        <p:nvSpPr>
          <p:cNvPr id="39" name="AutoShape 37"/>
          <p:cNvSpPr>
            <a:spLocks noChangeArrowheads="1"/>
          </p:cNvSpPr>
          <p:nvPr/>
        </p:nvSpPr>
        <p:spPr bwMode="auto">
          <a:xfrm rot="1625099">
            <a:off x="5054415" y="1700145"/>
            <a:ext cx="1524795" cy="97285"/>
          </a:xfrm>
          <a:prstGeom prst="leftArrow">
            <a:avLst>
              <a:gd name="adj1" fmla="val 27083"/>
              <a:gd name="adj2" fmla="val 410994"/>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0" name="Oval 38"/>
          <p:cNvSpPr>
            <a:spLocks noChangeArrowheads="1"/>
          </p:cNvSpPr>
          <p:nvPr/>
        </p:nvSpPr>
        <p:spPr bwMode="auto">
          <a:xfrm>
            <a:off x="6087061"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1" name="Text Box 39"/>
          <p:cNvSpPr txBox="1">
            <a:spLocks noChangeArrowheads="1"/>
          </p:cNvSpPr>
          <p:nvPr/>
        </p:nvSpPr>
        <p:spPr bwMode="auto">
          <a:xfrm>
            <a:off x="6108110" y="2084878"/>
            <a:ext cx="1176925"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206.0.71.128/26</a:t>
            </a:r>
          </a:p>
          <a:p>
            <a:pPr eaLnBrk="1" hangingPunct="1"/>
            <a:r>
              <a:rPr kumimoji="1" lang="en-US" altLang="zh-CN" sz="950" b="1" dirty="0">
                <a:latin typeface="微软雅黑" pitchFamily="34" charset="-122"/>
                <a:ea typeface="微软雅黑" pitchFamily="34" charset="-122"/>
              </a:rPr>
              <a:t>206.0.71.192/26</a:t>
            </a:r>
          </a:p>
        </p:txBody>
      </p:sp>
      <p:sp>
        <p:nvSpPr>
          <p:cNvPr id="42" name="AutoShape 40"/>
          <p:cNvSpPr>
            <a:spLocks noChangeArrowheads="1"/>
          </p:cNvSpPr>
          <p:nvPr/>
        </p:nvSpPr>
        <p:spPr bwMode="auto">
          <a:xfrm rot="8870696">
            <a:off x="2822820" y="1753696"/>
            <a:ext cx="1629220" cy="103532"/>
          </a:xfrm>
          <a:prstGeom prst="leftArrow">
            <a:avLst>
              <a:gd name="adj1" fmla="val 27083"/>
              <a:gd name="adj2" fmla="val 412642"/>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3" name="Text Box 42"/>
          <p:cNvSpPr txBox="1">
            <a:spLocks noChangeArrowheads="1"/>
          </p:cNvSpPr>
          <p:nvPr/>
        </p:nvSpPr>
        <p:spPr bwMode="auto">
          <a:xfrm>
            <a:off x="1717531"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206.0.68.0/25</a:t>
            </a:r>
          </a:p>
          <a:p>
            <a:pPr eaLnBrk="1" hangingPunct="1"/>
            <a:r>
              <a:rPr kumimoji="1" lang="en-US" altLang="zh-CN" sz="950" b="1" dirty="0">
                <a:latin typeface="微软雅黑" pitchFamily="34" charset="-122"/>
                <a:ea typeface="微软雅黑" pitchFamily="34" charset="-122"/>
              </a:rPr>
              <a:t>206.0.68.128/25</a:t>
            </a:r>
          </a:p>
          <a:p>
            <a:pPr eaLnBrk="1" hangingPunct="1"/>
            <a:r>
              <a:rPr kumimoji="1" lang="en-US" altLang="zh-CN" sz="950" b="1" dirty="0">
                <a:latin typeface="微软雅黑" pitchFamily="34" charset="-122"/>
                <a:ea typeface="微软雅黑" pitchFamily="34" charset="-122"/>
              </a:rPr>
              <a:t>206.0.69.0/25</a:t>
            </a:r>
          </a:p>
          <a:p>
            <a:pPr eaLnBrk="1" hangingPunct="1"/>
            <a:r>
              <a:rPr kumimoji="1" lang="en-US" altLang="zh-CN" sz="950" b="1" dirty="0">
                <a:latin typeface="微软雅黑" pitchFamily="34" charset="-122"/>
                <a:ea typeface="微软雅黑" pitchFamily="34" charset="-122"/>
              </a:rPr>
              <a:t>206.0.69.128/25</a:t>
            </a:r>
          </a:p>
        </p:txBody>
      </p:sp>
      <p:sp>
        <p:nvSpPr>
          <p:cNvPr id="44" name="AutoShape 43"/>
          <p:cNvSpPr>
            <a:spLocks noChangeArrowheads="1"/>
          </p:cNvSpPr>
          <p:nvPr/>
        </p:nvSpPr>
        <p:spPr bwMode="auto">
          <a:xfrm rot="7490917">
            <a:off x="3716642" y="1873778"/>
            <a:ext cx="1204901" cy="115061"/>
          </a:xfrm>
          <a:prstGeom prst="leftArrow">
            <a:avLst>
              <a:gd name="adj1" fmla="val 27083"/>
              <a:gd name="adj2" fmla="val 322268"/>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5" name="Oval 44"/>
          <p:cNvSpPr>
            <a:spLocks noChangeArrowheads="1"/>
          </p:cNvSpPr>
          <p:nvPr/>
        </p:nvSpPr>
        <p:spPr bwMode="auto">
          <a:xfrm>
            <a:off x="3278229"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6" name="Text Box 45"/>
          <p:cNvSpPr txBox="1">
            <a:spLocks noChangeArrowheads="1"/>
          </p:cNvSpPr>
          <p:nvPr/>
        </p:nvSpPr>
        <p:spPr bwMode="auto">
          <a:xfrm>
            <a:off x="3451713"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206.0.70.0/26</a:t>
            </a:r>
          </a:p>
          <a:p>
            <a:pPr eaLnBrk="1" hangingPunct="1"/>
            <a:r>
              <a:rPr kumimoji="1" lang="en-US" altLang="zh-CN" sz="950" b="1" dirty="0">
                <a:latin typeface="微软雅黑" pitchFamily="34" charset="-122"/>
                <a:ea typeface="微软雅黑" pitchFamily="34" charset="-122"/>
              </a:rPr>
              <a:t>206.0.70.64/26</a:t>
            </a:r>
          </a:p>
          <a:p>
            <a:pPr eaLnBrk="1" hangingPunct="1"/>
            <a:r>
              <a:rPr kumimoji="1" lang="en-US" altLang="zh-CN" sz="950" b="1" dirty="0">
                <a:latin typeface="微软雅黑" pitchFamily="34" charset="-122"/>
                <a:ea typeface="微软雅黑" pitchFamily="34" charset="-122"/>
              </a:rPr>
              <a:t>206.0.70.128/26</a:t>
            </a:r>
          </a:p>
          <a:p>
            <a:pPr eaLnBrk="1" hangingPunct="1"/>
            <a:r>
              <a:rPr kumimoji="1" lang="en-US" altLang="zh-CN" sz="950" b="1" dirty="0">
                <a:latin typeface="微软雅黑" pitchFamily="34" charset="-122"/>
                <a:ea typeface="微软雅黑" pitchFamily="34" charset="-122"/>
              </a:rPr>
              <a:t>206.0.70.192/26</a:t>
            </a:r>
          </a:p>
        </p:txBody>
      </p:sp>
      <p:sp>
        <p:nvSpPr>
          <p:cNvPr id="47" name="Rectangle 46"/>
          <p:cNvSpPr>
            <a:spLocks noChangeArrowheads="1"/>
          </p:cNvSpPr>
          <p:nvPr/>
        </p:nvSpPr>
        <p:spPr bwMode="auto">
          <a:xfrm>
            <a:off x="3859332" y="1805463"/>
            <a:ext cx="920485" cy="1624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9" name="AutoShape 48"/>
          <p:cNvSpPr>
            <a:spLocks noChangeArrowheads="1"/>
          </p:cNvSpPr>
          <p:nvPr/>
        </p:nvSpPr>
        <p:spPr bwMode="auto">
          <a:xfrm rot="14362323" flipH="1">
            <a:off x="4633779" y="1901001"/>
            <a:ext cx="1205794" cy="115060"/>
          </a:xfrm>
          <a:prstGeom prst="leftArrow">
            <a:avLst>
              <a:gd name="adj1" fmla="val 27083"/>
              <a:gd name="adj2" fmla="val 322509"/>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50" name="Rectangle 49"/>
          <p:cNvSpPr>
            <a:spLocks noChangeArrowheads="1"/>
          </p:cNvSpPr>
          <p:nvPr/>
        </p:nvSpPr>
        <p:spPr bwMode="auto">
          <a:xfrm>
            <a:off x="4876506" y="1805463"/>
            <a:ext cx="940306" cy="166901"/>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2" name="Oval 51"/>
          <p:cNvSpPr>
            <a:spLocks noChangeArrowheads="1"/>
          </p:cNvSpPr>
          <p:nvPr/>
        </p:nvSpPr>
        <p:spPr bwMode="auto">
          <a:xfrm>
            <a:off x="4779818"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3" name="Text Box 52"/>
          <p:cNvSpPr txBox="1">
            <a:spLocks noChangeArrowheads="1"/>
          </p:cNvSpPr>
          <p:nvPr/>
        </p:nvSpPr>
        <p:spPr bwMode="auto">
          <a:xfrm>
            <a:off x="4856035" y="2078054"/>
            <a:ext cx="1101584"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206.0.71.0/26</a:t>
            </a:r>
          </a:p>
          <a:p>
            <a:pPr eaLnBrk="1" hangingPunct="1"/>
            <a:r>
              <a:rPr kumimoji="1" lang="en-US" altLang="zh-CN" sz="950" b="1" dirty="0">
                <a:latin typeface="微软雅黑" pitchFamily="34" charset="-122"/>
                <a:ea typeface="微软雅黑" pitchFamily="34" charset="-122"/>
              </a:rPr>
              <a:t>206.0.71.64/26</a:t>
            </a:r>
          </a:p>
        </p:txBody>
      </p:sp>
      <p:sp>
        <p:nvSpPr>
          <p:cNvPr id="54" name="Rectangle 53"/>
          <p:cNvSpPr>
            <a:spLocks noChangeArrowheads="1"/>
          </p:cNvSpPr>
          <p:nvPr/>
        </p:nvSpPr>
        <p:spPr bwMode="auto">
          <a:xfrm>
            <a:off x="6087061" y="1805463"/>
            <a:ext cx="1065454"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6" name="Rectangle 55"/>
          <p:cNvSpPr>
            <a:spLocks noChangeArrowheads="1"/>
          </p:cNvSpPr>
          <p:nvPr/>
        </p:nvSpPr>
        <p:spPr bwMode="auto">
          <a:xfrm>
            <a:off x="2842159" y="1805463"/>
            <a:ext cx="910808"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nvGrpSpPr>
          <p:cNvPr id="48" name="组合 47"/>
          <p:cNvGrpSpPr/>
          <p:nvPr/>
        </p:nvGrpSpPr>
        <p:grpSpPr>
          <a:xfrm>
            <a:off x="1973180" y="2879661"/>
            <a:ext cx="5333401" cy="1423467"/>
            <a:chOff x="2344108" y="2888287"/>
            <a:chExt cx="5333401" cy="1423467"/>
          </a:xfrm>
        </p:grpSpPr>
        <p:sp>
          <p:nvSpPr>
            <p:cNvPr id="5" name="Rectangle 3"/>
            <p:cNvSpPr>
              <a:spLocks noChangeArrowheads="1"/>
            </p:cNvSpPr>
            <p:nvPr/>
          </p:nvSpPr>
          <p:spPr bwMode="auto">
            <a:xfrm>
              <a:off x="2358284" y="2924384"/>
              <a:ext cx="5232961" cy="1344134"/>
            </a:xfrm>
            <a:prstGeom prst="rect">
              <a:avLst/>
            </a:prstGeom>
            <a:solidFill>
              <a:srgbClr val="00FFFF"/>
            </a:solidFill>
            <a:ln w="2857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6" name="Text Box 57"/>
            <p:cNvSpPr txBox="1">
              <a:spLocks noChangeArrowheads="1"/>
            </p:cNvSpPr>
            <p:nvPr/>
          </p:nvSpPr>
          <p:spPr bwMode="auto">
            <a:xfrm>
              <a:off x="2344108" y="2888287"/>
              <a:ext cx="5333401" cy="1423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45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单位         地址块                            二进制表示的地址块                    相当于 </a:t>
              </a:r>
              <a:r>
                <a:rPr kumimoji="1" lang="en-US" altLang="zh-CN" sz="1000" b="1" dirty="0">
                  <a:latin typeface="微软雅黑" pitchFamily="34" charset="-122"/>
                  <a:ea typeface="微软雅黑" pitchFamily="34" charset="-122"/>
                </a:rPr>
                <a:t>C </a:t>
              </a:r>
              <a:r>
                <a:rPr kumimoji="1" lang="zh-CN" altLang="en-US" sz="1000" b="1" dirty="0">
                  <a:latin typeface="微软雅黑" pitchFamily="34" charset="-122"/>
                  <a:ea typeface="微软雅黑" pitchFamily="34" charset="-122"/>
                </a:rPr>
                <a:t>类网络数</a:t>
              </a:r>
            </a:p>
            <a:p>
              <a:pPr eaLnBrk="1" hangingPunct="1">
                <a:lnSpc>
                  <a:spcPct val="120000"/>
                </a:lnSpc>
              </a:pPr>
              <a:r>
                <a:rPr kumimoji="1" lang="zh-CN" altLang="en-US" sz="1000" b="1" dirty="0">
                  <a:latin typeface="微软雅黑" pitchFamily="34" charset="-122"/>
                  <a:ea typeface="微软雅黑" pitchFamily="34" charset="-122"/>
                </a:rPr>
                <a:t>   </a:t>
              </a:r>
              <a:r>
                <a:rPr kumimoji="1" lang="en-US" altLang="zh-CN" sz="1000" b="1" dirty="0">
                  <a:latin typeface="微软雅黑" pitchFamily="34" charset="-122"/>
                  <a:ea typeface="微软雅黑" pitchFamily="34" charset="-122"/>
                </a:rPr>
                <a:t>ISP    206.0.64.0/18       11001110.00000000.01*                                 64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大学    </a:t>
              </a:r>
              <a:r>
                <a:rPr kumimoji="1" lang="en-US" altLang="zh-CN" sz="1000" b="1" dirty="0">
                  <a:latin typeface="微软雅黑" pitchFamily="34" charset="-122"/>
                  <a:ea typeface="微软雅黑" pitchFamily="34" charset="-122"/>
                </a:rPr>
                <a:t>206.0.68.0/22        11001110.00000000.010001*                          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一系    </a:t>
              </a:r>
              <a:r>
                <a:rPr kumimoji="1" lang="en-US" altLang="zh-CN" sz="1000" b="1" dirty="0">
                  <a:latin typeface="微软雅黑" pitchFamily="34" charset="-122"/>
                  <a:ea typeface="微软雅黑" pitchFamily="34" charset="-122"/>
                </a:rPr>
                <a:t>206.0.68.0/23        11001110.00000000.0100010*                        2</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二系    </a:t>
              </a:r>
              <a:r>
                <a:rPr kumimoji="1" lang="en-US" altLang="zh-CN" sz="1000" b="1" dirty="0">
                  <a:latin typeface="微软雅黑" pitchFamily="34" charset="-122"/>
                  <a:ea typeface="微软雅黑" pitchFamily="34" charset="-122"/>
                </a:rPr>
                <a:t>206.0.70.0/24        11001110.00000000.01000110.*                     1</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三系    </a:t>
              </a:r>
              <a:r>
                <a:rPr kumimoji="1" lang="en-US" altLang="zh-CN" sz="1000" b="1" dirty="0">
                  <a:latin typeface="微软雅黑" pitchFamily="34" charset="-122"/>
                  <a:ea typeface="微软雅黑" pitchFamily="34" charset="-122"/>
                </a:rPr>
                <a:t>206.0.71.0/25        11001110.00000000.01000111.0*                 1/2</a:t>
              </a:r>
            </a:p>
            <a:p>
              <a:pPr eaLnBrk="1" hangingPunct="1">
                <a:lnSpc>
                  <a:spcPct val="120000"/>
                </a:lnSpc>
                <a:spcAft>
                  <a:spcPct val="25000"/>
                </a:spcAft>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四系    </a:t>
              </a:r>
              <a:r>
                <a:rPr kumimoji="1" lang="en-US" altLang="zh-CN" sz="1000" b="1" dirty="0">
                  <a:latin typeface="微软雅黑" pitchFamily="34" charset="-122"/>
                  <a:ea typeface="微软雅黑" pitchFamily="34" charset="-122"/>
                </a:rPr>
                <a:t>206.0.71.128/25    11001110.00000000.01000111.1*                 1/2</a:t>
              </a:r>
            </a:p>
          </p:txBody>
        </p:sp>
        <p:sp>
          <p:nvSpPr>
            <p:cNvPr id="59" name="Line 58"/>
            <p:cNvSpPr>
              <a:spLocks noChangeShapeType="1"/>
            </p:cNvSpPr>
            <p:nvPr/>
          </p:nvSpPr>
          <p:spPr bwMode="auto">
            <a:xfrm>
              <a:off x="2352483" y="3147512"/>
              <a:ext cx="523876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0" name="Line 59"/>
            <p:cNvSpPr>
              <a:spLocks noChangeShapeType="1"/>
            </p:cNvSpPr>
            <p:nvPr/>
          </p:nvSpPr>
          <p:spPr bwMode="auto">
            <a:xfrm flipH="1">
              <a:off x="2786620" y="2917244"/>
              <a:ext cx="966"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1" name="Line 60"/>
            <p:cNvSpPr>
              <a:spLocks noChangeShapeType="1"/>
            </p:cNvSpPr>
            <p:nvPr/>
          </p:nvSpPr>
          <p:spPr bwMode="auto">
            <a:xfrm flipH="1">
              <a:off x="3986051"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2" name="Line 61"/>
            <p:cNvSpPr>
              <a:spLocks noChangeShapeType="1"/>
            </p:cNvSpPr>
            <p:nvPr/>
          </p:nvSpPr>
          <p:spPr bwMode="auto">
            <a:xfrm flipH="1">
              <a:off x="6340905"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63" name="Oval 62"/>
          <p:cNvSpPr>
            <a:spLocks noChangeArrowheads="1"/>
          </p:cNvSpPr>
          <p:nvPr/>
        </p:nvSpPr>
        <p:spPr bwMode="auto">
          <a:xfrm>
            <a:off x="3956022" y="1339567"/>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4" name="Oval 63"/>
          <p:cNvSpPr>
            <a:spLocks noChangeArrowheads="1"/>
          </p:cNvSpPr>
          <p:nvPr/>
        </p:nvSpPr>
        <p:spPr bwMode="auto">
          <a:xfrm>
            <a:off x="4037241" y="1194979"/>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3" name="Text Box 47"/>
          <p:cNvSpPr txBox="1">
            <a:spLocks noChangeArrowheads="1"/>
          </p:cNvSpPr>
          <p:nvPr/>
        </p:nvSpPr>
        <p:spPr bwMode="auto">
          <a:xfrm>
            <a:off x="3810987" y="1773014"/>
            <a:ext cx="1026243" cy="23852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206.0.70.0/24</a:t>
            </a:r>
          </a:p>
        </p:txBody>
      </p:sp>
      <p:sp>
        <p:nvSpPr>
          <p:cNvPr id="74" name="Text Box 50"/>
          <p:cNvSpPr txBox="1">
            <a:spLocks noChangeArrowheads="1"/>
          </p:cNvSpPr>
          <p:nvPr/>
        </p:nvSpPr>
        <p:spPr bwMode="auto">
          <a:xfrm>
            <a:off x="482719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206.0.71.0/25</a:t>
            </a:r>
          </a:p>
        </p:txBody>
      </p:sp>
      <p:sp>
        <p:nvSpPr>
          <p:cNvPr id="75" name="Text Box 54"/>
          <p:cNvSpPr txBox="1">
            <a:spLocks noChangeArrowheads="1"/>
          </p:cNvSpPr>
          <p:nvPr/>
        </p:nvSpPr>
        <p:spPr bwMode="auto">
          <a:xfrm>
            <a:off x="6037750" y="1773014"/>
            <a:ext cx="1176925"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206.0.71.128/25</a:t>
            </a:r>
          </a:p>
        </p:txBody>
      </p:sp>
      <p:sp>
        <p:nvSpPr>
          <p:cNvPr id="76" name="Text Box 56"/>
          <p:cNvSpPr txBox="1">
            <a:spLocks noChangeArrowheads="1"/>
          </p:cNvSpPr>
          <p:nvPr/>
        </p:nvSpPr>
        <p:spPr bwMode="auto">
          <a:xfrm>
            <a:off x="279284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206.0.68.0/23</a:t>
            </a:r>
          </a:p>
        </p:txBody>
      </p:sp>
      <p:sp>
        <p:nvSpPr>
          <p:cNvPr id="70" name="Text Box 28"/>
          <p:cNvSpPr txBox="1">
            <a:spLocks noChangeArrowheads="1"/>
          </p:cNvSpPr>
          <p:nvPr/>
        </p:nvSpPr>
        <p:spPr bwMode="auto">
          <a:xfrm>
            <a:off x="6263664" y="1591549"/>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51" name="矩形 50"/>
          <p:cNvSpPr/>
          <p:nvPr/>
        </p:nvSpPr>
        <p:spPr>
          <a:xfrm>
            <a:off x="1921379" y="4349713"/>
            <a:ext cx="5549096"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网络前缀越短，地址块所包含的地址数越多。</a:t>
            </a:r>
          </a:p>
        </p:txBody>
      </p:sp>
    </p:spTree>
    <p:custDataLst>
      <p:tags r:id="rId1"/>
    </p:custDataLst>
    <p:extLst>
      <p:ext uri="{BB962C8B-B14F-4D97-AF65-F5344CB8AC3E}">
        <p14:creationId xmlns:p14="http://schemas.microsoft.com/office/powerpoint/2010/main" val="27677744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30"/>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29"/>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1000" fill="hold"/>
                                        <p:tgtEl>
                                          <p:spTgt spid="35"/>
                                        </p:tgtEl>
                                        <p:attrNameLst>
                                          <p:attrName>style.visibility</p:attrName>
                                        </p:attrNameLst>
                                      </p:cBhvr>
                                      <p:tavLst>
                                        <p:tav tm="0">
                                          <p:val>
                                            <p:strVal val="hidden"/>
                                          </p:val>
                                        </p:tav>
                                        <p:tav tm="50000">
                                          <p:val>
                                            <p:strVal val="visible"/>
                                          </p:val>
                                        </p:tav>
                                      </p:tavLst>
                                    </p:anim>
                                  </p:childTnLst>
                                </p:cTn>
                              </p:par>
                              <p:par>
                                <p:cTn id="15" presetID="35" presetClass="emph" presetSubtype="0" repeatCount="3000" fill="hold" grpId="0" nodeType="withEffect">
                                  <p:stCondLst>
                                    <p:cond delay="0"/>
                                  </p:stCondLst>
                                  <p:childTnLst>
                                    <p:anim calcmode="discrete" valueType="str">
                                      <p:cBhvr>
                                        <p:cTn id="16" dur="1000" fill="hold"/>
                                        <p:tgtEl>
                                          <p:spTgt spid="36"/>
                                        </p:tgtEl>
                                        <p:attrNameLst>
                                          <p:attrName>style.visibility</p:attrName>
                                        </p:attrNameLst>
                                      </p:cBhvr>
                                      <p:tavLst>
                                        <p:tav tm="0">
                                          <p:val>
                                            <p:strVal val="hidden"/>
                                          </p:val>
                                        </p:tav>
                                        <p:tav tm="50000">
                                          <p:val>
                                            <p:strVal val="visible"/>
                                          </p:val>
                                        </p:tav>
                                      </p:tavLst>
                                    </p:anim>
                                  </p:childTnLst>
                                </p:cTn>
                              </p:par>
                              <p:par>
                                <p:cTn id="17" presetID="35" presetClass="emph" presetSubtype="0" repeatCount="3000" fill="hold" grpId="0" nodeType="withEffect">
                                  <p:stCondLst>
                                    <p:cond delay="0"/>
                                  </p:stCondLst>
                                  <p:childTnLst>
                                    <p:anim calcmode="discrete" valueType="str">
                                      <p:cBhvr>
                                        <p:cTn id="18" dur="1000" fill="hold"/>
                                        <p:tgtEl>
                                          <p:spTgt spid="37"/>
                                        </p:tgtEl>
                                        <p:attrNameLst>
                                          <p:attrName>style.visibility</p:attrName>
                                        </p:attrNameLst>
                                      </p:cBhvr>
                                      <p:tavLst>
                                        <p:tav tm="0">
                                          <p:val>
                                            <p:strVal val="hidden"/>
                                          </p:val>
                                        </p:tav>
                                        <p:tav tm="50000">
                                          <p:val>
                                            <p:strVal val="visible"/>
                                          </p:val>
                                        </p:tav>
                                      </p:tavLst>
                                    </p:anim>
                                  </p:childTnLst>
                                </p:cTn>
                              </p:par>
                              <p:par>
                                <p:cTn id="19" presetID="35" presetClass="emph" presetSubtype="0" repeatCount="3000" fill="hold" grpId="0" nodeType="withEffect">
                                  <p:stCondLst>
                                    <p:cond delay="0"/>
                                  </p:stCondLst>
                                  <p:childTnLst>
                                    <p:anim calcmode="discrete" valueType="str">
                                      <p:cBhvr>
                                        <p:cTn id="20" dur="1000" fill="hold"/>
                                        <p:tgtEl>
                                          <p:spTgt spid="3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35" grpId="0"/>
      <p:bldP spid="36" grpId="0"/>
      <p:bldP spid="37" grpId="0"/>
      <p:bldP spid="38"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4" y="1011282"/>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Oval 44"/>
          <p:cNvSpPr>
            <a:spLocks noChangeArrowheads="1"/>
          </p:cNvSpPr>
          <p:nvPr/>
        </p:nvSpPr>
        <p:spPr bwMode="auto">
          <a:xfrm>
            <a:off x="1547664"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 name="AutoShape 5"/>
          <p:cNvSpPr>
            <a:spLocks noChangeArrowheads="1"/>
          </p:cNvSpPr>
          <p:nvPr/>
        </p:nvSpPr>
        <p:spPr bwMode="auto">
          <a:xfrm>
            <a:off x="545144" y="62024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9065"/>
            <a:ext cx="2699778" cy="400110"/>
          </a:xfrm>
          <a:prstGeom prst="rect">
            <a:avLst/>
          </a:prstGeom>
        </p:spPr>
        <p:txBody>
          <a:bodyPr wrap="none">
            <a:spAutoFit/>
          </a:bodyPr>
          <a:lstStyle/>
          <a:p>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地址块划分举例</a:t>
            </a:r>
          </a:p>
        </p:txBody>
      </p:sp>
      <p:grpSp>
        <p:nvGrpSpPr>
          <p:cNvPr id="6" name="组合 5"/>
          <p:cNvGrpSpPr/>
          <p:nvPr/>
        </p:nvGrpSpPr>
        <p:grpSpPr>
          <a:xfrm>
            <a:off x="1860397" y="1189623"/>
            <a:ext cx="920485" cy="415023"/>
            <a:chOff x="228434" y="1033063"/>
            <a:chExt cx="1637241" cy="738189"/>
          </a:xfrm>
          <a:solidFill>
            <a:srgbClr val="002060"/>
          </a:solidFill>
        </p:grpSpPr>
        <p:grpSp>
          <p:nvGrpSpPr>
            <p:cNvPr id="7" name="Group 5"/>
            <p:cNvGrpSpPr>
              <a:grpSpLocks/>
            </p:cNvGrpSpPr>
            <p:nvPr/>
          </p:nvGrpSpPr>
          <p:grpSpPr bwMode="auto">
            <a:xfrm>
              <a:off x="237985" y="1047511"/>
              <a:ext cx="1627690" cy="723741"/>
              <a:chOff x="3134" y="1375"/>
              <a:chExt cx="2386" cy="1553"/>
            </a:xfrm>
            <a:grpFill/>
          </p:grpSpPr>
          <p:sp>
            <p:nvSpPr>
              <p:cNvPr id="18" name="Oval 6"/>
              <p:cNvSpPr>
                <a:spLocks noChangeArrowheads="1"/>
              </p:cNvSpPr>
              <p:nvPr/>
            </p:nvSpPr>
            <p:spPr bwMode="auto">
              <a:xfrm>
                <a:off x="3959" y="1375"/>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9" name="Oval 7"/>
              <p:cNvSpPr>
                <a:spLocks noChangeArrowheads="1"/>
              </p:cNvSpPr>
              <p:nvPr/>
            </p:nvSpPr>
            <p:spPr bwMode="auto">
              <a:xfrm>
                <a:off x="3380" y="1548"/>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0" name="Oval 8"/>
              <p:cNvSpPr>
                <a:spLocks noChangeArrowheads="1"/>
              </p:cNvSpPr>
              <p:nvPr/>
            </p:nvSpPr>
            <p:spPr bwMode="auto">
              <a:xfrm>
                <a:off x="3134" y="1940"/>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1" name="Oval 9"/>
              <p:cNvSpPr>
                <a:spLocks noChangeArrowheads="1"/>
              </p:cNvSpPr>
              <p:nvPr/>
            </p:nvSpPr>
            <p:spPr bwMode="auto">
              <a:xfrm>
                <a:off x="3293" y="2175"/>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2" name="Oval 10"/>
              <p:cNvSpPr>
                <a:spLocks noChangeArrowheads="1"/>
              </p:cNvSpPr>
              <p:nvPr/>
            </p:nvSpPr>
            <p:spPr bwMode="auto">
              <a:xfrm>
                <a:off x="3872" y="2269"/>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3" name="Oval 11"/>
              <p:cNvSpPr>
                <a:spLocks noChangeArrowheads="1"/>
              </p:cNvSpPr>
              <p:nvPr/>
            </p:nvSpPr>
            <p:spPr bwMode="auto">
              <a:xfrm>
                <a:off x="4653" y="1564"/>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4" name="Oval 12"/>
              <p:cNvSpPr>
                <a:spLocks noChangeArrowheads="1"/>
              </p:cNvSpPr>
              <p:nvPr/>
            </p:nvSpPr>
            <p:spPr bwMode="auto">
              <a:xfrm>
                <a:off x="4768" y="1893"/>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5" name="Oval 13"/>
              <p:cNvSpPr>
                <a:spLocks noChangeArrowheads="1"/>
              </p:cNvSpPr>
              <p:nvPr/>
            </p:nvSpPr>
            <p:spPr bwMode="auto">
              <a:xfrm>
                <a:off x="4696" y="2003"/>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26" name="Oval 14"/>
              <p:cNvSpPr>
                <a:spLocks noChangeArrowheads="1"/>
              </p:cNvSpPr>
              <p:nvPr/>
            </p:nvSpPr>
            <p:spPr bwMode="auto">
              <a:xfrm>
                <a:off x="3568" y="1752"/>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grpSp>
        <p:sp>
          <p:nvSpPr>
            <p:cNvPr id="8" name="Oval 15"/>
            <p:cNvSpPr>
              <a:spLocks noChangeArrowheads="1"/>
            </p:cNvSpPr>
            <p:nvPr/>
          </p:nvSpPr>
          <p:spPr bwMode="auto">
            <a:xfrm>
              <a:off x="790553" y="1033063"/>
              <a:ext cx="700603"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9" name="Oval 16"/>
            <p:cNvSpPr>
              <a:spLocks noChangeArrowheads="1"/>
            </p:cNvSpPr>
            <p:nvPr/>
          </p:nvSpPr>
          <p:spPr bwMode="auto">
            <a:xfrm>
              <a:off x="396252" y="1113687"/>
              <a:ext cx="532785" cy="29219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0" name="Oval 17"/>
            <p:cNvSpPr>
              <a:spLocks noChangeArrowheads="1"/>
            </p:cNvSpPr>
            <p:nvPr/>
          </p:nvSpPr>
          <p:spPr bwMode="auto">
            <a:xfrm>
              <a:off x="228434" y="1296369"/>
              <a:ext cx="354737" cy="23347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1" name="Oval 18"/>
            <p:cNvSpPr>
              <a:spLocks noChangeArrowheads="1"/>
            </p:cNvSpPr>
            <p:nvPr/>
          </p:nvSpPr>
          <p:spPr bwMode="auto">
            <a:xfrm>
              <a:off x="336901" y="1405885"/>
              <a:ext cx="542335" cy="255849"/>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2" name="Oval 19"/>
            <p:cNvSpPr>
              <a:spLocks noChangeArrowheads="1"/>
            </p:cNvSpPr>
            <p:nvPr/>
          </p:nvSpPr>
          <p:spPr bwMode="auto">
            <a:xfrm>
              <a:off x="731204" y="1449692"/>
              <a:ext cx="818622" cy="307112"/>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3" name="Oval 20"/>
            <p:cNvSpPr>
              <a:spLocks noChangeArrowheads="1"/>
            </p:cNvSpPr>
            <p:nvPr/>
          </p:nvSpPr>
          <p:spPr bwMode="auto">
            <a:xfrm>
              <a:off x="1263990" y="1120677"/>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4" name="Oval 21"/>
            <p:cNvSpPr>
              <a:spLocks noChangeArrowheads="1"/>
            </p:cNvSpPr>
            <p:nvPr/>
          </p:nvSpPr>
          <p:spPr bwMode="auto">
            <a:xfrm>
              <a:off x="1343123" y="1274464"/>
              <a:ext cx="513001" cy="226490"/>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5" name="Oval 22"/>
            <p:cNvSpPr>
              <a:spLocks noChangeArrowheads="1"/>
            </p:cNvSpPr>
            <p:nvPr/>
          </p:nvSpPr>
          <p:spPr bwMode="auto">
            <a:xfrm>
              <a:off x="1293324" y="1325261"/>
              <a:ext cx="513001"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6" name="Oval 23"/>
            <p:cNvSpPr>
              <a:spLocks noChangeArrowheads="1"/>
            </p:cNvSpPr>
            <p:nvPr/>
          </p:nvSpPr>
          <p:spPr bwMode="auto">
            <a:xfrm>
              <a:off x="524501" y="1208289"/>
              <a:ext cx="1055339" cy="380278"/>
            </a:xfrm>
            <a:prstGeom prst="ellipse">
              <a:avLst/>
            </a:prstGeom>
            <a:grpFill/>
            <a:ln>
              <a:noFill/>
            </a:ln>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17" name="Text Box 24"/>
            <p:cNvSpPr txBox="1">
              <a:spLocks noChangeArrowheads="1"/>
            </p:cNvSpPr>
            <p:nvPr/>
          </p:nvSpPr>
          <p:spPr bwMode="auto">
            <a:xfrm>
              <a:off x="548205" y="1196955"/>
              <a:ext cx="1081183" cy="465318"/>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050" b="1" dirty="0">
                  <a:solidFill>
                    <a:schemeClr val="bg1"/>
                  </a:solidFill>
                  <a:latin typeface="微软雅黑" pitchFamily="34" charset="-122"/>
                  <a:ea typeface="微软雅黑" pitchFamily="34" charset="-122"/>
                </a:rPr>
                <a:t>互联网</a:t>
              </a:r>
            </a:p>
          </p:txBody>
        </p:sp>
      </p:grpSp>
      <p:sp>
        <p:nvSpPr>
          <p:cNvPr id="27" name="Oval 25"/>
          <p:cNvSpPr>
            <a:spLocks noChangeArrowheads="1"/>
          </p:cNvSpPr>
          <p:nvPr/>
        </p:nvSpPr>
        <p:spPr bwMode="auto">
          <a:xfrm>
            <a:off x="3906711" y="1106620"/>
            <a:ext cx="1599245" cy="539082"/>
          </a:xfrm>
          <a:prstGeom prst="ellipse">
            <a:avLst/>
          </a:prstGeom>
          <a:solidFill>
            <a:srgbClr val="3399FF"/>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8" name="Oval 26"/>
          <p:cNvSpPr>
            <a:spLocks noChangeArrowheads="1"/>
          </p:cNvSpPr>
          <p:nvPr/>
        </p:nvSpPr>
        <p:spPr bwMode="auto">
          <a:xfrm>
            <a:off x="4246091" y="1189626"/>
            <a:ext cx="1018141" cy="373966"/>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29" name="Text Box 27"/>
          <p:cNvSpPr txBox="1">
            <a:spLocks noChangeArrowheads="1"/>
          </p:cNvSpPr>
          <p:nvPr/>
        </p:nvSpPr>
        <p:spPr bwMode="auto">
          <a:xfrm>
            <a:off x="4213355" y="1244579"/>
            <a:ext cx="1063112"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r>
              <a:rPr kumimoji="1" lang="en-US" altLang="zh-CN" sz="1000" b="1" dirty="0">
                <a:solidFill>
                  <a:srgbClr val="C00000"/>
                </a:solidFill>
                <a:latin typeface="微软雅黑" pitchFamily="34" charset="-122"/>
                <a:ea typeface="微软雅黑" pitchFamily="34" charset="-122"/>
              </a:rPr>
              <a:t>206.0.68.0/22</a:t>
            </a:r>
          </a:p>
        </p:txBody>
      </p:sp>
      <p:sp>
        <p:nvSpPr>
          <p:cNvPr id="30" name="Text Box 28"/>
          <p:cNvSpPr txBox="1">
            <a:spLocks noChangeArrowheads="1"/>
          </p:cNvSpPr>
          <p:nvPr/>
        </p:nvSpPr>
        <p:spPr bwMode="auto">
          <a:xfrm>
            <a:off x="2917375" y="1142066"/>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solidFill>
                  <a:srgbClr val="C00000"/>
                </a:solidFill>
                <a:latin typeface="微软雅黑" pitchFamily="34" charset="-122"/>
                <a:ea typeface="微软雅黑" pitchFamily="34" charset="-122"/>
              </a:rPr>
              <a:t>206.0.64.0/18</a:t>
            </a:r>
          </a:p>
        </p:txBody>
      </p:sp>
      <p:sp>
        <p:nvSpPr>
          <p:cNvPr id="31" name="AutoShape 29"/>
          <p:cNvSpPr>
            <a:spLocks noChangeArrowheads="1"/>
          </p:cNvSpPr>
          <p:nvPr/>
        </p:nvSpPr>
        <p:spPr bwMode="auto">
          <a:xfrm>
            <a:off x="2793813" y="1324395"/>
            <a:ext cx="1065519" cy="124060"/>
          </a:xfrm>
          <a:prstGeom prst="leftArrow">
            <a:avLst>
              <a:gd name="adj1" fmla="val 50000"/>
              <a:gd name="adj2" fmla="val 198202"/>
            </a:avLst>
          </a:prstGeom>
          <a:solidFill>
            <a:srgbClr val="00FF99"/>
          </a:solidFill>
          <a:ln w="952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32" name="Text Box 30"/>
          <p:cNvSpPr txBox="1">
            <a:spLocks noChangeArrowheads="1"/>
          </p:cNvSpPr>
          <p:nvPr/>
        </p:nvSpPr>
        <p:spPr bwMode="auto">
          <a:xfrm>
            <a:off x="3810988" y="992972"/>
            <a:ext cx="42992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1200" b="1" dirty="0">
                <a:solidFill>
                  <a:srgbClr val="C00000"/>
                </a:solidFill>
                <a:latin typeface="微软雅黑" pitchFamily="34" charset="-122"/>
                <a:ea typeface="微软雅黑" pitchFamily="34" charset="-122"/>
              </a:rPr>
              <a:t>ISP</a:t>
            </a:r>
          </a:p>
        </p:txBody>
      </p:sp>
      <p:sp>
        <p:nvSpPr>
          <p:cNvPr id="33" name="Text Box 31"/>
          <p:cNvSpPr txBox="1">
            <a:spLocks noChangeArrowheads="1"/>
          </p:cNvSpPr>
          <p:nvPr/>
        </p:nvSpPr>
        <p:spPr bwMode="auto">
          <a:xfrm>
            <a:off x="5602646" y="1033136"/>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大学 </a:t>
            </a:r>
            <a:r>
              <a:rPr kumimoji="1" lang="en-US" altLang="zh-CN" sz="1200" b="1" dirty="0">
                <a:solidFill>
                  <a:srgbClr val="0000CC"/>
                </a:solidFill>
                <a:latin typeface="微软雅黑" pitchFamily="34" charset="-122"/>
                <a:ea typeface="微软雅黑" pitchFamily="34" charset="-122"/>
              </a:rPr>
              <a:t>X</a:t>
            </a:r>
          </a:p>
        </p:txBody>
      </p:sp>
      <p:sp>
        <p:nvSpPr>
          <p:cNvPr id="34" name="Line 32"/>
          <p:cNvSpPr>
            <a:spLocks noChangeShapeType="1"/>
          </p:cNvSpPr>
          <p:nvPr/>
        </p:nvSpPr>
        <p:spPr bwMode="auto">
          <a:xfrm flipV="1">
            <a:off x="5214921" y="1198252"/>
            <a:ext cx="387725" cy="124060"/>
          </a:xfrm>
          <a:prstGeom prst="line">
            <a:avLst/>
          </a:prstGeom>
          <a:noFill/>
          <a:ln w="12700">
            <a:solidFill>
              <a:srgbClr val="3333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35" name="Text Box 33"/>
          <p:cNvSpPr txBox="1">
            <a:spLocks noChangeArrowheads="1"/>
          </p:cNvSpPr>
          <p:nvPr/>
        </p:nvSpPr>
        <p:spPr bwMode="auto">
          <a:xfrm>
            <a:off x="2786403" y="2604268"/>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dirty="0">
                <a:solidFill>
                  <a:srgbClr val="0000CC"/>
                </a:solidFill>
                <a:latin typeface="微软雅黑" pitchFamily="34" charset="-122"/>
                <a:ea typeface="微软雅黑" pitchFamily="34" charset="-122"/>
              </a:rPr>
              <a:t>一系</a:t>
            </a:r>
          </a:p>
        </p:txBody>
      </p:sp>
      <p:sp>
        <p:nvSpPr>
          <p:cNvPr id="36" name="Text Box 34"/>
          <p:cNvSpPr txBox="1">
            <a:spLocks noChangeArrowheads="1"/>
          </p:cNvSpPr>
          <p:nvPr/>
        </p:nvSpPr>
        <p:spPr bwMode="auto">
          <a:xfrm>
            <a:off x="4556465" y="2599805"/>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二系</a:t>
            </a:r>
          </a:p>
        </p:txBody>
      </p:sp>
      <p:sp>
        <p:nvSpPr>
          <p:cNvPr id="37" name="Text Box 35"/>
          <p:cNvSpPr txBox="1">
            <a:spLocks noChangeArrowheads="1"/>
          </p:cNvSpPr>
          <p:nvPr/>
        </p:nvSpPr>
        <p:spPr bwMode="auto">
          <a:xfrm>
            <a:off x="5214921"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三系</a:t>
            </a:r>
          </a:p>
        </p:txBody>
      </p:sp>
      <p:sp>
        <p:nvSpPr>
          <p:cNvPr id="38" name="Text Box 36"/>
          <p:cNvSpPr txBox="1">
            <a:spLocks noChangeArrowheads="1"/>
          </p:cNvSpPr>
          <p:nvPr/>
        </p:nvSpPr>
        <p:spPr bwMode="auto">
          <a:xfrm>
            <a:off x="6530866" y="249627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1200" b="1">
                <a:solidFill>
                  <a:srgbClr val="0000CC"/>
                </a:solidFill>
                <a:latin typeface="微软雅黑" pitchFamily="34" charset="-122"/>
                <a:ea typeface="微软雅黑" pitchFamily="34" charset="-122"/>
              </a:rPr>
              <a:t>四系</a:t>
            </a:r>
          </a:p>
        </p:txBody>
      </p:sp>
      <p:sp>
        <p:nvSpPr>
          <p:cNvPr id="39" name="AutoShape 37"/>
          <p:cNvSpPr>
            <a:spLocks noChangeArrowheads="1"/>
          </p:cNvSpPr>
          <p:nvPr/>
        </p:nvSpPr>
        <p:spPr bwMode="auto">
          <a:xfrm rot="1625099">
            <a:off x="5054415" y="1700145"/>
            <a:ext cx="1524795" cy="97285"/>
          </a:xfrm>
          <a:prstGeom prst="leftArrow">
            <a:avLst>
              <a:gd name="adj1" fmla="val 27083"/>
              <a:gd name="adj2" fmla="val 410994"/>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0" name="Oval 38"/>
          <p:cNvSpPr>
            <a:spLocks noChangeArrowheads="1"/>
          </p:cNvSpPr>
          <p:nvPr/>
        </p:nvSpPr>
        <p:spPr bwMode="auto">
          <a:xfrm>
            <a:off x="6087061"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1" name="Text Box 39"/>
          <p:cNvSpPr txBox="1">
            <a:spLocks noChangeArrowheads="1"/>
          </p:cNvSpPr>
          <p:nvPr/>
        </p:nvSpPr>
        <p:spPr bwMode="auto">
          <a:xfrm>
            <a:off x="6108110" y="2084878"/>
            <a:ext cx="1176925"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206.0.71.128/26</a:t>
            </a:r>
          </a:p>
          <a:p>
            <a:pPr eaLnBrk="1" hangingPunct="1"/>
            <a:r>
              <a:rPr kumimoji="1" lang="en-US" altLang="zh-CN" sz="950" b="1" dirty="0">
                <a:latin typeface="微软雅黑" pitchFamily="34" charset="-122"/>
                <a:ea typeface="微软雅黑" pitchFamily="34" charset="-122"/>
              </a:rPr>
              <a:t>206.0.71.192/26</a:t>
            </a:r>
          </a:p>
        </p:txBody>
      </p:sp>
      <p:sp>
        <p:nvSpPr>
          <p:cNvPr id="42" name="AutoShape 40"/>
          <p:cNvSpPr>
            <a:spLocks noChangeArrowheads="1"/>
          </p:cNvSpPr>
          <p:nvPr/>
        </p:nvSpPr>
        <p:spPr bwMode="auto">
          <a:xfrm rot="8870696">
            <a:off x="2822820" y="1753696"/>
            <a:ext cx="1629220" cy="103532"/>
          </a:xfrm>
          <a:prstGeom prst="leftArrow">
            <a:avLst>
              <a:gd name="adj1" fmla="val 27083"/>
              <a:gd name="adj2" fmla="val 412642"/>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3" name="Text Box 42"/>
          <p:cNvSpPr txBox="1">
            <a:spLocks noChangeArrowheads="1"/>
          </p:cNvSpPr>
          <p:nvPr/>
        </p:nvSpPr>
        <p:spPr bwMode="auto">
          <a:xfrm>
            <a:off x="1717531"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206.0.68.0/25</a:t>
            </a:r>
          </a:p>
          <a:p>
            <a:pPr eaLnBrk="1" hangingPunct="1"/>
            <a:r>
              <a:rPr kumimoji="1" lang="en-US" altLang="zh-CN" sz="950" b="1" dirty="0">
                <a:latin typeface="微软雅黑" pitchFamily="34" charset="-122"/>
                <a:ea typeface="微软雅黑" pitchFamily="34" charset="-122"/>
              </a:rPr>
              <a:t>206.0.68.128/25</a:t>
            </a:r>
          </a:p>
          <a:p>
            <a:pPr eaLnBrk="1" hangingPunct="1"/>
            <a:r>
              <a:rPr kumimoji="1" lang="en-US" altLang="zh-CN" sz="950" b="1" dirty="0">
                <a:latin typeface="微软雅黑" pitchFamily="34" charset="-122"/>
                <a:ea typeface="微软雅黑" pitchFamily="34" charset="-122"/>
              </a:rPr>
              <a:t>206.0.69.0/25</a:t>
            </a:r>
          </a:p>
          <a:p>
            <a:pPr eaLnBrk="1" hangingPunct="1"/>
            <a:r>
              <a:rPr kumimoji="1" lang="en-US" altLang="zh-CN" sz="950" b="1" dirty="0">
                <a:latin typeface="微软雅黑" pitchFamily="34" charset="-122"/>
                <a:ea typeface="微软雅黑" pitchFamily="34" charset="-122"/>
              </a:rPr>
              <a:t>206.0.69.128/25</a:t>
            </a:r>
          </a:p>
        </p:txBody>
      </p:sp>
      <p:sp>
        <p:nvSpPr>
          <p:cNvPr id="44" name="AutoShape 43"/>
          <p:cNvSpPr>
            <a:spLocks noChangeArrowheads="1"/>
          </p:cNvSpPr>
          <p:nvPr/>
        </p:nvSpPr>
        <p:spPr bwMode="auto">
          <a:xfrm rot="7490917">
            <a:off x="3716642" y="1873778"/>
            <a:ext cx="1204901" cy="115061"/>
          </a:xfrm>
          <a:prstGeom prst="leftArrow">
            <a:avLst>
              <a:gd name="adj1" fmla="val 27083"/>
              <a:gd name="adj2" fmla="val 322268"/>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45" name="Oval 44"/>
          <p:cNvSpPr>
            <a:spLocks noChangeArrowheads="1"/>
          </p:cNvSpPr>
          <p:nvPr/>
        </p:nvSpPr>
        <p:spPr bwMode="auto">
          <a:xfrm>
            <a:off x="3278229" y="2018775"/>
            <a:ext cx="1452277" cy="788987"/>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6" name="Text Box 45"/>
          <p:cNvSpPr txBox="1">
            <a:spLocks noChangeArrowheads="1"/>
          </p:cNvSpPr>
          <p:nvPr/>
        </p:nvSpPr>
        <p:spPr bwMode="auto">
          <a:xfrm>
            <a:off x="3451713" y="2076790"/>
            <a:ext cx="11769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206.0.70.0/26</a:t>
            </a:r>
          </a:p>
          <a:p>
            <a:pPr eaLnBrk="1" hangingPunct="1"/>
            <a:r>
              <a:rPr kumimoji="1" lang="en-US" altLang="zh-CN" sz="950" b="1" dirty="0">
                <a:latin typeface="微软雅黑" pitchFamily="34" charset="-122"/>
                <a:ea typeface="微软雅黑" pitchFamily="34" charset="-122"/>
              </a:rPr>
              <a:t>206.0.70.64/26</a:t>
            </a:r>
          </a:p>
          <a:p>
            <a:pPr eaLnBrk="1" hangingPunct="1"/>
            <a:r>
              <a:rPr kumimoji="1" lang="en-US" altLang="zh-CN" sz="950" b="1" dirty="0">
                <a:latin typeface="微软雅黑" pitchFamily="34" charset="-122"/>
                <a:ea typeface="微软雅黑" pitchFamily="34" charset="-122"/>
              </a:rPr>
              <a:t>206.0.70.128/26</a:t>
            </a:r>
          </a:p>
          <a:p>
            <a:pPr eaLnBrk="1" hangingPunct="1"/>
            <a:r>
              <a:rPr kumimoji="1" lang="en-US" altLang="zh-CN" sz="950" b="1" dirty="0">
                <a:latin typeface="微软雅黑" pitchFamily="34" charset="-122"/>
                <a:ea typeface="微软雅黑" pitchFamily="34" charset="-122"/>
              </a:rPr>
              <a:t>206.0.70.192/26</a:t>
            </a:r>
          </a:p>
        </p:txBody>
      </p:sp>
      <p:sp>
        <p:nvSpPr>
          <p:cNvPr id="47" name="Rectangle 46"/>
          <p:cNvSpPr>
            <a:spLocks noChangeArrowheads="1"/>
          </p:cNvSpPr>
          <p:nvPr/>
        </p:nvSpPr>
        <p:spPr bwMode="auto">
          <a:xfrm>
            <a:off x="3859332" y="1805463"/>
            <a:ext cx="920485" cy="1624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49" name="AutoShape 48"/>
          <p:cNvSpPr>
            <a:spLocks noChangeArrowheads="1"/>
          </p:cNvSpPr>
          <p:nvPr/>
        </p:nvSpPr>
        <p:spPr bwMode="auto">
          <a:xfrm rot="14362323" flipH="1">
            <a:off x="4633779" y="1901001"/>
            <a:ext cx="1205794" cy="115060"/>
          </a:xfrm>
          <a:prstGeom prst="leftArrow">
            <a:avLst>
              <a:gd name="adj1" fmla="val 27083"/>
              <a:gd name="adj2" fmla="val 322509"/>
            </a:avLst>
          </a:prstGeom>
          <a:solidFill>
            <a:srgbClr val="FFFF00"/>
          </a:solidFill>
          <a:ln w="9525">
            <a:solidFill>
              <a:srgbClr val="333399"/>
            </a:solidFill>
            <a:miter lim="800000"/>
            <a:headEnd/>
            <a:tailEnd/>
          </a:ln>
          <a:effectLst/>
        </p:spPr>
        <p:txBody>
          <a:bodyPr wrap="none" anchor="ctr"/>
          <a:lstStyle/>
          <a:p>
            <a:pPr eaLnBrk="1" hangingPunct="1"/>
            <a:endParaRPr kumimoji="1" lang="zh-CN" altLang="en-US" sz="1050" b="1">
              <a:solidFill>
                <a:srgbClr val="0000CC"/>
              </a:solidFill>
              <a:latin typeface="微软雅黑" pitchFamily="34" charset="-122"/>
              <a:ea typeface="微软雅黑" pitchFamily="34" charset="-122"/>
            </a:endParaRPr>
          </a:p>
        </p:txBody>
      </p:sp>
      <p:sp>
        <p:nvSpPr>
          <p:cNvPr id="50" name="Rectangle 49"/>
          <p:cNvSpPr>
            <a:spLocks noChangeArrowheads="1"/>
          </p:cNvSpPr>
          <p:nvPr/>
        </p:nvSpPr>
        <p:spPr bwMode="auto">
          <a:xfrm>
            <a:off x="4876506" y="1805463"/>
            <a:ext cx="940306" cy="166901"/>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2" name="Oval 51"/>
          <p:cNvSpPr>
            <a:spLocks noChangeArrowheads="1"/>
          </p:cNvSpPr>
          <p:nvPr/>
        </p:nvSpPr>
        <p:spPr bwMode="auto">
          <a:xfrm>
            <a:off x="4779818" y="2018775"/>
            <a:ext cx="1210553" cy="498918"/>
          </a:xfrm>
          <a:prstGeom prst="ellipse">
            <a:avLst/>
          </a:prstGeom>
          <a:solidFill>
            <a:srgbClr val="99FFCC"/>
          </a:solidFill>
          <a:ln w="9525">
            <a:solidFill>
              <a:srgbClr val="000000"/>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3" name="Text Box 52"/>
          <p:cNvSpPr txBox="1">
            <a:spLocks noChangeArrowheads="1"/>
          </p:cNvSpPr>
          <p:nvPr/>
        </p:nvSpPr>
        <p:spPr bwMode="auto">
          <a:xfrm>
            <a:off x="4856035" y="2078054"/>
            <a:ext cx="1101584" cy="3847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206.0.71.0/26</a:t>
            </a:r>
          </a:p>
          <a:p>
            <a:pPr eaLnBrk="1" hangingPunct="1"/>
            <a:r>
              <a:rPr kumimoji="1" lang="en-US" altLang="zh-CN" sz="950" b="1" dirty="0">
                <a:latin typeface="微软雅黑" pitchFamily="34" charset="-122"/>
                <a:ea typeface="微软雅黑" pitchFamily="34" charset="-122"/>
              </a:rPr>
              <a:t>206.0.71.64/26</a:t>
            </a:r>
          </a:p>
        </p:txBody>
      </p:sp>
      <p:sp>
        <p:nvSpPr>
          <p:cNvPr id="54" name="Rectangle 53"/>
          <p:cNvSpPr>
            <a:spLocks noChangeArrowheads="1"/>
          </p:cNvSpPr>
          <p:nvPr/>
        </p:nvSpPr>
        <p:spPr bwMode="auto">
          <a:xfrm>
            <a:off x="6087061" y="1805463"/>
            <a:ext cx="1065454"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56" name="Rectangle 55"/>
          <p:cNvSpPr>
            <a:spLocks noChangeArrowheads="1"/>
          </p:cNvSpPr>
          <p:nvPr/>
        </p:nvSpPr>
        <p:spPr bwMode="auto">
          <a:xfrm>
            <a:off x="2842159" y="1805463"/>
            <a:ext cx="910808" cy="16690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nvGrpSpPr>
          <p:cNvPr id="48" name="组合 47"/>
          <p:cNvGrpSpPr/>
          <p:nvPr/>
        </p:nvGrpSpPr>
        <p:grpSpPr>
          <a:xfrm>
            <a:off x="1973180" y="2879661"/>
            <a:ext cx="5333401" cy="1423467"/>
            <a:chOff x="2344108" y="2888287"/>
            <a:chExt cx="5333401" cy="1423467"/>
          </a:xfrm>
        </p:grpSpPr>
        <p:sp>
          <p:nvSpPr>
            <p:cNvPr id="5" name="Rectangle 3"/>
            <p:cNvSpPr>
              <a:spLocks noChangeArrowheads="1"/>
            </p:cNvSpPr>
            <p:nvPr/>
          </p:nvSpPr>
          <p:spPr bwMode="auto">
            <a:xfrm>
              <a:off x="2358284" y="2924384"/>
              <a:ext cx="5232961" cy="1344134"/>
            </a:xfrm>
            <a:prstGeom prst="rect">
              <a:avLst/>
            </a:prstGeom>
            <a:solidFill>
              <a:srgbClr val="00FFFF"/>
            </a:solidFill>
            <a:ln w="2857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6" name="Text Box 57"/>
            <p:cNvSpPr txBox="1">
              <a:spLocks noChangeArrowheads="1"/>
            </p:cNvSpPr>
            <p:nvPr/>
          </p:nvSpPr>
          <p:spPr bwMode="auto">
            <a:xfrm>
              <a:off x="2344108" y="2888287"/>
              <a:ext cx="5333401" cy="1423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45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单位         地址块                            二进制表示的地址块                    相当于 </a:t>
              </a:r>
              <a:r>
                <a:rPr kumimoji="1" lang="en-US" altLang="zh-CN" sz="1000" b="1" dirty="0">
                  <a:latin typeface="微软雅黑" pitchFamily="34" charset="-122"/>
                  <a:ea typeface="微软雅黑" pitchFamily="34" charset="-122"/>
                </a:rPr>
                <a:t>C </a:t>
              </a:r>
              <a:r>
                <a:rPr kumimoji="1" lang="zh-CN" altLang="en-US" sz="1000" b="1" dirty="0">
                  <a:latin typeface="微软雅黑" pitchFamily="34" charset="-122"/>
                  <a:ea typeface="微软雅黑" pitchFamily="34" charset="-122"/>
                </a:rPr>
                <a:t>类网络数</a:t>
              </a:r>
            </a:p>
            <a:p>
              <a:pPr eaLnBrk="1" hangingPunct="1">
                <a:lnSpc>
                  <a:spcPct val="120000"/>
                </a:lnSpc>
              </a:pPr>
              <a:r>
                <a:rPr kumimoji="1" lang="zh-CN" altLang="en-US" sz="1000" b="1" dirty="0">
                  <a:latin typeface="微软雅黑" pitchFamily="34" charset="-122"/>
                  <a:ea typeface="微软雅黑" pitchFamily="34" charset="-122"/>
                </a:rPr>
                <a:t>   </a:t>
              </a:r>
              <a:r>
                <a:rPr kumimoji="1" lang="en-US" altLang="zh-CN" sz="1000" b="1" dirty="0">
                  <a:latin typeface="微软雅黑" pitchFamily="34" charset="-122"/>
                  <a:ea typeface="微软雅黑" pitchFamily="34" charset="-122"/>
                </a:rPr>
                <a:t>ISP    206.0.64.0/18       11001110.00000000.01*                                 64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大学    </a:t>
              </a:r>
              <a:r>
                <a:rPr kumimoji="1" lang="en-US" altLang="zh-CN" sz="1000" b="1" dirty="0">
                  <a:latin typeface="微软雅黑" pitchFamily="34" charset="-122"/>
                  <a:ea typeface="微软雅黑" pitchFamily="34" charset="-122"/>
                </a:rPr>
                <a:t>206.0.68.0/22        11001110.00000000.010001*                          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一系    </a:t>
              </a:r>
              <a:r>
                <a:rPr kumimoji="1" lang="en-US" altLang="zh-CN" sz="1000" b="1" dirty="0">
                  <a:latin typeface="微软雅黑" pitchFamily="34" charset="-122"/>
                  <a:ea typeface="微软雅黑" pitchFamily="34" charset="-122"/>
                </a:rPr>
                <a:t>206.0.68.0/23        11001110.00000000.0100010*                        2</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二系    </a:t>
              </a:r>
              <a:r>
                <a:rPr kumimoji="1" lang="en-US" altLang="zh-CN" sz="1000" b="1" dirty="0">
                  <a:latin typeface="微软雅黑" pitchFamily="34" charset="-122"/>
                  <a:ea typeface="微软雅黑" pitchFamily="34" charset="-122"/>
                </a:rPr>
                <a:t>206.0.70.0/24        11001110.00000000.01000110.*                     1</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三系    </a:t>
              </a:r>
              <a:r>
                <a:rPr kumimoji="1" lang="en-US" altLang="zh-CN" sz="1000" b="1" dirty="0">
                  <a:latin typeface="微软雅黑" pitchFamily="34" charset="-122"/>
                  <a:ea typeface="微软雅黑" pitchFamily="34" charset="-122"/>
                </a:rPr>
                <a:t>206.0.71.0/25        11001110.00000000.01000111.0*                 1/2</a:t>
              </a:r>
            </a:p>
            <a:p>
              <a:pPr eaLnBrk="1" hangingPunct="1">
                <a:lnSpc>
                  <a:spcPct val="120000"/>
                </a:lnSpc>
                <a:spcAft>
                  <a:spcPct val="25000"/>
                </a:spcAft>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四系    </a:t>
              </a:r>
              <a:r>
                <a:rPr kumimoji="1" lang="en-US" altLang="zh-CN" sz="1000" b="1" dirty="0">
                  <a:latin typeface="微软雅黑" pitchFamily="34" charset="-122"/>
                  <a:ea typeface="微软雅黑" pitchFamily="34" charset="-122"/>
                </a:rPr>
                <a:t>206.0.71.128/25    11001110.00000000.01000111.1*                 1/2</a:t>
              </a:r>
            </a:p>
          </p:txBody>
        </p:sp>
        <p:sp>
          <p:nvSpPr>
            <p:cNvPr id="59" name="Line 58"/>
            <p:cNvSpPr>
              <a:spLocks noChangeShapeType="1"/>
            </p:cNvSpPr>
            <p:nvPr/>
          </p:nvSpPr>
          <p:spPr bwMode="auto">
            <a:xfrm>
              <a:off x="2352483" y="3147512"/>
              <a:ext cx="523876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0" name="Line 59"/>
            <p:cNvSpPr>
              <a:spLocks noChangeShapeType="1"/>
            </p:cNvSpPr>
            <p:nvPr/>
          </p:nvSpPr>
          <p:spPr bwMode="auto">
            <a:xfrm flipH="1">
              <a:off x="2786620" y="2917244"/>
              <a:ext cx="966"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1" name="Line 60"/>
            <p:cNvSpPr>
              <a:spLocks noChangeShapeType="1"/>
            </p:cNvSpPr>
            <p:nvPr/>
          </p:nvSpPr>
          <p:spPr bwMode="auto">
            <a:xfrm flipH="1">
              <a:off x="3986051"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2" name="Line 61"/>
            <p:cNvSpPr>
              <a:spLocks noChangeShapeType="1"/>
            </p:cNvSpPr>
            <p:nvPr/>
          </p:nvSpPr>
          <p:spPr bwMode="auto">
            <a:xfrm flipH="1">
              <a:off x="6340905"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63" name="Oval 62"/>
          <p:cNvSpPr>
            <a:spLocks noChangeArrowheads="1"/>
          </p:cNvSpPr>
          <p:nvPr/>
        </p:nvSpPr>
        <p:spPr bwMode="auto">
          <a:xfrm>
            <a:off x="3956022" y="1339567"/>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64" name="Oval 63"/>
          <p:cNvSpPr>
            <a:spLocks noChangeArrowheads="1"/>
          </p:cNvSpPr>
          <p:nvPr/>
        </p:nvSpPr>
        <p:spPr bwMode="auto">
          <a:xfrm>
            <a:off x="4037241" y="1194979"/>
            <a:ext cx="232055" cy="128523"/>
          </a:xfrm>
          <a:prstGeom prst="ellipse">
            <a:avLst/>
          </a:prstGeom>
          <a:solidFill>
            <a:schemeClr val="bg1"/>
          </a:solidFill>
          <a:ln w="9525">
            <a:solidFill>
              <a:schemeClr val="bg1"/>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3" name="Text Box 47"/>
          <p:cNvSpPr txBox="1">
            <a:spLocks noChangeArrowheads="1"/>
          </p:cNvSpPr>
          <p:nvPr/>
        </p:nvSpPr>
        <p:spPr bwMode="auto">
          <a:xfrm>
            <a:off x="3810987" y="1773014"/>
            <a:ext cx="1026243" cy="23852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206.0.70.0/24</a:t>
            </a:r>
          </a:p>
        </p:txBody>
      </p:sp>
      <p:sp>
        <p:nvSpPr>
          <p:cNvPr id="74" name="Text Box 50"/>
          <p:cNvSpPr txBox="1">
            <a:spLocks noChangeArrowheads="1"/>
          </p:cNvSpPr>
          <p:nvPr/>
        </p:nvSpPr>
        <p:spPr bwMode="auto">
          <a:xfrm>
            <a:off x="482719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206.0.71.0/25</a:t>
            </a:r>
          </a:p>
        </p:txBody>
      </p:sp>
      <p:sp>
        <p:nvSpPr>
          <p:cNvPr id="75" name="Text Box 54"/>
          <p:cNvSpPr txBox="1">
            <a:spLocks noChangeArrowheads="1"/>
          </p:cNvSpPr>
          <p:nvPr/>
        </p:nvSpPr>
        <p:spPr bwMode="auto">
          <a:xfrm>
            <a:off x="6037750" y="1773014"/>
            <a:ext cx="1176925"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a:latin typeface="微软雅黑" pitchFamily="34" charset="-122"/>
                <a:ea typeface="微软雅黑" pitchFamily="34" charset="-122"/>
              </a:rPr>
              <a:t>206.0.71.128/25</a:t>
            </a:r>
          </a:p>
        </p:txBody>
      </p:sp>
      <p:sp>
        <p:nvSpPr>
          <p:cNvPr id="76" name="Text Box 56"/>
          <p:cNvSpPr txBox="1">
            <a:spLocks noChangeArrowheads="1"/>
          </p:cNvSpPr>
          <p:nvPr/>
        </p:nvSpPr>
        <p:spPr bwMode="auto">
          <a:xfrm>
            <a:off x="2792846" y="1773014"/>
            <a:ext cx="1026243" cy="238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950" b="1" dirty="0">
                <a:latin typeface="微软雅黑" pitchFamily="34" charset="-122"/>
                <a:ea typeface="微软雅黑" pitchFamily="34" charset="-122"/>
              </a:rPr>
              <a:t>206.0.68.0/23</a:t>
            </a:r>
          </a:p>
        </p:txBody>
      </p:sp>
      <p:sp>
        <p:nvSpPr>
          <p:cNvPr id="69" name="Text Box 28"/>
          <p:cNvSpPr txBox="1">
            <a:spLocks noChangeArrowheads="1"/>
          </p:cNvSpPr>
          <p:nvPr/>
        </p:nvSpPr>
        <p:spPr bwMode="auto">
          <a:xfrm>
            <a:off x="3046326" y="1408855"/>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70" name="Text Box 28"/>
          <p:cNvSpPr txBox="1">
            <a:spLocks noChangeArrowheads="1"/>
          </p:cNvSpPr>
          <p:nvPr/>
        </p:nvSpPr>
        <p:spPr bwMode="auto">
          <a:xfrm>
            <a:off x="6263664" y="1591549"/>
            <a:ext cx="69762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000" b="1" dirty="0">
                <a:latin typeface="微软雅黑" pitchFamily="34" charset="-122"/>
                <a:ea typeface="微软雅黑" pitchFamily="34" charset="-122"/>
              </a:rPr>
              <a:t>路由聚合</a:t>
            </a:r>
            <a:endParaRPr kumimoji="1" lang="en-US" altLang="zh-CN" sz="1000" b="1" dirty="0">
              <a:latin typeface="微软雅黑" pitchFamily="34" charset="-122"/>
              <a:ea typeface="微软雅黑" pitchFamily="34" charset="-122"/>
            </a:endParaRPr>
          </a:p>
        </p:txBody>
      </p:sp>
      <p:sp>
        <p:nvSpPr>
          <p:cNvPr id="51" name="矩形 50"/>
          <p:cNvSpPr/>
          <p:nvPr/>
        </p:nvSpPr>
        <p:spPr>
          <a:xfrm>
            <a:off x="1921379" y="4349713"/>
            <a:ext cx="5549096"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网络前缀越短，地址块所包含的地址数越多。</a:t>
            </a:r>
          </a:p>
        </p:txBody>
      </p:sp>
      <p:grpSp>
        <p:nvGrpSpPr>
          <p:cNvPr id="71" name="组合 70"/>
          <p:cNvGrpSpPr/>
          <p:nvPr/>
        </p:nvGrpSpPr>
        <p:grpSpPr>
          <a:xfrm>
            <a:off x="2346909" y="2883642"/>
            <a:ext cx="4640742" cy="1423467"/>
            <a:chOff x="2517509" y="2883642"/>
            <a:chExt cx="4640742" cy="1423467"/>
          </a:xfrm>
        </p:grpSpPr>
        <p:sp>
          <p:nvSpPr>
            <p:cNvPr id="72" name="Rectangle 3"/>
            <p:cNvSpPr>
              <a:spLocks noChangeArrowheads="1"/>
            </p:cNvSpPr>
            <p:nvPr/>
          </p:nvSpPr>
          <p:spPr bwMode="auto">
            <a:xfrm>
              <a:off x="2528884" y="2924384"/>
              <a:ext cx="4629367" cy="1344134"/>
            </a:xfrm>
            <a:prstGeom prst="rect">
              <a:avLst/>
            </a:prstGeom>
            <a:solidFill>
              <a:srgbClr val="00FFFF"/>
            </a:solidFill>
            <a:ln w="28575">
              <a:solidFill>
                <a:srgbClr val="333399"/>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7" name="Text Box 57"/>
            <p:cNvSpPr txBox="1">
              <a:spLocks noChangeArrowheads="1"/>
            </p:cNvSpPr>
            <p:nvPr/>
          </p:nvSpPr>
          <p:spPr bwMode="auto">
            <a:xfrm>
              <a:off x="2517509" y="2883642"/>
              <a:ext cx="4640742" cy="1423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45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单位         地址块                                   二进制表示                           地址数</a:t>
              </a:r>
            </a:p>
            <a:p>
              <a:pPr eaLnBrk="1" hangingPunct="1">
                <a:lnSpc>
                  <a:spcPct val="120000"/>
                </a:lnSpc>
              </a:pPr>
              <a:r>
                <a:rPr kumimoji="1" lang="zh-CN" altLang="en-US" sz="1000" b="1" dirty="0">
                  <a:latin typeface="微软雅黑" pitchFamily="34" charset="-122"/>
                  <a:ea typeface="微软雅黑" pitchFamily="34" charset="-122"/>
                </a:rPr>
                <a:t>   </a:t>
              </a:r>
              <a:r>
                <a:rPr kumimoji="1" lang="en-US" altLang="zh-CN" sz="1000" b="1" dirty="0">
                  <a:latin typeface="微软雅黑" pitchFamily="34" charset="-122"/>
                  <a:ea typeface="微软雅黑" pitchFamily="34" charset="-122"/>
                </a:rPr>
                <a:t>ISP    206.0.64.0/18        11001110.00000000.01*                     16384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大学    </a:t>
              </a:r>
              <a:r>
                <a:rPr kumimoji="1" lang="en-US" altLang="zh-CN" sz="1000" b="1" dirty="0">
                  <a:latin typeface="微软雅黑" pitchFamily="34" charset="-122"/>
                  <a:ea typeface="微软雅黑" pitchFamily="34" charset="-122"/>
                </a:rPr>
                <a:t>206.0.68.0/22        11001110.00000000.010001*               1024</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一系    </a:t>
              </a:r>
              <a:r>
                <a:rPr kumimoji="1" lang="en-US" altLang="zh-CN" sz="1000" b="1" dirty="0">
                  <a:latin typeface="微软雅黑" pitchFamily="34" charset="-122"/>
                  <a:ea typeface="微软雅黑" pitchFamily="34" charset="-122"/>
                </a:rPr>
                <a:t>206.0.68.0/23        11001110.00000000.0100010*               512</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二系    </a:t>
              </a:r>
              <a:r>
                <a:rPr kumimoji="1" lang="en-US" altLang="zh-CN" sz="1000" b="1" dirty="0">
                  <a:latin typeface="微软雅黑" pitchFamily="34" charset="-122"/>
                  <a:ea typeface="微软雅黑" pitchFamily="34" charset="-122"/>
                </a:rPr>
                <a:t>206.0.70.0/24        11001110.00000000.01000110.*            256</a:t>
              </a:r>
            </a:p>
            <a:p>
              <a:pPr eaLnBrk="1" hangingPunct="1">
                <a:lnSpc>
                  <a:spcPct val="120000"/>
                </a:lnSpc>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三系    </a:t>
              </a:r>
              <a:r>
                <a:rPr kumimoji="1" lang="en-US" altLang="zh-CN" sz="1000" b="1" dirty="0">
                  <a:latin typeface="微软雅黑" pitchFamily="34" charset="-122"/>
                  <a:ea typeface="微软雅黑" pitchFamily="34" charset="-122"/>
                </a:rPr>
                <a:t>206.0.71.0/25        11001110.00000000.01000111.0*          128</a:t>
              </a:r>
            </a:p>
            <a:p>
              <a:pPr eaLnBrk="1" hangingPunct="1">
                <a:lnSpc>
                  <a:spcPct val="120000"/>
                </a:lnSpc>
                <a:spcAft>
                  <a:spcPct val="25000"/>
                </a:spcAft>
              </a:pPr>
              <a:r>
                <a:rPr kumimoji="1" lang="en-US" altLang="zh-CN" sz="1000" b="1" dirty="0">
                  <a:latin typeface="微软雅黑" pitchFamily="34" charset="-122"/>
                  <a:ea typeface="微软雅黑" pitchFamily="34" charset="-122"/>
                </a:rPr>
                <a:t> </a:t>
              </a:r>
              <a:r>
                <a:rPr kumimoji="1" lang="zh-CN" altLang="en-US" sz="1000" b="1" dirty="0">
                  <a:latin typeface="微软雅黑" pitchFamily="34" charset="-122"/>
                  <a:ea typeface="微软雅黑" pitchFamily="34" charset="-122"/>
                </a:rPr>
                <a:t>四系    </a:t>
              </a:r>
              <a:r>
                <a:rPr kumimoji="1" lang="en-US" altLang="zh-CN" sz="1000" b="1" dirty="0">
                  <a:latin typeface="微软雅黑" pitchFamily="34" charset="-122"/>
                  <a:ea typeface="微软雅黑" pitchFamily="34" charset="-122"/>
                </a:rPr>
                <a:t>206.0.71.128/25    11001110.00000000.01000111.1*          128</a:t>
              </a:r>
            </a:p>
          </p:txBody>
        </p:sp>
        <p:sp>
          <p:nvSpPr>
            <p:cNvPr id="78" name="Line 58"/>
            <p:cNvSpPr>
              <a:spLocks noChangeShapeType="1"/>
            </p:cNvSpPr>
            <p:nvPr/>
          </p:nvSpPr>
          <p:spPr bwMode="auto">
            <a:xfrm>
              <a:off x="2523083" y="3147512"/>
              <a:ext cx="46351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79" name="Line 59"/>
            <p:cNvSpPr>
              <a:spLocks noChangeShapeType="1"/>
            </p:cNvSpPr>
            <p:nvPr/>
          </p:nvSpPr>
          <p:spPr bwMode="auto">
            <a:xfrm flipH="1">
              <a:off x="2957220" y="2917244"/>
              <a:ext cx="966"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80" name="Line 60"/>
            <p:cNvSpPr>
              <a:spLocks noChangeShapeType="1"/>
            </p:cNvSpPr>
            <p:nvPr/>
          </p:nvSpPr>
          <p:spPr bwMode="auto">
            <a:xfrm flipH="1">
              <a:off x="4156651"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sp>
          <p:nvSpPr>
            <p:cNvPr id="81" name="Line 61"/>
            <p:cNvSpPr>
              <a:spLocks noChangeShapeType="1"/>
            </p:cNvSpPr>
            <p:nvPr/>
          </p:nvSpPr>
          <p:spPr bwMode="auto">
            <a:xfrm flipH="1">
              <a:off x="6511505" y="2924384"/>
              <a:ext cx="1934" cy="135127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1050"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82" name="矩形 81"/>
          <p:cNvSpPr/>
          <p:nvPr/>
        </p:nvSpPr>
        <p:spPr>
          <a:xfrm>
            <a:off x="1236910" y="2882740"/>
            <a:ext cx="6611815" cy="1426338"/>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Text Box 155"/>
          <p:cNvSpPr txBox="1">
            <a:spLocks noChangeArrowheads="1"/>
          </p:cNvSpPr>
          <p:nvPr/>
        </p:nvSpPr>
        <p:spPr bwMode="auto">
          <a:xfrm>
            <a:off x="1252868" y="2924032"/>
            <a:ext cx="6593695" cy="1374735"/>
          </a:xfrm>
          <a:prstGeom prst="rect">
            <a:avLst/>
          </a:prstGeom>
          <a:noFill/>
          <a:ln w="9525">
            <a:noFill/>
            <a:miter lim="800000"/>
            <a:headEnd/>
            <a:tailEnd/>
          </a:ln>
          <a:effectLst/>
        </p:spPr>
        <p:txBody>
          <a:bodyPr wrap="square">
            <a:spAutoFit/>
          </a:bodyPr>
          <a:lstStyle/>
          <a:p>
            <a:pPr>
              <a:lnSpc>
                <a:spcPts val="2000"/>
              </a:lnSpc>
            </a:pPr>
            <a:r>
              <a:rPr lang="zh-CN" altLang="en-US" sz="1400" b="1" dirty="0">
                <a:solidFill>
                  <a:schemeClr val="bg1"/>
                </a:solidFill>
                <a:latin typeface="微软雅黑" pitchFamily="34" charset="-122"/>
                <a:ea typeface="微软雅黑" pitchFamily="34" charset="-122"/>
              </a:rPr>
              <a:t>这个 </a:t>
            </a:r>
            <a:r>
              <a:rPr lang="en-US" altLang="zh-CN" sz="1400" b="1" dirty="0">
                <a:solidFill>
                  <a:schemeClr val="bg1"/>
                </a:solidFill>
                <a:latin typeface="微软雅黑" pitchFamily="34" charset="-122"/>
                <a:ea typeface="微软雅黑" pitchFamily="34" charset="-122"/>
              </a:rPr>
              <a:t>ISP </a:t>
            </a:r>
            <a:r>
              <a:rPr lang="zh-CN" altLang="en-US" sz="1400" b="1" dirty="0">
                <a:solidFill>
                  <a:schemeClr val="bg1"/>
                </a:solidFill>
                <a:latin typeface="微软雅黑" pitchFamily="34" charset="-122"/>
                <a:ea typeface="微软雅黑" pitchFamily="34" charset="-122"/>
              </a:rPr>
              <a:t>共有 </a:t>
            </a:r>
            <a:r>
              <a:rPr lang="en-US" altLang="zh-CN" sz="1400" b="1" dirty="0">
                <a:solidFill>
                  <a:schemeClr val="bg1"/>
                </a:solidFill>
                <a:latin typeface="微软雅黑" pitchFamily="34" charset="-122"/>
                <a:ea typeface="微软雅黑" pitchFamily="34" charset="-122"/>
              </a:rPr>
              <a:t>64 </a:t>
            </a:r>
            <a:r>
              <a:rPr lang="zh-CN" altLang="en-US" sz="1400" b="1" dirty="0">
                <a:solidFill>
                  <a:schemeClr val="bg1"/>
                </a:solidFill>
                <a:latin typeface="微软雅黑" pitchFamily="34" charset="-122"/>
                <a:ea typeface="微软雅黑" pitchFamily="34" charset="-122"/>
              </a:rPr>
              <a:t>个 </a:t>
            </a:r>
            <a:r>
              <a:rPr lang="en-US" altLang="zh-CN" sz="1400" b="1" dirty="0">
                <a:solidFill>
                  <a:schemeClr val="bg1"/>
                </a:solidFill>
                <a:latin typeface="微软雅黑" pitchFamily="34" charset="-122"/>
                <a:ea typeface="微软雅黑" pitchFamily="34" charset="-122"/>
              </a:rPr>
              <a:t>C </a:t>
            </a:r>
            <a:r>
              <a:rPr lang="zh-CN" altLang="en-US" sz="1400" b="1" dirty="0">
                <a:solidFill>
                  <a:schemeClr val="bg1"/>
                </a:solidFill>
                <a:latin typeface="微软雅黑" pitchFamily="34" charset="-122"/>
                <a:ea typeface="微软雅黑" pitchFamily="34" charset="-122"/>
              </a:rPr>
              <a:t>类网络。如果不采用 </a:t>
            </a:r>
            <a:r>
              <a:rPr lang="en-US" altLang="zh-CN" sz="1400" b="1" dirty="0">
                <a:solidFill>
                  <a:schemeClr val="bg1"/>
                </a:solidFill>
                <a:latin typeface="微软雅黑" pitchFamily="34" charset="-122"/>
                <a:ea typeface="微软雅黑" pitchFamily="34" charset="-122"/>
              </a:rPr>
              <a:t>CIDR </a:t>
            </a:r>
            <a:r>
              <a:rPr lang="zh-CN" altLang="en-US" sz="1400" b="1" dirty="0">
                <a:solidFill>
                  <a:schemeClr val="bg1"/>
                </a:solidFill>
                <a:latin typeface="微软雅黑" pitchFamily="34" charset="-122"/>
                <a:ea typeface="微软雅黑" pitchFamily="34" charset="-122"/>
              </a:rPr>
              <a:t>技术，则在与该 </a:t>
            </a:r>
            <a:r>
              <a:rPr lang="en-US" altLang="zh-CN" sz="1400" b="1" dirty="0">
                <a:solidFill>
                  <a:schemeClr val="bg1"/>
                </a:solidFill>
                <a:latin typeface="微软雅黑" pitchFamily="34" charset="-122"/>
                <a:ea typeface="微软雅黑" pitchFamily="34" charset="-122"/>
              </a:rPr>
              <a:t>ISP </a:t>
            </a:r>
            <a:r>
              <a:rPr lang="zh-CN" altLang="en-US" sz="1400" b="1" dirty="0">
                <a:solidFill>
                  <a:schemeClr val="bg1"/>
                </a:solidFill>
                <a:latin typeface="微软雅黑" pitchFamily="34" charset="-122"/>
                <a:ea typeface="微软雅黑" pitchFamily="34" charset="-122"/>
              </a:rPr>
              <a:t>的路由器交换路由信息的每一个路由器的转发表中，需要有 </a:t>
            </a:r>
            <a:r>
              <a:rPr lang="en-US" altLang="zh-CN" sz="1400" b="1" dirty="0">
                <a:solidFill>
                  <a:schemeClr val="bg1"/>
                </a:solidFill>
                <a:latin typeface="微软雅黑" pitchFamily="34" charset="-122"/>
                <a:ea typeface="微软雅黑" pitchFamily="34" charset="-122"/>
              </a:rPr>
              <a:t>64 </a:t>
            </a:r>
            <a:r>
              <a:rPr lang="zh-CN" altLang="en-US" sz="1400" b="1" dirty="0">
                <a:solidFill>
                  <a:schemeClr val="bg1"/>
                </a:solidFill>
                <a:latin typeface="微软雅黑" pitchFamily="34" charset="-122"/>
                <a:ea typeface="微软雅黑" pitchFamily="34" charset="-122"/>
              </a:rPr>
              <a:t>行。采用路由聚合后，转发表中只需要用 </a:t>
            </a:r>
            <a:r>
              <a:rPr lang="en-US" altLang="zh-CN" sz="1400" b="1" dirty="0">
                <a:solidFill>
                  <a:schemeClr val="bg1"/>
                </a:solidFill>
                <a:latin typeface="微软雅黑" pitchFamily="34" charset="-122"/>
                <a:ea typeface="微软雅黑" pitchFamily="34" charset="-122"/>
              </a:rPr>
              <a:t>1 </a:t>
            </a:r>
            <a:r>
              <a:rPr lang="zh-CN" altLang="en-US" sz="1400" b="1" dirty="0">
                <a:solidFill>
                  <a:schemeClr val="bg1"/>
                </a:solidFill>
                <a:latin typeface="微软雅黑" pitchFamily="34" charset="-122"/>
                <a:ea typeface="微软雅黑" pitchFamily="34" charset="-122"/>
              </a:rPr>
              <a:t>行来指出到 </a:t>
            </a:r>
            <a:r>
              <a:rPr lang="en-US" altLang="zh-CN" sz="1400" b="1" dirty="0">
                <a:solidFill>
                  <a:srgbClr val="FFFF00"/>
                </a:solidFill>
                <a:latin typeface="微软雅黑" pitchFamily="34" charset="-122"/>
                <a:ea typeface="微软雅黑" pitchFamily="34" charset="-122"/>
              </a:rPr>
              <a:t>206.0.64.0/18</a:t>
            </a:r>
            <a:r>
              <a:rPr lang="en-US" altLang="zh-CN" sz="1400" b="1" dirty="0">
                <a:solidFill>
                  <a:schemeClr val="bg1"/>
                </a:solidFill>
                <a:latin typeface="微软雅黑" pitchFamily="34" charset="-122"/>
                <a:ea typeface="微软雅黑" pitchFamily="34" charset="-122"/>
              </a:rPr>
              <a:t> </a:t>
            </a:r>
            <a:r>
              <a:rPr lang="zh-CN" altLang="en-US" sz="1400" b="1" dirty="0">
                <a:solidFill>
                  <a:schemeClr val="bg1"/>
                </a:solidFill>
                <a:latin typeface="微软雅黑" pitchFamily="34" charset="-122"/>
                <a:ea typeface="微软雅黑" pitchFamily="34" charset="-122"/>
              </a:rPr>
              <a:t>地址块的下一跳。</a:t>
            </a:r>
            <a:endParaRPr lang="en-US" altLang="zh-CN" sz="1400" b="1" dirty="0">
              <a:solidFill>
                <a:schemeClr val="bg1"/>
              </a:solidFill>
              <a:latin typeface="微软雅黑" pitchFamily="34" charset="-122"/>
              <a:ea typeface="微软雅黑" pitchFamily="34" charset="-122"/>
            </a:endParaRPr>
          </a:p>
          <a:p>
            <a:pPr>
              <a:lnSpc>
                <a:spcPts val="2000"/>
              </a:lnSpc>
            </a:pPr>
            <a:r>
              <a:rPr lang="zh-CN" altLang="en-US" sz="1400" b="1" dirty="0">
                <a:solidFill>
                  <a:schemeClr val="bg1"/>
                </a:solidFill>
                <a:latin typeface="微软雅黑" pitchFamily="34" charset="-122"/>
                <a:ea typeface="微软雅黑" pitchFamily="34" charset="-122"/>
              </a:rPr>
              <a:t>在 </a:t>
            </a:r>
            <a:r>
              <a:rPr lang="en-US" altLang="zh-CN" sz="1400" b="1" dirty="0">
                <a:solidFill>
                  <a:schemeClr val="bg1"/>
                </a:solidFill>
                <a:latin typeface="微软雅黑" pitchFamily="34" charset="-122"/>
                <a:ea typeface="微软雅黑" pitchFamily="34" charset="-122"/>
              </a:rPr>
              <a:t>ISP </a:t>
            </a:r>
            <a:r>
              <a:rPr lang="zh-CN" altLang="en-US" sz="1400" b="1" dirty="0">
                <a:solidFill>
                  <a:schemeClr val="bg1"/>
                </a:solidFill>
                <a:latin typeface="微软雅黑" pitchFamily="34" charset="-122"/>
                <a:ea typeface="微软雅黑" pitchFamily="34" charset="-122"/>
              </a:rPr>
              <a:t>内的路由器的转发表中，也仅需用 </a:t>
            </a:r>
            <a:r>
              <a:rPr lang="en-US" altLang="zh-CN" sz="1400" b="1" dirty="0">
                <a:solidFill>
                  <a:srgbClr val="FFFF00"/>
                </a:solidFill>
                <a:latin typeface="微软雅黑" pitchFamily="34" charset="-122"/>
                <a:ea typeface="微软雅黑" pitchFamily="34" charset="-122"/>
              </a:rPr>
              <a:t>206.0.68.0/22</a:t>
            </a:r>
            <a:r>
              <a:rPr lang="en-US" altLang="zh-CN" sz="1400" b="1" dirty="0">
                <a:solidFill>
                  <a:schemeClr val="bg1"/>
                </a:solidFill>
                <a:latin typeface="微软雅黑" pitchFamily="34" charset="-122"/>
                <a:ea typeface="微软雅黑" pitchFamily="34" charset="-122"/>
              </a:rPr>
              <a:t> </a:t>
            </a:r>
            <a:r>
              <a:rPr lang="zh-CN" altLang="en-US" sz="1400" b="1" dirty="0">
                <a:solidFill>
                  <a:schemeClr val="bg1"/>
                </a:solidFill>
                <a:latin typeface="微软雅黑" pitchFamily="34" charset="-122"/>
                <a:ea typeface="微软雅黑" pitchFamily="34" charset="-122"/>
              </a:rPr>
              <a:t>这 </a:t>
            </a:r>
            <a:r>
              <a:rPr lang="en-US" altLang="zh-CN" sz="1400" b="1" dirty="0">
                <a:solidFill>
                  <a:schemeClr val="bg1"/>
                </a:solidFill>
                <a:latin typeface="微软雅黑" pitchFamily="34" charset="-122"/>
                <a:ea typeface="微软雅黑" pitchFamily="34" charset="-122"/>
              </a:rPr>
              <a:t>1 </a:t>
            </a:r>
            <a:r>
              <a:rPr lang="zh-CN" altLang="en-US" sz="1400" b="1" dirty="0">
                <a:solidFill>
                  <a:schemeClr val="bg1"/>
                </a:solidFill>
                <a:latin typeface="微软雅黑" pitchFamily="34" charset="-122"/>
                <a:ea typeface="微软雅黑" pitchFamily="34" charset="-122"/>
              </a:rPr>
              <a:t>个项目，就能把外部发送到这个大学各系的所有分组，都转发到大学的路由器。</a:t>
            </a:r>
          </a:p>
        </p:txBody>
      </p:sp>
    </p:spTree>
    <p:extLst>
      <p:ext uri="{BB962C8B-B14F-4D97-AF65-F5344CB8AC3E}">
        <p14:creationId xmlns:p14="http://schemas.microsoft.com/office/powerpoint/2010/main" val="285973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83"/>
                                        </p:tgtEl>
                                        <p:attrNameLst>
                                          <p:attrName>style.visibility</p:attrName>
                                        </p:attrNameLst>
                                      </p:cBhvr>
                                      <p:to>
                                        <p:strVal val="visible"/>
                                      </p:to>
                                    </p:set>
                                    <p:animEffect transition="in" filter="fade">
                                      <p:cBhvr>
                                        <p:cTn id="7" dur="1000"/>
                                        <p:tgtEl>
                                          <p:spTgt spid="83"/>
                                        </p:tgtEl>
                                      </p:cBhvr>
                                    </p:animEffect>
                                    <p:anim calcmode="lin" valueType="num">
                                      <p:cBhvr>
                                        <p:cTn id="8" dur="1000" fill="hold"/>
                                        <p:tgtEl>
                                          <p:spTgt spid="83"/>
                                        </p:tgtEl>
                                        <p:attrNameLst>
                                          <p:attrName>ppt_x</p:attrName>
                                        </p:attrNameLst>
                                      </p:cBhvr>
                                      <p:tavLst>
                                        <p:tav tm="0">
                                          <p:val>
                                            <p:strVal val="#ppt_x"/>
                                          </p:val>
                                        </p:tav>
                                        <p:tav tm="100000">
                                          <p:val>
                                            <p:strVal val="#ppt_x"/>
                                          </p:val>
                                        </p:tav>
                                      </p:tavLst>
                                    </p:anim>
                                    <p:anim calcmode="lin" valueType="num">
                                      <p:cBhvr>
                                        <p:cTn id="9" dur="1000" fill="hold"/>
                                        <p:tgtEl>
                                          <p:spTgt spid="83"/>
                                        </p:tgtEl>
                                        <p:attrNameLst>
                                          <p:attrName>ppt_y</p:attrName>
                                        </p:attrNameLst>
                                      </p:cBhvr>
                                      <p:tavLst>
                                        <p:tav tm="0">
                                          <p:val>
                                            <p:strVal val="#ppt_y+.1"/>
                                          </p:val>
                                        </p:tav>
                                        <p:tav tm="100000">
                                          <p:val>
                                            <p:strVal val="#ppt_y"/>
                                          </p:val>
                                        </p:tav>
                                      </p:tavLst>
                                    </p:anim>
                                  </p:childTnLst>
                                </p:cTn>
                              </p:par>
                              <p:par>
                                <p:cTn id="10" presetID="35" presetClass="emph" presetSubtype="0" repeatCount="indefinite" fill="hold" grpId="0" nodeType="withEffect">
                                  <p:stCondLst>
                                    <p:cond delay="0"/>
                                  </p:stCondLst>
                                  <p:childTnLst>
                                    <p:anim calcmode="discrete" valueType="str">
                                      <p:cBhvr>
                                        <p:cTn id="11" dur="1000" fill="hold"/>
                                        <p:tgtEl>
                                          <p:spTgt spid="6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83"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sp>
        <p:nvSpPr>
          <p:cNvPr id="14" name="任意多边形 13"/>
          <p:cNvSpPr/>
          <p:nvPr/>
        </p:nvSpPr>
        <p:spPr>
          <a:xfrm>
            <a:off x="618963" y="1190836"/>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18963" y="1957507"/>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地址是标志一台主机（或路由器）连接到网络的接口。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18963" y="2724176"/>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18963" y="3490844"/>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20" name="线形标注 1 19"/>
          <p:cNvSpPr/>
          <p:nvPr/>
        </p:nvSpPr>
        <p:spPr>
          <a:xfrm>
            <a:off x="4749731" y="1245469"/>
            <a:ext cx="3856008" cy="1361877"/>
          </a:xfrm>
          <a:prstGeom prst="borderCallout1">
            <a:avLst>
              <a:gd name="adj1" fmla="val 18153"/>
              <a:gd name="adj2" fmla="val 168"/>
              <a:gd name="adj3" fmla="val 22841"/>
              <a:gd name="adj4" fmla="val -12830"/>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nSpc>
                <a:spcPts val="2400"/>
              </a:lnSpc>
            </a:pP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地址是一种</a:t>
            </a:r>
            <a:r>
              <a:rPr lang="zh-CN" altLang="en-US" sz="1600" b="1" dirty="0">
                <a:solidFill>
                  <a:srgbClr val="C00000"/>
                </a:solidFill>
                <a:latin typeface="微软雅黑" panose="020B0503020204020204" pitchFamily="34" charset="-122"/>
                <a:ea typeface="微软雅黑" panose="020B0503020204020204" pitchFamily="34" charset="-122"/>
              </a:rPr>
              <a:t>分等级</a:t>
            </a:r>
            <a:r>
              <a:rPr lang="zh-CN" altLang="en-US" sz="1600" b="1" dirty="0">
                <a:solidFill>
                  <a:schemeClr val="tx1"/>
                </a:solidFill>
                <a:latin typeface="微软雅黑" panose="020B0503020204020204" pitchFamily="34" charset="-122"/>
                <a:ea typeface="微软雅黑" panose="020B0503020204020204" pitchFamily="34" charset="-122"/>
              </a:rPr>
              <a:t>的地址结构。</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方便了 </a:t>
            </a: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地址的分配和管理。</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实现路由聚合，减小了转发表所占的存储空间，以及查找转发表的时间。</a:t>
            </a:r>
          </a:p>
          <a:p>
            <a:pPr>
              <a:lnSpc>
                <a:spcPts val="2400"/>
              </a:lnSpc>
            </a:pPr>
            <a:endParaRPr lang="zh-CN" altLang="en-US" sz="1600" b="1" dirty="0">
              <a:solidFill>
                <a:schemeClr val="tx1"/>
              </a:solidFill>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89591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4"/>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wipe(left)">
                                      <p:cBhvr>
                                        <p:cTn id="1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20"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sp>
        <p:nvSpPr>
          <p:cNvPr id="14" name="任意多边形 13"/>
          <p:cNvSpPr/>
          <p:nvPr/>
        </p:nvSpPr>
        <p:spPr>
          <a:xfrm>
            <a:off x="618963" y="1190836"/>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18963" y="1957507"/>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地址是标志一台主机（或路由器）连接到网络的接口。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18963" y="2724176"/>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18963" y="3490844"/>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20" name="线形标注 1 19"/>
          <p:cNvSpPr/>
          <p:nvPr/>
        </p:nvSpPr>
        <p:spPr>
          <a:xfrm>
            <a:off x="4749730" y="1245469"/>
            <a:ext cx="3937069" cy="2558780"/>
          </a:xfrm>
          <a:prstGeom prst="borderCallout1">
            <a:avLst>
              <a:gd name="adj1" fmla="val 18153"/>
              <a:gd name="adj2" fmla="val 168"/>
              <a:gd name="adj3" fmla="val 45156"/>
              <a:gd name="adj4" fmla="val -13501"/>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当一台</a:t>
            </a:r>
            <a:r>
              <a:rPr lang="zh-CN" altLang="en-US" sz="1600" b="1" dirty="0">
                <a:solidFill>
                  <a:srgbClr val="C00000"/>
                </a:solidFill>
                <a:latin typeface="微软雅黑" panose="020B0503020204020204" pitchFamily="34" charset="-122"/>
                <a:ea typeface="微软雅黑" panose="020B0503020204020204" pitchFamily="34" charset="-122"/>
              </a:rPr>
              <a:t>主机</a:t>
            </a:r>
            <a:r>
              <a:rPr lang="zh-CN" altLang="en-US" sz="1600" b="1" dirty="0">
                <a:solidFill>
                  <a:schemeClr val="tx1"/>
                </a:solidFill>
                <a:latin typeface="微软雅黑" panose="020B0503020204020204" pitchFamily="34" charset="-122"/>
                <a:ea typeface="微软雅黑" panose="020B0503020204020204" pitchFamily="34" charset="-122"/>
              </a:rPr>
              <a:t>同时连接到</a:t>
            </a:r>
            <a:r>
              <a:rPr lang="zh-CN" altLang="en-US" sz="1600" b="1" dirty="0">
                <a:solidFill>
                  <a:srgbClr val="C00000"/>
                </a:solidFill>
                <a:latin typeface="微软雅黑" panose="020B0503020204020204" pitchFamily="34" charset="-122"/>
                <a:ea typeface="微软雅黑" panose="020B0503020204020204" pitchFamily="34" charset="-122"/>
              </a:rPr>
              <a:t>两个网络</a:t>
            </a:r>
            <a:r>
              <a:rPr lang="zh-CN" altLang="en-US" sz="1600" b="1" dirty="0">
                <a:solidFill>
                  <a:schemeClr val="tx1"/>
                </a:solidFill>
                <a:latin typeface="微软雅黑" panose="020B0503020204020204" pitchFamily="34" charset="-122"/>
                <a:ea typeface="微软雅黑" panose="020B0503020204020204" pitchFamily="34" charset="-122"/>
              </a:rPr>
              <a:t>上时，该主机就必须同时具有</a:t>
            </a:r>
            <a:r>
              <a:rPr lang="zh-CN" altLang="en-US" sz="1600" b="1" dirty="0">
                <a:solidFill>
                  <a:srgbClr val="C00000"/>
                </a:solidFill>
                <a:latin typeface="微软雅黑" panose="020B0503020204020204" pitchFamily="34" charset="-122"/>
                <a:ea typeface="微软雅黑" panose="020B0503020204020204" pitchFamily="34" charset="-122"/>
              </a:rPr>
              <a:t>两个</a:t>
            </a:r>
            <a:r>
              <a:rPr lang="zh-CN" altLang="en-US" sz="1600" b="1" dirty="0">
                <a:solidFill>
                  <a:schemeClr val="tx1"/>
                </a:solidFill>
                <a:latin typeface="微软雅黑" panose="020B0503020204020204" pitchFamily="34" charset="-122"/>
                <a:ea typeface="微软雅黑" panose="020B0503020204020204" pitchFamily="34" charset="-122"/>
              </a:rPr>
              <a:t>相应的 </a:t>
            </a:r>
            <a:r>
              <a:rPr lang="en-US" altLang="zh-CN" sz="1600" b="1" dirty="0">
                <a:solidFill>
                  <a:srgbClr val="C00000"/>
                </a:solidFill>
                <a:latin typeface="微软雅黑" panose="020B0503020204020204" pitchFamily="34" charset="-122"/>
                <a:ea typeface="微软雅黑" panose="020B0503020204020204" pitchFamily="34" charset="-122"/>
              </a:rPr>
              <a:t>IP </a:t>
            </a:r>
            <a:r>
              <a:rPr lang="zh-CN" altLang="en-US" sz="1600" b="1" dirty="0">
                <a:solidFill>
                  <a:srgbClr val="C00000"/>
                </a:solidFill>
                <a:latin typeface="微软雅黑" panose="020B0503020204020204" pitchFamily="34" charset="-122"/>
                <a:ea typeface="微软雅黑" panose="020B0503020204020204" pitchFamily="34" charset="-122"/>
              </a:rPr>
              <a:t>地址，</a:t>
            </a:r>
            <a:r>
              <a:rPr lang="zh-CN" altLang="en-US" sz="1600" b="1" dirty="0">
                <a:solidFill>
                  <a:schemeClr val="tx1"/>
                </a:solidFill>
                <a:latin typeface="微软雅黑" panose="020B0503020204020204" pitchFamily="34" charset="-122"/>
                <a:ea typeface="微软雅黑" panose="020B0503020204020204" pitchFamily="34" charset="-122"/>
              </a:rPr>
              <a:t>其</a:t>
            </a:r>
            <a:r>
              <a:rPr lang="zh-CN" altLang="en-US" sz="1600" b="1" dirty="0">
                <a:solidFill>
                  <a:srgbClr val="C00000"/>
                </a:solidFill>
                <a:latin typeface="微软雅黑" panose="020B0503020204020204" pitchFamily="34" charset="-122"/>
                <a:ea typeface="微软雅黑" panose="020B0503020204020204" pitchFamily="34" charset="-122"/>
              </a:rPr>
              <a:t>网络前缀必须是不同</a:t>
            </a:r>
            <a:r>
              <a:rPr lang="zh-CN" altLang="en-US" sz="1600" b="1" dirty="0">
                <a:solidFill>
                  <a:schemeClr val="tx1"/>
                </a:solidFill>
                <a:latin typeface="微软雅黑" panose="020B0503020204020204" pitchFamily="34" charset="-122"/>
                <a:ea typeface="微软雅黑" panose="020B0503020204020204" pitchFamily="34" charset="-122"/>
              </a:rPr>
              <a:t>的。这种主机称为</a:t>
            </a:r>
            <a:r>
              <a:rPr lang="zh-CN" altLang="en-US" sz="1600" b="1" dirty="0">
                <a:solidFill>
                  <a:srgbClr val="C00000"/>
                </a:solidFill>
                <a:latin typeface="微软雅黑" panose="020B0503020204020204" pitchFamily="34" charset="-122"/>
                <a:ea typeface="微软雅黑" panose="020B0503020204020204" pitchFamily="34" charset="-122"/>
              </a:rPr>
              <a:t>多归属主机 </a:t>
            </a:r>
            <a:r>
              <a:rPr lang="en-US" altLang="zh-CN" sz="1600" b="1" dirty="0">
                <a:solidFill>
                  <a:schemeClr val="tx1"/>
                </a:solidFill>
                <a:latin typeface="微软雅黑" panose="020B0503020204020204" pitchFamily="34" charset="-122"/>
                <a:ea typeface="微软雅黑" panose="020B0503020204020204" pitchFamily="34" charset="-122"/>
              </a:rPr>
              <a:t>(</a:t>
            </a:r>
            <a:r>
              <a:rPr lang="en-US" altLang="zh-CN" sz="1600" b="1" dirty="0" err="1">
                <a:solidFill>
                  <a:schemeClr val="tx1"/>
                </a:solidFill>
                <a:latin typeface="微软雅黑" panose="020B0503020204020204" pitchFamily="34" charset="-122"/>
                <a:ea typeface="微软雅黑" panose="020B0503020204020204" pitchFamily="34" charset="-122"/>
              </a:rPr>
              <a:t>multihomed</a:t>
            </a:r>
            <a:r>
              <a:rPr lang="en-US" altLang="zh-CN" sz="1600" b="1" dirty="0">
                <a:solidFill>
                  <a:schemeClr val="tx1"/>
                </a:solidFill>
                <a:latin typeface="微软雅黑" panose="020B0503020204020204" pitchFamily="34" charset="-122"/>
                <a:ea typeface="微软雅黑" panose="020B0503020204020204" pitchFamily="34" charset="-122"/>
              </a:rPr>
              <a:t> host)</a:t>
            </a:r>
            <a:r>
              <a:rPr lang="zh-CN" altLang="en-US" sz="1600" b="1" dirty="0">
                <a:solidFill>
                  <a:schemeClr val="tx1"/>
                </a:solidFill>
                <a:latin typeface="微软雅黑" panose="020B0503020204020204" pitchFamily="34" charset="-122"/>
                <a:ea typeface="微软雅黑" panose="020B0503020204020204" pitchFamily="34" charset="-122"/>
              </a:rPr>
              <a:t>。</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一个</a:t>
            </a:r>
            <a:r>
              <a:rPr lang="zh-CN" altLang="en-US" sz="1600" b="1" dirty="0">
                <a:solidFill>
                  <a:srgbClr val="0000FF"/>
                </a:solidFill>
                <a:latin typeface="微软雅黑" panose="020B0503020204020204" pitchFamily="34" charset="-122"/>
                <a:ea typeface="微软雅黑" panose="020B0503020204020204" pitchFamily="34" charset="-122"/>
              </a:rPr>
              <a:t>路由器</a:t>
            </a:r>
            <a:r>
              <a:rPr lang="zh-CN" altLang="en-US" sz="1600" b="1" dirty="0">
                <a:solidFill>
                  <a:schemeClr val="tx1"/>
                </a:solidFill>
                <a:latin typeface="微软雅黑" panose="020B0503020204020204" pitchFamily="34" charset="-122"/>
                <a:ea typeface="微软雅黑" panose="020B0503020204020204" pitchFamily="34" charset="-122"/>
              </a:rPr>
              <a:t>至少应当连接到两个网络，因此一个路由器至少应当有</a:t>
            </a:r>
            <a:r>
              <a:rPr lang="zh-CN" altLang="en-US" sz="1600" b="1" dirty="0">
                <a:solidFill>
                  <a:srgbClr val="0000FF"/>
                </a:solidFill>
                <a:latin typeface="微软雅黑" panose="020B0503020204020204" pitchFamily="34" charset="-122"/>
                <a:ea typeface="微软雅黑" panose="020B0503020204020204" pitchFamily="34" charset="-122"/>
              </a:rPr>
              <a:t>两个不同</a:t>
            </a:r>
            <a:r>
              <a:rPr lang="zh-CN" altLang="en-US" sz="1600" b="1" dirty="0">
                <a:solidFill>
                  <a:schemeClr val="tx1"/>
                </a:solidFill>
                <a:latin typeface="微软雅黑" panose="020B0503020204020204" pitchFamily="34" charset="-122"/>
                <a:ea typeface="微软雅黑" panose="020B0503020204020204" pitchFamily="34" charset="-122"/>
              </a:rPr>
              <a:t>的 </a:t>
            </a: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a:t>
            </a:r>
          </a:p>
          <a:p>
            <a:pPr>
              <a:lnSpc>
                <a:spcPts val="2400"/>
              </a:lnSpc>
            </a:pPr>
            <a:endParaRPr lang="zh-CN" altLang="en-US" sz="1600" b="1" dirty="0">
              <a:solidFill>
                <a:schemeClr val="tx1"/>
              </a:solidFill>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2884572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5"/>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wipe(left)">
                                      <p:cBhvr>
                                        <p:cTn id="1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20"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sp>
        <p:nvSpPr>
          <p:cNvPr id="14" name="任意多边形 13"/>
          <p:cNvSpPr/>
          <p:nvPr/>
        </p:nvSpPr>
        <p:spPr>
          <a:xfrm>
            <a:off x="618963" y="1190836"/>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18963" y="1957507"/>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地址是标志一台主机（或路由器）连接到网络的接口。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18963" y="2724176"/>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18963" y="3490844"/>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20" name="线形标注 1 19"/>
          <p:cNvSpPr/>
          <p:nvPr/>
        </p:nvSpPr>
        <p:spPr>
          <a:xfrm>
            <a:off x="4749731" y="1245469"/>
            <a:ext cx="3856008" cy="2532901"/>
          </a:xfrm>
          <a:prstGeom prst="borderCallout1">
            <a:avLst>
              <a:gd name="adj1" fmla="val 59703"/>
              <a:gd name="adj2" fmla="val 168"/>
              <a:gd name="adj3" fmla="val 76430"/>
              <a:gd name="adj4" fmla="val -13278"/>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按照互联网的观点，</a:t>
            </a:r>
            <a:r>
              <a:rPr lang="zh-CN" altLang="en-US" sz="1600" b="1" dirty="0">
                <a:solidFill>
                  <a:srgbClr val="0000FF"/>
                </a:solidFill>
                <a:latin typeface="微软雅黑" panose="020B0503020204020204" pitchFamily="34" charset="-122"/>
                <a:ea typeface="微软雅黑" panose="020B0503020204020204" pitchFamily="34" charset="-122"/>
              </a:rPr>
              <a:t>一个网络（或子网）是指具有</a:t>
            </a:r>
            <a:r>
              <a:rPr lang="zh-CN" altLang="en-US" sz="1600" b="1" dirty="0">
                <a:solidFill>
                  <a:srgbClr val="C00000"/>
                </a:solidFill>
                <a:latin typeface="微软雅黑" panose="020B0503020204020204" pitchFamily="34" charset="-122"/>
                <a:ea typeface="微软雅黑" panose="020B0503020204020204" pitchFamily="34" charset="-122"/>
              </a:rPr>
              <a:t>相同网络前缀</a:t>
            </a:r>
            <a:r>
              <a:rPr lang="zh-CN" altLang="en-US" sz="1600" b="1" dirty="0">
                <a:solidFill>
                  <a:srgbClr val="0000FF"/>
                </a:solidFill>
                <a:latin typeface="微软雅黑" panose="020B0503020204020204" pitchFamily="34" charset="-122"/>
                <a:ea typeface="微软雅黑" panose="020B0503020204020204" pitchFamily="34" charset="-122"/>
              </a:rPr>
              <a:t>的主机的集合。</a:t>
            </a:r>
            <a:endParaRPr lang="en-US" altLang="zh-CN" sz="1600" b="1" dirty="0">
              <a:solidFill>
                <a:srgbClr val="0000FF"/>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转发器或交换机连接起来的若干个局域网都具有同样的网络前缀，它们仍为一个网络。</a:t>
            </a:r>
            <a:endParaRPr lang="en-US" altLang="zh-CN" sz="1600" b="1" dirty="0">
              <a:solidFill>
                <a:schemeClr val="tx1"/>
              </a:solidFill>
              <a:latin typeface="微软雅黑" panose="020B0503020204020204" pitchFamily="34" charset="-122"/>
              <a:ea typeface="微软雅黑" panose="020B0503020204020204" pitchFamily="34" charset="-122"/>
            </a:endParaRPr>
          </a:p>
          <a:p>
            <a:pPr marL="285750" indent="-285750">
              <a:lnSpc>
                <a:spcPts val="2400"/>
              </a:lnSpc>
              <a:buFont typeface="Wingdings" panose="05000000000000000000" pitchFamily="2" charset="2"/>
              <a:buChar char="l"/>
            </a:pPr>
            <a:r>
              <a:rPr lang="zh-CN" altLang="en-US" sz="1600" b="1" dirty="0">
                <a:solidFill>
                  <a:srgbClr val="C00000"/>
                </a:solidFill>
                <a:latin typeface="微软雅黑" panose="020B0503020204020204" pitchFamily="34" charset="-122"/>
                <a:ea typeface="微软雅黑" panose="020B0503020204020204" pitchFamily="34" charset="-122"/>
              </a:rPr>
              <a:t>具有</a:t>
            </a:r>
            <a:r>
              <a:rPr lang="zh-CN" altLang="en-US" sz="1600" b="1" dirty="0">
                <a:solidFill>
                  <a:srgbClr val="0000FF"/>
                </a:solidFill>
                <a:latin typeface="微软雅黑" panose="020B0503020204020204" pitchFamily="34" charset="-122"/>
                <a:ea typeface="微软雅黑" panose="020B0503020204020204" pitchFamily="34" charset="-122"/>
              </a:rPr>
              <a:t>不同网络前缀</a:t>
            </a:r>
            <a:r>
              <a:rPr lang="zh-CN" altLang="en-US" sz="1600" b="1" dirty="0">
                <a:solidFill>
                  <a:srgbClr val="C00000"/>
                </a:solidFill>
                <a:latin typeface="微软雅黑" panose="020B0503020204020204" pitchFamily="34" charset="-122"/>
                <a:ea typeface="微软雅黑" panose="020B0503020204020204" pitchFamily="34" charset="-122"/>
              </a:rPr>
              <a:t>的局域网必须使用路由器进行互连。</a:t>
            </a:r>
          </a:p>
        </p:txBody>
      </p:sp>
    </p:spTree>
    <p:custDataLst>
      <p:tags r:id="rId1"/>
    </p:custDataLst>
    <p:extLst>
      <p:ext uri="{BB962C8B-B14F-4D97-AF65-F5344CB8AC3E}">
        <p14:creationId xmlns:p14="http://schemas.microsoft.com/office/powerpoint/2010/main" val="41590198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wipe(left)">
                                      <p:cBhvr>
                                        <p:cTn id="1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0"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27220" y="581433"/>
            <a:ext cx="210826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4. IP </a:t>
            </a:r>
            <a:r>
              <a:rPr lang="zh-CN" altLang="en-US" sz="2000" b="1" dirty="0">
                <a:solidFill>
                  <a:schemeClr val="bg1"/>
                </a:solidFill>
                <a:latin typeface="微软雅黑" pitchFamily="34" charset="-122"/>
                <a:ea typeface="微软雅黑" pitchFamily="34" charset="-122"/>
              </a:rPr>
              <a:t>地址的特点</a:t>
            </a:r>
          </a:p>
        </p:txBody>
      </p:sp>
      <p:sp>
        <p:nvSpPr>
          <p:cNvPr id="14" name="任意多边形 13"/>
          <p:cNvSpPr/>
          <p:nvPr/>
        </p:nvSpPr>
        <p:spPr>
          <a:xfrm>
            <a:off x="618963" y="1190836"/>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33CCFF"/>
          </a:solidFill>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(1) </a:t>
            </a:r>
            <a:r>
              <a:rPr lang="zh-CN" altLang="en-US" sz="1600" b="1" dirty="0">
                <a:solidFill>
                  <a:srgbClr val="000099"/>
                </a:solidFill>
                <a:latin typeface="微软雅黑" panose="020B0503020204020204" pitchFamily="34" charset="-122"/>
                <a:ea typeface="微软雅黑" panose="020B0503020204020204" pitchFamily="34" charset="-122"/>
              </a:rPr>
              <a:t>每个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地址都由网络前缀和主机号两部分组成。</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5" name="任意多边形 14"/>
          <p:cNvSpPr/>
          <p:nvPr/>
        </p:nvSpPr>
        <p:spPr>
          <a:xfrm>
            <a:off x="618963" y="1957507"/>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99CCFF"/>
          </a:solidFill>
        </p:spPr>
        <p:style>
          <a:lnRef idx="2">
            <a:schemeClr val="lt1">
              <a:hueOff val="0"/>
              <a:satOff val="0"/>
              <a:lumOff val="0"/>
              <a:alphaOff val="0"/>
            </a:schemeClr>
          </a:lnRef>
          <a:fillRef idx="1">
            <a:schemeClr val="accent4">
              <a:hueOff val="-1488257"/>
              <a:satOff val="8966"/>
              <a:lumOff val="719"/>
              <a:alphaOff val="0"/>
            </a:schemeClr>
          </a:fillRef>
          <a:effectRef idx="0">
            <a:schemeClr val="accent4">
              <a:hueOff val="-1488257"/>
              <a:satOff val="8966"/>
              <a:lumOff val="719"/>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(2) IP </a:t>
            </a:r>
            <a:r>
              <a:rPr lang="zh-CN" altLang="en-US" sz="1600" b="1" dirty="0">
                <a:solidFill>
                  <a:srgbClr val="000099"/>
                </a:solidFill>
                <a:latin typeface="微软雅黑" panose="020B0503020204020204" pitchFamily="34" charset="-122"/>
                <a:ea typeface="微软雅黑" panose="020B0503020204020204" pitchFamily="34" charset="-122"/>
              </a:rPr>
              <a:t>地址是标志一台主机（或路由器）和一条链路的接口。</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6" name="任意多边形 15"/>
          <p:cNvSpPr/>
          <p:nvPr/>
        </p:nvSpPr>
        <p:spPr>
          <a:xfrm>
            <a:off x="618963" y="2724176"/>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CCCCFF"/>
          </a:solidFill>
        </p:spPr>
        <p:style>
          <a:lnRef idx="2">
            <a:schemeClr val="lt1">
              <a:hueOff val="0"/>
              <a:satOff val="0"/>
              <a:lumOff val="0"/>
              <a:alphaOff val="0"/>
            </a:schemeClr>
          </a:lnRef>
          <a:fillRef idx="1">
            <a:schemeClr val="accent4">
              <a:hueOff val="-2976513"/>
              <a:satOff val="17933"/>
              <a:lumOff val="1437"/>
              <a:alphaOff val="0"/>
            </a:schemeClr>
          </a:fillRef>
          <a:effectRef idx="0">
            <a:schemeClr val="accent4">
              <a:hueOff val="-2976513"/>
              <a:satOff val="17933"/>
              <a:lumOff val="1437"/>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(3) </a:t>
            </a:r>
            <a:r>
              <a:rPr lang="zh-CN" altLang="en-US" sz="1600" b="1" dirty="0">
                <a:solidFill>
                  <a:srgbClr val="000099"/>
                </a:solidFill>
                <a:latin typeface="微软雅黑" panose="020B0503020204020204" pitchFamily="34" charset="-122"/>
                <a:ea typeface="微软雅黑" panose="020B0503020204020204" pitchFamily="34" charset="-122"/>
              </a:rPr>
              <a:t>转发器或交换机连接起来的若干个局域网仍为一个网络</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618963" y="3490844"/>
            <a:ext cx="3797762" cy="649839"/>
          </a:xfrm>
          <a:custGeom>
            <a:avLst/>
            <a:gdLst>
              <a:gd name="connsiteX0" fmla="*/ 0 w 4531017"/>
              <a:gd name="connsiteY0" fmla="*/ 76321 h 457916"/>
              <a:gd name="connsiteX1" fmla="*/ 76321 w 4531017"/>
              <a:gd name="connsiteY1" fmla="*/ 0 h 457916"/>
              <a:gd name="connsiteX2" fmla="*/ 4454696 w 4531017"/>
              <a:gd name="connsiteY2" fmla="*/ 0 h 457916"/>
              <a:gd name="connsiteX3" fmla="*/ 4531017 w 4531017"/>
              <a:gd name="connsiteY3" fmla="*/ 76321 h 457916"/>
              <a:gd name="connsiteX4" fmla="*/ 4531017 w 4531017"/>
              <a:gd name="connsiteY4" fmla="*/ 381595 h 457916"/>
              <a:gd name="connsiteX5" fmla="*/ 4454696 w 4531017"/>
              <a:gd name="connsiteY5" fmla="*/ 457916 h 457916"/>
              <a:gd name="connsiteX6" fmla="*/ 76321 w 4531017"/>
              <a:gd name="connsiteY6" fmla="*/ 457916 h 457916"/>
              <a:gd name="connsiteX7" fmla="*/ 0 w 4531017"/>
              <a:gd name="connsiteY7" fmla="*/ 381595 h 457916"/>
              <a:gd name="connsiteX8" fmla="*/ 0 w 4531017"/>
              <a:gd name="connsiteY8" fmla="*/ 76321 h 45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1017" h="457916">
                <a:moveTo>
                  <a:pt x="0" y="76321"/>
                </a:moveTo>
                <a:cubicBezTo>
                  <a:pt x="0" y="34170"/>
                  <a:pt x="34170" y="0"/>
                  <a:pt x="76321" y="0"/>
                </a:cubicBezTo>
                <a:lnTo>
                  <a:pt x="4454696" y="0"/>
                </a:lnTo>
                <a:cubicBezTo>
                  <a:pt x="4496847" y="0"/>
                  <a:pt x="4531017" y="34170"/>
                  <a:pt x="4531017" y="76321"/>
                </a:cubicBezTo>
                <a:lnTo>
                  <a:pt x="4531017" y="381595"/>
                </a:lnTo>
                <a:cubicBezTo>
                  <a:pt x="4531017" y="423746"/>
                  <a:pt x="4496847" y="457916"/>
                  <a:pt x="4454696" y="457916"/>
                </a:cubicBezTo>
                <a:lnTo>
                  <a:pt x="76321" y="457916"/>
                </a:lnTo>
                <a:cubicBezTo>
                  <a:pt x="34170" y="457916"/>
                  <a:pt x="0" y="423746"/>
                  <a:pt x="0" y="381595"/>
                </a:cubicBezTo>
                <a:lnTo>
                  <a:pt x="0" y="76321"/>
                </a:lnTo>
                <a:close/>
              </a:path>
            </a:pathLst>
          </a:custGeom>
          <a:solidFill>
            <a:srgbClr val="FFCCCC"/>
          </a:solidFill>
        </p:spPr>
        <p:style>
          <a:lnRef idx="2">
            <a:schemeClr val="lt1">
              <a:hueOff val="0"/>
              <a:satOff val="0"/>
              <a:lumOff val="0"/>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83314" tIns="83314" rIns="83314" bIns="83314" numCol="1" spcCol="1270" anchor="ctr" anchorCtr="0">
            <a:noAutofit/>
          </a:bodyPr>
          <a:lstStyle/>
          <a:p>
            <a:pPr lvl="0" defTabSz="711200">
              <a:lnSpc>
                <a:spcPts val="2400"/>
              </a:lnSpc>
              <a:spcBef>
                <a:spcPct val="0"/>
              </a:spcBef>
              <a:spcAft>
                <a:spcPct val="35000"/>
              </a:spcAft>
            </a:pPr>
            <a:r>
              <a:rPr lang="en-US" altLang="zh-CN" sz="1600" b="1" dirty="0">
                <a:solidFill>
                  <a:srgbClr val="000099"/>
                </a:solidFill>
                <a:latin typeface="微软雅黑" panose="020B0503020204020204" pitchFamily="34" charset="-122"/>
                <a:ea typeface="微软雅黑" panose="020B0503020204020204" pitchFamily="34" charset="-122"/>
              </a:rPr>
              <a:t>(4) </a:t>
            </a:r>
            <a:r>
              <a:rPr lang="zh-CN" altLang="en-US" sz="1600" b="1" dirty="0">
                <a:solidFill>
                  <a:srgbClr val="000099"/>
                </a:solidFill>
                <a:latin typeface="微软雅黑" panose="020B0503020204020204" pitchFamily="34" charset="-122"/>
                <a:ea typeface="微软雅黑" panose="020B0503020204020204" pitchFamily="34" charset="-122"/>
              </a:rPr>
              <a:t>在 </a:t>
            </a:r>
            <a:r>
              <a:rPr lang="en-US" altLang="zh-CN" sz="1600" b="1" dirty="0">
                <a:solidFill>
                  <a:srgbClr val="000099"/>
                </a:solidFill>
                <a:latin typeface="微软雅黑" panose="020B0503020204020204" pitchFamily="34" charset="-122"/>
                <a:ea typeface="微软雅黑" panose="020B0503020204020204" pitchFamily="34" charset="-122"/>
              </a:rPr>
              <a:t>IP </a:t>
            </a:r>
            <a:r>
              <a:rPr lang="zh-CN" altLang="en-US" sz="1600" b="1" dirty="0">
                <a:solidFill>
                  <a:srgbClr val="000099"/>
                </a:solidFill>
                <a:latin typeface="微软雅黑" panose="020B0503020204020204" pitchFamily="34" charset="-122"/>
                <a:ea typeface="微软雅黑" panose="020B0503020204020204" pitchFamily="34" charset="-122"/>
              </a:rPr>
              <a:t>地址中，所有分配到网络前缀的网络都是平等的。</a:t>
            </a:r>
            <a:endParaRPr lang="zh-CN" altLang="en-US" sz="1600" b="1" kern="1200" dirty="0">
              <a:solidFill>
                <a:srgbClr val="000099"/>
              </a:solidFill>
              <a:latin typeface="微软雅黑" panose="020B0503020204020204" pitchFamily="34" charset="-122"/>
              <a:ea typeface="微软雅黑" panose="020B0503020204020204" pitchFamily="34" charset="-122"/>
            </a:endParaRPr>
          </a:p>
        </p:txBody>
      </p:sp>
      <p:sp>
        <p:nvSpPr>
          <p:cNvPr id="20" name="线形标注 1 19"/>
          <p:cNvSpPr/>
          <p:nvPr/>
        </p:nvSpPr>
        <p:spPr>
          <a:xfrm>
            <a:off x="4749731" y="3071003"/>
            <a:ext cx="3856008" cy="1069679"/>
          </a:xfrm>
          <a:prstGeom prst="borderCallout1">
            <a:avLst>
              <a:gd name="adj1" fmla="val 59703"/>
              <a:gd name="adj2" fmla="val 168"/>
              <a:gd name="adj3" fmla="val 76430"/>
              <a:gd name="adj4" fmla="val -13278"/>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285750" indent="-285750">
              <a:lnSpc>
                <a:spcPts val="2400"/>
              </a:lnSpc>
              <a:buFont typeface="Wingdings" panose="05000000000000000000" pitchFamily="2" charset="2"/>
              <a:buChar char="l"/>
            </a:pPr>
            <a:r>
              <a:rPr lang="zh-CN" altLang="en-US" sz="1600" b="1" dirty="0">
                <a:solidFill>
                  <a:schemeClr val="tx1"/>
                </a:solidFill>
                <a:latin typeface="微软雅黑" panose="020B0503020204020204" pitchFamily="34" charset="-122"/>
                <a:ea typeface="微软雅黑" panose="020B0503020204020204" pitchFamily="34" charset="-122"/>
              </a:rPr>
              <a:t>互联网</a:t>
            </a:r>
            <a:r>
              <a:rPr lang="zh-CN" altLang="en-US" sz="1600" b="1" dirty="0">
                <a:solidFill>
                  <a:srgbClr val="C00000"/>
                </a:solidFill>
                <a:latin typeface="微软雅黑" panose="020B0503020204020204" pitchFamily="34" charset="-122"/>
                <a:ea typeface="微软雅黑" panose="020B0503020204020204" pitchFamily="34" charset="-122"/>
              </a:rPr>
              <a:t>同等对待</a:t>
            </a:r>
            <a:r>
              <a:rPr lang="zh-CN" altLang="en-US" sz="1600" b="1" dirty="0">
                <a:solidFill>
                  <a:schemeClr val="tx1"/>
                </a:solidFill>
                <a:latin typeface="微软雅黑" panose="020B0503020204020204" pitchFamily="34" charset="-122"/>
                <a:ea typeface="微软雅黑" panose="020B0503020204020204" pitchFamily="34" charset="-122"/>
              </a:rPr>
              <a:t>每一个 </a:t>
            </a:r>
            <a:r>
              <a:rPr lang="en-US" altLang="zh-CN" sz="1600" b="1" dirty="0">
                <a:solidFill>
                  <a:schemeClr val="tx1"/>
                </a:solidFill>
                <a:latin typeface="微软雅黑" panose="020B0503020204020204" pitchFamily="34" charset="-122"/>
                <a:ea typeface="微软雅黑" panose="020B0503020204020204" pitchFamily="34" charset="-122"/>
              </a:rPr>
              <a:t>IP </a:t>
            </a:r>
            <a:r>
              <a:rPr lang="zh-CN" altLang="en-US" sz="1600" b="1" dirty="0">
                <a:solidFill>
                  <a:schemeClr val="tx1"/>
                </a:solidFill>
                <a:latin typeface="微软雅黑" panose="020B0503020204020204" pitchFamily="34" charset="-122"/>
                <a:ea typeface="微软雅黑" panose="020B0503020204020204" pitchFamily="34" charset="-122"/>
              </a:rPr>
              <a:t>地址，连接在互联网上的所有网络在传输数据时，享有平等的权利和机会</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14795889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7"/>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wipe(left)">
                                      <p:cBhvr>
                                        <p:cTn id="1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20"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圆角矩形 219"/>
          <p:cNvSpPr/>
          <p:nvPr/>
        </p:nvSpPr>
        <p:spPr>
          <a:xfrm>
            <a:off x="597048" y="99668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0" name="Text Box 438"/>
          <p:cNvSpPr txBox="1">
            <a:spLocks noChangeArrowheads="1"/>
          </p:cNvSpPr>
          <p:nvPr/>
        </p:nvSpPr>
        <p:spPr bwMode="auto">
          <a:xfrm>
            <a:off x="616085" y="1895813"/>
            <a:ext cx="2072794" cy="1156855"/>
          </a:xfrm>
          <a:prstGeom prst="rect">
            <a:avLst/>
          </a:prstGeom>
          <a:solidFill>
            <a:srgbClr val="00FFFF"/>
          </a:solidFill>
          <a:ln w="9525">
            <a:solidFill>
              <a:schemeClr val="tx2"/>
            </a:solidFill>
            <a:miter lim="800000"/>
            <a:headEnd/>
            <a:tailEnd/>
          </a:ln>
          <a:effectLst/>
        </p:spPr>
        <p:txBody>
          <a:bodyPr wrap="square">
            <a:spAutoFit/>
          </a:bodyPr>
          <a:lstStyle/>
          <a:p>
            <a:pPr algn="ctr">
              <a:lnSpc>
                <a:spcPct val="110000"/>
              </a:lnSpc>
            </a:pPr>
            <a:r>
              <a:rPr kumimoji="0" lang="zh-CN" altLang="en-US" sz="1600" b="1" dirty="0">
                <a:latin typeface="微软雅黑" pitchFamily="34" charset="-122"/>
                <a:ea typeface="微软雅黑" pitchFamily="34" charset="-122"/>
              </a:rPr>
              <a:t>同一个局域网上的</a:t>
            </a:r>
            <a:endParaRPr kumimoji="0" lang="en-US" altLang="zh-CN" sz="1600" b="1" dirty="0">
              <a:latin typeface="微软雅黑" pitchFamily="34" charset="-122"/>
              <a:ea typeface="微软雅黑" pitchFamily="34" charset="-122"/>
            </a:endParaRPr>
          </a:p>
          <a:p>
            <a:pPr algn="ctr">
              <a:lnSpc>
                <a:spcPct val="110000"/>
              </a:lnSpc>
            </a:pPr>
            <a:r>
              <a:rPr kumimoji="0" lang="zh-CN" altLang="en-US" sz="1600" b="1" dirty="0">
                <a:latin typeface="微软雅黑" pitchFamily="34" charset="-122"/>
                <a:ea typeface="微软雅黑" pitchFamily="34" charset="-122"/>
              </a:rPr>
              <a:t>主机或路由器的</a:t>
            </a:r>
          </a:p>
          <a:p>
            <a:pPr algn="ctr">
              <a:lnSpc>
                <a:spcPct val="110000"/>
              </a:lnSpc>
            </a:pPr>
            <a:r>
              <a:rPr kumimoji="0" lang="en-US" altLang="zh-CN" sz="1600" b="1" dirty="0">
                <a:latin typeface="微软雅黑" pitchFamily="34" charset="-122"/>
                <a:ea typeface="微软雅黑" pitchFamily="34" charset="-122"/>
              </a:rPr>
              <a:t>IP </a:t>
            </a:r>
            <a:r>
              <a:rPr kumimoji="0" lang="zh-CN" altLang="en-US" sz="1600" b="1" dirty="0">
                <a:latin typeface="微软雅黑" pitchFamily="34" charset="-122"/>
                <a:ea typeface="微软雅黑" pitchFamily="34" charset="-122"/>
              </a:rPr>
              <a:t>地址中的</a:t>
            </a:r>
            <a:r>
              <a:rPr kumimoji="0" lang="zh-CN" altLang="en-US" sz="1600" b="1" dirty="0">
                <a:solidFill>
                  <a:srgbClr val="C00000"/>
                </a:solidFill>
                <a:latin typeface="微软雅黑" pitchFamily="34" charset="-122"/>
                <a:ea typeface="微软雅黑" pitchFamily="34" charset="-122"/>
              </a:rPr>
              <a:t>网络</a:t>
            </a:r>
            <a:r>
              <a:rPr lang="zh-CN" altLang="en-US" sz="1600" b="1" dirty="0">
                <a:solidFill>
                  <a:srgbClr val="C00000"/>
                </a:solidFill>
                <a:latin typeface="微软雅黑" pitchFamily="34" charset="-122"/>
                <a:ea typeface="微软雅黑" pitchFamily="34" charset="-122"/>
              </a:rPr>
              <a:t>前缀</a:t>
            </a:r>
            <a:endParaRPr kumimoji="0" lang="en-US" altLang="zh-CN" sz="1600" b="1" dirty="0">
              <a:solidFill>
                <a:srgbClr val="C00000"/>
              </a:solidFill>
              <a:latin typeface="微软雅黑" pitchFamily="34" charset="-122"/>
              <a:ea typeface="微软雅黑" pitchFamily="34" charset="-122"/>
            </a:endParaRPr>
          </a:p>
          <a:p>
            <a:pPr algn="ctr">
              <a:lnSpc>
                <a:spcPct val="110000"/>
              </a:lnSpc>
            </a:pPr>
            <a:r>
              <a:rPr kumimoji="0" lang="zh-CN" altLang="en-US" sz="1600" b="1" dirty="0">
                <a:latin typeface="微软雅黑" pitchFamily="34" charset="-122"/>
                <a:ea typeface="微软雅黑" pitchFamily="34" charset="-122"/>
              </a:rPr>
              <a:t>必须一样。</a:t>
            </a:r>
          </a:p>
        </p:txBody>
      </p:sp>
      <p:sp>
        <p:nvSpPr>
          <p:cNvPr id="21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2" name="矩形 221"/>
          <p:cNvSpPr/>
          <p:nvPr/>
        </p:nvSpPr>
        <p:spPr>
          <a:xfrm>
            <a:off x="616085" y="574698"/>
            <a:ext cx="2492990" cy="400110"/>
          </a:xfrm>
          <a:prstGeom prst="rect">
            <a:avLst/>
          </a:prstGeom>
        </p:spPr>
        <p:txBody>
          <a:bodyPr wrap="none">
            <a:spAutoFit/>
          </a:bodyPr>
          <a:lstStyle/>
          <a:p>
            <a:r>
              <a:rPr lang="zh-CN" altLang="en-US" sz="2000" b="1" dirty="0">
                <a:latin typeface="微软雅黑" pitchFamily="34" charset="-122"/>
                <a:ea typeface="微软雅黑" pitchFamily="34" charset="-122"/>
              </a:rPr>
              <a:t>一个互连网络的例子</a:t>
            </a:r>
          </a:p>
        </p:txBody>
      </p:sp>
      <p:sp>
        <p:nvSpPr>
          <p:cNvPr id="223" name="矩形 476"/>
          <p:cNvSpPr>
            <a:spLocks noChangeArrowheads="1"/>
          </p:cNvSpPr>
          <p:nvPr/>
        </p:nvSpPr>
        <p:spPr bwMode="auto">
          <a:xfrm>
            <a:off x="3480534" y="3636941"/>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4" name="椭圆 223"/>
          <p:cNvSpPr/>
          <p:nvPr/>
        </p:nvSpPr>
        <p:spPr bwMode="auto">
          <a:xfrm rot="19311755">
            <a:off x="5944139" y="2386474"/>
            <a:ext cx="2370599" cy="1274073"/>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5" name="Line 472"/>
          <p:cNvSpPr>
            <a:spLocks noChangeShapeType="1"/>
          </p:cNvSpPr>
          <p:nvPr/>
        </p:nvSpPr>
        <p:spPr bwMode="auto">
          <a:xfrm flipH="1">
            <a:off x="6724060" y="255090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Line 472"/>
          <p:cNvSpPr>
            <a:spLocks noChangeShapeType="1"/>
          </p:cNvSpPr>
          <p:nvPr/>
        </p:nvSpPr>
        <p:spPr bwMode="auto">
          <a:xfrm flipH="1" flipV="1">
            <a:off x="7352277" y="255090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 name="Line 472"/>
          <p:cNvSpPr>
            <a:spLocks noChangeShapeType="1"/>
          </p:cNvSpPr>
          <p:nvPr/>
        </p:nvSpPr>
        <p:spPr bwMode="auto">
          <a:xfrm flipH="1">
            <a:off x="7394775" y="224367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椭圆 227"/>
          <p:cNvSpPr/>
          <p:nvPr/>
        </p:nvSpPr>
        <p:spPr bwMode="auto">
          <a:xfrm rot="5400000">
            <a:off x="2635410" y="2144584"/>
            <a:ext cx="1278671" cy="1097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9" name="Line 471"/>
          <p:cNvSpPr>
            <a:spLocks noChangeShapeType="1"/>
          </p:cNvSpPr>
          <p:nvPr/>
        </p:nvSpPr>
        <p:spPr bwMode="auto">
          <a:xfrm>
            <a:off x="3094243" y="287832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 name="Line 471"/>
          <p:cNvSpPr>
            <a:spLocks noChangeShapeType="1"/>
          </p:cNvSpPr>
          <p:nvPr/>
        </p:nvSpPr>
        <p:spPr bwMode="auto">
          <a:xfrm>
            <a:off x="3390756" y="236085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椭圆 230"/>
          <p:cNvSpPr/>
          <p:nvPr/>
        </p:nvSpPr>
        <p:spPr bwMode="auto">
          <a:xfrm>
            <a:off x="4209341" y="1155939"/>
            <a:ext cx="1844004" cy="831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32" name="Line 467"/>
          <p:cNvSpPr>
            <a:spLocks noChangeShapeType="1"/>
          </p:cNvSpPr>
          <p:nvPr/>
        </p:nvSpPr>
        <p:spPr bwMode="auto">
          <a:xfrm>
            <a:off x="6724060" y="311453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 name="Line 466"/>
          <p:cNvSpPr>
            <a:spLocks noChangeShapeType="1"/>
          </p:cNvSpPr>
          <p:nvPr/>
        </p:nvSpPr>
        <p:spPr bwMode="auto">
          <a:xfrm flipH="1">
            <a:off x="6407179" y="311227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 name="Freeform 6"/>
          <p:cNvSpPr>
            <a:spLocks/>
          </p:cNvSpPr>
          <p:nvPr/>
        </p:nvSpPr>
        <p:spPr bwMode="auto">
          <a:xfrm>
            <a:off x="4650941" y="304789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 name="Line 450"/>
          <p:cNvSpPr>
            <a:spLocks noChangeShapeType="1"/>
          </p:cNvSpPr>
          <p:nvPr/>
        </p:nvSpPr>
        <p:spPr bwMode="auto">
          <a:xfrm>
            <a:off x="4445846" y="310663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 name="Freeform 4"/>
          <p:cNvSpPr>
            <a:spLocks/>
          </p:cNvSpPr>
          <p:nvPr/>
        </p:nvSpPr>
        <p:spPr bwMode="auto">
          <a:xfrm>
            <a:off x="4429217" y="231370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 name="Freeform 5"/>
          <p:cNvSpPr>
            <a:spLocks/>
          </p:cNvSpPr>
          <p:nvPr/>
        </p:nvSpPr>
        <p:spPr bwMode="auto">
          <a:xfrm>
            <a:off x="5206174" y="231144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10"/>
          <p:cNvSpPr>
            <a:spLocks/>
          </p:cNvSpPr>
          <p:nvPr/>
        </p:nvSpPr>
        <p:spPr bwMode="auto">
          <a:xfrm>
            <a:off x="4289715" y="219058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15"/>
          <p:cNvSpPr>
            <a:spLocks/>
          </p:cNvSpPr>
          <p:nvPr/>
        </p:nvSpPr>
        <p:spPr bwMode="auto">
          <a:xfrm>
            <a:off x="5141505" y="218154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0" name="Rectangle 27"/>
          <p:cNvSpPr>
            <a:spLocks noChangeArrowheads="1"/>
          </p:cNvSpPr>
          <p:nvPr/>
        </p:nvSpPr>
        <p:spPr bwMode="auto">
          <a:xfrm>
            <a:off x="3931352" y="3912547"/>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solidFill>
                  <a:srgbClr val="000000"/>
                </a:solidFill>
                <a:latin typeface="微软雅黑" panose="020B0503020204020204" pitchFamily="34" charset="-122"/>
                <a:ea typeface="微软雅黑" panose="020B0503020204020204" pitchFamily="34" charset="-122"/>
              </a:rPr>
              <a:t>以太网交换机</a:t>
            </a:r>
            <a:endParaRPr lang="en-US" altLang="zh-CN" sz="1050" b="1">
              <a:latin typeface="微软雅黑" panose="020B0503020204020204" pitchFamily="34" charset="-122"/>
              <a:ea typeface="微软雅黑" panose="020B0503020204020204" pitchFamily="34" charset="-122"/>
            </a:endParaRPr>
          </a:p>
        </p:txBody>
      </p:sp>
      <p:sp>
        <p:nvSpPr>
          <p:cNvPr id="241" name="Oval 28"/>
          <p:cNvSpPr>
            <a:spLocks noChangeArrowheads="1"/>
          </p:cNvSpPr>
          <p:nvPr/>
        </p:nvSpPr>
        <p:spPr bwMode="auto">
          <a:xfrm>
            <a:off x="6444133" y="343532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 name="Group 57"/>
          <p:cNvGrpSpPr>
            <a:grpSpLocks/>
          </p:cNvGrpSpPr>
          <p:nvPr/>
        </p:nvGrpSpPr>
        <p:grpSpPr bwMode="auto">
          <a:xfrm>
            <a:off x="6270449" y="3566349"/>
            <a:ext cx="243896" cy="265439"/>
            <a:chOff x="3891" y="3616"/>
            <a:chExt cx="342" cy="353"/>
          </a:xfrm>
        </p:grpSpPr>
        <p:grpSp>
          <p:nvGrpSpPr>
            <p:cNvPr id="3" name="Group 58"/>
            <p:cNvGrpSpPr>
              <a:grpSpLocks/>
            </p:cNvGrpSpPr>
            <p:nvPr/>
          </p:nvGrpSpPr>
          <p:grpSpPr bwMode="auto">
            <a:xfrm>
              <a:off x="3899" y="3622"/>
              <a:ext cx="334" cy="347"/>
              <a:chOff x="3899" y="3622"/>
              <a:chExt cx="334" cy="347"/>
            </a:xfrm>
          </p:grpSpPr>
          <p:sp>
            <p:nvSpPr>
              <p:cNvPr id="284" name="Freeform 59"/>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 name="Freeform 60"/>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 name="Freeform 61"/>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7" name="Freeform 62"/>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8" name="Rectangle 63"/>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9" name="Rectangle 64"/>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Rectangle 65"/>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Line 66"/>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4" name="Group 67"/>
              <p:cNvGrpSpPr>
                <a:grpSpLocks/>
              </p:cNvGrpSpPr>
              <p:nvPr/>
            </p:nvGrpSpPr>
            <p:grpSpPr bwMode="auto">
              <a:xfrm>
                <a:off x="3899" y="3918"/>
                <a:ext cx="334" cy="51"/>
                <a:chOff x="3899" y="3918"/>
                <a:chExt cx="334" cy="51"/>
              </a:xfrm>
            </p:grpSpPr>
            <p:sp>
              <p:nvSpPr>
                <p:cNvPr id="293" name="Freeform 68"/>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69"/>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 name="Rectangle 70"/>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 name="Group 71"/>
            <p:cNvGrpSpPr>
              <a:grpSpLocks/>
            </p:cNvGrpSpPr>
            <p:nvPr/>
          </p:nvGrpSpPr>
          <p:grpSpPr bwMode="auto">
            <a:xfrm>
              <a:off x="3891" y="3616"/>
              <a:ext cx="334" cy="346"/>
              <a:chOff x="3891" y="3616"/>
              <a:chExt cx="334" cy="346"/>
            </a:xfrm>
          </p:grpSpPr>
          <p:sp>
            <p:nvSpPr>
              <p:cNvPr id="272" name="Freeform 72"/>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73"/>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74"/>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 name="Freeform 75"/>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Rectangle 76"/>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Rectangle 77"/>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8" name="Rectangle 78"/>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9" name="Line 79"/>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 name="Group 80"/>
              <p:cNvGrpSpPr>
                <a:grpSpLocks/>
              </p:cNvGrpSpPr>
              <p:nvPr/>
            </p:nvGrpSpPr>
            <p:grpSpPr bwMode="auto">
              <a:xfrm>
                <a:off x="3891" y="3912"/>
                <a:ext cx="334" cy="50"/>
                <a:chOff x="3891" y="3912"/>
                <a:chExt cx="334" cy="50"/>
              </a:xfrm>
            </p:grpSpPr>
            <p:sp>
              <p:nvSpPr>
                <p:cNvPr id="281" name="Freeform 81"/>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82"/>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Rectangle 83"/>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7" name="Group 84"/>
          <p:cNvGrpSpPr>
            <a:grpSpLocks/>
          </p:cNvGrpSpPr>
          <p:nvPr/>
        </p:nvGrpSpPr>
        <p:grpSpPr bwMode="auto">
          <a:xfrm>
            <a:off x="6784110" y="3544889"/>
            <a:ext cx="244820" cy="265438"/>
            <a:chOff x="4752" y="3605"/>
            <a:chExt cx="343" cy="353"/>
          </a:xfrm>
        </p:grpSpPr>
        <p:grpSp>
          <p:nvGrpSpPr>
            <p:cNvPr id="8" name="Group 85"/>
            <p:cNvGrpSpPr>
              <a:grpSpLocks/>
            </p:cNvGrpSpPr>
            <p:nvPr/>
          </p:nvGrpSpPr>
          <p:grpSpPr bwMode="auto">
            <a:xfrm>
              <a:off x="4760" y="3612"/>
              <a:ext cx="335" cy="346"/>
              <a:chOff x="4760" y="3612"/>
              <a:chExt cx="335" cy="346"/>
            </a:xfrm>
          </p:grpSpPr>
          <p:sp>
            <p:nvSpPr>
              <p:cNvPr id="311" name="Freeform 86"/>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87"/>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 name="Freeform 88"/>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89"/>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Rectangle 90"/>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Rectangle 91"/>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Rectangle 92"/>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Line 93"/>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 name="Group 94"/>
              <p:cNvGrpSpPr>
                <a:grpSpLocks/>
              </p:cNvGrpSpPr>
              <p:nvPr/>
            </p:nvGrpSpPr>
            <p:grpSpPr bwMode="auto">
              <a:xfrm>
                <a:off x="4760" y="3907"/>
                <a:ext cx="335" cy="51"/>
                <a:chOff x="4760" y="3907"/>
                <a:chExt cx="335" cy="51"/>
              </a:xfrm>
            </p:grpSpPr>
            <p:sp>
              <p:nvSpPr>
                <p:cNvPr id="320" name="Freeform 95"/>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 name="Freeform 96"/>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 name="Rectangle 97"/>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 name="Group 98"/>
            <p:cNvGrpSpPr>
              <a:grpSpLocks/>
            </p:cNvGrpSpPr>
            <p:nvPr/>
          </p:nvGrpSpPr>
          <p:grpSpPr bwMode="auto">
            <a:xfrm>
              <a:off x="4752" y="3605"/>
              <a:ext cx="334" cy="347"/>
              <a:chOff x="4752" y="3605"/>
              <a:chExt cx="334" cy="347"/>
            </a:xfrm>
          </p:grpSpPr>
          <p:sp>
            <p:nvSpPr>
              <p:cNvPr id="299" name="Freeform 99"/>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100"/>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 name="Freeform 101"/>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102"/>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Rectangle 103"/>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Rectangle 104"/>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5" name="Rectangle 105"/>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Line 106"/>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 name="Group 107"/>
              <p:cNvGrpSpPr>
                <a:grpSpLocks/>
              </p:cNvGrpSpPr>
              <p:nvPr/>
            </p:nvGrpSpPr>
            <p:grpSpPr bwMode="auto">
              <a:xfrm>
                <a:off x="4752" y="3901"/>
                <a:ext cx="334" cy="51"/>
                <a:chOff x="4752" y="3901"/>
                <a:chExt cx="334" cy="51"/>
              </a:xfrm>
            </p:grpSpPr>
            <p:sp>
              <p:nvSpPr>
                <p:cNvPr id="308" name="Freeform 108"/>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109"/>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 name="Rectangle 110"/>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2" name="Group 111"/>
          <p:cNvGrpSpPr>
            <a:grpSpLocks/>
          </p:cNvGrpSpPr>
          <p:nvPr/>
        </p:nvGrpSpPr>
        <p:grpSpPr bwMode="auto">
          <a:xfrm>
            <a:off x="3252685" y="2154439"/>
            <a:ext cx="244820" cy="265438"/>
            <a:chOff x="101" y="1539"/>
            <a:chExt cx="343" cy="352"/>
          </a:xfrm>
        </p:grpSpPr>
        <p:grpSp>
          <p:nvGrpSpPr>
            <p:cNvPr id="13" name="Group 112"/>
            <p:cNvGrpSpPr>
              <a:grpSpLocks/>
            </p:cNvGrpSpPr>
            <p:nvPr/>
          </p:nvGrpSpPr>
          <p:grpSpPr bwMode="auto">
            <a:xfrm>
              <a:off x="109" y="1545"/>
              <a:ext cx="335" cy="346"/>
              <a:chOff x="109" y="1545"/>
              <a:chExt cx="335" cy="346"/>
            </a:xfrm>
          </p:grpSpPr>
          <p:sp>
            <p:nvSpPr>
              <p:cNvPr id="338" name="Freeform 113"/>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9" name="Freeform 114"/>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0" name="Freeform 115"/>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1" name="Freeform 116"/>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2" name="Rectangle 117"/>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3" name="Rectangle 118"/>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4" name="Rectangle 119"/>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5" name="Line 120"/>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 name="Group 121"/>
              <p:cNvGrpSpPr>
                <a:grpSpLocks/>
              </p:cNvGrpSpPr>
              <p:nvPr/>
            </p:nvGrpSpPr>
            <p:grpSpPr bwMode="auto">
              <a:xfrm>
                <a:off x="109" y="1841"/>
                <a:ext cx="335" cy="50"/>
                <a:chOff x="109" y="1841"/>
                <a:chExt cx="335" cy="50"/>
              </a:xfrm>
            </p:grpSpPr>
            <p:sp>
              <p:nvSpPr>
                <p:cNvPr id="347" name="Freeform 122"/>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123"/>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Rectangle 124"/>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 name="Group 125"/>
            <p:cNvGrpSpPr>
              <a:grpSpLocks/>
            </p:cNvGrpSpPr>
            <p:nvPr/>
          </p:nvGrpSpPr>
          <p:grpSpPr bwMode="auto">
            <a:xfrm>
              <a:off x="101" y="1539"/>
              <a:ext cx="335" cy="346"/>
              <a:chOff x="101" y="1539"/>
              <a:chExt cx="335" cy="346"/>
            </a:xfrm>
          </p:grpSpPr>
          <p:sp>
            <p:nvSpPr>
              <p:cNvPr id="326" name="Freeform 126"/>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7" name="Freeform 127"/>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128"/>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129"/>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0" name="Rectangle 130"/>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Rectangle 131"/>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2" name="Rectangle 132"/>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3" name="Line 133"/>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6" name="Group 134"/>
              <p:cNvGrpSpPr>
                <a:grpSpLocks/>
              </p:cNvGrpSpPr>
              <p:nvPr/>
            </p:nvGrpSpPr>
            <p:grpSpPr bwMode="auto">
              <a:xfrm>
                <a:off x="101" y="1834"/>
                <a:ext cx="335" cy="51"/>
                <a:chOff x="101" y="1834"/>
                <a:chExt cx="335" cy="51"/>
              </a:xfrm>
            </p:grpSpPr>
            <p:sp>
              <p:nvSpPr>
                <p:cNvPr id="335" name="Freeform 135"/>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6" name="Freeform 136"/>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Rectangle 137"/>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7" name="Group 138"/>
          <p:cNvGrpSpPr>
            <a:grpSpLocks/>
          </p:cNvGrpSpPr>
          <p:nvPr/>
        </p:nvGrpSpPr>
        <p:grpSpPr bwMode="auto">
          <a:xfrm>
            <a:off x="7667310" y="2607381"/>
            <a:ext cx="245744" cy="264309"/>
            <a:chOff x="5237" y="2322"/>
            <a:chExt cx="343" cy="352"/>
          </a:xfrm>
        </p:grpSpPr>
        <p:grpSp>
          <p:nvGrpSpPr>
            <p:cNvPr id="18" name="Group 139"/>
            <p:cNvGrpSpPr>
              <a:grpSpLocks/>
            </p:cNvGrpSpPr>
            <p:nvPr/>
          </p:nvGrpSpPr>
          <p:grpSpPr bwMode="auto">
            <a:xfrm>
              <a:off x="5245" y="2328"/>
              <a:ext cx="335" cy="346"/>
              <a:chOff x="5245" y="2328"/>
              <a:chExt cx="335" cy="346"/>
            </a:xfrm>
          </p:grpSpPr>
          <p:sp>
            <p:nvSpPr>
              <p:cNvPr id="365" name="Freeform 140"/>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141"/>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142"/>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8" name="Freeform 143"/>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Rectangle 144"/>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Rectangle 145"/>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Rectangle 146"/>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Line 147"/>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 name="Group 148"/>
              <p:cNvGrpSpPr>
                <a:grpSpLocks/>
              </p:cNvGrpSpPr>
              <p:nvPr/>
            </p:nvGrpSpPr>
            <p:grpSpPr bwMode="auto">
              <a:xfrm>
                <a:off x="5245" y="2624"/>
                <a:ext cx="335" cy="50"/>
                <a:chOff x="5245" y="2624"/>
                <a:chExt cx="335" cy="50"/>
              </a:xfrm>
            </p:grpSpPr>
            <p:sp>
              <p:nvSpPr>
                <p:cNvPr id="374" name="Freeform 149"/>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150"/>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Rectangle 151"/>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 name="Group 152"/>
            <p:cNvGrpSpPr>
              <a:grpSpLocks/>
            </p:cNvGrpSpPr>
            <p:nvPr/>
          </p:nvGrpSpPr>
          <p:grpSpPr bwMode="auto">
            <a:xfrm>
              <a:off x="5237" y="2322"/>
              <a:ext cx="335" cy="346"/>
              <a:chOff x="5237" y="2322"/>
              <a:chExt cx="335" cy="346"/>
            </a:xfrm>
          </p:grpSpPr>
          <p:sp>
            <p:nvSpPr>
              <p:cNvPr id="353" name="Freeform 153"/>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154"/>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155"/>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6" name="Freeform 156"/>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Rectangle 157"/>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8" name="Rectangle 158"/>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9" name="Rectangle 159"/>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0" name="Line 160"/>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 name="Group 161"/>
              <p:cNvGrpSpPr>
                <a:grpSpLocks/>
              </p:cNvGrpSpPr>
              <p:nvPr/>
            </p:nvGrpSpPr>
            <p:grpSpPr bwMode="auto">
              <a:xfrm>
                <a:off x="5237" y="2617"/>
                <a:ext cx="335" cy="51"/>
                <a:chOff x="5237" y="2617"/>
                <a:chExt cx="335" cy="51"/>
              </a:xfrm>
            </p:grpSpPr>
            <p:sp>
              <p:nvSpPr>
                <p:cNvPr id="362" name="Freeform 162"/>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163"/>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Rectangle 164"/>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2" name="Group 165"/>
          <p:cNvGrpSpPr>
            <a:grpSpLocks/>
          </p:cNvGrpSpPr>
          <p:nvPr/>
        </p:nvGrpSpPr>
        <p:grpSpPr bwMode="auto">
          <a:xfrm>
            <a:off x="7667310" y="2053913"/>
            <a:ext cx="245744" cy="265438"/>
            <a:chOff x="5237" y="1587"/>
            <a:chExt cx="343" cy="353"/>
          </a:xfrm>
        </p:grpSpPr>
        <p:grpSp>
          <p:nvGrpSpPr>
            <p:cNvPr id="23" name="Group 166"/>
            <p:cNvGrpSpPr>
              <a:grpSpLocks/>
            </p:cNvGrpSpPr>
            <p:nvPr/>
          </p:nvGrpSpPr>
          <p:grpSpPr bwMode="auto">
            <a:xfrm>
              <a:off x="5245" y="1594"/>
              <a:ext cx="335" cy="346"/>
              <a:chOff x="5245" y="1594"/>
              <a:chExt cx="335" cy="346"/>
            </a:xfrm>
          </p:grpSpPr>
          <p:sp>
            <p:nvSpPr>
              <p:cNvPr id="392" name="Freeform 167"/>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168"/>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4" name="Freeform 169"/>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170"/>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Rectangle 171"/>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Rectangle 172"/>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Rectangle 173"/>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Line 174"/>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 name="Group 175"/>
              <p:cNvGrpSpPr>
                <a:grpSpLocks/>
              </p:cNvGrpSpPr>
              <p:nvPr/>
            </p:nvGrpSpPr>
            <p:grpSpPr bwMode="auto">
              <a:xfrm>
                <a:off x="5245" y="1889"/>
                <a:ext cx="335" cy="51"/>
                <a:chOff x="5245" y="1889"/>
                <a:chExt cx="335" cy="51"/>
              </a:xfrm>
            </p:grpSpPr>
            <p:sp>
              <p:nvSpPr>
                <p:cNvPr id="401" name="Freeform 176"/>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2" name="Freeform 177"/>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3" name="Rectangle 178"/>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5" name="Group 179"/>
            <p:cNvGrpSpPr>
              <a:grpSpLocks/>
            </p:cNvGrpSpPr>
            <p:nvPr/>
          </p:nvGrpSpPr>
          <p:grpSpPr bwMode="auto">
            <a:xfrm>
              <a:off x="5237" y="1587"/>
              <a:ext cx="335" cy="346"/>
              <a:chOff x="5237" y="1587"/>
              <a:chExt cx="335" cy="346"/>
            </a:xfrm>
          </p:grpSpPr>
          <p:sp>
            <p:nvSpPr>
              <p:cNvPr id="380" name="Freeform 180"/>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1" name="Freeform 181"/>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2" name="Freeform 182"/>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3" name="Freeform 183"/>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4" name="Rectangle 184"/>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Rectangle 185"/>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6" name="Rectangle 186"/>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7" name="Line 187"/>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6" name="Group 188"/>
              <p:cNvGrpSpPr>
                <a:grpSpLocks/>
              </p:cNvGrpSpPr>
              <p:nvPr/>
            </p:nvGrpSpPr>
            <p:grpSpPr bwMode="auto">
              <a:xfrm>
                <a:off x="5237" y="1883"/>
                <a:ext cx="335" cy="50"/>
                <a:chOff x="5237" y="1883"/>
                <a:chExt cx="335" cy="50"/>
              </a:xfrm>
            </p:grpSpPr>
            <p:sp>
              <p:nvSpPr>
                <p:cNvPr id="389" name="Freeform 189"/>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190"/>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1" name="Rectangle 191"/>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404" name="Rectangle 193"/>
          <p:cNvSpPr>
            <a:spLocks noChangeArrowheads="1"/>
          </p:cNvSpPr>
          <p:nvPr/>
        </p:nvSpPr>
        <p:spPr bwMode="auto">
          <a:xfrm>
            <a:off x="3546430" y="1311297"/>
            <a:ext cx="67967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solidFill>
                  <a:srgbClr val="C00000"/>
                </a:solidFill>
                <a:latin typeface="微软雅黑" panose="020B0503020204020204" pitchFamily="34" charset="-122"/>
                <a:ea typeface="微软雅黑" panose="020B0503020204020204" pitchFamily="34" charset="-122"/>
              </a:rPr>
              <a:t>1.1.1.0/29</a:t>
            </a:r>
          </a:p>
        </p:txBody>
      </p:sp>
      <p:sp>
        <p:nvSpPr>
          <p:cNvPr id="405" name="Rectangle 194"/>
          <p:cNvSpPr>
            <a:spLocks noChangeArrowheads="1"/>
          </p:cNvSpPr>
          <p:nvPr/>
        </p:nvSpPr>
        <p:spPr bwMode="auto">
          <a:xfrm>
            <a:off x="4823700" y="149027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6" name="Rectangle 195"/>
          <p:cNvSpPr>
            <a:spLocks noChangeArrowheads="1"/>
          </p:cNvSpPr>
          <p:nvPr/>
        </p:nvSpPr>
        <p:spPr bwMode="auto">
          <a:xfrm>
            <a:off x="5479634" y="1681169"/>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1.1.1.1</a:t>
            </a:r>
            <a:endParaRPr lang="en-US" altLang="zh-CN" sz="1050" b="1">
              <a:latin typeface="微软雅黑" panose="020B0503020204020204" pitchFamily="34" charset="-122"/>
              <a:ea typeface="微软雅黑" panose="020B0503020204020204" pitchFamily="34" charset="-122"/>
            </a:endParaRPr>
          </a:p>
        </p:txBody>
      </p:sp>
      <p:sp>
        <p:nvSpPr>
          <p:cNvPr id="407" name="Rectangle 196"/>
          <p:cNvSpPr>
            <a:spLocks noChangeArrowheads="1"/>
          </p:cNvSpPr>
          <p:nvPr/>
        </p:nvSpPr>
        <p:spPr bwMode="auto">
          <a:xfrm>
            <a:off x="5572019" y="149027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8" name="Rectangle 197"/>
          <p:cNvSpPr>
            <a:spLocks noChangeArrowheads="1"/>
          </p:cNvSpPr>
          <p:nvPr/>
        </p:nvSpPr>
        <p:spPr bwMode="auto">
          <a:xfrm>
            <a:off x="5180307" y="1476725"/>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a:t>
            </a:r>
            <a:endParaRPr lang="en-US" altLang="zh-CN" sz="1050" b="1">
              <a:latin typeface="微软雅黑" panose="020B0503020204020204" pitchFamily="34" charset="-122"/>
              <a:ea typeface="微软雅黑" panose="020B0503020204020204" pitchFamily="34" charset="-122"/>
            </a:endParaRPr>
          </a:p>
        </p:txBody>
      </p:sp>
      <p:sp>
        <p:nvSpPr>
          <p:cNvPr id="409" name="Rectangle 199"/>
          <p:cNvSpPr>
            <a:spLocks noChangeArrowheads="1"/>
          </p:cNvSpPr>
          <p:nvPr/>
        </p:nvSpPr>
        <p:spPr bwMode="auto">
          <a:xfrm>
            <a:off x="4291220" y="1588857"/>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1.1.1.3</a:t>
            </a:r>
            <a:endParaRPr lang="en-US" altLang="zh-CN" sz="1050" b="1" dirty="0">
              <a:latin typeface="微软雅黑" panose="020B0503020204020204" pitchFamily="34" charset="-122"/>
              <a:ea typeface="微软雅黑" panose="020B0503020204020204" pitchFamily="34" charset="-122"/>
            </a:endParaRPr>
          </a:p>
        </p:txBody>
      </p:sp>
      <p:sp>
        <p:nvSpPr>
          <p:cNvPr id="410" name="Rectangle 284"/>
          <p:cNvSpPr>
            <a:spLocks noChangeArrowheads="1"/>
          </p:cNvSpPr>
          <p:nvPr/>
        </p:nvSpPr>
        <p:spPr bwMode="auto">
          <a:xfrm>
            <a:off x="5114713" y="182687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 name="Group 285"/>
          <p:cNvGrpSpPr>
            <a:grpSpLocks/>
          </p:cNvGrpSpPr>
          <p:nvPr/>
        </p:nvGrpSpPr>
        <p:grpSpPr bwMode="auto">
          <a:xfrm>
            <a:off x="4946573" y="2079892"/>
            <a:ext cx="314109" cy="197668"/>
            <a:chOff x="2299" y="1622"/>
            <a:chExt cx="439" cy="262"/>
          </a:xfrm>
        </p:grpSpPr>
        <p:sp>
          <p:nvSpPr>
            <p:cNvPr id="412" name="Oval 28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3" name="Rectangle 28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4" name="Rectangle 28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5" name="Oval 28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8" name="Group 290"/>
            <p:cNvGrpSpPr>
              <a:grpSpLocks/>
            </p:cNvGrpSpPr>
            <p:nvPr/>
          </p:nvGrpSpPr>
          <p:grpSpPr bwMode="auto">
            <a:xfrm>
              <a:off x="2365" y="1640"/>
              <a:ext cx="304" cy="117"/>
              <a:chOff x="2365" y="1640"/>
              <a:chExt cx="304" cy="117"/>
            </a:xfrm>
          </p:grpSpPr>
          <p:grpSp>
            <p:nvGrpSpPr>
              <p:cNvPr id="29" name="Group 291"/>
              <p:cNvGrpSpPr>
                <a:grpSpLocks/>
              </p:cNvGrpSpPr>
              <p:nvPr/>
            </p:nvGrpSpPr>
            <p:grpSpPr bwMode="auto">
              <a:xfrm>
                <a:off x="2365" y="1640"/>
                <a:ext cx="302" cy="115"/>
                <a:chOff x="2365" y="1640"/>
                <a:chExt cx="302" cy="115"/>
              </a:xfrm>
            </p:grpSpPr>
            <p:sp>
              <p:nvSpPr>
                <p:cNvPr id="429" name="Freeform 29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9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9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2" name="Freeform 29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9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9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5" name="Freeform 29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9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 name="Group 300"/>
              <p:cNvGrpSpPr>
                <a:grpSpLocks/>
              </p:cNvGrpSpPr>
              <p:nvPr/>
            </p:nvGrpSpPr>
            <p:grpSpPr bwMode="auto">
              <a:xfrm>
                <a:off x="2368" y="1643"/>
                <a:ext cx="301" cy="114"/>
                <a:chOff x="2368" y="1643"/>
                <a:chExt cx="301" cy="114"/>
              </a:xfrm>
            </p:grpSpPr>
            <p:sp>
              <p:nvSpPr>
                <p:cNvPr id="421" name="Freeform 30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30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3" name="Freeform 30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30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30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6" name="Freeform 30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30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30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417" name="Line 30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Line 31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437" name="Rectangle 311"/>
          <p:cNvSpPr>
            <a:spLocks noChangeArrowheads="1"/>
          </p:cNvSpPr>
          <p:nvPr/>
        </p:nvSpPr>
        <p:spPr bwMode="auto">
          <a:xfrm>
            <a:off x="5167372" y="194660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8" name="Rectangle 312"/>
          <p:cNvSpPr>
            <a:spLocks noChangeArrowheads="1"/>
          </p:cNvSpPr>
          <p:nvPr/>
        </p:nvSpPr>
        <p:spPr bwMode="auto">
          <a:xfrm>
            <a:off x="5181542" y="1916111"/>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1.1.1.4</a:t>
            </a:r>
            <a:endParaRPr lang="en-US" altLang="zh-CN" sz="1050" b="1" dirty="0">
              <a:latin typeface="微软雅黑" panose="020B0503020204020204" pitchFamily="34" charset="-122"/>
              <a:ea typeface="微软雅黑" panose="020B0503020204020204" pitchFamily="34" charset="-122"/>
            </a:endParaRPr>
          </a:p>
        </p:txBody>
      </p:sp>
      <p:sp>
        <p:nvSpPr>
          <p:cNvPr id="439" name="Rectangle 313"/>
          <p:cNvSpPr>
            <a:spLocks noChangeArrowheads="1"/>
          </p:cNvSpPr>
          <p:nvPr/>
        </p:nvSpPr>
        <p:spPr bwMode="auto">
          <a:xfrm>
            <a:off x="4764574" y="202228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0" name="Rectangle 314"/>
          <p:cNvSpPr>
            <a:spLocks noChangeArrowheads="1"/>
          </p:cNvSpPr>
          <p:nvPr/>
        </p:nvSpPr>
        <p:spPr bwMode="auto">
          <a:xfrm>
            <a:off x="4797210" y="2009142"/>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1</a:t>
            </a:r>
          </a:p>
        </p:txBody>
      </p:sp>
      <p:sp>
        <p:nvSpPr>
          <p:cNvPr id="441" name="Oval 319"/>
          <p:cNvSpPr>
            <a:spLocks noChangeArrowheads="1"/>
          </p:cNvSpPr>
          <p:nvPr/>
        </p:nvSpPr>
        <p:spPr bwMode="auto">
          <a:xfrm>
            <a:off x="5095312" y="197258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2" name="Oval 325"/>
          <p:cNvSpPr>
            <a:spLocks noChangeArrowheads="1"/>
          </p:cNvSpPr>
          <p:nvPr/>
        </p:nvSpPr>
        <p:spPr bwMode="auto">
          <a:xfrm>
            <a:off x="7561991" y="270452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3" name="Oval 326"/>
          <p:cNvSpPr>
            <a:spLocks noChangeArrowheads="1"/>
          </p:cNvSpPr>
          <p:nvPr/>
        </p:nvSpPr>
        <p:spPr bwMode="auto">
          <a:xfrm>
            <a:off x="7588783" y="233403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4" name="Rectangle 327"/>
          <p:cNvSpPr>
            <a:spLocks noChangeArrowheads="1"/>
          </p:cNvSpPr>
          <p:nvPr/>
        </p:nvSpPr>
        <p:spPr bwMode="auto">
          <a:xfrm>
            <a:off x="6166054" y="262206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5" name="Rectangle 328"/>
          <p:cNvSpPr>
            <a:spLocks noChangeArrowheads="1"/>
          </p:cNvSpPr>
          <p:nvPr/>
        </p:nvSpPr>
        <p:spPr bwMode="auto">
          <a:xfrm>
            <a:off x="5912639" y="311453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1.1.1.13</a:t>
            </a:r>
            <a:endParaRPr lang="en-US" altLang="zh-CN" sz="1050" b="1" dirty="0">
              <a:latin typeface="微软雅黑" panose="020B0503020204020204" pitchFamily="34" charset="-122"/>
              <a:ea typeface="微软雅黑" panose="020B0503020204020204" pitchFamily="34" charset="-122"/>
            </a:endParaRPr>
          </a:p>
        </p:txBody>
      </p:sp>
      <p:sp>
        <p:nvSpPr>
          <p:cNvPr id="446" name="Rectangle 329"/>
          <p:cNvSpPr>
            <a:spLocks noChangeArrowheads="1"/>
          </p:cNvSpPr>
          <p:nvPr/>
        </p:nvSpPr>
        <p:spPr bwMode="auto">
          <a:xfrm>
            <a:off x="7534276" y="288411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7" name="Rectangle 330"/>
          <p:cNvSpPr>
            <a:spLocks noChangeArrowheads="1"/>
          </p:cNvSpPr>
          <p:nvPr/>
        </p:nvSpPr>
        <p:spPr bwMode="auto">
          <a:xfrm>
            <a:off x="7121563" y="278584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1.1.1.10</a:t>
            </a:r>
            <a:endParaRPr lang="en-US" altLang="zh-CN" sz="1050" b="1" dirty="0">
              <a:latin typeface="微软雅黑" panose="020B0503020204020204" pitchFamily="34" charset="-122"/>
              <a:ea typeface="微软雅黑" panose="020B0503020204020204" pitchFamily="34" charset="-122"/>
            </a:endParaRPr>
          </a:p>
        </p:txBody>
      </p:sp>
      <p:sp>
        <p:nvSpPr>
          <p:cNvPr id="448" name="Rectangle 331"/>
          <p:cNvSpPr>
            <a:spLocks noChangeArrowheads="1"/>
          </p:cNvSpPr>
          <p:nvPr/>
        </p:nvSpPr>
        <p:spPr bwMode="auto">
          <a:xfrm>
            <a:off x="7534276" y="231370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9" name="Rectangle 332"/>
          <p:cNvSpPr>
            <a:spLocks noChangeArrowheads="1"/>
          </p:cNvSpPr>
          <p:nvPr/>
        </p:nvSpPr>
        <p:spPr bwMode="auto">
          <a:xfrm>
            <a:off x="7611879" y="2381476"/>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1.1.1.9</a:t>
            </a:r>
            <a:endParaRPr lang="en-US" altLang="zh-CN" sz="1050" b="1" dirty="0">
              <a:latin typeface="微软雅黑" panose="020B0503020204020204" pitchFamily="34" charset="-122"/>
              <a:ea typeface="微软雅黑" panose="020B0503020204020204" pitchFamily="34" charset="-122"/>
            </a:endParaRPr>
          </a:p>
        </p:txBody>
      </p:sp>
      <p:sp>
        <p:nvSpPr>
          <p:cNvPr id="450" name="Rectangle 334"/>
          <p:cNvSpPr>
            <a:spLocks noChangeArrowheads="1"/>
          </p:cNvSpPr>
          <p:nvPr/>
        </p:nvSpPr>
        <p:spPr bwMode="auto">
          <a:xfrm>
            <a:off x="6921131" y="336642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1.1.1.12</a:t>
            </a:r>
            <a:endParaRPr lang="en-US" altLang="zh-CN" sz="1050" b="1" dirty="0">
              <a:latin typeface="微软雅黑" panose="020B0503020204020204" pitchFamily="34" charset="-122"/>
              <a:ea typeface="微软雅黑" panose="020B0503020204020204" pitchFamily="34" charset="-122"/>
            </a:endParaRPr>
          </a:p>
        </p:txBody>
      </p:sp>
      <p:sp>
        <p:nvSpPr>
          <p:cNvPr id="451" name="Rectangle 335"/>
          <p:cNvSpPr>
            <a:spLocks noChangeArrowheads="1"/>
          </p:cNvSpPr>
          <p:nvPr/>
        </p:nvSpPr>
        <p:spPr bwMode="auto">
          <a:xfrm>
            <a:off x="5494415" y="360814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2" name="Rectangle 336"/>
          <p:cNvSpPr>
            <a:spLocks noChangeArrowheads="1"/>
          </p:cNvSpPr>
          <p:nvPr/>
        </p:nvSpPr>
        <p:spPr bwMode="auto">
          <a:xfrm>
            <a:off x="5893152" y="335399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1.1.1.11</a:t>
            </a:r>
            <a:endParaRPr lang="en-US" altLang="zh-CN" sz="1050" b="1" dirty="0">
              <a:latin typeface="微软雅黑" panose="020B0503020204020204" pitchFamily="34" charset="-122"/>
              <a:ea typeface="微软雅黑" panose="020B0503020204020204" pitchFamily="34" charset="-122"/>
            </a:endParaRPr>
          </a:p>
        </p:txBody>
      </p:sp>
      <p:sp>
        <p:nvSpPr>
          <p:cNvPr id="453" name="Oval 337"/>
          <p:cNvSpPr>
            <a:spLocks noChangeArrowheads="1"/>
          </p:cNvSpPr>
          <p:nvPr/>
        </p:nvSpPr>
        <p:spPr bwMode="auto">
          <a:xfrm>
            <a:off x="6821988" y="343984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4" name="Rectangle 338"/>
          <p:cNvSpPr>
            <a:spLocks noChangeArrowheads="1"/>
          </p:cNvSpPr>
          <p:nvPr/>
        </p:nvSpPr>
        <p:spPr bwMode="auto">
          <a:xfrm>
            <a:off x="6397940" y="224706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5" name="Rectangle 339"/>
          <p:cNvSpPr>
            <a:spLocks noChangeArrowheads="1"/>
          </p:cNvSpPr>
          <p:nvPr/>
        </p:nvSpPr>
        <p:spPr bwMode="auto">
          <a:xfrm>
            <a:off x="6587986" y="2058318"/>
            <a:ext cx="70224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solidFill>
                  <a:srgbClr val="C00000"/>
                </a:solidFill>
                <a:latin typeface="微软雅黑" panose="020B0503020204020204" pitchFamily="34" charset="-122"/>
                <a:ea typeface="微软雅黑" panose="020B0503020204020204" pitchFamily="34" charset="-122"/>
              </a:rPr>
              <a:t>1.1.1.8/29</a:t>
            </a:r>
          </a:p>
        </p:txBody>
      </p:sp>
      <p:sp>
        <p:nvSpPr>
          <p:cNvPr id="456" name="Rectangle 340"/>
          <p:cNvSpPr>
            <a:spLocks noChangeArrowheads="1"/>
          </p:cNvSpPr>
          <p:nvPr/>
        </p:nvSpPr>
        <p:spPr bwMode="auto">
          <a:xfrm>
            <a:off x="6433047" y="209683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7" name="Oval 396"/>
          <p:cNvSpPr>
            <a:spLocks noChangeArrowheads="1"/>
          </p:cNvSpPr>
          <p:nvPr/>
        </p:nvSpPr>
        <p:spPr bwMode="auto">
          <a:xfrm>
            <a:off x="4635235" y="30863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8" name="Oval 397"/>
          <p:cNvSpPr>
            <a:spLocks noChangeArrowheads="1"/>
          </p:cNvSpPr>
          <p:nvPr/>
        </p:nvSpPr>
        <p:spPr bwMode="auto">
          <a:xfrm>
            <a:off x="5441756" y="308291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9" name="Oval 398"/>
          <p:cNvSpPr>
            <a:spLocks noChangeArrowheads="1"/>
          </p:cNvSpPr>
          <p:nvPr/>
        </p:nvSpPr>
        <p:spPr bwMode="auto">
          <a:xfrm>
            <a:off x="5641308" y="289992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0" name="Oval 399"/>
          <p:cNvSpPr>
            <a:spLocks noChangeArrowheads="1"/>
          </p:cNvSpPr>
          <p:nvPr/>
        </p:nvSpPr>
        <p:spPr bwMode="auto">
          <a:xfrm>
            <a:off x="5215413" y="229789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1" name="Oval 400"/>
          <p:cNvSpPr>
            <a:spLocks noChangeArrowheads="1"/>
          </p:cNvSpPr>
          <p:nvPr/>
        </p:nvSpPr>
        <p:spPr bwMode="auto">
          <a:xfrm>
            <a:off x="4411663" y="284232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2" name="Oval 401"/>
          <p:cNvSpPr>
            <a:spLocks noChangeArrowheads="1"/>
          </p:cNvSpPr>
          <p:nvPr/>
        </p:nvSpPr>
        <p:spPr bwMode="auto">
          <a:xfrm>
            <a:off x="4891142" y="231031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3" name="Rectangle 402"/>
          <p:cNvSpPr>
            <a:spLocks noChangeArrowheads="1"/>
          </p:cNvSpPr>
          <p:nvPr/>
        </p:nvSpPr>
        <p:spPr bwMode="auto">
          <a:xfrm>
            <a:off x="5298559" y="212733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4" name="Rectangle 403"/>
          <p:cNvSpPr>
            <a:spLocks noChangeArrowheads="1"/>
          </p:cNvSpPr>
          <p:nvPr/>
        </p:nvSpPr>
        <p:spPr bwMode="auto">
          <a:xfrm>
            <a:off x="5308722" y="221091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1.1.1.24</a:t>
            </a:r>
            <a:endParaRPr lang="en-US" altLang="zh-CN" sz="1050" b="1" dirty="0">
              <a:latin typeface="微软雅黑" panose="020B0503020204020204" pitchFamily="34" charset="-122"/>
              <a:ea typeface="微软雅黑" panose="020B0503020204020204" pitchFamily="34" charset="-122"/>
            </a:endParaRPr>
          </a:p>
        </p:txBody>
      </p:sp>
      <p:sp>
        <p:nvSpPr>
          <p:cNvPr id="465" name="Rectangle 404"/>
          <p:cNvSpPr>
            <a:spLocks noChangeArrowheads="1"/>
          </p:cNvSpPr>
          <p:nvPr/>
        </p:nvSpPr>
        <p:spPr bwMode="auto">
          <a:xfrm>
            <a:off x="4371938" y="220188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6" name="Rectangle 405"/>
          <p:cNvSpPr>
            <a:spLocks noChangeArrowheads="1"/>
          </p:cNvSpPr>
          <p:nvPr/>
        </p:nvSpPr>
        <p:spPr bwMode="auto">
          <a:xfrm>
            <a:off x="4362649" y="219510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1.1.1.26</a:t>
            </a:r>
            <a:endParaRPr lang="en-US" altLang="zh-CN" sz="1050" b="1" dirty="0">
              <a:latin typeface="微软雅黑" panose="020B0503020204020204" pitchFamily="34" charset="-122"/>
              <a:ea typeface="微软雅黑" panose="020B0503020204020204" pitchFamily="34" charset="-122"/>
            </a:endParaRPr>
          </a:p>
        </p:txBody>
      </p:sp>
      <p:sp>
        <p:nvSpPr>
          <p:cNvPr id="467" name="Rectangle 406"/>
          <p:cNvSpPr>
            <a:spLocks noChangeArrowheads="1"/>
          </p:cNvSpPr>
          <p:nvPr/>
        </p:nvSpPr>
        <p:spPr bwMode="auto">
          <a:xfrm>
            <a:off x="4015332" y="253961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8" name="Rectangle 407"/>
          <p:cNvSpPr>
            <a:spLocks noChangeArrowheads="1"/>
          </p:cNvSpPr>
          <p:nvPr/>
        </p:nvSpPr>
        <p:spPr bwMode="auto">
          <a:xfrm>
            <a:off x="3944777" y="267443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1.1.1.27</a:t>
            </a:r>
            <a:endParaRPr lang="en-US" altLang="zh-CN" sz="1050" b="1" dirty="0">
              <a:latin typeface="微软雅黑" panose="020B0503020204020204" pitchFamily="34" charset="-122"/>
              <a:ea typeface="微软雅黑" panose="020B0503020204020204" pitchFamily="34" charset="-122"/>
            </a:endParaRPr>
          </a:p>
        </p:txBody>
      </p:sp>
      <p:sp>
        <p:nvSpPr>
          <p:cNvPr id="469" name="Rectangle 408"/>
          <p:cNvSpPr>
            <a:spLocks noChangeArrowheads="1"/>
          </p:cNvSpPr>
          <p:nvPr/>
        </p:nvSpPr>
        <p:spPr bwMode="auto">
          <a:xfrm>
            <a:off x="5631145" y="247183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0" name="Rectangle 409"/>
          <p:cNvSpPr>
            <a:spLocks noChangeArrowheads="1"/>
          </p:cNvSpPr>
          <p:nvPr/>
        </p:nvSpPr>
        <p:spPr bwMode="auto">
          <a:xfrm>
            <a:off x="5693967" y="2774551"/>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1.1.1.25</a:t>
            </a:r>
            <a:endParaRPr lang="en-US" altLang="zh-CN" sz="1050" b="1">
              <a:latin typeface="微软雅黑" panose="020B0503020204020204" pitchFamily="34" charset="-122"/>
              <a:ea typeface="微软雅黑" panose="020B0503020204020204" pitchFamily="34" charset="-122"/>
            </a:endParaRPr>
          </a:p>
        </p:txBody>
      </p:sp>
      <p:sp>
        <p:nvSpPr>
          <p:cNvPr id="471" name="Rectangle 410"/>
          <p:cNvSpPr>
            <a:spLocks noChangeArrowheads="1"/>
          </p:cNvSpPr>
          <p:nvPr/>
        </p:nvSpPr>
        <p:spPr bwMode="auto">
          <a:xfrm>
            <a:off x="5366924" y="292590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2" name="Rectangle 411"/>
          <p:cNvSpPr>
            <a:spLocks noChangeArrowheads="1"/>
          </p:cNvSpPr>
          <p:nvPr/>
        </p:nvSpPr>
        <p:spPr bwMode="auto">
          <a:xfrm>
            <a:off x="5295788" y="3158590"/>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1.1.1.29</a:t>
            </a:r>
            <a:endParaRPr lang="en-US" altLang="zh-CN" sz="1050" b="1" dirty="0">
              <a:latin typeface="微软雅黑" panose="020B0503020204020204" pitchFamily="34" charset="-122"/>
              <a:ea typeface="微软雅黑" panose="020B0503020204020204" pitchFamily="34" charset="-122"/>
            </a:endParaRPr>
          </a:p>
        </p:txBody>
      </p:sp>
      <p:sp>
        <p:nvSpPr>
          <p:cNvPr id="473" name="Rectangle 412"/>
          <p:cNvSpPr>
            <a:spLocks noChangeArrowheads="1"/>
          </p:cNvSpPr>
          <p:nvPr/>
        </p:nvSpPr>
        <p:spPr bwMode="auto">
          <a:xfrm>
            <a:off x="4505896" y="292590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4" name="Rectangle 413"/>
          <p:cNvSpPr>
            <a:spLocks noChangeArrowheads="1"/>
          </p:cNvSpPr>
          <p:nvPr/>
        </p:nvSpPr>
        <p:spPr bwMode="auto">
          <a:xfrm>
            <a:off x="4419054" y="314955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1.1.1.28</a:t>
            </a:r>
            <a:endParaRPr lang="en-US" altLang="zh-CN" sz="1050" b="1" dirty="0">
              <a:latin typeface="微软雅黑" panose="020B0503020204020204" pitchFamily="34" charset="-122"/>
              <a:ea typeface="微软雅黑" panose="020B0503020204020204" pitchFamily="34" charset="-122"/>
            </a:endParaRPr>
          </a:p>
        </p:txBody>
      </p:sp>
      <p:sp>
        <p:nvSpPr>
          <p:cNvPr id="475" name="Rectangle 414"/>
          <p:cNvSpPr>
            <a:spLocks noChangeArrowheads="1"/>
          </p:cNvSpPr>
          <p:nvPr/>
        </p:nvSpPr>
        <p:spPr bwMode="auto">
          <a:xfrm>
            <a:off x="2822591" y="243169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6" name="Rectangle 415"/>
          <p:cNvSpPr>
            <a:spLocks noChangeArrowheads="1"/>
          </p:cNvSpPr>
          <p:nvPr/>
        </p:nvSpPr>
        <p:spPr bwMode="auto">
          <a:xfrm>
            <a:off x="2852904" y="2455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1.1.1.17</a:t>
            </a:r>
            <a:endParaRPr lang="en-US" altLang="zh-CN" sz="1050" b="1" dirty="0">
              <a:latin typeface="微软雅黑" panose="020B0503020204020204" pitchFamily="34" charset="-122"/>
              <a:ea typeface="微软雅黑" panose="020B0503020204020204" pitchFamily="34" charset="-122"/>
            </a:endParaRPr>
          </a:p>
        </p:txBody>
      </p:sp>
      <p:sp>
        <p:nvSpPr>
          <p:cNvPr id="477" name="Rectangle 416"/>
          <p:cNvSpPr>
            <a:spLocks noChangeArrowheads="1"/>
          </p:cNvSpPr>
          <p:nvPr/>
        </p:nvSpPr>
        <p:spPr bwMode="auto">
          <a:xfrm>
            <a:off x="3801922" y="295866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8" name="Rectangle 417"/>
          <p:cNvSpPr>
            <a:spLocks noChangeArrowheads="1"/>
          </p:cNvSpPr>
          <p:nvPr/>
        </p:nvSpPr>
        <p:spPr bwMode="auto">
          <a:xfrm>
            <a:off x="3631876" y="3129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1.1.1.19</a:t>
            </a:r>
            <a:endParaRPr lang="en-US" altLang="zh-CN" sz="1050" b="1" dirty="0">
              <a:latin typeface="微软雅黑" panose="020B0503020204020204" pitchFamily="34" charset="-122"/>
              <a:ea typeface="微软雅黑" panose="020B0503020204020204" pitchFamily="34" charset="-122"/>
            </a:endParaRPr>
          </a:p>
        </p:txBody>
      </p:sp>
      <p:sp>
        <p:nvSpPr>
          <p:cNvPr id="479" name="Rectangle 418"/>
          <p:cNvSpPr>
            <a:spLocks noChangeArrowheads="1"/>
          </p:cNvSpPr>
          <p:nvPr/>
        </p:nvSpPr>
        <p:spPr bwMode="auto">
          <a:xfrm>
            <a:off x="2822591" y="316476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0" name="Rectangle 419"/>
          <p:cNvSpPr>
            <a:spLocks noChangeArrowheads="1"/>
          </p:cNvSpPr>
          <p:nvPr/>
        </p:nvSpPr>
        <p:spPr bwMode="auto">
          <a:xfrm>
            <a:off x="2922380" y="301761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1.1.1.18</a:t>
            </a:r>
            <a:endParaRPr lang="en-US" altLang="zh-CN" sz="1050" b="1" dirty="0">
              <a:latin typeface="微软雅黑" panose="020B0503020204020204" pitchFamily="34" charset="-122"/>
              <a:ea typeface="微软雅黑" panose="020B0503020204020204" pitchFamily="34" charset="-122"/>
            </a:endParaRPr>
          </a:p>
        </p:txBody>
      </p:sp>
      <p:sp>
        <p:nvSpPr>
          <p:cNvPr id="481" name="Oval 421"/>
          <p:cNvSpPr>
            <a:spLocks noChangeArrowheads="1"/>
          </p:cNvSpPr>
          <p:nvPr/>
        </p:nvSpPr>
        <p:spPr bwMode="auto">
          <a:xfrm>
            <a:off x="3416419" y="250429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2" name="Rectangle 423"/>
          <p:cNvSpPr>
            <a:spLocks noChangeArrowheads="1"/>
          </p:cNvSpPr>
          <p:nvPr/>
        </p:nvSpPr>
        <p:spPr bwMode="auto">
          <a:xfrm>
            <a:off x="4322974" y="298803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3" name="Rectangle 424"/>
          <p:cNvSpPr>
            <a:spLocks noChangeArrowheads="1"/>
          </p:cNvSpPr>
          <p:nvPr/>
        </p:nvSpPr>
        <p:spPr bwMode="auto">
          <a:xfrm>
            <a:off x="4477257" y="287395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3</a:t>
            </a:r>
          </a:p>
        </p:txBody>
      </p:sp>
      <p:sp>
        <p:nvSpPr>
          <p:cNvPr id="484" name="Rectangle 427"/>
          <p:cNvSpPr>
            <a:spLocks noChangeArrowheads="1"/>
          </p:cNvSpPr>
          <p:nvPr/>
        </p:nvSpPr>
        <p:spPr bwMode="auto">
          <a:xfrm>
            <a:off x="5454690" y="287282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2</a:t>
            </a:r>
          </a:p>
        </p:txBody>
      </p:sp>
      <p:sp>
        <p:nvSpPr>
          <p:cNvPr id="485" name="Rectangle 429"/>
          <p:cNvSpPr>
            <a:spLocks noChangeArrowheads="1"/>
          </p:cNvSpPr>
          <p:nvPr/>
        </p:nvSpPr>
        <p:spPr bwMode="auto">
          <a:xfrm>
            <a:off x="3287338" y="188561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6" name="Rectangle 430"/>
          <p:cNvSpPr>
            <a:spLocks noChangeArrowheads="1"/>
          </p:cNvSpPr>
          <p:nvPr/>
        </p:nvSpPr>
        <p:spPr bwMode="auto">
          <a:xfrm>
            <a:off x="3330759" y="1837347"/>
            <a:ext cx="76302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solidFill>
                  <a:srgbClr val="C00000"/>
                </a:solidFill>
                <a:latin typeface="微软雅黑" panose="020B0503020204020204" pitchFamily="34" charset="-122"/>
                <a:ea typeface="微软雅黑" panose="020B0503020204020204" pitchFamily="34" charset="-122"/>
              </a:rPr>
              <a:t>1.1.1.16/29</a:t>
            </a:r>
          </a:p>
        </p:txBody>
      </p:sp>
      <p:sp>
        <p:nvSpPr>
          <p:cNvPr id="487" name="Rectangle 431"/>
          <p:cNvSpPr>
            <a:spLocks noChangeArrowheads="1"/>
          </p:cNvSpPr>
          <p:nvPr/>
        </p:nvSpPr>
        <p:spPr bwMode="auto">
          <a:xfrm>
            <a:off x="3303044" y="173312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8" name="Rectangle 432"/>
          <p:cNvSpPr>
            <a:spLocks noChangeArrowheads="1"/>
          </p:cNvSpPr>
          <p:nvPr/>
        </p:nvSpPr>
        <p:spPr bwMode="auto">
          <a:xfrm>
            <a:off x="3345541" y="168486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89" name="Rectangle 434"/>
          <p:cNvSpPr>
            <a:spLocks noChangeArrowheads="1"/>
          </p:cNvSpPr>
          <p:nvPr/>
        </p:nvSpPr>
        <p:spPr bwMode="auto">
          <a:xfrm>
            <a:off x="5013090" y="265369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0" name="Rectangle 438"/>
          <p:cNvSpPr>
            <a:spLocks noChangeArrowheads="1"/>
          </p:cNvSpPr>
          <p:nvPr/>
        </p:nvSpPr>
        <p:spPr bwMode="auto">
          <a:xfrm>
            <a:off x="5509197" y="247183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N</a:t>
            </a:r>
            <a:r>
              <a:rPr lang="en-US" altLang="zh-CN" sz="1050" b="1" baseline="-25000">
                <a:solidFill>
                  <a:srgbClr val="000000"/>
                </a:solidFill>
                <a:latin typeface="微软雅黑" panose="020B0503020204020204" pitchFamily="34" charset="-122"/>
                <a:ea typeface="微软雅黑" panose="020B0503020204020204" pitchFamily="34" charset="-122"/>
              </a:rPr>
              <a:t>1</a:t>
            </a:r>
            <a:endParaRPr lang="en-US" altLang="zh-CN" sz="1050" b="1" baseline="-25000">
              <a:latin typeface="微软雅黑" panose="020B0503020204020204" pitchFamily="34" charset="-122"/>
              <a:ea typeface="微软雅黑" panose="020B0503020204020204" pitchFamily="34" charset="-122"/>
            </a:endParaRPr>
          </a:p>
        </p:txBody>
      </p:sp>
      <p:sp>
        <p:nvSpPr>
          <p:cNvPr id="491" name="Rectangle 440"/>
          <p:cNvSpPr>
            <a:spLocks noChangeArrowheads="1"/>
          </p:cNvSpPr>
          <p:nvPr/>
        </p:nvSpPr>
        <p:spPr bwMode="auto">
          <a:xfrm>
            <a:off x="4692514" y="250120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2" name="Rectangle 441"/>
          <p:cNvSpPr>
            <a:spLocks noChangeArrowheads="1"/>
          </p:cNvSpPr>
          <p:nvPr/>
        </p:nvSpPr>
        <p:spPr bwMode="auto">
          <a:xfrm>
            <a:off x="3823412" y="2428183"/>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493" name="Rectangle 444"/>
          <p:cNvSpPr>
            <a:spLocks noChangeArrowheads="1"/>
          </p:cNvSpPr>
          <p:nvPr/>
        </p:nvSpPr>
        <p:spPr bwMode="auto">
          <a:xfrm>
            <a:off x="4848006" y="334539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1.1.1.28/31</a:t>
            </a:r>
            <a:endParaRPr lang="en-US" altLang="zh-CN" sz="1000" b="1" u="sng" dirty="0">
              <a:latin typeface="微软雅黑" panose="020B0503020204020204" pitchFamily="34" charset="-122"/>
              <a:ea typeface="微软雅黑" panose="020B0503020204020204" pitchFamily="34" charset="-122"/>
            </a:endParaRPr>
          </a:p>
        </p:txBody>
      </p:sp>
      <p:sp>
        <p:nvSpPr>
          <p:cNvPr id="494" name="Rectangle 445"/>
          <p:cNvSpPr>
            <a:spLocks noChangeArrowheads="1"/>
          </p:cNvSpPr>
          <p:nvPr/>
        </p:nvSpPr>
        <p:spPr bwMode="auto">
          <a:xfrm>
            <a:off x="4834787" y="250120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Rectangle 446"/>
          <p:cNvSpPr>
            <a:spLocks noChangeArrowheads="1"/>
          </p:cNvSpPr>
          <p:nvPr/>
        </p:nvSpPr>
        <p:spPr bwMode="auto">
          <a:xfrm>
            <a:off x="3993712" y="2436809"/>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1.1.1.26/31</a:t>
            </a:r>
            <a:endParaRPr lang="en-US" altLang="zh-CN" sz="1000" b="1" u="sng" dirty="0">
              <a:latin typeface="微软雅黑" panose="020B0503020204020204" pitchFamily="34" charset="-122"/>
              <a:ea typeface="微软雅黑" panose="020B0503020204020204" pitchFamily="34" charset="-122"/>
            </a:endParaRPr>
          </a:p>
        </p:txBody>
      </p:sp>
      <p:sp>
        <p:nvSpPr>
          <p:cNvPr id="496" name="Rectangle 448"/>
          <p:cNvSpPr>
            <a:spLocks noChangeArrowheads="1"/>
          </p:cNvSpPr>
          <p:nvPr/>
        </p:nvSpPr>
        <p:spPr bwMode="auto">
          <a:xfrm>
            <a:off x="5685974" y="247974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1.1.1.24/31</a:t>
            </a:r>
            <a:endParaRPr lang="en-US" altLang="zh-CN" sz="1000" b="1" u="sng" dirty="0">
              <a:latin typeface="微软雅黑" panose="020B0503020204020204" pitchFamily="34" charset="-122"/>
              <a:ea typeface="微软雅黑" panose="020B0503020204020204" pitchFamily="34" charset="-122"/>
            </a:endParaRPr>
          </a:p>
        </p:txBody>
      </p:sp>
      <p:sp>
        <p:nvSpPr>
          <p:cNvPr id="497" name="Rectangle 435"/>
          <p:cNvSpPr>
            <a:spLocks noChangeArrowheads="1"/>
          </p:cNvSpPr>
          <p:nvPr/>
        </p:nvSpPr>
        <p:spPr bwMode="auto">
          <a:xfrm>
            <a:off x="4669080" y="333748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98" name="Line 460"/>
          <p:cNvSpPr>
            <a:spLocks noChangeShapeType="1"/>
          </p:cNvSpPr>
          <p:nvPr/>
        </p:nvSpPr>
        <p:spPr bwMode="auto">
          <a:xfrm>
            <a:off x="5843630" y="306258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Oval 29"/>
          <p:cNvSpPr>
            <a:spLocks noChangeArrowheads="1"/>
          </p:cNvSpPr>
          <p:nvPr/>
        </p:nvSpPr>
        <p:spPr bwMode="auto">
          <a:xfrm>
            <a:off x="5969274" y="303434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Rectangle 341"/>
          <p:cNvSpPr>
            <a:spLocks noChangeArrowheads="1"/>
          </p:cNvSpPr>
          <p:nvPr/>
        </p:nvSpPr>
        <p:spPr bwMode="auto">
          <a:xfrm>
            <a:off x="6650808" y="1896077"/>
            <a:ext cx="468706" cy="162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501" name="Rectangle 323"/>
          <p:cNvSpPr>
            <a:spLocks noChangeArrowheads="1"/>
          </p:cNvSpPr>
          <p:nvPr/>
        </p:nvSpPr>
        <p:spPr bwMode="auto">
          <a:xfrm>
            <a:off x="3856420" y="115768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1</a:t>
            </a:r>
            <a:endParaRPr lang="en-US" altLang="zh-CN" sz="1050" b="1" baseline="-25000" dirty="0">
              <a:latin typeface="微软雅黑" panose="020B0503020204020204" pitchFamily="34" charset="-122"/>
              <a:ea typeface="微软雅黑" panose="020B0503020204020204" pitchFamily="34" charset="-122"/>
            </a:endParaRPr>
          </a:p>
        </p:txBody>
      </p:sp>
      <p:sp>
        <p:nvSpPr>
          <p:cNvPr id="502" name="Line 471"/>
          <p:cNvSpPr>
            <a:spLocks noChangeShapeType="1"/>
          </p:cNvSpPr>
          <p:nvPr/>
        </p:nvSpPr>
        <p:spPr bwMode="auto">
          <a:xfrm>
            <a:off x="4586271" y="147446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3" name="Oval 316"/>
          <p:cNvSpPr>
            <a:spLocks noChangeArrowheads="1"/>
          </p:cNvSpPr>
          <p:nvPr/>
        </p:nvSpPr>
        <p:spPr bwMode="auto">
          <a:xfrm>
            <a:off x="4700829" y="155127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 name="Group 201"/>
          <p:cNvGrpSpPr>
            <a:grpSpLocks/>
          </p:cNvGrpSpPr>
          <p:nvPr/>
        </p:nvGrpSpPr>
        <p:grpSpPr bwMode="auto">
          <a:xfrm>
            <a:off x="4419054" y="1270022"/>
            <a:ext cx="244820" cy="264309"/>
            <a:chOff x="1813" y="593"/>
            <a:chExt cx="343" cy="352"/>
          </a:xfrm>
        </p:grpSpPr>
        <p:grpSp>
          <p:nvGrpSpPr>
            <p:cNvPr id="192" name="Group 202"/>
            <p:cNvGrpSpPr>
              <a:grpSpLocks/>
            </p:cNvGrpSpPr>
            <p:nvPr/>
          </p:nvGrpSpPr>
          <p:grpSpPr bwMode="auto">
            <a:xfrm>
              <a:off x="1821" y="599"/>
              <a:ext cx="335" cy="346"/>
              <a:chOff x="1821" y="599"/>
              <a:chExt cx="335" cy="346"/>
            </a:xfrm>
          </p:grpSpPr>
          <p:sp>
            <p:nvSpPr>
              <p:cNvPr id="519" name="Freeform 203"/>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0" name="Freeform 204"/>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1" name="Freeform 205"/>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2" name="Freeform 206"/>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3" name="Rectangle 207"/>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4" name="Rectangle 208"/>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5" name="Rectangle 209"/>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6" name="Line 210"/>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 name="Group 211"/>
              <p:cNvGrpSpPr>
                <a:grpSpLocks/>
              </p:cNvGrpSpPr>
              <p:nvPr/>
            </p:nvGrpSpPr>
            <p:grpSpPr bwMode="auto">
              <a:xfrm>
                <a:off x="1821" y="895"/>
                <a:ext cx="335" cy="50"/>
                <a:chOff x="1821" y="895"/>
                <a:chExt cx="335" cy="50"/>
              </a:xfrm>
            </p:grpSpPr>
            <p:sp>
              <p:nvSpPr>
                <p:cNvPr id="528" name="Freeform 212"/>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9" name="Freeform 213"/>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0" name="Rectangle 214"/>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4" name="Group 215"/>
            <p:cNvGrpSpPr>
              <a:grpSpLocks/>
            </p:cNvGrpSpPr>
            <p:nvPr/>
          </p:nvGrpSpPr>
          <p:grpSpPr bwMode="auto">
            <a:xfrm>
              <a:off x="1813" y="593"/>
              <a:ext cx="335" cy="346"/>
              <a:chOff x="1813" y="593"/>
              <a:chExt cx="335" cy="346"/>
            </a:xfrm>
          </p:grpSpPr>
          <p:sp>
            <p:nvSpPr>
              <p:cNvPr id="507" name="Freeform 216"/>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Freeform 217"/>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Freeform 218"/>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Freeform 219"/>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Rectangle 220"/>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2" name="Rectangle 221"/>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3" name="Rectangle 222"/>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4" name="Line 223"/>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 name="Group 224"/>
              <p:cNvGrpSpPr>
                <a:grpSpLocks/>
              </p:cNvGrpSpPr>
              <p:nvPr/>
            </p:nvGrpSpPr>
            <p:grpSpPr bwMode="auto">
              <a:xfrm>
                <a:off x="1813" y="888"/>
                <a:ext cx="335" cy="51"/>
                <a:chOff x="1813" y="888"/>
                <a:chExt cx="335" cy="51"/>
              </a:xfrm>
            </p:grpSpPr>
            <p:sp>
              <p:nvSpPr>
                <p:cNvPr id="516" name="Freeform 225"/>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7" name="Freeform 226"/>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8" name="Rectangle 227"/>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31" name="Line 472"/>
          <p:cNvSpPr>
            <a:spLocks noChangeShapeType="1"/>
          </p:cNvSpPr>
          <p:nvPr/>
        </p:nvSpPr>
        <p:spPr bwMode="auto">
          <a:xfrm flipH="1">
            <a:off x="5256986" y="159758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2" name="Line 473"/>
          <p:cNvSpPr>
            <a:spLocks noChangeShapeType="1"/>
          </p:cNvSpPr>
          <p:nvPr/>
        </p:nvSpPr>
        <p:spPr bwMode="auto">
          <a:xfrm>
            <a:off x="5131343" y="141347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Oval 317"/>
          <p:cNvSpPr>
            <a:spLocks noChangeArrowheads="1"/>
          </p:cNvSpPr>
          <p:nvPr/>
        </p:nvSpPr>
        <p:spPr bwMode="auto">
          <a:xfrm>
            <a:off x="5547075" y="164728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96" name="Group 230"/>
          <p:cNvGrpSpPr>
            <a:grpSpLocks/>
          </p:cNvGrpSpPr>
          <p:nvPr/>
        </p:nvGrpSpPr>
        <p:grpSpPr bwMode="auto">
          <a:xfrm>
            <a:off x="5005699" y="1189825"/>
            <a:ext cx="244820" cy="264309"/>
            <a:chOff x="2868" y="593"/>
            <a:chExt cx="343" cy="352"/>
          </a:xfrm>
        </p:grpSpPr>
        <p:grpSp>
          <p:nvGrpSpPr>
            <p:cNvPr id="197" name="Group 231"/>
            <p:cNvGrpSpPr>
              <a:grpSpLocks/>
            </p:cNvGrpSpPr>
            <p:nvPr/>
          </p:nvGrpSpPr>
          <p:grpSpPr bwMode="auto">
            <a:xfrm>
              <a:off x="2877" y="599"/>
              <a:ext cx="334" cy="346"/>
              <a:chOff x="2877" y="599"/>
              <a:chExt cx="334" cy="346"/>
            </a:xfrm>
          </p:grpSpPr>
          <p:sp>
            <p:nvSpPr>
              <p:cNvPr id="549" name="Freeform 232"/>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Freeform 233"/>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34"/>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35"/>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Rectangle 236"/>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4" name="Rectangle 237"/>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5" name="Rectangle 238"/>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6" name="Line 239"/>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8" name="Group 240"/>
              <p:cNvGrpSpPr>
                <a:grpSpLocks/>
              </p:cNvGrpSpPr>
              <p:nvPr/>
            </p:nvGrpSpPr>
            <p:grpSpPr bwMode="auto">
              <a:xfrm>
                <a:off x="2877" y="895"/>
                <a:ext cx="334" cy="50"/>
                <a:chOff x="2877" y="895"/>
                <a:chExt cx="334" cy="50"/>
              </a:xfrm>
            </p:grpSpPr>
            <p:sp>
              <p:nvSpPr>
                <p:cNvPr id="558" name="Freeform 241"/>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42"/>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Rectangle 243"/>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44"/>
            <p:cNvGrpSpPr>
              <a:grpSpLocks/>
            </p:cNvGrpSpPr>
            <p:nvPr/>
          </p:nvGrpSpPr>
          <p:grpSpPr bwMode="auto">
            <a:xfrm>
              <a:off x="2868" y="593"/>
              <a:ext cx="335" cy="346"/>
              <a:chOff x="2868" y="593"/>
              <a:chExt cx="335" cy="346"/>
            </a:xfrm>
          </p:grpSpPr>
          <p:sp>
            <p:nvSpPr>
              <p:cNvPr id="537" name="Freeform 245"/>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46"/>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47"/>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48"/>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Rectangle 249"/>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2" name="Rectangle 250"/>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3" name="Rectangle 251"/>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4" name="Line 252"/>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0" name="Group 253"/>
              <p:cNvGrpSpPr>
                <a:grpSpLocks/>
              </p:cNvGrpSpPr>
              <p:nvPr/>
            </p:nvGrpSpPr>
            <p:grpSpPr bwMode="auto">
              <a:xfrm>
                <a:off x="2868" y="888"/>
                <a:ext cx="335" cy="51"/>
                <a:chOff x="2868" y="888"/>
                <a:chExt cx="335" cy="51"/>
              </a:xfrm>
            </p:grpSpPr>
            <p:sp>
              <p:nvSpPr>
                <p:cNvPr id="546" name="Freeform 254"/>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7" name="Freeform 255"/>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Rectangle 256"/>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61" name="Oval 318"/>
          <p:cNvSpPr>
            <a:spLocks noChangeArrowheads="1"/>
          </p:cNvSpPr>
          <p:nvPr/>
        </p:nvSpPr>
        <p:spPr bwMode="auto">
          <a:xfrm>
            <a:off x="5110094" y="154675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1" name="Group 257"/>
          <p:cNvGrpSpPr>
            <a:grpSpLocks/>
          </p:cNvGrpSpPr>
          <p:nvPr/>
        </p:nvGrpSpPr>
        <p:grpSpPr bwMode="auto">
          <a:xfrm>
            <a:off x="5667175" y="1401047"/>
            <a:ext cx="244820" cy="264309"/>
            <a:chOff x="3915" y="593"/>
            <a:chExt cx="343" cy="352"/>
          </a:xfrm>
        </p:grpSpPr>
        <p:grpSp>
          <p:nvGrpSpPr>
            <p:cNvPr id="202" name="Group 258"/>
            <p:cNvGrpSpPr>
              <a:grpSpLocks/>
            </p:cNvGrpSpPr>
            <p:nvPr/>
          </p:nvGrpSpPr>
          <p:grpSpPr bwMode="auto">
            <a:xfrm>
              <a:off x="3924" y="599"/>
              <a:ext cx="334" cy="346"/>
              <a:chOff x="3924" y="599"/>
              <a:chExt cx="334" cy="346"/>
            </a:xfrm>
          </p:grpSpPr>
          <p:sp>
            <p:nvSpPr>
              <p:cNvPr id="577" name="Freeform 259"/>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8" name="Freeform 260"/>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9" name="Freeform 261"/>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0" name="Freeform 262"/>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1" name="Rectangle 263"/>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2" name="Rectangle 264"/>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3" name="Rectangle 265"/>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4" name="Line 266"/>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3" name="Group 267"/>
              <p:cNvGrpSpPr>
                <a:grpSpLocks/>
              </p:cNvGrpSpPr>
              <p:nvPr/>
            </p:nvGrpSpPr>
            <p:grpSpPr bwMode="auto">
              <a:xfrm>
                <a:off x="3924" y="895"/>
                <a:ext cx="334" cy="50"/>
                <a:chOff x="3924" y="895"/>
                <a:chExt cx="334" cy="50"/>
              </a:xfrm>
            </p:grpSpPr>
            <p:sp>
              <p:nvSpPr>
                <p:cNvPr id="586" name="Freeform 268"/>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69"/>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8" name="Rectangle 270"/>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4" name="Group 271"/>
            <p:cNvGrpSpPr>
              <a:grpSpLocks/>
            </p:cNvGrpSpPr>
            <p:nvPr/>
          </p:nvGrpSpPr>
          <p:grpSpPr bwMode="auto">
            <a:xfrm>
              <a:off x="3915" y="593"/>
              <a:ext cx="335" cy="346"/>
              <a:chOff x="3915" y="593"/>
              <a:chExt cx="335" cy="346"/>
            </a:xfrm>
          </p:grpSpPr>
          <p:sp>
            <p:nvSpPr>
              <p:cNvPr id="565" name="Freeform 272"/>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6" name="Freeform 273"/>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74"/>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Freeform 275"/>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9" name="Rectangle 276"/>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0" name="Rectangle 277"/>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1" name="Rectangle 278"/>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2" name="Line 279"/>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5" name="Group 280"/>
              <p:cNvGrpSpPr>
                <a:grpSpLocks/>
              </p:cNvGrpSpPr>
              <p:nvPr/>
            </p:nvGrpSpPr>
            <p:grpSpPr bwMode="auto">
              <a:xfrm>
                <a:off x="3915" y="888"/>
                <a:ext cx="335" cy="51"/>
                <a:chOff x="3915" y="888"/>
                <a:chExt cx="335" cy="51"/>
              </a:xfrm>
            </p:grpSpPr>
            <p:sp>
              <p:nvSpPr>
                <p:cNvPr id="574" name="Freeform 281"/>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82"/>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6" name="Rectangle 283"/>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06" name="Group 370"/>
          <p:cNvGrpSpPr>
            <a:grpSpLocks/>
          </p:cNvGrpSpPr>
          <p:nvPr/>
        </p:nvGrpSpPr>
        <p:grpSpPr bwMode="auto">
          <a:xfrm>
            <a:off x="5578486" y="2981254"/>
            <a:ext cx="314109" cy="197668"/>
            <a:chOff x="3488" y="2569"/>
            <a:chExt cx="439" cy="262"/>
          </a:xfrm>
        </p:grpSpPr>
        <p:sp>
          <p:nvSpPr>
            <p:cNvPr id="590" name="Oval 371"/>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1" name="Rectangle 3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2" name="Rectangle 373"/>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3" name="Oval 374"/>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375"/>
            <p:cNvGrpSpPr>
              <a:grpSpLocks/>
            </p:cNvGrpSpPr>
            <p:nvPr/>
          </p:nvGrpSpPr>
          <p:grpSpPr bwMode="auto">
            <a:xfrm>
              <a:off x="3555" y="2587"/>
              <a:ext cx="304" cy="117"/>
              <a:chOff x="3555" y="2587"/>
              <a:chExt cx="304" cy="117"/>
            </a:xfrm>
          </p:grpSpPr>
          <p:grpSp>
            <p:nvGrpSpPr>
              <p:cNvPr id="208" name="Group 376"/>
              <p:cNvGrpSpPr>
                <a:grpSpLocks/>
              </p:cNvGrpSpPr>
              <p:nvPr/>
            </p:nvGrpSpPr>
            <p:grpSpPr bwMode="auto">
              <a:xfrm>
                <a:off x="3555" y="2587"/>
                <a:ext cx="301" cy="115"/>
                <a:chOff x="3555" y="2587"/>
                <a:chExt cx="301" cy="115"/>
              </a:xfrm>
            </p:grpSpPr>
            <p:sp>
              <p:nvSpPr>
                <p:cNvPr id="607" name="Freeform 3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8" name="Freeform 378"/>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9" name="Freeform 3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0" name="Freeform 380"/>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1" name="Freeform 3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2" name="Freeform 382"/>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3" name="Freeform 3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4" name="Freeform 384"/>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9" name="Group 385"/>
              <p:cNvGrpSpPr>
                <a:grpSpLocks/>
              </p:cNvGrpSpPr>
              <p:nvPr/>
            </p:nvGrpSpPr>
            <p:grpSpPr bwMode="auto">
              <a:xfrm>
                <a:off x="3557" y="2590"/>
                <a:ext cx="302" cy="114"/>
                <a:chOff x="3557" y="2590"/>
                <a:chExt cx="302" cy="114"/>
              </a:xfrm>
            </p:grpSpPr>
            <p:sp>
              <p:nvSpPr>
                <p:cNvPr id="599" name="Freeform 3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0" name="Freeform 387"/>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1" name="Freeform 3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2" name="Freeform 389"/>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3" name="Freeform 3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4" name="Freeform 391"/>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5" name="Freeform 3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6" name="Freeform 393"/>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595" name="Line 394"/>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6" name="Line 395"/>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15" name="Line 474"/>
          <p:cNvSpPr>
            <a:spLocks noChangeShapeType="1"/>
          </p:cNvSpPr>
          <p:nvPr/>
        </p:nvSpPr>
        <p:spPr bwMode="auto">
          <a:xfrm>
            <a:off x="3656878" y="295786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1" name="Group 344"/>
          <p:cNvGrpSpPr>
            <a:grpSpLocks/>
          </p:cNvGrpSpPr>
          <p:nvPr/>
        </p:nvGrpSpPr>
        <p:grpSpPr bwMode="auto">
          <a:xfrm>
            <a:off x="4171462" y="2981254"/>
            <a:ext cx="314109" cy="197668"/>
            <a:chOff x="1304" y="2569"/>
            <a:chExt cx="439" cy="262"/>
          </a:xfrm>
        </p:grpSpPr>
        <p:sp>
          <p:nvSpPr>
            <p:cNvPr id="617"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8"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9"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0"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2" name="Group 349"/>
            <p:cNvGrpSpPr>
              <a:grpSpLocks/>
            </p:cNvGrpSpPr>
            <p:nvPr/>
          </p:nvGrpSpPr>
          <p:grpSpPr bwMode="auto">
            <a:xfrm>
              <a:off x="1371" y="2587"/>
              <a:ext cx="304" cy="117"/>
              <a:chOff x="1371" y="2587"/>
              <a:chExt cx="304" cy="117"/>
            </a:xfrm>
          </p:grpSpPr>
          <p:grpSp>
            <p:nvGrpSpPr>
              <p:cNvPr id="213" name="Group 350"/>
              <p:cNvGrpSpPr>
                <a:grpSpLocks/>
              </p:cNvGrpSpPr>
              <p:nvPr/>
            </p:nvGrpSpPr>
            <p:grpSpPr bwMode="auto">
              <a:xfrm>
                <a:off x="1371" y="2587"/>
                <a:ext cx="301" cy="115"/>
                <a:chOff x="1371" y="2587"/>
                <a:chExt cx="301" cy="115"/>
              </a:xfrm>
            </p:grpSpPr>
            <p:sp>
              <p:nvSpPr>
                <p:cNvPr id="634"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8"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9"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0"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1"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4" name="Group 359"/>
              <p:cNvGrpSpPr>
                <a:grpSpLocks/>
              </p:cNvGrpSpPr>
              <p:nvPr/>
            </p:nvGrpSpPr>
            <p:grpSpPr bwMode="auto">
              <a:xfrm>
                <a:off x="1373" y="2590"/>
                <a:ext cx="302" cy="114"/>
                <a:chOff x="1373" y="2590"/>
                <a:chExt cx="302" cy="114"/>
              </a:xfrm>
            </p:grpSpPr>
            <p:sp>
              <p:nvSpPr>
                <p:cNvPr id="626"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7"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22"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3"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2" name="Oval 422"/>
          <p:cNvSpPr>
            <a:spLocks noChangeArrowheads="1"/>
          </p:cNvSpPr>
          <p:nvPr/>
        </p:nvSpPr>
        <p:spPr bwMode="auto">
          <a:xfrm>
            <a:off x="4028268" y="302346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4" name="Rectangle 468"/>
          <p:cNvSpPr>
            <a:spLocks noChangeArrowheads="1"/>
          </p:cNvSpPr>
          <p:nvPr/>
        </p:nvSpPr>
        <p:spPr bwMode="auto">
          <a:xfrm>
            <a:off x="6939979" y="1353899"/>
            <a:ext cx="53860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050" b="1" dirty="0">
                <a:solidFill>
                  <a:srgbClr val="000000"/>
                </a:solidFill>
                <a:latin typeface="微软雅黑" panose="020B0503020204020204" pitchFamily="34" charset="-122"/>
                <a:ea typeface="微软雅黑" panose="020B0503020204020204" pitchFamily="34" charset="-122"/>
              </a:rPr>
              <a:t>网络地址</a:t>
            </a:r>
            <a:endParaRPr lang="zh-CN" altLang="en-US" sz="1050" b="1" dirty="0">
              <a:latin typeface="微软雅黑" panose="020B0503020204020204" pitchFamily="34" charset="-122"/>
              <a:ea typeface="微软雅黑" panose="020B0503020204020204" pitchFamily="34" charset="-122"/>
            </a:endParaRPr>
          </a:p>
        </p:txBody>
      </p:sp>
      <p:sp>
        <p:nvSpPr>
          <p:cNvPr id="645" name="Rectangle 468"/>
          <p:cNvSpPr>
            <a:spLocks noChangeArrowheads="1"/>
          </p:cNvSpPr>
          <p:nvPr/>
        </p:nvSpPr>
        <p:spPr bwMode="auto">
          <a:xfrm>
            <a:off x="7485071" y="1571605"/>
            <a:ext cx="402354"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050" b="1">
                <a:solidFill>
                  <a:srgbClr val="000000"/>
                </a:solidFill>
                <a:latin typeface="微软雅黑" panose="020B0503020204020204" pitchFamily="34" charset="-122"/>
                <a:ea typeface="微软雅黑" panose="020B0503020204020204" pitchFamily="34" charset="-122"/>
              </a:rPr>
              <a:t>IP</a:t>
            </a:r>
            <a:r>
              <a:rPr lang="zh-CN" altLang="en-US" sz="1050" b="1">
                <a:solidFill>
                  <a:srgbClr val="000000"/>
                </a:solidFill>
                <a:latin typeface="微软雅黑" panose="020B0503020204020204" pitchFamily="34" charset="-122"/>
                <a:ea typeface="微软雅黑" panose="020B0503020204020204" pitchFamily="34" charset="-122"/>
              </a:rPr>
              <a:t>地址</a:t>
            </a:r>
            <a:endParaRPr lang="zh-CN" altLang="en-US" sz="1050" b="1">
              <a:latin typeface="微软雅黑" panose="020B0503020204020204" pitchFamily="34" charset="-122"/>
              <a:ea typeface="微软雅黑" panose="020B0503020204020204" pitchFamily="34" charset="-122"/>
            </a:endParaRPr>
          </a:p>
        </p:txBody>
      </p:sp>
      <p:sp>
        <p:nvSpPr>
          <p:cNvPr id="646" name="Line 469"/>
          <p:cNvSpPr>
            <a:spLocks noChangeShapeType="1"/>
          </p:cNvSpPr>
          <p:nvPr/>
        </p:nvSpPr>
        <p:spPr bwMode="auto">
          <a:xfrm flipH="1">
            <a:off x="7012040" y="1558343"/>
            <a:ext cx="168141" cy="51280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7" name="Line 469"/>
          <p:cNvSpPr>
            <a:spLocks noChangeShapeType="1"/>
          </p:cNvSpPr>
          <p:nvPr/>
        </p:nvSpPr>
        <p:spPr bwMode="auto">
          <a:xfrm flipH="1">
            <a:off x="7605412" y="175797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Oval 316"/>
          <p:cNvSpPr>
            <a:spLocks noChangeArrowheads="1"/>
          </p:cNvSpPr>
          <p:nvPr/>
        </p:nvSpPr>
        <p:spPr bwMode="auto">
          <a:xfrm>
            <a:off x="3237400" y="291082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6" name="Group 344"/>
          <p:cNvGrpSpPr>
            <a:grpSpLocks/>
          </p:cNvGrpSpPr>
          <p:nvPr/>
        </p:nvGrpSpPr>
        <p:grpSpPr bwMode="auto">
          <a:xfrm>
            <a:off x="3595071" y="3710360"/>
            <a:ext cx="242049" cy="128766"/>
            <a:chOff x="1304" y="2569"/>
            <a:chExt cx="439" cy="262"/>
          </a:xfrm>
        </p:grpSpPr>
        <p:sp>
          <p:nvSpPr>
            <p:cNvPr id="653"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4"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5"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6"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7" name="Group 349"/>
            <p:cNvGrpSpPr>
              <a:grpSpLocks/>
            </p:cNvGrpSpPr>
            <p:nvPr/>
          </p:nvGrpSpPr>
          <p:grpSpPr bwMode="auto">
            <a:xfrm>
              <a:off x="1371" y="2587"/>
              <a:ext cx="304" cy="117"/>
              <a:chOff x="1371" y="2587"/>
              <a:chExt cx="304" cy="117"/>
            </a:xfrm>
          </p:grpSpPr>
          <p:grpSp>
            <p:nvGrpSpPr>
              <p:cNvPr id="218" name="Group 350"/>
              <p:cNvGrpSpPr>
                <a:grpSpLocks/>
              </p:cNvGrpSpPr>
              <p:nvPr/>
            </p:nvGrpSpPr>
            <p:grpSpPr bwMode="auto">
              <a:xfrm>
                <a:off x="1371" y="2587"/>
                <a:ext cx="301" cy="115"/>
                <a:chOff x="1371" y="2587"/>
                <a:chExt cx="301" cy="115"/>
              </a:xfrm>
            </p:grpSpPr>
            <p:sp>
              <p:nvSpPr>
                <p:cNvPr id="670"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1"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2"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3"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4"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5"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6"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7"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9" name="Group 359"/>
              <p:cNvGrpSpPr>
                <a:grpSpLocks/>
              </p:cNvGrpSpPr>
              <p:nvPr/>
            </p:nvGrpSpPr>
            <p:grpSpPr bwMode="auto">
              <a:xfrm>
                <a:off x="1373" y="2590"/>
                <a:ext cx="302" cy="114"/>
                <a:chOff x="1373" y="2590"/>
                <a:chExt cx="302" cy="114"/>
              </a:xfrm>
            </p:grpSpPr>
            <p:sp>
              <p:nvSpPr>
                <p:cNvPr id="662"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3"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4"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5"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6"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7"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8"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9"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58"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9"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79" name="Rectangle 27"/>
          <p:cNvSpPr>
            <a:spLocks noChangeArrowheads="1"/>
          </p:cNvSpPr>
          <p:nvPr/>
        </p:nvSpPr>
        <p:spPr bwMode="auto">
          <a:xfrm>
            <a:off x="3931352" y="3708101"/>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grpSp>
        <p:nvGrpSpPr>
          <p:cNvPr id="221" name="Group 30"/>
          <p:cNvGrpSpPr>
            <a:grpSpLocks/>
          </p:cNvGrpSpPr>
          <p:nvPr/>
        </p:nvGrpSpPr>
        <p:grpSpPr bwMode="auto">
          <a:xfrm>
            <a:off x="2944549" y="2679365"/>
            <a:ext cx="244820" cy="265439"/>
            <a:chOff x="101" y="2294"/>
            <a:chExt cx="343" cy="353"/>
          </a:xfrm>
        </p:grpSpPr>
        <p:grpSp>
          <p:nvGrpSpPr>
            <p:cNvPr id="242" name="Group 31"/>
            <p:cNvGrpSpPr>
              <a:grpSpLocks/>
            </p:cNvGrpSpPr>
            <p:nvPr/>
          </p:nvGrpSpPr>
          <p:grpSpPr bwMode="auto">
            <a:xfrm>
              <a:off x="109" y="2301"/>
              <a:ext cx="335" cy="346"/>
              <a:chOff x="109" y="2301"/>
              <a:chExt cx="335" cy="346"/>
            </a:xfrm>
          </p:grpSpPr>
          <p:sp>
            <p:nvSpPr>
              <p:cNvPr id="257" name="Freeform 32"/>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 name="Freeform 33"/>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34"/>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35"/>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 name="Rectangle 36"/>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2" name="Rectangle 37"/>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3" name="Rectangle 38"/>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4" name="Line 39"/>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3" name="Group 40"/>
              <p:cNvGrpSpPr>
                <a:grpSpLocks/>
              </p:cNvGrpSpPr>
              <p:nvPr/>
            </p:nvGrpSpPr>
            <p:grpSpPr bwMode="auto">
              <a:xfrm>
                <a:off x="109" y="2596"/>
                <a:ext cx="335" cy="51"/>
                <a:chOff x="109" y="2596"/>
                <a:chExt cx="335" cy="51"/>
              </a:xfrm>
            </p:grpSpPr>
            <p:sp>
              <p:nvSpPr>
                <p:cNvPr id="266" name="Freeform 41"/>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 name="Freeform 42"/>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 name="Rectangle 43"/>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44" name="Group 44"/>
            <p:cNvGrpSpPr>
              <a:grpSpLocks/>
            </p:cNvGrpSpPr>
            <p:nvPr/>
          </p:nvGrpSpPr>
          <p:grpSpPr bwMode="auto">
            <a:xfrm>
              <a:off x="101" y="2294"/>
              <a:ext cx="335" cy="347"/>
              <a:chOff x="101" y="2294"/>
              <a:chExt cx="335" cy="347"/>
            </a:xfrm>
          </p:grpSpPr>
          <p:sp>
            <p:nvSpPr>
              <p:cNvPr id="245" name="Freeform 45"/>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 name="Freeform 46"/>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47"/>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48"/>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 name="Rectangle 49"/>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Rectangle 50"/>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Rectangle 51"/>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Line 52"/>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53" name="Group 53"/>
              <p:cNvGrpSpPr>
                <a:grpSpLocks/>
              </p:cNvGrpSpPr>
              <p:nvPr/>
            </p:nvGrpSpPr>
            <p:grpSpPr bwMode="auto">
              <a:xfrm>
                <a:off x="101" y="2590"/>
                <a:ext cx="335" cy="51"/>
                <a:chOff x="101" y="2590"/>
                <a:chExt cx="335" cy="51"/>
              </a:xfrm>
            </p:grpSpPr>
            <p:sp>
              <p:nvSpPr>
                <p:cNvPr id="254" name="Freeform 54"/>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 name="Freeform 55"/>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Rectangle 56"/>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pic>
        <p:nvPicPr>
          <p:cNvPr id="680"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33294" y="1711264"/>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1"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67363" y="3920189"/>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2"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53617" y="2855922"/>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3"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73681" y="2984123"/>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84"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126747" y="2457355"/>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3800488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24"/>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647"/>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210"/>
                                        </p:tgtEl>
                                        <p:attrNameLst>
                                          <p:attrName>style.visibility</p:attrName>
                                        </p:attrNameLst>
                                      </p:cBhvr>
                                      <p:to>
                                        <p:strVal val="visible"/>
                                      </p:to>
                                    </p:set>
                                    <p:animEffect transition="in" filter="fade">
                                      <p:cBhvr>
                                        <p:cTn id="15" dur="1000"/>
                                        <p:tgtEl>
                                          <p:spTgt spid="210"/>
                                        </p:tgtEl>
                                      </p:cBhvr>
                                    </p:animEffect>
                                    <p:anim calcmode="lin" valueType="num">
                                      <p:cBhvr>
                                        <p:cTn id="16" dur="1000" fill="hold"/>
                                        <p:tgtEl>
                                          <p:spTgt spid="210"/>
                                        </p:tgtEl>
                                        <p:attrNameLst>
                                          <p:attrName>ppt_x</p:attrName>
                                        </p:attrNameLst>
                                      </p:cBhvr>
                                      <p:tavLst>
                                        <p:tav tm="0">
                                          <p:val>
                                            <p:strVal val="#ppt_x"/>
                                          </p:val>
                                        </p:tav>
                                        <p:tav tm="100000">
                                          <p:val>
                                            <p:strVal val="#ppt_x"/>
                                          </p:val>
                                        </p:tav>
                                      </p:tavLst>
                                    </p:anim>
                                    <p:anim calcmode="lin" valueType="num">
                                      <p:cBhvr>
                                        <p:cTn id="17" dur="1000" fill="hold"/>
                                        <p:tgtEl>
                                          <p:spTgt spid="2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0" grpId="0" animBg="1"/>
      <p:bldP spid="224" grpId="0" animBg="1"/>
      <p:bldP spid="647"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圆角矩形 219"/>
          <p:cNvSpPr/>
          <p:nvPr/>
        </p:nvSpPr>
        <p:spPr>
          <a:xfrm>
            <a:off x="597048" y="99668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2" name="矩形 221"/>
          <p:cNvSpPr/>
          <p:nvPr/>
        </p:nvSpPr>
        <p:spPr>
          <a:xfrm>
            <a:off x="616085" y="574698"/>
            <a:ext cx="2492990" cy="400110"/>
          </a:xfrm>
          <a:prstGeom prst="rect">
            <a:avLst/>
          </a:prstGeom>
        </p:spPr>
        <p:txBody>
          <a:bodyPr wrap="none">
            <a:spAutoFit/>
          </a:bodyPr>
          <a:lstStyle/>
          <a:p>
            <a:r>
              <a:rPr lang="zh-CN" altLang="en-US" sz="2000" b="1" dirty="0">
                <a:latin typeface="微软雅黑" pitchFamily="34" charset="-122"/>
                <a:ea typeface="微软雅黑" pitchFamily="34" charset="-122"/>
              </a:rPr>
              <a:t>一个互连网络的例子</a:t>
            </a:r>
          </a:p>
        </p:txBody>
      </p:sp>
      <p:sp>
        <p:nvSpPr>
          <p:cNvPr id="224" name="椭圆 223"/>
          <p:cNvSpPr/>
          <p:nvPr/>
        </p:nvSpPr>
        <p:spPr bwMode="auto">
          <a:xfrm rot="19311755">
            <a:off x="5944139" y="2386474"/>
            <a:ext cx="2370599" cy="1274073"/>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5" name="Line 472"/>
          <p:cNvSpPr>
            <a:spLocks noChangeShapeType="1"/>
          </p:cNvSpPr>
          <p:nvPr/>
        </p:nvSpPr>
        <p:spPr bwMode="auto">
          <a:xfrm flipH="1">
            <a:off x="6724060" y="255090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Line 472"/>
          <p:cNvSpPr>
            <a:spLocks noChangeShapeType="1"/>
          </p:cNvSpPr>
          <p:nvPr/>
        </p:nvSpPr>
        <p:spPr bwMode="auto">
          <a:xfrm flipH="1" flipV="1">
            <a:off x="7352277" y="255090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 name="Line 472"/>
          <p:cNvSpPr>
            <a:spLocks noChangeShapeType="1"/>
          </p:cNvSpPr>
          <p:nvPr/>
        </p:nvSpPr>
        <p:spPr bwMode="auto">
          <a:xfrm flipH="1">
            <a:off x="7394775" y="224367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椭圆 227"/>
          <p:cNvSpPr/>
          <p:nvPr/>
        </p:nvSpPr>
        <p:spPr bwMode="auto">
          <a:xfrm rot="5400000">
            <a:off x="2635410" y="2144584"/>
            <a:ext cx="1278671" cy="1097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9" name="Line 471"/>
          <p:cNvSpPr>
            <a:spLocks noChangeShapeType="1"/>
          </p:cNvSpPr>
          <p:nvPr/>
        </p:nvSpPr>
        <p:spPr bwMode="auto">
          <a:xfrm>
            <a:off x="3094243" y="287832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 name="Line 471"/>
          <p:cNvSpPr>
            <a:spLocks noChangeShapeType="1"/>
          </p:cNvSpPr>
          <p:nvPr/>
        </p:nvSpPr>
        <p:spPr bwMode="auto">
          <a:xfrm>
            <a:off x="3390756" y="236085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椭圆 230"/>
          <p:cNvSpPr/>
          <p:nvPr/>
        </p:nvSpPr>
        <p:spPr bwMode="auto">
          <a:xfrm>
            <a:off x="4209341" y="1155939"/>
            <a:ext cx="1844004" cy="831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32" name="Line 467"/>
          <p:cNvSpPr>
            <a:spLocks noChangeShapeType="1"/>
          </p:cNvSpPr>
          <p:nvPr/>
        </p:nvSpPr>
        <p:spPr bwMode="auto">
          <a:xfrm>
            <a:off x="6724060" y="311453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 name="Line 466"/>
          <p:cNvSpPr>
            <a:spLocks noChangeShapeType="1"/>
          </p:cNvSpPr>
          <p:nvPr/>
        </p:nvSpPr>
        <p:spPr bwMode="auto">
          <a:xfrm flipH="1">
            <a:off x="6407179" y="311227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 name="Freeform 6"/>
          <p:cNvSpPr>
            <a:spLocks/>
          </p:cNvSpPr>
          <p:nvPr/>
        </p:nvSpPr>
        <p:spPr bwMode="auto">
          <a:xfrm>
            <a:off x="4650941" y="304789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 name="Line 450"/>
          <p:cNvSpPr>
            <a:spLocks noChangeShapeType="1"/>
          </p:cNvSpPr>
          <p:nvPr/>
        </p:nvSpPr>
        <p:spPr bwMode="auto">
          <a:xfrm>
            <a:off x="4445846" y="310663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 name="Freeform 4"/>
          <p:cNvSpPr>
            <a:spLocks/>
          </p:cNvSpPr>
          <p:nvPr/>
        </p:nvSpPr>
        <p:spPr bwMode="auto">
          <a:xfrm>
            <a:off x="4429217" y="231370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 name="Freeform 5"/>
          <p:cNvSpPr>
            <a:spLocks/>
          </p:cNvSpPr>
          <p:nvPr/>
        </p:nvSpPr>
        <p:spPr bwMode="auto">
          <a:xfrm>
            <a:off x="5206174" y="231144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10"/>
          <p:cNvSpPr>
            <a:spLocks/>
          </p:cNvSpPr>
          <p:nvPr/>
        </p:nvSpPr>
        <p:spPr bwMode="auto">
          <a:xfrm>
            <a:off x="4289715" y="219058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15"/>
          <p:cNvSpPr>
            <a:spLocks/>
          </p:cNvSpPr>
          <p:nvPr/>
        </p:nvSpPr>
        <p:spPr bwMode="auto">
          <a:xfrm>
            <a:off x="5141505" y="218154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Oval 28"/>
          <p:cNvSpPr>
            <a:spLocks noChangeArrowheads="1"/>
          </p:cNvSpPr>
          <p:nvPr/>
        </p:nvSpPr>
        <p:spPr bwMode="auto">
          <a:xfrm>
            <a:off x="6444133" y="343532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 name="Group 57"/>
          <p:cNvGrpSpPr>
            <a:grpSpLocks/>
          </p:cNvGrpSpPr>
          <p:nvPr/>
        </p:nvGrpSpPr>
        <p:grpSpPr bwMode="auto">
          <a:xfrm>
            <a:off x="6270449" y="3566349"/>
            <a:ext cx="243896" cy="265439"/>
            <a:chOff x="3891" y="3616"/>
            <a:chExt cx="342" cy="353"/>
          </a:xfrm>
        </p:grpSpPr>
        <p:grpSp>
          <p:nvGrpSpPr>
            <p:cNvPr id="3" name="Group 58"/>
            <p:cNvGrpSpPr>
              <a:grpSpLocks/>
            </p:cNvGrpSpPr>
            <p:nvPr/>
          </p:nvGrpSpPr>
          <p:grpSpPr bwMode="auto">
            <a:xfrm>
              <a:off x="3899" y="3622"/>
              <a:ext cx="334" cy="347"/>
              <a:chOff x="3899" y="3622"/>
              <a:chExt cx="334" cy="347"/>
            </a:xfrm>
          </p:grpSpPr>
          <p:sp>
            <p:nvSpPr>
              <p:cNvPr id="284" name="Freeform 59"/>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 name="Freeform 60"/>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 name="Freeform 61"/>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7" name="Freeform 62"/>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8" name="Rectangle 63"/>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9" name="Rectangle 64"/>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Rectangle 65"/>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Line 66"/>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4" name="Group 67"/>
              <p:cNvGrpSpPr>
                <a:grpSpLocks/>
              </p:cNvGrpSpPr>
              <p:nvPr/>
            </p:nvGrpSpPr>
            <p:grpSpPr bwMode="auto">
              <a:xfrm>
                <a:off x="3899" y="3918"/>
                <a:ext cx="334" cy="51"/>
                <a:chOff x="3899" y="3918"/>
                <a:chExt cx="334" cy="51"/>
              </a:xfrm>
            </p:grpSpPr>
            <p:sp>
              <p:nvSpPr>
                <p:cNvPr id="293" name="Freeform 68"/>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69"/>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 name="Rectangle 70"/>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 name="Group 71"/>
            <p:cNvGrpSpPr>
              <a:grpSpLocks/>
            </p:cNvGrpSpPr>
            <p:nvPr/>
          </p:nvGrpSpPr>
          <p:grpSpPr bwMode="auto">
            <a:xfrm>
              <a:off x="3891" y="3616"/>
              <a:ext cx="334" cy="346"/>
              <a:chOff x="3891" y="3616"/>
              <a:chExt cx="334" cy="346"/>
            </a:xfrm>
          </p:grpSpPr>
          <p:sp>
            <p:nvSpPr>
              <p:cNvPr id="272" name="Freeform 72"/>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73"/>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74"/>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 name="Freeform 75"/>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Rectangle 76"/>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Rectangle 77"/>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8" name="Rectangle 78"/>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9" name="Line 79"/>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 name="Group 80"/>
              <p:cNvGrpSpPr>
                <a:grpSpLocks/>
              </p:cNvGrpSpPr>
              <p:nvPr/>
            </p:nvGrpSpPr>
            <p:grpSpPr bwMode="auto">
              <a:xfrm>
                <a:off x="3891" y="3912"/>
                <a:ext cx="334" cy="50"/>
                <a:chOff x="3891" y="3912"/>
                <a:chExt cx="334" cy="50"/>
              </a:xfrm>
            </p:grpSpPr>
            <p:sp>
              <p:nvSpPr>
                <p:cNvPr id="281" name="Freeform 81"/>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82"/>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Rectangle 83"/>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7" name="Group 84"/>
          <p:cNvGrpSpPr>
            <a:grpSpLocks/>
          </p:cNvGrpSpPr>
          <p:nvPr/>
        </p:nvGrpSpPr>
        <p:grpSpPr bwMode="auto">
          <a:xfrm>
            <a:off x="6784110" y="3544889"/>
            <a:ext cx="244820" cy="265438"/>
            <a:chOff x="4752" y="3605"/>
            <a:chExt cx="343" cy="353"/>
          </a:xfrm>
        </p:grpSpPr>
        <p:grpSp>
          <p:nvGrpSpPr>
            <p:cNvPr id="8" name="Group 85"/>
            <p:cNvGrpSpPr>
              <a:grpSpLocks/>
            </p:cNvGrpSpPr>
            <p:nvPr/>
          </p:nvGrpSpPr>
          <p:grpSpPr bwMode="auto">
            <a:xfrm>
              <a:off x="4760" y="3612"/>
              <a:ext cx="335" cy="346"/>
              <a:chOff x="4760" y="3612"/>
              <a:chExt cx="335" cy="346"/>
            </a:xfrm>
          </p:grpSpPr>
          <p:sp>
            <p:nvSpPr>
              <p:cNvPr id="311" name="Freeform 86"/>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87"/>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 name="Freeform 88"/>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89"/>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Rectangle 90"/>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Rectangle 91"/>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Rectangle 92"/>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Line 93"/>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 name="Group 94"/>
              <p:cNvGrpSpPr>
                <a:grpSpLocks/>
              </p:cNvGrpSpPr>
              <p:nvPr/>
            </p:nvGrpSpPr>
            <p:grpSpPr bwMode="auto">
              <a:xfrm>
                <a:off x="4760" y="3907"/>
                <a:ext cx="335" cy="51"/>
                <a:chOff x="4760" y="3907"/>
                <a:chExt cx="335" cy="51"/>
              </a:xfrm>
            </p:grpSpPr>
            <p:sp>
              <p:nvSpPr>
                <p:cNvPr id="320" name="Freeform 95"/>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 name="Freeform 96"/>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 name="Rectangle 97"/>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 name="Group 98"/>
            <p:cNvGrpSpPr>
              <a:grpSpLocks/>
            </p:cNvGrpSpPr>
            <p:nvPr/>
          </p:nvGrpSpPr>
          <p:grpSpPr bwMode="auto">
            <a:xfrm>
              <a:off x="4752" y="3605"/>
              <a:ext cx="334" cy="347"/>
              <a:chOff x="4752" y="3605"/>
              <a:chExt cx="334" cy="347"/>
            </a:xfrm>
          </p:grpSpPr>
          <p:sp>
            <p:nvSpPr>
              <p:cNvPr id="299" name="Freeform 99"/>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100"/>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 name="Freeform 101"/>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102"/>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Rectangle 103"/>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Rectangle 104"/>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5" name="Rectangle 105"/>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Line 106"/>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 name="Group 107"/>
              <p:cNvGrpSpPr>
                <a:grpSpLocks/>
              </p:cNvGrpSpPr>
              <p:nvPr/>
            </p:nvGrpSpPr>
            <p:grpSpPr bwMode="auto">
              <a:xfrm>
                <a:off x="4752" y="3901"/>
                <a:ext cx="334" cy="51"/>
                <a:chOff x="4752" y="3901"/>
                <a:chExt cx="334" cy="51"/>
              </a:xfrm>
            </p:grpSpPr>
            <p:sp>
              <p:nvSpPr>
                <p:cNvPr id="308" name="Freeform 108"/>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109"/>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 name="Rectangle 110"/>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2" name="Group 111"/>
          <p:cNvGrpSpPr>
            <a:grpSpLocks/>
          </p:cNvGrpSpPr>
          <p:nvPr/>
        </p:nvGrpSpPr>
        <p:grpSpPr bwMode="auto">
          <a:xfrm>
            <a:off x="3252685" y="2154439"/>
            <a:ext cx="244820" cy="265438"/>
            <a:chOff x="101" y="1539"/>
            <a:chExt cx="343" cy="352"/>
          </a:xfrm>
        </p:grpSpPr>
        <p:grpSp>
          <p:nvGrpSpPr>
            <p:cNvPr id="13" name="Group 112"/>
            <p:cNvGrpSpPr>
              <a:grpSpLocks/>
            </p:cNvGrpSpPr>
            <p:nvPr/>
          </p:nvGrpSpPr>
          <p:grpSpPr bwMode="auto">
            <a:xfrm>
              <a:off x="109" y="1545"/>
              <a:ext cx="335" cy="346"/>
              <a:chOff x="109" y="1545"/>
              <a:chExt cx="335" cy="346"/>
            </a:xfrm>
          </p:grpSpPr>
          <p:sp>
            <p:nvSpPr>
              <p:cNvPr id="338" name="Freeform 113"/>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9" name="Freeform 114"/>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0" name="Freeform 115"/>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1" name="Freeform 116"/>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2" name="Rectangle 117"/>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3" name="Rectangle 118"/>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4" name="Rectangle 119"/>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5" name="Line 120"/>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 name="Group 121"/>
              <p:cNvGrpSpPr>
                <a:grpSpLocks/>
              </p:cNvGrpSpPr>
              <p:nvPr/>
            </p:nvGrpSpPr>
            <p:grpSpPr bwMode="auto">
              <a:xfrm>
                <a:off x="109" y="1841"/>
                <a:ext cx="335" cy="50"/>
                <a:chOff x="109" y="1841"/>
                <a:chExt cx="335" cy="50"/>
              </a:xfrm>
            </p:grpSpPr>
            <p:sp>
              <p:nvSpPr>
                <p:cNvPr id="347" name="Freeform 122"/>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123"/>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Rectangle 124"/>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 name="Group 125"/>
            <p:cNvGrpSpPr>
              <a:grpSpLocks/>
            </p:cNvGrpSpPr>
            <p:nvPr/>
          </p:nvGrpSpPr>
          <p:grpSpPr bwMode="auto">
            <a:xfrm>
              <a:off x="101" y="1539"/>
              <a:ext cx="335" cy="346"/>
              <a:chOff x="101" y="1539"/>
              <a:chExt cx="335" cy="346"/>
            </a:xfrm>
          </p:grpSpPr>
          <p:sp>
            <p:nvSpPr>
              <p:cNvPr id="326" name="Freeform 126"/>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7" name="Freeform 127"/>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128"/>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129"/>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0" name="Rectangle 130"/>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Rectangle 131"/>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2" name="Rectangle 132"/>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3" name="Line 133"/>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6" name="Group 134"/>
              <p:cNvGrpSpPr>
                <a:grpSpLocks/>
              </p:cNvGrpSpPr>
              <p:nvPr/>
            </p:nvGrpSpPr>
            <p:grpSpPr bwMode="auto">
              <a:xfrm>
                <a:off x="101" y="1834"/>
                <a:ext cx="335" cy="51"/>
                <a:chOff x="101" y="1834"/>
                <a:chExt cx="335" cy="51"/>
              </a:xfrm>
            </p:grpSpPr>
            <p:sp>
              <p:nvSpPr>
                <p:cNvPr id="335" name="Freeform 135"/>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6" name="Freeform 136"/>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Rectangle 137"/>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7" name="Group 138"/>
          <p:cNvGrpSpPr>
            <a:grpSpLocks/>
          </p:cNvGrpSpPr>
          <p:nvPr/>
        </p:nvGrpSpPr>
        <p:grpSpPr bwMode="auto">
          <a:xfrm>
            <a:off x="7667310" y="2607381"/>
            <a:ext cx="245744" cy="264309"/>
            <a:chOff x="5237" y="2322"/>
            <a:chExt cx="343" cy="352"/>
          </a:xfrm>
        </p:grpSpPr>
        <p:grpSp>
          <p:nvGrpSpPr>
            <p:cNvPr id="18" name="Group 139"/>
            <p:cNvGrpSpPr>
              <a:grpSpLocks/>
            </p:cNvGrpSpPr>
            <p:nvPr/>
          </p:nvGrpSpPr>
          <p:grpSpPr bwMode="auto">
            <a:xfrm>
              <a:off x="5245" y="2328"/>
              <a:ext cx="335" cy="346"/>
              <a:chOff x="5245" y="2328"/>
              <a:chExt cx="335" cy="346"/>
            </a:xfrm>
          </p:grpSpPr>
          <p:sp>
            <p:nvSpPr>
              <p:cNvPr id="365" name="Freeform 140"/>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141"/>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142"/>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8" name="Freeform 143"/>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Rectangle 144"/>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Rectangle 145"/>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Rectangle 146"/>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Line 147"/>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 name="Group 148"/>
              <p:cNvGrpSpPr>
                <a:grpSpLocks/>
              </p:cNvGrpSpPr>
              <p:nvPr/>
            </p:nvGrpSpPr>
            <p:grpSpPr bwMode="auto">
              <a:xfrm>
                <a:off x="5245" y="2624"/>
                <a:ext cx="335" cy="50"/>
                <a:chOff x="5245" y="2624"/>
                <a:chExt cx="335" cy="50"/>
              </a:xfrm>
            </p:grpSpPr>
            <p:sp>
              <p:nvSpPr>
                <p:cNvPr id="374" name="Freeform 149"/>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150"/>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Rectangle 151"/>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 name="Group 152"/>
            <p:cNvGrpSpPr>
              <a:grpSpLocks/>
            </p:cNvGrpSpPr>
            <p:nvPr/>
          </p:nvGrpSpPr>
          <p:grpSpPr bwMode="auto">
            <a:xfrm>
              <a:off x="5237" y="2322"/>
              <a:ext cx="335" cy="346"/>
              <a:chOff x="5237" y="2322"/>
              <a:chExt cx="335" cy="346"/>
            </a:xfrm>
          </p:grpSpPr>
          <p:sp>
            <p:nvSpPr>
              <p:cNvPr id="353" name="Freeform 153"/>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154"/>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155"/>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6" name="Freeform 156"/>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Rectangle 157"/>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8" name="Rectangle 158"/>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9" name="Rectangle 159"/>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0" name="Line 160"/>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 name="Group 161"/>
              <p:cNvGrpSpPr>
                <a:grpSpLocks/>
              </p:cNvGrpSpPr>
              <p:nvPr/>
            </p:nvGrpSpPr>
            <p:grpSpPr bwMode="auto">
              <a:xfrm>
                <a:off x="5237" y="2617"/>
                <a:ext cx="335" cy="51"/>
                <a:chOff x="5237" y="2617"/>
                <a:chExt cx="335" cy="51"/>
              </a:xfrm>
            </p:grpSpPr>
            <p:sp>
              <p:nvSpPr>
                <p:cNvPr id="362" name="Freeform 162"/>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163"/>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Rectangle 164"/>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2" name="Group 165"/>
          <p:cNvGrpSpPr>
            <a:grpSpLocks/>
          </p:cNvGrpSpPr>
          <p:nvPr/>
        </p:nvGrpSpPr>
        <p:grpSpPr bwMode="auto">
          <a:xfrm>
            <a:off x="7667310" y="2053913"/>
            <a:ext cx="245744" cy="265438"/>
            <a:chOff x="5237" y="1587"/>
            <a:chExt cx="343" cy="353"/>
          </a:xfrm>
        </p:grpSpPr>
        <p:grpSp>
          <p:nvGrpSpPr>
            <p:cNvPr id="23" name="Group 166"/>
            <p:cNvGrpSpPr>
              <a:grpSpLocks/>
            </p:cNvGrpSpPr>
            <p:nvPr/>
          </p:nvGrpSpPr>
          <p:grpSpPr bwMode="auto">
            <a:xfrm>
              <a:off x="5245" y="1594"/>
              <a:ext cx="335" cy="346"/>
              <a:chOff x="5245" y="1594"/>
              <a:chExt cx="335" cy="346"/>
            </a:xfrm>
          </p:grpSpPr>
          <p:sp>
            <p:nvSpPr>
              <p:cNvPr id="392" name="Freeform 167"/>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168"/>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4" name="Freeform 169"/>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170"/>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Rectangle 171"/>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Rectangle 172"/>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Rectangle 173"/>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Line 174"/>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 name="Group 175"/>
              <p:cNvGrpSpPr>
                <a:grpSpLocks/>
              </p:cNvGrpSpPr>
              <p:nvPr/>
            </p:nvGrpSpPr>
            <p:grpSpPr bwMode="auto">
              <a:xfrm>
                <a:off x="5245" y="1889"/>
                <a:ext cx="335" cy="51"/>
                <a:chOff x="5245" y="1889"/>
                <a:chExt cx="335" cy="51"/>
              </a:xfrm>
            </p:grpSpPr>
            <p:sp>
              <p:nvSpPr>
                <p:cNvPr id="401" name="Freeform 176"/>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2" name="Freeform 177"/>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3" name="Rectangle 178"/>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5" name="Group 179"/>
            <p:cNvGrpSpPr>
              <a:grpSpLocks/>
            </p:cNvGrpSpPr>
            <p:nvPr/>
          </p:nvGrpSpPr>
          <p:grpSpPr bwMode="auto">
            <a:xfrm>
              <a:off x="5237" y="1587"/>
              <a:ext cx="335" cy="346"/>
              <a:chOff x="5237" y="1587"/>
              <a:chExt cx="335" cy="346"/>
            </a:xfrm>
          </p:grpSpPr>
          <p:sp>
            <p:nvSpPr>
              <p:cNvPr id="380" name="Freeform 180"/>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1" name="Freeform 181"/>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2" name="Freeform 182"/>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3" name="Freeform 183"/>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4" name="Rectangle 184"/>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Rectangle 185"/>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6" name="Rectangle 186"/>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7" name="Line 187"/>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6" name="Group 188"/>
              <p:cNvGrpSpPr>
                <a:grpSpLocks/>
              </p:cNvGrpSpPr>
              <p:nvPr/>
            </p:nvGrpSpPr>
            <p:grpSpPr bwMode="auto">
              <a:xfrm>
                <a:off x="5237" y="1883"/>
                <a:ext cx="335" cy="50"/>
                <a:chOff x="5237" y="1883"/>
                <a:chExt cx="335" cy="50"/>
              </a:xfrm>
            </p:grpSpPr>
            <p:sp>
              <p:nvSpPr>
                <p:cNvPr id="389" name="Freeform 189"/>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190"/>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1" name="Rectangle 191"/>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404" name="Rectangle 193"/>
          <p:cNvSpPr>
            <a:spLocks noChangeArrowheads="1"/>
          </p:cNvSpPr>
          <p:nvPr/>
        </p:nvSpPr>
        <p:spPr bwMode="auto">
          <a:xfrm>
            <a:off x="3546430" y="1311297"/>
            <a:ext cx="67967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1.1.1.0/29</a:t>
            </a:r>
          </a:p>
        </p:txBody>
      </p:sp>
      <p:sp>
        <p:nvSpPr>
          <p:cNvPr id="405" name="Rectangle 194"/>
          <p:cNvSpPr>
            <a:spLocks noChangeArrowheads="1"/>
          </p:cNvSpPr>
          <p:nvPr/>
        </p:nvSpPr>
        <p:spPr bwMode="auto">
          <a:xfrm>
            <a:off x="4823700" y="149027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6" name="Rectangle 195"/>
          <p:cNvSpPr>
            <a:spLocks noChangeArrowheads="1"/>
          </p:cNvSpPr>
          <p:nvPr/>
        </p:nvSpPr>
        <p:spPr bwMode="auto">
          <a:xfrm>
            <a:off x="5479634" y="1681169"/>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1.1.1.1</a:t>
            </a:r>
            <a:endParaRPr lang="en-US" altLang="zh-CN" sz="1050" b="1">
              <a:latin typeface="微软雅黑" panose="020B0503020204020204" pitchFamily="34" charset="-122"/>
              <a:ea typeface="微软雅黑" panose="020B0503020204020204" pitchFamily="34" charset="-122"/>
            </a:endParaRPr>
          </a:p>
        </p:txBody>
      </p:sp>
      <p:sp>
        <p:nvSpPr>
          <p:cNvPr id="407" name="Rectangle 196"/>
          <p:cNvSpPr>
            <a:spLocks noChangeArrowheads="1"/>
          </p:cNvSpPr>
          <p:nvPr/>
        </p:nvSpPr>
        <p:spPr bwMode="auto">
          <a:xfrm>
            <a:off x="5572019" y="149027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8" name="Rectangle 197"/>
          <p:cNvSpPr>
            <a:spLocks noChangeArrowheads="1"/>
          </p:cNvSpPr>
          <p:nvPr/>
        </p:nvSpPr>
        <p:spPr bwMode="auto">
          <a:xfrm>
            <a:off x="5180307" y="1476725"/>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a:t>
            </a:r>
            <a:endParaRPr lang="en-US" altLang="zh-CN" sz="1050" b="1">
              <a:latin typeface="微软雅黑" panose="020B0503020204020204" pitchFamily="34" charset="-122"/>
              <a:ea typeface="微软雅黑" panose="020B0503020204020204" pitchFamily="34" charset="-122"/>
            </a:endParaRPr>
          </a:p>
        </p:txBody>
      </p:sp>
      <p:sp>
        <p:nvSpPr>
          <p:cNvPr id="409" name="Rectangle 199"/>
          <p:cNvSpPr>
            <a:spLocks noChangeArrowheads="1"/>
          </p:cNvSpPr>
          <p:nvPr/>
        </p:nvSpPr>
        <p:spPr bwMode="auto">
          <a:xfrm>
            <a:off x="4291220" y="1588857"/>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1.1.1.3</a:t>
            </a:r>
            <a:endParaRPr lang="en-US" altLang="zh-CN" sz="1050" b="1" dirty="0">
              <a:latin typeface="微软雅黑" panose="020B0503020204020204" pitchFamily="34" charset="-122"/>
              <a:ea typeface="微软雅黑" panose="020B0503020204020204" pitchFamily="34" charset="-122"/>
            </a:endParaRPr>
          </a:p>
        </p:txBody>
      </p:sp>
      <p:sp>
        <p:nvSpPr>
          <p:cNvPr id="410" name="Rectangle 284"/>
          <p:cNvSpPr>
            <a:spLocks noChangeArrowheads="1"/>
          </p:cNvSpPr>
          <p:nvPr/>
        </p:nvSpPr>
        <p:spPr bwMode="auto">
          <a:xfrm>
            <a:off x="5114713" y="182687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 name="Group 285"/>
          <p:cNvGrpSpPr>
            <a:grpSpLocks/>
          </p:cNvGrpSpPr>
          <p:nvPr/>
        </p:nvGrpSpPr>
        <p:grpSpPr bwMode="auto">
          <a:xfrm>
            <a:off x="4946573" y="2079892"/>
            <a:ext cx="314109" cy="197668"/>
            <a:chOff x="2299" y="1622"/>
            <a:chExt cx="439" cy="262"/>
          </a:xfrm>
        </p:grpSpPr>
        <p:sp>
          <p:nvSpPr>
            <p:cNvPr id="412" name="Oval 28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3" name="Rectangle 28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4" name="Rectangle 28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5" name="Oval 28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8" name="Group 290"/>
            <p:cNvGrpSpPr>
              <a:grpSpLocks/>
            </p:cNvGrpSpPr>
            <p:nvPr/>
          </p:nvGrpSpPr>
          <p:grpSpPr bwMode="auto">
            <a:xfrm>
              <a:off x="2365" y="1640"/>
              <a:ext cx="304" cy="117"/>
              <a:chOff x="2365" y="1640"/>
              <a:chExt cx="304" cy="117"/>
            </a:xfrm>
          </p:grpSpPr>
          <p:grpSp>
            <p:nvGrpSpPr>
              <p:cNvPr id="29" name="Group 291"/>
              <p:cNvGrpSpPr>
                <a:grpSpLocks/>
              </p:cNvGrpSpPr>
              <p:nvPr/>
            </p:nvGrpSpPr>
            <p:grpSpPr bwMode="auto">
              <a:xfrm>
                <a:off x="2365" y="1640"/>
                <a:ext cx="302" cy="115"/>
                <a:chOff x="2365" y="1640"/>
                <a:chExt cx="302" cy="115"/>
              </a:xfrm>
            </p:grpSpPr>
            <p:sp>
              <p:nvSpPr>
                <p:cNvPr id="429" name="Freeform 29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9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9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2" name="Freeform 29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9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9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5" name="Freeform 29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9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 name="Group 300"/>
              <p:cNvGrpSpPr>
                <a:grpSpLocks/>
              </p:cNvGrpSpPr>
              <p:nvPr/>
            </p:nvGrpSpPr>
            <p:grpSpPr bwMode="auto">
              <a:xfrm>
                <a:off x="2368" y="1643"/>
                <a:ext cx="301" cy="114"/>
                <a:chOff x="2368" y="1643"/>
                <a:chExt cx="301" cy="114"/>
              </a:xfrm>
            </p:grpSpPr>
            <p:sp>
              <p:nvSpPr>
                <p:cNvPr id="421" name="Freeform 30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30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3" name="Freeform 30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30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30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6" name="Freeform 30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30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30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417" name="Line 30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Line 31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437" name="Rectangle 311"/>
          <p:cNvSpPr>
            <a:spLocks noChangeArrowheads="1"/>
          </p:cNvSpPr>
          <p:nvPr/>
        </p:nvSpPr>
        <p:spPr bwMode="auto">
          <a:xfrm>
            <a:off x="5167372" y="194660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8" name="Rectangle 312"/>
          <p:cNvSpPr>
            <a:spLocks noChangeArrowheads="1"/>
          </p:cNvSpPr>
          <p:nvPr/>
        </p:nvSpPr>
        <p:spPr bwMode="auto">
          <a:xfrm>
            <a:off x="5181542" y="1916111"/>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1.1.1.4</a:t>
            </a:r>
            <a:endParaRPr lang="en-US" altLang="zh-CN" sz="1050" b="1" dirty="0">
              <a:latin typeface="微软雅黑" panose="020B0503020204020204" pitchFamily="34" charset="-122"/>
              <a:ea typeface="微软雅黑" panose="020B0503020204020204" pitchFamily="34" charset="-122"/>
            </a:endParaRPr>
          </a:p>
        </p:txBody>
      </p:sp>
      <p:sp>
        <p:nvSpPr>
          <p:cNvPr id="439" name="Rectangle 313"/>
          <p:cNvSpPr>
            <a:spLocks noChangeArrowheads="1"/>
          </p:cNvSpPr>
          <p:nvPr/>
        </p:nvSpPr>
        <p:spPr bwMode="auto">
          <a:xfrm>
            <a:off x="4764574" y="202228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0" name="Rectangle 314"/>
          <p:cNvSpPr>
            <a:spLocks noChangeArrowheads="1"/>
          </p:cNvSpPr>
          <p:nvPr/>
        </p:nvSpPr>
        <p:spPr bwMode="auto">
          <a:xfrm>
            <a:off x="4797210" y="2009142"/>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1</a:t>
            </a:r>
          </a:p>
        </p:txBody>
      </p:sp>
      <p:sp>
        <p:nvSpPr>
          <p:cNvPr id="441" name="Oval 319"/>
          <p:cNvSpPr>
            <a:spLocks noChangeArrowheads="1"/>
          </p:cNvSpPr>
          <p:nvPr/>
        </p:nvSpPr>
        <p:spPr bwMode="auto">
          <a:xfrm>
            <a:off x="5095312" y="197258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2" name="Oval 325"/>
          <p:cNvSpPr>
            <a:spLocks noChangeArrowheads="1"/>
          </p:cNvSpPr>
          <p:nvPr/>
        </p:nvSpPr>
        <p:spPr bwMode="auto">
          <a:xfrm>
            <a:off x="7561991" y="270452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3" name="Oval 326"/>
          <p:cNvSpPr>
            <a:spLocks noChangeArrowheads="1"/>
          </p:cNvSpPr>
          <p:nvPr/>
        </p:nvSpPr>
        <p:spPr bwMode="auto">
          <a:xfrm>
            <a:off x="7588783" y="233403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4" name="Rectangle 327"/>
          <p:cNvSpPr>
            <a:spLocks noChangeArrowheads="1"/>
          </p:cNvSpPr>
          <p:nvPr/>
        </p:nvSpPr>
        <p:spPr bwMode="auto">
          <a:xfrm>
            <a:off x="6166054" y="262206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5" name="Rectangle 328"/>
          <p:cNvSpPr>
            <a:spLocks noChangeArrowheads="1"/>
          </p:cNvSpPr>
          <p:nvPr/>
        </p:nvSpPr>
        <p:spPr bwMode="auto">
          <a:xfrm>
            <a:off x="5912639" y="311453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1.1.1.13</a:t>
            </a:r>
            <a:endParaRPr lang="en-US" altLang="zh-CN" sz="1050" b="1" dirty="0">
              <a:latin typeface="微软雅黑" panose="020B0503020204020204" pitchFamily="34" charset="-122"/>
              <a:ea typeface="微软雅黑" panose="020B0503020204020204" pitchFamily="34" charset="-122"/>
            </a:endParaRPr>
          </a:p>
        </p:txBody>
      </p:sp>
      <p:sp>
        <p:nvSpPr>
          <p:cNvPr id="446" name="Rectangle 329"/>
          <p:cNvSpPr>
            <a:spLocks noChangeArrowheads="1"/>
          </p:cNvSpPr>
          <p:nvPr/>
        </p:nvSpPr>
        <p:spPr bwMode="auto">
          <a:xfrm>
            <a:off x="7534276" y="288411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7" name="Rectangle 330"/>
          <p:cNvSpPr>
            <a:spLocks noChangeArrowheads="1"/>
          </p:cNvSpPr>
          <p:nvPr/>
        </p:nvSpPr>
        <p:spPr bwMode="auto">
          <a:xfrm>
            <a:off x="7121563" y="278584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1.1.1.10</a:t>
            </a:r>
            <a:endParaRPr lang="en-US" altLang="zh-CN" sz="1050" b="1" dirty="0">
              <a:latin typeface="微软雅黑" panose="020B0503020204020204" pitchFamily="34" charset="-122"/>
              <a:ea typeface="微软雅黑" panose="020B0503020204020204" pitchFamily="34" charset="-122"/>
            </a:endParaRPr>
          </a:p>
        </p:txBody>
      </p:sp>
      <p:sp>
        <p:nvSpPr>
          <p:cNvPr id="448" name="Rectangle 331"/>
          <p:cNvSpPr>
            <a:spLocks noChangeArrowheads="1"/>
          </p:cNvSpPr>
          <p:nvPr/>
        </p:nvSpPr>
        <p:spPr bwMode="auto">
          <a:xfrm>
            <a:off x="7534276" y="231370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9" name="Rectangle 332"/>
          <p:cNvSpPr>
            <a:spLocks noChangeArrowheads="1"/>
          </p:cNvSpPr>
          <p:nvPr/>
        </p:nvSpPr>
        <p:spPr bwMode="auto">
          <a:xfrm>
            <a:off x="7611879" y="2381476"/>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1.1.1.9</a:t>
            </a:r>
            <a:endParaRPr lang="en-US" altLang="zh-CN" sz="1050" b="1" dirty="0">
              <a:latin typeface="微软雅黑" panose="020B0503020204020204" pitchFamily="34" charset="-122"/>
              <a:ea typeface="微软雅黑" panose="020B0503020204020204" pitchFamily="34" charset="-122"/>
            </a:endParaRPr>
          </a:p>
        </p:txBody>
      </p:sp>
      <p:sp>
        <p:nvSpPr>
          <p:cNvPr id="450" name="Rectangle 334"/>
          <p:cNvSpPr>
            <a:spLocks noChangeArrowheads="1"/>
          </p:cNvSpPr>
          <p:nvPr/>
        </p:nvSpPr>
        <p:spPr bwMode="auto">
          <a:xfrm>
            <a:off x="6921131" y="336642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1.1.1.12</a:t>
            </a:r>
            <a:endParaRPr lang="en-US" altLang="zh-CN" sz="1050" b="1" dirty="0">
              <a:latin typeface="微软雅黑" panose="020B0503020204020204" pitchFamily="34" charset="-122"/>
              <a:ea typeface="微软雅黑" panose="020B0503020204020204" pitchFamily="34" charset="-122"/>
            </a:endParaRPr>
          </a:p>
        </p:txBody>
      </p:sp>
      <p:sp>
        <p:nvSpPr>
          <p:cNvPr id="451" name="Rectangle 335"/>
          <p:cNvSpPr>
            <a:spLocks noChangeArrowheads="1"/>
          </p:cNvSpPr>
          <p:nvPr/>
        </p:nvSpPr>
        <p:spPr bwMode="auto">
          <a:xfrm>
            <a:off x="5494415" y="360814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2" name="Rectangle 336"/>
          <p:cNvSpPr>
            <a:spLocks noChangeArrowheads="1"/>
          </p:cNvSpPr>
          <p:nvPr/>
        </p:nvSpPr>
        <p:spPr bwMode="auto">
          <a:xfrm>
            <a:off x="5893152" y="335399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1.1.1.11</a:t>
            </a:r>
            <a:endParaRPr lang="en-US" altLang="zh-CN" sz="1050" b="1" dirty="0">
              <a:latin typeface="微软雅黑" panose="020B0503020204020204" pitchFamily="34" charset="-122"/>
              <a:ea typeface="微软雅黑" panose="020B0503020204020204" pitchFamily="34" charset="-122"/>
            </a:endParaRPr>
          </a:p>
        </p:txBody>
      </p:sp>
      <p:sp>
        <p:nvSpPr>
          <p:cNvPr id="453" name="Oval 337"/>
          <p:cNvSpPr>
            <a:spLocks noChangeArrowheads="1"/>
          </p:cNvSpPr>
          <p:nvPr/>
        </p:nvSpPr>
        <p:spPr bwMode="auto">
          <a:xfrm>
            <a:off x="6821988" y="343984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4" name="Rectangle 338"/>
          <p:cNvSpPr>
            <a:spLocks noChangeArrowheads="1"/>
          </p:cNvSpPr>
          <p:nvPr/>
        </p:nvSpPr>
        <p:spPr bwMode="auto">
          <a:xfrm>
            <a:off x="6397940" y="224706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5" name="Rectangle 339"/>
          <p:cNvSpPr>
            <a:spLocks noChangeArrowheads="1"/>
          </p:cNvSpPr>
          <p:nvPr/>
        </p:nvSpPr>
        <p:spPr bwMode="auto">
          <a:xfrm>
            <a:off x="6587986" y="2058318"/>
            <a:ext cx="70224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1.1.1.8/29</a:t>
            </a:r>
          </a:p>
        </p:txBody>
      </p:sp>
      <p:sp>
        <p:nvSpPr>
          <p:cNvPr id="456" name="Rectangle 340"/>
          <p:cNvSpPr>
            <a:spLocks noChangeArrowheads="1"/>
          </p:cNvSpPr>
          <p:nvPr/>
        </p:nvSpPr>
        <p:spPr bwMode="auto">
          <a:xfrm>
            <a:off x="6433047" y="209683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7" name="Oval 396"/>
          <p:cNvSpPr>
            <a:spLocks noChangeArrowheads="1"/>
          </p:cNvSpPr>
          <p:nvPr/>
        </p:nvSpPr>
        <p:spPr bwMode="auto">
          <a:xfrm>
            <a:off x="4635235" y="30863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8" name="Oval 397"/>
          <p:cNvSpPr>
            <a:spLocks noChangeArrowheads="1"/>
          </p:cNvSpPr>
          <p:nvPr/>
        </p:nvSpPr>
        <p:spPr bwMode="auto">
          <a:xfrm>
            <a:off x="5441756" y="308291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9" name="Oval 398"/>
          <p:cNvSpPr>
            <a:spLocks noChangeArrowheads="1"/>
          </p:cNvSpPr>
          <p:nvPr/>
        </p:nvSpPr>
        <p:spPr bwMode="auto">
          <a:xfrm>
            <a:off x="5641308" y="289992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0" name="Oval 399"/>
          <p:cNvSpPr>
            <a:spLocks noChangeArrowheads="1"/>
          </p:cNvSpPr>
          <p:nvPr/>
        </p:nvSpPr>
        <p:spPr bwMode="auto">
          <a:xfrm>
            <a:off x="5215413" y="229789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1" name="Oval 400"/>
          <p:cNvSpPr>
            <a:spLocks noChangeArrowheads="1"/>
          </p:cNvSpPr>
          <p:nvPr/>
        </p:nvSpPr>
        <p:spPr bwMode="auto">
          <a:xfrm>
            <a:off x="4411663" y="284232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2" name="Oval 401"/>
          <p:cNvSpPr>
            <a:spLocks noChangeArrowheads="1"/>
          </p:cNvSpPr>
          <p:nvPr/>
        </p:nvSpPr>
        <p:spPr bwMode="auto">
          <a:xfrm>
            <a:off x="4891142" y="231031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3" name="Rectangle 402"/>
          <p:cNvSpPr>
            <a:spLocks noChangeArrowheads="1"/>
          </p:cNvSpPr>
          <p:nvPr/>
        </p:nvSpPr>
        <p:spPr bwMode="auto">
          <a:xfrm>
            <a:off x="5298559" y="212733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4" name="Rectangle 403"/>
          <p:cNvSpPr>
            <a:spLocks noChangeArrowheads="1"/>
          </p:cNvSpPr>
          <p:nvPr/>
        </p:nvSpPr>
        <p:spPr bwMode="auto">
          <a:xfrm>
            <a:off x="5308722" y="221091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1.1.1.24</a:t>
            </a:r>
            <a:endParaRPr lang="en-US" altLang="zh-CN" sz="1050" b="1" dirty="0">
              <a:latin typeface="微软雅黑" panose="020B0503020204020204" pitchFamily="34" charset="-122"/>
              <a:ea typeface="微软雅黑" panose="020B0503020204020204" pitchFamily="34" charset="-122"/>
            </a:endParaRPr>
          </a:p>
        </p:txBody>
      </p:sp>
      <p:sp>
        <p:nvSpPr>
          <p:cNvPr id="465" name="Rectangle 404"/>
          <p:cNvSpPr>
            <a:spLocks noChangeArrowheads="1"/>
          </p:cNvSpPr>
          <p:nvPr/>
        </p:nvSpPr>
        <p:spPr bwMode="auto">
          <a:xfrm>
            <a:off x="4371938" y="220188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6" name="Rectangle 405"/>
          <p:cNvSpPr>
            <a:spLocks noChangeArrowheads="1"/>
          </p:cNvSpPr>
          <p:nvPr/>
        </p:nvSpPr>
        <p:spPr bwMode="auto">
          <a:xfrm>
            <a:off x="4362649" y="219510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1.1.1.26</a:t>
            </a:r>
            <a:endParaRPr lang="en-US" altLang="zh-CN" sz="1050" b="1" dirty="0">
              <a:latin typeface="微软雅黑" panose="020B0503020204020204" pitchFamily="34" charset="-122"/>
              <a:ea typeface="微软雅黑" panose="020B0503020204020204" pitchFamily="34" charset="-122"/>
            </a:endParaRPr>
          </a:p>
        </p:txBody>
      </p:sp>
      <p:sp>
        <p:nvSpPr>
          <p:cNvPr id="467" name="Rectangle 406"/>
          <p:cNvSpPr>
            <a:spLocks noChangeArrowheads="1"/>
          </p:cNvSpPr>
          <p:nvPr/>
        </p:nvSpPr>
        <p:spPr bwMode="auto">
          <a:xfrm>
            <a:off x="4015332" y="253961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8" name="Rectangle 407"/>
          <p:cNvSpPr>
            <a:spLocks noChangeArrowheads="1"/>
          </p:cNvSpPr>
          <p:nvPr/>
        </p:nvSpPr>
        <p:spPr bwMode="auto">
          <a:xfrm>
            <a:off x="3944777" y="267443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1.1.1.27</a:t>
            </a:r>
          </a:p>
        </p:txBody>
      </p:sp>
      <p:sp>
        <p:nvSpPr>
          <p:cNvPr id="469" name="Rectangle 408"/>
          <p:cNvSpPr>
            <a:spLocks noChangeArrowheads="1"/>
          </p:cNvSpPr>
          <p:nvPr/>
        </p:nvSpPr>
        <p:spPr bwMode="auto">
          <a:xfrm>
            <a:off x="5631145" y="247183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0" name="Rectangle 409"/>
          <p:cNvSpPr>
            <a:spLocks noChangeArrowheads="1"/>
          </p:cNvSpPr>
          <p:nvPr/>
        </p:nvSpPr>
        <p:spPr bwMode="auto">
          <a:xfrm>
            <a:off x="5693967" y="2774551"/>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1.1.1.25</a:t>
            </a:r>
            <a:endParaRPr lang="en-US" altLang="zh-CN" sz="1050" b="1">
              <a:latin typeface="微软雅黑" panose="020B0503020204020204" pitchFamily="34" charset="-122"/>
              <a:ea typeface="微软雅黑" panose="020B0503020204020204" pitchFamily="34" charset="-122"/>
            </a:endParaRPr>
          </a:p>
        </p:txBody>
      </p:sp>
      <p:sp>
        <p:nvSpPr>
          <p:cNvPr id="471" name="Rectangle 410"/>
          <p:cNvSpPr>
            <a:spLocks noChangeArrowheads="1"/>
          </p:cNvSpPr>
          <p:nvPr/>
        </p:nvSpPr>
        <p:spPr bwMode="auto">
          <a:xfrm>
            <a:off x="5366924" y="292590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2" name="Rectangle 411"/>
          <p:cNvSpPr>
            <a:spLocks noChangeArrowheads="1"/>
          </p:cNvSpPr>
          <p:nvPr/>
        </p:nvSpPr>
        <p:spPr bwMode="auto">
          <a:xfrm>
            <a:off x="5295788" y="3158590"/>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1.1.1.29</a:t>
            </a:r>
            <a:endParaRPr lang="en-US" altLang="zh-CN" sz="1050" b="1" dirty="0">
              <a:latin typeface="微软雅黑" panose="020B0503020204020204" pitchFamily="34" charset="-122"/>
              <a:ea typeface="微软雅黑" panose="020B0503020204020204" pitchFamily="34" charset="-122"/>
            </a:endParaRPr>
          </a:p>
        </p:txBody>
      </p:sp>
      <p:sp>
        <p:nvSpPr>
          <p:cNvPr id="473" name="Rectangle 412"/>
          <p:cNvSpPr>
            <a:spLocks noChangeArrowheads="1"/>
          </p:cNvSpPr>
          <p:nvPr/>
        </p:nvSpPr>
        <p:spPr bwMode="auto">
          <a:xfrm>
            <a:off x="4505896" y="292590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4" name="Rectangle 413"/>
          <p:cNvSpPr>
            <a:spLocks noChangeArrowheads="1"/>
          </p:cNvSpPr>
          <p:nvPr/>
        </p:nvSpPr>
        <p:spPr bwMode="auto">
          <a:xfrm>
            <a:off x="4419054" y="314955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1.1.1.28</a:t>
            </a:r>
          </a:p>
        </p:txBody>
      </p:sp>
      <p:sp>
        <p:nvSpPr>
          <p:cNvPr id="475" name="Rectangle 414"/>
          <p:cNvSpPr>
            <a:spLocks noChangeArrowheads="1"/>
          </p:cNvSpPr>
          <p:nvPr/>
        </p:nvSpPr>
        <p:spPr bwMode="auto">
          <a:xfrm>
            <a:off x="2822591" y="243169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6" name="Rectangle 415"/>
          <p:cNvSpPr>
            <a:spLocks noChangeArrowheads="1"/>
          </p:cNvSpPr>
          <p:nvPr/>
        </p:nvSpPr>
        <p:spPr bwMode="auto">
          <a:xfrm>
            <a:off x="2852904" y="2455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1.1.1.17</a:t>
            </a:r>
            <a:endParaRPr lang="en-US" altLang="zh-CN" sz="1050" b="1" dirty="0">
              <a:latin typeface="微软雅黑" panose="020B0503020204020204" pitchFamily="34" charset="-122"/>
              <a:ea typeface="微软雅黑" panose="020B0503020204020204" pitchFamily="34" charset="-122"/>
            </a:endParaRPr>
          </a:p>
        </p:txBody>
      </p:sp>
      <p:sp>
        <p:nvSpPr>
          <p:cNvPr id="477" name="Rectangle 416"/>
          <p:cNvSpPr>
            <a:spLocks noChangeArrowheads="1"/>
          </p:cNvSpPr>
          <p:nvPr/>
        </p:nvSpPr>
        <p:spPr bwMode="auto">
          <a:xfrm>
            <a:off x="3801922" y="295866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8" name="Rectangle 417"/>
          <p:cNvSpPr>
            <a:spLocks noChangeArrowheads="1"/>
          </p:cNvSpPr>
          <p:nvPr/>
        </p:nvSpPr>
        <p:spPr bwMode="auto">
          <a:xfrm>
            <a:off x="3631876" y="3129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1.1.1.19</a:t>
            </a:r>
          </a:p>
        </p:txBody>
      </p:sp>
      <p:sp>
        <p:nvSpPr>
          <p:cNvPr id="479" name="Rectangle 418"/>
          <p:cNvSpPr>
            <a:spLocks noChangeArrowheads="1"/>
          </p:cNvSpPr>
          <p:nvPr/>
        </p:nvSpPr>
        <p:spPr bwMode="auto">
          <a:xfrm>
            <a:off x="2822591" y="316476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0" name="Rectangle 419"/>
          <p:cNvSpPr>
            <a:spLocks noChangeArrowheads="1"/>
          </p:cNvSpPr>
          <p:nvPr/>
        </p:nvSpPr>
        <p:spPr bwMode="auto">
          <a:xfrm>
            <a:off x="2922380" y="301761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1.1.1.18</a:t>
            </a:r>
            <a:endParaRPr lang="en-US" altLang="zh-CN" sz="1050" b="1" dirty="0">
              <a:latin typeface="微软雅黑" panose="020B0503020204020204" pitchFamily="34" charset="-122"/>
              <a:ea typeface="微软雅黑" panose="020B0503020204020204" pitchFamily="34" charset="-122"/>
            </a:endParaRPr>
          </a:p>
        </p:txBody>
      </p:sp>
      <p:sp>
        <p:nvSpPr>
          <p:cNvPr id="481" name="Oval 421"/>
          <p:cNvSpPr>
            <a:spLocks noChangeArrowheads="1"/>
          </p:cNvSpPr>
          <p:nvPr/>
        </p:nvSpPr>
        <p:spPr bwMode="auto">
          <a:xfrm>
            <a:off x="3416419" y="250429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2" name="Rectangle 423"/>
          <p:cNvSpPr>
            <a:spLocks noChangeArrowheads="1"/>
          </p:cNvSpPr>
          <p:nvPr/>
        </p:nvSpPr>
        <p:spPr bwMode="auto">
          <a:xfrm>
            <a:off x="4322974" y="298803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3" name="Rectangle 424"/>
          <p:cNvSpPr>
            <a:spLocks noChangeArrowheads="1"/>
          </p:cNvSpPr>
          <p:nvPr/>
        </p:nvSpPr>
        <p:spPr bwMode="auto">
          <a:xfrm>
            <a:off x="4477257" y="287395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3</a:t>
            </a:r>
          </a:p>
        </p:txBody>
      </p:sp>
      <p:sp>
        <p:nvSpPr>
          <p:cNvPr id="484" name="Rectangle 427"/>
          <p:cNvSpPr>
            <a:spLocks noChangeArrowheads="1"/>
          </p:cNvSpPr>
          <p:nvPr/>
        </p:nvSpPr>
        <p:spPr bwMode="auto">
          <a:xfrm>
            <a:off x="5454690" y="287282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2</a:t>
            </a:r>
          </a:p>
        </p:txBody>
      </p:sp>
      <p:sp>
        <p:nvSpPr>
          <p:cNvPr id="485" name="Rectangle 429"/>
          <p:cNvSpPr>
            <a:spLocks noChangeArrowheads="1"/>
          </p:cNvSpPr>
          <p:nvPr/>
        </p:nvSpPr>
        <p:spPr bwMode="auto">
          <a:xfrm>
            <a:off x="3287338" y="188561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6" name="Rectangle 430"/>
          <p:cNvSpPr>
            <a:spLocks noChangeArrowheads="1"/>
          </p:cNvSpPr>
          <p:nvPr/>
        </p:nvSpPr>
        <p:spPr bwMode="auto">
          <a:xfrm>
            <a:off x="3330759" y="1837347"/>
            <a:ext cx="76302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1.1.1.16/29</a:t>
            </a:r>
          </a:p>
        </p:txBody>
      </p:sp>
      <p:sp>
        <p:nvSpPr>
          <p:cNvPr id="487" name="Rectangle 431"/>
          <p:cNvSpPr>
            <a:spLocks noChangeArrowheads="1"/>
          </p:cNvSpPr>
          <p:nvPr/>
        </p:nvSpPr>
        <p:spPr bwMode="auto">
          <a:xfrm>
            <a:off x="3303044" y="173312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8" name="Rectangle 432"/>
          <p:cNvSpPr>
            <a:spLocks noChangeArrowheads="1"/>
          </p:cNvSpPr>
          <p:nvPr/>
        </p:nvSpPr>
        <p:spPr bwMode="auto">
          <a:xfrm>
            <a:off x="3345541" y="168486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89" name="Rectangle 434"/>
          <p:cNvSpPr>
            <a:spLocks noChangeArrowheads="1"/>
          </p:cNvSpPr>
          <p:nvPr/>
        </p:nvSpPr>
        <p:spPr bwMode="auto">
          <a:xfrm>
            <a:off x="5013090" y="265369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0" name="Rectangle 438"/>
          <p:cNvSpPr>
            <a:spLocks noChangeArrowheads="1"/>
          </p:cNvSpPr>
          <p:nvPr/>
        </p:nvSpPr>
        <p:spPr bwMode="auto">
          <a:xfrm>
            <a:off x="5509197" y="247183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N</a:t>
            </a:r>
            <a:r>
              <a:rPr lang="en-US" altLang="zh-CN" sz="1050" b="1" baseline="-25000">
                <a:solidFill>
                  <a:srgbClr val="000000"/>
                </a:solidFill>
                <a:latin typeface="微软雅黑" panose="020B0503020204020204" pitchFamily="34" charset="-122"/>
                <a:ea typeface="微软雅黑" panose="020B0503020204020204" pitchFamily="34" charset="-122"/>
              </a:rPr>
              <a:t>1</a:t>
            </a:r>
            <a:endParaRPr lang="en-US" altLang="zh-CN" sz="1050" b="1" baseline="-25000">
              <a:latin typeface="微软雅黑" panose="020B0503020204020204" pitchFamily="34" charset="-122"/>
              <a:ea typeface="微软雅黑" panose="020B0503020204020204" pitchFamily="34" charset="-122"/>
            </a:endParaRPr>
          </a:p>
        </p:txBody>
      </p:sp>
      <p:sp>
        <p:nvSpPr>
          <p:cNvPr id="491" name="Rectangle 440"/>
          <p:cNvSpPr>
            <a:spLocks noChangeArrowheads="1"/>
          </p:cNvSpPr>
          <p:nvPr/>
        </p:nvSpPr>
        <p:spPr bwMode="auto">
          <a:xfrm>
            <a:off x="4692514" y="250120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2" name="Rectangle 441"/>
          <p:cNvSpPr>
            <a:spLocks noChangeArrowheads="1"/>
          </p:cNvSpPr>
          <p:nvPr/>
        </p:nvSpPr>
        <p:spPr bwMode="auto">
          <a:xfrm>
            <a:off x="3823412" y="2428183"/>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493" name="Rectangle 444"/>
          <p:cNvSpPr>
            <a:spLocks noChangeArrowheads="1"/>
          </p:cNvSpPr>
          <p:nvPr/>
        </p:nvSpPr>
        <p:spPr bwMode="auto">
          <a:xfrm>
            <a:off x="4848006" y="334539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1.1.1.28/31</a:t>
            </a:r>
            <a:endParaRPr lang="en-US" altLang="zh-CN" sz="1000" b="1" u="sng" dirty="0">
              <a:latin typeface="微软雅黑" panose="020B0503020204020204" pitchFamily="34" charset="-122"/>
              <a:ea typeface="微软雅黑" panose="020B0503020204020204" pitchFamily="34" charset="-122"/>
            </a:endParaRPr>
          </a:p>
        </p:txBody>
      </p:sp>
      <p:sp>
        <p:nvSpPr>
          <p:cNvPr id="494" name="Rectangle 445"/>
          <p:cNvSpPr>
            <a:spLocks noChangeArrowheads="1"/>
          </p:cNvSpPr>
          <p:nvPr/>
        </p:nvSpPr>
        <p:spPr bwMode="auto">
          <a:xfrm>
            <a:off x="4834787" y="250120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Rectangle 446"/>
          <p:cNvSpPr>
            <a:spLocks noChangeArrowheads="1"/>
          </p:cNvSpPr>
          <p:nvPr/>
        </p:nvSpPr>
        <p:spPr bwMode="auto">
          <a:xfrm>
            <a:off x="3993712" y="2436809"/>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1.1.1.26/31</a:t>
            </a:r>
            <a:endParaRPr lang="en-US" altLang="zh-CN" sz="1000" b="1" u="sng" dirty="0">
              <a:latin typeface="微软雅黑" panose="020B0503020204020204" pitchFamily="34" charset="-122"/>
              <a:ea typeface="微软雅黑" panose="020B0503020204020204" pitchFamily="34" charset="-122"/>
            </a:endParaRPr>
          </a:p>
        </p:txBody>
      </p:sp>
      <p:sp>
        <p:nvSpPr>
          <p:cNvPr id="496" name="Rectangle 448"/>
          <p:cNvSpPr>
            <a:spLocks noChangeArrowheads="1"/>
          </p:cNvSpPr>
          <p:nvPr/>
        </p:nvSpPr>
        <p:spPr bwMode="auto">
          <a:xfrm>
            <a:off x="5685974" y="247974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000000"/>
                </a:solidFill>
                <a:latin typeface="微软雅黑" panose="020B0503020204020204" pitchFamily="34" charset="-122"/>
                <a:ea typeface="微软雅黑" panose="020B0503020204020204" pitchFamily="34" charset="-122"/>
              </a:rPr>
              <a:t>1.1.1.24/31</a:t>
            </a:r>
            <a:endParaRPr lang="en-US" altLang="zh-CN" sz="1000" b="1" u="sng" dirty="0">
              <a:latin typeface="微软雅黑" panose="020B0503020204020204" pitchFamily="34" charset="-122"/>
              <a:ea typeface="微软雅黑" panose="020B0503020204020204" pitchFamily="34" charset="-122"/>
            </a:endParaRPr>
          </a:p>
        </p:txBody>
      </p:sp>
      <p:sp>
        <p:nvSpPr>
          <p:cNvPr id="497" name="Rectangle 435"/>
          <p:cNvSpPr>
            <a:spLocks noChangeArrowheads="1"/>
          </p:cNvSpPr>
          <p:nvPr/>
        </p:nvSpPr>
        <p:spPr bwMode="auto">
          <a:xfrm>
            <a:off x="4669080" y="333748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98" name="Line 460"/>
          <p:cNvSpPr>
            <a:spLocks noChangeShapeType="1"/>
          </p:cNvSpPr>
          <p:nvPr/>
        </p:nvSpPr>
        <p:spPr bwMode="auto">
          <a:xfrm>
            <a:off x="5843630" y="306258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Oval 29"/>
          <p:cNvSpPr>
            <a:spLocks noChangeArrowheads="1"/>
          </p:cNvSpPr>
          <p:nvPr/>
        </p:nvSpPr>
        <p:spPr bwMode="auto">
          <a:xfrm>
            <a:off x="5969274" y="303434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Rectangle 341"/>
          <p:cNvSpPr>
            <a:spLocks noChangeArrowheads="1"/>
          </p:cNvSpPr>
          <p:nvPr/>
        </p:nvSpPr>
        <p:spPr bwMode="auto">
          <a:xfrm>
            <a:off x="6650808" y="1896077"/>
            <a:ext cx="468706" cy="162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501" name="Rectangle 323"/>
          <p:cNvSpPr>
            <a:spLocks noChangeArrowheads="1"/>
          </p:cNvSpPr>
          <p:nvPr/>
        </p:nvSpPr>
        <p:spPr bwMode="auto">
          <a:xfrm>
            <a:off x="3856420" y="115768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1</a:t>
            </a:r>
            <a:endParaRPr lang="en-US" altLang="zh-CN" sz="1050" b="1" baseline="-25000" dirty="0">
              <a:latin typeface="微软雅黑" panose="020B0503020204020204" pitchFamily="34" charset="-122"/>
              <a:ea typeface="微软雅黑" panose="020B0503020204020204" pitchFamily="34" charset="-122"/>
            </a:endParaRPr>
          </a:p>
        </p:txBody>
      </p:sp>
      <p:sp>
        <p:nvSpPr>
          <p:cNvPr id="502" name="Line 471"/>
          <p:cNvSpPr>
            <a:spLocks noChangeShapeType="1"/>
          </p:cNvSpPr>
          <p:nvPr/>
        </p:nvSpPr>
        <p:spPr bwMode="auto">
          <a:xfrm>
            <a:off x="4586271" y="147446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3" name="Oval 316"/>
          <p:cNvSpPr>
            <a:spLocks noChangeArrowheads="1"/>
          </p:cNvSpPr>
          <p:nvPr/>
        </p:nvSpPr>
        <p:spPr bwMode="auto">
          <a:xfrm>
            <a:off x="4700829" y="155127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 name="Group 201"/>
          <p:cNvGrpSpPr>
            <a:grpSpLocks/>
          </p:cNvGrpSpPr>
          <p:nvPr/>
        </p:nvGrpSpPr>
        <p:grpSpPr bwMode="auto">
          <a:xfrm>
            <a:off x="4419054" y="1270022"/>
            <a:ext cx="244820" cy="264309"/>
            <a:chOff x="1813" y="593"/>
            <a:chExt cx="343" cy="352"/>
          </a:xfrm>
        </p:grpSpPr>
        <p:grpSp>
          <p:nvGrpSpPr>
            <p:cNvPr id="192" name="Group 202"/>
            <p:cNvGrpSpPr>
              <a:grpSpLocks/>
            </p:cNvGrpSpPr>
            <p:nvPr/>
          </p:nvGrpSpPr>
          <p:grpSpPr bwMode="auto">
            <a:xfrm>
              <a:off x="1821" y="599"/>
              <a:ext cx="335" cy="346"/>
              <a:chOff x="1821" y="599"/>
              <a:chExt cx="335" cy="346"/>
            </a:xfrm>
          </p:grpSpPr>
          <p:sp>
            <p:nvSpPr>
              <p:cNvPr id="519" name="Freeform 203"/>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0" name="Freeform 204"/>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1" name="Freeform 205"/>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2" name="Freeform 206"/>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3" name="Rectangle 207"/>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4" name="Rectangle 208"/>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5" name="Rectangle 209"/>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6" name="Line 210"/>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 name="Group 211"/>
              <p:cNvGrpSpPr>
                <a:grpSpLocks/>
              </p:cNvGrpSpPr>
              <p:nvPr/>
            </p:nvGrpSpPr>
            <p:grpSpPr bwMode="auto">
              <a:xfrm>
                <a:off x="1821" y="895"/>
                <a:ext cx="335" cy="50"/>
                <a:chOff x="1821" y="895"/>
                <a:chExt cx="335" cy="50"/>
              </a:xfrm>
            </p:grpSpPr>
            <p:sp>
              <p:nvSpPr>
                <p:cNvPr id="528" name="Freeform 212"/>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9" name="Freeform 213"/>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0" name="Rectangle 214"/>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4" name="Group 215"/>
            <p:cNvGrpSpPr>
              <a:grpSpLocks/>
            </p:cNvGrpSpPr>
            <p:nvPr/>
          </p:nvGrpSpPr>
          <p:grpSpPr bwMode="auto">
            <a:xfrm>
              <a:off x="1813" y="593"/>
              <a:ext cx="335" cy="346"/>
              <a:chOff x="1813" y="593"/>
              <a:chExt cx="335" cy="346"/>
            </a:xfrm>
          </p:grpSpPr>
          <p:sp>
            <p:nvSpPr>
              <p:cNvPr id="507" name="Freeform 216"/>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Freeform 217"/>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Freeform 218"/>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Freeform 219"/>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Rectangle 220"/>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2" name="Rectangle 221"/>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3" name="Rectangle 222"/>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4" name="Line 223"/>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 name="Group 224"/>
              <p:cNvGrpSpPr>
                <a:grpSpLocks/>
              </p:cNvGrpSpPr>
              <p:nvPr/>
            </p:nvGrpSpPr>
            <p:grpSpPr bwMode="auto">
              <a:xfrm>
                <a:off x="1813" y="888"/>
                <a:ext cx="335" cy="51"/>
                <a:chOff x="1813" y="888"/>
                <a:chExt cx="335" cy="51"/>
              </a:xfrm>
            </p:grpSpPr>
            <p:sp>
              <p:nvSpPr>
                <p:cNvPr id="516" name="Freeform 225"/>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7" name="Freeform 226"/>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8" name="Rectangle 227"/>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31" name="Line 472"/>
          <p:cNvSpPr>
            <a:spLocks noChangeShapeType="1"/>
          </p:cNvSpPr>
          <p:nvPr/>
        </p:nvSpPr>
        <p:spPr bwMode="auto">
          <a:xfrm flipH="1">
            <a:off x="5256986" y="159758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2" name="Line 473"/>
          <p:cNvSpPr>
            <a:spLocks noChangeShapeType="1"/>
          </p:cNvSpPr>
          <p:nvPr/>
        </p:nvSpPr>
        <p:spPr bwMode="auto">
          <a:xfrm>
            <a:off x="5131343" y="141347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Oval 317"/>
          <p:cNvSpPr>
            <a:spLocks noChangeArrowheads="1"/>
          </p:cNvSpPr>
          <p:nvPr/>
        </p:nvSpPr>
        <p:spPr bwMode="auto">
          <a:xfrm>
            <a:off x="5547075" y="164728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96" name="Group 230"/>
          <p:cNvGrpSpPr>
            <a:grpSpLocks/>
          </p:cNvGrpSpPr>
          <p:nvPr/>
        </p:nvGrpSpPr>
        <p:grpSpPr bwMode="auto">
          <a:xfrm>
            <a:off x="5005699" y="1189825"/>
            <a:ext cx="244820" cy="264309"/>
            <a:chOff x="2868" y="593"/>
            <a:chExt cx="343" cy="352"/>
          </a:xfrm>
        </p:grpSpPr>
        <p:grpSp>
          <p:nvGrpSpPr>
            <p:cNvPr id="197" name="Group 231"/>
            <p:cNvGrpSpPr>
              <a:grpSpLocks/>
            </p:cNvGrpSpPr>
            <p:nvPr/>
          </p:nvGrpSpPr>
          <p:grpSpPr bwMode="auto">
            <a:xfrm>
              <a:off x="2877" y="599"/>
              <a:ext cx="334" cy="346"/>
              <a:chOff x="2877" y="599"/>
              <a:chExt cx="334" cy="346"/>
            </a:xfrm>
          </p:grpSpPr>
          <p:sp>
            <p:nvSpPr>
              <p:cNvPr id="549" name="Freeform 232"/>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Freeform 233"/>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34"/>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35"/>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Rectangle 236"/>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4" name="Rectangle 237"/>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5" name="Rectangle 238"/>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6" name="Line 239"/>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8" name="Group 240"/>
              <p:cNvGrpSpPr>
                <a:grpSpLocks/>
              </p:cNvGrpSpPr>
              <p:nvPr/>
            </p:nvGrpSpPr>
            <p:grpSpPr bwMode="auto">
              <a:xfrm>
                <a:off x="2877" y="895"/>
                <a:ext cx="334" cy="50"/>
                <a:chOff x="2877" y="895"/>
                <a:chExt cx="334" cy="50"/>
              </a:xfrm>
            </p:grpSpPr>
            <p:sp>
              <p:nvSpPr>
                <p:cNvPr id="558" name="Freeform 241"/>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42"/>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Rectangle 243"/>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44"/>
            <p:cNvGrpSpPr>
              <a:grpSpLocks/>
            </p:cNvGrpSpPr>
            <p:nvPr/>
          </p:nvGrpSpPr>
          <p:grpSpPr bwMode="auto">
            <a:xfrm>
              <a:off x="2868" y="593"/>
              <a:ext cx="335" cy="346"/>
              <a:chOff x="2868" y="593"/>
              <a:chExt cx="335" cy="346"/>
            </a:xfrm>
          </p:grpSpPr>
          <p:sp>
            <p:nvSpPr>
              <p:cNvPr id="537" name="Freeform 245"/>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46"/>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47"/>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48"/>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Rectangle 249"/>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2" name="Rectangle 250"/>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3" name="Rectangle 251"/>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4" name="Line 252"/>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0" name="Group 253"/>
              <p:cNvGrpSpPr>
                <a:grpSpLocks/>
              </p:cNvGrpSpPr>
              <p:nvPr/>
            </p:nvGrpSpPr>
            <p:grpSpPr bwMode="auto">
              <a:xfrm>
                <a:off x="2868" y="888"/>
                <a:ext cx="335" cy="51"/>
                <a:chOff x="2868" y="888"/>
                <a:chExt cx="335" cy="51"/>
              </a:xfrm>
            </p:grpSpPr>
            <p:sp>
              <p:nvSpPr>
                <p:cNvPr id="546" name="Freeform 254"/>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7" name="Freeform 255"/>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Rectangle 256"/>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61" name="Oval 318"/>
          <p:cNvSpPr>
            <a:spLocks noChangeArrowheads="1"/>
          </p:cNvSpPr>
          <p:nvPr/>
        </p:nvSpPr>
        <p:spPr bwMode="auto">
          <a:xfrm>
            <a:off x="5110094" y="154675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1" name="Group 257"/>
          <p:cNvGrpSpPr>
            <a:grpSpLocks/>
          </p:cNvGrpSpPr>
          <p:nvPr/>
        </p:nvGrpSpPr>
        <p:grpSpPr bwMode="auto">
          <a:xfrm>
            <a:off x="5667175" y="1401047"/>
            <a:ext cx="244820" cy="264309"/>
            <a:chOff x="3915" y="593"/>
            <a:chExt cx="343" cy="352"/>
          </a:xfrm>
        </p:grpSpPr>
        <p:grpSp>
          <p:nvGrpSpPr>
            <p:cNvPr id="202" name="Group 258"/>
            <p:cNvGrpSpPr>
              <a:grpSpLocks/>
            </p:cNvGrpSpPr>
            <p:nvPr/>
          </p:nvGrpSpPr>
          <p:grpSpPr bwMode="auto">
            <a:xfrm>
              <a:off x="3924" y="599"/>
              <a:ext cx="334" cy="346"/>
              <a:chOff x="3924" y="599"/>
              <a:chExt cx="334" cy="346"/>
            </a:xfrm>
          </p:grpSpPr>
          <p:sp>
            <p:nvSpPr>
              <p:cNvPr id="577" name="Freeform 259"/>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8" name="Freeform 260"/>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9" name="Freeform 261"/>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0" name="Freeform 262"/>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1" name="Rectangle 263"/>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2" name="Rectangle 264"/>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3" name="Rectangle 265"/>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4" name="Line 266"/>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3" name="Group 267"/>
              <p:cNvGrpSpPr>
                <a:grpSpLocks/>
              </p:cNvGrpSpPr>
              <p:nvPr/>
            </p:nvGrpSpPr>
            <p:grpSpPr bwMode="auto">
              <a:xfrm>
                <a:off x="3924" y="895"/>
                <a:ext cx="334" cy="50"/>
                <a:chOff x="3924" y="895"/>
                <a:chExt cx="334" cy="50"/>
              </a:xfrm>
            </p:grpSpPr>
            <p:sp>
              <p:nvSpPr>
                <p:cNvPr id="586" name="Freeform 268"/>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69"/>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8" name="Rectangle 270"/>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4" name="Group 271"/>
            <p:cNvGrpSpPr>
              <a:grpSpLocks/>
            </p:cNvGrpSpPr>
            <p:nvPr/>
          </p:nvGrpSpPr>
          <p:grpSpPr bwMode="auto">
            <a:xfrm>
              <a:off x="3915" y="593"/>
              <a:ext cx="335" cy="346"/>
              <a:chOff x="3915" y="593"/>
              <a:chExt cx="335" cy="346"/>
            </a:xfrm>
          </p:grpSpPr>
          <p:sp>
            <p:nvSpPr>
              <p:cNvPr id="565" name="Freeform 272"/>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6" name="Freeform 273"/>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74"/>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Freeform 275"/>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9" name="Rectangle 276"/>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0" name="Rectangle 277"/>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1" name="Rectangle 278"/>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2" name="Line 279"/>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5" name="Group 280"/>
              <p:cNvGrpSpPr>
                <a:grpSpLocks/>
              </p:cNvGrpSpPr>
              <p:nvPr/>
            </p:nvGrpSpPr>
            <p:grpSpPr bwMode="auto">
              <a:xfrm>
                <a:off x="3915" y="888"/>
                <a:ext cx="335" cy="51"/>
                <a:chOff x="3915" y="888"/>
                <a:chExt cx="335" cy="51"/>
              </a:xfrm>
            </p:grpSpPr>
            <p:sp>
              <p:nvSpPr>
                <p:cNvPr id="574" name="Freeform 281"/>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82"/>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6" name="Rectangle 283"/>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06" name="Group 370"/>
          <p:cNvGrpSpPr>
            <a:grpSpLocks/>
          </p:cNvGrpSpPr>
          <p:nvPr/>
        </p:nvGrpSpPr>
        <p:grpSpPr bwMode="auto">
          <a:xfrm>
            <a:off x="5578486" y="2981254"/>
            <a:ext cx="314109" cy="197668"/>
            <a:chOff x="3488" y="2569"/>
            <a:chExt cx="439" cy="262"/>
          </a:xfrm>
        </p:grpSpPr>
        <p:sp>
          <p:nvSpPr>
            <p:cNvPr id="590" name="Oval 371"/>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1" name="Rectangle 3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2" name="Rectangle 373"/>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3" name="Oval 374"/>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375"/>
            <p:cNvGrpSpPr>
              <a:grpSpLocks/>
            </p:cNvGrpSpPr>
            <p:nvPr/>
          </p:nvGrpSpPr>
          <p:grpSpPr bwMode="auto">
            <a:xfrm>
              <a:off x="3555" y="2587"/>
              <a:ext cx="304" cy="117"/>
              <a:chOff x="3555" y="2587"/>
              <a:chExt cx="304" cy="117"/>
            </a:xfrm>
          </p:grpSpPr>
          <p:grpSp>
            <p:nvGrpSpPr>
              <p:cNvPr id="208" name="Group 376"/>
              <p:cNvGrpSpPr>
                <a:grpSpLocks/>
              </p:cNvGrpSpPr>
              <p:nvPr/>
            </p:nvGrpSpPr>
            <p:grpSpPr bwMode="auto">
              <a:xfrm>
                <a:off x="3555" y="2587"/>
                <a:ext cx="301" cy="115"/>
                <a:chOff x="3555" y="2587"/>
                <a:chExt cx="301" cy="115"/>
              </a:xfrm>
            </p:grpSpPr>
            <p:sp>
              <p:nvSpPr>
                <p:cNvPr id="607" name="Freeform 3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8" name="Freeform 378"/>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9" name="Freeform 3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0" name="Freeform 380"/>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1" name="Freeform 3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2" name="Freeform 382"/>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3" name="Freeform 3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4" name="Freeform 384"/>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9" name="Group 385"/>
              <p:cNvGrpSpPr>
                <a:grpSpLocks/>
              </p:cNvGrpSpPr>
              <p:nvPr/>
            </p:nvGrpSpPr>
            <p:grpSpPr bwMode="auto">
              <a:xfrm>
                <a:off x="3557" y="2590"/>
                <a:ext cx="302" cy="114"/>
                <a:chOff x="3557" y="2590"/>
                <a:chExt cx="302" cy="114"/>
              </a:xfrm>
            </p:grpSpPr>
            <p:sp>
              <p:nvSpPr>
                <p:cNvPr id="599" name="Freeform 3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0" name="Freeform 387"/>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1" name="Freeform 3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2" name="Freeform 389"/>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3" name="Freeform 3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4" name="Freeform 391"/>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5" name="Freeform 3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6" name="Freeform 393"/>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595" name="Line 394"/>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6" name="Line 395"/>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15" name="Line 474"/>
          <p:cNvSpPr>
            <a:spLocks noChangeShapeType="1"/>
          </p:cNvSpPr>
          <p:nvPr/>
        </p:nvSpPr>
        <p:spPr bwMode="auto">
          <a:xfrm>
            <a:off x="3656878" y="295786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0" name="Group 344"/>
          <p:cNvGrpSpPr>
            <a:grpSpLocks/>
          </p:cNvGrpSpPr>
          <p:nvPr/>
        </p:nvGrpSpPr>
        <p:grpSpPr bwMode="auto">
          <a:xfrm>
            <a:off x="4171462" y="2981254"/>
            <a:ext cx="314109" cy="197668"/>
            <a:chOff x="1304" y="2569"/>
            <a:chExt cx="439" cy="262"/>
          </a:xfrm>
        </p:grpSpPr>
        <p:sp>
          <p:nvSpPr>
            <p:cNvPr id="617"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8"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9"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0"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1" name="Group 349"/>
            <p:cNvGrpSpPr>
              <a:grpSpLocks/>
            </p:cNvGrpSpPr>
            <p:nvPr/>
          </p:nvGrpSpPr>
          <p:grpSpPr bwMode="auto">
            <a:xfrm>
              <a:off x="1371" y="2587"/>
              <a:ext cx="304" cy="117"/>
              <a:chOff x="1371" y="2587"/>
              <a:chExt cx="304" cy="117"/>
            </a:xfrm>
          </p:grpSpPr>
          <p:grpSp>
            <p:nvGrpSpPr>
              <p:cNvPr id="212" name="Group 350"/>
              <p:cNvGrpSpPr>
                <a:grpSpLocks/>
              </p:cNvGrpSpPr>
              <p:nvPr/>
            </p:nvGrpSpPr>
            <p:grpSpPr bwMode="auto">
              <a:xfrm>
                <a:off x="1371" y="2587"/>
                <a:ext cx="301" cy="115"/>
                <a:chOff x="1371" y="2587"/>
                <a:chExt cx="301" cy="115"/>
              </a:xfrm>
            </p:grpSpPr>
            <p:sp>
              <p:nvSpPr>
                <p:cNvPr id="634"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8"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9"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0"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1"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 name="Group 359"/>
              <p:cNvGrpSpPr>
                <a:grpSpLocks/>
              </p:cNvGrpSpPr>
              <p:nvPr/>
            </p:nvGrpSpPr>
            <p:grpSpPr bwMode="auto">
              <a:xfrm>
                <a:off x="1373" y="2590"/>
                <a:ext cx="302" cy="114"/>
                <a:chOff x="1373" y="2590"/>
                <a:chExt cx="302" cy="114"/>
              </a:xfrm>
            </p:grpSpPr>
            <p:sp>
              <p:nvSpPr>
                <p:cNvPr id="626"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7"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22"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3"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2" name="Oval 422"/>
          <p:cNvSpPr>
            <a:spLocks noChangeArrowheads="1"/>
          </p:cNvSpPr>
          <p:nvPr/>
        </p:nvSpPr>
        <p:spPr bwMode="auto">
          <a:xfrm>
            <a:off x="4028268" y="302346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4" name="Rectangle 468"/>
          <p:cNvSpPr>
            <a:spLocks noChangeArrowheads="1"/>
          </p:cNvSpPr>
          <p:nvPr/>
        </p:nvSpPr>
        <p:spPr bwMode="auto">
          <a:xfrm>
            <a:off x="6939979" y="1353899"/>
            <a:ext cx="53860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050" b="1" dirty="0">
                <a:solidFill>
                  <a:srgbClr val="000000"/>
                </a:solidFill>
                <a:latin typeface="微软雅黑" panose="020B0503020204020204" pitchFamily="34" charset="-122"/>
                <a:ea typeface="微软雅黑" panose="020B0503020204020204" pitchFamily="34" charset="-122"/>
              </a:rPr>
              <a:t>网络地址</a:t>
            </a:r>
            <a:endParaRPr lang="zh-CN" altLang="en-US" sz="1050" b="1" dirty="0">
              <a:latin typeface="微软雅黑" panose="020B0503020204020204" pitchFamily="34" charset="-122"/>
              <a:ea typeface="微软雅黑" panose="020B0503020204020204" pitchFamily="34" charset="-122"/>
            </a:endParaRPr>
          </a:p>
        </p:txBody>
      </p:sp>
      <p:sp>
        <p:nvSpPr>
          <p:cNvPr id="645" name="Rectangle 468"/>
          <p:cNvSpPr>
            <a:spLocks noChangeArrowheads="1"/>
          </p:cNvSpPr>
          <p:nvPr/>
        </p:nvSpPr>
        <p:spPr bwMode="auto">
          <a:xfrm>
            <a:off x="7485071" y="1571605"/>
            <a:ext cx="402354"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050" b="1">
                <a:solidFill>
                  <a:srgbClr val="000000"/>
                </a:solidFill>
                <a:latin typeface="微软雅黑" panose="020B0503020204020204" pitchFamily="34" charset="-122"/>
                <a:ea typeface="微软雅黑" panose="020B0503020204020204" pitchFamily="34" charset="-122"/>
              </a:rPr>
              <a:t>IP</a:t>
            </a:r>
            <a:r>
              <a:rPr lang="zh-CN" altLang="en-US" sz="1050" b="1">
                <a:solidFill>
                  <a:srgbClr val="000000"/>
                </a:solidFill>
                <a:latin typeface="微软雅黑" panose="020B0503020204020204" pitchFamily="34" charset="-122"/>
                <a:ea typeface="微软雅黑" panose="020B0503020204020204" pitchFamily="34" charset="-122"/>
              </a:rPr>
              <a:t>地址</a:t>
            </a:r>
            <a:endParaRPr lang="zh-CN" altLang="en-US" sz="1050" b="1">
              <a:latin typeface="微软雅黑" panose="020B0503020204020204" pitchFamily="34" charset="-122"/>
              <a:ea typeface="微软雅黑" panose="020B0503020204020204" pitchFamily="34" charset="-122"/>
            </a:endParaRPr>
          </a:p>
        </p:txBody>
      </p:sp>
      <p:sp>
        <p:nvSpPr>
          <p:cNvPr id="646" name="Line 469"/>
          <p:cNvSpPr>
            <a:spLocks noChangeShapeType="1"/>
          </p:cNvSpPr>
          <p:nvPr/>
        </p:nvSpPr>
        <p:spPr bwMode="auto">
          <a:xfrm flipH="1">
            <a:off x="7012040" y="1558343"/>
            <a:ext cx="168141" cy="51280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7" name="Line 469"/>
          <p:cNvSpPr>
            <a:spLocks noChangeShapeType="1"/>
          </p:cNvSpPr>
          <p:nvPr/>
        </p:nvSpPr>
        <p:spPr bwMode="auto">
          <a:xfrm flipH="1">
            <a:off x="7605412" y="175797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Oval 316"/>
          <p:cNvSpPr>
            <a:spLocks noChangeArrowheads="1"/>
          </p:cNvSpPr>
          <p:nvPr/>
        </p:nvSpPr>
        <p:spPr bwMode="auto">
          <a:xfrm>
            <a:off x="3237400" y="291082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4" name="Group 30"/>
          <p:cNvGrpSpPr>
            <a:grpSpLocks/>
          </p:cNvGrpSpPr>
          <p:nvPr/>
        </p:nvGrpSpPr>
        <p:grpSpPr bwMode="auto">
          <a:xfrm>
            <a:off x="2944549" y="2679365"/>
            <a:ext cx="244820" cy="265439"/>
            <a:chOff x="101" y="2294"/>
            <a:chExt cx="343" cy="353"/>
          </a:xfrm>
        </p:grpSpPr>
        <p:grpSp>
          <p:nvGrpSpPr>
            <p:cNvPr id="216" name="Group 31"/>
            <p:cNvGrpSpPr>
              <a:grpSpLocks/>
            </p:cNvGrpSpPr>
            <p:nvPr/>
          </p:nvGrpSpPr>
          <p:grpSpPr bwMode="auto">
            <a:xfrm>
              <a:off x="109" y="2301"/>
              <a:ext cx="335" cy="346"/>
              <a:chOff x="109" y="2301"/>
              <a:chExt cx="335" cy="346"/>
            </a:xfrm>
          </p:grpSpPr>
          <p:sp>
            <p:nvSpPr>
              <p:cNvPr id="257" name="Freeform 32"/>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 name="Freeform 33"/>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34"/>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35"/>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 name="Rectangle 36"/>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2" name="Rectangle 37"/>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3" name="Rectangle 38"/>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4" name="Line 39"/>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7" name="Group 40"/>
              <p:cNvGrpSpPr>
                <a:grpSpLocks/>
              </p:cNvGrpSpPr>
              <p:nvPr/>
            </p:nvGrpSpPr>
            <p:grpSpPr bwMode="auto">
              <a:xfrm>
                <a:off x="109" y="2596"/>
                <a:ext cx="335" cy="51"/>
                <a:chOff x="109" y="2596"/>
                <a:chExt cx="335" cy="51"/>
              </a:xfrm>
            </p:grpSpPr>
            <p:sp>
              <p:nvSpPr>
                <p:cNvPr id="266" name="Freeform 41"/>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 name="Freeform 42"/>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 name="Rectangle 43"/>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18" name="Group 44"/>
            <p:cNvGrpSpPr>
              <a:grpSpLocks/>
            </p:cNvGrpSpPr>
            <p:nvPr/>
          </p:nvGrpSpPr>
          <p:grpSpPr bwMode="auto">
            <a:xfrm>
              <a:off x="101" y="2294"/>
              <a:ext cx="335" cy="347"/>
              <a:chOff x="101" y="2294"/>
              <a:chExt cx="335" cy="347"/>
            </a:xfrm>
          </p:grpSpPr>
          <p:sp>
            <p:nvSpPr>
              <p:cNvPr id="245" name="Freeform 45"/>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 name="Freeform 46"/>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47"/>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48"/>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 name="Rectangle 49"/>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Rectangle 50"/>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Rectangle 51"/>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Line 52"/>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9" name="Group 53"/>
              <p:cNvGrpSpPr>
                <a:grpSpLocks/>
              </p:cNvGrpSpPr>
              <p:nvPr/>
            </p:nvGrpSpPr>
            <p:grpSpPr bwMode="auto">
              <a:xfrm>
                <a:off x="101" y="2590"/>
                <a:ext cx="335" cy="51"/>
                <a:chOff x="101" y="2590"/>
                <a:chExt cx="335" cy="51"/>
              </a:xfrm>
            </p:grpSpPr>
            <p:sp>
              <p:nvSpPr>
                <p:cNvPr id="254" name="Freeform 54"/>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 name="Freeform 55"/>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Rectangle 56"/>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680" name="Text Box 438"/>
          <p:cNvSpPr txBox="1">
            <a:spLocks noChangeArrowheads="1"/>
          </p:cNvSpPr>
          <p:nvPr/>
        </p:nvSpPr>
        <p:spPr bwMode="auto">
          <a:xfrm>
            <a:off x="696234" y="1828010"/>
            <a:ext cx="1866218" cy="886012"/>
          </a:xfrm>
          <a:prstGeom prst="rect">
            <a:avLst/>
          </a:prstGeom>
          <a:solidFill>
            <a:srgbClr val="00FFFF"/>
          </a:solidFill>
          <a:ln w="9525">
            <a:solidFill>
              <a:schemeClr val="tx2"/>
            </a:solidFill>
            <a:miter lim="800000"/>
            <a:headEnd/>
            <a:tailEnd/>
          </a:ln>
          <a:effectLst/>
        </p:spPr>
        <p:txBody>
          <a:bodyPr wrap="square">
            <a:spAutoFit/>
          </a:bodyPr>
          <a:lstStyle/>
          <a:p>
            <a:pPr algn="ctr">
              <a:lnSpc>
                <a:spcPct val="110000"/>
              </a:lnSpc>
            </a:pPr>
            <a:r>
              <a:rPr lang="zh-CN" altLang="en-US" sz="1600" b="1" dirty="0">
                <a:latin typeface="微软雅黑" pitchFamily="34" charset="-122"/>
                <a:ea typeface="微软雅黑" pitchFamily="34" charset="-122"/>
              </a:rPr>
              <a:t>路由器的每一个接口都有一个</a:t>
            </a:r>
            <a:r>
              <a:rPr lang="zh-CN" altLang="en-US" sz="1600" b="1" dirty="0">
                <a:solidFill>
                  <a:srgbClr val="C00000"/>
                </a:solidFill>
                <a:latin typeface="微软雅黑" pitchFamily="34" charset="-122"/>
                <a:ea typeface="微软雅黑" pitchFamily="34" charset="-122"/>
              </a:rPr>
              <a:t>不同网络前缀</a:t>
            </a:r>
            <a:r>
              <a:rPr lang="zh-CN" altLang="en-US" sz="1600" b="1" dirty="0">
                <a:latin typeface="微软雅黑" pitchFamily="34" charset="-122"/>
                <a:ea typeface="微软雅黑" pitchFamily="34" charset="-122"/>
              </a:rPr>
              <a:t>的 </a:t>
            </a:r>
            <a:r>
              <a:rPr lang="en-US" altLang="zh-CN" sz="1600" b="1" dirty="0">
                <a:latin typeface="微软雅黑" pitchFamily="34" charset="-122"/>
                <a:ea typeface="微软雅黑" pitchFamily="34" charset="-122"/>
              </a:rPr>
              <a:t>IP </a:t>
            </a:r>
            <a:r>
              <a:rPr lang="zh-CN" altLang="en-US" sz="1600" b="1" dirty="0">
                <a:latin typeface="微软雅黑" pitchFamily="34" charset="-122"/>
                <a:ea typeface="微软雅黑" pitchFamily="34" charset="-122"/>
              </a:rPr>
              <a:t>地址。</a:t>
            </a:r>
          </a:p>
        </p:txBody>
      </p:sp>
      <p:sp>
        <p:nvSpPr>
          <p:cNvPr id="681" name="矩形 476"/>
          <p:cNvSpPr>
            <a:spLocks noChangeArrowheads="1"/>
          </p:cNvSpPr>
          <p:nvPr/>
        </p:nvSpPr>
        <p:spPr bwMode="auto">
          <a:xfrm>
            <a:off x="3480534" y="3636941"/>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2" name="Rectangle 27"/>
          <p:cNvSpPr>
            <a:spLocks noChangeArrowheads="1"/>
          </p:cNvSpPr>
          <p:nvPr/>
        </p:nvSpPr>
        <p:spPr bwMode="auto">
          <a:xfrm>
            <a:off x="3931352" y="3912547"/>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solidFill>
                  <a:srgbClr val="000000"/>
                </a:solidFill>
                <a:latin typeface="微软雅黑" panose="020B0503020204020204" pitchFamily="34" charset="-122"/>
                <a:ea typeface="微软雅黑" panose="020B0503020204020204" pitchFamily="34" charset="-122"/>
              </a:rPr>
              <a:t>以太网交换机</a:t>
            </a:r>
            <a:endParaRPr lang="en-US" altLang="zh-CN" sz="1050" b="1">
              <a:latin typeface="微软雅黑" panose="020B0503020204020204" pitchFamily="34" charset="-122"/>
              <a:ea typeface="微软雅黑" panose="020B0503020204020204" pitchFamily="34" charset="-122"/>
            </a:endParaRPr>
          </a:p>
        </p:txBody>
      </p:sp>
      <p:grpSp>
        <p:nvGrpSpPr>
          <p:cNvPr id="221" name="Group 344"/>
          <p:cNvGrpSpPr>
            <a:grpSpLocks/>
          </p:cNvGrpSpPr>
          <p:nvPr/>
        </p:nvGrpSpPr>
        <p:grpSpPr bwMode="auto">
          <a:xfrm>
            <a:off x="3595071" y="3710360"/>
            <a:ext cx="242049" cy="128766"/>
            <a:chOff x="1304" y="2569"/>
            <a:chExt cx="439" cy="262"/>
          </a:xfrm>
        </p:grpSpPr>
        <p:sp>
          <p:nvSpPr>
            <p:cNvPr id="684"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5"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6"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7"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3" name="Group 349"/>
            <p:cNvGrpSpPr>
              <a:grpSpLocks/>
            </p:cNvGrpSpPr>
            <p:nvPr/>
          </p:nvGrpSpPr>
          <p:grpSpPr bwMode="auto">
            <a:xfrm>
              <a:off x="1371" y="2587"/>
              <a:ext cx="304" cy="117"/>
              <a:chOff x="1371" y="2587"/>
              <a:chExt cx="304" cy="117"/>
            </a:xfrm>
          </p:grpSpPr>
          <p:grpSp>
            <p:nvGrpSpPr>
              <p:cNvPr id="240" name="Group 350"/>
              <p:cNvGrpSpPr>
                <a:grpSpLocks/>
              </p:cNvGrpSpPr>
              <p:nvPr/>
            </p:nvGrpSpPr>
            <p:grpSpPr bwMode="auto">
              <a:xfrm>
                <a:off x="1371" y="2587"/>
                <a:ext cx="301" cy="115"/>
                <a:chOff x="1371" y="2587"/>
                <a:chExt cx="301" cy="115"/>
              </a:xfrm>
            </p:grpSpPr>
            <p:sp>
              <p:nvSpPr>
                <p:cNvPr id="701"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2"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3"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4"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5"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6"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7"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8"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 name="Group 359"/>
              <p:cNvGrpSpPr>
                <a:grpSpLocks/>
              </p:cNvGrpSpPr>
              <p:nvPr/>
            </p:nvGrpSpPr>
            <p:grpSpPr bwMode="auto">
              <a:xfrm>
                <a:off x="1373" y="2590"/>
                <a:ext cx="302" cy="114"/>
                <a:chOff x="1373" y="2590"/>
                <a:chExt cx="302" cy="114"/>
              </a:xfrm>
            </p:grpSpPr>
            <p:sp>
              <p:nvSpPr>
                <p:cNvPr id="693"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4"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5"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6"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7"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8"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9"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0"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89"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0"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710" name="Rectangle 27"/>
          <p:cNvSpPr>
            <a:spLocks noChangeArrowheads="1"/>
          </p:cNvSpPr>
          <p:nvPr/>
        </p:nvSpPr>
        <p:spPr bwMode="auto">
          <a:xfrm>
            <a:off x="3931352" y="3708101"/>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652"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33294" y="1711264"/>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3"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67363" y="3920189"/>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4"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53617" y="2855922"/>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5"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73681" y="2984123"/>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6"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126747" y="2457355"/>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306227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80"/>
                                        </p:tgtEl>
                                        <p:attrNameLst>
                                          <p:attrName>style.visibility</p:attrName>
                                        </p:attrNameLst>
                                      </p:cBhvr>
                                      <p:to>
                                        <p:strVal val="visible"/>
                                      </p:to>
                                    </p:set>
                                    <p:animEffect transition="in" filter="fade">
                                      <p:cBhvr>
                                        <p:cTn id="7" dur="1000"/>
                                        <p:tgtEl>
                                          <p:spTgt spid="680"/>
                                        </p:tgtEl>
                                      </p:cBhvr>
                                    </p:animEffect>
                                    <p:anim calcmode="lin" valueType="num">
                                      <p:cBhvr>
                                        <p:cTn id="8" dur="1000" fill="hold"/>
                                        <p:tgtEl>
                                          <p:spTgt spid="680"/>
                                        </p:tgtEl>
                                        <p:attrNameLst>
                                          <p:attrName>ppt_x</p:attrName>
                                        </p:attrNameLst>
                                      </p:cBhvr>
                                      <p:tavLst>
                                        <p:tav tm="0">
                                          <p:val>
                                            <p:strVal val="#ppt_x"/>
                                          </p:val>
                                        </p:tav>
                                        <p:tav tm="100000">
                                          <p:val>
                                            <p:strVal val="#ppt_x"/>
                                          </p:val>
                                        </p:tav>
                                      </p:tavLst>
                                    </p:anim>
                                    <p:anim calcmode="lin" valueType="num">
                                      <p:cBhvr>
                                        <p:cTn id="9" dur="1000" fill="hold"/>
                                        <p:tgtEl>
                                          <p:spTgt spid="68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0"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圆角矩形 219"/>
          <p:cNvSpPr/>
          <p:nvPr/>
        </p:nvSpPr>
        <p:spPr>
          <a:xfrm>
            <a:off x="597048" y="99668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5" name="AutoShape 5"/>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2" name="矩形 221"/>
          <p:cNvSpPr/>
          <p:nvPr/>
        </p:nvSpPr>
        <p:spPr>
          <a:xfrm>
            <a:off x="616085" y="574698"/>
            <a:ext cx="2492990" cy="400110"/>
          </a:xfrm>
          <a:prstGeom prst="rect">
            <a:avLst/>
          </a:prstGeom>
        </p:spPr>
        <p:txBody>
          <a:bodyPr wrap="none">
            <a:spAutoFit/>
          </a:bodyPr>
          <a:lstStyle/>
          <a:p>
            <a:r>
              <a:rPr lang="zh-CN" altLang="en-US" sz="2000" b="1" dirty="0">
                <a:latin typeface="微软雅黑" pitchFamily="34" charset="-122"/>
                <a:ea typeface="微软雅黑" pitchFamily="34" charset="-122"/>
              </a:rPr>
              <a:t>一个互连网络的例子</a:t>
            </a:r>
          </a:p>
        </p:txBody>
      </p:sp>
      <p:sp>
        <p:nvSpPr>
          <p:cNvPr id="224" name="椭圆 223"/>
          <p:cNvSpPr/>
          <p:nvPr/>
        </p:nvSpPr>
        <p:spPr bwMode="auto">
          <a:xfrm rot="19311755">
            <a:off x="5944139" y="2386474"/>
            <a:ext cx="2370599" cy="1274073"/>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5" name="Line 472"/>
          <p:cNvSpPr>
            <a:spLocks noChangeShapeType="1"/>
          </p:cNvSpPr>
          <p:nvPr/>
        </p:nvSpPr>
        <p:spPr bwMode="auto">
          <a:xfrm flipH="1">
            <a:off x="6724060" y="255090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Line 472"/>
          <p:cNvSpPr>
            <a:spLocks noChangeShapeType="1"/>
          </p:cNvSpPr>
          <p:nvPr/>
        </p:nvSpPr>
        <p:spPr bwMode="auto">
          <a:xfrm flipH="1" flipV="1">
            <a:off x="7352277" y="255090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 name="Line 472"/>
          <p:cNvSpPr>
            <a:spLocks noChangeShapeType="1"/>
          </p:cNvSpPr>
          <p:nvPr/>
        </p:nvSpPr>
        <p:spPr bwMode="auto">
          <a:xfrm flipH="1">
            <a:off x="7394775" y="224367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椭圆 227"/>
          <p:cNvSpPr/>
          <p:nvPr/>
        </p:nvSpPr>
        <p:spPr bwMode="auto">
          <a:xfrm rot="5400000">
            <a:off x="2635410" y="2144584"/>
            <a:ext cx="1278671" cy="1097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9" name="Line 471"/>
          <p:cNvSpPr>
            <a:spLocks noChangeShapeType="1"/>
          </p:cNvSpPr>
          <p:nvPr/>
        </p:nvSpPr>
        <p:spPr bwMode="auto">
          <a:xfrm>
            <a:off x="3094243" y="287832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 name="Line 471"/>
          <p:cNvSpPr>
            <a:spLocks noChangeShapeType="1"/>
          </p:cNvSpPr>
          <p:nvPr/>
        </p:nvSpPr>
        <p:spPr bwMode="auto">
          <a:xfrm>
            <a:off x="3390756" y="236085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椭圆 230"/>
          <p:cNvSpPr/>
          <p:nvPr/>
        </p:nvSpPr>
        <p:spPr bwMode="auto">
          <a:xfrm>
            <a:off x="4209341" y="1155939"/>
            <a:ext cx="1844004" cy="831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32" name="Line 467"/>
          <p:cNvSpPr>
            <a:spLocks noChangeShapeType="1"/>
          </p:cNvSpPr>
          <p:nvPr/>
        </p:nvSpPr>
        <p:spPr bwMode="auto">
          <a:xfrm>
            <a:off x="6724060" y="311453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 name="Line 466"/>
          <p:cNvSpPr>
            <a:spLocks noChangeShapeType="1"/>
          </p:cNvSpPr>
          <p:nvPr/>
        </p:nvSpPr>
        <p:spPr bwMode="auto">
          <a:xfrm flipH="1">
            <a:off x="6407179" y="311227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 name="Freeform 6"/>
          <p:cNvSpPr>
            <a:spLocks/>
          </p:cNvSpPr>
          <p:nvPr/>
        </p:nvSpPr>
        <p:spPr bwMode="auto">
          <a:xfrm>
            <a:off x="4650941" y="304789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 name="Line 450"/>
          <p:cNvSpPr>
            <a:spLocks noChangeShapeType="1"/>
          </p:cNvSpPr>
          <p:nvPr/>
        </p:nvSpPr>
        <p:spPr bwMode="auto">
          <a:xfrm>
            <a:off x="4445846" y="310663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 name="Freeform 4"/>
          <p:cNvSpPr>
            <a:spLocks/>
          </p:cNvSpPr>
          <p:nvPr/>
        </p:nvSpPr>
        <p:spPr bwMode="auto">
          <a:xfrm>
            <a:off x="4429217" y="231370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 name="Freeform 5"/>
          <p:cNvSpPr>
            <a:spLocks/>
          </p:cNvSpPr>
          <p:nvPr/>
        </p:nvSpPr>
        <p:spPr bwMode="auto">
          <a:xfrm>
            <a:off x="5206174" y="231144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10"/>
          <p:cNvSpPr>
            <a:spLocks/>
          </p:cNvSpPr>
          <p:nvPr/>
        </p:nvSpPr>
        <p:spPr bwMode="auto">
          <a:xfrm>
            <a:off x="4289715" y="219058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15"/>
          <p:cNvSpPr>
            <a:spLocks/>
          </p:cNvSpPr>
          <p:nvPr/>
        </p:nvSpPr>
        <p:spPr bwMode="auto">
          <a:xfrm>
            <a:off x="5141505" y="218154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Oval 28"/>
          <p:cNvSpPr>
            <a:spLocks noChangeArrowheads="1"/>
          </p:cNvSpPr>
          <p:nvPr/>
        </p:nvSpPr>
        <p:spPr bwMode="auto">
          <a:xfrm>
            <a:off x="6444133" y="343532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 name="Group 57"/>
          <p:cNvGrpSpPr>
            <a:grpSpLocks/>
          </p:cNvGrpSpPr>
          <p:nvPr/>
        </p:nvGrpSpPr>
        <p:grpSpPr bwMode="auto">
          <a:xfrm>
            <a:off x="6270449" y="3566349"/>
            <a:ext cx="243896" cy="265439"/>
            <a:chOff x="3891" y="3616"/>
            <a:chExt cx="342" cy="353"/>
          </a:xfrm>
        </p:grpSpPr>
        <p:grpSp>
          <p:nvGrpSpPr>
            <p:cNvPr id="3" name="Group 58"/>
            <p:cNvGrpSpPr>
              <a:grpSpLocks/>
            </p:cNvGrpSpPr>
            <p:nvPr/>
          </p:nvGrpSpPr>
          <p:grpSpPr bwMode="auto">
            <a:xfrm>
              <a:off x="3899" y="3622"/>
              <a:ext cx="334" cy="347"/>
              <a:chOff x="3899" y="3622"/>
              <a:chExt cx="334" cy="347"/>
            </a:xfrm>
          </p:grpSpPr>
          <p:sp>
            <p:nvSpPr>
              <p:cNvPr id="284" name="Freeform 59"/>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 name="Freeform 60"/>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 name="Freeform 61"/>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7" name="Freeform 62"/>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8" name="Rectangle 63"/>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9" name="Rectangle 64"/>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Rectangle 65"/>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Line 66"/>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4" name="Group 67"/>
              <p:cNvGrpSpPr>
                <a:grpSpLocks/>
              </p:cNvGrpSpPr>
              <p:nvPr/>
            </p:nvGrpSpPr>
            <p:grpSpPr bwMode="auto">
              <a:xfrm>
                <a:off x="3899" y="3918"/>
                <a:ext cx="334" cy="51"/>
                <a:chOff x="3899" y="3918"/>
                <a:chExt cx="334" cy="51"/>
              </a:xfrm>
            </p:grpSpPr>
            <p:sp>
              <p:nvSpPr>
                <p:cNvPr id="293" name="Freeform 68"/>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69"/>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 name="Rectangle 70"/>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 name="Group 71"/>
            <p:cNvGrpSpPr>
              <a:grpSpLocks/>
            </p:cNvGrpSpPr>
            <p:nvPr/>
          </p:nvGrpSpPr>
          <p:grpSpPr bwMode="auto">
            <a:xfrm>
              <a:off x="3891" y="3616"/>
              <a:ext cx="334" cy="346"/>
              <a:chOff x="3891" y="3616"/>
              <a:chExt cx="334" cy="346"/>
            </a:xfrm>
          </p:grpSpPr>
          <p:sp>
            <p:nvSpPr>
              <p:cNvPr id="272" name="Freeform 72"/>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73"/>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74"/>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 name="Freeform 75"/>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Rectangle 76"/>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Rectangle 77"/>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8" name="Rectangle 78"/>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9" name="Line 79"/>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 name="Group 80"/>
              <p:cNvGrpSpPr>
                <a:grpSpLocks/>
              </p:cNvGrpSpPr>
              <p:nvPr/>
            </p:nvGrpSpPr>
            <p:grpSpPr bwMode="auto">
              <a:xfrm>
                <a:off x="3891" y="3912"/>
                <a:ext cx="334" cy="50"/>
                <a:chOff x="3891" y="3912"/>
                <a:chExt cx="334" cy="50"/>
              </a:xfrm>
            </p:grpSpPr>
            <p:sp>
              <p:nvSpPr>
                <p:cNvPr id="281" name="Freeform 81"/>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82"/>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Rectangle 83"/>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7" name="Group 84"/>
          <p:cNvGrpSpPr>
            <a:grpSpLocks/>
          </p:cNvGrpSpPr>
          <p:nvPr/>
        </p:nvGrpSpPr>
        <p:grpSpPr bwMode="auto">
          <a:xfrm>
            <a:off x="6784110" y="3544889"/>
            <a:ext cx="244820" cy="265438"/>
            <a:chOff x="4752" y="3605"/>
            <a:chExt cx="343" cy="353"/>
          </a:xfrm>
        </p:grpSpPr>
        <p:grpSp>
          <p:nvGrpSpPr>
            <p:cNvPr id="8" name="Group 85"/>
            <p:cNvGrpSpPr>
              <a:grpSpLocks/>
            </p:cNvGrpSpPr>
            <p:nvPr/>
          </p:nvGrpSpPr>
          <p:grpSpPr bwMode="auto">
            <a:xfrm>
              <a:off x="4760" y="3612"/>
              <a:ext cx="335" cy="346"/>
              <a:chOff x="4760" y="3612"/>
              <a:chExt cx="335" cy="346"/>
            </a:xfrm>
          </p:grpSpPr>
          <p:sp>
            <p:nvSpPr>
              <p:cNvPr id="311" name="Freeform 86"/>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87"/>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 name="Freeform 88"/>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89"/>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Rectangle 90"/>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Rectangle 91"/>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Rectangle 92"/>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Line 93"/>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 name="Group 94"/>
              <p:cNvGrpSpPr>
                <a:grpSpLocks/>
              </p:cNvGrpSpPr>
              <p:nvPr/>
            </p:nvGrpSpPr>
            <p:grpSpPr bwMode="auto">
              <a:xfrm>
                <a:off x="4760" y="3907"/>
                <a:ext cx="335" cy="51"/>
                <a:chOff x="4760" y="3907"/>
                <a:chExt cx="335" cy="51"/>
              </a:xfrm>
            </p:grpSpPr>
            <p:sp>
              <p:nvSpPr>
                <p:cNvPr id="320" name="Freeform 95"/>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 name="Freeform 96"/>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 name="Rectangle 97"/>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 name="Group 98"/>
            <p:cNvGrpSpPr>
              <a:grpSpLocks/>
            </p:cNvGrpSpPr>
            <p:nvPr/>
          </p:nvGrpSpPr>
          <p:grpSpPr bwMode="auto">
            <a:xfrm>
              <a:off x="4752" y="3605"/>
              <a:ext cx="334" cy="347"/>
              <a:chOff x="4752" y="3605"/>
              <a:chExt cx="334" cy="347"/>
            </a:xfrm>
          </p:grpSpPr>
          <p:sp>
            <p:nvSpPr>
              <p:cNvPr id="299" name="Freeform 99"/>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100"/>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 name="Freeform 101"/>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102"/>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Rectangle 103"/>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Rectangle 104"/>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5" name="Rectangle 105"/>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Line 106"/>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 name="Group 107"/>
              <p:cNvGrpSpPr>
                <a:grpSpLocks/>
              </p:cNvGrpSpPr>
              <p:nvPr/>
            </p:nvGrpSpPr>
            <p:grpSpPr bwMode="auto">
              <a:xfrm>
                <a:off x="4752" y="3901"/>
                <a:ext cx="334" cy="51"/>
                <a:chOff x="4752" y="3901"/>
                <a:chExt cx="334" cy="51"/>
              </a:xfrm>
            </p:grpSpPr>
            <p:sp>
              <p:nvSpPr>
                <p:cNvPr id="308" name="Freeform 108"/>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109"/>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 name="Rectangle 110"/>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2" name="Group 111"/>
          <p:cNvGrpSpPr>
            <a:grpSpLocks/>
          </p:cNvGrpSpPr>
          <p:nvPr/>
        </p:nvGrpSpPr>
        <p:grpSpPr bwMode="auto">
          <a:xfrm>
            <a:off x="3252685" y="2154439"/>
            <a:ext cx="244820" cy="265438"/>
            <a:chOff x="101" y="1539"/>
            <a:chExt cx="343" cy="352"/>
          </a:xfrm>
        </p:grpSpPr>
        <p:grpSp>
          <p:nvGrpSpPr>
            <p:cNvPr id="13" name="Group 112"/>
            <p:cNvGrpSpPr>
              <a:grpSpLocks/>
            </p:cNvGrpSpPr>
            <p:nvPr/>
          </p:nvGrpSpPr>
          <p:grpSpPr bwMode="auto">
            <a:xfrm>
              <a:off x="109" y="1545"/>
              <a:ext cx="335" cy="346"/>
              <a:chOff x="109" y="1545"/>
              <a:chExt cx="335" cy="346"/>
            </a:xfrm>
          </p:grpSpPr>
          <p:sp>
            <p:nvSpPr>
              <p:cNvPr id="338" name="Freeform 113"/>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9" name="Freeform 114"/>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0" name="Freeform 115"/>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1" name="Freeform 116"/>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2" name="Rectangle 117"/>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3" name="Rectangle 118"/>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4" name="Rectangle 119"/>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5" name="Line 120"/>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 name="Group 121"/>
              <p:cNvGrpSpPr>
                <a:grpSpLocks/>
              </p:cNvGrpSpPr>
              <p:nvPr/>
            </p:nvGrpSpPr>
            <p:grpSpPr bwMode="auto">
              <a:xfrm>
                <a:off x="109" y="1841"/>
                <a:ext cx="335" cy="50"/>
                <a:chOff x="109" y="1841"/>
                <a:chExt cx="335" cy="50"/>
              </a:xfrm>
            </p:grpSpPr>
            <p:sp>
              <p:nvSpPr>
                <p:cNvPr id="347" name="Freeform 122"/>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123"/>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Rectangle 124"/>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 name="Group 125"/>
            <p:cNvGrpSpPr>
              <a:grpSpLocks/>
            </p:cNvGrpSpPr>
            <p:nvPr/>
          </p:nvGrpSpPr>
          <p:grpSpPr bwMode="auto">
            <a:xfrm>
              <a:off x="101" y="1539"/>
              <a:ext cx="335" cy="346"/>
              <a:chOff x="101" y="1539"/>
              <a:chExt cx="335" cy="346"/>
            </a:xfrm>
          </p:grpSpPr>
          <p:sp>
            <p:nvSpPr>
              <p:cNvPr id="326" name="Freeform 126"/>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7" name="Freeform 127"/>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128"/>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129"/>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0" name="Rectangle 130"/>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Rectangle 131"/>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2" name="Rectangle 132"/>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3" name="Line 133"/>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6" name="Group 134"/>
              <p:cNvGrpSpPr>
                <a:grpSpLocks/>
              </p:cNvGrpSpPr>
              <p:nvPr/>
            </p:nvGrpSpPr>
            <p:grpSpPr bwMode="auto">
              <a:xfrm>
                <a:off x="101" y="1834"/>
                <a:ext cx="335" cy="51"/>
                <a:chOff x="101" y="1834"/>
                <a:chExt cx="335" cy="51"/>
              </a:xfrm>
            </p:grpSpPr>
            <p:sp>
              <p:nvSpPr>
                <p:cNvPr id="335" name="Freeform 135"/>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6" name="Freeform 136"/>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Rectangle 137"/>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7" name="Group 138"/>
          <p:cNvGrpSpPr>
            <a:grpSpLocks/>
          </p:cNvGrpSpPr>
          <p:nvPr/>
        </p:nvGrpSpPr>
        <p:grpSpPr bwMode="auto">
          <a:xfrm>
            <a:off x="7667310" y="2607381"/>
            <a:ext cx="245744" cy="264309"/>
            <a:chOff x="5237" y="2322"/>
            <a:chExt cx="343" cy="352"/>
          </a:xfrm>
        </p:grpSpPr>
        <p:grpSp>
          <p:nvGrpSpPr>
            <p:cNvPr id="18" name="Group 139"/>
            <p:cNvGrpSpPr>
              <a:grpSpLocks/>
            </p:cNvGrpSpPr>
            <p:nvPr/>
          </p:nvGrpSpPr>
          <p:grpSpPr bwMode="auto">
            <a:xfrm>
              <a:off x="5245" y="2328"/>
              <a:ext cx="335" cy="346"/>
              <a:chOff x="5245" y="2328"/>
              <a:chExt cx="335" cy="346"/>
            </a:xfrm>
          </p:grpSpPr>
          <p:sp>
            <p:nvSpPr>
              <p:cNvPr id="365" name="Freeform 140"/>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141"/>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142"/>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8" name="Freeform 143"/>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Rectangle 144"/>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Rectangle 145"/>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Rectangle 146"/>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Line 147"/>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 name="Group 148"/>
              <p:cNvGrpSpPr>
                <a:grpSpLocks/>
              </p:cNvGrpSpPr>
              <p:nvPr/>
            </p:nvGrpSpPr>
            <p:grpSpPr bwMode="auto">
              <a:xfrm>
                <a:off x="5245" y="2624"/>
                <a:ext cx="335" cy="50"/>
                <a:chOff x="5245" y="2624"/>
                <a:chExt cx="335" cy="50"/>
              </a:xfrm>
            </p:grpSpPr>
            <p:sp>
              <p:nvSpPr>
                <p:cNvPr id="374" name="Freeform 149"/>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150"/>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Rectangle 151"/>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 name="Group 152"/>
            <p:cNvGrpSpPr>
              <a:grpSpLocks/>
            </p:cNvGrpSpPr>
            <p:nvPr/>
          </p:nvGrpSpPr>
          <p:grpSpPr bwMode="auto">
            <a:xfrm>
              <a:off x="5237" y="2322"/>
              <a:ext cx="335" cy="346"/>
              <a:chOff x="5237" y="2322"/>
              <a:chExt cx="335" cy="346"/>
            </a:xfrm>
          </p:grpSpPr>
          <p:sp>
            <p:nvSpPr>
              <p:cNvPr id="353" name="Freeform 153"/>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154"/>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155"/>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6" name="Freeform 156"/>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Rectangle 157"/>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8" name="Rectangle 158"/>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9" name="Rectangle 159"/>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0" name="Line 160"/>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 name="Group 161"/>
              <p:cNvGrpSpPr>
                <a:grpSpLocks/>
              </p:cNvGrpSpPr>
              <p:nvPr/>
            </p:nvGrpSpPr>
            <p:grpSpPr bwMode="auto">
              <a:xfrm>
                <a:off x="5237" y="2617"/>
                <a:ext cx="335" cy="51"/>
                <a:chOff x="5237" y="2617"/>
                <a:chExt cx="335" cy="51"/>
              </a:xfrm>
            </p:grpSpPr>
            <p:sp>
              <p:nvSpPr>
                <p:cNvPr id="362" name="Freeform 162"/>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163"/>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Rectangle 164"/>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2" name="Group 165"/>
          <p:cNvGrpSpPr>
            <a:grpSpLocks/>
          </p:cNvGrpSpPr>
          <p:nvPr/>
        </p:nvGrpSpPr>
        <p:grpSpPr bwMode="auto">
          <a:xfrm>
            <a:off x="7667310" y="2053913"/>
            <a:ext cx="245744" cy="265438"/>
            <a:chOff x="5237" y="1587"/>
            <a:chExt cx="343" cy="353"/>
          </a:xfrm>
        </p:grpSpPr>
        <p:grpSp>
          <p:nvGrpSpPr>
            <p:cNvPr id="23" name="Group 166"/>
            <p:cNvGrpSpPr>
              <a:grpSpLocks/>
            </p:cNvGrpSpPr>
            <p:nvPr/>
          </p:nvGrpSpPr>
          <p:grpSpPr bwMode="auto">
            <a:xfrm>
              <a:off x="5245" y="1594"/>
              <a:ext cx="335" cy="346"/>
              <a:chOff x="5245" y="1594"/>
              <a:chExt cx="335" cy="346"/>
            </a:xfrm>
          </p:grpSpPr>
          <p:sp>
            <p:nvSpPr>
              <p:cNvPr id="392" name="Freeform 167"/>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168"/>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4" name="Freeform 169"/>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170"/>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Rectangle 171"/>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Rectangle 172"/>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Rectangle 173"/>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Line 174"/>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 name="Group 175"/>
              <p:cNvGrpSpPr>
                <a:grpSpLocks/>
              </p:cNvGrpSpPr>
              <p:nvPr/>
            </p:nvGrpSpPr>
            <p:grpSpPr bwMode="auto">
              <a:xfrm>
                <a:off x="5245" y="1889"/>
                <a:ext cx="335" cy="51"/>
                <a:chOff x="5245" y="1889"/>
                <a:chExt cx="335" cy="51"/>
              </a:xfrm>
            </p:grpSpPr>
            <p:sp>
              <p:nvSpPr>
                <p:cNvPr id="401" name="Freeform 176"/>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2" name="Freeform 177"/>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3" name="Rectangle 178"/>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5" name="Group 179"/>
            <p:cNvGrpSpPr>
              <a:grpSpLocks/>
            </p:cNvGrpSpPr>
            <p:nvPr/>
          </p:nvGrpSpPr>
          <p:grpSpPr bwMode="auto">
            <a:xfrm>
              <a:off x="5237" y="1587"/>
              <a:ext cx="335" cy="346"/>
              <a:chOff x="5237" y="1587"/>
              <a:chExt cx="335" cy="346"/>
            </a:xfrm>
          </p:grpSpPr>
          <p:sp>
            <p:nvSpPr>
              <p:cNvPr id="380" name="Freeform 180"/>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1" name="Freeform 181"/>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2" name="Freeform 182"/>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3" name="Freeform 183"/>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4" name="Rectangle 184"/>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Rectangle 185"/>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6" name="Rectangle 186"/>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7" name="Line 187"/>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6" name="Group 188"/>
              <p:cNvGrpSpPr>
                <a:grpSpLocks/>
              </p:cNvGrpSpPr>
              <p:nvPr/>
            </p:nvGrpSpPr>
            <p:grpSpPr bwMode="auto">
              <a:xfrm>
                <a:off x="5237" y="1883"/>
                <a:ext cx="335" cy="50"/>
                <a:chOff x="5237" y="1883"/>
                <a:chExt cx="335" cy="50"/>
              </a:xfrm>
            </p:grpSpPr>
            <p:sp>
              <p:nvSpPr>
                <p:cNvPr id="389" name="Freeform 189"/>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190"/>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1" name="Rectangle 191"/>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404" name="Rectangle 193"/>
          <p:cNvSpPr>
            <a:spLocks noChangeArrowheads="1"/>
          </p:cNvSpPr>
          <p:nvPr/>
        </p:nvSpPr>
        <p:spPr bwMode="auto">
          <a:xfrm>
            <a:off x="3546430" y="1311297"/>
            <a:ext cx="67967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1.1.1.0/29</a:t>
            </a:r>
          </a:p>
        </p:txBody>
      </p:sp>
      <p:sp>
        <p:nvSpPr>
          <p:cNvPr id="405" name="Rectangle 194"/>
          <p:cNvSpPr>
            <a:spLocks noChangeArrowheads="1"/>
          </p:cNvSpPr>
          <p:nvPr/>
        </p:nvSpPr>
        <p:spPr bwMode="auto">
          <a:xfrm>
            <a:off x="4823700" y="149027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6" name="Rectangle 195"/>
          <p:cNvSpPr>
            <a:spLocks noChangeArrowheads="1"/>
          </p:cNvSpPr>
          <p:nvPr/>
        </p:nvSpPr>
        <p:spPr bwMode="auto">
          <a:xfrm>
            <a:off x="5479634" y="1681169"/>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1.1.1.1</a:t>
            </a:r>
            <a:endParaRPr lang="en-US" altLang="zh-CN" sz="1050" b="1">
              <a:latin typeface="微软雅黑" panose="020B0503020204020204" pitchFamily="34" charset="-122"/>
              <a:ea typeface="微软雅黑" panose="020B0503020204020204" pitchFamily="34" charset="-122"/>
            </a:endParaRPr>
          </a:p>
        </p:txBody>
      </p:sp>
      <p:sp>
        <p:nvSpPr>
          <p:cNvPr id="407" name="Rectangle 196"/>
          <p:cNvSpPr>
            <a:spLocks noChangeArrowheads="1"/>
          </p:cNvSpPr>
          <p:nvPr/>
        </p:nvSpPr>
        <p:spPr bwMode="auto">
          <a:xfrm>
            <a:off x="5572019" y="149027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8" name="Rectangle 197"/>
          <p:cNvSpPr>
            <a:spLocks noChangeArrowheads="1"/>
          </p:cNvSpPr>
          <p:nvPr/>
        </p:nvSpPr>
        <p:spPr bwMode="auto">
          <a:xfrm>
            <a:off x="5180307" y="1476725"/>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a:t>
            </a:r>
            <a:endParaRPr lang="en-US" altLang="zh-CN" sz="1050" b="1">
              <a:latin typeface="微软雅黑" panose="020B0503020204020204" pitchFamily="34" charset="-122"/>
              <a:ea typeface="微软雅黑" panose="020B0503020204020204" pitchFamily="34" charset="-122"/>
            </a:endParaRPr>
          </a:p>
        </p:txBody>
      </p:sp>
      <p:sp>
        <p:nvSpPr>
          <p:cNvPr id="409" name="Rectangle 199"/>
          <p:cNvSpPr>
            <a:spLocks noChangeArrowheads="1"/>
          </p:cNvSpPr>
          <p:nvPr/>
        </p:nvSpPr>
        <p:spPr bwMode="auto">
          <a:xfrm>
            <a:off x="4291220" y="1588857"/>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1.1.1.3</a:t>
            </a:r>
            <a:endParaRPr lang="en-US" altLang="zh-CN" sz="1050" b="1" dirty="0">
              <a:latin typeface="微软雅黑" panose="020B0503020204020204" pitchFamily="34" charset="-122"/>
              <a:ea typeface="微软雅黑" panose="020B0503020204020204" pitchFamily="34" charset="-122"/>
            </a:endParaRPr>
          </a:p>
        </p:txBody>
      </p:sp>
      <p:sp>
        <p:nvSpPr>
          <p:cNvPr id="410" name="Rectangle 284"/>
          <p:cNvSpPr>
            <a:spLocks noChangeArrowheads="1"/>
          </p:cNvSpPr>
          <p:nvPr/>
        </p:nvSpPr>
        <p:spPr bwMode="auto">
          <a:xfrm>
            <a:off x="5114713" y="182687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 name="Group 285"/>
          <p:cNvGrpSpPr>
            <a:grpSpLocks/>
          </p:cNvGrpSpPr>
          <p:nvPr/>
        </p:nvGrpSpPr>
        <p:grpSpPr bwMode="auto">
          <a:xfrm>
            <a:off x="4946573" y="2079892"/>
            <a:ext cx="314109" cy="197668"/>
            <a:chOff x="2299" y="1622"/>
            <a:chExt cx="439" cy="262"/>
          </a:xfrm>
        </p:grpSpPr>
        <p:sp>
          <p:nvSpPr>
            <p:cNvPr id="412" name="Oval 28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3" name="Rectangle 28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4" name="Rectangle 28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5" name="Oval 28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8" name="Group 290"/>
            <p:cNvGrpSpPr>
              <a:grpSpLocks/>
            </p:cNvGrpSpPr>
            <p:nvPr/>
          </p:nvGrpSpPr>
          <p:grpSpPr bwMode="auto">
            <a:xfrm>
              <a:off x="2365" y="1640"/>
              <a:ext cx="304" cy="117"/>
              <a:chOff x="2365" y="1640"/>
              <a:chExt cx="304" cy="117"/>
            </a:xfrm>
          </p:grpSpPr>
          <p:grpSp>
            <p:nvGrpSpPr>
              <p:cNvPr id="29" name="Group 291"/>
              <p:cNvGrpSpPr>
                <a:grpSpLocks/>
              </p:cNvGrpSpPr>
              <p:nvPr/>
            </p:nvGrpSpPr>
            <p:grpSpPr bwMode="auto">
              <a:xfrm>
                <a:off x="2365" y="1640"/>
                <a:ext cx="302" cy="115"/>
                <a:chOff x="2365" y="1640"/>
                <a:chExt cx="302" cy="115"/>
              </a:xfrm>
            </p:grpSpPr>
            <p:sp>
              <p:nvSpPr>
                <p:cNvPr id="429" name="Freeform 29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9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9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2" name="Freeform 29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9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9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5" name="Freeform 29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9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 name="Group 300"/>
              <p:cNvGrpSpPr>
                <a:grpSpLocks/>
              </p:cNvGrpSpPr>
              <p:nvPr/>
            </p:nvGrpSpPr>
            <p:grpSpPr bwMode="auto">
              <a:xfrm>
                <a:off x="2368" y="1643"/>
                <a:ext cx="301" cy="114"/>
                <a:chOff x="2368" y="1643"/>
                <a:chExt cx="301" cy="114"/>
              </a:xfrm>
            </p:grpSpPr>
            <p:sp>
              <p:nvSpPr>
                <p:cNvPr id="421" name="Freeform 30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30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3" name="Freeform 30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30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30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6" name="Freeform 30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30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30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417" name="Line 30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Line 31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437" name="Rectangle 311"/>
          <p:cNvSpPr>
            <a:spLocks noChangeArrowheads="1"/>
          </p:cNvSpPr>
          <p:nvPr/>
        </p:nvSpPr>
        <p:spPr bwMode="auto">
          <a:xfrm>
            <a:off x="5167372" y="194660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8" name="Rectangle 312"/>
          <p:cNvSpPr>
            <a:spLocks noChangeArrowheads="1"/>
          </p:cNvSpPr>
          <p:nvPr/>
        </p:nvSpPr>
        <p:spPr bwMode="auto">
          <a:xfrm>
            <a:off x="5181542" y="1916111"/>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1.1.1.4</a:t>
            </a:r>
            <a:endParaRPr lang="en-US" altLang="zh-CN" sz="1050" b="1" dirty="0">
              <a:latin typeface="微软雅黑" panose="020B0503020204020204" pitchFamily="34" charset="-122"/>
              <a:ea typeface="微软雅黑" panose="020B0503020204020204" pitchFamily="34" charset="-122"/>
            </a:endParaRPr>
          </a:p>
        </p:txBody>
      </p:sp>
      <p:sp>
        <p:nvSpPr>
          <p:cNvPr id="439" name="Rectangle 313"/>
          <p:cNvSpPr>
            <a:spLocks noChangeArrowheads="1"/>
          </p:cNvSpPr>
          <p:nvPr/>
        </p:nvSpPr>
        <p:spPr bwMode="auto">
          <a:xfrm>
            <a:off x="4764574" y="202228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0" name="Rectangle 314"/>
          <p:cNvSpPr>
            <a:spLocks noChangeArrowheads="1"/>
          </p:cNvSpPr>
          <p:nvPr/>
        </p:nvSpPr>
        <p:spPr bwMode="auto">
          <a:xfrm>
            <a:off x="4797210" y="2009142"/>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1</a:t>
            </a:r>
          </a:p>
        </p:txBody>
      </p:sp>
      <p:sp>
        <p:nvSpPr>
          <p:cNvPr id="441" name="Oval 319"/>
          <p:cNvSpPr>
            <a:spLocks noChangeArrowheads="1"/>
          </p:cNvSpPr>
          <p:nvPr/>
        </p:nvSpPr>
        <p:spPr bwMode="auto">
          <a:xfrm>
            <a:off x="5095312" y="197258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2" name="Oval 325"/>
          <p:cNvSpPr>
            <a:spLocks noChangeArrowheads="1"/>
          </p:cNvSpPr>
          <p:nvPr/>
        </p:nvSpPr>
        <p:spPr bwMode="auto">
          <a:xfrm>
            <a:off x="7561991" y="270452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3" name="Oval 326"/>
          <p:cNvSpPr>
            <a:spLocks noChangeArrowheads="1"/>
          </p:cNvSpPr>
          <p:nvPr/>
        </p:nvSpPr>
        <p:spPr bwMode="auto">
          <a:xfrm>
            <a:off x="7588783" y="233403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4" name="Rectangle 327"/>
          <p:cNvSpPr>
            <a:spLocks noChangeArrowheads="1"/>
          </p:cNvSpPr>
          <p:nvPr/>
        </p:nvSpPr>
        <p:spPr bwMode="auto">
          <a:xfrm>
            <a:off x="6166054" y="262206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5" name="Rectangle 328"/>
          <p:cNvSpPr>
            <a:spLocks noChangeArrowheads="1"/>
          </p:cNvSpPr>
          <p:nvPr/>
        </p:nvSpPr>
        <p:spPr bwMode="auto">
          <a:xfrm>
            <a:off x="5912639" y="311453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1.1.1.13</a:t>
            </a:r>
            <a:endParaRPr lang="en-US" altLang="zh-CN" sz="1050" b="1" dirty="0">
              <a:latin typeface="微软雅黑" panose="020B0503020204020204" pitchFamily="34" charset="-122"/>
              <a:ea typeface="微软雅黑" panose="020B0503020204020204" pitchFamily="34" charset="-122"/>
            </a:endParaRPr>
          </a:p>
        </p:txBody>
      </p:sp>
      <p:sp>
        <p:nvSpPr>
          <p:cNvPr id="446" name="Rectangle 329"/>
          <p:cNvSpPr>
            <a:spLocks noChangeArrowheads="1"/>
          </p:cNvSpPr>
          <p:nvPr/>
        </p:nvSpPr>
        <p:spPr bwMode="auto">
          <a:xfrm>
            <a:off x="7534276" y="288411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7" name="Rectangle 330"/>
          <p:cNvSpPr>
            <a:spLocks noChangeArrowheads="1"/>
          </p:cNvSpPr>
          <p:nvPr/>
        </p:nvSpPr>
        <p:spPr bwMode="auto">
          <a:xfrm>
            <a:off x="7121563" y="278584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1.1.1.10</a:t>
            </a:r>
            <a:endParaRPr lang="en-US" altLang="zh-CN" sz="1050" b="1" dirty="0">
              <a:latin typeface="微软雅黑" panose="020B0503020204020204" pitchFamily="34" charset="-122"/>
              <a:ea typeface="微软雅黑" panose="020B0503020204020204" pitchFamily="34" charset="-122"/>
            </a:endParaRPr>
          </a:p>
        </p:txBody>
      </p:sp>
      <p:sp>
        <p:nvSpPr>
          <p:cNvPr id="448" name="Rectangle 331"/>
          <p:cNvSpPr>
            <a:spLocks noChangeArrowheads="1"/>
          </p:cNvSpPr>
          <p:nvPr/>
        </p:nvSpPr>
        <p:spPr bwMode="auto">
          <a:xfrm>
            <a:off x="7534276" y="231370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9" name="Rectangle 332"/>
          <p:cNvSpPr>
            <a:spLocks noChangeArrowheads="1"/>
          </p:cNvSpPr>
          <p:nvPr/>
        </p:nvSpPr>
        <p:spPr bwMode="auto">
          <a:xfrm>
            <a:off x="7611879" y="2381476"/>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1.1.1.9</a:t>
            </a:r>
            <a:endParaRPr lang="en-US" altLang="zh-CN" sz="1050" b="1" dirty="0">
              <a:latin typeface="微软雅黑" panose="020B0503020204020204" pitchFamily="34" charset="-122"/>
              <a:ea typeface="微软雅黑" panose="020B0503020204020204" pitchFamily="34" charset="-122"/>
            </a:endParaRPr>
          </a:p>
        </p:txBody>
      </p:sp>
      <p:sp>
        <p:nvSpPr>
          <p:cNvPr id="450" name="Rectangle 334"/>
          <p:cNvSpPr>
            <a:spLocks noChangeArrowheads="1"/>
          </p:cNvSpPr>
          <p:nvPr/>
        </p:nvSpPr>
        <p:spPr bwMode="auto">
          <a:xfrm>
            <a:off x="6921131" y="336642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1.1.1.12</a:t>
            </a:r>
            <a:endParaRPr lang="en-US" altLang="zh-CN" sz="1050" b="1" dirty="0">
              <a:latin typeface="微软雅黑" panose="020B0503020204020204" pitchFamily="34" charset="-122"/>
              <a:ea typeface="微软雅黑" panose="020B0503020204020204" pitchFamily="34" charset="-122"/>
            </a:endParaRPr>
          </a:p>
        </p:txBody>
      </p:sp>
      <p:sp>
        <p:nvSpPr>
          <p:cNvPr id="451" name="Rectangle 335"/>
          <p:cNvSpPr>
            <a:spLocks noChangeArrowheads="1"/>
          </p:cNvSpPr>
          <p:nvPr/>
        </p:nvSpPr>
        <p:spPr bwMode="auto">
          <a:xfrm>
            <a:off x="5494415" y="360814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2" name="Rectangle 336"/>
          <p:cNvSpPr>
            <a:spLocks noChangeArrowheads="1"/>
          </p:cNvSpPr>
          <p:nvPr/>
        </p:nvSpPr>
        <p:spPr bwMode="auto">
          <a:xfrm>
            <a:off x="5893152" y="335399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1.1.1.11</a:t>
            </a:r>
            <a:endParaRPr lang="en-US" altLang="zh-CN" sz="1050" b="1" dirty="0">
              <a:latin typeface="微软雅黑" panose="020B0503020204020204" pitchFamily="34" charset="-122"/>
              <a:ea typeface="微软雅黑" panose="020B0503020204020204" pitchFamily="34" charset="-122"/>
            </a:endParaRPr>
          </a:p>
        </p:txBody>
      </p:sp>
      <p:sp>
        <p:nvSpPr>
          <p:cNvPr id="453" name="Oval 337"/>
          <p:cNvSpPr>
            <a:spLocks noChangeArrowheads="1"/>
          </p:cNvSpPr>
          <p:nvPr/>
        </p:nvSpPr>
        <p:spPr bwMode="auto">
          <a:xfrm>
            <a:off x="6821988" y="343984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4" name="Rectangle 338"/>
          <p:cNvSpPr>
            <a:spLocks noChangeArrowheads="1"/>
          </p:cNvSpPr>
          <p:nvPr/>
        </p:nvSpPr>
        <p:spPr bwMode="auto">
          <a:xfrm>
            <a:off x="6397940" y="224706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5" name="Rectangle 339"/>
          <p:cNvSpPr>
            <a:spLocks noChangeArrowheads="1"/>
          </p:cNvSpPr>
          <p:nvPr/>
        </p:nvSpPr>
        <p:spPr bwMode="auto">
          <a:xfrm>
            <a:off x="6587986" y="2058318"/>
            <a:ext cx="70224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1.1.1.8/29</a:t>
            </a:r>
          </a:p>
        </p:txBody>
      </p:sp>
      <p:sp>
        <p:nvSpPr>
          <p:cNvPr id="456" name="Rectangle 340"/>
          <p:cNvSpPr>
            <a:spLocks noChangeArrowheads="1"/>
          </p:cNvSpPr>
          <p:nvPr/>
        </p:nvSpPr>
        <p:spPr bwMode="auto">
          <a:xfrm>
            <a:off x="6433047" y="209683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7" name="Oval 396"/>
          <p:cNvSpPr>
            <a:spLocks noChangeArrowheads="1"/>
          </p:cNvSpPr>
          <p:nvPr/>
        </p:nvSpPr>
        <p:spPr bwMode="auto">
          <a:xfrm>
            <a:off x="4635235" y="30863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8" name="Oval 397"/>
          <p:cNvSpPr>
            <a:spLocks noChangeArrowheads="1"/>
          </p:cNvSpPr>
          <p:nvPr/>
        </p:nvSpPr>
        <p:spPr bwMode="auto">
          <a:xfrm>
            <a:off x="5441756" y="308291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9" name="Oval 398"/>
          <p:cNvSpPr>
            <a:spLocks noChangeArrowheads="1"/>
          </p:cNvSpPr>
          <p:nvPr/>
        </p:nvSpPr>
        <p:spPr bwMode="auto">
          <a:xfrm>
            <a:off x="5641308" y="289992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0" name="Oval 399"/>
          <p:cNvSpPr>
            <a:spLocks noChangeArrowheads="1"/>
          </p:cNvSpPr>
          <p:nvPr/>
        </p:nvSpPr>
        <p:spPr bwMode="auto">
          <a:xfrm>
            <a:off x="5215413" y="229789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1" name="Oval 400"/>
          <p:cNvSpPr>
            <a:spLocks noChangeArrowheads="1"/>
          </p:cNvSpPr>
          <p:nvPr/>
        </p:nvSpPr>
        <p:spPr bwMode="auto">
          <a:xfrm>
            <a:off x="4411663" y="284232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2" name="Oval 401"/>
          <p:cNvSpPr>
            <a:spLocks noChangeArrowheads="1"/>
          </p:cNvSpPr>
          <p:nvPr/>
        </p:nvSpPr>
        <p:spPr bwMode="auto">
          <a:xfrm>
            <a:off x="4891142" y="231031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3" name="Rectangle 402"/>
          <p:cNvSpPr>
            <a:spLocks noChangeArrowheads="1"/>
          </p:cNvSpPr>
          <p:nvPr/>
        </p:nvSpPr>
        <p:spPr bwMode="auto">
          <a:xfrm>
            <a:off x="5298559" y="212733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4" name="Rectangle 403"/>
          <p:cNvSpPr>
            <a:spLocks noChangeArrowheads="1"/>
          </p:cNvSpPr>
          <p:nvPr/>
        </p:nvSpPr>
        <p:spPr bwMode="auto">
          <a:xfrm>
            <a:off x="5308722" y="221091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1.1.1.24</a:t>
            </a:r>
            <a:endParaRPr lang="en-US" altLang="zh-CN" sz="1050" b="1" dirty="0">
              <a:latin typeface="微软雅黑" panose="020B0503020204020204" pitchFamily="34" charset="-122"/>
              <a:ea typeface="微软雅黑" panose="020B0503020204020204" pitchFamily="34" charset="-122"/>
            </a:endParaRPr>
          </a:p>
        </p:txBody>
      </p:sp>
      <p:sp>
        <p:nvSpPr>
          <p:cNvPr id="465" name="Rectangle 404"/>
          <p:cNvSpPr>
            <a:spLocks noChangeArrowheads="1"/>
          </p:cNvSpPr>
          <p:nvPr/>
        </p:nvSpPr>
        <p:spPr bwMode="auto">
          <a:xfrm>
            <a:off x="4371938" y="220188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6" name="Rectangle 405"/>
          <p:cNvSpPr>
            <a:spLocks noChangeArrowheads="1"/>
          </p:cNvSpPr>
          <p:nvPr/>
        </p:nvSpPr>
        <p:spPr bwMode="auto">
          <a:xfrm>
            <a:off x="4362649" y="219510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1.1.1.26</a:t>
            </a:r>
            <a:endParaRPr lang="en-US" altLang="zh-CN" sz="1050" b="1" dirty="0">
              <a:latin typeface="微软雅黑" panose="020B0503020204020204" pitchFamily="34" charset="-122"/>
              <a:ea typeface="微软雅黑" panose="020B0503020204020204" pitchFamily="34" charset="-122"/>
            </a:endParaRPr>
          </a:p>
        </p:txBody>
      </p:sp>
      <p:sp>
        <p:nvSpPr>
          <p:cNvPr id="467" name="Rectangle 406"/>
          <p:cNvSpPr>
            <a:spLocks noChangeArrowheads="1"/>
          </p:cNvSpPr>
          <p:nvPr/>
        </p:nvSpPr>
        <p:spPr bwMode="auto">
          <a:xfrm>
            <a:off x="4015332" y="253961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8" name="Rectangle 407"/>
          <p:cNvSpPr>
            <a:spLocks noChangeArrowheads="1"/>
          </p:cNvSpPr>
          <p:nvPr/>
        </p:nvSpPr>
        <p:spPr bwMode="auto">
          <a:xfrm>
            <a:off x="3944777" y="267443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1.1.1.27</a:t>
            </a:r>
          </a:p>
        </p:txBody>
      </p:sp>
      <p:sp>
        <p:nvSpPr>
          <p:cNvPr id="469" name="Rectangle 408"/>
          <p:cNvSpPr>
            <a:spLocks noChangeArrowheads="1"/>
          </p:cNvSpPr>
          <p:nvPr/>
        </p:nvSpPr>
        <p:spPr bwMode="auto">
          <a:xfrm>
            <a:off x="5631145" y="247183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0" name="Rectangle 409"/>
          <p:cNvSpPr>
            <a:spLocks noChangeArrowheads="1"/>
          </p:cNvSpPr>
          <p:nvPr/>
        </p:nvSpPr>
        <p:spPr bwMode="auto">
          <a:xfrm>
            <a:off x="5693967" y="2774551"/>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1.1.1.25</a:t>
            </a:r>
            <a:endParaRPr lang="en-US" altLang="zh-CN" sz="1050" b="1">
              <a:latin typeface="微软雅黑" panose="020B0503020204020204" pitchFamily="34" charset="-122"/>
              <a:ea typeface="微软雅黑" panose="020B0503020204020204" pitchFamily="34" charset="-122"/>
            </a:endParaRPr>
          </a:p>
        </p:txBody>
      </p:sp>
      <p:sp>
        <p:nvSpPr>
          <p:cNvPr id="471" name="Rectangle 410"/>
          <p:cNvSpPr>
            <a:spLocks noChangeArrowheads="1"/>
          </p:cNvSpPr>
          <p:nvPr/>
        </p:nvSpPr>
        <p:spPr bwMode="auto">
          <a:xfrm>
            <a:off x="5366924" y="292590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2" name="Rectangle 411"/>
          <p:cNvSpPr>
            <a:spLocks noChangeArrowheads="1"/>
          </p:cNvSpPr>
          <p:nvPr/>
        </p:nvSpPr>
        <p:spPr bwMode="auto">
          <a:xfrm>
            <a:off x="5295788" y="3158590"/>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1.1.1.29</a:t>
            </a:r>
            <a:endParaRPr lang="en-US" altLang="zh-CN" sz="1050" b="1" dirty="0">
              <a:latin typeface="微软雅黑" panose="020B0503020204020204" pitchFamily="34" charset="-122"/>
              <a:ea typeface="微软雅黑" panose="020B0503020204020204" pitchFamily="34" charset="-122"/>
            </a:endParaRPr>
          </a:p>
        </p:txBody>
      </p:sp>
      <p:sp>
        <p:nvSpPr>
          <p:cNvPr id="473" name="Rectangle 412"/>
          <p:cNvSpPr>
            <a:spLocks noChangeArrowheads="1"/>
          </p:cNvSpPr>
          <p:nvPr/>
        </p:nvSpPr>
        <p:spPr bwMode="auto">
          <a:xfrm>
            <a:off x="4505896" y="292590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4" name="Rectangle 413"/>
          <p:cNvSpPr>
            <a:spLocks noChangeArrowheads="1"/>
          </p:cNvSpPr>
          <p:nvPr/>
        </p:nvSpPr>
        <p:spPr bwMode="auto">
          <a:xfrm>
            <a:off x="4419054" y="314955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1.1.1.28</a:t>
            </a:r>
          </a:p>
        </p:txBody>
      </p:sp>
      <p:sp>
        <p:nvSpPr>
          <p:cNvPr id="475" name="Rectangle 414"/>
          <p:cNvSpPr>
            <a:spLocks noChangeArrowheads="1"/>
          </p:cNvSpPr>
          <p:nvPr/>
        </p:nvSpPr>
        <p:spPr bwMode="auto">
          <a:xfrm>
            <a:off x="2822591" y="243169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6" name="Rectangle 415"/>
          <p:cNvSpPr>
            <a:spLocks noChangeArrowheads="1"/>
          </p:cNvSpPr>
          <p:nvPr/>
        </p:nvSpPr>
        <p:spPr bwMode="auto">
          <a:xfrm>
            <a:off x="2852904" y="2455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1.1.1.17</a:t>
            </a:r>
            <a:endParaRPr lang="en-US" altLang="zh-CN" sz="1050" b="1" dirty="0">
              <a:latin typeface="微软雅黑" panose="020B0503020204020204" pitchFamily="34" charset="-122"/>
              <a:ea typeface="微软雅黑" panose="020B0503020204020204" pitchFamily="34" charset="-122"/>
            </a:endParaRPr>
          </a:p>
        </p:txBody>
      </p:sp>
      <p:sp>
        <p:nvSpPr>
          <p:cNvPr id="477" name="Rectangle 416"/>
          <p:cNvSpPr>
            <a:spLocks noChangeArrowheads="1"/>
          </p:cNvSpPr>
          <p:nvPr/>
        </p:nvSpPr>
        <p:spPr bwMode="auto">
          <a:xfrm>
            <a:off x="3801922" y="295866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8" name="Rectangle 417"/>
          <p:cNvSpPr>
            <a:spLocks noChangeArrowheads="1"/>
          </p:cNvSpPr>
          <p:nvPr/>
        </p:nvSpPr>
        <p:spPr bwMode="auto">
          <a:xfrm>
            <a:off x="3631876" y="3129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1.1.1.19</a:t>
            </a:r>
          </a:p>
        </p:txBody>
      </p:sp>
      <p:sp>
        <p:nvSpPr>
          <p:cNvPr id="479" name="Rectangle 418"/>
          <p:cNvSpPr>
            <a:spLocks noChangeArrowheads="1"/>
          </p:cNvSpPr>
          <p:nvPr/>
        </p:nvSpPr>
        <p:spPr bwMode="auto">
          <a:xfrm>
            <a:off x="2822591" y="316476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0" name="Rectangle 419"/>
          <p:cNvSpPr>
            <a:spLocks noChangeArrowheads="1"/>
          </p:cNvSpPr>
          <p:nvPr/>
        </p:nvSpPr>
        <p:spPr bwMode="auto">
          <a:xfrm>
            <a:off x="2922380" y="301761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1.1.1.18</a:t>
            </a:r>
            <a:endParaRPr lang="en-US" altLang="zh-CN" sz="1050" b="1" dirty="0">
              <a:latin typeface="微软雅黑" panose="020B0503020204020204" pitchFamily="34" charset="-122"/>
              <a:ea typeface="微软雅黑" panose="020B0503020204020204" pitchFamily="34" charset="-122"/>
            </a:endParaRPr>
          </a:p>
        </p:txBody>
      </p:sp>
      <p:sp>
        <p:nvSpPr>
          <p:cNvPr id="481" name="Oval 421"/>
          <p:cNvSpPr>
            <a:spLocks noChangeArrowheads="1"/>
          </p:cNvSpPr>
          <p:nvPr/>
        </p:nvSpPr>
        <p:spPr bwMode="auto">
          <a:xfrm>
            <a:off x="3416419" y="250429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2" name="Rectangle 423"/>
          <p:cNvSpPr>
            <a:spLocks noChangeArrowheads="1"/>
          </p:cNvSpPr>
          <p:nvPr/>
        </p:nvSpPr>
        <p:spPr bwMode="auto">
          <a:xfrm>
            <a:off x="4322974" y="298803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3" name="Rectangle 424"/>
          <p:cNvSpPr>
            <a:spLocks noChangeArrowheads="1"/>
          </p:cNvSpPr>
          <p:nvPr/>
        </p:nvSpPr>
        <p:spPr bwMode="auto">
          <a:xfrm>
            <a:off x="4477257" y="287395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3</a:t>
            </a:r>
          </a:p>
        </p:txBody>
      </p:sp>
      <p:sp>
        <p:nvSpPr>
          <p:cNvPr id="484" name="Rectangle 427"/>
          <p:cNvSpPr>
            <a:spLocks noChangeArrowheads="1"/>
          </p:cNvSpPr>
          <p:nvPr/>
        </p:nvSpPr>
        <p:spPr bwMode="auto">
          <a:xfrm>
            <a:off x="5454690" y="287282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2</a:t>
            </a:r>
          </a:p>
        </p:txBody>
      </p:sp>
      <p:sp>
        <p:nvSpPr>
          <p:cNvPr id="485" name="Rectangle 429"/>
          <p:cNvSpPr>
            <a:spLocks noChangeArrowheads="1"/>
          </p:cNvSpPr>
          <p:nvPr/>
        </p:nvSpPr>
        <p:spPr bwMode="auto">
          <a:xfrm>
            <a:off x="3287338" y="188561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6" name="Rectangle 430"/>
          <p:cNvSpPr>
            <a:spLocks noChangeArrowheads="1"/>
          </p:cNvSpPr>
          <p:nvPr/>
        </p:nvSpPr>
        <p:spPr bwMode="auto">
          <a:xfrm>
            <a:off x="3330759" y="1837347"/>
            <a:ext cx="76302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1.1.1.16/29</a:t>
            </a:r>
          </a:p>
        </p:txBody>
      </p:sp>
      <p:sp>
        <p:nvSpPr>
          <p:cNvPr id="487" name="Rectangle 431"/>
          <p:cNvSpPr>
            <a:spLocks noChangeArrowheads="1"/>
          </p:cNvSpPr>
          <p:nvPr/>
        </p:nvSpPr>
        <p:spPr bwMode="auto">
          <a:xfrm>
            <a:off x="3303044" y="173312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8" name="Rectangle 432"/>
          <p:cNvSpPr>
            <a:spLocks noChangeArrowheads="1"/>
          </p:cNvSpPr>
          <p:nvPr/>
        </p:nvSpPr>
        <p:spPr bwMode="auto">
          <a:xfrm>
            <a:off x="3345541" y="168486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89" name="Rectangle 434"/>
          <p:cNvSpPr>
            <a:spLocks noChangeArrowheads="1"/>
          </p:cNvSpPr>
          <p:nvPr/>
        </p:nvSpPr>
        <p:spPr bwMode="auto">
          <a:xfrm>
            <a:off x="5013090" y="265369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0" name="Rectangle 438"/>
          <p:cNvSpPr>
            <a:spLocks noChangeArrowheads="1"/>
          </p:cNvSpPr>
          <p:nvPr/>
        </p:nvSpPr>
        <p:spPr bwMode="auto">
          <a:xfrm>
            <a:off x="5509197" y="247183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C00000"/>
                </a:solidFill>
                <a:latin typeface="微软雅黑" panose="020B0503020204020204" pitchFamily="34" charset="-122"/>
                <a:ea typeface="微软雅黑" panose="020B0503020204020204" pitchFamily="34" charset="-122"/>
              </a:rPr>
              <a:t>N</a:t>
            </a:r>
            <a:r>
              <a:rPr lang="en-US" altLang="zh-CN" sz="1050" b="1" baseline="-25000">
                <a:solidFill>
                  <a:srgbClr val="C00000"/>
                </a:solidFill>
                <a:latin typeface="微软雅黑" panose="020B0503020204020204" pitchFamily="34" charset="-122"/>
                <a:ea typeface="微软雅黑" panose="020B0503020204020204" pitchFamily="34" charset="-122"/>
              </a:rPr>
              <a:t>1</a:t>
            </a:r>
          </a:p>
        </p:txBody>
      </p:sp>
      <p:sp>
        <p:nvSpPr>
          <p:cNvPr id="491" name="Rectangle 440"/>
          <p:cNvSpPr>
            <a:spLocks noChangeArrowheads="1"/>
          </p:cNvSpPr>
          <p:nvPr/>
        </p:nvSpPr>
        <p:spPr bwMode="auto">
          <a:xfrm>
            <a:off x="4692514" y="250120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2" name="Rectangle 441"/>
          <p:cNvSpPr>
            <a:spLocks noChangeArrowheads="1"/>
          </p:cNvSpPr>
          <p:nvPr/>
        </p:nvSpPr>
        <p:spPr bwMode="auto">
          <a:xfrm>
            <a:off x="3823412" y="2428183"/>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N</a:t>
            </a:r>
            <a:r>
              <a:rPr lang="en-US" altLang="zh-CN" sz="1050" b="1" baseline="-25000" dirty="0">
                <a:solidFill>
                  <a:srgbClr val="C00000"/>
                </a:solidFill>
                <a:latin typeface="微软雅黑" panose="020B0503020204020204" pitchFamily="34" charset="-122"/>
                <a:ea typeface="微软雅黑" panose="020B0503020204020204" pitchFamily="34" charset="-122"/>
              </a:rPr>
              <a:t>2</a:t>
            </a:r>
          </a:p>
        </p:txBody>
      </p:sp>
      <p:sp>
        <p:nvSpPr>
          <p:cNvPr id="493" name="Rectangle 444"/>
          <p:cNvSpPr>
            <a:spLocks noChangeArrowheads="1"/>
          </p:cNvSpPr>
          <p:nvPr/>
        </p:nvSpPr>
        <p:spPr bwMode="auto">
          <a:xfrm>
            <a:off x="4848006" y="334539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1.1.1.28/31</a:t>
            </a:r>
          </a:p>
        </p:txBody>
      </p:sp>
      <p:sp>
        <p:nvSpPr>
          <p:cNvPr id="494" name="Rectangle 445"/>
          <p:cNvSpPr>
            <a:spLocks noChangeArrowheads="1"/>
          </p:cNvSpPr>
          <p:nvPr/>
        </p:nvSpPr>
        <p:spPr bwMode="auto">
          <a:xfrm>
            <a:off x="4834787" y="250120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Rectangle 446"/>
          <p:cNvSpPr>
            <a:spLocks noChangeArrowheads="1"/>
          </p:cNvSpPr>
          <p:nvPr/>
        </p:nvSpPr>
        <p:spPr bwMode="auto">
          <a:xfrm>
            <a:off x="3993712" y="2436809"/>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1.1.1.26/31</a:t>
            </a:r>
          </a:p>
        </p:txBody>
      </p:sp>
      <p:sp>
        <p:nvSpPr>
          <p:cNvPr id="496" name="Rectangle 448"/>
          <p:cNvSpPr>
            <a:spLocks noChangeArrowheads="1"/>
          </p:cNvSpPr>
          <p:nvPr/>
        </p:nvSpPr>
        <p:spPr bwMode="auto">
          <a:xfrm>
            <a:off x="5685974" y="247974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1.1.1.24/31</a:t>
            </a:r>
          </a:p>
        </p:txBody>
      </p:sp>
      <p:sp>
        <p:nvSpPr>
          <p:cNvPr id="497" name="Rectangle 435"/>
          <p:cNvSpPr>
            <a:spLocks noChangeArrowheads="1"/>
          </p:cNvSpPr>
          <p:nvPr/>
        </p:nvSpPr>
        <p:spPr bwMode="auto">
          <a:xfrm>
            <a:off x="4669080" y="333748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N</a:t>
            </a:r>
            <a:r>
              <a:rPr lang="en-US" altLang="zh-CN" sz="1050" b="1" baseline="-25000" dirty="0">
                <a:solidFill>
                  <a:srgbClr val="C00000"/>
                </a:solidFill>
                <a:latin typeface="微软雅黑" panose="020B0503020204020204" pitchFamily="34" charset="-122"/>
                <a:ea typeface="微软雅黑" panose="020B0503020204020204" pitchFamily="34" charset="-122"/>
              </a:rPr>
              <a:t>3</a:t>
            </a:r>
          </a:p>
        </p:txBody>
      </p:sp>
      <p:sp>
        <p:nvSpPr>
          <p:cNvPr id="498" name="Line 460"/>
          <p:cNvSpPr>
            <a:spLocks noChangeShapeType="1"/>
          </p:cNvSpPr>
          <p:nvPr/>
        </p:nvSpPr>
        <p:spPr bwMode="auto">
          <a:xfrm>
            <a:off x="5843630" y="306258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Oval 29"/>
          <p:cNvSpPr>
            <a:spLocks noChangeArrowheads="1"/>
          </p:cNvSpPr>
          <p:nvPr/>
        </p:nvSpPr>
        <p:spPr bwMode="auto">
          <a:xfrm>
            <a:off x="5969274" y="303434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Rectangle 341"/>
          <p:cNvSpPr>
            <a:spLocks noChangeArrowheads="1"/>
          </p:cNvSpPr>
          <p:nvPr/>
        </p:nvSpPr>
        <p:spPr bwMode="auto">
          <a:xfrm>
            <a:off x="6650808" y="1896077"/>
            <a:ext cx="468706" cy="162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501" name="Rectangle 323"/>
          <p:cNvSpPr>
            <a:spLocks noChangeArrowheads="1"/>
          </p:cNvSpPr>
          <p:nvPr/>
        </p:nvSpPr>
        <p:spPr bwMode="auto">
          <a:xfrm>
            <a:off x="3856420" y="115768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1</a:t>
            </a:r>
            <a:endParaRPr lang="en-US" altLang="zh-CN" sz="1050" b="1" baseline="-25000" dirty="0">
              <a:latin typeface="微软雅黑" panose="020B0503020204020204" pitchFamily="34" charset="-122"/>
              <a:ea typeface="微软雅黑" panose="020B0503020204020204" pitchFamily="34" charset="-122"/>
            </a:endParaRPr>
          </a:p>
        </p:txBody>
      </p:sp>
      <p:sp>
        <p:nvSpPr>
          <p:cNvPr id="502" name="Line 471"/>
          <p:cNvSpPr>
            <a:spLocks noChangeShapeType="1"/>
          </p:cNvSpPr>
          <p:nvPr/>
        </p:nvSpPr>
        <p:spPr bwMode="auto">
          <a:xfrm>
            <a:off x="4586271" y="147446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3" name="Oval 316"/>
          <p:cNvSpPr>
            <a:spLocks noChangeArrowheads="1"/>
          </p:cNvSpPr>
          <p:nvPr/>
        </p:nvSpPr>
        <p:spPr bwMode="auto">
          <a:xfrm>
            <a:off x="4700829" y="155127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 name="Group 201"/>
          <p:cNvGrpSpPr>
            <a:grpSpLocks/>
          </p:cNvGrpSpPr>
          <p:nvPr/>
        </p:nvGrpSpPr>
        <p:grpSpPr bwMode="auto">
          <a:xfrm>
            <a:off x="4419054" y="1270022"/>
            <a:ext cx="244820" cy="264309"/>
            <a:chOff x="1813" y="593"/>
            <a:chExt cx="343" cy="352"/>
          </a:xfrm>
        </p:grpSpPr>
        <p:grpSp>
          <p:nvGrpSpPr>
            <p:cNvPr id="192" name="Group 202"/>
            <p:cNvGrpSpPr>
              <a:grpSpLocks/>
            </p:cNvGrpSpPr>
            <p:nvPr/>
          </p:nvGrpSpPr>
          <p:grpSpPr bwMode="auto">
            <a:xfrm>
              <a:off x="1821" y="599"/>
              <a:ext cx="335" cy="346"/>
              <a:chOff x="1821" y="599"/>
              <a:chExt cx="335" cy="346"/>
            </a:xfrm>
          </p:grpSpPr>
          <p:sp>
            <p:nvSpPr>
              <p:cNvPr id="519" name="Freeform 203"/>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0" name="Freeform 204"/>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1" name="Freeform 205"/>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2" name="Freeform 206"/>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3" name="Rectangle 207"/>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4" name="Rectangle 208"/>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5" name="Rectangle 209"/>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6" name="Line 210"/>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 name="Group 211"/>
              <p:cNvGrpSpPr>
                <a:grpSpLocks/>
              </p:cNvGrpSpPr>
              <p:nvPr/>
            </p:nvGrpSpPr>
            <p:grpSpPr bwMode="auto">
              <a:xfrm>
                <a:off x="1821" y="895"/>
                <a:ext cx="335" cy="50"/>
                <a:chOff x="1821" y="895"/>
                <a:chExt cx="335" cy="50"/>
              </a:xfrm>
            </p:grpSpPr>
            <p:sp>
              <p:nvSpPr>
                <p:cNvPr id="528" name="Freeform 212"/>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9" name="Freeform 213"/>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0" name="Rectangle 214"/>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4" name="Group 215"/>
            <p:cNvGrpSpPr>
              <a:grpSpLocks/>
            </p:cNvGrpSpPr>
            <p:nvPr/>
          </p:nvGrpSpPr>
          <p:grpSpPr bwMode="auto">
            <a:xfrm>
              <a:off x="1813" y="593"/>
              <a:ext cx="335" cy="346"/>
              <a:chOff x="1813" y="593"/>
              <a:chExt cx="335" cy="346"/>
            </a:xfrm>
          </p:grpSpPr>
          <p:sp>
            <p:nvSpPr>
              <p:cNvPr id="507" name="Freeform 216"/>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Freeform 217"/>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Freeform 218"/>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Freeform 219"/>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Rectangle 220"/>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2" name="Rectangle 221"/>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3" name="Rectangle 222"/>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4" name="Line 223"/>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 name="Group 224"/>
              <p:cNvGrpSpPr>
                <a:grpSpLocks/>
              </p:cNvGrpSpPr>
              <p:nvPr/>
            </p:nvGrpSpPr>
            <p:grpSpPr bwMode="auto">
              <a:xfrm>
                <a:off x="1813" y="888"/>
                <a:ext cx="335" cy="51"/>
                <a:chOff x="1813" y="888"/>
                <a:chExt cx="335" cy="51"/>
              </a:xfrm>
            </p:grpSpPr>
            <p:sp>
              <p:nvSpPr>
                <p:cNvPr id="516" name="Freeform 225"/>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7" name="Freeform 226"/>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8" name="Rectangle 227"/>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31" name="Line 472"/>
          <p:cNvSpPr>
            <a:spLocks noChangeShapeType="1"/>
          </p:cNvSpPr>
          <p:nvPr/>
        </p:nvSpPr>
        <p:spPr bwMode="auto">
          <a:xfrm flipH="1">
            <a:off x="5256986" y="159758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2" name="Line 473"/>
          <p:cNvSpPr>
            <a:spLocks noChangeShapeType="1"/>
          </p:cNvSpPr>
          <p:nvPr/>
        </p:nvSpPr>
        <p:spPr bwMode="auto">
          <a:xfrm>
            <a:off x="5131343" y="141347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Oval 317"/>
          <p:cNvSpPr>
            <a:spLocks noChangeArrowheads="1"/>
          </p:cNvSpPr>
          <p:nvPr/>
        </p:nvSpPr>
        <p:spPr bwMode="auto">
          <a:xfrm>
            <a:off x="5547075" y="164728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96" name="Group 230"/>
          <p:cNvGrpSpPr>
            <a:grpSpLocks/>
          </p:cNvGrpSpPr>
          <p:nvPr/>
        </p:nvGrpSpPr>
        <p:grpSpPr bwMode="auto">
          <a:xfrm>
            <a:off x="5005699" y="1189825"/>
            <a:ext cx="244820" cy="264309"/>
            <a:chOff x="2868" y="593"/>
            <a:chExt cx="343" cy="352"/>
          </a:xfrm>
        </p:grpSpPr>
        <p:grpSp>
          <p:nvGrpSpPr>
            <p:cNvPr id="197" name="Group 231"/>
            <p:cNvGrpSpPr>
              <a:grpSpLocks/>
            </p:cNvGrpSpPr>
            <p:nvPr/>
          </p:nvGrpSpPr>
          <p:grpSpPr bwMode="auto">
            <a:xfrm>
              <a:off x="2877" y="599"/>
              <a:ext cx="334" cy="346"/>
              <a:chOff x="2877" y="599"/>
              <a:chExt cx="334" cy="346"/>
            </a:xfrm>
          </p:grpSpPr>
          <p:sp>
            <p:nvSpPr>
              <p:cNvPr id="549" name="Freeform 232"/>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Freeform 233"/>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34"/>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35"/>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Rectangle 236"/>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4" name="Rectangle 237"/>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5" name="Rectangle 238"/>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6" name="Line 239"/>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8" name="Group 240"/>
              <p:cNvGrpSpPr>
                <a:grpSpLocks/>
              </p:cNvGrpSpPr>
              <p:nvPr/>
            </p:nvGrpSpPr>
            <p:grpSpPr bwMode="auto">
              <a:xfrm>
                <a:off x="2877" y="895"/>
                <a:ext cx="334" cy="50"/>
                <a:chOff x="2877" y="895"/>
                <a:chExt cx="334" cy="50"/>
              </a:xfrm>
            </p:grpSpPr>
            <p:sp>
              <p:nvSpPr>
                <p:cNvPr id="558" name="Freeform 241"/>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42"/>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Rectangle 243"/>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44"/>
            <p:cNvGrpSpPr>
              <a:grpSpLocks/>
            </p:cNvGrpSpPr>
            <p:nvPr/>
          </p:nvGrpSpPr>
          <p:grpSpPr bwMode="auto">
            <a:xfrm>
              <a:off x="2868" y="593"/>
              <a:ext cx="335" cy="346"/>
              <a:chOff x="2868" y="593"/>
              <a:chExt cx="335" cy="346"/>
            </a:xfrm>
          </p:grpSpPr>
          <p:sp>
            <p:nvSpPr>
              <p:cNvPr id="537" name="Freeform 245"/>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46"/>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47"/>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48"/>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Rectangle 249"/>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2" name="Rectangle 250"/>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3" name="Rectangle 251"/>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4" name="Line 252"/>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0" name="Group 253"/>
              <p:cNvGrpSpPr>
                <a:grpSpLocks/>
              </p:cNvGrpSpPr>
              <p:nvPr/>
            </p:nvGrpSpPr>
            <p:grpSpPr bwMode="auto">
              <a:xfrm>
                <a:off x="2868" y="888"/>
                <a:ext cx="335" cy="51"/>
                <a:chOff x="2868" y="888"/>
                <a:chExt cx="335" cy="51"/>
              </a:xfrm>
            </p:grpSpPr>
            <p:sp>
              <p:nvSpPr>
                <p:cNvPr id="546" name="Freeform 254"/>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7" name="Freeform 255"/>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Rectangle 256"/>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61" name="Oval 318"/>
          <p:cNvSpPr>
            <a:spLocks noChangeArrowheads="1"/>
          </p:cNvSpPr>
          <p:nvPr/>
        </p:nvSpPr>
        <p:spPr bwMode="auto">
          <a:xfrm>
            <a:off x="5110094" y="154675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1" name="Group 257"/>
          <p:cNvGrpSpPr>
            <a:grpSpLocks/>
          </p:cNvGrpSpPr>
          <p:nvPr/>
        </p:nvGrpSpPr>
        <p:grpSpPr bwMode="auto">
          <a:xfrm>
            <a:off x="5667175" y="1401047"/>
            <a:ext cx="244820" cy="264309"/>
            <a:chOff x="3915" y="593"/>
            <a:chExt cx="343" cy="352"/>
          </a:xfrm>
        </p:grpSpPr>
        <p:grpSp>
          <p:nvGrpSpPr>
            <p:cNvPr id="202" name="Group 258"/>
            <p:cNvGrpSpPr>
              <a:grpSpLocks/>
            </p:cNvGrpSpPr>
            <p:nvPr/>
          </p:nvGrpSpPr>
          <p:grpSpPr bwMode="auto">
            <a:xfrm>
              <a:off x="3924" y="599"/>
              <a:ext cx="334" cy="346"/>
              <a:chOff x="3924" y="599"/>
              <a:chExt cx="334" cy="346"/>
            </a:xfrm>
          </p:grpSpPr>
          <p:sp>
            <p:nvSpPr>
              <p:cNvPr id="577" name="Freeform 259"/>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8" name="Freeform 260"/>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9" name="Freeform 261"/>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0" name="Freeform 262"/>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1" name="Rectangle 263"/>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2" name="Rectangle 264"/>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3" name="Rectangle 265"/>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4" name="Line 266"/>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3" name="Group 267"/>
              <p:cNvGrpSpPr>
                <a:grpSpLocks/>
              </p:cNvGrpSpPr>
              <p:nvPr/>
            </p:nvGrpSpPr>
            <p:grpSpPr bwMode="auto">
              <a:xfrm>
                <a:off x="3924" y="895"/>
                <a:ext cx="334" cy="50"/>
                <a:chOff x="3924" y="895"/>
                <a:chExt cx="334" cy="50"/>
              </a:xfrm>
            </p:grpSpPr>
            <p:sp>
              <p:nvSpPr>
                <p:cNvPr id="586" name="Freeform 268"/>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69"/>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8" name="Rectangle 270"/>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4" name="Group 271"/>
            <p:cNvGrpSpPr>
              <a:grpSpLocks/>
            </p:cNvGrpSpPr>
            <p:nvPr/>
          </p:nvGrpSpPr>
          <p:grpSpPr bwMode="auto">
            <a:xfrm>
              <a:off x="3915" y="593"/>
              <a:ext cx="335" cy="346"/>
              <a:chOff x="3915" y="593"/>
              <a:chExt cx="335" cy="346"/>
            </a:xfrm>
          </p:grpSpPr>
          <p:sp>
            <p:nvSpPr>
              <p:cNvPr id="565" name="Freeform 272"/>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6" name="Freeform 273"/>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74"/>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Freeform 275"/>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9" name="Rectangle 276"/>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0" name="Rectangle 277"/>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1" name="Rectangle 278"/>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2" name="Line 279"/>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5" name="Group 280"/>
              <p:cNvGrpSpPr>
                <a:grpSpLocks/>
              </p:cNvGrpSpPr>
              <p:nvPr/>
            </p:nvGrpSpPr>
            <p:grpSpPr bwMode="auto">
              <a:xfrm>
                <a:off x="3915" y="888"/>
                <a:ext cx="335" cy="51"/>
                <a:chOff x="3915" y="888"/>
                <a:chExt cx="335" cy="51"/>
              </a:xfrm>
            </p:grpSpPr>
            <p:sp>
              <p:nvSpPr>
                <p:cNvPr id="574" name="Freeform 281"/>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82"/>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6" name="Rectangle 283"/>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06" name="Group 370"/>
          <p:cNvGrpSpPr>
            <a:grpSpLocks/>
          </p:cNvGrpSpPr>
          <p:nvPr/>
        </p:nvGrpSpPr>
        <p:grpSpPr bwMode="auto">
          <a:xfrm>
            <a:off x="5578486" y="2981254"/>
            <a:ext cx="314109" cy="197668"/>
            <a:chOff x="3488" y="2569"/>
            <a:chExt cx="439" cy="262"/>
          </a:xfrm>
        </p:grpSpPr>
        <p:sp>
          <p:nvSpPr>
            <p:cNvPr id="590" name="Oval 371"/>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1" name="Rectangle 3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2" name="Rectangle 373"/>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3" name="Oval 374"/>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375"/>
            <p:cNvGrpSpPr>
              <a:grpSpLocks/>
            </p:cNvGrpSpPr>
            <p:nvPr/>
          </p:nvGrpSpPr>
          <p:grpSpPr bwMode="auto">
            <a:xfrm>
              <a:off x="3555" y="2587"/>
              <a:ext cx="304" cy="117"/>
              <a:chOff x="3555" y="2587"/>
              <a:chExt cx="304" cy="117"/>
            </a:xfrm>
          </p:grpSpPr>
          <p:grpSp>
            <p:nvGrpSpPr>
              <p:cNvPr id="208" name="Group 376"/>
              <p:cNvGrpSpPr>
                <a:grpSpLocks/>
              </p:cNvGrpSpPr>
              <p:nvPr/>
            </p:nvGrpSpPr>
            <p:grpSpPr bwMode="auto">
              <a:xfrm>
                <a:off x="3555" y="2587"/>
                <a:ext cx="301" cy="115"/>
                <a:chOff x="3555" y="2587"/>
                <a:chExt cx="301" cy="115"/>
              </a:xfrm>
            </p:grpSpPr>
            <p:sp>
              <p:nvSpPr>
                <p:cNvPr id="607" name="Freeform 3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8" name="Freeform 378"/>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9" name="Freeform 3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0" name="Freeform 380"/>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1" name="Freeform 3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2" name="Freeform 382"/>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3" name="Freeform 3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4" name="Freeform 384"/>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9" name="Group 385"/>
              <p:cNvGrpSpPr>
                <a:grpSpLocks/>
              </p:cNvGrpSpPr>
              <p:nvPr/>
            </p:nvGrpSpPr>
            <p:grpSpPr bwMode="auto">
              <a:xfrm>
                <a:off x="3557" y="2590"/>
                <a:ext cx="302" cy="114"/>
                <a:chOff x="3557" y="2590"/>
                <a:chExt cx="302" cy="114"/>
              </a:xfrm>
            </p:grpSpPr>
            <p:sp>
              <p:nvSpPr>
                <p:cNvPr id="599" name="Freeform 3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0" name="Freeform 387"/>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1" name="Freeform 3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2" name="Freeform 389"/>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3" name="Freeform 3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4" name="Freeform 391"/>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5" name="Freeform 3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6" name="Freeform 393"/>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595" name="Line 394"/>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6" name="Line 395"/>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15" name="Line 474"/>
          <p:cNvSpPr>
            <a:spLocks noChangeShapeType="1"/>
          </p:cNvSpPr>
          <p:nvPr/>
        </p:nvSpPr>
        <p:spPr bwMode="auto">
          <a:xfrm>
            <a:off x="3656878" y="295786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0" name="Group 344"/>
          <p:cNvGrpSpPr>
            <a:grpSpLocks/>
          </p:cNvGrpSpPr>
          <p:nvPr/>
        </p:nvGrpSpPr>
        <p:grpSpPr bwMode="auto">
          <a:xfrm>
            <a:off x="4171462" y="2981254"/>
            <a:ext cx="314109" cy="197668"/>
            <a:chOff x="1304" y="2569"/>
            <a:chExt cx="439" cy="262"/>
          </a:xfrm>
        </p:grpSpPr>
        <p:sp>
          <p:nvSpPr>
            <p:cNvPr id="617"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8"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9"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0"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1" name="Group 349"/>
            <p:cNvGrpSpPr>
              <a:grpSpLocks/>
            </p:cNvGrpSpPr>
            <p:nvPr/>
          </p:nvGrpSpPr>
          <p:grpSpPr bwMode="auto">
            <a:xfrm>
              <a:off x="1371" y="2587"/>
              <a:ext cx="304" cy="117"/>
              <a:chOff x="1371" y="2587"/>
              <a:chExt cx="304" cy="117"/>
            </a:xfrm>
          </p:grpSpPr>
          <p:grpSp>
            <p:nvGrpSpPr>
              <p:cNvPr id="212" name="Group 350"/>
              <p:cNvGrpSpPr>
                <a:grpSpLocks/>
              </p:cNvGrpSpPr>
              <p:nvPr/>
            </p:nvGrpSpPr>
            <p:grpSpPr bwMode="auto">
              <a:xfrm>
                <a:off x="1371" y="2587"/>
                <a:ext cx="301" cy="115"/>
                <a:chOff x="1371" y="2587"/>
                <a:chExt cx="301" cy="115"/>
              </a:xfrm>
            </p:grpSpPr>
            <p:sp>
              <p:nvSpPr>
                <p:cNvPr id="634"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8"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9"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0"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1"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 name="Group 359"/>
              <p:cNvGrpSpPr>
                <a:grpSpLocks/>
              </p:cNvGrpSpPr>
              <p:nvPr/>
            </p:nvGrpSpPr>
            <p:grpSpPr bwMode="auto">
              <a:xfrm>
                <a:off x="1373" y="2590"/>
                <a:ext cx="302" cy="114"/>
                <a:chOff x="1373" y="2590"/>
                <a:chExt cx="302" cy="114"/>
              </a:xfrm>
            </p:grpSpPr>
            <p:sp>
              <p:nvSpPr>
                <p:cNvPr id="626"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7"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22"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3"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2" name="Oval 422"/>
          <p:cNvSpPr>
            <a:spLocks noChangeArrowheads="1"/>
          </p:cNvSpPr>
          <p:nvPr/>
        </p:nvSpPr>
        <p:spPr bwMode="auto">
          <a:xfrm>
            <a:off x="4028268" y="302346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4" name="Rectangle 468"/>
          <p:cNvSpPr>
            <a:spLocks noChangeArrowheads="1"/>
          </p:cNvSpPr>
          <p:nvPr/>
        </p:nvSpPr>
        <p:spPr bwMode="auto">
          <a:xfrm>
            <a:off x="6939979" y="1353899"/>
            <a:ext cx="53860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050" b="1" dirty="0">
                <a:solidFill>
                  <a:srgbClr val="000000"/>
                </a:solidFill>
                <a:latin typeface="微软雅黑" panose="020B0503020204020204" pitchFamily="34" charset="-122"/>
                <a:ea typeface="微软雅黑" panose="020B0503020204020204" pitchFamily="34" charset="-122"/>
              </a:rPr>
              <a:t>网络地址</a:t>
            </a:r>
            <a:endParaRPr lang="zh-CN" altLang="en-US" sz="1050" b="1" dirty="0">
              <a:latin typeface="微软雅黑" panose="020B0503020204020204" pitchFamily="34" charset="-122"/>
              <a:ea typeface="微软雅黑" panose="020B0503020204020204" pitchFamily="34" charset="-122"/>
            </a:endParaRPr>
          </a:p>
        </p:txBody>
      </p:sp>
      <p:sp>
        <p:nvSpPr>
          <p:cNvPr id="645" name="Rectangle 468"/>
          <p:cNvSpPr>
            <a:spLocks noChangeArrowheads="1"/>
          </p:cNvSpPr>
          <p:nvPr/>
        </p:nvSpPr>
        <p:spPr bwMode="auto">
          <a:xfrm>
            <a:off x="7485071" y="1571605"/>
            <a:ext cx="402354"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050" b="1">
                <a:solidFill>
                  <a:srgbClr val="000000"/>
                </a:solidFill>
                <a:latin typeface="微软雅黑" panose="020B0503020204020204" pitchFamily="34" charset="-122"/>
                <a:ea typeface="微软雅黑" panose="020B0503020204020204" pitchFamily="34" charset="-122"/>
              </a:rPr>
              <a:t>IP</a:t>
            </a:r>
            <a:r>
              <a:rPr lang="zh-CN" altLang="en-US" sz="1050" b="1">
                <a:solidFill>
                  <a:srgbClr val="000000"/>
                </a:solidFill>
                <a:latin typeface="微软雅黑" panose="020B0503020204020204" pitchFamily="34" charset="-122"/>
                <a:ea typeface="微软雅黑" panose="020B0503020204020204" pitchFamily="34" charset="-122"/>
              </a:rPr>
              <a:t>地址</a:t>
            </a:r>
            <a:endParaRPr lang="zh-CN" altLang="en-US" sz="1050" b="1">
              <a:latin typeface="微软雅黑" panose="020B0503020204020204" pitchFamily="34" charset="-122"/>
              <a:ea typeface="微软雅黑" panose="020B0503020204020204" pitchFamily="34" charset="-122"/>
            </a:endParaRPr>
          </a:p>
        </p:txBody>
      </p:sp>
      <p:sp>
        <p:nvSpPr>
          <p:cNvPr id="646" name="Line 469"/>
          <p:cNvSpPr>
            <a:spLocks noChangeShapeType="1"/>
          </p:cNvSpPr>
          <p:nvPr/>
        </p:nvSpPr>
        <p:spPr bwMode="auto">
          <a:xfrm flipH="1">
            <a:off x="7012040" y="1558343"/>
            <a:ext cx="168141" cy="51280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7" name="Line 469"/>
          <p:cNvSpPr>
            <a:spLocks noChangeShapeType="1"/>
          </p:cNvSpPr>
          <p:nvPr/>
        </p:nvSpPr>
        <p:spPr bwMode="auto">
          <a:xfrm flipH="1">
            <a:off x="7605412" y="175797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Oval 316"/>
          <p:cNvSpPr>
            <a:spLocks noChangeArrowheads="1"/>
          </p:cNvSpPr>
          <p:nvPr/>
        </p:nvSpPr>
        <p:spPr bwMode="auto">
          <a:xfrm>
            <a:off x="3237400" y="291082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4" name="Group 30"/>
          <p:cNvGrpSpPr>
            <a:grpSpLocks/>
          </p:cNvGrpSpPr>
          <p:nvPr/>
        </p:nvGrpSpPr>
        <p:grpSpPr bwMode="auto">
          <a:xfrm>
            <a:off x="2944549" y="2679365"/>
            <a:ext cx="244820" cy="265439"/>
            <a:chOff x="101" y="2294"/>
            <a:chExt cx="343" cy="353"/>
          </a:xfrm>
        </p:grpSpPr>
        <p:grpSp>
          <p:nvGrpSpPr>
            <p:cNvPr id="216" name="Group 31"/>
            <p:cNvGrpSpPr>
              <a:grpSpLocks/>
            </p:cNvGrpSpPr>
            <p:nvPr/>
          </p:nvGrpSpPr>
          <p:grpSpPr bwMode="auto">
            <a:xfrm>
              <a:off x="109" y="2301"/>
              <a:ext cx="335" cy="346"/>
              <a:chOff x="109" y="2301"/>
              <a:chExt cx="335" cy="346"/>
            </a:xfrm>
          </p:grpSpPr>
          <p:sp>
            <p:nvSpPr>
              <p:cNvPr id="257" name="Freeform 32"/>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 name="Freeform 33"/>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34"/>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35"/>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 name="Rectangle 36"/>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2" name="Rectangle 37"/>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3" name="Rectangle 38"/>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4" name="Line 39"/>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7" name="Group 40"/>
              <p:cNvGrpSpPr>
                <a:grpSpLocks/>
              </p:cNvGrpSpPr>
              <p:nvPr/>
            </p:nvGrpSpPr>
            <p:grpSpPr bwMode="auto">
              <a:xfrm>
                <a:off x="109" y="2596"/>
                <a:ext cx="335" cy="51"/>
                <a:chOff x="109" y="2596"/>
                <a:chExt cx="335" cy="51"/>
              </a:xfrm>
            </p:grpSpPr>
            <p:sp>
              <p:nvSpPr>
                <p:cNvPr id="266" name="Freeform 41"/>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 name="Freeform 42"/>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 name="Rectangle 43"/>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18" name="Group 44"/>
            <p:cNvGrpSpPr>
              <a:grpSpLocks/>
            </p:cNvGrpSpPr>
            <p:nvPr/>
          </p:nvGrpSpPr>
          <p:grpSpPr bwMode="auto">
            <a:xfrm>
              <a:off x="101" y="2294"/>
              <a:ext cx="335" cy="347"/>
              <a:chOff x="101" y="2294"/>
              <a:chExt cx="335" cy="347"/>
            </a:xfrm>
          </p:grpSpPr>
          <p:sp>
            <p:nvSpPr>
              <p:cNvPr id="245" name="Freeform 45"/>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 name="Freeform 46"/>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47"/>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48"/>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 name="Rectangle 49"/>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Rectangle 50"/>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Rectangle 51"/>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Line 52"/>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9" name="Group 53"/>
              <p:cNvGrpSpPr>
                <a:grpSpLocks/>
              </p:cNvGrpSpPr>
              <p:nvPr/>
            </p:nvGrpSpPr>
            <p:grpSpPr bwMode="auto">
              <a:xfrm>
                <a:off x="101" y="2590"/>
                <a:ext cx="335" cy="51"/>
                <a:chOff x="101" y="2590"/>
                <a:chExt cx="335" cy="51"/>
              </a:xfrm>
            </p:grpSpPr>
            <p:sp>
              <p:nvSpPr>
                <p:cNvPr id="254" name="Freeform 54"/>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 name="Freeform 55"/>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Rectangle 56"/>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681" name="Text Box 438"/>
          <p:cNvSpPr txBox="1">
            <a:spLocks noChangeArrowheads="1"/>
          </p:cNvSpPr>
          <p:nvPr/>
        </p:nvSpPr>
        <p:spPr bwMode="auto">
          <a:xfrm>
            <a:off x="749294" y="1365908"/>
            <a:ext cx="1896400" cy="2682657"/>
          </a:xfrm>
          <a:prstGeom prst="rect">
            <a:avLst/>
          </a:prstGeom>
          <a:solidFill>
            <a:srgbClr val="00FFFF"/>
          </a:solidFill>
          <a:ln w="9525">
            <a:solidFill>
              <a:schemeClr val="tx2"/>
            </a:solidFill>
            <a:miter lim="800000"/>
            <a:headEnd/>
            <a:tailEnd/>
          </a:ln>
          <a:effectLst/>
        </p:spPr>
        <p:txBody>
          <a:bodyPr wrap="square">
            <a:spAutoFit/>
          </a:bodyPr>
          <a:lstStyle/>
          <a:p>
            <a:pPr>
              <a:lnSpc>
                <a:spcPct val="110000"/>
              </a:lnSpc>
            </a:pPr>
            <a:r>
              <a:rPr lang="zh-CN" altLang="en-US" sz="1400" b="1" dirty="0">
                <a:latin typeface="微软雅黑" pitchFamily="34" charset="-122"/>
                <a:ea typeface="微软雅黑" pitchFamily="34" charset="-122"/>
              </a:rPr>
              <a:t>两个路由器直接相连的接口处，可以分配也可以不分配</a:t>
            </a:r>
            <a:r>
              <a:rPr lang="en-US" altLang="zh-CN" sz="1400" b="1" dirty="0">
                <a:latin typeface="微软雅黑" pitchFamily="34" charset="-122"/>
                <a:ea typeface="微软雅黑" pitchFamily="34" charset="-122"/>
              </a:rPr>
              <a:t>IP</a:t>
            </a:r>
            <a:r>
              <a:rPr lang="zh-CN" altLang="en-US" sz="1400" b="1" dirty="0">
                <a:latin typeface="微软雅黑" pitchFamily="34" charset="-122"/>
                <a:ea typeface="微软雅黑" pitchFamily="34" charset="-122"/>
              </a:rPr>
              <a:t>地址。</a:t>
            </a:r>
            <a:endParaRPr lang="en-US" altLang="zh-CN" sz="1400" b="1" dirty="0">
              <a:latin typeface="微软雅黑" pitchFamily="34" charset="-122"/>
              <a:ea typeface="微软雅黑" pitchFamily="34" charset="-122"/>
            </a:endParaRPr>
          </a:p>
          <a:p>
            <a:pPr>
              <a:lnSpc>
                <a:spcPct val="110000"/>
              </a:lnSpc>
            </a:pPr>
            <a:r>
              <a:rPr lang="zh-CN" altLang="en-US" sz="1400" b="1" dirty="0">
                <a:latin typeface="微软雅黑" pitchFamily="34" charset="-122"/>
                <a:ea typeface="微软雅黑" pitchFamily="34" charset="-122"/>
              </a:rPr>
              <a:t>如分配了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地址，则这一段连线就构成了一种只包含一段线路的特殊“网络” 。这种网络</a:t>
            </a:r>
            <a:r>
              <a:rPr lang="zh-CN" altLang="en-US" sz="1400" b="1" dirty="0">
                <a:solidFill>
                  <a:srgbClr val="C00000"/>
                </a:solidFill>
                <a:latin typeface="微软雅黑" pitchFamily="34" charset="-122"/>
                <a:ea typeface="微软雅黑" pitchFamily="34" charset="-122"/>
              </a:rPr>
              <a:t>仅需</a:t>
            </a:r>
            <a:r>
              <a:rPr lang="zh-CN" altLang="en-US" sz="1400" b="1" dirty="0">
                <a:latin typeface="微软雅黑" pitchFamily="34" charset="-122"/>
                <a:ea typeface="微软雅黑" pitchFamily="34" charset="-122"/>
              </a:rPr>
              <a:t>两个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地址，可以使用 </a:t>
            </a:r>
            <a:r>
              <a:rPr lang="en-US" altLang="zh-CN" sz="1400" b="1" dirty="0">
                <a:solidFill>
                  <a:srgbClr val="C00000"/>
                </a:solidFill>
                <a:latin typeface="微软雅黑" pitchFamily="34" charset="-122"/>
                <a:ea typeface="微软雅黑" pitchFamily="34" charset="-122"/>
              </a:rPr>
              <a:t>/31 </a:t>
            </a:r>
            <a:r>
              <a:rPr lang="zh-CN" altLang="en-US" sz="1400" b="1" dirty="0">
                <a:latin typeface="微软雅黑" pitchFamily="34" charset="-122"/>
                <a:ea typeface="微软雅黑" pitchFamily="34" charset="-122"/>
              </a:rPr>
              <a:t>地址块。主机号可以是 </a:t>
            </a:r>
            <a:r>
              <a:rPr lang="en-US" altLang="zh-CN" sz="1400" b="1" dirty="0">
                <a:latin typeface="微软雅黑" pitchFamily="34" charset="-122"/>
                <a:ea typeface="微软雅黑" pitchFamily="34" charset="-122"/>
              </a:rPr>
              <a:t>0 </a:t>
            </a:r>
            <a:r>
              <a:rPr lang="zh-CN" altLang="en-US" sz="1400" b="1" dirty="0">
                <a:latin typeface="微软雅黑" pitchFamily="34" charset="-122"/>
                <a:ea typeface="微软雅黑" pitchFamily="34" charset="-122"/>
              </a:rPr>
              <a:t>或 </a:t>
            </a: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a:t>
            </a:r>
            <a:endParaRPr lang="en-US" altLang="zh-CN" sz="1400" b="1" dirty="0">
              <a:latin typeface="微软雅黑" pitchFamily="34" charset="-122"/>
              <a:ea typeface="微软雅黑" pitchFamily="34" charset="-122"/>
            </a:endParaRPr>
          </a:p>
        </p:txBody>
      </p:sp>
      <p:sp>
        <p:nvSpPr>
          <p:cNvPr id="682" name="矩形 476"/>
          <p:cNvSpPr>
            <a:spLocks noChangeArrowheads="1"/>
          </p:cNvSpPr>
          <p:nvPr/>
        </p:nvSpPr>
        <p:spPr bwMode="auto">
          <a:xfrm>
            <a:off x="3480534" y="3636941"/>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3" name="Rectangle 27"/>
          <p:cNvSpPr>
            <a:spLocks noChangeArrowheads="1"/>
          </p:cNvSpPr>
          <p:nvPr/>
        </p:nvSpPr>
        <p:spPr bwMode="auto">
          <a:xfrm>
            <a:off x="3931352" y="3912547"/>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solidFill>
                  <a:srgbClr val="000000"/>
                </a:solidFill>
                <a:latin typeface="微软雅黑" panose="020B0503020204020204" pitchFamily="34" charset="-122"/>
                <a:ea typeface="微软雅黑" panose="020B0503020204020204" pitchFamily="34" charset="-122"/>
              </a:rPr>
              <a:t>以太网交换机</a:t>
            </a:r>
            <a:endParaRPr lang="en-US" altLang="zh-CN" sz="1050" b="1">
              <a:latin typeface="微软雅黑" panose="020B0503020204020204" pitchFamily="34" charset="-122"/>
              <a:ea typeface="微软雅黑" panose="020B0503020204020204" pitchFamily="34" charset="-122"/>
            </a:endParaRPr>
          </a:p>
        </p:txBody>
      </p:sp>
      <p:grpSp>
        <p:nvGrpSpPr>
          <p:cNvPr id="221" name="Group 344"/>
          <p:cNvGrpSpPr>
            <a:grpSpLocks/>
          </p:cNvGrpSpPr>
          <p:nvPr/>
        </p:nvGrpSpPr>
        <p:grpSpPr bwMode="auto">
          <a:xfrm>
            <a:off x="3595071" y="3710360"/>
            <a:ext cx="242049" cy="128766"/>
            <a:chOff x="1304" y="2569"/>
            <a:chExt cx="439" cy="262"/>
          </a:xfrm>
        </p:grpSpPr>
        <p:sp>
          <p:nvSpPr>
            <p:cNvPr id="685"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6"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7"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8"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3" name="Group 349"/>
            <p:cNvGrpSpPr>
              <a:grpSpLocks/>
            </p:cNvGrpSpPr>
            <p:nvPr/>
          </p:nvGrpSpPr>
          <p:grpSpPr bwMode="auto">
            <a:xfrm>
              <a:off x="1371" y="2587"/>
              <a:ext cx="304" cy="117"/>
              <a:chOff x="1371" y="2587"/>
              <a:chExt cx="304" cy="117"/>
            </a:xfrm>
          </p:grpSpPr>
          <p:grpSp>
            <p:nvGrpSpPr>
              <p:cNvPr id="240" name="Group 350"/>
              <p:cNvGrpSpPr>
                <a:grpSpLocks/>
              </p:cNvGrpSpPr>
              <p:nvPr/>
            </p:nvGrpSpPr>
            <p:grpSpPr bwMode="auto">
              <a:xfrm>
                <a:off x="1371" y="2587"/>
                <a:ext cx="301" cy="115"/>
                <a:chOff x="1371" y="2587"/>
                <a:chExt cx="301" cy="115"/>
              </a:xfrm>
            </p:grpSpPr>
            <p:sp>
              <p:nvSpPr>
                <p:cNvPr id="702"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3"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4"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5"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6"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7"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8"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9"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 name="Group 359"/>
              <p:cNvGrpSpPr>
                <a:grpSpLocks/>
              </p:cNvGrpSpPr>
              <p:nvPr/>
            </p:nvGrpSpPr>
            <p:grpSpPr bwMode="auto">
              <a:xfrm>
                <a:off x="1373" y="2590"/>
                <a:ext cx="302" cy="114"/>
                <a:chOff x="1373" y="2590"/>
                <a:chExt cx="302" cy="114"/>
              </a:xfrm>
            </p:grpSpPr>
            <p:sp>
              <p:nvSpPr>
                <p:cNvPr id="694"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5"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6"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7"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8"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9"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0"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1"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90"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1"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711" name="Rectangle 27"/>
          <p:cNvSpPr>
            <a:spLocks noChangeArrowheads="1"/>
          </p:cNvSpPr>
          <p:nvPr/>
        </p:nvSpPr>
        <p:spPr bwMode="auto">
          <a:xfrm>
            <a:off x="3931352" y="3708101"/>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652"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33294" y="1711264"/>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4"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67363" y="3920189"/>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5"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53617" y="2855922"/>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6"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73681" y="2984123"/>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7" name="Picture 5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126747" y="2457355"/>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3773705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81"/>
                                        </p:tgtEl>
                                        <p:attrNameLst>
                                          <p:attrName>style.visibility</p:attrName>
                                        </p:attrNameLst>
                                      </p:cBhvr>
                                      <p:to>
                                        <p:strVal val="visible"/>
                                      </p:to>
                                    </p:set>
                                    <p:animEffect transition="in" filter="fade">
                                      <p:cBhvr>
                                        <p:cTn id="7" dur="1000"/>
                                        <p:tgtEl>
                                          <p:spTgt spid="681"/>
                                        </p:tgtEl>
                                      </p:cBhvr>
                                    </p:animEffect>
                                    <p:anim calcmode="lin" valueType="num">
                                      <p:cBhvr>
                                        <p:cTn id="8" dur="1000" fill="hold"/>
                                        <p:tgtEl>
                                          <p:spTgt spid="681"/>
                                        </p:tgtEl>
                                        <p:attrNameLst>
                                          <p:attrName>ppt_x</p:attrName>
                                        </p:attrNameLst>
                                      </p:cBhvr>
                                      <p:tavLst>
                                        <p:tav tm="0">
                                          <p:val>
                                            <p:strVal val="#ppt_x"/>
                                          </p:val>
                                        </p:tav>
                                        <p:tav tm="100000">
                                          <p:val>
                                            <p:strVal val="#ppt_x"/>
                                          </p:val>
                                        </p:tav>
                                      </p:tavLst>
                                    </p:anim>
                                    <p:anim calcmode="lin" valueType="num">
                                      <p:cBhvr>
                                        <p:cTn id="9" dur="1000" fill="hold"/>
                                        <p:tgtEl>
                                          <p:spTgt spid="68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3000" fill="hold" grpId="0" nodeType="clickEffect">
                                  <p:stCondLst>
                                    <p:cond delay="0"/>
                                  </p:stCondLst>
                                  <p:childTnLst>
                                    <p:anim calcmode="discrete" valueType="str">
                                      <p:cBhvr>
                                        <p:cTn id="13" dur="1000" fill="hold"/>
                                        <p:tgtEl>
                                          <p:spTgt spid="237"/>
                                        </p:tgtEl>
                                        <p:attrNameLst>
                                          <p:attrName>style.visibility</p:attrName>
                                        </p:attrNameLst>
                                      </p:cBhvr>
                                      <p:tavLst>
                                        <p:tav tm="0">
                                          <p:val>
                                            <p:strVal val="hidden"/>
                                          </p:val>
                                        </p:tav>
                                        <p:tav tm="50000">
                                          <p:val>
                                            <p:strVal val="visible"/>
                                          </p:val>
                                        </p:tav>
                                      </p:tavLst>
                                    </p:anim>
                                  </p:childTnLst>
                                </p:cTn>
                              </p:par>
                              <p:par>
                                <p:cTn id="14" presetID="35" presetClass="emph" presetSubtype="0" repeatCount="3000" fill="hold" grpId="0" nodeType="withEffect">
                                  <p:stCondLst>
                                    <p:cond delay="0"/>
                                  </p:stCondLst>
                                  <p:childTnLst>
                                    <p:anim calcmode="discrete" valueType="str">
                                      <p:cBhvr>
                                        <p:cTn id="15" dur="1000" fill="hold"/>
                                        <p:tgtEl>
                                          <p:spTgt spid="236"/>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grpId="0" nodeType="withEffect">
                                  <p:stCondLst>
                                    <p:cond delay="0"/>
                                  </p:stCondLst>
                                  <p:childTnLst>
                                    <p:anim calcmode="discrete" valueType="str">
                                      <p:cBhvr>
                                        <p:cTn id="17" dur="1000" fill="hold"/>
                                        <p:tgtEl>
                                          <p:spTgt spid="23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 grpId="0" animBg="1"/>
      <p:bldP spid="236" grpId="0" animBg="1"/>
      <p:bldP spid="237" grpId="0" animBg="1"/>
      <p:bldP spid="681"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65B5BB-75E0-A2B2-17A7-28E8E98EDA08}"/>
            </a:ext>
          </a:extLst>
        </p:cNvPr>
        <p:cNvGrpSpPr/>
        <p:nvPr/>
      </p:nvGrpSpPr>
      <p:grpSpPr>
        <a:xfrm>
          <a:off x="0" y="0"/>
          <a:ext cx="0" cy="0"/>
          <a:chOff x="0" y="0"/>
          <a:chExt cx="0" cy="0"/>
        </a:xfrm>
      </p:grpSpPr>
      <p:sp>
        <p:nvSpPr>
          <p:cNvPr id="220" name="圆角矩形 219">
            <a:extLst>
              <a:ext uri="{FF2B5EF4-FFF2-40B4-BE49-F238E27FC236}">
                <a16:creationId xmlns:a16="http://schemas.microsoft.com/office/drawing/2014/main" id="{D37674FE-7B67-1894-E664-35413967C10C}"/>
              </a:ext>
            </a:extLst>
          </p:cNvPr>
          <p:cNvSpPr/>
          <p:nvPr/>
        </p:nvSpPr>
        <p:spPr>
          <a:xfrm>
            <a:off x="597048" y="996680"/>
            <a:ext cx="8053711" cy="33099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5" name="AutoShape 5">
            <a:extLst>
              <a:ext uri="{FF2B5EF4-FFF2-40B4-BE49-F238E27FC236}">
                <a16:creationId xmlns:a16="http://schemas.microsoft.com/office/drawing/2014/main" id="{E7592A97-6AF1-A69E-8591-84B1119E75FA}"/>
              </a:ext>
            </a:extLst>
          </p:cNvPr>
          <p:cNvSpPr>
            <a:spLocks noChangeArrowheads="1"/>
          </p:cNvSpPr>
          <p:nvPr/>
        </p:nvSpPr>
        <p:spPr bwMode="auto">
          <a:xfrm>
            <a:off x="545144" y="62467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2" name="矩形 221">
            <a:extLst>
              <a:ext uri="{FF2B5EF4-FFF2-40B4-BE49-F238E27FC236}">
                <a16:creationId xmlns:a16="http://schemas.microsoft.com/office/drawing/2014/main" id="{00D1D25D-AAB1-A197-3338-BD1465497BC1}"/>
              </a:ext>
            </a:extLst>
          </p:cNvPr>
          <p:cNvSpPr/>
          <p:nvPr/>
        </p:nvSpPr>
        <p:spPr>
          <a:xfrm>
            <a:off x="616085" y="574698"/>
            <a:ext cx="2492990" cy="400110"/>
          </a:xfrm>
          <a:prstGeom prst="rect">
            <a:avLst/>
          </a:prstGeom>
        </p:spPr>
        <p:txBody>
          <a:bodyPr wrap="none">
            <a:spAutoFit/>
          </a:bodyPr>
          <a:lstStyle/>
          <a:p>
            <a:r>
              <a:rPr lang="zh-CN" altLang="en-US" sz="2000" b="1" dirty="0">
                <a:latin typeface="微软雅黑" pitchFamily="34" charset="-122"/>
                <a:ea typeface="微软雅黑" pitchFamily="34" charset="-122"/>
              </a:rPr>
              <a:t>一个互连网络的例子</a:t>
            </a:r>
          </a:p>
        </p:txBody>
      </p:sp>
      <p:sp>
        <p:nvSpPr>
          <p:cNvPr id="224" name="椭圆 223">
            <a:extLst>
              <a:ext uri="{FF2B5EF4-FFF2-40B4-BE49-F238E27FC236}">
                <a16:creationId xmlns:a16="http://schemas.microsoft.com/office/drawing/2014/main" id="{1DB9A58E-17FE-4177-47A0-7B8EE087FC46}"/>
              </a:ext>
            </a:extLst>
          </p:cNvPr>
          <p:cNvSpPr/>
          <p:nvPr/>
        </p:nvSpPr>
        <p:spPr bwMode="auto">
          <a:xfrm rot="19311755">
            <a:off x="5944139" y="2386474"/>
            <a:ext cx="2370599" cy="1274073"/>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5" name="Line 472">
            <a:extLst>
              <a:ext uri="{FF2B5EF4-FFF2-40B4-BE49-F238E27FC236}">
                <a16:creationId xmlns:a16="http://schemas.microsoft.com/office/drawing/2014/main" id="{68F23528-6BA7-FC80-B08E-D38C3D8F79F4}"/>
              </a:ext>
            </a:extLst>
          </p:cNvPr>
          <p:cNvSpPr>
            <a:spLocks noChangeShapeType="1"/>
          </p:cNvSpPr>
          <p:nvPr/>
        </p:nvSpPr>
        <p:spPr bwMode="auto">
          <a:xfrm flipH="1">
            <a:off x="6724060" y="255090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Line 472">
            <a:extLst>
              <a:ext uri="{FF2B5EF4-FFF2-40B4-BE49-F238E27FC236}">
                <a16:creationId xmlns:a16="http://schemas.microsoft.com/office/drawing/2014/main" id="{22B8D3D7-B07D-AA3A-7CD9-42B9495C8C0F}"/>
              </a:ext>
            </a:extLst>
          </p:cNvPr>
          <p:cNvSpPr>
            <a:spLocks noChangeShapeType="1"/>
          </p:cNvSpPr>
          <p:nvPr/>
        </p:nvSpPr>
        <p:spPr bwMode="auto">
          <a:xfrm flipH="1" flipV="1">
            <a:off x="7352277" y="255090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 name="Line 472">
            <a:extLst>
              <a:ext uri="{FF2B5EF4-FFF2-40B4-BE49-F238E27FC236}">
                <a16:creationId xmlns:a16="http://schemas.microsoft.com/office/drawing/2014/main" id="{18E66945-FC8E-6579-CC1B-B9C1B51F620A}"/>
              </a:ext>
            </a:extLst>
          </p:cNvPr>
          <p:cNvSpPr>
            <a:spLocks noChangeShapeType="1"/>
          </p:cNvSpPr>
          <p:nvPr/>
        </p:nvSpPr>
        <p:spPr bwMode="auto">
          <a:xfrm flipH="1">
            <a:off x="7394775" y="224367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椭圆 227">
            <a:extLst>
              <a:ext uri="{FF2B5EF4-FFF2-40B4-BE49-F238E27FC236}">
                <a16:creationId xmlns:a16="http://schemas.microsoft.com/office/drawing/2014/main" id="{FEA156DE-86E6-6DB7-124F-EC24B2408CBE}"/>
              </a:ext>
            </a:extLst>
          </p:cNvPr>
          <p:cNvSpPr/>
          <p:nvPr/>
        </p:nvSpPr>
        <p:spPr bwMode="auto">
          <a:xfrm rot="5400000">
            <a:off x="2635410" y="2144584"/>
            <a:ext cx="1278671" cy="1097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29" name="Line 471">
            <a:extLst>
              <a:ext uri="{FF2B5EF4-FFF2-40B4-BE49-F238E27FC236}">
                <a16:creationId xmlns:a16="http://schemas.microsoft.com/office/drawing/2014/main" id="{6574CF8A-64DC-B3FF-ECE4-7E898F89483E}"/>
              </a:ext>
            </a:extLst>
          </p:cNvPr>
          <p:cNvSpPr>
            <a:spLocks noChangeShapeType="1"/>
          </p:cNvSpPr>
          <p:nvPr/>
        </p:nvSpPr>
        <p:spPr bwMode="auto">
          <a:xfrm>
            <a:off x="3094243" y="287832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 name="Line 471">
            <a:extLst>
              <a:ext uri="{FF2B5EF4-FFF2-40B4-BE49-F238E27FC236}">
                <a16:creationId xmlns:a16="http://schemas.microsoft.com/office/drawing/2014/main" id="{27F4E0D5-7D00-B1F8-2EC9-08BFC1607F9C}"/>
              </a:ext>
            </a:extLst>
          </p:cNvPr>
          <p:cNvSpPr>
            <a:spLocks noChangeShapeType="1"/>
          </p:cNvSpPr>
          <p:nvPr/>
        </p:nvSpPr>
        <p:spPr bwMode="auto">
          <a:xfrm>
            <a:off x="3390756" y="236085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椭圆 230">
            <a:extLst>
              <a:ext uri="{FF2B5EF4-FFF2-40B4-BE49-F238E27FC236}">
                <a16:creationId xmlns:a16="http://schemas.microsoft.com/office/drawing/2014/main" id="{1365942F-8021-05E2-4281-C2D2E84A807E}"/>
              </a:ext>
            </a:extLst>
          </p:cNvPr>
          <p:cNvSpPr/>
          <p:nvPr/>
        </p:nvSpPr>
        <p:spPr bwMode="auto">
          <a:xfrm>
            <a:off x="4209341" y="1155939"/>
            <a:ext cx="1844004" cy="831332"/>
          </a:xfrm>
          <a:prstGeom prst="ellipse">
            <a:avLst/>
          </a:prstGeom>
          <a:solidFill>
            <a:schemeClr val="bg1"/>
          </a:solidFill>
          <a:ln w="9525" cap="flat" cmpd="sng" algn="ctr">
            <a:solidFill>
              <a:schemeClr val="tx1"/>
            </a:solidFill>
            <a:prstDash val="dash"/>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232" name="Line 467">
            <a:extLst>
              <a:ext uri="{FF2B5EF4-FFF2-40B4-BE49-F238E27FC236}">
                <a16:creationId xmlns:a16="http://schemas.microsoft.com/office/drawing/2014/main" id="{5B250049-E81B-D722-283E-28A873B642AA}"/>
              </a:ext>
            </a:extLst>
          </p:cNvPr>
          <p:cNvSpPr>
            <a:spLocks noChangeShapeType="1"/>
          </p:cNvSpPr>
          <p:nvPr/>
        </p:nvSpPr>
        <p:spPr bwMode="auto">
          <a:xfrm>
            <a:off x="6724060" y="311453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 name="Line 466">
            <a:extLst>
              <a:ext uri="{FF2B5EF4-FFF2-40B4-BE49-F238E27FC236}">
                <a16:creationId xmlns:a16="http://schemas.microsoft.com/office/drawing/2014/main" id="{DF0CBD96-B255-F154-DE4F-6853A4DE184E}"/>
              </a:ext>
            </a:extLst>
          </p:cNvPr>
          <p:cNvSpPr>
            <a:spLocks noChangeShapeType="1"/>
          </p:cNvSpPr>
          <p:nvPr/>
        </p:nvSpPr>
        <p:spPr bwMode="auto">
          <a:xfrm flipH="1">
            <a:off x="6407179" y="311227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 name="Freeform 6">
            <a:extLst>
              <a:ext uri="{FF2B5EF4-FFF2-40B4-BE49-F238E27FC236}">
                <a16:creationId xmlns:a16="http://schemas.microsoft.com/office/drawing/2014/main" id="{17750588-FF51-9237-052E-37348FB5FCA8}"/>
              </a:ext>
            </a:extLst>
          </p:cNvPr>
          <p:cNvSpPr>
            <a:spLocks/>
          </p:cNvSpPr>
          <p:nvPr/>
        </p:nvSpPr>
        <p:spPr bwMode="auto">
          <a:xfrm>
            <a:off x="4650941" y="304789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 name="Line 450">
            <a:extLst>
              <a:ext uri="{FF2B5EF4-FFF2-40B4-BE49-F238E27FC236}">
                <a16:creationId xmlns:a16="http://schemas.microsoft.com/office/drawing/2014/main" id="{5F857CE1-62CC-837A-F23F-CFECCDBFD697}"/>
              </a:ext>
            </a:extLst>
          </p:cNvPr>
          <p:cNvSpPr>
            <a:spLocks noChangeShapeType="1"/>
          </p:cNvSpPr>
          <p:nvPr/>
        </p:nvSpPr>
        <p:spPr bwMode="auto">
          <a:xfrm>
            <a:off x="4445846" y="310663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 name="Freeform 4">
            <a:extLst>
              <a:ext uri="{FF2B5EF4-FFF2-40B4-BE49-F238E27FC236}">
                <a16:creationId xmlns:a16="http://schemas.microsoft.com/office/drawing/2014/main" id="{3D467139-D1BA-6C92-CF62-FF9AFAEAE053}"/>
              </a:ext>
            </a:extLst>
          </p:cNvPr>
          <p:cNvSpPr>
            <a:spLocks/>
          </p:cNvSpPr>
          <p:nvPr/>
        </p:nvSpPr>
        <p:spPr bwMode="auto">
          <a:xfrm>
            <a:off x="4429217" y="231370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 name="Freeform 5">
            <a:extLst>
              <a:ext uri="{FF2B5EF4-FFF2-40B4-BE49-F238E27FC236}">
                <a16:creationId xmlns:a16="http://schemas.microsoft.com/office/drawing/2014/main" id="{540B3D9C-D936-E477-69DC-B2D3F7B5DA05}"/>
              </a:ext>
            </a:extLst>
          </p:cNvPr>
          <p:cNvSpPr>
            <a:spLocks/>
          </p:cNvSpPr>
          <p:nvPr/>
        </p:nvSpPr>
        <p:spPr bwMode="auto">
          <a:xfrm>
            <a:off x="5206174" y="231144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10">
            <a:extLst>
              <a:ext uri="{FF2B5EF4-FFF2-40B4-BE49-F238E27FC236}">
                <a16:creationId xmlns:a16="http://schemas.microsoft.com/office/drawing/2014/main" id="{F6DBC9FA-5E6C-417A-C023-D205EA2D35E7}"/>
              </a:ext>
            </a:extLst>
          </p:cNvPr>
          <p:cNvSpPr>
            <a:spLocks/>
          </p:cNvSpPr>
          <p:nvPr/>
        </p:nvSpPr>
        <p:spPr bwMode="auto">
          <a:xfrm>
            <a:off x="4289715" y="219058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15">
            <a:extLst>
              <a:ext uri="{FF2B5EF4-FFF2-40B4-BE49-F238E27FC236}">
                <a16:creationId xmlns:a16="http://schemas.microsoft.com/office/drawing/2014/main" id="{2498EF70-3A72-3ECC-2F92-68E4CC49303E}"/>
              </a:ext>
            </a:extLst>
          </p:cNvPr>
          <p:cNvSpPr>
            <a:spLocks/>
          </p:cNvSpPr>
          <p:nvPr/>
        </p:nvSpPr>
        <p:spPr bwMode="auto">
          <a:xfrm>
            <a:off x="5141505" y="218154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Oval 28">
            <a:extLst>
              <a:ext uri="{FF2B5EF4-FFF2-40B4-BE49-F238E27FC236}">
                <a16:creationId xmlns:a16="http://schemas.microsoft.com/office/drawing/2014/main" id="{D595F699-84AA-B901-9FE3-524A40802EBC}"/>
              </a:ext>
            </a:extLst>
          </p:cNvPr>
          <p:cNvSpPr>
            <a:spLocks noChangeArrowheads="1"/>
          </p:cNvSpPr>
          <p:nvPr/>
        </p:nvSpPr>
        <p:spPr bwMode="auto">
          <a:xfrm>
            <a:off x="6444133" y="343532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 name="Group 57">
            <a:extLst>
              <a:ext uri="{FF2B5EF4-FFF2-40B4-BE49-F238E27FC236}">
                <a16:creationId xmlns:a16="http://schemas.microsoft.com/office/drawing/2014/main" id="{B08C3785-C275-4022-1B29-0265E0C761D5}"/>
              </a:ext>
            </a:extLst>
          </p:cNvPr>
          <p:cNvGrpSpPr>
            <a:grpSpLocks/>
          </p:cNvGrpSpPr>
          <p:nvPr/>
        </p:nvGrpSpPr>
        <p:grpSpPr bwMode="auto">
          <a:xfrm>
            <a:off x="6270449" y="3566349"/>
            <a:ext cx="243896" cy="265439"/>
            <a:chOff x="3891" y="3616"/>
            <a:chExt cx="342" cy="353"/>
          </a:xfrm>
        </p:grpSpPr>
        <p:grpSp>
          <p:nvGrpSpPr>
            <p:cNvPr id="3" name="Group 58">
              <a:extLst>
                <a:ext uri="{FF2B5EF4-FFF2-40B4-BE49-F238E27FC236}">
                  <a16:creationId xmlns:a16="http://schemas.microsoft.com/office/drawing/2014/main" id="{4CCF7F0B-1022-5F2E-5CB4-FFBC19382B85}"/>
                </a:ext>
              </a:extLst>
            </p:cNvPr>
            <p:cNvGrpSpPr>
              <a:grpSpLocks/>
            </p:cNvGrpSpPr>
            <p:nvPr/>
          </p:nvGrpSpPr>
          <p:grpSpPr bwMode="auto">
            <a:xfrm>
              <a:off x="3899" y="3622"/>
              <a:ext cx="334" cy="347"/>
              <a:chOff x="3899" y="3622"/>
              <a:chExt cx="334" cy="347"/>
            </a:xfrm>
          </p:grpSpPr>
          <p:sp>
            <p:nvSpPr>
              <p:cNvPr id="284" name="Freeform 59">
                <a:extLst>
                  <a:ext uri="{FF2B5EF4-FFF2-40B4-BE49-F238E27FC236}">
                    <a16:creationId xmlns:a16="http://schemas.microsoft.com/office/drawing/2014/main" id="{EC1CF338-3F9A-7936-8D5E-2A396EE1459F}"/>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 name="Freeform 60">
                <a:extLst>
                  <a:ext uri="{FF2B5EF4-FFF2-40B4-BE49-F238E27FC236}">
                    <a16:creationId xmlns:a16="http://schemas.microsoft.com/office/drawing/2014/main" id="{92473764-8DB5-79E7-6BD2-9919B0D67DF6}"/>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 name="Freeform 61">
                <a:extLst>
                  <a:ext uri="{FF2B5EF4-FFF2-40B4-BE49-F238E27FC236}">
                    <a16:creationId xmlns:a16="http://schemas.microsoft.com/office/drawing/2014/main" id="{4CDFCE34-6A04-A894-0106-1B5B724E67C2}"/>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7" name="Freeform 62">
                <a:extLst>
                  <a:ext uri="{FF2B5EF4-FFF2-40B4-BE49-F238E27FC236}">
                    <a16:creationId xmlns:a16="http://schemas.microsoft.com/office/drawing/2014/main" id="{627ADF1C-F2B3-C173-35C4-12D3B2976721}"/>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8" name="Rectangle 63">
                <a:extLst>
                  <a:ext uri="{FF2B5EF4-FFF2-40B4-BE49-F238E27FC236}">
                    <a16:creationId xmlns:a16="http://schemas.microsoft.com/office/drawing/2014/main" id="{9F952A91-44D1-C923-90D7-9429744C43D6}"/>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9" name="Rectangle 64">
                <a:extLst>
                  <a:ext uri="{FF2B5EF4-FFF2-40B4-BE49-F238E27FC236}">
                    <a16:creationId xmlns:a16="http://schemas.microsoft.com/office/drawing/2014/main" id="{2160BDB0-9C1F-E101-0D67-6DBDCF1A1966}"/>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Rectangle 65">
                <a:extLst>
                  <a:ext uri="{FF2B5EF4-FFF2-40B4-BE49-F238E27FC236}">
                    <a16:creationId xmlns:a16="http://schemas.microsoft.com/office/drawing/2014/main" id="{921D6DBF-062E-B7FB-A1C0-C91607D4701B}"/>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Line 66">
                <a:extLst>
                  <a:ext uri="{FF2B5EF4-FFF2-40B4-BE49-F238E27FC236}">
                    <a16:creationId xmlns:a16="http://schemas.microsoft.com/office/drawing/2014/main" id="{A7F8E5B2-AF37-2E60-5EA6-A2E42CA5E2B7}"/>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4" name="Group 67">
                <a:extLst>
                  <a:ext uri="{FF2B5EF4-FFF2-40B4-BE49-F238E27FC236}">
                    <a16:creationId xmlns:a16="http://schemas.microsoft.com/office/drawing/2014/main" id="{CE2A8D0A-CC3A-07CD-D25E-F8EBA93F5F8D}"/>
                  </a:ext>
                </a:extLst>
              </p:cNvPr>
              <p:cNvGrpSpPr>
                <a:grpSpLocks/>
              </p:cNvGrpSpPr>
              <p:nvPr/>
            </p:nvGrpSpPr>
            <p:grpSpPr bwMode="auto">
              <a:xfrm>
                <a:off x="3899" y="3918"/>
                <a:ext cx="334" cy="51"/>
                <a:chOff x="3899" y="3918"/>
                <a:chExt cx="334" cy="51"/>
              </a:xfrm>
            </p:grpSpPr>
            <p:sp>
              <p:nvSpPr>
                <p:cNvPr id="293" name="Freeform 68">
                  <a:extLst>
                    <a:ext uri="{FF2B5EF4-FFF2-40B4-BE49-F238E27FC236}">
                      <a16:creationId xmlns:a16="http://schemas.microsoft.com/office/drawing/2014/main" id="{DAC152CA-71E8-3AE2-DD8A-D61FF2B00219}"/>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69">
                  <a:extLst>
                    <a:ext uri="{FF2B5EF4-FFF2-40B4-BE49-F238E27FC236}">
                      <a16:creationId xmlns:a16="http://schemas.microsoft.com/office/drawing/2014/main" id="{84BDC673-443F-FA86-CBC6-01ABDE81A41A}"/>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 name="Rectangle 70">
                  <a:extLst>
                    <a:ext uri="{FF2B5EF4-FFF2-40B4-BE49-F238E27FC236}">
                      <a16:creationId xmlns:a16="http://schemas.microsoft.com/office/drawing/2014/main" id="{2BC9A173-6787-D7A6-0CAD-9CDD51A6BBB3}"/>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 name="Group 71">
              <a:extLst>
                <a:ext uri="{FF2B5EF4-FFF2-40B4-BE49-F238E27FC236}">
                  <a16:creationId xmlns:a16="http://schemas.microsoft.com/office/drawing/2014/main" id="{51B78CFE-F954-A023-F2C3-5C6B1AC7DEE6}"/>
                </a:ext>
              </a:extLst>
            </p:cNvPr>
            <p:cNvGrpSpPr>
              <a:grpSpLocks/>
            </p:cNvGrpSpPr>
            <p:nvPr/>
          </p:nvGrpSpPr>
          <p:grpSpPr bwMode="auto">
            <a:xfrm>
              <a:off x="3891" y="3616"/>
              <a:ext cx="334" cy="346"/>
              <a:chOff x="3891" y="3616"/>
              <a:chExt cx="334" cy="346"/>
            </a:xfrm>
          </p:grpSpPr>
          <p:sp>
            <p:nvSpPr>
              <p:cNvPr id="272" name="Freeform 72">
                <a:extLst>
                  <a:ext uri="{FF2B5EF4-FFF2-40B4-BE49-F238E27FC236}">
                    <a16:creationId xmlns:a16="http://schemas.microsoft.com/office/drawing/2014/main" id="{8CC49BBE-8125-A130-27EF-FA47A0DE3672}"/>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73">
                <a:extLst>
                  <a:ext uri="{FF2B5EF4-FFF2-40B4-BE49-F238E27FC236}">
                    <a16:creationId xmlns:a16="http://schemas.microsoft.com/office/drawing/2014/main" id="{C9299433-D66A-EBEE-3C75-C219C53B7BD9}"/>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74">
                <a:extLst>
                  <a:ext uri="{FF2B5EF4-FFF2-40B4-BE49-F238E27FC236}">
                    <a16:creationId xmlns:a16="http://schemas.microsoft.com/office/drawing/2014/main" id="{3757843E-FDF0-DF4F-0491-69E7F127A34E}"/>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 name="Freeform 75">
                <a:extLst>
                  <a:ext uri="{FF2B5EF4-FFF2-40B4-BE49-F238E27FC236}">
                    <a16:creationId xmlns:a16="http://schemas.microsoft.com/office/drawing/2014/main" id="{ED878E57-E7BD-C160-29D5-A07375D51215}"/>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Rectangle 76">
                <a:extLst>
                  <a:ext uri="{FF2B5EF4-FFF2-40B4-BE49-F238E27FC236}">
                    <a16:creationId xmlns:a16="http://schemas.microsoft.com/office/drawing/2014/main" id="{19048C9C-CCDA-1123-B3D0-82C96E6DE715}"/>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Rectangle 77">
                <a:extLst>
                  <a:ext uri="{FF2B5EF4-FFF2-40B4-BE49-F238E27FC236}">
                    <a16:creationId xmlns:a16="http://schemas.microsoft.com/office/drawing/2014/main" id="{8B5375D5-A3CE-6F85-B3C3-062954D134B0}"/>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8" name="Rectangle 78">
                <a:extLst>
                  <a:ext uri="{FF2B5EF4-FFF2-40B4-BE49-F238E27FC236}">
                    <a16:creationId xmlns:a16="http://schemas.microsoft.com/office/drawing/2014/main" id="{AB6FF57B-8AFE-7606-F58C-7D34CB1CC58C}"/>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9" name="Line 79">
                <a:extLst>
                  <a:ext uri="{FF2B5EF4-FFF2-40B4-BE49-F238E27FC236}">
                    <a16:creationId xmlns:a16="http://schemas.microsoft.com/office/drawing/2014/main" id="{448C1B96-A630-8E2B-A7CB-EC21152F22D4}"/>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 name="Group 80">
                <a:extLst>
                  <a:ext uri="{FF2B5EF4-FFF2-40B4-BE49-F238E27FC236}">
                    <a16:creationId xmlns:a16="http://schemas.microsoft.com/office/drawing/2014/main" id="{CC05A17E-569B-0E04-C705-DBBDDDA0029A}"/>
                  </a:ext>
                </a:extLst>
              </p:cNvPr>
              <p:cNvGrpSpPr>
                <a:grpSpLocks/>
              </p:cNvGrpSpPr>
              <p:nvPr/>
            </p:nvGrpSpPr>
            <p:grpSpPr bwMode="auto">
              <a:xfrm>
                <a:off x="3891" y="3912"/>
                <a:ext cx="334" cy="50"/>
                <a:chOff x="3891" y="3912"/>
                <a:chExt cx="334" cy="50"/>
              </a:xfrm>
            </p:grpSpPr>
            <p:sp>
              <p:nvSpPr>
                <p:cNvPr id="281" name="Freeform 81">
                  <a:extLst>
                    <a:ext uri="{FF2B5EF4-FFF2-40B4-BE49-F238E27FC236}">
                      <a16:creationId xmlns:a16="http://schemas.microsoft.com/office/drawing/2014/main" id="{E56F39EE-F88C-C2CE-6153-10AB6B7E93AB}"/>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82">
                  <a:extLst>
                    <a:ext uri="{FF2B5EF4-FFF2-40B4-BE49-F238E27FC236}">
                      <a16:creationId xmlns:a16="http://schemas.microsoft.com/office/drawing/2014/main" id="{D54DA936-50B1-36D2-E61D-D784DC76277D}"/>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Rectangle 83">
                  <a:extLst>
                    <a:ext uri="{FF2B5EF4-FFF2-40B4-BE49-F238E27FC236}">
                      <a16:creationId xmlns:a16="http://schemas.microsoft.com/office/drawing/2014/main" id="{A538423D-CD22-B4BF-FF29-124B86ABAFED}"/>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7" name="Group 84">
            <a:extLst>
              <a:ext uri="{FF2B5EF4-FFF2-40B4-BE49-F238E27FC236}">
                <a16:creationId xmlns:a16="http://schemas.microsoft.com/office/drawing/2014/main" id="{0EE9FB45-CCA0-B1DF-3705-33BC82671F75}"/>
              </a:ext>
            </a:extLst>
          </p:cNvPr>
          <p:cNvGrpSpPr>
            <a:grpSpLocks/>
          </p:cNvGrpSpPr>
          <p:nvPr/>
        </p:nvGrpSpPr>
        <p:grpSpPr bwMode="auto">
          <a:xfrm>
            <a:off x="6784110" y="3544889"/>
            <a:ext cx="244820" cy="265438"/>
            <a:chOff x="4752" y="3605"/>
            <a:chExt cx="343" cy="353"/>
          </a:xfrm>
        </p:grpSpPr>
        <p:grpSp>
          <p:nvGrpSpPr>
            <p:cNvPr id="8" name="Group 85">
              <a:extLst>
                <a:ext uri="{FF2B5EF4-FFF2-40B4-BE49-F238E27FC236}">
                  <a16:creationId xmlns:a16="http://schemas.microsoft.com/office/drawing/2014/main" id="{33523CAC-3AA8-803E-AB5E-630391DA4EC0}"/>
                </a:ext>
              </a:extLst>
            </p:cNvPr>
            <p:cNvGrpSpPr>
              <a:grpSpLocks/>
            </p:cNvGrpSpPr>
            <p:nvPr/>
          </p:nvGrpSpPr>
          <p:grpSpPr bwMode="auto">
            <a:xfrm>
              <a:off x="4760" y="3612"/>
              <a:ext cx="335" cy="346"/>
              <a:chOff x="4760" y="3612"/>
              <a:chExt cx="335" cy="346"/>
            </a:xfrm>
          </p:grpSpPr>
          <p:sp>
            <p:nvSpPr>
              <p:cNvPr id="311" name="Freeform 86">
                <a:extLst>
                  <a:ext uri="{FF2B5EF4-FFF2-40B4-BE49-F238E27FC236}">
                    <a16:creationId xmlns:a16="http://schemas.microsoft.com/office/drawing/2014/main" id="{416A8A56-A491-7CD4-959D-0C33B639FECE}"/>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87">
                <a:extLst>
                  <a:ext uri="{FF2B5EF4-FFF2-40B4-BE49-F238E27FC236}">
                    <a16:creationId xmlns:a16="http://schemas.microsoft.com/office/drawing/2014/main" id="{B344C092-BE3E-35B9-A060-36C152B80C85}"/>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 name="Freeform 88">
                <a:extLst>
                  <a:ext uri="{FF2B5EF4-FFF2-40B4-BE49-F238E27FC236}">
                    <a16:creationId xmlns:a16="http://schemas.microsoft.com/office/drawing/2014/main" id="{AEBE583A-ECAC-A40A-5289-10587F5B3F93}"/>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89">
                <a:extLst>
                  <a:ext uri="{FF2B5EF4-FFF2-40B4-BE49-F238E27FC236}">
                    <a16:creationId xmlns:a16="http://schemas.microsoft.com/office/drawing/2014/main" id="{7687F400-3B9E-C17F-E07C-C6A9137B6A52}"/>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Rectangle 90">
                <a:extLst>
                  <a:ext uri="{FF2B5EF4-FFF2-40B4-BE49-F238E27FC236}">
                    <a16:creationId xmlns:a16="http://schemas.microsoft.com/office/drawing/2014/main" id="{D746C2DD-05C9-7A86-4C98-50E726618308}"/>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Rectangle 91">
                <a:extLst>
                  <a:ext uri="{FF2B5EF4-FFF2-40B4-BE49-F238E27FC236}">
                    <a16:creationId xmlns:a16="http://schemas.microsoft.com/office/drawing/2014/main" id="{32EB50D9-DC33-F69F-B270-2C3D6E329529}"/>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Rectangle 92">
                <a:extLst>
                  <a:ext uri="{FF2B5EF4-FFF2-40B4-BE49-F238E27FC236}">
                    <a16:creationId xmlns:a16="http://schemas.microsoft.com/office/drawing/2014/main" id="{2380F9D3-F690-ADEA-8420-5CC23B9DB813}"/>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Line 93">
                <a:extLst>
                  <a:ext uri="{FF2B5EF4-FFF2-40B4-BE49-F238E27FC236}">
                    <a16:creationId xmlns:a16="http://schemas.microsoft.com/office/drawing/2014/main" id="{49E23930-C3B0-D85B-B4E1-CDF45ADDB69F}"/>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 name="Group 94">
                <a:extLst>
                  <a:ext uri="{FF2B5EF4-FFF2-40B4-BE49-F238E27FC236}">
                    <a16:creationId xmlns:a16="http://schemas.microsoft.com/office/drawing/2014/main" id="{C5DBD5DE-7A53-5B4F-CE50-97C7CE3C94BB}"/>
                  </a:ext>
                </a:extLst>
              </p:cNvPr>
              <p:cNvGrpSpPr>
                <a:grpSpLocks/>
              </p:cNvGrpSpPr>
              <p:nvPr/>
            </p:nvGrpSpPr>
            <p:grpSpPr bwMode="auto">
              <a:xfrm>
                <a:off x="4760" y="3907"/>
                <a:ext cx="335" cy="51"/>
                <a:chOff x="4760" y="3907"/>
                <a:chExt cx="335" cy="51"/>
              </a:xfrm>
            </p:grpSpPr>
            <p:sp>
              <p:nvSpPr>
                <p:cNvPr id="320" name="Freeform 95">
                  <a:extLst>
                    <a:ext uri="{FF2B5EF4-FFF2-40B4-BE49-F238E27FC236}">
                      <a16:creationId xmlns:a16="http://schemas.microsoft.com/office/drawing/2014/main" id="{4F853BCB-6784-178D-64A4-041FB6217A6B}"/>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 name="Freeform 96">
                  <a:extLst>
                    <a:ext uri="{FF2B5EF4-FFF2-40B4-BE49-F238E27FC236}">
                      <a16:creationId xmlns:a16="http://schemas.microsoft.com/office/drawing/2014/main" id="{C4F4FA31-16C3-507B-2C25-65A4A19EC7A8}"/>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 name="Rectangle 97">
                  <a:extLst>
                    <a:ext uri="{FF2B5EF4-FFF2-40B4-BE49-F238E27FC236}">
                      <a16:creationId xmlns:a16="http://schemas.microsoft.com/office/drawing/2014/main" id="{7B4078E7-1729-712B-9DE8-E72D67ACDEF9}"/>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 name="Group 98">
              <a:extLst>
                <a:ext uri="{FF2B5EF4-FFF2-40B4-BE49-F238E27FC236}">
                  <a16:creationId xmlns:a16="http://schemas.microsoft.com/office/drawing/2014/main" id="{2090BA4B-0F91-9024-1375-90D140A8D8BE}"/>
                </a:ext>
              </a:extLst>
            </p:cNvPr>
            <p:cNvGrpSpPr>
              <a:grpSpLocks/>
            </p:cNvGrpSpPr>
            <p:nvPr/>
          </p:nvGrpSpPr>
          <p:grpSpPr bwMode="auto">
            <a:xfrm>
              <a:off x="4752" y="3605"/>
              <a:ext cx="334" cy="347"/>
              <a:chOff x="4752" y="3605"/>
              <a:chExt cx="334" cy="347"/>
            </a:xfrm>
          </p:grpSpPr>
          <p:sp>
            <p:nvSpPr>
              <p:cNvPr id="299" name="Freeform 99">
                <a:extLst>
                  <a:ext uri="{FF2B5EF4-FFF2-40B4-BE49-F238E27FC236}">
                    <a16:creationId xmlns:a16="http://schemas.microsoft.com/office/drawing/2014/main" id="{A1917E13-4D24-9E25-29EB-09BB5180838F}"/>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100">
                <a:extLst>
                  <a:ext uri="{FF2B5EF4-FFF2-40B4-BE49-F238E27FC236}">
                    <a16:creationId xmlns:a16="http://schemas.microsoft.com/office/drawing/2014/main" id="{3E6527CF-2784-DE6A-5116-A497CFCFC07D}"/>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 name="Freeform 101">
                <a:extLst>
                  <a:ext uri="{FF2B5EF4-FFF2-40B4-BE49-F238E27FC236}">
                    <a16:creationId xmlns:a16="http://schemas.microsoft.com/office/drawing/2014/main" id="{05257743-CFB4-2C83-002A-EFA02A8075CF}"/>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102">
                <a:extLst>
                  <a:ext uri="{FF2B5EF4-FFF2-40B4-BE49-F238E27FC236}">
                    <a16:creationId xmlns:a16="http://schemas.microsoft.com/office/drawing/2014/main" id="{EE1C6B58-A545-D998-4557-51C9712CE0D2}"/>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Rectangle 103">
                <a:extLst>
                  <a:ext uri="{FF2B5EF4-FFF2-40B4-BE49-F238E27FC236}">
                    <a16:creationId xmlns:a16="http://schemas.microsoft.com/office/drawing/2014/main" id="{9E61D823-753B-D06A-DC35-BDAC622AEA79}"/>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4" name="Rectangle 104">
                <a:extLst>
                  <a:ext uri="{FF2B5EF4-FFF2-40B4-BE49-F238E27FC236}">
                    <a16:creationId xmlns:a16="http://schemas.microsoft.com/office/drawing/2014/main" id="{9E1FE525-4543-C808-CD8A-7E44049F7DAE}"/>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5" name="Rectangle 105">
                <a:extLst>
                  <a:ext uri="{FF2B5EF4-FFF2-40B4-BE49-F238E27FC236}">
                    <a16:creationId xmlns:a16="http://schemas.microsoft.com/office/drawing/2014/main" id="{58DFA304-2B13-6BE0-DB34-886703E45494}"/>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6" name="Line 106">
                <a:extLst>
                  <a:ext uri="{FF2B5EF4-FFF2-40B4-BE49-F238E27FC236}">
                    <a16:creationId xmlns:a16="http://schemas.microsoft.com/office/drawing/2014/main" id="{79AB5F09-55D3-1E62-38E8-529F891313BC}"/>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 name="Group 107">
                <a:extLst>
                  <a:ext uri="{FF2B5EF4-FFF2-40B4-BE49-F238E27FC236}">
                    <a16:creationId xmlns:a16="http://schemas.microsoft.com/office/drawing/2014/main" id="{7F57208F-5711-4EA3-96A4-ACAB620B3278}"/>
                  </a:ext>
                </a:extLst>
              </p:cNvPr>
              <p:cNvGrpSpPr>
                <a:grpSpLocks/>
              </p:cNvGrpSpPr>
              <p:nvPr/>
            </p:nvGrpSpPr>
            <p:grpSpPr bwMode="auto">
              <a:xfrm>
                <a:off x="4752" y="3901"/>
                <a:ext cx="334" cy="51"/>
                <a:chOff x="4752" y="3901"/>
                <a:chExt cx="334" cy="51"/>
              </a:xfrm>
            </p:grpSpPr>
            <p:sp>
              <p:nvSpPr>
                <p:cNvPr id="308" name="Freeform 108">
                  <a:extLst>
                    <a:ext uri="{FF2B5EF4-FFF2-40B4-BE49-F238E27FC236}">
                      <a16:creationId xmlns:a16="http://schemas.microsoft.com/office/drawing/2014/main" id="{9A9B39DA-0210-5CF3-B0CD-DC60C1C91CCB}"/>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109">
                  <a:extLst>
                    <a:ext uri="{FF2B5EF4-FFF2-40B4-BE49-F238E27FC236}">
                      <a16:creationId xmlns:a16="http://schemas.microsoft.com/office/drawing/2014/main" id="{B8FE4586-AFF6-18B2-C51D-0D6C41595B62}"/>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 name="Rectangle 110">
                  <a:extLst>
                    <a:ext uri="{FF2B5EF4-FFF2-40B4-BE49-F238E27FC236}">
                      <a16:creationId xmlns:a16="http://schemas.microsoft.com/office/drawing/2014/main" id="{B6944B65-8273-9143-74A3-541E73E2A6A7}"/>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2" name="Group 111">
            <a:extLst>
              <a:ext uri="{FF2B5EF4-FFF2-40B4-BE49-F238E27FC236}">
                <a16:creationId xmlns:a16="http://schemas.microsoft.com/office/drawing/2014/main" id="{1E408A29-6853-7FF3-EE02-F8D9C36FB8A1}"/>
              </a:ext>
            </a:extLst>
          </p:cNvPr>
          <p:cNvGrpSpPr>
            <a:grpSpLocks/>
          </p:cNvGrpSpPr>
          <p:nvPr/>
        </p:nvGrpSpPr>
        <p:grpSpPr bwMode="auto">
          <a:xfrm>
            <a:off x="3252685" y="2154439"/>
            <a:ext cx="244820" cy="265438"/>
            <a:chOff x="101" y="1539"/>
            <a:chExt cx="343" cy="352"/>
          </a:xfrm>
        </p:grpSpPr>
        <p:grpSp>
          <p:nvGrpSpPr>
            <p:cNvPr id="13" name="Group 112">
              <a:extLst>
                <a:ext uri="{FF2B5EF4-FFF2-40B4-BE49-F238E27FC236}">
                  <a16:creationId xmlns:a16="http://schemas.microsoft.com/office/drawing/2014/main" id="{C87DAF2D-1C53-031E-5DED-0A4F8CD74BC2}"/>
                </a:ext>
              </a:extLst>
            </p:cNvPr>
            <p:cNvGrpSpPr>
              <a:grpSpLocks/>
            </p:cNvGrpSpPr>
            <p:nvPr/>
          </p:nvGrpSpPr>
          <p:grpSpPr bwMode="auto">
            <a:xfrm>
              <a:off x="109" y="1545"/>
              <a:ext cx="335" cy="346"/>
              <a:chOff x="109" y="1545"/>
              <a:chExt cx="335" cy="346"/>
            </a:xfrm>
          </p:grpSpPr>
          <p:sp>
            <p:nvSpPr>
              <p:cNvPr id="338" name="Freeform 113">
                <a:extLst>
                  <a:ext uri="{FF2B5EF4-FFF2-40B4-BE49-F238E27FC236}">
                    <a16:creationId xmlns:a16="http://schemas.microsoft.com/office/drawing/2014/main" id="{E318AF52-93AD-3FA1-5C61-CACEA493BB54}"/>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9" name="Freeform 114">
                <a:extLst>
                  <a:ext uri="{FF2B5EF4-FFF2-40B4-BE49-F238E27FC236}">
                    <a16:creationId xmlns:a16="http://schemas.microsoft.com/office/drawing/2014/main" id="{2B9FB563-A91C-CE50-DE24-4F5CDBBED61F}"/>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0" name="Freeform 115">
                <a:extLst>
                  <a:ext uri="{FF2B5EF4-FFF2-40B4-BE49-F238E27FC236}">
                    <a16:creationId xmlns:a16="http://schemas.microsoft.com/office/drawing/2014/main" id="{4C17351A-9943-E764-FD3B-2DB818A23032}"/>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1" name="Freeform 116">
                <a:extLst>
                  <a:ext uri="{FF2B5EF4-FFF2-40B4-BE49-F238E27FC236}">
                    <a16:creationId xmlns:a16="http://schemas.microsoft.com/office/drawing/2014/main" id="{0D93EF26-ADAB-6F8D-A002-13A3EADBE9FE}"/>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2" name="Rectangle 117">
                <a:extLst>
                  <a:ext uri="{FF2B5EF4-FFF2-40B4-BE49-F238E27FC236}">
                    <a16:creationId xmlns:a16="http://schemas.microsoft.com/office/drawing/2014/main" id="{1FFCD266-A91D-4BFF-BDBF-0A2586BCBAC9}"/>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3" name="Rectangle 118">
                <a:extLst>
                  <a:ext uri="{FF2B5EF4-FFF2-40B4-BE49-F238E27FC236}">
                    <a16:creationId xmlns:a16="http://schemas.microsoft.com/office/drawing/2014/main" id="{5CBCCA7C-8FF5-BA85-36D1-8FAE15AACBCA}"/>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4" name="Rectangle 119">
                <a:extLst>
                  <a:ext uri="{FF2B5EF4-FFF2-40B4-BE49-F238E27FC236}">
                    <a16:creationId xmlns:a16="http://schemas.microsoft.com/office/drawing/2014/main" id="{BD5ACCD1-79C2-9D60-6690-DE95446934B8}"/>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5" name="Line 120">
                <a:extLst>
                  <a:ext uri="{FF2B5EF4-FFF2-40B4-BE49-F238E27FC236}">
                    <a16:creationId xmlns:a16="http://schemas.microsoft.com/office/drawing/2014/main" id="{A89EF914-6BB2-738B-5546-81D4C878B605}"/>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 name="Group 121">
                <a:extLst>
                  <a:ext uri="{FF2B5EF4-FFF2-40B4-BE49-F238E27FC236}">
                    <a16:creationId xmlns:a16="http://schemas.microsoft.com/office/drawing/2014/main" id="{C5F5C91A-1AEC-F6F0-81C8-476688401025}"/>
                  </a:ext>
                </a:extLst>
              </p:cNvPr>
              <p:cNvGrpSpPr>
                <a:grpSpLocks/>
              </p:cNvGrpSpPr>
              <p:nvPr/>
            </p:nvGrpSpPr>
            <p:grpSpPr bwMode="auto">
              <a:xfrm>
                <a:off x="109" y="1841"/>
                <a:ext cx="335" cy="50"/>
                <a:chOff x="109" y="1841"/>
                <a:chExt cx="335" cy="50"/>
              </a:xfrm>
            </p:grpSpPr>
            <p:sp>
              <p:nvSpPr>
                <p:cNvPr id="347" name="Freeform 122">
                  <a:extLst>
                    <a:ext uri="{FF2B5EF4-FFF2-40B4-BE49-F238E27FC236}">
                      <a16:creationId xmlns:a16="http://schemas.microsoft.com/office/drawing/2014/main" id="{5853373D-1195-5451-0FA8-F626DF8F9878}"/>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123">
                  <a:extLst>
                    <a:ext uri="{FF2B5EF4-FFF2-40B4-BE49-F238E27FC236}">
                      <a16:creationId xmlns:a16="http://schemas.microsoft.com/office/drawing/2014/main" id="{F97F7C29-FB8D-A8D3-C051-5CFA766BEB08}"/>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Rectangle 124">
                  <a:extLst>
                    <a:ext uri="{FF2B5EF4-FFF2-40B4-BE49-F238E27FC236}">
                      <a16:creationId xmlns:a16="http://schemas.microsoft.com/office/drawing/2014/main" id="{CFBC02AC-F8DF-38A0-362C-6C85F68C85AA}"/>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5" name="Group 125">
              <a:extLst>
                <a:ext uri="{FF2B5EF4-FFF2-40B4-BE49-F238E27FC236}">
                  <a16:creationId xmlns:a16="http://schemas.microsoft.com/office/drawing/2014/main" id="{8391443E-9C44-362F-F8F8-F83AEB358804}"/>
                </a:ext>
              </a:extLst>
            </p:cNvPr>
            <p:cNvGrpSpPr>
              <a:grpSpLocks/>
            </p:cNvGrpSpPr>
            <p:nvPr/>
          </p:nvGrpSpPr>
          <p:grpSpPr bwMode="auto">
            <a:xfrm>
              <a:off x="101" y="1539"/>
              <a:ext cx="335" cy="346"/>
              <a:chOff x="101" y="1539"/>
              <a:chExt cx="335" cy="346"/>
            </a:xfrm>
          </p:grpSpPr>
          <p:sp>
            <p:nvSpPr>
              <p:cNvPr id="326" name="Freeform 126">
                <a:extLst>
                  <a:ext uri="{FF2B5EF4-FFF2-40B4-BE49-F238E27FC236}">
                    <a16:creationId xmlns:a16="http://schemas.microsoft.com/office/drawing/2014/main" id="{82125DA4-0AC1-246E-C4E2-1E5E5A1A9315}"/>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7" name="Freeform 127">
                <a:extLst>
                  <a:ext uri="{FF2B5EF4-FFF2-40B4-BE49-F238E27FC236}">
                    <a16:creationId xmlns:a16="http://schemas.microsoft.com/office/drawing/2014/main" id="{E75737CC-E091-724E-FAC3-430E50A4988E}"/>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128">
                <a:extLst>
                  <a:ext uri="{FF2B5EF4-FFF2-40B4-BE49-F238E27FC236}">
                    <a16:creationId xmlns:a16="http://schemas.microsoft.com/office/drawing/2014/main" id="{EE5E0D88-6855-B69D-DD60-3BA5BD8AA3ED}"/>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129">
                <a:extLst>
                  <a:ext uri="{FF2B5EF4-FFF2-40B4-BE49-F238E27FC236}">
                    <a16:creationId xmlns:a16="http://schemas.microsoft.com/office/drawing/2014/main" id="{3EECCBC7-9F73-BB8C-679C-E629ED6A9EF5}"/>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0" name="Rectangle 130">
                <a:extLst>
                  <a:ext uri="{FF2B5EF4-FFF2-40B4-BE49-F238E27FC236}">
                    <a16:creationId xmlns:a16="http://schemas.microsoft.com/office/drawing/2014/main" id="{74B4CFF0-5688-D621-A035-0DD9FCD3044A}"/>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Rectangle 131">
                <a:extLst>
                  <a:ext uri="{FF2B5EF4-FFF2-40B4-BE49-F238E27FC236}">
                    <a16:creationId xmlns:a16="http://schemas.microsoft.com/office/drawing/2014/main" id="{5696799F-027E-05DC-F8A2-79098B73CAA9}"/>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2" name="Rectangle 132">
                <a:extLst>
                  <a:ext uri="{FF2B5EF4-FFF2-40B4-BE49-F238E27FC236}">
                    <a16:creationId xmlns:a16="http://schemas.microsoft.com/office/drawing/2014/main" id="{17264F4E-0C44-3882-533A-CCF8D4E0548F}"/>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3" name="Line 133">
                <a:extLst>
                  <a:ext uri="{FF2B5EF4-FFF2-40B4-BE49-F238E27FC236}">
                    <a16:creationId xmlns:a16="http://schemas.microsoft.com/office/drawing/2014/main" id="{46EFA6FF-E901-50F0-4056-C9A72FC93318}"/>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6" name="Group 134">
                <a:extLst>
                  <a:ext uri="{FF2B5EF4-FFF2-40B4-BE49-F238E27FC236}">
                    <a16:creationId xmlns:a16="http://schemas.microsoft.com/office/drawing/2014/main" id="{D0897BBE-769C-3249-5C2A-76417BFCB28B}"/>
                  </a:ext>
                </a:extLst>
              </p:cNvPr>
              <p:cNvGrpSpPr>
                <a:grpSpLocks/>
              </p:cNvGrpSpPr>
              <p:nvPr/>
            </p:nvGrpSpPr>
            <p:grpSpPr bwMode="auto">
              <a:xfrm>
                <a:off x="101" y="1834"/>
                <a:ext cx="335" cy="51"/>
                <a:chOff x="101" y="1834"/>
                <a:chExt cx="335" cy="51"/>
              </a:xfrm>
            </p:grpSpPr>
            <p:sp>
              <p:nvSpPr>
                <p:cNvPr id="335" name="Freeform 135">
                  <a:extLst>
                    <a:ext uri="{FF2B5EF4-FFF2-40B4-BE49-F238E27FC236}">
                      <a16:creationId xmlns:a16="http://schemas.microsoft.com/office/drawing/2014/main" id="{4B49384A-9FE7-7750-EEF2-BAEF19778F24}"/>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6" name="Freeform 136">
                  <a:extLst>
                    <a:ext uri="{FF2B5EF4-FFF2-40B4-BE49-F238E27FC236}">
                      <a16:creationId xmlns:a16="http://schemas.microsoft.com/office/drawing/2014/main" id="{C4705A9D-0787-1137-1A94-ED0B83118CED}"/>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Rectangle 137">
                  <a:extLst>
                    <a:ext uri="{FF2B5EF4-FFF2-40B4-BE49-F238E27FC236}">
                      <a16:creationId xmlns:a16="http://schemas.microsoft.com/office/drawing/2014/main" id="{FA0A6148-7604-0EDD-4B9C-DBF132388CD1}"/>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17" name="Group 138">
            <a:extLst>
              <a:ext uri="{FF2B5EF4-FFF2-40B4-BE49-F238E27FC236}">
                <a16:creationId xmlns:a16="http://schemas.microsoft.com/office/drawing/2014/main" id="{89683D88-665B-E9DD-80DA-EAD8AEED0F06}"/>
              </a:ext>
            </a:extLst>
          </p:cNvPr>
          <p:cNvGrpSpPr>
            <a:grpSpLocks/>
          </p:cNvGrpSpPr>
          <p:nvPr/>
        </p:nvGrpSpPr>
        <p:grpSpPr bwMode="auto">
          <a:xfrm>
            <a:off x="7667310" y="2607381"/>
            <a:ext cx="245744" cy="264309"/>
            <a:chOff x="5237" y="2322"/>
            <a:chExt cx="343" cy="352"/>
          </a:xfrm>
        </p:grpSpPr>
        <p:grpSp>
          <p:nvGrpSpPr>
            <p:cNvPr id="18" name="Group 139">
              <a:extLst>
                <a:ext uri="{FF2B5EF4-FFF2-40B4-BE49-F238E27FC236}">
                  <a16:creationId xmlns:a16="http://schemas.microsoft.com/office/drawing/2014/main" id="{A2085978-58F2-1852-E315-42E701CA456B}"/>
                </a:ext>
              </a:extLst>
            </p:cNvPr>
            <p:cNvGrpSpPr>
              <a:grpSpLocks/>
            </p:cNvGrpSpPr>
            <p:nvPr/>
          </p:nvGrpSpPr>
          <p:grpSpPr bwMode="auto">
            <a:xfrm>
              <a:off x="5245" y="2328"/>
              <a:ext cx="335" cy="346"/>
              <a:chOff x="5245" y="2328"/>
              <a:chExt cx="335" cy="346"/>
            </a:xfrm>
          </p:grpSpPr>
          <p:sp>
            <p:nvSpPr>
              <p:cNvPr id="365" name="Freeform 140">
                <a:extLst>
                  <a:ext uri="{FF2B5EF4-FFF2-40B4-BE49-F238E27FC236}">
                    <a16:creationId xmlns:a16="http://schemas.microsoft.com/office/drawing/2014/main" id="{C6771059-DFC5-83D9-BB15-06D6F155CDBE}"/>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141">
                <a:extLst>
                  <a:ext uri="{FF2B5EF4-FFF2-40B4-BE49-F238E27FC236}">
                    <a16:creationId xmlns:a16="http://schemas.microsoft.com/office/drawing/2014/main" id="{A76E0078-700E-62BE-D53F-8129201B6DBE}"/>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142">
                <a:extLst>
                  <a:ext uri="{FF2B5EF4-FFF2-40B4-BE49-F238E27FC236}">
                    <a16:creationId xmlns:a16="http://schemas.microsoft.com/office/drawing/2014/main" id="{8994C96C-61A7-D925-8606-C637C2EBCFF8}"/>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8" name="Freeform 143">
                <a:extLst>
                  <a:ext uri="{FF2B5EF4-FFF2-40B4-BE49-F238E27FC236}">
                    <a16:creationId xmlns:a16="http://schemas.microsoft.com/office/drawing/2014/main" id="{069C085A-6145-CA23-3650-FF00FC489AE0}"/>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Rectangle 144">
                <a:extLst>
                  <a:ext uri="{FF2B5EF4-FFF2-40B4-BE49-F238E27FC236}">
                    <a16:creationId xmlns:a16="http://schemas.microsoft.com/office/drawing/2014/main" id="{710F3582-6F6D-1B2F-628F-9471A02F8D07}"/>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0" name="Rectangle 145">
                <a:extLst>
                  <a:ext uri="{FF2B5EF4-FFF2-40B4-BE49-F238E27FC236}">
                    <a16:creationId xmlns:a16="http://schemas.microsoft.com/office/drawing/2014/main" id="{43044343-A596-E341-01D5-539D76CD60E4}"/>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1" name="Rectangle 146">
                <a:extLst>
                  <a:ext uri="{FF2B5EF4-FFF2-40B4-BE49-F238E27FC236}">
                    <a16:creationId xmlns:a16="http://schemas.microsoft.com/office/drawing/2014/main" id="{6C20C536-B2F9-C403-674A-E27AAE44C8C5}"/>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2" name="Line 147">
                <a:extLst>
                  <a:ext uri="{FF2B5EF4-FFF2-40B4-BE49-F238E27FC236}">
                    <a16:creationId xmlns:a16="http://schemas.microsoft.com/office/drawing/2014/main" id="{297E7D8C-FB44-CA10-BED1-6AC735718BED}"/>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 name="Group 148">
                <a:extLst>
                  <a:ext uri="{FF2B5EF4-FFF2-40B4-BE49-F238E27FC236}">
                    <a16:creationId xmlns:a16="http://schemas.microsoft.com/office/drawing/2014/main" id="{7EFBA57D-A099-FF07-E633-E8EC5C195805}"/>
                  </a:ext>
                </a:extLst>
              </p:cNvPr>
              <p:cNvGrpSpPr>
                <a:grpSpLocks/>
              </p:cNvGrpSpPr>
              <p:nvPr/>
            </p:nvGrpSpPr>
            <p:grpSpPr bwMode="auto">
              <a:xfrm>
                <a:off x="5245" y="2624"/>
                <a:ext cx="335" cy="50"/>
                <a:chOff x="5245" y="2624"/>
                <a:chExt cx="335" cy="50"/>
              </a:xfrm>
            </p:grpSpPr>
            <p:sp>
              <p:nvSpPr>
                <p:cNvPr id="374" name="Freeform 149">
                  <a:extLst>
                    <a:ext uri="{FF2B5EF4-FFF2-40B4-BE49-F238E27FC236}">
                      <a16:creationId xmlns:a16="http://schemas.microsoft.com/office/drawing/2014/main" id="{969362DD-ACFC-7697-6E6E-467F6F2248D9}"/>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150">
                  <a:extLst>
                    <a:ext uri="{FF2B5EF4-FFF2-40B4-BE49-F238E27FC236}">
                      <a16:creationId xmlns:a16="http://schemas.microsoft.com/office/drawing/2014/main" id="{CC2872E6-D33C-83F8-B6E5-08A376536706}"/>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Rectangle 151">
                  <a:extLst>
                    <a:ext uri="{FF2B5EF4-FFF2-40B4-BE49-F238E27FC236}">
                      <a16:creationId xmlns:a16="http://schemas.microsoft.com/office/drawing/2014/main" id="{8AA7E3EA-F3C3-8A67-3C9B-B40D6DE03970}"/>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 name="Group 152">
              <a:extLst>
                <a:ext uri="{FF2B5EF4-FFF2-40B4-BE49-F238E27FC236}">
                  <a16:creationId xmlns:a16="http://schemas.microsoft.com/office/drawing/2014/main" id="{0BACF5C0-90AD-71F8-E888-3D20E85964D1}"/>
                </a:ext>
              </a:extLst>
            </p:cNvPr>
            <p:cNvGrpSpPr>
              <a:grpSpLocks/>
            </p:cNvGrpSpPr>
            <p:nvPr/>
          </p:nvGrpSpPr>
          <p:grpSpPr bwMode="auto">
            <a:xfrm>
              <a:off x="5237" y="2322"/>
              <a:ext cx="335" cy="346"/>
              <a:chOff x="5237" y="2322"/>
              <a:chExt cx="335" cy="346"/>
            </a:xfrm>
          </p:grpSpPr>
          <p:sp>
            <p:nvSpPr>
              <p:cNvPr id="353" name="Freeform 153">
                <a:extLst>
                  <a:ext uri="{FF2B5EF4-FFF2-40B4-BE49-F238E27FC236}">
                    <a16:creationId xmlns:a16="http://schemas.microsoft.com/office/drawing/2014/main" id="{BE88B930-FCE4-6B92-2700-D4E8DEFD0E60}"/>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154">
                <a:extLst>
                  <a:ext uri="{FF2B5EF4-FFF2-40B4-BE49-F238E27FC236}">
                    <a16:creationId xmlns:a16="http://schemas.microsoft.com/office/drawing/2014/main" id="{193E4424-EF50-AEC0-ADC8-005EC86A4973}"/>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155">
                <a:extLst>
                  <a:ext uri="{FF2B5EF4-FFF2-40B4-BE49-F238E27FC236}">
                    <a16:creationId xmlns:a16="http://schemas.microsoft.com/office/drawing/2014/main" id="{72D0565C-F8CA-ACB4-288D-3E954D67A29F}"/>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6" name="Freeform 156">
                <a:extLst>
                  <a:ext uri="{FF2B5EF4-FFF2-40B4-BE49-F238E27FC236}">
                    <a16:creationId xmlns:a16="http://schemas.microsoft.com/office/drawing/2014/main" id="{8FFA5BBA-F4F6-0C80-14F0-EEE7644E5B98}"/>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Rectangle 157">
                <a:extLst>
                  <a:ext uri="{FF2B5EF4-FFF2-40B4-BE49-F238E27FC236}">
                    <a16:creationId xmlns:a16="http://schemas.microsoft.com/office/drawing/2014/main" id="{C2794BB8-2DDD-ED9F-F0A5-91F6E585D956}"/>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8" name="Rectangle 158">
                <a:extLst>
                  <a:ext uri="{FF2B5EF4-FFF2-40B4-BE49-F238E27FC236}">
                    <a16:creationId xmlns:a16="http://schemas.microsoft.com/office/drawing/2014/main" id="{61DF6441-CFDD-D418-7AFC-F67AE09A1F83}"/>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9" name="Rectangle 159">
                <a:extLst>
                  <a:ext uri="{FF2B5EF4-FFF2-40B4-BE49-F238E27FC236}">
                    <a16:creationId xmlns:a16="http://schemas.microsoft.com/office/drawing/2014/main" id="{695FA607-47A0-789B-E622-14A135132B30}"/>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0" name="Line 160">
                <a:extLst>
                  <a:ext uri="{FF2B5EF4-FFF2-40B4-BE49-F238E27FC236}">
                    <a16:creationId xmlns:a16="http://schemas.microsoft.com/office/drawing/2014/main" id="{48333D4C-188F-0B93-F5D6-B3244B5F5721}"/>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 name="Group 161">
                <a:extLst>
                  <a:ext uri="{FF2B5EF4-FFF2-40B4-BE49-F238E27FC236}">
                    <a16:creationId xmlns:a16="http://schemas.microsoft.com/office/drawing/2014/main" id="{2E9235B3-B6E5-55C3-07E2-F92F79C2604E}"/>
                  </a:ext>
                </a:extLst>
              </p:cNvPr>
              <p:cNvGrpSpPr>
                <a:grpSpLocks/>
              </p:cNvGrpSpPr>
              <p:nvPr/>
            </p:nvGrpSpPr>
            <p:grpSpPr bwMode="auto">
              <a:xfrm>
                <a:off x="5237" y="2617"/>
                <a:ext cx="335" cy="51"/>
                <a:chOff x="5237" y="2617"/>
                <a:chExt cx="335" cy="51"/>
              </a:xfrm>
            </p:grpSpPr>
            <p:sp>
              <p:nvSpPr>
                <p:cNvPr id="362" name="Freeform 162">
                  <a:extLst>
                    <a:ext uri="{FF2B5EF4-FFF2-40B4-BE49-F238E27FC236}">
                      <a16:creationId xmlns:a16="http://schemas.microsoft.com/office/drawing/2014/main" id="{02676508-5844-E716-8E95-9AB6EEDEA329}"/>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163">
                  <a:extLst>
                    <a:ext uri="{FF2B5EF4-FFF2-40B4-BE49-F238E27FC236}">
                      <a16:creationId xmlns:a16="http://schemas.microsoft.com/office/drawing/2014/main" id="{13BD8BFC-FF3E-4F26-E024-81EDA9F902BB}"/>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Rectangle 164">
                  <a:extLst>
                    <a:ext uri="{FF2B5EF4-FFF2-40B4-BE49-F238E27FC236}">
                      <a16:creationId xmlns:a16="http://schemas.microsoft.com/office/drawing/2014/main" id="{EAEF3482-8343-69AD-0C46-83D2059E8A3E}"/>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2" name="Group 165">
            <a:extLst>
              <a:ext uri="{FF2B5EF4-FFF2-40B4-BE49-F238E27FC236}">
                <a16:creationId xmlns:a16="http://schemas.microsoft.com/office/drawing/2014/main" id="{59F6B86F-4AED-7531-C002-31FF1DD8A315}"/>
              </a:ext>
            </a:extLst>
          </p:cNvPr>
          <p:cNvGrpSpPr>
            <a:grpSpLocks/>
          </p:cNvGrpSpPr>
          <p:nvPr/>
        </p:nvGrpSpPr>
        <p:grpSpPr bwMode="auto">
          <a:xfrm>
            <a:off x="7667310" y="2053913"/>
            <a:ext cx="245744" cy="265438"/>
            <a:chOff x="5237" y="1587"/>
            <a:chExt cx="343" cy="353"/>
          </a:xfrm>
        </p:grpSpPr>
        <p:grpSp>
          <p:nvGrpSpPr>
            <p:cNvPr id="23" name="Group 166">
              <a:extLst>
                <a:ext uri="{FF2B5EF4-FFF2-40B4-BE49-F238E27FC236}">
                  <a16:creationId xmlns:a16="http://schemas.microsoft.com/office/drawing/2014/main" id="{F75C8025-2B1E-7466-0D91-823C18EDA96F}"/>
                </a:ext>
              </a:extLst>
            </p:cNvPr>
            <p:cNvGrpSpPr>
              <a:grpSpLocks/>
            </p:cNvGrpSpPr>
            <p:nvPr/>
          </p:nvGrpSpPr>
          <p:grpSpPr bwMode="auto">
            <a:xfrm>
              <a:off x="5245" y="1594"/>
              <a:ext cx="335" cy="346"/>
              <a:chOff x="5245" y="1594"/>
              <a:chExt cx="335" cy="346"/>
            </a:xfrm>
          </p:grpSpPr>
          <p:sp>
            <p:nvSpPr>
              <p:cNvPr id="392" name="Freeform 167">
                <a:extLst>
                  <a:ext uri="{FF2B5EF4-FFF2-40B4-BE49-F238E27FC236}">
                    <a16:creationId xmlns:a16="http://schemas.microsoft.com/office/drawing/2014/main" id="{1FD03465-203C-7572-9C31-273833D8DE58}"/>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168">
                <a:extLst>
                  <a:ext uri="{FF2B5EF4-FFF2-40B4-BE49-F238E27FC236}">
                    <a16:creationId xmlns:a16="http://schemas.microsoft.com/office/drawing/2014/main" id="{959AFAC0-D02C-E696-078E-0CF922143446}"/>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4" name="Freeform 169">
                <a:extLst>
                  <a:ext uri="{FF2B5EF4-FFF2-40B4-BE49-F238E27FC236}">
                    <a16:creationId xmlns:a16="http://schemas.microsoft.com/office/drawing/2014/main" id="{E5CC956F-8A2E-D4CB-83DA-FBF750E5D09F}"/>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170">
                <a:extLst>
                  <a:ext uri="{FF2B5EF4-FFF2-40B4-BE49-F238E27FC236}">
                    <a16:creationId xmlns:a16="http://schemas.microsoft.com/office/drawing/2014/main" id="{48AFA8E4-9C1B-7BFD-0AE7-0A1E7F75AB27}"/>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Rectangle 171">
                <a:extLst>
                  <a:ext uri="{FF2B5EF4-FFF2-40B4-BE49-F238E27FC236}">
                    <a16:creationId xmlns:a16="http://schemas.microsoft.com/office/drawing/2014/main" id="{808911E4-08ED-7C8E-0CD7-5C55500FE132}"/>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Rectangle 172">
                <a:extLst>
                  <a:ext uri="{FF2B5EF4-FFF2-40B4-BE49-F238E27FC236}">
                    <a16:creationId xmlns:a16="http://schemas.microsoft.com/office/drawing/2014/main" id="{93947E52-D1C5-1642-6939-BFAF8D949970}"/>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Rectangle 173">
                <a:extLst>
                  <a:ext uri="{FF2B5EF4-FFF2-40B4-BE49-F238E27FC236}">
                    <a16:creationId xmlns:a16="http://schemas.microsoft.com/office/drawing/2014/main" id="{58108621-7420-3AF6-D91B-40F8F3625C62}"/>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Line 174">
                <a:extLst>
                  <a:ext uri="{FF2B5EF4-FFF2-40B4-BE49-F238E27FC236}">
                    <a16:creationId xmlns:a16="http://schemas.microsoft.com/office/drawing/2014/main" id="{6C2D49D9-EA48-907C-F9F0-2400980E8680}"/>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 name="Group 175">
                <a:extLst>
                  <a:ext uri="{FF2B5EF4-FFF2-40B4-BE49-F238E27FC236}">
                    <a16:creationId xmlns:a16="http://schemas.microsoft.com/office/drawing/2014/main" id="{FEAFE7A8-552D-F5B7-FCB5-F4468A3D4EE6}"/>
                  </a:ext>
                </a:extLst>
              </p:cNvPr>
              <p:cNvGrpSpPr>
                <a:grpSpLocks/>
              </p:cNvGrpSpPr>
              <p:nvPr/>
            </p:nvGrpSpPr>
            <p:grpSpPr bwMode="auto">
              <a:xfrm>
                <a:off x="5245" y="1889"/>
                <a:ext cx="335" cy="51"/>
                <a:chOff x="5245" y="1889"/>
                <a:chExt cx="335" cy="51"/>
              </a:xfrm>
            </p:grpSpPr>
            <p:sp>
              <p:nvSpPr>
                <p:cNvPr id="401" name="Freeform 176">
                  <a:extLst>
                    <a:ext uri="{FF2B5EF4-FFF2-40B4-BE49-F238E27FC236}">
                      <a16:creationId xmlns:a16="http://schemas.microsoft.com/office/drawing/2014/main" id="{3CC5BAF9-6B48-A63A-33DC-4A75A2198B4C}"/>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2" name="Freeform 177">
                  <a:extLst>
                    <a:ext uri="{FF2B5EF4-FFF2-40B4-BE49-F238E27FC236}">
                      <a16:creationId xmlns:a16="http://schemas.microsoft.com/office/drawing/2014/main" id="{99994622-F8E0-03A0-7295-0E95600B1C92}"/>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3" name="Rectangle 178">
                  <a:extLst>
                    <a:ext uri="{FF2B5EF4-FFF2-40B4-BE49-F238E27FC236}">
                      <a16:creationId xmlns:a16="http://schemas.microsoft.com/office/drawing/2014/main" id="{F476FEBC-6707-F9D6-1847-7DE9AE2041A7}"/>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5" name="Group 179">
              <a:extLst>
                <a:ext uri="{FF2B5EF4-FFF2-40B4-BE49-F238E27FC236}">
                  <a16:creationId xmlns:a16="http://schemas.microsoft.com/office/drawing/2014/main" id="{3F04CF25-D98D-70F2-60FF-F6BEFE8CF10D}"/>
                </a:ext>
              </a:extLst>
            </p:cNvPr>
            <p:cNvGrpSpPr>
              <a:grpSpLocks/>
            </p:cNvGrpSpPr>
            <p:nvPr/>
          </p:nvGrpSpPr>
          <p:grpSpPr bwMode="auto">
            <a:xfrm>
              <a:off x="5237" y="1587"/>
              <a:ext cx="335" cy="346"/>
              <a:chOff x="5237" y="1587"/>
              <a:chExt cx="335" cy="346"/>
            </a:xfrm>
          </p:grpSpPr>
          <p:sp>
            <p:nvSpPr>
              <p:cNvPr id="380" name="Freeform 180">
                <a:extLst>
                  <a:ext uri="{FF2B5EF4-FFF2-40B4-BE49-F238E27FC236}">
                    <a16:creationId xmlns:a16="http://schemas.microsoft.com/office/drawing/2014/main" id="{5C78BF66-9141-CDA9-8B61-F99E02A3A3A2}"/>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1" name="Freeform 181">
                <a:extLst>
                  <a:ext uri="{FF2B5EF4-FFF2-40B4-BE49-F238E27FC236}">
                    <a16:creationId xmlns:a16="http://schemas.microsoft.com/office/drawing/2014/main" id="{134D1A88-9E51-4366-F429-70AB840B280D}"/>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2" name="Freeform 182">
                <a:extLst>
                  <a:ext uri="{FF2B5EF4-FFF2-40B4-BE49-F238E27FC236}">
                    <a16:creationId xmlns:a16="http://schemas.microsoft.com/office/drawing/2014/main" id="{D216A32B-0153-2D94-0AE8-BC3A681F4185}"/>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3" name="Freeform 183">
                <a:extLst>
                  <a:ext uri="{FF2B5EF4-FFF2-40B4-BE49-F238E27FC236}">
                    <a16:creationId xmlns:a16="http://schemas.microsoft.com/office/drawing/2014/main" id="{90FEB768-98EB-5514-9556-545BA6A389E2}"/>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4" name="Rectangle 184">
                <a:extLst>
                  <a:ext uri="{FF2B5EF4-FFF2-40B4-BE49-F238E27FC236}">
                    <a16:creationId xmlns:a16="http://schemas.microsoft.com/office/drawing/2014/main" id="{ED4246C0-253E-8571-07AE-D052D15BFE27}"/>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5" name="Rectangle 185">
                <a:extLst>
                  <a:ext uri="{FF2B5EF4-FFF2-40B4-BE49-F238E27FC236}">
                    <a16:creationId xmlns:a16="http://schemas.microsoft.com/office/drawing/2014/main" id="{58235C4B-5842-46BA-37A2-DC131B4B7CA8}"/>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6" name="Rectangle 186">
                <a:extLst>
                  <a:ext uri="{FF2B5EF4-FFF2-40B4-BE49-F238E27FC236}">
                    <a16:creationId xmlns:a16="http://schemas.microsoft.com/office/drawing/2014/main" id="{7929BAB8-1A6C-F4E5-91A2-A7BA17C80B93}"/>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7" name="Line 187">
                <a:extLst>
                  <a:ext uri="{FF2B5EF4-FFF2-40B4-BE49-F238E27FC236}">
                    <a16:creationId xmlns:a16="http://schemas.microsoft.com/office/drawing/2014/main" id="{9259D1C2-A7A5-E4AC-D842-FC02F53FC07A}"/>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6" name="Group 188">
                <a:extLst>
                  <a:ext uri="{FF2B5EF4-FFF2-40B4-BE49-F238E27FC236}">
                    <a16:creationId xmlns:a16="http://schemas.microsoft.com/office/drawing/2014/main" id="{1784A063-D108-8608-4B5F-2B4D0329763B}"/>
                  </a:ext>
                </a:extLst>
              </p:cNvPr>
              <p:cNvGrpSpPr>
                <a:grpSpLocks/>
              </p:cNvGrpSpPr>
              <p:nvPr/>
            </p:nvGrpSpPr>
            <p:grpSpPr bwMode="auto">
              <a:xfrm>
                <a:off x="5237" y="1883"/>
                <a:ext cx="335" cy="50"/>
                <a:chOff x="5237" y="1883"/>
                <a:chExt cx="335" cy="50"/>
              </a:xfrm>
            </p:grpSpPr>
            <p:sp>
              <p:nvSpPr>
                <p:cNvPr id="389" name="Freeform 189">
                  <a:extLst>
                    <a:ext uri="{FF2B5EF4-FFF2-40B4-BE49-F238E27FC236}">
                      <a16:creationId xmlns:a16="http://schemas.microsoft.com/office/drawing/2014/main" id="{119DD05B-9209-50B3-101A-EC90B727D17C}"/>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190">
                  <a:extLst>
                    <a:ext uri="{FF2B5EF4-FFF2-40B4-BE49-F238E27FC236}">
                      <a16:creationId xmlns:a16="http://schemas.microsoft.com/office/drawing/2014/main" id="{76CF155C-8010-AB07-8E78-86092384D3D0}"/>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1" name="Rectangle 191">
                  <a:extLst>
                    <a:ext uri="{FF2B5EF4-FFF2-40B4-BE49-F238E27FC236}">
                      <a16:creationId xmlns:a16="http://schemas.microsoft.com/office/drawing/2014/main" id="{C666B251-E735-D44C-E1C1-0B0422153CD8}"/>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404" name="Rectangle 193">
            <a:extLst>
              <a:ext uri="{FF2B5EF4-FFF2-40B4-BE49-F238E27FC236}">
                <a16:creationId xmlns:a16="http://schemas.microsoft.com/office/drawing/2014/main" id="{5A3B046A-7CC0-7E05-B1E4-9A0C6FA57F0A}"/>
              </a:ext>
            </a:extLst>
          </p:cNvPr>
          <p:cNvSpPr>
            <a:spLocks noChangeArrowheads="1"/>
          </p:cNvSpPr>
          <p:nvPr/>
        </p:nvSpPr>
        <p:spPr bwMode="auto">
          <a:xfrm>
            <a:off x="3546430" y="1311297"/>
            <a:ext cx="67967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1.1.1.0/29</a:t>
            </a:r>
          </a:p>
        </p:txBody>
      </p:sp>
      <p:sp>
        <p:nvSpPr>
          <p:cNvPr id="405" name="Rectangle 194">
            <a:extLst>
              <a:ext uri="{FF2B5EF4-FFF2-40B4-BE49-F238E27FC236}">
                <a16:creationId xmlns:a16="http://schemas.microsoft.com/office/drawing/2014/main" id="{AD8BC172-1F87-BEFC-4169-E6CA37AF14F7}"/>
              </a:ext>
            </a:extLst>
          </p:cNvPr>
          <p:cNvSpPr>
            <a:spLocks noChangeArrowheads="1"/>
          </p:cNvSpPr>
          <p:nvPr/>
        </p:nvSpPr>
        <p:spPr bwMode="auto">
          <a:xfrm>
            <a:off x="4823700" y="149027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6" name="Rectangle 195">
            <a:extLst>
              <a:ext uri="{FF2B5EF4-FFF2-40B4-BE49-F238E27FC236}">
                <a16:creationId xmlns:a16="http://schemas.microsoft.com/office/drawing/2014/main" id="{C2546CDF-295C-3159-13B1-DA59D984692D}"/>
              </a:ext>
            </a:extLst>
          </p:cNvPr>
          <p:cNvSpPr>
            <a:spLocks noChangeArrowheads="1"/>
          </p:cNvSpPr>
          <p:nvPr/>
        </p:nvSpPr>
        <p:spPr bwMode="auto">
          <a:xfrm>
            <a:off x="5479634" y="1681169"/>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1.1.1.1</a:t>
            </a:r>
            <a:endParaRPr lang="en-US" altLang="zh-CN" sz="1050" b="1">
              <a:latin typeface="微软雅黑" panose="020B0503020204020204" pitchFamily="34" charset="-122"/>
              <a:ea typeface="微软雅黑" panose="020B0503020204020204" pitchFamily="34" charset="-122"/>
            </a:endParaRPr>
          </a:p>
        </p:txBody>
      </p:sp>
      <p:sp>
        <p:nvSpPr>
          <p:cNvPr id="407" name="Rectangle 196">
            <a:extLst>
              <a:ext uri="{FF2B5EF4-FFF2-40B4-BE49-F238E27FC236}">
                <a16:creationId xmlns:a16="http://schemas.microsoft.com/office/drawing/2014/main" id="{2C9DFC1C-3191-8A4C-DA15-9BCEFA431143}"/>
              </a:ext>
            </a:extLst>
          </p:cNvPr>
          <p:cNvSpPr>
            <a:spLocks noChangeArrowheads="1"/>
          </p:cNvSpPr>
          <p:nvPr/>
        </p:nvSpPr>
        <p:spPr bwMode="auto">
          <a:xfrm>
            <a:off x="5572019" y="149027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8" name="Rectangle 197">
            <a:extLst>
              <a:ext uri="{FF2B5EF4-FFF2-40B4-BE49-F238E27FC236}">
                <a16:creationId xmlns:a16="http://schemas.microsoft.com/office/drawing/2014/main" id="{4AF8E818-E42B-520F-7E16-9F21F8B5D426}"/>
              </a:ext>
            </a:extLst>
          </p:cNvPr>
          <p:cNvSpPr>
            <a:spLocks noChangeArrowheads="1"/>
          </p:cNvSpPr>
          <p:nvPr/>
        </p:nvSpPr>
        <p:spPr bwMode="auto">
          <a:xfrm>
            <a:off x="5180307" y="1476725"/>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a:t>
            </a:r>
            <a:endParaRPr lang="en-US" altLang="zh-CN" sz="1050" b="1">
              <a:latin typeface="微软雅黑" panose="020B0503020204020204" pitchFamily="34" charset="-122"/>
              <a:ea typeface="微软雅黑" panose="020B0503020204020204" pitchFamily="34" charset="-122"/>
            </a:endParaRPr>
          </a:p>
        </p:txBody>
      </p:sp>
      <p:sp>
        <p:nvSpPr>
          <p:cNvPr id="409" name="Rectangle 199">
            <a:extLst>
              <a:ext uri="{FF2B5EF4-FFF2-40B4-BE49-F238E27FC236}">
                <a16:creationId xmlns:a16="http://schemas.microsoft.com/office/drawing/2014/main" id="{19017D48-4D10-20CE-C4D2-9405CB297A22}"/>
              </a:ext>
            </a:extLst>
          </p:cNvPr>
          <p:cNvSpPr>
            <a:spLocks noChangeArrowheads="1"/>
          </p:cNvSpPr>
          <p:nvPr/>
        </p:nvSpPr>
        <p:spPr bwMode="auto">
          <a:xfrm>
            <a:off x="4291220" y="1588857"/>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1.1.1.3</a:t>
            </a:r>
            <a:endParaRPr lang="en-US" altLang="zh-CN" sz="1050" b="1" dirty="0">
              <a:latin typeface="微软雅黑" panose="020B0503020204020204" pitchFamily="34" charset="-122"/>
              <a:ea typeface="微软雅黑" panose="020B0503020204020204" pitchFamily="34" charset="-122"/>
            </a:endParaRPr>
          </a:p>
        </p:txBody>
      </p:sp>
      <p:sp>
        <p:nvSpPr>
          <p:cNvPr id="410" name="Rectangle 284">
            <a:extLst>
              <a:ext uri="{FF2B5EF4-FFF2-40B4-BE49-F238E27FC236}">
                <a16:creationId xmlns:a16="http://schemas.microsoft.com/office/drawing/2014/main" id="{8FC88800-8C57-C861-0F1C-F167C19B051F}"/>
              </a:ext>
            </a:extLst>
          </p:cNvPr>
          <p:cNvSpPr>
            <a:spLocks noChangeArrowheads="1"/>
          </p:cNvSpPr>
          <p:nvPr/>
        </p:nvSpPr>
        <p:spPr bwMode="auto">
          <a:xfrm>
            <a:off x="5114713" y="182687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 name="Group 285">
            <a:extLst>
              <a:ext uri="{FF2B5EF4-FFF2-40B4-BE49-F238E27FC236}">
                <a16:creationId xmlns:a16="http://schemas.microsoft.com/office/drawing/2014/main" id="{A3968F26-E55F-53E4-4B35-BFD78D883EDD}"/>
              </a:ext>
            </a:extLst>
          </p:cNvPr>
          <p:cNvGrpSpPr>
            <a:grpSpLocks/>
          </p:cNvGrpSpPr>
          <p:nvPr/>
        </p:nvGrpSpPr>
        <p:grpSpPr bwMode="auto">
          <a:xfrm>
            <a:off x="4946573" y="2079892"/>
            <a:ext cx="314109" cy="197668"/>
            <a:chOff x="2299" y="1622"/>
            <a:chExt cx="439" cy="262"/>
          </a:xfrm>
        </p:grpSpPr>
        <p:sp>
          <p:nvSpPr>
            <p:cNvPr id="412" name="Oval 286">
              <a:extLst>
                <a:ext uri="{FF2B5EF4-FFF2-40B4-BE49-F238E27FC236}">
                  <a16:creationId xmlns:a16="http://schemas.microsoft.com/office/drawing/2014/main" id="{DC301F4C-30DB-6874-B760-098B3FD634BC}"/>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3" name="Rectangle 287">
              <a:extLst>
                <a:ext uri="{FF2B5EF4-FFF2-40B4-BE49-F238E27FC236}">
                  <a16:creationId xmlns:a16="http://schemas.microsoft.com/office/drawing/2014/main" id="{6E6C60C3-D3B5-5B69-E811-98AEB0FEEC2E}"/>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4" name="Rectangle 288">
              <a:extLst>
                <a:ext uri="{FF2B5EF4-FFF2-40B4-BE49-F238E27FC236}">
                  <a16:creationId xmlns:a16="http://schemas.microsoft.com/office/drawing/2014/main" id="{64211E98-A185-2DD3-DEBA-3B785E33BE0F}"/>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5" name="Oval 289">
              <a:extLst>
                <a:ext uri="{FF2B5EF4-FFF2-40B4-BE49-F238E27FC236}">
                  <a16:creationId xmlns:a16="http://schemas.microsoft.com/office/drawing/2014/main" id="{CC476752-4E2E-2B4B-9D00-93FC0800F8B6}"/>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8" name="Group 290">
              <a:extLst>
                <a:ext uri="{FF2B5EF4-FFF2-40B4-BE49-F238E27FC236}">
                  <a16:creationId xmlns:a16="http://schemas.microsoft.com/office/drawing/2014/main" id="{C996A437-4D32-72FD-A61D-481DB2CBFA5E}"/>
                </a:ext>
              </a:extLst>
            </p:cNvPr>
            <p:cNvGrpSpPr>
              <a:grpSpLocks/>
            </p:cNvGrpSpPr>
            <p:nvPr/>
          </p:nvGrpSpPr>
          <p:grpSpPr bwMode="auto">
            <a:xfrm>
              <a:off x="2365" y="1640"/>
              <a:ext cx="304" cy="117"/>
              <a:chOff x="2365" y="1640"/>
              <a:chExt cx="304" cy="117"/>
            </a:xfrm>
          </p:grpSpPr>
          <p:grpSp>
            <p:nvGrpSpPr>
              <p:cNvPr id="29" name="Group 291">
                <a:extLst>
                  <a:ext uri="{FF2B5EF4-FFF2-40B4-BE49-F238E27FC236}">
                    <a16:creationId xmlns:a16="http://schemas.microsoft.com/office/drawing/2014/main" id="{658DD205-458D-87C5-69C3-D4F8E5EB0FE4}"/>
                  </a:ext>
                </a:extLst>
              </p:cNvPr>
              <p:cNvGrpSpPr>
                <a:grpSpLocks/>
              </p:cNvGrpSpPr>
              <p:nvPr/>
            </p:nvGrpSpPr>
            <p:grpSpPr bwMode="auto">
              <a:xfrm>
                <a:off x="2365" y="1640"/>
                <a:ext cx="302" cy="115"/>
                <a:chOff x="2365" y="1640"/>
                <a:chExt cx="302" cy="115"/>
              </a:xfrm>
            </p:grpSpPr>
            <p:sp>
              <p:nvSpPr>
                <p:cNvPr id="429" name="Freeform 292">
                  <a:extLst>
                    <a:ext uri="{FF2B5EF4-FFF2-40B4-BE49-F238E27FC236}">
                      <a16:creationId xmlns:a16="http://schemas.microsoft.com/office/drawing/2014/main" id="{BED43AF5-3416-4DA7-6052-EA4A3C76159F}"/>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93">
                  <a:extLst>
                    <a:ext uri="{FF2B5EF4-FFF2-40B4-BE49-F238E27FC236}">
                      <a16:creationId xmlns:a16="http://schemas.microsoft.com/office/drawing/2014/main" id="{5123D23D-D547-F479-44C5-EAD901EDB9F9}"/>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94">
                  <a:extLst>
                    <a:ext uri="{FF2B5EF4-FFF2-40B4-BE49-F238E27FC236}">
                      <a16:creationId xmlns:a16="http://schemas.microsoft.com/office/drawing/2014/main" id="{3956B9AC-AAA9-A9E8-E90F-BFEB9923AC68}"/>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2" name="Freeform 295">
                  <a:extLst>
                    <a:ext uri="{FF2B5EF4-FFF2-40B4-BE49-F238E27FC236}">
                      <a16:creationId xmlns:a16="http://schemas.microsoft.com/office/drawing/2014/main" id="{09BCC258-5767-1456-C05A-DB10E63944EB}"/>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96">
                  <a:extLst>
                    <a:ext uri="{FF2B5EF4-FFF2-40B4-BE49-F238E27FC236}">
                      <a16:creationId xmlns:a16="http://schemas.microsoft.com/office/drawing/2014/main" id="{B77ACE77-AA4A-836E-C9B4-E9278A3A8B81}"/>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97">
                  <a:extLst>
                    <a:ext uri="{FF2B5EF4-FFF2-40B4-BE49-F238E27FC236}">
                      <a16:creationId xmlns:a16="http://schemas.microsoft.com/office/drawing/2014/main" id="{18770A3B-1375-999A-BA46-1B53E7F49D6F}"/>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5" name="Freeform 298">
                  <a:extLst>
                    <a:ext uri="{FF2B5EF4-FFF2-40B4-BE49-F238E27FC236}">
                      <a16:creationId xmlns:a16="http://schemas.microsoft.com/office/drawing/2014/main" id="{787937AE-234B-A6ED-3B5B-6B42F6C0D411}"/>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99">
                  <a:extLst>
                    <a:ext uri="{FF2B5EF4-FFF2-40B4-BE49-F238E27FC236}">
                      <a16:creationId xmlns:a16="http://schemas.microsoft.com/office/drawing/2014/main" id="{BE2BEF8B-F6FB-721B-C7C5-25B28E7D7740}"/>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 name="Group 300">
                <a:extLst>
                  <a:ext uri="{FF2B5EF4-FFF2-40B4-BE49-F238E27FC236}">
                    <a16:creationId xmlns:a16="http://schemas.microsoft.com/office/drawing/2014/main" id="{73520C1F-5E57-C2C3-A56E-598BCC6DCF87}"/>
                  </a:ext>
                </a:extLst>
              </p:cNvPr>
              <p:cNvGrpSpPr>
                <a:grpSpLocks/>
              </p:cNvGrpSpPr>
              <p:nvPr/>
            </p:nvGrpSpPr>
            <p:grpSpPr bwMode="auto">
              <a:xfrm>
                <a:off x="2368" y="1643"/>
                <a:ext cx="301" cy="114"/>
                <a:chOff x="2368" y="1643"/>
                <a:chExt cx="301" cy="114"/>
              </a:xfrm>
            </p:grpSpPr>
            <p:sp>
              <p:nvSpPr>
                <p:cNvPr id="421" name="Freeform 301">
                  <a:extLst>
                    <a:ext uri="{FF2B5EF4-FFF2-40B4-BE49-F238E27FC236}">
                      <a16:creationId xmlns:a16="http://schemas.microsoft.com/office/drawing/2014/main" id="{8E54A587-6245-C1D8-D50B-C0C3C6553D97}"/>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302">
                  <a:extLst>
                    <a:ext uri="{FF2B5EF4-FFF2-40B4-BE49-F238E27FC236}">
                      <a16:creationId xmlns:a16="http://schemas.microsoft.com/office/drawing/2014/main" id="{E6AE68B2-B817-6B01-FBD7-B83B1EDAA799}"/>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3" name="Freeform 303">
                  <a:extLst>
                    <a:ext uri="{FF2B5EF4-FFF2-40B4-BE49-F238E27FC236}">
                      <a16:creationId xmlns:a16="http://schemas.microsoft.com/office/drawing/2014/main" id="{2DDDC1DF-BF79-5C8D-3939-A3F47EC821DB}"/>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304">
                  <a:extLst>
                    <a:ext uri="{FF2B5EF4-FFF2-40B4-BE49-F238E27FC236}">
                      <a16:creationId xmlns:a16="http://schemas.microsoft.com/office/drawing/2014/main" id="{350B120A-8F1A-36AB-BAA0-C182082889E5}"/>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305">
                  <a:extLst>
                    <a:ext uri="{FF2B5EF4-FFF2-40B4-BE49-F238E27FC236}">
                      <a16:creationId xmlns:a16="http://schemas.microsoft.com/office/drawing/2014/main" id="{F2674359-68CC-C362-9B90-8C881DE39934}"/>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6" name="Freeform 306">
                  <a:extLst>
                    <a:ext uri="{FF2B5EF4-FFF2-40B4-BE49-F238E27FC236}">
                      <a16:creationId xmlns:a16="http://schemas.microsoft.com/office/drawing/2014/main" id="{69AD5351-96E0-CB7F-471E-1D062EA576FD}"/>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307">
                  <a:extLst>
                    <a:ext uri="{FF2B5EF4-FFF2-40B4-BE49-F238E27FC236}">
                      <a16:creationId xmlns:a16="http://schemas.microsoft.com/office/drawing/2014/main" id="{47DA2C57-4CF2-D66C-9AF6-BEEE5D9B9E24}"/>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308">
                  <a:extLst>
                    <a:ext uri="{FF2B5EF4-FFF2-40B4-BE49-F238E27FC236}">
                      <a16:creationId xmlns:a16="http://schemas.microsoft.com/office/drawing/2014/main" id="{4AFAA294-9545-BFFC-6252-54BEFDA9A50E}"/>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417" name="Line 309">
              <a:extLst>
                <a:ext uri="{FF2B5EF4-FFF2-40B4-BE49-F238E27FC236}">
                  <a16:creationId xmlns:a16="http://schemas.microsoft.com/office/drawing/2014/main" id="{8322BD47-6635-3BA3-9DE2-6E48689476B1}"/>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Line 310">
              <a:extLst>
                <a:ext uri="{FF2B5EF4-FFF2-40B4-BE49-F238E27FC236}">
                  <a16:creationId xmlns:a16="http://schemas.microsoft.com/office/drawing/2014/main" id="{4CB25B2E-A256-36CE-CF03-7B8CBD7351E7}"/>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437" name="Rectangle 311">
            <a:extLst>
              <a:ext uri="{FF2B5EF4-FFF2-40B4-BE49-F238E27FC236}">
                <a16:creationId xmlns:a16="http://schemas.microsoft.com/office/drawing/2014/main" id="{383691C2-B9DF-7163-21AF-F6BE990BBFE7}"/>
              </a:ext>
            </a:extLst>
          </p:cNvPr>
          <p:cNvSpPr>
            <a:spLocks noChangeArrowheads="1"/>
          </p:cNvSpPr>
          <p:nvPr/>
        </p:nvSpPr>
        <p:spPr bwMode="auto">
          <a:xfrm>
            <a:off x="5167372" y="194660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8" name="Rectangle 312">
            <a:extLst>
              <a:ext uri="{FF2B5EF4-FFF2-40B4-BE49-F238E27FC236}">
                <a16:creationId xmlns:a16="http://schemas.microsoft.com/office/drawing/2014/main" id="{1F24D6DC-901D-68A9-A5EE-21C405E4C4E4}"/>
              </a:ext>
            </a:extLst>
          </p:cNvPr>
          <p:cNvSpPr>
            <a:spLocks noChangeArrowheads="1"/>
          </p:cNvSpPr>
          <p:nvPr/>
        </p:nvSpPr>
        <p:spPr bwMode="auto">
          <a:xfrm>
            <a:off x="5181542" y="1916111"/>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1.1.1.4</a:t>
            </a:r>
            <a:endParaRPr lang="en-US" altLang="zh-CN" sz="1050" b="1" dirty="0">
              <a:latin typeface="微软雅黑" panose="020B0503020204020204" pitchFamily="34" charset="-122"/>
              <a:ea typeface="微软雅黑" panose="020B0503020204020204" pitchFamily="34" charset="-122"/>
            </a:endParaRPr>
          </a:p>
        </p:txBody>
      </p:sp>
      <p:sp>
        <p:nvSpPr>
          <p:cNvPr id="439" name="Rectangle 313">
            <a:extLst>
              <a:ext uri="{FF2B5EF4-FFF2-40B4-BE49-F238E27FC236}">
                <a16:creationId xmlns:a16="http://schemas.microsoft.com/office/drawing/2014/main" id="{CC07884B-8CDF-9F07-64C5-89B3FD424CC4}"/>
              </a:ext>
            </a:extLst>
          </p:cNvPr>
          <p:cNvSpPr>
            <a:spLocks noChangeArrowheads="1"/>
          </p:cNvSpPr>
          <p:nvPr/>
        </p:nvSpPr>
        <p:spPr bwMode="auto">
          <a:xfrm>
            <a:off x="4764574" y="202228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0" name="Rectangle 314">
            <a:extLst>
              <a:ext uri="{FF2B5EF4-FFF2-40B4-BE49-F238E27FC236}">
                <a16:creationId xmlns:a16="http://schemas.microsoft.com/office/drawing/2014/main" id="{2396FE79-C003-8B8C-F8CF-47B33AF88284}"/>
              </a:ext>
            </a:extLst>
          </p:cNvPr>
          <p:cNvSpPr>
            <a:spLocks noChangeArrowheads="1"/>
          </p:cNvSpPr>
          <p:nvPr/>
        </p:nvSpPr>
        <p:spPr bwMode="auto">
          <a:xfrm>
            <a:off x="4797210" y="2009142"/>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1</a:t>
            </a:r>
          </a:p>
        </p:txBody>
      </p:sp>
      <p:sp>
        <p:nvSpPr>
          <p:cNvPr id="441" name="Oval 319">
            <a:extLst>
              <a:ext uri="{FF2B5EF4-FFF2-40B4-BE49-F238E27FC236}">
                <a16:creationId xmlns:a16="http://schemas.microsoft.com/office/drawing/2014/main" id="{8F6B87F4-32B2-A68E-5C31-49CE35702A19}"/>
              </a:ext>
            </a:extLst>
          </p:cNvPr>
          <p:cNvSpPr>
            <a:spLocks noChangeArrowheads="1"/>
          </p:cNvSpPr>
          <p:nvPr/>
        </p:nvSpPr>
        <p:spPr bwMode="auto">
          <a:xfrm>
            <a:off x="5095312" y="197258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2" name="Oval 325">
            <a:extLst>
              <a:ext uri="{FF2B5EF4-FFF2-40B4-BE49-F238E27FC236}">
                <a16:creationId xmlns:a16="http://schemas.microsoft.com/office/drawing/2014/main" id="{0F6F6027-A012-5034-D18A-2FE2680F118C}"/>
              </a:ext>
            </a:extLst>
          </p:cNvPr>
          <p:cNvSpPr>
            <a:spLocks noChangeArrowheads="1"/>
          </p:cNvSpPr>
          <p:nvPr/>
        </p:nvSpPr>
        <p:spPr bwMode="auto">
          <a:xfrm>
            <a:off x="7561991" y="270452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3" name="Oval 326">
            <a:extLst>
              <a:ext uri="{FF2B5EF4-FFF2-40B4-BE49-F238E27FC236}">
                <a16:creationId xmlns:a16="http://schemas.microsoft.com/office/drawing/2014/main" id="{04AD3B7D-388F-2ADA-BF58-1C322821E445}"/>
              </a:ext>
            </a:extLst>
          </p:cNvPr>
          <p:cNvSpPr>
            <a:spLocks noChangeArrowheads="1"/>
          </p:cNvSpPr>
          <p:nvPr/>
        </p:nvSpPr>
        <p:spPr bwMode="auto">
          <a:xfrm>
            <a:off x="7588783" y="233403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4" name="Rectangle 327">
            <a:extLst>
              <a:ext uri="{FF2B5EF4-FFF2-40B4-BE49-F238E27FC236}">
                <a16:creationId xmlns:a16="http://schemas.microsoft.com/office/drawing/2014/main" id="{7818DCDE-1425-24FC-E3CA-39348E7DE823}"/>
              </a:ext>
            </a:extLst>
          </p:cNvPr>
          <p:cNvSpPr>
            <a:spLocks noChangeArrowheads="1"/>
          </p:cNvSpPr>
          <p:nvPr/>
        </p:nvSpPr>
        <p:spPr bwMode="auto">
          <a:xfrm>
            <a:off x="6166054" y="262206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5" name="Rectangle 328">
            <a:extLst>
              <a:ext uri="{FF2B5EF4-FFF2-40B4-BE49-F238E27FC236}">
                <a16:creationId xmlns:a16="http://schemas.microsoft.com/office/drawing/2014/main" id="{A6D32B04-BD87-1D5A-6AD6-E3C3A57A27BB}"/>
              </a:ext>
            </a:extLst>
          </p:cNvPr>
          <p:cNvSpPr>
            <a:spLocks noChangeArrowheads="1"/>
          </p:cNvSpPr>
          <p:nvPr/>
        </p:nvSpPr>
        <p:spPr bwMode="auto">
          <a:xfrm>
            <a:off x="5912639" y="311453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1.1.1.13</a:t>
            </a:r>
            <a:endParaRPr lang="en-US" altLang="zh-CN" sz="1050" b="1" dirty="0">
              <a:latin typeface="微软雅黑" panose="020B0503020204020204" pitchFamily="34" charset="-122"/>
              <a:ea typeface="微软雅黑" panose="020B0503020204020204" pitchFamily="34" charset="-122"/>
            </a:endParaRPr>
          </a:p>
        </p:txBody>
      </p:sp>
      <p:sp>
        <p:nvSpPr>
          <p:cNvPr id="446" name="Rectangle 329">
            <a:extLst>
              <a:ext uri="{FF2B5EF4-FFF2-40B4-BE49-F238E27FC236}">
                <a16:creationId xmlns:a16="http://schemas.microsoft.com/office/drawing/2014/main" id="{61DE80C4-2482-0730-3F25-6B505FC02DFF}"/>
              </a:ext>
            </a:extLst>
          </p:cNvPr>
          <p:cNvSpPr>
            <a:spLocks noChangeArrowheads="1"/>
          </p:cNvSpPr>
          <p:nvPr/>
        </p:nvSpPr>
        <p:spPr bwMode="auto">
          <a:xfrm>
            <a:off x="7534276" y="288411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7" name="Rectangle 330">
            <a:extLst>
              <a:ext uri="{FF2B5EF4-FFF2-40B4-BE49-F238E27FC236}">
                <a16:creationId xmlns:a16="http://schemas.microsoft.com/office/drawing/2014/main" id="{60E1E119-B197-FCF3-AB52-82B8A5CDCC36}"/>
              </a:ext>
            </a:extLst>
          </p:cNvPr>
          <p:cNvSpPr>
            <a:spLocks noChangeArrowheads="1"/>
          </p:cNvSpPr>
          <p:nvPr/>
        </p:nvSpPr>
        <p:spPr bwMode="auto">
          <a:xfrm>
            <a:off x="7121563" y="278584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1.1.1.10</a:t>
            </a:r>
            <a:endParaRPr lang="en-US" altLang="zh-CN" sz="1050" b="1" dirty="0">
              <a:latin typeface="微软雅黑" panose="020B0503020204020204" pitchFamily="34" charset="-122"/>
              <a:ea typeface="微软雅黑" panose="020B0503020204020204" pitchFamily="34" charset="-122"/>
            </a:endParaRPr>
          </a:p>
        </p:txBody>
      </p:sp>
      <p:sp>
        <p:nvSpPr>
          <p:cNvPr id="448" name="Rectangle 331">
            <a:extLst>
              <a:ext uri="{FF2B5EF4-FFF2-40B4-BE49-F238E27FC236}">
                <a16:creationId xmlns:a16="http://schemas.microsoft.com/office/drawing/2014/main" id="{75B5A601-048A-3A2C-FD6E-B7208C5D0B09}"/>
              </a:ext>
            </a:extLst>
          </p:cNvPr>
          <p:cNvSpPr>
            <a:spLocks noChangeArrowheads="1"/>
          </p:cNvSpPr>
          <p:nvPr/>
        </p:nvSpPr>
        <p:spPr bwMode="auto">
          <a:xfrm>
            <a:off x="7534276" y="231370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9" name="Rectangle 332">
            <a:extLst>
              <a:ext uri="{FF2B5EF4-FFF2-40B4-BE49-F238E27FC236}">
                <a16:creationId xmlns:a16="http://schemas.microsoft.com/office/drawing/2014/main" id="{CF3EE20E-3DDD-8F67-7F25-9254A5D4E706}"/>
              </a:ext>
            </a:extLst>
          </p:cNvPr>
          <p:cNvSpPr>
            <a:spLocks noChangeArrowheads="1"/>
          </p:cNvSpPr>
          <p:nvPr/>
        </p:nvSpPr>
        <p:spPr bwMode="auto">
          <a:xfrm>
            <a:off x="7611879" y="2381476"/>
            <a:ext cx="44884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1.1.1.9</a:t>
            </a:r>
            <a:endParaRPr lang="en-US" altLang="zh-CN" sz="1050" b="1" dirty="0">
              <a:latin typeface="微软雅黑" panose="020B0503020204020204" pitchFamily="34" charset="-122"/>
              <a:ea typeface="微软雅黑" panose="020B0503020204020204" pitchFamily="34" charset="-122"/>
            </a:endParaRPr>
          </a:p>
        </p:txBody>
      </p:sp>
      <p:sp>
        <p:nvSpPr>
          <p:cNvPr id="450" name="Rectangle 334">
            <a:extLst>
              <a:ext uri="{FF2B5EF4-FFF2-40B4-BE49-F238E27FC236}">
                <a16:creationId xmlns:a16="http://schemas.microsoft.com/office/drawing/2014/main" id="{1CCE8614-4AD5-5BB6-88C5-99DDB58EC4F0}"/>
              </a:ext>
            </a:extLst>
          </p:cNvPr>
          <p:cNvSpPr>
            <a:spLocks noChangeArrowheads="1"/>
          </p:cNvSpPr>
          <p:nvPr/>
        </p:nvSpPr>
        <p:spPr bwMode="auto">
          <a:xfrm>
            <a:off x="6921131" y="336642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1.1.1.12</a:t>
            </a:r>
            <a:endParaRPr lang="en-US" altLang="zh-CN" sz="1050" b="1" dirty="0">
              <a:latin typeface="微软雅黑" panose="020B0503020204020204" pitchFamily="34" charset="-122"/>
              <a:ea typeface="微软雅黑" panose="020B0503020204020204" pitchFamily="34" charset="-122"/>
            </a:endParaRPr>
          </a:p>
        </p:txBody>
      </p:sp>
      <p:sp>
        <p:nvSpPr>
          <p:cNvPr id="451" name="Rectangle 335">
            <a:extLst>
              <a:ext uri="{FF2B5EF4-FFF2-40B4-BE49-F238E27FC236}">
                <a16:creationId xmlns:a16="http://schemas.microsoft.com/office/drawing/2014/main" id="{3D8066D0-FBFD-3611-0955-B747E0C295EC}"/>
              </a:ext>
            </a:extLst>
          </p:cNvPr>
          <p:cNvSpPr>
            <a:spLocks noChangeArrowheads="1"/>
          </p:cNvSpPr>
          <p:nvPr/>
        </p:nvSpPr>
        <p:spPr bwMode="auto">
          <a:xfrm>
            <a:off x="5494415" y="360814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2" name="Rectangle 336">
            <a:extLst>
              <a:ext uri="{FF2B5EF4-FFF2-40B4-BE49-F238E27FC236}">
                <a16:creationId xmlns:a16="http://schemas.microsoft.com/office/drawing/2014/main" id="{D027C120-29C4-44C4-F3EF-964425D1C593}"/>
              </a:ext>
            </a:extLst>
          </p:cNvPr>
          <p:cNvSpPr>
            <a:spLocks noChangeArrowheads="1"/>
          </p:cNvSpPr>
          <p:nvPr/>
        </p:nvSpPr>
        <p:spPr bwMode="auto">
          <a:xfrm>
            <a:off x="5893152" y="3353998"/>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1.1.1.11</a:t>
            </a:r>
            <a:endParaRPr lang="en-US" altLang="zh-CN" sz="1050" b="1" dirty="0">
              <a:latin typeface="微软雅黑" panose="020B0503020204020204" pitchFamily="34" charset="-122"/>
              <a:ea typeface="微软雅黑" panose="020B0503020204020204" pitchFamily="34" charset="-122"/>
            </a:endParaRPr>
          </a:p>
        </p:txBody>
      </p:sp>
      <p:sp>
        <p:nvSpPr>
          <p:cNvPr id="453" name="Oval 337">
            <a:extLst>
              <a:ext uri="{FF2B5EF4-FFF2-40B4-BE49-F238E27FC236}">
                <a16:creationId xmlns:a16="http://schemas.microsoft.com/office/drawing/2014/main" id="{7142B804-A045-3184-550A-E0530EE1978B}"/>
              </a:ext>
            </a:extLst>
          </p:cNvPr>
          <p:cNvSpPr>
            <a:spLocks noChangeArrowheads="1"/>
          </p:cNvSpPr>
          <p:nvPr/>
        </p:nvSpPr>
        <p:spPr bwMode="auto">
          <a:xfrm>
            <a:off x="6821988" y="343984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4" name="Rectangle 338">
            <a:extLst>
              <a:ext uri="{FF2B5EF4-FFF2-40B4-BE49-F238E27FC236}">
                <a16:creationId xmlns:a16="http://schemas.microsoft.com/office/drawing/2014/main" id="{B9AE54A9-E21B-5A2A-E3FF-EE41B717DB11}"/>
              </a:ext>
            </a:extLst>
          </p:cNvPr>
          <p:cNvSpPr>
            <a:spLocks noChangeArrowheads="1"/>
          </p:cNvSpPr>
          <p:nvPr/>
        </p:nvSpPr>
        <p:spPr bwMode="auto">
          <a:xfrm>
            <a:off x="6397940" y="224706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5" name="Rectangle 339">
            <a:extLst>
              <a:ext uri="{FF2B5EF4-FFF2-40B4-BE49-F238E27FC236}">
                <a16:creationId xmlns:a16="http://schemas.microsoft.com/office/drawing/2014/main" id="{86D91819-A215-498F-EA32-7C2BB1AB0E41}"/>
              </a:ext>
            </a:extLst>
          </p:cNvPr>
          <p:cNvSpPr>
            <a:spLocks noChangeArrowheads="1"/>
          </p:cNvSpPr>
          <p:nvPr/>
        </p:nvSpPr>
        <p:spPr bwMode="auto">
          <a:xfrm>
            <a:off x="6587986" y="2058318"/>
            <a:ext cx="70224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1.1.1.8/29</a:t>
            </a:r>
          </a:p>
        </p:txBody>
      </p:sp>
      <p:sp>
        <p:nvSpPr>
          <p:cNvPr id="456" name="Rectangle 340">
            <a:extLst>
              <a:ext uri="{FF2B5EF4-FFF2-40B4-BE49-F238E27FC236}">
                <a16:creationId xmlns:a16="http://schemas.microsoft.com/office/drawing/2014/main" id="{96FA2E22-275F-E543-EC1C-9E47D3C82AC6}"/>
              </a:ext>
            </a:extLst>
          </p:cNvPr>
          <p:cNvSpPr>
            <a:spLocks noChangeArrowheads="1"/>
          </p:cNvSpPr>
          <p:nvPr/>
        </p:nvSpPr>
        <p:spPr bwMode="auto">
          <a:xfrm>
            <a:off x="6433047" y="209683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7" name="Oval 396">
            <a:extLst>
              <a:ext uri="{FF2B5EF4-FFF2-40B4-BE49-F238E27FC236}">
                <a16:creationId xmlns:a16="http://schemas.microsoft.com/office/drawing/2014/main" id="{F12EE2D2-182E-5401-B0A7-6F6F822A06C0}"/>
              </a:ext>
            </a:extLst>
          </p:cNvPr>
          <p:cNvSpPr>
            <a:spLocks noChangeArrowheads="1"/>
          </p:cNvSpPr>
          <p:nvPr/>
        </p:nvSpPr>
        <p:spPr bwMode="auto">
          <a:xfrm>
            <a:off x="4635235" y="30863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8" name="Oval 397">
            <a:extLst>
              <a:ext uri="{FF2B5EF4-FFF2-40B4-BE49-F238E27FC236}">
                <a16:creationId xmlns:a16="http://schemas.microsoft.com/office/drawing/2014/main" id="{514D9968-2CCE-C003-2EFE-F1E51D21E252}"/>
              </a:ext>
            </a:extLst>
          </p:cNvPr>
          <p:cNvSpPr>
            <a:spLocks noChangeArrowheads="1"/>
          </p:cNvSpPr>
          <p:nvPr/>
        </p:nvSpPr>
        <p:spPr bwMode="auto">
          <a:xfrm>
            <a:off x="5441756" y="308291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9" name="Oval 398">
            <a:extLst>
              <a:ext uri="{FF2B5EF4-FFF2-40B4-BE49-F238E27FC236}">
                <a16:creationId xmlns:a16="http://schemas.microsoft.com/office/drawing/2014/main" id="{2C949BA1-3BCC-9316-BF3C-4871BE4E0B08}"/>
              </a:ext>
            </a:extLst>
          </p:cNvPr>
          <p:cNvSpPr>
            <a:spLocks noChangeArrowheads="1"/>
          </p:cNvSpPr>
          <p:nvPr/>
        </p:nvSpPr>
        <p:spPr bwMode="auto">
          <a:xfrm>
            <a:off x="5641308" y="289992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0" name="Oval 399">
            <a:extLst>
              <a:ext uri="{FF2B5EF4-FFF2-40B4-BE49-F238E27FC236}">
                <a16:creationId xmlns:a16="http://schemas.microsoft.com/office/drawing/2014/main" id="{7768CFF8-DE1D-393F-207D-AD35FD34CD7E}"/>
              </a:ext>
            </a:extLst>
          </p:cNvPr>
          <p:cNvSpPr>
            <a:spLocks noChangeArrowheads="1"/>
          </p:cNvSpPr>
          <p:nvPr/>
        </p:nvSpPr>
        <p:spPr bwMode="auto">
          <a:xfrm>
            <a:off x="5215413" y="229789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1" name="Oval 400">
            <a:extLst>
              <a:ext uri="{FF2B5EF4-FFF2-40B4-BE49-F238E27FC236}">
                <a16:creationId xmlns:a16="http://schemas.microsoft.com/office/drawing/2014/main" id="{AD4A642E-8F26-D96C-D674-D38323FFC294}"/>
              </a:ext>
            </a:extLst>
          </p:cNvPr>
          <p:cNvSpPr>
            <a:spLocks noChangeArrowheads="1"/>
          </p:cNvSpPr>
          <p:nvPr/>
        </p:nvSpPr>
        <p:spPr bwMode="auto">
          <a:xfrm>
            <a:off x="4411663" y="284232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2" name="Oval 401">
            <a:extLst>
              <a:ext uri="{FF2B5EF4-FFF2-40B4-BE49-F238E27FC236}">
                <a16:creationId xmlns:a16="http://schemas.microsoft.com/office/drawing/2014/main" id="{979C467B-69A2-8A8A-E924-9468F5DF0C5E}"/>
              </a:ext>
            </a:extLst>
          </p:cNvPr>
          <p:cNvSpPr>
            <a:spLocks noChangeArrowheads="1"/>
          </p:cNvSpPr>
          <p:nvPr/>
        </p:nvSpPr>
        <p:spPr bwMode="auto">
          <a:xfrm>
            <a:off x="4891142" y="231031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3" name="Rectangle 402">
            <a:extLst>
              <a:ext uri="{FF2B5EF4-FFF2-40B4-BE49-F238E27FC236}">
                <a16:creationId xmlns:a16="http://schemas.microsoft.com/office/drawing/2014/main" id="{ABA5AB18-1927-3052-B74C-4338A6335578}"/>
              </a:ext>
            </a:extLst>
          </p:cNvPr>
          <p:cNvSpPr>
            <a:spLocks noChangeArrowheads="1"/>
          </p:cNvSpPr>
          <p:nvPr/>
        </p:nvSpPr>
        <p:spPr bwMode="auto">
          <a:xfrm>
            <a:off x="5298559" y="212733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4" name="Rectangle 403">
            <a:extLst>
              <a:ext uri="{FF2B5EF4-FFF2-40B4-BE49-F238E27FC236}">
                <a16:creationId xmlns:a16="http://schemas.microsoft.com/office/drawing/2014/main" id="{86D28EB9-E59A-D024-276F-468C60FB172F}"/>
              </a:ext>
            </a:extLst>
          </p:cNvPr>
          <p:cNvSpPr>
            <a:spLocks noChangeArrowheads="1"/>
          </p:cNvSpPr>
          <p:nvPr/>
        </p:nvSpPr>
        <p:spPr bwMode="auto">
          <a:xfrm>
            <a:off x="5308722" y="2210917"/>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1.1.1.24</a:t>
            </a:r>
            <a:endParaRPr lang="en-US" altLang="zh-CN" sz="1050" b="1" dirty="0">
              <a:latin typeface="微软雅黑" panose="020B0503020204020204" pitchFamily="34" charset="-122"/>
              <a:ea typeface="微软雅黑" panose="020B0503020204020204" pitchFamily="34" charset="-122"/>
            </a:endParaRPr>
          </a:p>
        </p:txBody>
      </p:sp>
      <p:sp>
        <p:nvSpPr>
          <p:cNvPr id="465" name="Rectangle 404">
            <a:extLst>
              <a:ext uri="{FF2B5EF4-FFF2-40B4-BE49-F238E27FC236}">
                <a16:creationId xmlns:a16="http://schemas.microsoft.com/office/drawing/2014/main" id="{B5549379-D48B-1480-8739-A5FB9CE79129}"/>
              </a:ext>
            </a:extLst>
          </p:cNvPr>
          <p:cNvSpPr>
            <a:spLocks noChangeArrowheads="1"/>
          </p:cNvSpPr>
          <p:nvPr/>
        </p:nvSpPr>
        <p:spPr bwMode="auto">
          <a:xfrm>
            <a:off x="4371938" y="220188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6" name="Rectangle 405">
            <a:extLst>
              <a:ext uri="{FF2B5EF4-FFF2-40B4-BE49-F238E27FC236}">
                <a16:creationId xmlns:a16="http://schemas.microsoft.com/office/drawing/2014/main" id="{DBBD4259-A8F6-FBC6-21DD-D4A10AC0ADB5}"/>
              </a:ext>
            </a:extLst>
          </p:cNvPr>
          <p:cNvSpPr>
            <a:spLocks noChangeArrowheads="1"/>
          </p:cNvSpPr>
          <p:nvPr/>
        </p:nvSpPr>
        <p:spPr bwMode="auto">
          <a:xfrm>
            <a:off x="4362649" y="219510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1.1.1.26</a:t>
            </a:r>
            <a:endParaRPr lang="en-US" altLang="zh-CN" sz="1050" b="1" dirty="0">
              <a:latin typeface="微软雅黑" panose="020B0503020204020204" pitchFamily="34" charset="-122"/>
              <a:ea typeface="微软雅黑" panose="020B0503020204020204" pitchFamily="34" charset="-122"/>
            </a:endParaRPr>
          </a:p>
        </p:txBody>
      </p:sp>
      <p:sp>
        <p:nvSpPr>
          <p:cNvPr id="467" name="Rectangle 406">
            <a:extLst>
              <a:ext uri="{FF2B5EF4-FFF2-40B4-BE49-F238E27FC236}">
                <a16:creationId xmlns:a16="http://schemas.microsoft.com/office/drawing/2014/main" id="{F69C18F8-BB58-3C05-1C62-21D35666A22B}"/>
              </a:ext>
            </a:extLst>
          </p:cNvPr>
          <p:cNvSpPr>
            <a:spLocks noChangeArrowheads="1"/>
          </p:cNvSpPr>
          <p:nvPr/>
        </p:nvSpPr>
        <p:spPr bwMode="auto">
          <a:xfrm>
            <a:off x="4015332" y="253961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8" name="Rectangle 407">
            <a:extLst>
              <a:ext uri="{FF2B5EF4-FFF2-40B4-BE49-F238E27FC236}">
                <a16:creationId xmlns:a16="http://schemas.microsoft.com/office/drawing/2014/main" id="{119B81AD-323D-46D8-CDBA-61651CE69CCB}"/>
              </a:ext>
            </a:extLst>
          </p:cNvPr>
          <p:cNvSpPr>
            <a:spLocks noChangeArrowheads="1"/>
          </p:cNvSpPr>
          <p:nvPr/>
        </p:nvSpPr>
        <p:spPr bwMode="auto">
          <a:xfrm>
            <a:off x="3944777" y="2674433"/>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1.1.1.27</a:t>
            </a:r>
          </a:p>
        </p:txBody>
      </p:sp>
      <p:sp>
        <p:nvSpPr>
          <p:cNvPr id="469" name="Rectangle 408">
            <a:extLst>
              <a:ext uri="{FF2B5EF4-FFF2-40B4-BE49-F238E27FC236}">
                <a16:creationId xmlns:a16="http://schemas.microsoft.com/office/drawing/2014/main" id="{E2C8B5E7-F625-8667-9355-C68DE7FABB26}"/>
              </a:ext>
            </a:extLst>
          </p:cNvPr>
          <p:cNvSpPr>
            <a:spLocks noChangeArrowheads="1"/>
          </p:cNvSpPr>
          <p:nvPr/>
        </p:nvSpPr>
        <p:spPr bwMode="auto">
          <a:xfrm>
            <a:off x="5631145" y="247183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0" name="Rectangle 409">
            <a:extLst>
              <a:ext uri="{FF2B5EF4-FFF2-40B4-BE49-F238E27FC236}">
                <a16:creationId xmlns:a16="http://schemas.microsoft.com/office/drawing/2014/main" id="{9C1F1AF3-775C-93B8-400E-99994D4B4CC8}"/>
              </a:ext>
            </a:extLst>
          </p:cNvPr>
          <p:cNvSpPr>
            <a:spLocks noChangeArrowheads="1"/>
          </p:cNvSpPr>
          <p:nvPr/>
        </p:nvSpPr>
        <p:spPr bwMode="auto">
          <a:xfrm>
            <a:off x="5693967" y="2774551"/>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00"/>
                </a:solidFill>
                <a:latin typeface="微软雅黑" panose="020B0503020204020204" pitchFamily="34" charset="-122"/>
                <a:ea typeface="微软雅黑" panose="020B0503020204020204" pitchFamily="34" charset="-122"/>
              </a:rPr>
              <a:t>1.1.1.25</a:t>
            </a:r>
            <a:endParaRPr lang="en-US" altLang="zh-CN" sz="1050" b="1">
              <a:latin typeface="微软雅黑" panose="020B0503020204020204" pitchFamily="34" charset="-122"/>
              <a:ea typeface="微软雅黑" panose="020B0503020204020204" pitchFamily="34" charset="-122"/>
            </a:endParaRPr>
          </a:p>
        </p:txBody>
      </p:sp>
      <p:sp>
        <p:nvSpPr>
          <p:cNvPr id="471" name="Rectangle 410">
            <a:extLst>
              <a:ext uri="{FF2B5EF4-FFF2-40B4-BE49-F238E27FC236}">
                <a16:creationId xmlns:a16="http://schemas.microsoft.com/office/drawing/2014/main" id="{D0DAB669-803C-300A-9286-B532B81463C5}"/>
              </a:ext>
            </a:extLst>
          </p:cNvPr>
          <p:cNvSpPr>
            <a:spLocks noChangeArrowheads="1"/>
          </p:cNvSpPr>
          <p:nvPr/>
        </p:nvSpPr>
        <p:spPr bwMode="auto">
          <a:xfrm>
            <a:off x="5366924" y="292590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2" name="Rectangle 411">
            <a:extLst>
              <a:ext uri="{FF2B5EF4-FFF2-40B4-BE49-F238E27FC236}">
                <a16:creationId xmlns:a16="http://schemas.microsoft.com/office/drawing/2014/main" id="{24A4B347-BC96-F335-AB5C-7B008B0E8F59}"/>
              </a:ext>
            </a:extLst>
          </p:cNvPr>
          <p:cNvSpPr>
            <a:spLocks noChangeArrowheads="1"/>
          </p:cNvSpPr>
          <p:nvPr/>
        </p:nvSpPr>
        <p:spPr bwMode="auto">
          <a:xfrm>
            <a:off x="5295788" y="3158590"/>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1.1.1.29</a:t>
            </a:r>
            <a:endParaRPr lang="en-US" altLang="zh-CN" sz="1050" b="1" dirty="0">
              <a:latin typeface="微软雅黑" panose="020B0503020204020204" pitchFamily="34" charset="-122"/>
              <a:ea typeface="微软雅黑" panose="020B0503020204020204" pitchFamily="34" charset="-122"/>
            </a:endParaRPr>
          </a:p>
        </p:txBody>
      </p:sp>
      <p:sp>
        <p:nvSpPr>
          <p:cNvPr id="473" name="Rectangle 412">
            <a:extLst>
              <a:ext uri="{FF2B5EF4-FFF2-40B4-BE49-F238E27FC236}">
                <a16:creationId xmlns:a16="http://schemas.microsoft.com/office/drawing/2014/main" id="{3927F72E-919E-8EFF-428E-C2E5CB97DAF5}"/>
              </a:ext>
            </a:extLst>
          </p:cNvPr>
          <p:cNvSpPr>
            <a:spLocks noChangeArrowheads="1"/>
          </p:cNvSpPr>
          <p:nvPr/>
        </p:nvSpPr>
        <p:spPr bwMode="auto">
          <a:xfrm>
            <a:off x="4505896" y="292590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4" name="Rectangle 413">
            <a:extLst>
              <a:ext uri="{FF2B5EF4-FFF2-40B4-BE49-F238E27FC236}">
                <a16:creationId xmlns:a16="http://schemas.microsoft.com/office/drawing/2014/main" id="{70956EEE-00EC-C8FC-2208-4CB22803B892}"/>
              </a:ext>
            </a:extLst>
          </p:cNvPr>
          <p:cNvSpPr>
            <a:spLocks noChangeArrowheads="1"/>
          </p:cNvSpPr>
          <p:nvPr/>
        </p:nvSpPr>
        <p:spPr bwMode="auto">
          <a:xfrm>
            <a:off x="4419054" y="314955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1.1.1.28</a:t>
            </a:r>
          </a:p>
        </p:txBody>
      </p:sp>
      <p:sp>
        <p:nvSpPr>
          <p:cNvPr id="475" name="Rectangle 414">
            <a:extLst>
              <a:ext uri="{FF2B5EF4-FFF2-40B4-BE49-F238E27FC236}">
                <a16:creationId xmlns:a16="http://schemas.microsoft.com/office/drawing/2014/main" id="{81DA8F4C-7600-436B-1B3A-A3ABBA705CE0}"/>
              </a:ext>
            </a:extLst>
          </p:cNvPr>
          <p:cNvSpPr>
            <a:spLocks noChangeArrowheads="1"/>
          </p:cNvSpPr>
          <p:nvPr/>
        </p:nvSpPr>
        <p:spPr bwMode="auto">
          <a:xfrm>
            <a:off x="2822591" y="243169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6" name="Rectangle 415">
            <a:extLst>
              <a:ext uri="{FF2B5EF4-FFF2-40B4-BE49-F238E27FC236}">
                <a16:creationId xmlns:a16="http://schemas.microsoft.com/office/drawing/2014/main" id="{B1B47C45-5144-A75A-2928-7251902F1045}"/>
              </a:ext>
            </a:extLst>
          </p:cNvPr>
          <p:cNvSpPr>
            <a:spLocks noChangeArrowheads="1"/>
          </p:cNvSpPr>
          <p:nvPr/>
        </p:nvSpPr>
        <p:spPr bwMode="auto">
          <a:xfrm>
            <a:off x="2852904" y="2455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1.1.1.17</a:t>
            </a:r>
            <a:endParaRPr lang="en-US" altLang="zh-CN" sz="1050" b="1" dirty="0">
              <a:latin typeface="微软雅黑" panose="020B0503020204020204" pitchFamily="34" charset="-122"/>
              <a:ea typeface="微软雅黑" panose="020B0503020204020204" pitchFamily="34" charset="-122"/>
            </a:endParaRPr>
          </a:p>
        </p:txBody>
      </p:sp>
      <p:sp>
        <p:nvSpPr>
          <p:cNvPr id="477" name="Rectangle 416">
            <a:extLst>
              <a:ext uri="{FF2B5EF4-FFF2-40B4-BE49-F238E27FC236}">
                <a16:creationId xmlns:a16="http://schemas.microsoft.com/office/drawing/2014/main" id="{2B8C7B13-3197-E8AA-C3F7-5364D65F8CA5}"/>
              </a:ext>
            </a:extLst>
          </p:cNvPr>
          <p:cNvSpPr>
            <a:spLocks noChangeArrowheads="1"/>
          </p:cNvSpPr>
          <p:nvPr/>
        </p:nvSpPr>
        <p:spPr bwMode="auto">
          <a:xfrm>
            <a:off x="3801922" y="295866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8" name="Rectangle 417">
            <a:extLst>
              <a:ext uri="{FF2B5EF4-FFF2-40B4-BE49-F238E27FC236}">
                <a16:creationId xmlns:a16="http://schemas.microsoft.com/office/drawing/2014/main" id="{B2BCDC46-EC59-87F9-CEEA-3617F4356CDA}"/>
              </a:ext>
            </a:extLst>
          </p:cNvPr>
          <p:cNvSpPr>
            <a:spLocks noChangeArrowheads="1"/>
          </p:cNvSpPr>
          <p:nvPr/>
        </p:nvSpPr>
        <p:spPr bwMode="auto">
          <a:xfrm>
            <a:off x="3631876" y="3129549"/>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latin typeface="微软雅黑" panose="020B0503020204020204" pitchFamily="34" charset="-122"/>
                <a:ea typeface="微软雅黑" panose="020B0503020204020204" pitchFamily="34" charset="-122"/>
              </a:rPr>
              <a:t>1.1.1.19</a:t>
            </a:r>
          </a:p>
        </p:txBody>
      </p:sp>
      <p:sp>
        <p:nvSpPr>
          <p:cNvPr id="479" name="Rectangle 418">
            <a:extLst>
              <a:ext uri="{FF2B5EF4-FFF2-40B4-BE49-F238E27FC236}">
                <a16:creationId xmlns:a16="http://schemas.microsoft.com/office/drawing/2014/main" id="{09E9BB13-43BB-CF89-DE0E-A3261D157DC6}"/>
              </a:ext>
            </a:extLst>
          </p:cNvPr>
          <p:cNvSpPr>
            <a:spLocks noChangeArrowheads="1"/>
          </p:cNvSpPr>
          <p:nvPr/>
        </p:nvSpPr>
        <p:spPr bwMode="auto">
          <a:xfrm>
            <a:off x="2822591" y="316476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0" name="Rectangle 419">
            <a:extLst>
              <a:ext uri="{FF2B5EF4-FFF2-40B4-BE49-F238E27FC236}">
                <a16:creationId xmlns:a16="http://schemas.microsoft.com/office/drawing/2014/main" id="{52652B3D-2376-F967-CA83-64B8D0DB7CF1}"/>
              </a:ext>
            </a:extLst>
          </p:cNvPr>
          <p:cNvSpPr>
            <a:spLocks noChangeArrowheads="1"/>
          </p:cNvSpPr>
          <p:nvPr/>
        </p:nvSpPr>
        <p:spPr bwMode="auto">
          <a:xfrm>
            <a:off x="2922380" y="3017614"/>
            <a:ext cx="53219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1.1.1.18</a:t>
            </a:r>
            <a:endParaRPr lang="en-US" altLang="zh-CN" sz="1050" b="1" dirty="0">
              <a:latin typeface="微软雅黑" panose="020B0503020204020204" pitchFamily="34" charset="-122"/>
              <a:ea typeface="微软雅黑" panose="020B0503020204020204" pitchFamily="34" charset="-122"/>
            </a:endParaRPr>
          </a:p>
        </p:txBody>
      </p:sp>
      <p:sp>
        <p:nvSpPr>
          <p:cNvPr id="481" name="Oval 421">
            <a:extLst>
              <a:ext uri="{FF2B5EF4-FFF2-40B4-BE49-F238E27FC236}">
                <a16:creationId xmlns:a16="http://schemas.microsoft.com/office/drawing/2014/main" id="{5487DAD1-0052-8531-4C97-FE162A6ABB36}"/>
              </a:ext>
            </a:extLst>
          </p:cNvPr>
          <p:cNvSpPr>
            <a:spLocks noChangeArrowheads="1"/>
          </p:cNvSpPr>
          <p:nvPr/>
        </p:nvSpPr>
        <p:spPr bwMode="auto">
          <a:xfrm>
            <a:off x="3416419" y="250429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2" name="Rectangle 423">
            <a:extLst>
              <a:ext uri="{FF2B5EF4-FFF2-40B4-BE49-F238E27FC236}">
                <a16:creationId xmlns:a16="http://schemas.microsoft.com/office/drawing/2014/main" id="{97DA1365-43EC-567E-00D2-E448586A72E4}"/>
              </a:ext>
            </a:extLst>
          </p:cNvPr>
          <p:cNvSpPr>
            <a:spLocks noChangeArrowheads="1"/>
          </p:cNvSpPr>
          <p:nvPr/>
        </p:nvSpPr>
        <p:spPr bwMode="auto">
          <a:xfrm>
            <a:off x="4322974" y="298803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3" name="Rectangle 424">
            <a:extLst>
              <a:ext uri="{FF2B5EF4-FFF2-40B4-BE49-F238E27FC236}">
                <a16:creationId xmlns:a16="http://schemas.microsoft.com/office/drawing/2014/main" id="{CA5F62ED-87F0-2490-DD30-F3DFE1E5C952}"/>
              </a:ext>
            </a:extLst>
          </p:cNvPr>
          <p:cNvSpPr>
            <a:spLocks noChangeArrowheads="1"/>
          </p:cNvSpPr>
          <p:nvPr/>
        </p:nvSpPr>
        <p:spPr bwMode="auto">
          <a:xfrm>
            <a:off x="4477257" y="287395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FF"/>
                </a:solidFill>
                <a:latin typeface="微软雅黑" panose="020B0503020204020204" pitchFamily="34" charset="-122"/>
                <a:ea typeface="微软雅黑" panose="020B0503020204020204" pitchFamily="34" charset="-122"/>
              </a:rPr>
              <a:t>R</a:t>
            </a:r>
            <a:r>
              <a:rPr lang="en-US" altLang="zh-CN" sz="1050" b="1" baseline="-25000" dirty="0">
                <a:solidFill>
                  <a:srgbClr val="0000FF"/>
                </a:solidFill>
                <a:latin typeface="微软雅黑" panose="020B0503020204020204" pitchFamily="34" charset="-122"/>
                <a:ea typeface="微软雅黑" panose="020B0503020204020204" pitchFamily="34" charset="-122"/>
              </a:rPr>
              <a:t>3</a:t>
            </a:r>
          </a:p>
        </p:txBody>
      </p:sp>
      <p:sp>
        <p:nvSpPr>
          <p:cNvPr id="484" name="Rectangle 427">
            <a:extLst>
              <a:ext uri="{FF2B5EF4-FFF2-40B4-BE49-F238E27FC236}">
                <a16:creationId xmlns:a16="http://schemas.microsoft.com/office/drawing/2014/main" id="{43FCDB3A-9D34-FA2E-FB49-7650DAB2B891}"/>
              </a:ext>
            </a:extLst>
          </p:cNvPr>
          <p:cNvSpPr>
            <a:spLocks noChangeArrowheads="1"/>
          </p:cNvSpPr>
          <p:nvPr/>
        </p:nvSpPr>
        <p:spPr bwMode="auto">
          <a:xfrm>
            <a:off x="5454690" y="2872820"/>
            <a:ext cx="15068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0000FF"/>
                </a:solidFill>
                <a:latin typeface="微软雅黑" panose="020B0503020204020204" pitchFamily="34" charset="-122"/>
                <a:ea typeface="微软雅黑" panose="020B0503020204020204" pitchFamily="34" charset="-122"/>
              </a:rPr>
              <a:t>R</a:t>
            </a:r>
            <a:r>
              <a:rPr lang="en-US" altLang="zh-CN" sz="1050" b="1" baseline="-25000">
                <a:solidFill>
                  <a:srgbClr val="0000FF"/>
                </a:solidFill>
                <a:latin typeface="微软雅黑" panose="020B0503020204020204" pitchFamily="34" charset="-122"/>
                <a:ea typeface="微软雅黑" panose="020B0503020204020204" pitchFamily="34" charset="-122"/>
              </a:rPr>
              <a:t>2</a:t>
            </a:r>
          </a:p>
        </p:txBody>
      </p:sp>
      <p:sp>
        <p:nvSpPr>
          <p:cNvPr id="485" name="Rectangle 429">
            <a:extLst>
              <a:ext uri="{FF2B5EF4-FFF2-40B4-BE49-F238E27FC236}">
                <a16:creationId xmlns:a16="http://schemas.microsoft.com/office/drawing/2014/main" id="{C660DDCE-DBC9-02B3-11E9-5C8F91386ADD}"/>
              </a:ext>
            </a:extLst>
          </p:cNvPr>
          <p:cNvSpPr>
            <a:spLocks noChangeArrowheads="1"/>
          </p:cNvSpPr>
          <p:nvPr/>
        </p:nvSpPr>
        <p:spPr bwMode="auto">
          <a:xfrm>
            <a:off x="3287338" y="188561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6" name="Rectangle 430">
            <a:extLst>
              <a:ext uri="{FF2B5EF4-FFF2-40B4-BE49-F238E27FC236}">
                <a16:creationId xmlns:a16="http://schemas.microsoft.com/office/drawing/2014/main" id="{B85B0E4E-DF35-ADE8-A8EF-4F2FCEA68EE7}"/>
              </a:ext>
            </a:extLst>
          </p:cNvPr>
          <p:cNvSpPr>
            <a:spLocks noChangeArrowheads="1"/>
          </p:cNvSpPr>
          <p:nvPr/>
        </p:nvSpPr>
        <p:spPr bwMode="auto">
          <a:xfrm>
            <a:off x="3330759" y="1837347"/>
            <a:ext cx="76302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u="sng" dirty="0">
                <a:latin typeface="微软雅黑" panose="020B0503020204020204" pitchFamily="34" charset="-122"/>
                <a:ea typeface="微软雅黑" panose="020B0503020204020204" pitchFamily="34" charset="-122"/>
              </a:rPr>
              <a:t>1.1.1.16/29</a:t>
            </a:r>
          </a:p>
        </p:txBody>
      </p:sp>
      <p:sp>
        <p:nvSpPr>
          <p:cNvPr id="487" name="Rectangle 431">
            <a:extLst>
              <a:ext uri="{FF2B5EF4-FFF2-40B4-BE49-F238E27FC236}">
                <a16:creationId xmlns:a16="http://schemas.microsoft.com/office/drawing/2014/main" id="{9FB6311E-9BE5-4A2F-D5A1-FC43BD62BD66}"/>
              </a:ext>
            </a:extLst>
          </p:cNvPr>
          <p:cNvSpPr>
            <a:spLocks noChangeArrowheads="1"/>
          </p:cNvSpPr>
          <p:nvPr/>
        </p:nvSpPr>
        <p:spPr bwMode="auto">
          <a:xfrm>
            <a:off x="3303044" y="173312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8" name="Rectangle 432">
            <a:extLst>
              <a:ext uri="{FF2B5EF4-FFF2-40B4-BE49-F238E27FC236}">
                <a16:creationId xmlns:a16="http://schemas.microsoft.com/office/drawing/2014/main" id="{6F246E29-C57D-B2CA-D373-659A47D6105D}"/>
              </a:ext>
            </a:extLst>
          </p:cNvPr>
          <p:cNvSpPr>
            <a:spLocks noChangeArrowheads="1"/>
          </p:cNvSpPr>
          <p:nvPr/>
        </p:nvSpPr>
        <p:spPr bwMode="auto">
          <a:xfrm>
            <a:off x="3345541" y="168486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3</a:t>
            </a:r>
            <a:endParaRPr lang="en-US" altLang="zh-CN" sz="1050" b="1" baseline="-25000" dirty="0">
              <a:latin typeface="微软雅黑" panose="020B0503020204020204" pitchFamily="34" charset="-122"/>
              <a:ea typeface="微软雅黑" panose="020B0503020204020204" pitchFamily="34" charset="-122"/>
            </a:endParaRPr>
          </a:p>
        </p:txBody>
      </p:sp>
      <p:sp>
        <p:nvSpPr>
          <p:cNvPr id="489" name="Rectangle 434">
            <a:extLst>
              <a:ext uri="{FF2B5EF4-FFF2-40B4-BE49-F238E27FC236}">
                <a16:creationId xmlns:a16="http://schemas.microsoft.com/office/drawing/2014/main" id="{D3DB1815-51A3-FB69-7D4D-5306913D56F5}"/>
              </a:ext>
            </a:extLst>
          </p:cNvPr>
          <p:cNvSpPr>
            <a:spLocks noChangeArrowheads="1"/>
          </p:cNvSpPr>
          <p:nvPr/>
        </p:nvSpPr>
        <p:spPr bwMode="auto">
          <a:xfrm>
            <a:off x="5013090" y="265369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0" name="Rectangle 438">
            <a:extLst>
              <a:ext uri="{FF2B5EF4-FFF2-40B4-BE49-F238E27FC236}">
                <a16:creationId xmlns:a16="http://schemas.microsoft.com/office/drawing/2014/main" id="{19F21ED6-F10A-22AE-99C2-8574F805ED4C}"/>
              </a:ext>
            </a:extLst>
          </p:cNvPr>
          <p:cNvSpPr>
            <a:spLocks noChangeArrowheads="1"/>
          </p:cNvSpPr>
          <p:nvPr/>
        </p:nvSpPr>
        <p:spPr bwMode="auto">
          <a:xfrm>
            <a:off x="5509197" y="247183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a:solidFill>
                  <a:srgbClr val="C00000"/>
                </a:solidFill>
                <a:latin typeface="微软雅黑" panose="020B0503020204020204" pitchFamily="34" charset="-122"/>
                <a:ea typeface="微软雅黑" panose="020B0503020204020204" pitchFamily="34" charset="-122"/>
              </a:rPr>
              <a:t>N</a:t>
            </a:r>
            <a:r>
              <a:rPr lang="en-US" altLang="zh-CN" sz="1050" b="1" baseline="-25000">
                <a:solidFill>
                  <a:srgbClr val="C00000"/>
                </a:solidFill>
                <a:latin typeface="微软雅黑" panose="020B0503020204020204" pitchFamily="34" charset="-122"/>
                <a:ea typeface="微软雅黑" panose="020B0503020204020204" pitchFamily="34" charset="-122"/>
              </a:rPr>
              <a:t>1</a:t>
            </a:r>
          </a:p>
        </p:txBody>
      </p:sp>
      <p:sp>
        <p:nvSpPr>
          <p:cNvPr id="491" name="Rectangle 440">
            <a:extLst>
              <a:ext uri="{FF2B5EF4-FFF2-40B4-BE49-F238E27FC236}">
                <a16:creationId xmlns:a16="http://schemas.microsoft.com/office/drawing/2014/main" id="{BD6FA0C6-33AB-0F3C-C22D-261B8B1496DD}"/>
              </a:ext>
            </a:extLst>
          </p:cNvPr>
          <p:cNvSpPr>
            <a:spLocks noChangeArrowheads="1"/>
          </p:cNvSpPr>
          <p:nvPr/>
        </p:nvSpPr>
        <p:spPr bwMode="auto">
          <a:xfrm>
            <a:off x="4692514" y="250120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2" name="Rectangle 441">
            <a:extLst>
              <a:ext uri="{FF2B5EF4-FFF2-40B4-BE49-F238E27FC236}">
                <a16:creationId xmlns:a16="http://schemas.microsoft.com/office/drawing/2014/main" id="{9AC337B3-FD79-0A95-5BC2-6DA95E09002A}"/>
              </a:ext>
            </a:extLst>
          </p:cNvPr>
          <p:cNvSpPr>
            <a:spLocks noChangeArrowheads="1"/>
          </p:cNvSpPr>
          <p:nvPr/>
        </p:nvSpPr>
        <p:spPr bwMode="auto">
          <a:xfrm>
            <a:off x="3823412" y="2428183"/>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N</a:t>
            </a:r>
            <a:r>
              <a:rPr lang="en-US" altLang="zh-CN" sz="1050" b="1" baseline="-25000" dirty="0">
                <a:solidFill>
                  <a:srgbClr val="C00000"/>
                </a:solidFill>
                <a:latin typeface="微软雅黑" panose="020B0503020204020204" pitchFamily="34" charset="-122"/>
                <a:ea typeface="微软雅黑" panose="020B0503020204020204" pitchFamily="34" charset="-122"/>
              </a:rPr>
              <a:t>2</a:t>
            </a:r>
          </a:p>
        </p:txBody>
      </p:sp>
      <p:sp>
        <p:nvSpPr>
          <p:cNvPr id="493" name="Rectangle 444">
            <a:extLst>
              <a:ext uri="{FF2B5EF4-FFF2-40B4-BE49-F238E27FC236}">
                <a16:creationId xmlns:a16="http://schemas.microsoft.com/office/drawing/2014/main" id="{29554FD5-ADBA-B040-D0F5-0C6BB6A8A8AC}"/>
              </a:ext>
            </a:extLst>
          </p:cNvPr>
          <p:cNvSpPr>
            <a:spLocks noChangeArrowheads="1"/>
          </p:cNvSpPr>
          <p:nvPr/>
        </p:nvSpPr>
        <p:spPr bwMode="auto">
          <a:xfrm>
            <a:off x="4848006" y="334539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1.1.1.28/31</a:t>
            </a:r>
          </a:p>
        </p:txBody>
      </p:sp>
      <p:sp>
        <p:nvSpPr>
          <p:cNvPr id="494" name="Rectangle 445">
            <a:extLst>
              <a:ext uri="{FF2B5EF4-FFF2-40B4-BE49-F238E27FC236}">
                <a16:creationId xmlns:a16="http://schemas.microsoft.com/office/drawing/2014/main" id="{C9D60E94-3FB6-677F-A1F1-5421A121BA66}"/>
              </a:ext>
            </a:extLst>
          </p:cNvPr>
          <p:cNvSpPr>
            <a:spLocks noChangeArrowheads="1"/>
          </p:cNvSpPr>
          <p:nvPr/>
        </p:nvSpPr>
        <p:spPr bwMode="auto">
          <a:xfrm>
            <a:off x="4834787" y="250120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Rectangle 446">
            <a:extLst>
              <a:ext uri="{FF2B5EF4-FFF2-40B4-BE49-F238E27FC236}">
                <a16:creationId xmlns:a16="http://schemas.microsoft.com/office/drawing/2014/main" id="{8D78A137-F4D9-871C-0CD0-80B371FBBF6D}"/>
              </a:ext>
            </a:extLst>
          </p:cNvPr>
          <p:cNvSpPr>
            <a:spLocks noChangeArrowheads="1"/>
          </p:cNvSpPr>
          <p:nvPr/>
        </p:nvSpPr>
        <p:spPr bwMode="auto">
          <a:xfrm>
            <a:off x="3993712" y="2436809"/>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1.1.1.26/31</a:t>
            </a:r>
          </a:p>
        </p:txBody>
      </p:sp>
      <p:sp>
        <p:nvSpPr>
          <p:cNvPr id="496" name="Rectangle 448">
            <a:extLst>
              <a:ext uri="{FF2B5EF4-FFF2-40B4-BE49-F238E27FC236}">
                <a16:creationId xmlns:a16="http://schemas.microsoft.com/office/drawing/2014/main" id="{93B3C814-3123-1FEB-E96B-43EAF51E5EC9}"/>
              </a:ext>
            </a:extLst>
          </p:cNvPr>
          <p:cNvSpPr>
            <a:spLocks noChangeArrowheads="1"/>
          </p:cNvSpPr>
          <p:nvPr/>
        </p:nvSpPr>
        <p:spPr bwMode="auto">
          <a:xfrm>
            <a:off x="5685974" y="2479744"/>
            <a:ext cx="7213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00" b="1" u="sng" dirty="0">
                <a:solidFill>
                  <a:srgbClr val="C00000"/>
                </a:solidFill>
                <a:latin typeface="微软雅黑" panose="020B0503020204020204" pitchFamily="34" charset="-122"/>
                <a:ea typeface="微软雅黑" panose="020B0503020204020204" pitchFamily="34" charset="-122"/>
              </a:rPr>
              <a:t>1.1.1.24/31</a:t>
            </a:r>
          </a:p>
        </p:txBody>
      </p:sp>
      <p:sp>
        <p:nvSpPr>
          <p:cNvPr id="497" name="Rectangle 435">
            <a:extLst>
              <a:ext uri="{FF2B5EF4-FFF2-40B4-BE49-F238E27FC236}">
                <a16:creationId xmlns:a16="http://schemas.microsoft.com/office/drawing/2014/main" id="{D30B2EEF-FD92-4CD1-B1D8-675A92F29F75}"/>
              </a:ext>
            </a:extLst>
          </p:cNvPr>
          <p:cNvSpPr>
            <a:spLocks noChangeArrowheads="1"/>
          </p:cNvSpPr>
          <p:nvPr/>
        </p:nvSpPr>
        <p:spPr bwMode="auto">
          <a:xfrm>
            <a:off x="4669080" y="3337488"/>
            <a:ext cx="16991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C00000"/>
                </a:solidFill>
                <a:latin typeface="微软雅黑" panose="020B0503020204020204" pitchFamily="34" charset="-122"/>
                <a:ea typeface="微软雅黑" panose="020B0503020204020204" pitchFamily="34" charset="-122"/>
              </a:rPr>
              <a:t>N</a:t>
            </a:r>
            <a:r>
              <a:rPr lang="en-US" altLang="zh-CN" sz="1050" b="1" baseline="-25000" dirty="0">
                <a:solidFill>
                  <a:srgbClr val="C00000"/>
                </a:solidFill>
                <a:latin typeface="微软雅黑" panose="020B0503020204020204" pitchFamily="34" charset="-122"/>
                <a:ea typeface="微软雅黑" panose="020B0503020204020204" pitchFamily="34" charset="-122"/>
              </a:rPr>
              <a:t>3</a:t>
            </a:r>
          </a:p>
        </p:txBody>
      </p:sp>
      <p:sp>
        <p:nvSpPr>
          <p:cNvPr id="498" name="Line 460">
            <a:extLst>
              <a:ext uri="{FF2B5EF4-FFF2-40B4-BE49-F238E27FC236}">
                <a16:creationId xmlns:a16="http://schemas.microsoft.com/office/drawing/2014/main" id="{E60368B4-AB3F-3F03-27E0-D3B0A9AF22C5}"/>
              </a:ext>
            </a:extLst>
          </p:cNvPr>
          <p:cNvSpPr>
            <a:spLocks noChangeShapeType="1"/>
          </p:cNvSpPr>
          <p:nvPr/>
        </p:nvSpPr>
        <p:spPr bwMode="auto">
          <a:xfrm>
            <a:off x="5843630" y="306258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Oval 29">
            <a:extLst>
              <a:ext uri="{FF2B5EF4-FFF2-40B4-BE49-F238E27FC236}">
                <a16:creationId xmlns:a16="http://schemas.microsoft.com/office/drawing/2014/main" id="{094D42C2-75A7-D624-DC40-209FB0155C55}"/>
              </a:ext>
            </a:extLst>
          </p:cNvPr>
          <p:cNvSpPr>
            <a:spLocks noChangeArrowheads="1"/>
          </p:cNvSpPr>
          <p:nvPr/>
        </p:nvSpPr>
        <p:spPr bwMode="auto">
          <a:xfrm>
            <a:off x="5969274" y="303434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Rectangle 341">
            <a:extLst>
              <a:ext uri="{FF2B5EF4-FFF2-40B4-BE49-F238E27FC236}">
                <a16:creationId xmlns:a16="http://schemas.microsoft.com/office/drawing/2014/main" id="{3766721F-A362-2DAC-406C-C98E625BE40D}"/>
              </a:ext>
            </a:extLst>
          </p:cNvPr>
          <p:cNvSpPr>
            <a:spLocks noChangeArrowheads="1"/>
          </p:cNvSpPr>
          <p:nvPr/>
        </p:nvSpPr>
        <p:spPr bwMode="auto">
          <a:xfrm>
            <a:off x="6650808" y="1896077"/>
            <a:ext cx="468706" cy="162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2</a:t>
            </a:r>
            <a:endParaRPr lang="en-US" altLang="zh-CN" sz="1050" b="1" baseline="-25000" dirty="0">
              <a:latin typeface="微软雅黑" panose="020B0503020204020204" pitchFamily="34" charset="-122"/>
              <a:ea typeface="微软雅黑" panose="020B0503020204020204" pitchFamily="34" charset="-122"/>
            </a:endParaRPr>
          </a:p>
        </p:txBody>
      </p:sp>
      <p:sp>
        <p:nvSpPr>
          <p:cNvPr id="501" name="Rectangle 323">
            <a:extLst>
              <a:ext uri="{FF2B5EF4-FFF2-40B4-BE49-F238E27FC236}">
                <a16:creationId xmlns:a16="http://schemas.microsoft.com/office/drawing/2014/main" id="{8A130048-5DFF-323E-1EAD-226479F1B7E7}"/>
              </a:ext>
            </a:extLst>
          </p:cNvPr>
          <p:cNvSpPr>
            <a:spLocks noChangeArrowheads="1"/>
          </p:cNvSpPr>
          <p:nvPr/>
        </p:nvSpPr>
        <p:spPr bwMode="auto">
          <a:xfrm>
            <a:off x="3856420" y="1157681"/>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050" b="1" dirty="0">
                <a:solidFill>
                  <a:srgbClr val="000000"/>
                </a:solidFill>
                <a:latin typeface="微软雅黑" panose="020B0503020204020204" pitchFamily="34" charset="-122"/>
                <a:ea typeface="微软雅黑" panose="020B0503020204020204" pitchFamily="34" charset="-122"/>
              </a:rPr>
              <a:t>LAN</a:t>
            </a:r>
            <a:r>
              <a:rPr lang="en-US" altLang="zh-CN" sz="1050" b="1" baseline="-25000" dirty="0">
                <a:solidFill>
                  <a:srgbClr val="000000"/>
                </a:solidFill>
                <a:latin typeface="微软雅黑" panose="020B0503020204020204" pitchFamily="34" charset="-122"/>
                <a:ea typeface="微软雅黑" panose="020B0503020204020204" pitchFamily="34" charset="-122"/>
              </a:rPr>
              <a:t>1</a:t>
            </a:r>
            <a:endParaRPr lang="en-US" altLang="zh-CN" sz="1050" b="1" baseline="-25000" dirty="0">
              <a:latin typeface="微软雅黑" panose="020B0503020204020204" pitchFamily="34" charset="-122"/>
              <a:ea typeface="微软雅黑" panose="020B0503020204020204" pitchFamily="34" charset="-122"/>
            </a:endParaRPr>
          </a:p>
        </p:txBody>
      </p:sp>
      <p:sp>
        <p:nvSpPr>
          <p:cNvPr id="502" name="Line 471">
            <a:extLst>
              <a:ext uri="{FF2B5EF4-FFF2-40B4-BE49-F238E27FC236}">
                <a16:creationId xmlns:a16="http://schemas.microsoft.com/office/drawing/2014/main" id="{719BD53A-2ABC-4564-EC01-73806EA3A801}"/>
              </a:ext>
            </a:extLst>
          </p:cNvPr>
          <p:cNvSpPr>
            <a:spLocks noChangeShapeType="1"/>
          </p:cNvSpPr>
          <p:nvPr/>
        </p:nvSpPr>
        <p:spPr bwMode="auto">
          <a:xfrm>
            <a:off x="4586271" y="147446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3" name="Oval 316">
            <a:extLst>
              <a:ext uri="{FF2B5EF4-FFF2-40B4-BE49-F238E27FC236}">
                <a16:creationId xmlns:a16="http://schemas.microsoft.com/office/drawing/2014/main" id="{F12ACB3D-3211-C6DB-8083-FF8B61B8F578}"/>
              </a:ext>
            </a:extLst>
          </p:cNvPr>
          <p:cNvSpPr>
            <a:spLocks noChangeArrowheads="1"/>
          </p:cNvSpPr>
          <p:nvPr/>
        </p:nvSpPr>
        <p:spPr bwMode="auto">
          <a:xfrm>
            <a:off x="4700829" y="155127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 name="Group 201">
            <a:extLst>
              <a:ext uri="{FF2B5EF4-FFF2-40B4-BE49-F238E27FC236}">
                <a16:creationId xmlns:a16="http://schemas.microsoft.com/office/drawing/2014/main" id="{C3F54457-457E-93DD-DB90-99F02E5BB2EA}"/>
              </a:ext>
            </a:extLst>
          </p:cNvPr>
          <p:cNvGrpSpPr>
            <a:grpSpLocks/>
          </p:cNvGrpSpPr>
          <p:nvPr/>
        </p:nvGrpSpPr>
        <p:grpSpPr bwMode="auto">
          <a:xfrm>
            <a:off x="4419054" y="1270022"/>
            <a:ext cx="244820" cy="264309"/>
            <a:chOff x="1813" y="593"/>
            <a:chExt cx="343" cy="352"/>
          </a:xfrm>
        </p:grpSpPr>
        <p:grpSp>
          <p:nvGrpSpPr>
            <p:cNvPr id="192" name="Group 202">
              <a:extLst>
                <a:ext uri="{FF2B5EF4-FFF2-40B4-BE49-F238E27FC236}">
                  <a16:creationId xmlns:a16="http://schemas.microsoft.com/office/drawing/2014/main" id="{8008D57A-11E6-414E-3EF0-E375828C5BA9}"/>
                </a:ext>
              </a:extLst>
            </p:cNvPr>
            <p:cNvGrpSpPr>
              <a:grpSpLocks/>
            </p:cNvGrpSpPr>
            <p:nvPr/>
          </p:nvGrpSpPr>
          <p:grpSpPr bwMode="auto">
            <a:xfrm>
              <a:off x="1821" y="599"/>
              <a:ext cx="335" cy="346"/>
              <a:chOff x="1821" y="599"/>
              <a:chExt cx="335" cy="346"/>
            </a:xfrm>
          </p:grpSpPr>
          <p:sp>
            <p:nvSpPr>
              <p:cNvPr id="519" name="Freeform 203">
                <a:extLst>
                  <a:ext uri="{FF2B5EF4-FFF2-40B4-BE49-F238E27FC236}">
                    <a16:creationId xmlns:a16="http://schemas.microsoft.com/office/drawing/2014/main" id="{3C90EBDD-3080-E251-FD4B-6A337BC70FD2}"/>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0" name="Freeform 204">
                <a:extLst>
                  <a:ext uri="{FF2B5EF4-FFF2-40B4-BE49-F238E27FC236}">
                    <a16:creationId xmlns:a16="http://schemas.microsoft.com/office/drawing/2014/main" id="{A60EB2A8-4203-F67E-E008-FCE08852A229}"/>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1" name="Freeform 205">
                <a:extLst>
                  <a:ext uri="{FF2B5EF4-FFF2-40B4-BE49-F238E27FC236}">
                    <a16:creationId xmlns:a16="http://schemas.microsoft.com/office/drawing/2014/main" id="{826500D7-337A-24AD-05CA-E4EF0394E522}"/>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2" name="Freeform 206">
                <a:extLst>
                  <a:ext uri="{FF2B5EF4-FFF2-40B4-BE49-F238E27FC236}">
                    <a16:creationId xmlns:a16="http://schemas.microsoft.com/office/drawing/2014/main" id="{2EAAF026-7A9C-E85D-67D7-D22287A778D8}"/>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3" name="Rectangle 207">
                <a:extLst>
                  <a:ext uri="{FF2B5EF4-FFF2-40B4-BE49-F238E27FC236}">
                    <a16:creationId xmlns:a16="http://schemas.microsoft.com/office/drawing/2014/main" id="{D65770E1-835F-5EE0-3ED5-D0608E309BB7}"/>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4" name="Rectangle 208">
                <a:extLst>
                  <a:ext uri="{FF2B5EF4-FFF2-40B4-BE49-F238E27FC236}">
                    <a16:creationId xmlns:a16="http://schemas.microsoft.com/office/drawing/2014/main" id="{34E57860-F185-65D8-3919-06493F7DB8CB}"/>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5" name="Rectangle 209">
                <a:extLst>
                  <a:ext uri="{FF2B5EF4-FFF2-40B4-BE49-F238E27FC236}">
                    <a16:creationId xmlns:a16="http://schemas.microsoft.com/office/drawing/2014/main" id="{1B4FF65A-DD21-4FE6-AAD6-99C97795DE68}"/>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6" name="Line 210">
                <a:extLst>
                  <a:ext uri="{FF2B5EF4-FFF2-40B4-BE49-F238E27FC236}">
                    <a16:creationId xmlns:a16="http://schemas.microsoft.com/office/drawing/2014/main" id="{4FC33C30-CE14-E538-8AC2-089CD16B4A57}"/>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 name="Group 211">
                <a:extLst>
                  <a:ext uri="{FF2B5EF4-FFF2-40B4-BE49-F238E27FC236}">
                    <a16:creationId xmlns:a16="http://schemas.microsoft.com/office/drawing/2014/main" id="{669F0761-36A3-2C8E-AA3B-EAAA3E31926A}"/>
                  </a:ext>
                </a:extLst>
              </p:cNvPr>
              <p:cNvGrpSpPr>
                <a:grpSpLocks/>
              </p:cNvGrpSpPr>
              <p:nvPr/>
            </p:nvGrpSpPr>
            <p:grpSpPr bwMode="auto">
              <a:xfrm>
                <a:off x="1821" y="895"/>
                <a:ext cx="335" cy="50"/>
                <a:chOff x="1821" y="895"/>
                <a:chExt cx="335" cy="50"/>
              </a:xfrm>
            </p:grpSpPr>
            <p:sp>
              <p:nvSpPr>
                <p:cNvPr id="528" name="Freeform 212">
                  <a:extLst>
                    <a:ext uri="{FF2B5EF4-FFF2-40B4-BE49-F238E27FC236}">
                      <a16:creationId xmlns:a16="http://schemas.microsoft.com/office/drawing/2014/main" id="{E89A369D-6FD3-977E-59EC-BD6472898D78}"/>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9" name="Freeform 213">
                  <a:extLst>
                    <a:ext uri="{FF2B5EF4-FFF2-40B4-BE49-F238E27FC236}">
                      <a16:creationId xmlns:a16="http://schemas.microsoft.com/office/drawing/2014/main" id="{D5BF38DE-54E3-8644-C14C-EE56C8BCB5FA}"/>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0" name="Rectangle 214">
                  <a:extLst>
                    <a:ext uri="{FF2B5EF4-FFF2-40B4-BE49-F238E27FC236}">
                      <a16:creationId xmlns:a16="http://schemas.microsoft.com/office/drawing/2014/main" id="{83EEF9ED-9732-FC98-88CA-296CF55F4FE7}"/>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4" name="Group 215">
              <a:extLst>
                <a:ext uri="{FF2B5EF4-FFF2-40B4-BE49-F238E27FC236}">
                  <a16:creationId xmlns:a16="http://schemas.microsoft.com/office/drawing/2014/main" id="{8105DF20-9594-1534-FCF4-790B816057E2}"/>
                </a:ext>
              </a:extLst>
            </p:cNvPr>
            <p:cNvGrpSpPr>
              <a:grpSpLocks/>
            </p:cNvGrpSpPr>
            <p:nvPr/>
          </p:nvGrpSpPr>
          <p:grpSpPr bwMode="auto">
            <a:xfrm>
              <a:off x="1813" y="593"/>
              <a:ext cx="335" cy="346"/>
              <a:chOff x="1813" y="593"/>
              <a:chExt cx="335" cy="346"/>
            </a:xfrm>
          </p:grpSpPr>
          <p:sp>
            <p:nvSpPr>
              <p:cNvPr id="507" name="Freeform 216">
                <a:extLst>
                  <a:ext uri="{FF2B5EF4-FFF2-40B4-BE49-F238E27FC236}">
                    <a16:creationId xmlns:a16="http://schemas.microsoft.com/office/drawing/2014/main" id="{88387AC5-CD0F-DAD4-0FE5-91F0AE3239EB}"/>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Freeform 217">
                <a:extLst>
                  <a:ext uri="{FF2B5EF4-FFF2-40B4-BE49-F238E27FC236}">
                    <a16:creationId xmlns:a16="http://schemas.microsoft.com/office/drawing/2014/main" id="{E8E8F0E7-6979-0822-4395-DF8658841A55}"/>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Freeform 218">
                <a:extLst>
                  <a:ext uri="{FF2B5EF4-FFF2-40B4-BE49-F238E27FC236}">
                    <a16:creationId xmlns:a16="http://schemas.microsoft.com/office/drawing/2014/main" id="{7E3DE65D-6E02-696C-FF55-B08DF475916B}"/>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Freeform 219">
                <a:extLst>
                  <a:ext uri="{FF2B5EF4-FFF2-40B4-BE49-F238E27FC236}">
                    <a16:creationId xmlns:a16="http://schemas.microsoft.com/office/drawing/2014/main" id="{4D5EFACC-831A-4D7F-29D7-8F3EFEDC00C0}"/>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Rectangle 220">
                <a:extLst>
                  <a:ext uri="{FF2B5EF4-FFF2-40B4-BE49-F238E27FC236}">
                    <a16:creationId xmlns:a16="http://schemas.microsoft.com/office/drawing/2014/main" id="{59A4B0DF-0A59-A2D9-1748-AA33BB8D4ED1}"/>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2" name="Rectangle 221">
                <a:extLst>
                  <a:ext uri="{FF2B5EF4-FFF2-40B4-BE49-F238E27FC236}">
                    <a16:creationId xmlns:a16="http://schemas.microsoft.com/office/drawing/2014/main" id="{8265FA08-EFF3-0ADF-06B1-F45D06D40FC5}"/>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3" name="Rectangle 222">
                <a:extLst>
                  <a:ext uri="{FF2B5EF4-FFF2-40B4-BE49-F238E27FC236}">
                    <a16:creationId xmlns:a16="http://schemas.microsoft.com/office/drawing/2014/main" id="{0424DD4D-1F14-A344-ABD5-768139396F89}"/>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4" name="Line 223">
                <a:extLst>
                  <a:ext uri="{FF2B5EF4-FFF2-40B4-BE49-F238E27FC236}">
                    <a16:creationId xmlns:a16="http://schemas.microsoft.com/office/drawing/2014/main" id="{335EAD04-1166-EDDD-ED1C-43989D574B55}"/>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 name="Group 224">
                <a:extLst>
                  <a:ext uri="{FF2B5EF4-FFF2-40B4-BE49-F238E27FC236}">
                    <a16:creationId xmlns:a16="http://schemas.microsoft.com/office/drawing/2014/main" id="{47C7EDAD-3651-9353-E0E3-51F9F13EBD70}"/>
                  </a:ext>
                </a:extLst>
              </p:cNvPr>
              <p:cNvGrpSpPr>
                <a:grpSpLocks/>
              </p:cNvGrpSpPr>
              <p:nvPr/>
            </p:nvGrpSpPr>
            <p:grpSpPr bwMode="auto">
              <a:xfrm>
                <a:off x="1813" y="888"/>
                <a:ext cx="335" cy="51"/>
                <a:chOff x="1813" y="888"/>
                <a:chExt cx="335" cy="51"/>
              </a:xfrm>
            </p:grpSpPr>
            <p:sp>
              <p:nvSpPr>
                <p:cNvPr id="516" name="Freeform 225">
                  <a:extLst>
                    <a:ext uri="{FF2B5EF4-FFF2-40B4-BE49-F238E27FC236}">
                      <a16:creationId xmlns:a16="http://schemas.microsoft.com/office/drawing/2014/main" id="{FB33D9D6-C392-E247-BFFF-30CF11BC51D0}"/>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7" name="Freeform 226">
                  <a:extLst>
                    <a:ext uri="{FF2B5EF4-FFF2-40B4-BE49-F238E27FC236}">
                      <a16:creationId xmlns:a16="http://schemas.microsoft.com/office/drawing/2014/main" id="{ACC5BE1B-691E-6B67-653A-C3ED8DC31B66}"/>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8" name="Rectangle 227">
                  <a:extLst>
                    <a:ext uri="{FF2B5EF4-FFF2-40B4-BE49-F238E27FC236}">
                      <a16:creationId xmlns:a16="http://schemas.microsoft.com/office/drawing/2014/main" id="{88FA9AD1-E867-E9F1-4FB9-AB939A346D7E}"/>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31" name="Line 472">
            <a:extLst>
              <a:ext uri="{FF2B5EF4-FFF2-40B4-BE49-F238E27FC236}">
                <a16:creationId xmlns:a16="http://schemas.microsoft.com/office/drawing/2014/main" id="{357E0823-9F38-68BD-623C-359E5951472A}"/>
              </a:ext>
            </a:extLst>
          </p:cNvPr>
          <p:cNvSpPr>
            <a:spLocks noChangeShapeType="1"/>
          </p:cNvSpPr>
          <p:nvPr/>
        </p:nvSpPr>
        <p:spPr bwMode="auto">
          <a:xfrm flipH="1">
            <a:off x="5256986" y="159758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2" name="Line 473">
            <a:extLst>
              <a:ext uri="{FF2B5EF4-FFF2-40B4-BE49-F238E27FC236}">
                <a16:creationId xmlns:a16="http://schemas.microsoft.com/office/drawing/2014/main" id="{62C0CE48-D7D8-36D7-05DD-F7029682B8D8}"/>
              </a:ext>
            </a:extLst>
          </p:cNvPr>
          <p:cNvSpPr>
            <a:spLocks noChangeShapeType="1"/>
          </p:cNvSpPr>
          <p:nvPr/>
        </p:nvSpPr>
        <p:spPr bwMode="auto">
          <a:xfrm>
            <a:off x="5131343" y="141347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Oval 317">
            <a:extLst>
              <a:ext uri="{FF2B5EF4-FFF2-40B4-BE49-F238E27FC236}">
                <a16:creationId xmlns:a16="http://schemas.microsoft.com/office/drawing/2014/main" id="{3E6D2B8C-68D6-48CB-9E12-8C31834D9186}"/>
              </a:ext>
            </a:extLst>
          </p:cNvPr>
          <p:cNvSpPr>
            <a:spLocks noChangeArrowheads="1"/>
          </p:cNvSpPr>
          <p:nvPr/>
        </p:nvSpPr>
        <p:spPr bwMode="auto">
          <a:xfrm>
            <a:off x="5547075" y="164728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96" name="Group 230">
            <a:extLst>
              <a:ext uri="{FF2B5EF4-FFF2-40B4-BE49-F238E27FC236}">
                <a16:creationId xmlns:a16="http://schemas.microsoft.com/office/drawing/2014/main" id="{5392B453-9BA7-ED84-076B-DE80EB4D4131}"/>
              </a:ext>
            </a:extLst>
          </p:cNvPr>
          <p:cNvGrpSpPr>
            <a:grpSpLocks/>
          </p:cNvGrpSpPr>
          <p:nvPr/>
        </p:nvGrpSpPr>
        <p:grpSpPr bwMode="auto">
          <a:xfrm>
            <a:off x="5005699" y="1189825"/>
            <a:ext cx="244820" cy="264309"/>
            <a:chOff x="2868" y="593"/>
            <a:chExt cx="343" cy="352"/>
          </a:xfrm>
        </p:grpSpPr>
        <p:grpSp>
          <p:nvGrpSpPr>
            <p:cNvPr id="197" name="Group 231">
              <a:extLst>
                <a:ext uri="{FF2B5EF4-FFF2-40B4-BE49-F238E27FC236}">
                  <a16:creationId xmlns:a16="http://schemas.microsoft.com/office/drawing/2014/main" id="{2009BF92-B301-6A47-6CC9-49F536576F5A}"/>
                </a:ext>
              </a:extLst>
            </p:cNvPr>
            <p:cNvGrpSpPr>
              <a:grpSpLocks/>
            </p:cNvGrpSpPr>
            <p:nvPr/>
          </p:nvGrpSpPr>
          <p:grpSpPr bwMode="auto">
            <a:xfrm>
              <a:off x="2877" y="599"/>
              <a:ext cx="334" cy="346"/>
              <a:chOff x="2877" y="599"/>
              <a:chExt cx="334" cy="346"/>
            </a:xfrm>
          </p:grpSpPr>
          <p:sp>
            <p:nvSpPr>
              <p:cNvPr id="549" name="Freeform 232">
                <a:extLst>
                  <a:ext uri="{FF2B5EF4-FFF2-40B4-BE49-F238E27FC236}">
                    <a16:creationId xmlns:a16="http://schemas.microsoft.com/office/drawing/2014/main" id="{3E3B390B-F5F5-7785-C6D8-0C9AFCF05EB9}"/>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Freeform 233">
                <a:extLst>
                  <a:ext uri="{FF2B5EF4-FFF2-40B4-BE49-F238E27FC236}">
                    <a16:creationId xmlns:a16="http://schemas.microsoft.com/office/drawing/2014/main" id="{B0F01030-7DF4-8470-CD6C-639B74F9A7C1}"/>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34">
                <a:extLst>
                  <a:ext uri="{FF2B5EF4-FFF2-40B4-BE49-F238E27FC236}">
                    <a16:creationId xmlns:a16="http://schemas.microsoft.com/office/drawing/2014/main" id="{430B44EE-2759-F995-8481-6EF74E06BBCC}"/>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35">
                <a:extLst>
                  <a:ext uri="{FF2B5EF4-FFF2-40B4-BE49-F238E27FC236}">
                    <a16:creationId xmlns:a16="http://schemas.microsoft.com/office/drawing/2014/main" id="{1B0668F9-BC5D-A3BF-D0FD-D11A6F816383}"/>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Rectangle 236">
                <a:extLst>
                  <a:ext uri="{FF2B5EF4-FFF2-40B4-BE49-F238E27FC236}">
                    <a16:creationId xmlns:a16="http://schemas.microsoft.com/office/drawing/2014/main" id="{9900A93F-1F8C-41B1-9DFA-D111C744CA88}"/>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4" name="Rectangle 237">
                <a:extLst>
                  <a:ext uri="{FF2B5EF4-FFF2-40B4-BE49-F238E27FC236}">
                    <a16:creationId xmlns:a16="http://schemas.microsoft.com/office/drawing/2014/main" id="{726252E9-7526-432F-C810-6AEEE796BC1C}"/>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5" name="Rectangle 238">
                <a:extLst>
                  <a:ext uri="{FF2B5EF4-FFF2-40B4-BE49-F238E27FC236}">
                    <a16:creationId xmlns:a16="http://schemas.microsoft.com/office/drawing/2014/main" id="{B5FD74F1-CBCB-EA5E-A03B-997CEB308DED}"/>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6" name="Line 239">
                <a:extLst>
                  <a:ext uri="{FF2B5EF4-FFF2-40B4-BE49-F238E27FC236}">
                    <a16:creationId xmlns:a16="http://schemas.microsoft.com/office/drawing/2014/main" id="{4AD2C3BA-587B-F4AD-905A-2A6A9936B094}"/>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8" name="Group 240">
                <a:extLst>
                  <a:ext uri="{FF2B5EF4-FFF2-40B4-BE49-F238E27FC236}">
                    <a16:creationId xmlns:a16="http://schemas.microsoft.com/office/drawing/2014/main" id="{85E8942A-CD3F-4E0D-2CEA-99E79A5C725A}"/>
                  </a:ext>
                </a:extLst>
              </p:cNvPr>
              <p:cNvGrpSpPr>
                <a:grpSpLocks/>
              </p:cNvGrpSpPr>
              <p:nvPr/>
            </p:nvGrpSpPr>
            <p:grpSpPr bwMode="auto">
              <a:xfrm>
                <a:off x="2877" y="895"/>
                <a:ext cx="334" cy="50"/>
                <a:chOff x="2877" y="895"/>
                <a:chExt cx="334" cy="50"/>
              </a:xfrm>
            </p:grpSpPr>
            <p:sp>
              <p:nvSpPr>
                <p:cNvPr id="558" name="Freeform 241">
                  <a:extLst>
                    <a:ext uri="{FF2B5EF4-FFF2-40B4-BE49-F238E27FC236}">
                      <a16:creationId xmlns:a16="http://schemas.microsoft.com/office/drawing/2014/main" id="{75157A59-5FCB-237E-7342-46685523504D}"/>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42">
                  <a:extLst>
                    <a:ext uri="{FF2B5EF4-FFF2-40B4-BE49-F238E27FC236}">
                      <a16:creationId xmlns:a16="http://schemas.microsoft.com/office/drawing/2014/main" id="{B9AD6343-AF6E-5556-447B-EB4879AB3F89}"/>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Rectangle 243">
                  <a:extLst>
                    <a:ext uri="{FF2B5EF4-FFF2-40B4-BE49-F238E27FC236}">
                      <a16:creationId xmlns:a16="http://schemas.microsoft.com/office/drawing/2014/main" id="{83D544EA-B974-5E3B-49D3-1DC2F1F200B4}"/>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44">
              <a:extLst>
                <a:ext uri="{FF2B5EF4-FFF2-40B4-BE49-F238E27FC236}">
                  <a16:creationId xmlns:a16="http://schemas.microsoft.com/office/drawing/2014/main" id="{0AB66268-8AE8-890B-6058-932A28586DE3}"/>
                </a:ext>
              </a:extLst>
            </p:cNvPr>
            <p:cNvGrpSpPr>
              <a:grpSpLocks/>
            </p:cNvGrpSpPr>
            <p:nvPr/>
          </p:nvGrpSpPr>
          <p:grpSpPr bwMode="auto">
            <a:xfrm>
              <a:off x="2868" y="593"/>
              <a:ext cx="335" cy="346"/>
              <a:chOff x="2868" y="593"/>
              <a:chExt cx="335" cy="346"/>
            </a:xfrm>
          </p:grpSpPr>
          <p:sp>
            <p:nvSpPr>
              <p:cNvPr id="537" name="Freeform 245">
                <a:extLst>
                  <a:ext uri="{FF2B5EF4-FFF2-40B4-BE49-F238E27FC236}">
                    <a16:creationId xmlns:a16="http://schemas.microsoft.com/office/drawing/2014/main" id="{EF6B6EFC-4451-7604-3021-5D6EAADBF481}"/>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46">
                <a:extLst>
                  <a:ext uri="{FF2B5EF4-FFF2-40B4-BE49-F238E27FC236}">
                    <a16:creationId xmlns:a16="http://schemas.microsoft.com/office/drawing/2014/main" id="{FEDDEF19-31D9-47DB-4E69-15F9E2B60D64}"/>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47">
                <a:extLst>
                  <a:ext uri="{FF2B5EF4-FFF2-40B4-BE49-F238E27FC236}">
                    <a16:creationId xmlns:a16="http://schemas.microsoft.com/office/drawing/2014/main" id="{37B97C92-7863-6BE6-0C5D-4821433BC739}"/>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48">
                <a:extLst>
                  <a:ext uri="{FF2B5EF4-FFF2-40B4-BE49-F238E27FC236}">
                    <a16:creationId xmlns:a16="http://schemas.microsoft.com/office/drawing/2014/main" id="{174B35AF-115F-CE9B-48BF-BC234B21D819}"/>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Rectangle 249">
                <a:extLst>
                  <a:ext uri="{FF2B5EF4-FFF2-40B4-BE49-F238E27FC236}">
                    <a16:creationId xmlns:a16="http://schemas.microsoft.com/office/drawing/2014/main" id="{3D4025F8-5824-A4E6-8EF8-8C23303F00B1}"/>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2" name="Rectangle 250">
                <a:extLst>
                  <a:ext uri="{FF2B5EF4-FFF2-40B4-BE49-F238E27FC236}">
                    <a16:creationId xmlns:a16="http://schemas.microsoft.com/office/drawing/2014/main" id="{D31A600A-CF33-C957-DA29-88E78FEB3DCA}"/>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3" name="Rectangle 251">
                <a:extLst>
                  <a:ext uri="{FF2B5EF4-FFF2-40B4-BE49-F238E27FC236}">
                    <a16:creationId xmlns:a16="http://schemas.microsoft.com/office/drawing/2014/main" id="{9F9B3938-B3C1-AD75-EBED-02ECB0EC287F}"/>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4" name="Line 252">
                <a:extLst>
                  <a:ext uri="{FF2B5EF4-FFF2-40B4-BE49-F238E27FC236}">
                    <a16:creationId xmlns:a16="http://schemas.microsoft.com/office/drawing/2014/main" id="{576C1DDD-7662-7AC3-4FCA-11A523BD574F}"/>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0" name="Group 253">
                <a:extLst>
                  <a:ext uri="{FF2B5EF4-FFF2-40B4-BE49-F238E27FC236}">
                    <a16:creationId xmlns:a16="http://schemas.microsoft.com/office/drawing/2014/main" id="{7AB15146-F262-1BCC-A1FB-E211E1F7DE40}"/>
                  </a:ext>
                </a:extLst>
              </p:cNvPr>
              <p:cNvGrpSpPr>
                <a:grpSpLocks/>
              </p:cNvGrpSpPr>
              <p:nvPr/>
            </p:nvGrpSpPr>
            <p:grpSpPr bwMode="auto">
              <a:xfrm>
                <a:off x="2868" y="888"/>
                <a:ext cx="335" cy="51"/>
                <a:chOff x="2868" y="888"/>
                <a:chExt cx="335" cy="51"/>
              </a:xfrm>
            </p:grpSpPr>
            <p:sp>
              <p:nvSpPr>
                <p:cNvPr id="546" name="Freeform 254">
                  <a:extLst>
                    <a:ext uri="{FF2B5EF4-FFF2-40B4-BE49-F238E27FC236}">
                      <a16:creationId xmlns:a16="http://schemas.microsoft.com/office/drawing/2014/main" id="{35BF33A5-75B2-C78B-27C7-538BAD21C350}"/>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7" name="Freeform 255">
                  <a:extLst>
                    <a:ext uri="{FF2B5EF4-FFF2-40B4-BE49-F238E27FC236}">
                      <a16:creationId xmlns:a16="http://schemas.microsoft.com/office/drawing/2014/main" id="{EE25538A-D18A-3497-163F-7A2D911B723F}"/>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Rectangle 256">
                  <a:extLst>
                    <a:ext uri="{FF2B5EF4-FFF2-40B4-BE49-F238E27FC236}">
                      <a16:creationId xmlns:a16="http://schemas.microsoft.com/office/drawing/2014/main" id="{4F57B092-422D-9697-68E2-1A9540F1BD4B}"/>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561" name="Oval 318">
            <a:extLst>
              <a:ext uri="{FF2B5EF4-FFF2-40B4-BE49-F238E27FC236}">
                <a16:creationId xmlns:a16="http://schemas.microsoft.com/office/drawing/2014/main" id="{8B55080A-4B85-EB04-D8FF-7852D3B0CB3E}"/>
              </a:ext>
            </a:extLst>
          </p:cNvPr>
          <p:cNvSpPr>
            <a:spLocks noChangeArrowheads="1"/>
          </p:cNvSpPr>
          <p:nvPr/>
        </p:nvSpPr>
        <p:spPr bwMode="auto">
          <a:xfrm>
            <a:off x="5110094" y="154675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1" name="Group 257">
            <a:extLst>
              <a:ext uri="{FF2B5EF4-FFF2-40B4-BE49-F238E27FC236}">
                <a16:creationId xmlns:a16="http://schemas.microsoft.com/office/drawing/2014/main" id="{C39FFD95-CD32-891E-0285-B3C7BF26A4A6}"/>
              </a:ext>
            </a:extLst>
          </p:cNvPr>
          <p:cNvGrpSpPr>
            <a:grpSpLocks/>
          </p:cNvGrpSpPr>
          <p:nvPr/>
        </p:nvGrpSpPr>
        <p:grpSpPr bwMode="auto">
          <a:xfrm>
            <a:off x="5667175" y="1401047"/>
            <a:ext cx="244820" cy="264309"/>
            <a:chOff x="3915" y="593"/>
            <a:chExt cx="343" cy="352"/>
          </a:xfrm>
        </p:grpSpPr>
        <p:grpSp>
          <p:nvGrpSpPr>
            <p:cNvPr id="202" name="Group 258">
              <a:extLst>
                <a:ext uri="{FF2B5EF4-FFF2-40B4-BE49-F238E27FC236}">
                  <a16:creationId xmlns:a16="http://schemas.microsoft.com/office/drawing/2014/main" id="{8D4DB2C6-E024-EFB5-C461-DE6222CB6DC3}"/>
                </a:ext>
              </a:extLst>
            </p:cNvPr>
            <p:cNvGrpSpPr>
              <a:grpSpLocks/>
            </p:cNvGrpSpPr>
            <p:nvPr/>
          </p:nvGrpSpPr>
          <p:grpSpPr bwMode="auto">
            <a:xfrm>
              <a:off x="3924" y="599"/>
              <a:ext cx="334" cy="346"/>
              <a:chOff x="3924" y="599"/>
              <a:chExt cx="334" cy="346"/>
            </a:xfrm>
          </p:grpSpPr>
          <p:sp>
            <p:nvSpPr>
              <p:cNvPr id="577" name="Freeform 259">
                <a:extLst>
                  <a:ext uri="{FF2B5EF4-FFF2-40B4-BE49-F238E27FC236}">
                    <a16:creationId xmlns:a16="http://schemas.microsoft.com/office/drawing/2014/main" id="{7634029A-B6F5-5B2D-C139-B46DBAC4524B}"/>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8" name="Freeform 260">
                <a:extLst>
                  <a:ext uri="{FF2B5EF4-FFF2-40B4-BE49-F238E27FC236}">
                    <a16:creationId xmlns:a16="http://schemas.microsoft.com/office/drawing/2014/main" id="{B05C7BF3-0A94-1600-7D02-AD4FAA672F3B}"/>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9" name="Freeform 261">
                <a:extLst>
                  <a:ext uri="{FF2B5EF4-FFF2-40B4-BE49-F238E27FC236}">
                    <a16:creationId xmlns:a16="http://schemas.microsoft.com/office/drawing/2014/main" id="{E42D2D77-334A-B9C0-E2F4-9F628CC05B52}"/>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0" name="Freeform 262">
                <a:extLst>
                  <a:ext uri="{FF2B5EF4-FFF2-40B4-BE49-F238E27FC236}">
                    <a16:creationId xmlns:a16="http://schemas.microsoft.com/office/drawing/2014/main" id="{B6F3ABD1-AA16-6F3A-E4E0-BF271D531127}"/>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1" name="Rectangle 263">
                <a:extLst>
                  <a:ext uri="{FF2B5EF4-FFF2-40B4-BE49-F238E27FC236}">
                    <a16:creationId xmlns:a16="http://schemas.microsoft.com/office/drawing/2014/main" id="{9745DAE7-63E2-9DB0-FC4D-2BBA30F4020D}"/>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2" name="Rectangle 264">
                <a:extLst>
                  <a:ext uri="{FF2B5EF4-FFF2-40B4-BE49-F238E27FC236}">
                    <a16:creationId xmlns:a16="http://schemas.microsoft.com/office/drawing/2014/main" id="{9E609A35-C2E2-CBDE-0657-0AF6D8517697}"/>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3" name="Rectangle 265">
                <a:extLst>
                  <a:ext uri="{FF2B5EF4-FFF2-40B4-BE49-F238E27FC236}">
                    <a16:creationId xmlns:a16="http://schemas.microsoft.com/office/drawing/2014/main" id="{45FA9A61-1F34-2DF8-E2CF-82952FE80340}"/>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4" name="Line 266">
                <a:extLst>
                  <a:ext uri="{FF2B5EF4-FFF2-40B4-BE49-F238E27FC236}">
                    <a16:creationId xmlns:a16="http://schemas.microsoft.com/office/drawing/2014/main" id="{BFDA8655-4944-E86F-7D36-71B3AC3E963D}"/>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3" name="Group 267">
                <a:extLst>
                  <a:ext uri="{FF2B5EF4-FFF2-40B4-BE49-F238E27FC236}">
                    <a16:creationId xmlns:a16="http://schemas.microsoft.com/office/drawing/2014/main" id="{65476B4F-F5F8-3E20-125B-C9D610A23A0A}"/>
                  </a:ext>
                </a:extLst>
              </p:cNvPr>
              <p:cNvGrpSpPr>
                <a:grpSpLocks/>
              </p:cNvGrpSpPr>
              <p:nvPr/>
            </p:nvGrpSpPr>
            <p:grpSpPr bwMode="auto">
              <a:xfrm>
                <a:off x="3924" y="895"/>
                <a:ext cx="334" cy="50"/>
                <a:chOff x="3924" y="895"/>
                <a:chExt cx="334" cy="50"/>
              </a:xfrm>
            </p:grpSpPr>
            <p:sp>
              <p:nvSpPr>
                <p:cNvPr id="586" name="Freeform 268">
                  <a:extLst>
                    <a:ext uri="{FF2B5EF4-FFF2-40B4-BE49-F238E27FC236}">
                      <a16:creationId xmlns:a16="http://schemas.microsoft.com/office/drawing/2014/main" id="{8C19E2C9-CA78-51D1-B63D-15A96C9E5AA7}"/>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69">
                  <a:extLst>
                    <a:ext uri="{FF2B5EF4-FFF2-40B4-BE49-F238E27FC236}">
                      <a16:creationId xmlns:a16="http://schemas.microsoft.com/office/drawing/2014/main" id="{8C6D4ECC-4BC8-E004-1708-D7671C98BE9E}"/>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8" name="Rectangle 270">
                  <a:extLst>
                    <a:ext uri="{FF2B5EF4-FFF2-40B4-BE49-F238E27FC236}">
                      <a16:creationId xmlns:a16="http://schemas.microsoft.com/office/drawing/2014/main" id="{DD2F8700-DC99-847C-A409-6D13A1B0ADF2}"/>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04" name="Group 271">
              <a:extLst>
                <a:ext uri="{FF2B5EF4-FFF2-40B4-BE49-F238E27FC236}">
                  <a16:creationId xmlns:a16="http://schemas.microsoft.com/office/drawing/2014/main" id="{5AAC74B2-4B08-73B1-141A-CD8A4DCDDBBC}"/>
                </a:ext>
              </a:extLst>
            </p:cNvPr>
            <p:cNvGrpSpPr>
              <a:grpSpLocks/>
            </p:cNvGrpSpPr>
            <p:nvPr/>
          </p:nvGrpSpPr>
          <p:grpSpPr bwMode="auto">
            <a:xfrm>
              <a:off x="3915" y="593"/>
              <a:ext cx="335" cy="346"/>
              <a:chOff x="3915" y="593"/>
              <a:chExt cx="335" cy="346"/>
            </a:xfrm>
          </p:grpSpPr>
          <p:sp>
            <p:nvSpPr>
              <p:cNvPr id="565" name="Freeform 272">
                <a:extLst>
                  <a:ext uri="{FF2B5EF4-FFF2-40B4-BE49-F238E27FC236}">
                    <a16:creationId xmlns:a16="http://schemas.microsoft.com/office/drawing/2014/main" id="{BAC2DDE3-5164-0A5B-F26A-ADC6CD7A4D11}"/>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6" name="Freeform 273">
                <a:extLst>
                  <a:ext uri="{FF2B5EF4-FFF2-40B4-BE49-F238E27FC236}">
                    <a16:creationId xmlns:a16="http://schemas.microsoft.com/office/drawing/2014/main" id="{93B7A42A-FEE4-029A-33DC-5E69B5AC936B}"/>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74">
                <a:extLst>
                  <a:ext uri="{FF2B5EF4-FFF2-40B4-BE49-F238E27FC236}">
                    <a16:creationId xmlns:a16="http://schemas.microsoft.com/office/drawing/2014/main" id="{59111086-5022-9B04-75F9-F9ACFF870F85}"/>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Freeform 275">
                <a:extLst>
                  <a:ext uri="{FF2B5EF4-FFF2-40B4-BE49-F238E27FC236}">
                    <a16:creationId xmlns:a16="http://schemas.microsoft.com/office/drawing/2014/main" id="{13065025-A750-F613-65FF-B080EE62D5B5}"/>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9" name="Rectangle 276">
                <a:extLst>
                  <a:ext uri="{FF2B5EF4-FFF2-40B4-BE49-F238E27FC236}">
                    <a16:creationId xmlns:a16="http://schemas.microsoft.com/office/drawing/2014/main" id="{69458EC5-712D-1729-97AC-451129403711}"/>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0" name="Rectangle 277">
                <a:extLst>
                  <a:ext uri="{FF2B5EF4-FFF2-40B4-BE49-F238E27FC236}">
                    <a16:creationId xmlns:a16="http://schemas.microsoft.com/office/drawing/2014/main" id="{B899F82E-15CF-682F-F8AB-A33BA6A07F72}"/>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1" name="Rectangle 278">
                <a:extLst>
                  <a:ext uri="{FF2B5EF4-FFF2-40B4-BE49-F238E27FC236}">
                    <a16:creationId xmlns:a16="http://schemas.microsoft.com/office/drawing/2014/main" id="{F4BAAC83-30C2-2BD3-2E0F-F3AC7FD6F16D}"/>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2" name="Line 279">
                <a:extLst>
                  <a:ext uri="{FF2B5EF4-FFF2-40B4-BE49-F238E27FC236}">
                    <a16:creationId xmlns:a16="http://schemas.microsoft.com/office/drawing/2014/main" id="{60D6FC15-B517-7A00-B12A-0B3759F214CE}"/>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05" name="Group 280">
                <a:extLst>
                  <a:ext uri="{FF2B5EF4-FFF2-40B4-BE49-F238E27FC236}">
                    <a16:creationId xmlns:a16="http://schemas.microsoft.com/office/drawing/2014/main" id="{CCAF86ED-245B-AD3D-3B6F-F600E94ED599}"/>
                  </a:ext>
                </a:extLst>
              </p:cNvPr>
              <p:cNvGrpSpPr>
                <a:grpSpLocks/>
              </p:cNvGrpSpPr>
              <p:nvPr/>
            </p:nvGrpSpPr>
            <p:grpSpPr bwMode="auto">
              <a:xfrm>
                <a:off x="3915" y="888"/>
                <a:ext cx="335" cy="51"/>
                <a:chOff x="3915" y="888"/>
                <a:chExt cx="335" cy="51"/>
              </a:xfrm>
            </p:grpSpPr>
            <p:sp>
              <p:nvSpPr>
                <p:cNvPr id="574" name="Freeform 281">
                  <a:extLst>
                    <a:ext uri="{FF2B5EF4-FFF2-40B4-BE49-F238E27FC236}">
                      <a16:creationId xmlns:a16="http://schemas.microsoft.com/office/drawing/2014/main" id="{E845A70A-EACB-ED5A-6A45-23C59A911B5C}"/>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82">
                  <a:extLst>
                    <a:ext uri="{FF2B5EF4-FFF2-40B4-BE49-F238E27FC236}">
                      <a16:creationId xmlns:a16="http://schemas.microsoft.com/office/drawing/2014/main" id="{FEF2DF74-4C49-5648-2533-7BE96A72EEA0}"/>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6" name="Rectangle 283">
                  <a:extLst>
                    <a:ext uri="{FF2B5EF4-FFF2-40B4-BE49-F238E27FC236}">
                      <a16:creationId xmlns:a16="http://schemas.microsoft.com/office/drawing/2014/main" id="{B8FD41B5-C898-5350-B9CC-5C025371F962}"/>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grpSp>
        <p:nvGrpSpPr>
          <p:cNvPr id="206" name="Group 370">
            <a:extLst>
              <a:ext uri="{FF2B5EF4-FFF2-40B4-BE49-F238E27FC236}">
                <a16:creationId xmlns:a16="http://schemas.microsoft.com/office/drawing/2014/main" id="{9B043F5B-27FC-0838-05F2-C891A679403D}"/>
              </a:ext>
            </a:extLst>
          </p:cNvPr>
          <p:cNvGrpSpPr>
            <a:grpSpLocks/>
          </p:cNvGrpSpPr>
          <p:nvPr/>
        </p:nvGrpSpPr>
        <p:grpSpPr bwMode="auto">
          <a:xfrm>
            <a:off x="5578486" y="2981254"/>
            <a:ext cx="314109" cy="197668"/>
            <a:chOff x="3488" y="2569"/>
            <a:chExt cx="439" cy="262"/>
          </a:xfrm>
        </p:grpSpPr>
        <p:sp>
          <p:nvSpPr>
            <p:cNvPr id="590" name="Oval 371">
              <a:extLst>
                <a:ext uri="{FF2B5EF4-FFF2-40B4-BE49-F238E27FC236}">
                  <a16:creationId xmlns:a16="http://schemas.microsoft.com/office/drawing/2014/main" id="{F408DD1D-18C2-76BD-32D4-80C7CF40E09A}"/>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1" name="Rectangle 372">
              <a:extLst>
                <a:ext uri="{FF2B5EF4-FFF2-40B4-BE49-F238E27FC236}">
                  <a16:creationId xmlns:a16="http://schemas.microsoft.com/office/drawing/2014/main" id="{06FE1D3E-A019-ABD0-329A-933A57986829}"/>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2" name="Rectangle 373">
              <a:extLst>
                <a:ext uri="{FF2B5EF4-FFF2-40B4-BE49-F238E27FC236}">
                  <a16:creationId xmlns:a16="http://schemas.microsoft.com/office/drawing/2014/main" id="{9C8FAE9A-FFB3-18EA-4993-F21B3202CD22}"/>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3" name="Oval 374">
              <a:extLst>
                <a:ext uri="{FF2B5EF4-FFF2-40B4-BE49-F238E27FC236}">
                  <a16:creationId xmlns:a16="http://schemas.microsoft.com/office/drawing/2014/main" id="{C8C8BD93-AA81-C2E6-8649-B2D08B0B07CD}"/>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07" name="Group 375">
              <a:extLst>
                <a:ext uri="{FF2B5EF4-FFF2-40B4-BE49-F238E27FC236}">
                  <a16:creationId xmlns:a16="http://schemas.microsoft.com/office/drawing/2014/main" id="{A59465EC-6AED-0708-1F13-93BE4E2DCB93}"/>
                </a:ext>
              </a:extLst>
            </p:cNvPr>
            <p:cNvGrpSpPr>
              <a:grpSpLocks/>
            </p:cNvGrpSpPr>
            <p:nvPr/>
          </p:nvGrpSpPr>
          <p:grpSpPr bwMode="auto">
            <a:xfrm>
              <a:off x="3555" y="2587"/>
              <a:ext cx="304" cy="117"/>
              <a:chOff x="3555" y="2587"/>
              <a:chExt cx="304" cy="117"/>
            </a:xfrm>
          </p:grpSpPr>
          <p:grpSp>
            <p:nvGrpSpPr>
              <p:cNvPr id="208" name="Group 376">
                <a:extLst>
                  <a:ext uri="{FF2B5EF4-FFF2-40B4-BE49-F238E27FC236}">
                    <a16:creationId xmlns:a16="http://schemas.microsoft.com/office/drawing/2014/main" id="{2F96876F-D944-C673-3988-47A42FFC0004}"/>
                  </a:ext>
                </a:extLst>
              </p:cNvPr>
              <p:cNvGrpSpPr>
                <a:grpSpLocks/>
              </p:cNvGrpSpPr>
              <p:nvPr/>
            </p:nvGrpSpPr>
            <p:grpSpPr bwMode="auto">
              <a:xfrm>
                <a:off x="3555" y="2587"/>
                <a:ext cx="301" cy="115"/>
                <a:chOff x="3555" y="2587"/>
                <a:chExt cx="301" cy="115"/>
              </a:xfrm>
            </p:grpSpPr>
            <p:sp>
              <p:nvSpPr>
                <p:cNvPr id="607" name="Freeform 377">
                  <a:extLst>
                    <a:ext uri="{FF2B5EF4-FFF2-40B4-BE49-F238E27FC236}">
                      <a16:creationId xmlns:a16="http://schemas.microsoft.com/office/drawing/2014/main" id="{35FF98C4-2D35-5D27-BA29-C2702A741F2E}"/>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8" name="Freeform 378">
                  <a:extLst>
                    <a:ext uri="{FF2B5EF4-FFF2-40B4-BE49-F238E27FC236}">
                      <a16:creationId xmlns:a16="http://schemas.microsoft.com/office/drawing/2014/main" id="{2DB25ADB-D80F-638A-2CB3-0F7C1D3D0450}"/>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9" name="Freeform 379">
                  <a:extLst>
                    <a:ext uri="{FF2B5EF4-FFF2-40B4-BE49-F238E27FC236}">
                      <a16:creationId xmlns:a16="http://schemas.microsoft.com/office/drawing/2014/main" id="{F1ED3923-B955-4B6B-2492-1BF52FB2B05A}"/>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0" name="Freeform 380">
                  <a:extLst>
                    <a:ext uri="{FF2B5EF4-FFF2-40B4-BE49-F238E27FC236}">
                      <a16:creationId xmlns:a16="http://schemas.microsoft.com/office/drawing/2014/main" id="{278A6262-F703-681C-A13C-4BA7A4E03D95}"/>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1" name="Freeform 381">
                  <a:extLst>
                    <a:ext uri="{FF2B5EF4-FFF2-40B4-BE49-F238E27FC236}">
                      <a16:creationId xmlns:a16="http://schemas.microsoft.com/office/drawing/2014/main" id="{2678F5ED-556F-5284-0060-FF980FEED765}"/>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2" name="Freeform 382">
                  <a:extLst>
                    <a:ext uri="{FF2B5EF4-FFF2-40B4-BE49-F238E27FC236}">
                      <a16:creationId xmlns:a16="http://schemas.microsoft.com/office/drawing/2014/main" id="{F1F45ED7-C1CF-36EA-0808-0D9BA636EE7F}"/>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3" name="Freeform 383">
                  <a:extLst>
                    <a:ext uri="{FF2B5EF4-FFF2-40B4-BE49-F238E27FC236}">
                      <a16:creationId xmlns:a16="http://schemas.microsoft.com/office/drawing/2014/main" id="{2ED9600F-6CC1-3393-ED22-416FE0C19FD1}"/>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14" name="Freeform 384">
                  <a:extLst>
                    <a:ext uri="{FF2B5EF4-FFF2-40B4-BE49-F238E27FC236}">
                      <a16:creationId xmlns:a16="http://schemas.microsoft.com/office/drawing/2014/main" id="{6BBECBD5-59C1-1815-A0C8-FE0568D4CC7D}"/>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9" name="Group 385">
                <a:extLst>
                  <a:ext uri="{FF2B5EF4-FFF2-40B4-BE49-F238E27FC236}">
                    <a16:creationId xmlns:a16="http://schemas.microsoft.com/office/drawing/2014/main" id="{C242D867-FE52-7D37-467A-4F9926700BEE}"/>
                  </a:ext>
                </a:extLst>
              </p:cNvPr>
              <p:cNvGrpSpPr>
                <a:grpSpLocks/>
              </p:cNvGrpSpPr>
              <p:nvPr/>
            </p:nvGrpSpPr>
            <p:grpSpPr bwMode="auto">
              <a:xfrm>
                <a:off x="3557" y="2590"/>
                <a:ext cx="302" cy="114"/>
                <a:chOff x="3557" y="2590"/>
                <a:chExt cx="302" cy="114"/>
              </a:xfrm>
            </p:grpSpPr>
            <p:sp>
              <p:nvSpPr>
                <p:cNvPr id="599" name="Freeform 386">
                  <a:extLst>
                    <a:ext uri="{FF2B5EF4-FFF2-40B4-BE49-F238E27FC236}">
                      <a16:creationId xmlns:a16="http://schemas.microsoft.com/office/drawing/2014/main" id="{FD7594E6-A231-7A56-E8C1-C11671B7F970}"/>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0" name="Freeform 387">
                  <a:extLst>
                    <a:ext uri="{FF2B5EF4-FFF2-40B4-BE49-F238E27FC236}">
                      <a16:creationId xmlns:a16="http://schemas.microsoft.com/office/drawing/2014/main" id="{7298328A-E6C0-677D-D1D1-F1E331A8692B}"/>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1" name="Freeform 388">
                  <a:extLst>
                    <a:ext uri="{FF2B5EF4-FFF2-40B4-BE49-F238E27FC236}">
                      <a16:creationId xmlns:a16="http://schemas.microsoft.com/office/drawing/2014/main" id="{AE3685D8-0684-9D79-56F0-03B5B15BE9F1}"/>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2" name="Freeform 389">
                  <a:extLst>
                    <a:ext uri="{FF2B5EF4-FFF2-40B4-BE49-F238E27FC236}">
                      <a16:creationId xmlns:a16="http://schemas.microsoft.com/office/drawing/2014/main" id="{30F9C428-695A-FB7C-C341-F645680FBFB2}"/>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3" name="Freeform 390">
                  <a:extLst>
                    <a:ext uri="{FF2B5EF4-FFF2-40B4-BE49-F238E27FC236}">
                      <a16:creationId xmlns:a16="http://schemas.microsoft.com/office/drawing/2014/main" id="{446F8A18-E5CC-1D6E-A7B9-A1A1E7F1FC91}"/>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4" name="Freeform 391">
                  <a:extLst>
                    <a:ext uri="{FF2B5EF4-FFF2-40B4-BE49-F238E27FC236}">
                      <a16:creationId xmlns:a16="http://schemas.microsoft.com/office/drawing/2014/main" id="{9651C23D-4196-18DC-9CED-EFA27CA4482C}"/>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5" name="Freeform 392">
                  <a:extLst>
                    <a:ext uri="{FF2B5EF4-FFF2-40B4-BE49-F238E27FC236}">
                      <a16:creationId xmlns:a16="http://schemas.microsoft.com/office/drawing/2014/main" id="{6844D437-582E-71FA-12C2-77A29E9AD788}"/>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06" name="Freeform 393">
                  <a:extLst>
                    <a:ext uri="{FF2B5EF4-FFF2-40B4-BE49-F238E27FC236}">
                      <a16:creationId xmlns:a16="http://schemas.microsoft.com/office/drawing/2014/main" id="{F79FDBFC-BEF9-F7FB-706E-12EAD5ED6E04}"/>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595" name="Line 394">
              <a:extLst>
                <a:ext uri="{FF2B5EF4-FFF2-40B4-BE49-F238E27FC236}">
                  <a16:creationId xmlns:a16="http://schemas.microsoft.com/office/drawing/2014/main" id="{38ACF325-33E8-20DB-060F-71B5E235DD0A}"/>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6" name="Line 395">
              <a:extLst>
                <a:ext uri="{FF2B5EF4-FFF2-40B4-BE49-F238E27FC236}">
                  <a16:creationId xmlns:a16="http://schemas.microsoft.com/office/drawing/2014/main" id="{98B7BFC0-C466-BB09-F79C-A9C8FABCD1C2}"/>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15" name="Line 474">
            <a:extLst>
              <a:ext uri="{FF2B5EF4-FFF2-40B4-BE49-F238E27FC236}">
                <a16:creationId xmlns:a16="http://schemas.microsoft.com/office/drawing/2014/main" id="{27136428-7CB6-E3AF-9320-9EF879F75906}"/>
              </a:ext>
            </a:extLst>
          </p:cNvPr>
          <p:cNvSpPr>
            <a:spLocks noChangeShapeType="1"/>
          </p:cNvSpPr>
          <p:nvPr/>
        </p:nvSpPr>
        <p:spPr bwMode="auto">
          <a:xfrm>
            <a:off x="3656878" y="295786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0" name="Group 344">
            <a:extLst>
              <a:ext uri="{FF2B5EF4-FFF2-40B4-BE49-F238E27FC236}">
                <a16:creationId xmlns:a16="http://schemas.microsoft.com/office/drawing/2014/main" id="{63B9ECA0-D828-967B-EDEE-6D1ABD4DBE4B}"/>
              </a:ext>
            </a:extLst>
          </p:cNvPr>
          <p:cNvGrpSpPr>
            <a:grpSpLocks/>
          </p:cNvGrpSpPr>
          <p:nvPr/>
        </p:nvGrpSpPr>
        <p:grpSpPr bwMode="auto">
          <a:xfrm>
            <a:off x="4171462" y="2981254"/>
            <a:ext cx="314109" cy="197668"/>
            <a:chOff x="1304" y="2569"/>
            <a:chExt cx="439" cy="262"/>
          </a:xfrm>
        </p:grpSpPr>
        <p:sp>
          <p:nvSpPr>
            <p:cNvPr id="617" name="Oval 345">
              <a:extLst>
                <a:ext uri="{FF2B5EF4-FFF2-40B4-BE49-F238E27FC236}">
                  <a16:creationId xmlns:a16="http://schemas.microsoft.com/office/drawing/2014/main" id="{71D51446-713C-C7F3-E1C6-C92B5C5AC150}"/>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8" name="Rectangle 346">
              <a:extLst>
                <a:ext uri="{FF2B5EF4-FFF2-40B4-BE49-F238E27FC236}">
                  <a16:creationId xmlns:a16="http://schemas.microsoft.com/office/drawing/2014/main" id="{6D2A5ACD-2011-71A7-1487-0CDAA0394A4B}"/>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9" name="Rectangle 347">
              <a:extLst>
                <a:ext uri="{FF2B5EF4-FFF2-40B4-BE49-F238E27FC236}">
                  <a16:creationId xmlns:a16="http://schemas.microsoft.com/office/drawing/2014/main" id="{1C8C9FBE-818F-2B05-DBDC-083BF970749A}"/>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0" name="Oval 348">
              <a:extLst>
                <a:ext uri="{FF2B5EF4-FFF2-40B4-BE49-F238E27FC236}">
                  <a16:creationId xmlns:a16="http://schemas.microsoft.com/office/drawing/2014/main" id="{CCEFE35D-7B00-E448-8ED8-417FB0A3B94E}"/>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1" name="Group 349">
              <a:extLst>
                <a:ext uri="{FF2B5EF4-FFF2-40B4-BE49-F238E27FC236}">
                  <a16:creationId xmlns:a16="http://schemas.microsoft.com/office/drawing/2014/main" id="{D0CD6F97-5046-0499-8DE9-075560B32FE2}"/>
                </a:ext>
              </a:extLst>
            </p:cNvPr>
            <p:cNvGrpSpPr>
              <a:grpSpLocks/>
            </p:cNvGrpSpPr>
            <p:nvPr/>
          </p:nvGrpSpPr>
          <p:grpSpPr bwMode="auto">
            <a:xfrm>
              <a:off x="1371" y="2587"/>
              <a:ext cx="304" cy="117"/>
              <a:chOff x="1371" y="2587"/>
              <a:chExt cx="304" cy="117"/>
            </a:xfrm>
          </p:grpSpPr>
          <p:grpSp>
            <p:nvGrpSpPr>
              <p:cNvPr id="212" name="Group 350">
                <a:extLst>
                  <a:ext uri="{FF2B5EF4-FFF2-40B4-BE49-F238E27FC236}">
                    <a16:creationId xmlns:a16="http://schemas.microsoft.com/office/drawing/2014/main" id="{BFE002F8-F408-E390-3BF5-0E2A38B5EF8C}"/>
                  </a:ext>
                </a:extLst>
              </p:cNvPr>
              <p:cNvGrpSpPr>
                <a:grpSpLocks/>
              </p:cNvGrpSpPr>
              <p:nvPr/>
            </p:nvGrpSpPr>
            <p:grpSpPr bwMode="auto">
              <a:xfrm>
                <a:off x="1371" y="2587"/>
                <a:ext cx="301" cy="115"/>
                <a:chOff x="1371" y="2587"/>
                <a:chExt cx="301" cy="115"/>
              </a:xfrm>
            </p:grpSpPr>
            <p:sp>
              <p:nvSpPr>
                <p:cNvPr id="634" name="Freeform 351">
                  <a:extLst>
                    <a:ext uri="{FF2B5EF4-FFF2-40B4-BE49-F238E27FC236}">
                      <a16:creationId xmlns:a16="http://schemas.microsoft.com/office/drawing/2014/main" id="{66D999AE-81CA-17C0-7B93-1AA947E18A63}"/>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352">
                  <a:extLst>
                    <a:ext uri="{FF2B5EF4-FFF2-40B4-BE49-F238E27FC236}">
                      <a16:creationId xmlns:a16="http://schemas.microsoft.com/office/drawing/2014/main" id="{4CE3F94E-B9CA-F18D-D9C1-0D29F0BC1046}"/>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353">
                  <a:extLst>
                    <a:ext uri="{FF2B5EF4-FFF2-40B4-BE49-F238E27FC236}">
                      <a16:creationId xmlns:a16="http://schemas.microsoft.com/office/drawing/2014/main" id="{CBBA2699-F188-EB15-F65E-48C347409971}"/>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354">
                  <a:extLst>
                    <a:ext uri="{FF2B5EF4-FFF2-40B4-BE49-F238E27FC236}">
                      <a16:creationId xmlns:a16="http://schemas.microsoft.com/office/drawing/2014/main" id="{0DC7A44F-FE2A-DE09-F975-8A5CCBDA44DC}"/>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8" name="Freeform 355">
                  <a:extLst>
                    <a:ext uri="{FF2B5EF4-FFF2-40B4-BE49-F238E27FC236}">
                      <a16:creationId xmlns:a16="http://schemas.microsoft.com/office/drawing/2014/main" id="{1C436BCA-833D-35F9-D5CC-37AC14532BD4}"/>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9" name="Freeform 356">
                  <a:extLst>
                    <a:ext uri="{FF2B5EF4-FFF2-40B4-BE49-F238E27FC236}">
                      <a16:creationId xmlns:a16="http://schemas.microsoft.com/office/drawing/2014/main" id="{934B351C-34AF-56ED-DDC1-0F8F355FE382}"/>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0" name="Freeform 357">
                  <a:extLst>
                    <a:ext uri="{FF2B5EF4-FFF2-40B4-BE49-F238E27FC236}">
                      <a16:creationId xmlns:a16="http://schemas.microsoft.com/office/drawing/2014/main" id="{31AEE78A-C16F-3EDE-5A61-5D08B4F71566}"/>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1" name="Freeform 358">
                  <a:extLst>
                    <a:ext uri="{FF2B5EF4-FFF2-40B4-BE49-F238E27FC236}">
                      <a16:creationId xmlns:a16="http://schemas.microsoft.com/office/drawing/2014/main" id="{93FA449F-960C-0145-E7E1-5E3CADE76561}"/>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 name="Group 359">
                <a:extLst>
                  <a:ext uri="{FF2B5EF4-FFF2-40B4-BE49-F238E27FC236}">
                    <a16:creationId xmlns:a16="http://schemas.microsoft.com/office/drawing/2014/main" id="{4D274499-F9F9-FB41-127F-45FEB28EBA77}"/>
                  </a:ext>
                </a:extLst>
              </p:cNvPr>
              <p:cNvGrpSpPr>
                <a:grpSpLocks/>
              </p:cNvGrpSpPr>
              <p:nvPr/>
            </p:nvGrpSpPr>
            <p:grpSpPr bwMode="auto">
              <a:xfrm>
                <a:off x="1373" y="2590"/>
                <a:ext cx="302" cy="114"/>
                <a:chOff x="1373" y="2590"/>
                <a:chExt cx="302" cy="114"/>
              </a:xfrm>
            </p:grpSpPr>
            <p:sp>
              <p:nvSpPr>
                <p:cNvPr id="626" name="Freeform 360">
                  <a:extLst>
                    <a:ext uri="{FF2B5EF4-FFF2-40B4-BE49-F238E27FC236}">
                      <a16:creationId xmlns:a16="http://schemas.microsoft.com/office/drawing/2014/main" id="{45595B36-7A12-D366-6DDD-2F6369F21406}"/>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7" name="Freeform 361">
                  <a:extLst>
                    <a:ext uri="{FF2B5EF4-FFF2-40B4-BE49-F238E27FC236}">
                      <a16:creationId xmlns:a16="http://schemas.microsoft.com/office/drawing/2014/main" id="{AE3FEF03-E2B5-0DC9-EF94-B40485345E18}"/>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362">
                  <a:extLst>
                    <a:ext uri="{FF2B5EF4-FFF2-40B4-BE49-F238E27FC236}">
                      <a16:creationId xmlns:a16="http://schemas.microsoft.com/office/drawing/2014/main" id="{23B29E39-E8A4-998F-4DAA-5A6214E1414C}"/>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363">
                  <a:extLst>
                    <a:ext uri="{FF2B5EF4-FFF2-40B4-BE49-F238E27FC236}">
                      <a16:creationId xmlns:a16="http://schemas.microsoft.com/office/drawing/2014/main" id="{C94C245D-725D-9A21-24BB-1A2DCBBDFFCF}"/>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364">
                  <a:extLst>
                    <a:ext uri="{FF2B5EF4-FFF2-40B4-BE49-F238E27FC236}">
                      <a16:creationId xmlns:a16="http://schemas.microsoft.com/office/drawing/2014/main" id="{A2B35A91-A2CE-3D3F-C1EF-28E12F5A73FD}"/>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365">
                  <a:extLst>
                    <a:ext uri="{FF2B5EF4-FFF2-40B4-BE49-F238E27FC236}">
                      <a16:creationId xmlns:a16="http://schemas.microsoft.com/office/drawing/2014/main" id="{A48A4284-344F-7131-400D-CD5E2D5E8348}"/>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366">
                  <a:extLst>
                    <a:ext uri="{FF2B5EF4-FFF2-40B4-BE49-F238E27FC236}">
                      <a16:creationId xmlns:a16="http://schemas.microsoft.com/office/drawing/2014/main" id="{AE048AA6-D70D-5C11-AFB0-366FFD80E1FA}"/>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367">
                  <a:extLst>
                    <a:ext uri="{FF2B5EF4-FFF2-40B4-BE49-F238E27FC236}">
                      <a16:creationId xmlns:a16="http://schemas.microsoft.com/office/drawing/2014/main" id="{8D189D30-5941-4FAD-78C4-CA204CC9D0E1}"/>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22" name="Line 368">
              <a:extLst>
                <a:ext uri="{FF2B5EF4-FFF2-40B4-BE49-F238E27FC236}">
                  <a16:creationId xmlns:a16="http://schemas.microsoft.com/office/drawing/2014/main" id="{C4CF2D23-B5C4-61ED-0EC8-F66AB73157EB}"/>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3" name="Line 369">
              <a:extLst>
                <a:ext uri="{FF2B5EF4-FFF2-40B4-BE49-F238E27FC236}">
                  <a16:creationId xmlns:a16="http://schemas.microsoft.com/office/drawing/2014/main" id="{2ABE49AB-FF85-AF3C-E351-90E4FA9ECCA5}"/>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2" name="Oval 422">
            <a:extLst>
              <a:ext uri="{FF2B5EF4-FFF2-40B4-BE49-F238E27FC236}">
                <a16:creationId xmlns:a16="http://schemas.microsoft.com/office/drawing/2014/main" id="{E1A11963-74ED-F67B-26F0-6FEC21CF9D6E}"/>
              </a:ext>
            </a:extLst>
          </p:cNvPr>
          <p:cNvSpPr>
            <a:spLocks noChangeArrowheads="1"/>
          </p:cNvSpPr>
          <p:nvPr/>
        </p:nvSpPr>
        <p:spPr bwMode="auto">
          <a:xfrm>
            <a:off x="4028268" y="302346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4" name="Rectangle 468">
            <a:extLst>
              <a:ext uri="{FF2B5EF4-FFF2-40B4-BE49-F238E27FC236}">
                <a16:creationId xmlns:a16="http://schemas.microsoft.com/office/drawing/2014/main" id="{7EF43679-5A88-D65A-09C5-1A6C6F6E9F1B}"/>
              </a:ext>
            </a:extLst>
          </p:cNvPr>
          <p:cNvSpPr>
            <a:spLocks noChangeArrowheads="1"/>
          </p:cNvSpPr>
          <p:nvPr/>
        </p:nvSpPr>
        <p:spPr bwMode="auto">
          <a:xfrm>
            <a:off x="6939979" y="1353899"/>
            <a:ext cx="53860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050" b="1" dirty="0">
                <a:solidFill>
                  <a:srgbClr val="000000"/>
                </a:solidFill>
                <a:latin typeface="微软雅黑" panose="020B0503020204020204" pitchFamily="34" charset="-122"/>
                <a:ea typeface="微软雅黑" panose="020B0503020204020204" pitchFamily="34" charset="-122"/>
              </a:rPr>
              <a:t>网络地址</a:t>
            </a:r>
            <a:endParaRPr lang="zh-CN" altLang="en-US" sz="1050" b="1" dirty="0">
              <a:latin typeface="微软雅黑" panose="020B0503020204020204" pitchFamily="34" charset="-122"/>
              <a:ea typeface="微软雅黑" panose="020B0503020204020204" pitchFamily="34" charset="-122"/>
            </a:endParaRPr>
          </a:p>
        </p:txBody>
      </p:sp>
      <p:sp>
        <p:nvSpPr>
          <p:cNvPr id="645" name="Rectangle 468">
            <a:extLst>
              <a:ext uri="{FF2B5EF4-FFF2-40B4-BE49-F238E27FC236}">
                <a16:creationId xmlns:a16="http://schemas.microsoft.com/office/drawing/2014/main" id="{33D6EAF9-E36D-956A-E34C-4BB524EF6EA9}"/>
              </a:ext>
            </a:extLst>
          </p:cNvPr>
          <p:cNvSpPr>
            <a:spLocks noChangeArrowheads="1"/>
          </p:cNvSpPr>
          <p:nvPr/>
        </p:nvSpPr>
        <p:spPr bwMode="auto">
          <a:xfrm>
            <a:off x="7485071" y="1571605"/>
            <a:ext cx="402354"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050" b="1">
                <a:solidFill>
                  <a:srgbClr val="000000"/>
                </a:solidFill>
                <a:latin typeface="微软雅黑" panose="020B0503020204020204" pitchFamily="34" charset="-122"/>
                <a:ea typeface="微软雅黑" panose="020B0503020204020204" pitchFamily="34" charset="-122"/>
              </a:rPr>
              <a:t>IP</a:t>
            </a:r>
            <a:r>
              <a:rPr lang="zh-CN" altLang="en-US" sz="1050" b="1">
                <a:solidFill>
                  <a:srgbClr val="000000"/>
                </a:solidFill>
                <a:latin typeface="微软雅黑" panose="020B0503020204020204" pitchFamily="34" charset="-122"/>
                <a:ea typeface="微软雅黑" panose="020B0503020204020204" pitchFamily="34" charset="-122"/>
              </a:rPr>
              <a:t>地址</a:t>
            </a:r>
            <a:endParaRPr lang="zh-CN" altLang="en-US" sz="1050" b="1">
              <a:latin typeface="微软雅黑" panose="020B0503020204020204" pitchFamily="34" charset="-122"/>
              <a:ea typeface="微软雅黑" panose="020B0503020204020204" pitchFamily="34" charset="-122"/>
            </a:endParaRPr>
          </a:p>
        </p:txBody>
      </p:sp>
      <p:sp>
        <p:nvSpPr>
          <p:cNvPr id="646" name="Line 469">
            <a:extLst>
              <a:ext uri="{FF2B5EF4-FFF2-40B4-BE49-F238E27FC236}">
                <a16:creationId xmlns:a16="http://schemas.microsoft.com/office/drawing/2014/main" id="{87EF5E40-E1D3-40BA-6B90-42AF6B9B74DC}"/>
              </a:ext>
            </a:extLst>
          </p:cNvPr>
          <p:cNvSpPr>
            <a:spLocks noChangeShapeType="1"/>
          </p:cNvSpPr>
          <p:nvPr/>
        </p:nvSpPr>
        <p:spPr bwMode="auto">
          <a:xfrm flipH="1">
            <a:off x="7012040" y="1558343"/>
            <a:ext cx="168141" cy="51280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7" name="Line 469">
            <a:extLst>
              <a:ext uri="{FF2B5EF4-FFF2-40B4-BE49-F238E27FC236}">
                <a16:creationId xmlns:a16="http://schemas.microsoft.com/office/drawing/2014/main" id="{2B9C9480-D822-3558-DA8F-9A642ACC0908}"/>
              </a:ext>
            </a:extLst>
          </p:cNvPr>
          <p:cNvSpPr>
            <a:spLocks noChangeShapeType="1"/>
          </p:cNvSpPr>
          <p:nvPr/>
        </p:nvSpPr>
        <p:spPr bwMode="auto">
          <a:xfrm flipH="1">
            <a:off x="7605412" y="175797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Oval 316">
            <a:extLst>
              <a:ext uri="{FF2B5EF4-FFF2-40B4-BE49-F238E27FC236}">
                <a16:creationId xmlns:a16="http://schemas.microsoft.com/office/drawing/2014/main" id="{DCF4B83F-03E9-39C7-4294-9E613D57F131}"/>
              </a:ext>
            </a:extLst>
          </p:cNvPr>
          <p:cNvSpPr>
            <a:spLocks noChangeArrowheads="1"/>
          </p:cNvSpPr>
          <p:nvPr/>
        </p:nvSpPr>
        <p:spPr bwMode="auto">
          <a:xfrm>
            <a:off x="3237400" y="291082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14" name="Group 30">
            <a:extLst>
              <a:ext uri="{FF2B5EF4-FFF2-40B4-BE49-F238E27FC236}">
                <a16:creationId xmlns:a16="http://schemas.microsoft.com/office/drawing/2014/main" id="{CF7CA687-81F0-B6DD-0819-29F112C242AC}"/>
              </a:ext>
            </a:extLst>
          </p:cNvPr>
          <p:cNvGrpSpPr>
            <a:grpSpLocks/>
          </p:cNvGrpSpPr>
          <p:nvPr/>
        </p:nvGrpSpPr>
        <p:grpSpPr bwMode="auto">
          <a:xfrm>
            <a:off x="2944549" y="2679365"/>
            <a:ext cx="244820" cy="265439"/>
            <a:chOff x="101" y="2294"/>
            <a:chExt cx="343" cy="353"/>
          </a:xfrm>
        </p:grpSpPr>
        <p:grpSp>
          <p:nvGrpSpPr>
            <p:cNvPr id="216" name="Group 31">
              <a:extLst>
                <a:ext uri="{FF2B5EF4-FFF2-40B4-BE49-F238E27FC236}">
                  <a16:creationId xmlns:a16="http://schemas.microsoft.com/office/drawing/2014/main" id="{25271787-AA0D-DE29-6755-45047B6E2EAA}"/>
                </a:ext>
              </a:extLst>
            </p:cNvPr>
            <p:cNvGrpSpPr>
              <a:grpSpLocks/>
            </p:cNvGrpSpPr>
            <p:nvPr/>
          </p:nvGrpSpPr>
          <p:grpSpPr bwMode="auto">
            <a:xfrm>
              <a:off x="109" y="2301"/>
              <a:ext cx="335" cy="346"/>
              <a:chOff x="109" y="2301"/>
              <a:chExt cx="335" cy="346"/>
            </a:xfrm>
          </p:grpSpPr>
          <p:sp>
            <p:nvSpPr>
              <p:cNvPr id="257" name="Freeform 32">
                <a:extLst>
                  <a:ext uri="{FF2B5EF4-FFF2-40B4-BE49-F238E27FC236}">
                    <a16:creationId xmlns:a16="http://schemas.microsoft.com/office/drawing/2014/main" id="{84EAB971-D966-6DA0-5553-AD47409A4550}"/>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 name="Freeform 33">
                <a:extLst>
                  <a:ext uri="{FF2B5EF4-FFF2-40B4-BE49-F238E27FC236}">
                    <a16:creationId xmlns:a16="http://schemas.microsoft.com/office/drawing/2014/main" id="{DE9835C2-AFE6-1920-1EA3-BAC8FD3B47F0}"/>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34">
                <a:extLst>
                  <a:ext uri="{FF2B5EF4-FFF2-40B4-BE49-F238E27FC236}">
                    <a16:creationId xmlns:a16="http://schemas.microsoft.com/office/drawing/2014/main" id="{DDC6C668-F313-E292-263B-92F6F46A635C}"/>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35">
                <a:extLst>
                  <a:ext uri="{FF2B5EF4-FFF2-40B4-BE49-F238E27FC236}">
                    <a16:creationId xmlns:a16="http://schemas.microsoft.com/office/drawing/2014/main" id="{9BD568E0-8980-FB88-27ED-9F3C18FF53D6}"/>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 name="Rectangle 36">
                <a:extLst>
                  <a:ext uri="{FF2B5EF4-FFF2-40B4-BE49-F238E27FC236}">
                    <a16:creationId xmlns:a16="http://schemas.microsoft.com/office/drawing/2014/main" id="{AF706284-23B2-C1AA-B8EB-E19B4472CE98}"/>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2" name="Rectangle 37">
                <a:extLst>
                  <a:ext uri="{FF2B5EF4-FFF2-40B4-BE49-F238E27FC236}">
                    <a16:creationId xmlns:a16="http://schemas.microsoft.com/office/drawing/2014/main" id="{5B0525AD-9993-3F9B-235E-FBC8BB93D68B}"/>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3" name="Rectangle 38">
                <a:extLst>
                  <a:ext uri="{FF2B5EF4-FFF2-40B4-BE49-F238E27FC236}">
                    <a16:creationId xmlns:a16="http://schemas.microsoft.com/office/drawing/2014/main" id="{FAE0618A-F00E-7239-E197-1A26B3A74ED3}"/>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4" name="Line 39">
                <a:extLst>
                  <a:ext uri="{FF2B5EF4-FFF2-40B4-BE49-F238E27FC236}">
                    <a16:creationId xmlns:a16="http://schemas.microsoft.com/office/drawing/2014/main" id="{3E5CE2CB-400D-D99B-D200-AB5FF1D95121}"/>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7" name="Group 40">
                <a:extLst>
                  <a:ext uri="{FF2B5EF4-FFF2-40B4-BE49-F238E27FC236}">
                    <a16:creationId xmlns:a16="http://schemas.microsoft.com/office/drawing/2014/main" id="{EE81FC39-C180-CDD1-330A-977ED8640C25}"/>
                  </a:ext>
                </a:extLst>
              </p:cNvPr>
              <p:cNvGrpSpPr>
                <a:grpSpLocks/>
              </p:cNvGrpSpPr>
              <p:nvPr/>
            </p:nvGrpSpPr>
            <p:grpSpPr bwMode="auto">
              <a:xfrm>
                <a:off x="109" y="2596"/>
                <a:ext cx="335" cy="51"/>
                <a:chOff x="109" y="2596"/>
                <a:chExt cx="335" cy="51"/>
              </a:xfrm>
            </p:grpSpPr>
            <p:sp>
              <p:nvSpPr>
                <p:cNvPr id="266" name="Freeform 41">
                  <a:extLst>
                    <a:ext uri="{FF2B5EF4-FFF2-40B4-BE49-F238E27FC236}">
                      <a16:creationId xmlns:a16="http://schemas.microsoft.com/office/drawing/2014/main" id="{297E701C-7CD7-7482-0AC0-FFF02413A758}"/>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 name="Freeform 42">
                  <a:extLst>
                    <a:ext uri="{FF2B5EF4-FFF2-40B4-BE49-F238E27FC236}">
                      <a16:creationId xmlns:a16="http://schemas.microsoft.com/office/drawing/2014/main" id="{606DD513-5A51-2131-9AAE-AD88865A9BB0}"/>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 name="Rectangle 43">
                  <a:extLst>
                    <a:ext uri="{FF2B5EF4-FFF2-40B4-BE49-F238E27FC236}">
                      <a16:creationId xmlns:a16="http://schemas.microsoft.com/office/drawing/2014/main" id="{2C339AF2-461F-4E5A-4F73-22570C9957A7}"/>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18" name="Group 44">
              <a:extLst>
                <a:ext uri="{FF2B5EF4-FFF2-40B4-BE49-F238E27FC236}">
                  <a16:creationId xmlns:a16="http://schemas.microsoft.com/office/drawing/2014/main" id="{EB6BFFCE-F617-BB8B-592C-3E4BC590BB97}"/>
                </a:ext>
              </a:extLst>
            </p:cNvPr>
            <p:cNvGrpSpPr>
              <a:grpSpLocks/>
            </p:cNvGrpSpPr>
            <p:nvPr/>
          </p:nvGrpSpPr>
          <p:grpSpPr bwMode="auto">
            <a:xfrm>
              <a:off x="101" y="2294"/>
              <a:ext cx="335" cy="347"/>
              <a:chOff x="101" y="2294"/>
              <a:chExt cx="335" cy="347"/>
            </a:xfrm>
          </p:grpSpPr>
          <p:sp>
            <p:nvSpPr>
              <p:cNvPr id="245" name="Freeform 45">
                <a:extLst>
                  <a:ext uri="{FF2B5EF4-FFF2-40B4-BE49-F238E27FC236}">
                    <a16:creationId xmlns:a16="http://schemas.microsoft.com/office/drawing/2014/main" id="{5ECFFBBD-8091-EE58-207C-ADF0C10F16FE}"/>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 name="Freeform 46">
                <a:extLst>
                  <a:ext uri="{FF2B5EF4-FFF2-40B4-BE49-F238E27FC236}">
                    <a16:creationId xmlns:a16="http://schemas.microsoft.com/office/drawing/2014/main" id="{7DAAAA60-6854-2BF0-8C0C-09461438FEE1}"/>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47">
                <a:extLst>
                  <a:ext uri="{FF2B5EF4-FFF2-40B4-BE49-F238E27FC236}">
                    <a16:creationId xmlns:a16="http://schemas.microsoft.com/office/drawing/2014/main" id="{B121A3C4-68A4-DF37-3B4C-AD01C5F74358}"/>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48">
                <a:extLst>
                  <a:ext uri="{FF2B5EF4-FFF2-40B4-BE49-F238E27FC236}">
                    <a16:creationId xmlns:a16="http://schemas.microsoft.com/office/drawing/2014/main" id="{BACE6728-1ABF-FE50-A6B0-C270DDC6357D}"/>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 name="Rectangle 49">
                <a:extLst>
                  <a:ext uri="{FF2B5EF4-FFF2-40B4-BE49-F238E27FC236}">
                    <a16:creationId xmlns:a16="http://schemas.microsoft.com/office/drawing/2014/main" id="{7E1AAFB0-8711-EF52-EF60-8918A5D83FE5}"/>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0" name="Rectangle 50">
                <a:extLst>
                  <a:ext uri="{FF2B5EF4-FFF2-40B4-BE49-F238E27FC236}">
                    <a16:creationId xmlns:a16="http://schemas.microsoft.com/office/drawing/2014/main" id="{8CA38BE5-1F73-EE5B-C84F-44FCC629F9C1}"/>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1" name="Rectangle 51">
                <a:extLst>
                  <a:ext uri="{FF2B5EF4-FFF2-40B4-BE49-F238E27FC236}">
                    <a16:creationId xmlns:a16="http://schemas.microsoft.com/office/drawing/2014/main" id="{6B7C70C2-B079-7F66-FB64-DD88F9637952}"/>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2" name="Line 52">
                <a:extLst>
                  <a:ext uri="{FF2B5EF4-FFF2-40B4-BE49-F238E27FC236}">
                    <a16:creationId xmlns:a16="http://schemas.microsoft.com/office/drawing/2014/main" id="{01458589-6FB4-DCAF-7724-CA1FA5BD6C1D}"/>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19" name="Group 53">
                <a:extLst>
                  <a:ext uri="{FF2B5EF4-FFF2-40B4-BE49-F238E27FC236}">
                    <a16:creationId xmlns:a16="http://schemas.microsoft.com/office/drawing/2014/main" id="{25062AB5-8E58-7D4D-8F2F-53B03320DBEC}"/>
                  </a:ext>
                </a:extLst>
              </p:cNvPr>
              <p:cNvGrpSpPr>
                <a:grpSpLocks/>
              </p:cNvGrpSpPr>
              <p:nvPr/>
            </p:nvGrpSpPr>
            <p:grpSpPr bwMode="auto">
              <a:xfrm>
                <a:off x="101" y="2590"/>
                <a:ext cx="335" cy="51"/>
                <a:chOff x="101" y="2590"/>
                <a:chExt cx="335" cy="51"/>
              </a:xfrm>
            </p:grpSpPr>
            <p:sp>
              <p:nvSpPr>
                <p:cNvPr id="254" name="Freeform 54">
                  <a:extLst>
                    <a:ext uri="{FF2B5EF4-FFF2-40B4-BE49-F238E27FC236}">
                      <a16:creationId xmlns:a16="http://schemas.microsoft.com/office/drawing/2014/main" id="{5595189B-7945-BFC3-B41A-243FDEDDA840}"/>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 name="Freeform 55">
                  <a:extLst>
                    <a:ext uri="{FF2B5EF4-FFF2-40B4-BE49-F238E27FC236}">
                      <a16:creationId xmlns:a16="http://schemas.microsoft.com/office/drawing/2014/main" id="{D2E43F9C-16BF-4C66-1821-04F9BFCD2164}"/>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Rectangle 56">
                  <a:extLst>
                    <a:ext uri="{FF2B5EF4-FFF2-40B4-BE49-F238E27FC236}">
                      <a16:creationId xmlns:a16="http://schemas.microsoft.com/office/drawing/2014/main" id="{84EFD364-71E6-D970-AEAE-D16B8B331E30}"/>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sp>
        <p:nvSpPr>
          <p:cNvPr id="681" name="Text Box 438">
            <a:extLst>
              <a:ext uri="{FF2B5EF4-FFF2-40B4-BE49-F238E27FC236}">
                <a16:creationId xmlns:a16="http://schemas.microsoft.com/office/drawing/2014/main" id="{0AFE123F-4339-2475-35F1-62F24E4CCBA5}"/>
              </a:ext>
            </a:extLst>
          </p:cNvPr>
          <p:cNvSpPr txBox="1">
            <a:spLocks noChangeArrowheads="1"/>
          </p:cNvSpPr>
          <p:nvPr/>
        </p:nvSpPr>
        <p:spPr bwMode="auto">
          <a:xfrm>
            <a:off x="749294" y="1365908"/>
            <a:ext cx="1896400" cy="2445670"/>
          </a:xfrm>
          <a:prstGeom prst="rect">
            <a:avLst/>
          </a:prstGeom>
          <a:solidFill>
            <a:srgbClr val="00FFFF"/>
          </a:solidFill>
          <a:ln w="9525">
            <a:solidFill>
              <a:schemeClr val="tx2"/>
            </a:solidFill>
            <a:miter lim="800000"/>
            <a:headEnd/>
            <a:tailEnd/>
          </a:ln>
          <a:effectLst/>
        </p:spPr>
        <p:txBody>
          <a:bodyPr wrap="square">
            <a:spAutoFit/>
          </a:bodyPr>
          <a:lstStyle/>
          <a:p>
            <a:pPr algn="just">
              <a:lnSpc>
                <a:spcPct val="110000"/>
              </a:lnSpc>
            </a:pPr>
            <a:r>
              <a:rPr lang="zh-CN" altLang="en-US" sz="1400" b="1" dirty="0">
                <a:latin typeface="微软雅黑" pitchFamily="34" charset="-122"/>
                <a:ea typeface="微软雅黑" pitchFamily="34" charset="-122"/>
              </a:rPr>
              <a:t>为了节省</a:t>
            </a:r>
            <a:r>
              <a:rPr lang="en-US" altLang="zh-CN" sz="1400" b="1" dirty="0">
                <a:latin typeface="微软雅黑" pitchFamily="34" charset="-122"/>
                <a:ea typeface="微软雅黑" pitchFamily="34" charset="-122"/>
              </a:rPr>
              <a:t>IP</a:t>
            </a:r>
            <a:r>
              <a:rPr lang="zh-CN" altLang="en-US" sz="1400" b="1" dirty="0">
                <a:latin typeface="微软雅黑" pitchFamily="34" charset="-122"/>
                <a:ea typeface="微软雅黑" pitchFamily="34" charset="-122"/>
              </a:rPr>
              <a:t>地址资源，对于点到点连接链路构成的这种特殊“网络”，现在也可不分配</a:t>
            </a:r>
            <a:r>
              <a:rPr lang="en-US" altLang="zh-CN" sz="1400" b="1" dirty="0">
                <a:latin typeface="微软雅黑" pitchFamily="34" charset="-122"/>
                <a:ea typeface="微软雅黑" pitchFamily="34" charset="-122"/>
              </a:rPr>
              <a:t>IP</a:t>
            </a:r>
            <a:r>
              <a:rPr lang="zh-CN" altLang="en-US" sz="1400" b="1" dirty="0">
                <a:latin typeface="微软雅黑" pitchFamily="34" charset="-122"/>
                <a:ea typeface="微软雅黑" pitchFamily="34" charset="-122"/>
              </a:rPr>
              <a:t>地址。这种特殊网络就叫做</a:t>
            </a:r>
            <a:r>
              <a:rPr lang="zh-CN" altLang="en-US" sz="1400" b="1" dirty="0">
                <a:solidFill>
                  <a:srgbClr val="C00000"/>
                </a:solidFill>
                <a:latin typeface="微软雅黑" pitchFamily="34" charset="-122"/>
                <a:ea typeface="微软雅黑" pitchFamily="34" charset="-122"/>
              </a:rPr>
              <a:t>无编号网络</a:t>
            </a:r>
            <a:r>
              <a:rPr lang="zh-CN" altLang="en-US" sz="1400" b="1" dirty="0">
                <a:latin typeface="微软雅黑" pitchFamily="34" charset="-122"/>
                <a:ea typeface="微软雅黑" pitchFamily="34" charset="-122"/>
              </a:rPr>
              <a:t>（</a:t>
            </a:r>
            <a:r>
              <a:rPr lang="en-US" altLang="zh-CN" sz="1400" b="1" dirty="0">
                <a:latin typeface="微软雅黑" pitchFamily="34" charset="-122"/>
                <a:ea typeface="微软雅黑" pitchFamily="34" charset="-122"/>
              </a:rPr>
              <a:t>unnumbered network</a:t>
            </a:r>
            <a:r>
              <a:rPr lang="zh-CN" altLang="en-US" sz="1400" b="1" dirty="0">
                <a:latin typeface="微软雅黑" pitchFamily="34" charset="-122"/>
                <a:ea typeface="微软雅黑" pitchFamily="34" charset="-122"/>
              </a:rPr>
              <a:t>）或</a:t>
            </a:r>
            <a:r>
              <a:rPr lang="zh-CN" altLang="en-US" sz="1400" b="1" dirty="0">
                <a:solidFill>
                  <a:srgbClr val="C00000"/>
                </a:solidFill>
                <a:latin typeface="微软雅黑" pitchFamily="34" charset="-122"/>
                <a:ea typeface="微软雅黑" pitchFamily="34" charset="-122"/>
              </a:rPr>
              <a:t>匿名网络</a:t>
            </a:r>
            <a:r>
              <a:rPr lang="zh-CN" altLang="en-US" sz="1400" b="1" dirty="0">
                <a:latin typeface="微软雅黑" pitchFamily="34" charset="-122"/>
                <a:ea typeface="微软雅黑" pitchFamily="34" charset="-122"/>
              </a:rPr>
              <a:t>（</a:t>
            </a:r>
            <a:r>
              <a:rPr lang="en-US" altLang="zh-CN" sz="1400" b="1" dirty="0">
                <a:latin typeface="微软雅黑" pitchFamily="34" charset="-122"/>
                <a:ea typeface="微软雅黑" pitchFamily="34" charset="-122"/>
              </a:rPr>
              <a:t>anonymous network</a:t>
            </a:r>
            <a:r>
              <a:rPr lang="zh-CN" altLang="en-US" sz="1400" b="1" dirty="0">
                <a:latin typeface="微软雅黑" pitchFamily="34" charset="-122"/>
                <a:ea typeface="微软雅黑" pitchFamily="34" charset="-122"/>
              </a:rPr>
              <a:t>）。</a:t>
            </a:r>
            <a:endParaRPr lang="en-US" altLang="zh-CN" sz="1400" b="1" dirty="0">
              <a:latin typeface="微软雅黑" pitchFamily="34" charset="-122"/>
              <a:ea typeface="微软雅黑" pitchFamily="34" charset="-122"/>
            </a:endParaRPr>
          </a:p>
        </p:txBody>
      </p:sp>
      <p:sp>
        <p:nvSpPr>
          <p:cNvPr id="682" name="矩形 476">
            <a:extLst>
              <a:ext uri="{FF2B5EF4-FFF2-40B4-BE49-F238E27FC236}">
                <a16:creationId xmlns:a16="http://schemas.microsoft.com/office/drawing/2014/main" id="{C0BE15B7-1EE4-4692-F148-FEE6F047E03A}"/>
              </a:ext>
            </a:extLst>
          </p:cNvPr>
          <p:cNvSpPr>
            <a:spLocks noChangeArrowheads="1"/>
          </p:cNvSpPr>
          <p:nvPr/>
        </p:nvSpPr>
        <p:spPr bwMode="auto">
          <a:xfrm>
            <a:off x="3480534" y="3636941"/>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3" name="Rectangle 27">
            <a:extLst>
              <a:ext uri="{FF2B5EF4-FFF2-40B4-BE49-F238E27FC236}">
                <a16:creationId xmlns:a16="http://schemas.microsoft.com/office/drawing/2014/main" id="{5B64522D-F874-4199-9EE7-29DE3A168C4A}"/>
              </a:ext>
            </a:extLst>
          </p:cNvPr>
          <p:cNvSpPr>
            <a:spLocks noChangeArrowheads="1"/>
          </p:cNvSpPr>
          <p:nvPr/>
        </p:nvSpPr>
        <p:spPr bwMode="auto">
          <a:xfrm>
            <a:off x="3931352" y="3912547"/>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solidFill>
                  <a:srgbClr val="000000"/>
                </a:solidFill>
                <a:latin typeface="微软雅黑" panose="020B0503020204020204" pitchFamily="34" charset="-122"/>
                <a:ea typeface="微软雅黑" panose="020B0503020204020204" pitchFamily="34" charset="-122"/>
              </a:rPr>
              <a:t>以太网交换机</a:t>
            </a:r>
            <a:endParaRPr lang="en-US" altLang="zh-CN" sz="1050" b="1">
              <a:latin typeface="微软雅黑" panose="020B0503020204020204" pitchFamily="34" charset="-122"/>
              <a:ea typeface="微软雅黑" panose="020B0503020204020204" pitchFamily="34" charset="-122"/>
            </a:endParaRPr>
          </a:p>
        </p:txBody>
      </p:sp>
      <p:grpSp>
        <p:nvGrpSpPr>
          <p:cNvPr id="221" name="Group 344">
            <a:extLst>
              <a:ext uri="{FF2B5EF4-FFF2-40B4-BE49-F238E27FC236}">
                <a16:creationId xmlns:a16="http://schemas.microsoft.com/office/drawing/2014/main" id="{F577FADE-C441-6EE0-8F85-3CF37789BD59}"/>
              </a:ext>
            </a:extLst>
          </p:cNvPr>
          <p:cNvGrpSpPr>
            <a:grpSpLocks/>
          </p:cNvGrpSpPr>
          <p:nvPr/>
        </p:nvGrpSpPr>
        <p:grpSpPr bwMode="auto">
          <a:xfrm>
            <a:off x="3595071" y="3710360"/>
            <a:ext cx="242049" cy="128766"/>
            <a:chOff x="1304" y="2569"/>
            <a:chExt cx="439" cy="262"/>
          </a:xfrm>
        </p:grpSpPr>
        <p:sp>
          <p:nvSpPr>
            <p:cNvPr id="685" name="Oval 345">
              <a:extLst>
                <a:ext uri="{FF2B5EF4-FFF2-40B4-BE49-F238E27FC236}">
                  <a16:creationId xmlns:a16="http://schemas.microsoft.com/office/drawing/2014/main" id="{8E4C193A-9B35-A919-EC25-234C57C29D33}"/>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6" name="Rectangle 346">
              <a:extLst>
                <a:ext uri="{FF2B5EF4-FFF2-40B4-BE49-F238E27FC236}">
                  <a16:creationId xmlns:a16="http://schemas.microsoft.com/office/drawing/2014/main" id="{52BC9A73-2725-BF20-8C66-BDC0CCAD6CB8}"/>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7" name="Rectangle 347">
              <a:extLst>
                <a:ext uri="{FF2B5EF4-FFF2-40B4-BE49-F238E27FC236}">
                  <a16:creationId xmlns:a16="http://schemas.microsoft.com/office/drawing/2014/main" id="{FD9C392C-4EB0-D3C6-5617-1374846292E6}"/>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8" name="Oval 348">
              <a:extLst>
                <a:ext uri="{FF2B5EF4-FFF2-40B4-BE49-F238E27FC236}">
                  <a16:creationId xmlns:a16="http://schemas.microsoft.com/office/drawing/2014/main" id="{D55AF59E-2989-35D6-7166-946613778868}"/>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23" name="Group 349">
              <a:extLst>
                <a:ext uri="{FF2B5EF4-FFF2-40B4-BE49-F238E27FC236}">
                  <a16:creationId xmlns:a16="http://schemas.microsoft.com/office/drawing/2014/main" id="{71BF1A54-99C7-DA70-7688-A42016910FD7}"/>
                </a:ext>
              </a:extLst>
            </p:cNvPr>
            <p:cNvGrpSpPr>
              <a:grpSpLocks/>
            </p:cNvGrpSpPr>
            <p:nvPr/>
          </p:nvGrpSpPr>
          <p:grpSpPr bwMode="auto">
            <a:xfrm>
              <a:off x="1371" y="2587"/>
              <a:ext cx="304" cy="117"/>
              <a:chOff x="1371" y="2587"/>
              <a:chExt cx="304" cy="117"/>
            </a:xfrm>
          </p:grpSpPr>
          <p:grpSp>
            <p:nvGrpSpPr>
              <p:cNvPr id="240" name="Group 350">
                <a:extLst>
                  <a:ext uri="{FF2B5EF4-FFF2-40B4-BE49-F238E27FC236}">
                    <a16:creationId xmlns:a16="http://schemas.microsoft.com/office/drawing/2014/main" id="{C59B7A35-8DD5-EEBE-46C0-0BC93667E8C4}"/>
                  </a:ext>
                </a:extLst>
              </p:cNvPr>
              <p:cNvGrpSpPr>
                <a:grpSpLocks/>
              </p:cNvGrpSpPr>
              <p:nvPr/>
            </p:nvGrpSpPr>
            <p:grpSpPr bwMode="auto">
              <a:xfrm>
                <a:off x="1371" y="2587"/>
                <a:ext cx="301" cy="115"/>
                <a:chOff x="1371" y="2587"/>
                <a:chExt cx="301" cy="115"/>
              </a:xfrm>
            </p:grpSpPr>
            <p:sp>
              <p:nvSpPr>
                <p:cNvPr id="702" name="Freeform 351">
                  <a:extLst>
                    <a:ext uri="{FF2B5EF4-FFF2-40B4-BE49-F238E27FC236}">
                      <a16:creationId xmlns:a16="http://schemas.microsoft.com/office/drawing/2014/main" id="{E7791A39-3DB5-8F66-BD09-F82B7ADB1191}"/>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3" name="Freeform 352">
                  <a:extLst>
                    <a:ext uri="{FF2B5EF4-FFF2-40B4-BE49-F238E27FC236}">
                      <a16:creationId xmlns:a16="http://schemas.microsoft.com/office/drawing/2014/main" id="{AFA7259F-65C6-053D-A7E8-FCB6079B6DA0}"/>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4" name="Freeform 353">
                  <a:extLst>
                    <a:ext uri="{FF2B5EF4-FFF2-40B4-BE49-F238E27FC236}">
                      <a16:creationId xmlns:a16="http://schemas.microsoft.com/office/drawing/2014/main" id="{04ACBF41-A8BE-5793-2961-AE6CC6939718}"/>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5" name="Freeform 354">
                  <a:extLst>
                    <a:ext uri="{FF2B5EF4-FFF2-40B4-BE49-F238E27FC236}">
                      <a16:creationId xmlns:a16="http://schemas.microsoft.com/office/drawing/2014/main" id="{6EA9266B-9A21-81EC-AD96-9D6F492F2896}"/>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6" name="Freeform 355">
                  <a:extLst>
                    <a:ext uri="{FF2B5EF4-FFF2-40B4-BE49-F238E27FC236}">
                      <a16:creationId xmlns:a16="http://schemas.microsoft.com/office/drawing/2014/main" id="{EE4B4610-0C76-69EE-CBAA-EBB407AD0ABE}"/>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7" name="Freeform 356">
                  <a:extLst>
                    <a:ext uri="{FF2B5EF4-FFF2-40B4-BE49-F238E27FC236}">
                      <a16:creationId xmlns:a16="http://schemas.microsoft.com/office/drawing/2014/main" id="{6751B144-BF83-0783-F51E-F09627FB540B}"/>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8" name="Freeform 357">
                  <a:extLst>
                    <a:ext uri="{FF2B5EF4-FFF2-40B4-BE49-F238E27FC236}">
                      <a16:creationId xmlns:a16="http://schemas.microsoft.com/office/drawing/2014/main" id="{B3D756A7-2235-D85E-516D-5C651765E467}"/>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9" name="Freeform 358">
                  <a:extLst>
                    <a:ext uri="{FF2B5EF4-FFF2-40B4-BE49-F238E27FC236}">
                      <a16:creationId xmlns:a16="http://schemas.microsoft.com/office/drawing/2014/main" id="{9454C2A4-8AF7-9AAA-2D36-6ED514AF4115}"/>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 name="Group 359">
                <a:extLst>
                  <a:ext uri="{FF2B5EF4-FFF2-40B4-BE49-F238E27FC236}">
                    <a16:creationId xmlns:a16="http://schemas.microsoft.com/office/drawing/2014/main" id="{9EB2915F-6021-1D87-F54B-4AAE723D9A62}"/>
                  </a:ext>
                </a:extLst>
              </p:cNvPr>
              <p:cNvGrpSpPr>
                <a:grpSpLocks/>
              </p:cNvGrpSpPr>
              <p:nvPr/>
            </p:nvGrpSpPr>
            <p:grpSpPr bwMode="auto">
              <a:xfrm>
                <a:off x="1373" y="2590"/>
                <a:ext cx="302" cy="114"/>
                <a:chOff x="1373" y="2590"/>
                <a:chExt cx="302" cy="114"/>
              </a:xfrm>
            </p:grpSpPr>
            <p:sp>
              <p:nvSpPr>
                <p:cNvPr id="694" name="Freeform 360">
                  <a:extLst>
                    <a:ext uri="{FF2B5EF4-FFF2-40B4-BE49-F238E27FC236}">
                      <a16:creationId xmlns:a16="http://schemas.microsoft.com/office/drawing/2014/main" id="{371B26EE-9E74-E1A2-5E46-E844E8EB08C9}"/>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5" name="Freeform 361">
                  <a:extLst>
                    <a:ext uri="{FF2B5EF4-FFF2-40B4-BE49-F238E27FC236}">
                      <a16:creationId xmlns:a16="http://schemas.microsoft.com/office/drawing/2014/main" id="{42499A0C-3579-0F7A-670F-B20B25FEF911}"/>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6" name="Freeform 362">
                  <a:extLst>
                    <a:ext uri="{FF2B5EF4-FFF2-40B4-BE49-F238E27FC236}">
                      <a16:creationId xmlns:a16="http://schemas.microsoft.com/office/drawing/2014/main" id="{B4A04561-B8D0-C371-F062-6F801E05B2B9}"/>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7" name="Freeform 363">
                  <a:extLst>
                    <a:ext uri="{FF2B5EF4-FFF2-40B4-BE49-F238E27FC236}">
                      <a16:creationId xmlns:a16="http://schemas.microsoft.com/office/drawing/2014/main" id="{78FEE4C4-C7DA-3DD2-4518-08C1D547766A}"/>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8" name="Freeform 364">
                  <a:extLst>
                    <a:ext uri="{FF2B5EF4-FFF2-40B4-BE49-F238E27FC236}">
                      <a16:creationId xmlns:a16="http://schemas.microsoft.com/office/drawing/2014/main" id="{BD20CCDC-2D24-23F8-445B-441B1643AC69}"/>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9" name="Freeform 365">
                  <a:extLst>
                    <a:ext uri="{FF2B5EF4-FFF2-40B4-BE49-F238E27FC236}">
                      <a16:creationId xmlns:a16="http://schemas.microsoft.com/office/drawing/2014/main" id="{9735D70A-0E9C-A6BD-8338-E9686B76BEAC}"/>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0" name="Freeform 366">
                  <a:extLst>
                    <a:ext uri="{FF2B5EF4-FFF2-40B4-BE49-F238E27FC236}">
                      <a16:creationId xmlns:a16="http://schemas.microsoft.com/office/drawing/2014/main" id="{93135ADA-63D5-F035-02CC-00AF8C8F824A}"/>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1" name="Freeform 367">
                  <a:extLst>
                    <a:ext uri="{FF2B5EF4-FFF2-40B4-BE49-F238E27FC236}">
                      <a16:creationId xmlns:a16="http://schemas.microsoft.com/office/drawing/2014/main" id="{4C969793-E127-F25A-D2C7-C325CE00A77C}"/>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690" name="Line 368">
              <a:extLst>
                <a:ext uri="{FF2B5EF4-FFF2-40B4-BE49-F238E27FC236}">
                  <a16:creationId xmlns:a16="http://schemas.microsoft.com/office/drawing/2014/main" id="{3CB05017-7E71-2101-24CC-F6EDD78BED67}"/>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1" name="Line 369">
              <a:extLst>
                <a:ext uri="{FF2B5EF4-FFF2-40B4-BE49-F238E27FC236}">
                  <a16:creationId xmlns:a16="http://schemas.microsoft.com/office/drawing/2014/main" id="{1EBE4E15-3302-6448-A152-96568E49D418}"/>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711" name="Rectangle 27">
            <a:extLst>
              <a:ext uri="{FF2B5EF4-FFF2-40B4-BE49-F238E27FC236}">
                <a16:creationId xmlns:a16="http://schemas.microsoft.com/office/drawing/2014/main" id="{4C6112F2-9348-7EDE-5A0E-87F109E3C064}"/>
              </a:ext>
            </a:extLst>
          </p:cNvPr>
          <p:cNvSpPr>
            <a:spLocks noChangeArrowheads="1"/>
          </p:cNvSpPr>
          <p:nvPr/>
        </p:nvSpPr>
        <p:spPr bwMode="auto">
          <a:xfrm>
            <a:off x="3931352" y="3708101"/>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652" name="Picture 58">
            <a:extLst>
              <a:ext uri="{FF2B5EF4-FFF2-40B4-BE49-F238E27FC236}">
                <a16:creationId xmlns:a16="http://schemas.microsoft.com/office/drawing/2014/main" id="{EB52300C-96A0-FD31-02B7-30D2ADC943D3}"/>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33294" y="1711264"/>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4" name="Picture 58">
            <a:extLst>
              <a:ext uri="{FF2B5EF4-FFF2-40B4-BE49-F238E27FC236}">
                <a16:creationId xmlns:a16="http://schemas.microsoft.com/office/drawing/2014/main" id="{0D3A7721-367A-DC21-3317-00422825B257}"/>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67363" y="3920189"/>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5" name="Picture 58">
            <a:extLst>
              <a:ext uri="{FF2B5EF4-FFF2-40B4-BE49-F238E27FC236}">
                <a16:creationId xmlns:a16="http://schemas.microsoft.com/office/drawing/2014/main" id="{EF56D8FD-15C4-3295-4689-C0C63C34BB0C}"/>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53617" y="2855922"/>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6" name="Picture 58">
            <a:extLst>
              <a:ext uri="{FF2B5EF4-FFF2-40B4-BE49-F238E27FC236}">
                <a16:creationId xmlns:a16="http://schemas.microsoft.com/office/drawing/2014/main" id="{661A0A67-956A-121D-F6F3-59AB0AF8D518}"/>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73681" y="2984123"/>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57" name="Picture 58">
            <a:extLst>
              <a:ext uri="{FF2B5EF4-FFF2-40B4-BE49-F238E27FC236}">
                <a16:creationId xmlns:a16="http://schemas.microsoft.com/office/drawing/2014/main" id="{B03274E5-4FDA-58EF-C2A3-114C0A22004C}"/>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126747" y="2457355"/>
            <a:ext cx="397338" cy="182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985680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81"/>
                                        </p:tgtEl>
                                        <p:attrNameLst>
                                          <p:attrName>style.visibility</p:attrName>
                                        </p:attrNameLst>
                                      </p:cBhvr>
                                      <p:to>
                                        <p:strVal val="visible"/>
                                      </p:to>
                                    </p:set>
                                    <p:animEffect transition="in" filter="fade">
                                      <p:cBhvr>
                                        <p:cTn id="7" dur="1000"/>
                                        <p:tgtEl>
                                          <p:spTgt spid="681"/>
                                        </p:tgtEl>
                                      </p:cBhvr>
                                    </p:animEffect>
                                    <p:anim calcmode="lin" valueType="num">
                                      <p:cBhvr>
                                        <p:cTn id="8" dur="1000" fill="hold"/>
                                        <p:tgtEl>
                                          <p:spTgt spid="681"/>
                                        </p:tgtEl>
                                        <p:attrNameLst>
                                          <p:attrName>ppt_x</p:attrName>
                                        </p:attrNameLst>
                                      </p:cBhvr>
                                      <p:tavLst>
                                        <p:tav tm="0">
                                          <p:val>
                                            <p:strVal val="#ppt_x"/>
                                          </p:val>
                                        </p:tav>
                                        <p:tav tm="100000">
                                          <p:val>
                                            <p:strVal val="#ppt_x"/>
                                          </p:val>
                                        </p:tav>
                                      </p:tavLst>
                                    </p:anim>
                                    <p:anim calcmode="lin" valueType="num">
                                      <p:cBhvr>
                                        <p:cTn id="9" dur="1000" fill="hold"/>
                                        <p:tgtEl>
                                          <p:spTgt spid="68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1"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 name="AutoShape 5"/>
          <p:cNvSpPr>
            <a:spLocks noChangeArrowheads="1"/>
          </p:cNvSpPr>
          <p:nvPr/>
        </p:nvSpPr>
        <p:spPr bwMode="auto">
          <a:xfrm>
            <a:off x="545144" y="62073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238" name="Rectangle 6"/>
          <p:cNvSpPr>
            <a:spLocks noChangeArrowheads="1"/>
          </p:cNvSpPr>
          <p:nvPr/>
        </p:nvSpPr>
        <p:spPr bwMode="auto">
          <a:xfrm>
            <a:off x="2583381" y="588663"/>
            <a:ext cx="39772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4.1.5  IP </a:t>
            </a:r>
            <a:r>
              <a:rPr lang="zh-CN" altLang="en-US" sz="2400" b="1" dirty="0">
                <a:solidFill>
                  <a:schemeClr val="bg1"/>
                </a:solidFill>
                <a:latin typeface="微软雅黑" pitchFamily="34" charset="-122"/>
                <a:ea typeface="微软雅黑" pitchFamily="34" charset="-122"/>
              </a:rPr>
              <a:t>地址与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地址</a:t>
            </a:r>
          </a:p>
        </p:txBody>
      </p:sp>
      <p:sp>
        <p:nvSpPr>
          <p:cNvPr id="4" name="任意多边形: 形状 3">
            <a:extLst>
              <a:ext uri="{FF2B5EF4-FFF2-40B4-BE49-F238E27FC236}">
                <a16:creationId xmlns:a16="http://schemas.microsoft.com/office/drawing/2014/main" id="{27F08E09-640D-183E-8F65-C3C29126E647}"/>
              </a:ext>
            </a:extLst>
          </p:cNvPr>
          <p:cNvSpPr/>
          <p:nvPr/>
        </p:nvSpPr>
        <p:spPr>
          <a:xfrm>
            <a:off x="1204857" y="1238360"/>
            <a:ext cx="3125365" cy="662400"/>
          </a:xfrm>
          <a:custGeom>
            <a:avLst/>
            <a:gdLst>
              <a:gd name="csX0" fmla="*/ 0 w 3125365"/>
              <a:gd name="csY0" fmla="*/ 0 h 662400"/>
              <a:gd name="csX1" fmla="*/ 3125365 w 3125365"/>
              <a:gd name="csY1" fmla="*/ 0 h 662400"/>
              <a:gd name="csX2" fmla="*/ 3125365 w 3125365"/>
              <a:gd name="csY2" fmla="*/ 662400 h 662400"/>
              <a:gd name="csX3" fmla="*/ 0 w 3125365"/>
              <a:gd name="csY3" fmla="*/ 662400 h 662400"/>
              <a:gd name="csX4" fmla="*/ 0 w 3125365"/>
              <a:gd name="csY4" fmla="*/ 0 h 662400"/>
            </a:gdLst>
            <a:ahLst/>
            <a:cxnLst>
              <a:cxn ang="0">
                <a:pos x="csX0" y="csY0"/>
              </a:cxn>
              <a:cxn ang="0">
                <a:pos x="csX1" y="csY1"/>
              </a:cxn>
              <a:cxn ang="0">
                <a:pos x="csX2" y="csY2"/>
              </a:cxn>
              <a:cxn ang="0">
                <a:pos x="csX3" y="csY3"/>
              </a:cxn>
              <a:cxn ang="0">
                <a:pos x="csX4" y="csY4"/>
              </a:cxn>
            </a:cxnLst>
            <a:rect l="l" t="t" r="r" b="b"/>
            <a:pathLst>
              <a:path w="3125365" h="662400">
                <a:moveTo>
                  <a:pt x="0" y="0"/>
                </a:moveTo>
                <a:lnTo>
                  <a:pt x="3125365" y="0"/>
                </a:lnTo>
                <a:lnTo>
                  <a:pt x="3125365" y="662400"/>
                </a:lnTo>
                <a:lnTo>
                  <a:pt x="0" y="662400"/>
                </a:lnTo>
                <a:lnTo>
                  <a:pt x="0" y="0"/>
                </a:lnTo>
                <a:close/>
              </a:path>
            </a:pathLst>
          </a:custGeom>
        </p:spPr>
        <p:style>
          <a:lnRef idx="2">
            <a:schemeClr val="accent2">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altLang="zh-CN" sz="1800" b="1" kern="1200" dirty="0">
                <a:latin typeface="微软雅黑" panose="020B0503020204020204" pitchFamily="34" charset="-122"/>
                <a:ea typeface="微软雅黑" panose="020B0503020204020204" pitchFamily="34" charset="-122"/>
              </a:rPr>
              <a:t>IP </a:t>
            </a:r>
            <a:r>
              <a:rPr lang="zh-CN" altLang="en-US" sz="1800" b="1" kern="1200" dirty="0">
                <a:latin typeface="微软雅黑" panose="020B0503020204020204" pitchFamily="34" charset="-122"/>
                <a:ea typeface="微软雅黑" panose="020B0503020204020204" pitchFamily="34" charset="-122"/>
              </a:rPr>
              <a:t>地址</a:t>
            </a:r>
          </a:p>
        </p:txBody>
      </p:sp>
      <p:sp>
        <p:nvSpPr>
          <p:cNvPr id="5" name="任意多边形: 形状 4">
            <a:extLst>
              <a:ext uri="{FF2B5EF4-FFF2-40B4-BE49-F238E27FC236}">
                <a16:creationId xmlns:a16="http://schemas.microsoft.com/office/drawing/2014/main" id="{EE923624-0437-38F2-BF4A-77828AFD30AF}"/>
              </a:ext>
            </a:extLst>
          </p:cNvPr>
          <p:cNvSpPr/>
          <p:nvPr/>
        </p:nvSpPr>
        <p:spPr>
          <a:xfrm>
            <a:off x="1204857" y="1900760"/>
            <a:ext cx="3125365" cy="1855577"/>
          </a:xfrm>
          <a:custGeom>
            <a:avLst/>
            <a:gdLst>
              <a:gd name="csX0" fmla="*/ 0 w 3125365"/>
              <a:gd name="csY0" fmla="*/ 0 h 1855577"/>
              <a:gd name="csX1" fmla="*/ 3125365 w 3125365"/>
              <a:gd name="csY1" fmla="*/ 0 h 1855577"/>
              <a:gd name="csX2" fmla="*/ 3125365 w 3125365"/>
              <a:gd name="csY2" fmla="*/ 1855577 h 1855577"/>
              <a:gd name="csX3" fmla="*/ 0 w 3125365"/>
              <a:gd name="csY3" fmla="*/ 1855577 h 1855577"/>
              <a:gd name="csX4" fmla="*/ 0 w 3125365"/>
              <a:gd name="csY4" fmla="*/ 0 h 1855577"/>
            </a:gdLst>
            <a:ahLst/>
            <a:cxnLst>
              <a:cxn ang="0">
                <a:pos x="csX0" y="csY0"/>
              </a:cxn>
              <a:cxn ang="0">
                <a:pos x="csX1" y="csY1"/>
              </a:cxn>
              <a:cxn ang="0">
                <a:pos x="csX2" y="csY2"/>
              </a:cxn>
              <a:cxn ang="0">
                <a:pos x="csX3" y="csY3"/>
              </a:cxn>
              <a:cxn ang="0">
                <a:pos x="csX4" y="csY4"/>
              </a:cxn>
            </a:cxnLst>
            <a:rect l="l" t="t" r="r" b="b"/>
            <a:pathLst>
              <a:path w="3125365" h="1855577">
                <a:moveTo>
                  <a:pt x="0" y="0"/>
                </a:moveTo>
                <a:lnTo>
                  <a:pt x="3125365" y="0"/>
                </a:lnTo>
                <a:lnTo>
                  <a:pt x="3125365" y="1855577"/>
                </a:lnTo>
                <a:lnTo>
                  <a:pt x="0" y="1855577"/>
                </a:lnTo>
                <a:lnTo>
                  <a:pt x="0" y="0"/>
                </a:lnTo>
                <a:close/>
              </a:path>
            </a:pathLst>
          </a:custGeom>
        </p:spPr>
        <p:style>
          <a:lnRef idx="2">
            <a:schemeClr val="accent2">
              <a:tint val="40000"/>
              <a:alpha val="90000"/>
              <a:hueOff val="0"/>
              <a:satOff val="0"/>
              <a:lumOff val="0"/>
              <a:alphaOff val="0"/>
            </a:schemeClr>
          </a:lnRef>
          <a:fillRef idx="1">
            <a:schemeClr val="accent2">
              <a:tint val="40000"/>
              <a:alpha val="90000"/>
              <a:hueOff val="0"/>
              <a:satOff val="0"/>
              <a:lumOff val="0"/>
              <a:alphaOff val="0"/>
            </a:schemeClr>
          </a:fillRef>
          <a:effectRef idx="0">
            <a:schemeClr val="accent2">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96012" tIns="96012" rIns="128016" bIns="144018" numCol="1" spcCol="1270" anchor="t" anchorCtr="0">
            <a:noAutofit/>
          </a:bodyPr>
          <a:lstStyle/>
          <a:p>
            <a:pPr marL="171450" lvl="1" indent="-171450" algn="l" defTabSz="800100">
              <a:lnSpc>
                <a:spcPct val="125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虚拟地址、软件地址、逻辑地址。</a:t>
            </a:r>
          </a:p>
          <a:p>
            <a:pPr marL="171450" lvl="1" indent="-171450" algn="l" defTabSz="800100">
              <a:lnSpc>
                <a:spcPct val="125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网络层和以上各层使用。</a:t>
            </a:r>
          </a:p>
          <a:p>
            <a:pPr marL="171450" lvl="1" indent="-171450" algn="l" defTabSz="800100">
              <a:lnSpc>
                <a:spcPct val="125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放在 </a:t>
            </a:r>
            <a:r>
              <a:rPr lang="en-US" altLang="en-US" sz="1800" b="1" kern="1200" dirty="0">
                <a:latin typeface="微软雅黑" panose="020B0503020204020204" pitchFamily="34" charset="-122"/>
                <a:ea typeface="微软雅黑" panose="020B0503020204020204" pitchFamily="34" charset="-122"/>
              </a:rPr>
              <a:t>IP </a:t>
            </a:r>
            <a:r>
              <a:rPr lang="zh-CN" altLang="en-US" sz="1800" b="1" kern="1200" dirty="0">
                <a:latin typeface="微软雅黑" panose="020B0503020204020204" pitchFamily="34" charset="-122"/>
                <a:ea typeface="微软雅黑" panose="020B0503020204020204" pitchFamily="34" charset="-122"/>
              </a:rPr>
              <a:t>数据报的首部。</a:t>
            </a:r>
          </a:p>
        </p:txBody>
      </p:sp>
      <p:sp>
        <p:nvSpPr>
          <p:cNvPr id="6" name="任意多边形: 形状 5">
            <a:extLst>
              <a:ext uri="{FF2B5EF4-FFF2-40B4-BE49-F238E27FC236}">
                <a16:creationId xmlns:a16="http://schemas.microsoft.com/office/drawing/2014/main" id="{F51305C7-50D5-9FDA-E236-3C024AD2614D}"/>
              </a:ext>
            </a:extLst>
          </p:cNvPr>
          <p:cNvSpPr/>
          <p:nvPr/>
        </p:nvSpPr>
        <p:spPr>
          <a:xfrm>
            <a:off x="4767774" y="1238360"/>
            <a:ext cx="3125365" cy="662400"/>
          </a:xfrm>
          <a:custGeom>
            <a:avLst/>
            <a:gdLst>
              <a:gd name="csX0" fmla="*/ 0 w 3125365"/>
              <a:gd name="csY0" fmla="*/ 0 h 662400"/>
              <a:gd name="csX1" fmla="*/ 3125365 w 3125365"/>
              <a:gd name="csY1" fmla="*/ 0 h 662400"/>
              <a:gd name="csX2" fmla="*/ 3125365 w 3125365"/>
              <a:gd name="csY2" fmla="*/ 662400 h 662400"/>
              <a:gd name="csX3" fmla="*/ 0 w 3125365"/>
              <a:gd name="csY3" fmla="*/ 662400 h 662400"/>
              <a:gd name="csX4" fmla="*/ 0 w 3125365"/>
              <a:gd name="csY4" fmla="*/ 0 h 662400"/>
            </a:gdLst>
            <a:ahLst/>
            <a:cxnLst>
              <a:cxn ang="0">
                <a:pos x="csX0" y="csY0"/>
              </a:cxn>
              <a:cxn ang="0">
                <a:pos x="csX1" y="csY1"/>
              </a:cxn>
              <a:cxn ang="0">
                <a:pos x="csX2" y="csY2"/>
              </a:cxn>
              <a:cxn ang="0">
                <a:pos x="csX3" y="csY3"/>
              </a:cxn>
              <a:cxn ang="0">
                <a:pos x="csX4" y="csY4"/>
              </a:cxn>
            </a:cxnLst>
            <a:rect l="l" t="t" r="r" b="b"/>
            <a:pathLst>
              <a:path w="3125365" h="662400">
                <a:moveTo>
                  <a:pt x="0" y="0"/>
                </a:moveTo>
                <a:lnTo>
                  <a:pt x="3125365" y="0"/>
                </a:lnTo>
                <a:lnTo>
                  <a:pt x="3125365" y="662400"/>
                </a:lnTo>
                <a:lnTo>
                  <a:pt x="0" y="662400"/>
                </a:lnTo>
                <a:lnTo>
                  <a:pt x="0" y="0"/>
                </a:lnTo>
                <a:close/>
              </a:path>
            </a:pathLst>
          </a:custGeom>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altLang="zh-CN" sz="1800" b="1" kern="1200" dirty="0">
                <a:latin typeface="微软雅黑" panose="020B0503020204020204" pitchFamily="34" charset="-122"/>
                <a:ea typeface="微软雅黑" panose="020B0503020204020204" pitchFamily="34" charset="-122"/>
              </a:rPr>
              <a:t>MAC </a:t>
            </a:r>
            <a:r>
              <a:rPr lang="zh-CN" altLang="en-US" sz="1800" b="1" kern="1200" dirty="0">
                <a:latin typeface="微软雅黑" panose="020B0503020204020204" pitchFamily="34" charset="-122"/>
                <a:ea typeface="微软雅黑" panose="020B0503020204020204" pitchFamily="34" charset="-122"/>
              </a:rPr>
              <a:t>地址</a:t>
            </a:r>
          </a:p>
        </p:txBody>
      </p:sp>
      <p:sp>
        <p:nvSpPr>
          <p:cNvPr id="7" name="任意多边形: 形状 6">
            <a:extLst>
              <a:ext uri="{FF2B5EF4-FFF2-40B4-BE49-F238E27FC236}">
                <a16:creationId xmlns:a16="http://schemas.microsoft.com/office/drawing/2014/main" id="{FDFF56B1-7AED-10EB-6EBB-0EDF1098E4A4}"/>
              </a:ext>
            </a:extLst>
          </p:cNvPr>
          <p:cNvSpPr/>
          <p:nvPr/>
        </p:nvSpPr>
        <p:spPr>
          <a:xfrm>
            <a:off x="4767774" y="1900760"/>
            <a:ext cx="3125365" cy="1855577"/>
          </a:xfrm>
          <a:custGeom>
            <a:avLst/>
            <a:gdLst>
              <a:gd name="csX0" fmla="*/ 0 w 3125365"/>
              <a:gd name="csY0" fmla="*/ 0 h 1855577"/>
              <a:gd name="csX1" fmla="*/ 3125365 w 3125365"/>
              <a:gd name="csY1" fmla="*/ 0 h 1855577"/>
              <a:gd name="csX2" fmla="*/ 3125365 w 3125365"/>
              <a:gd name="csY2" fmla="*/ 1855577 h 1855577"/>
              <a:gd name="csX3" fmla="*/ 0 w 3125365"/>
              <a:gd name="csY3" fmla="*/ 1855577 h 1855577"/>
              <a:gd name="csX4" fmla="*/ 0 w 3125365"/>
              <a:gd name="csY4" fmla="*/ 0 h 1855577"/>
            </a:gdLst>
            <a:ahLst/>
            <a:cxnLst>
              <a:cxn ang="0">
                <a:pos x="csX0" y="csY0"/>
              </a:cxn>
              <a:cxn ang="0">
                <a:pos x="csX1" y="csY1"/>
              </a:cxn>
              <a:cxn ang="0">
                <a:pos x="csX2" y="csY2"/>
              </a:cxn>
              <a:cxn ang="0">
                <a:pos x="csX3" y="csY3"/>
              </a:cxn>
              <a:cxn ang="0">
                <a:pos x="csX4" y="csY4"/>
              </a:cxn>
            </a:cxnLst>
            <a:rect l="l" t="t" r="r" b="b"/>
            <a:pathLst>
              <a:path w="3125365" h="1855577">
                <a:moveTo>
                  <a:pt x="0" y="0"/>
                </a:moveTo>
                <a:lnTo>
                  <a:pt x="3125365" y="0"/>
                </a:lnTo>
                <a:lnTo>
                  <a:pt x="3125365" y="1855577"/>
                </a:lnTo>
                <a:lnTo>
                  <a:pt x="0" y="1855577"/>
                </a:lnTo>
                <a:lnTo>
                  <a:pt x="0" y="0"/>
                </a:lnTo>
                <a:close/>
              </a:path>
            </a:pathLst>
          </a:custGeom>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96012" tIns="96012" rIns="128016" bIns="144018" numCol="1" spcCol="1270" anchor="t" anchorCtr="0">
            <a:noAutofit/>
          </a:bodyPr>
          <a:lstStyle/>
          <a:p>
            <a:pPr marL="171450" lvl="1" indent="-171450" algn="l" defTabSz="800100">
              <a:lnSpc>
                <a:spcPct val="125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固化在网卡上的 </a:t>
            </a:r>
            <a:r>
              <a:rPr lang="en-US" altLang="en-US" sz="1800" b="1" kern="1200" dirty="0">
                <a:latin typeface="微软雅黑" panose="020B0503020204020204" pitchFamily="34" charset="-122"/>
                <a:ea typeface="微软雅黑" panose="020B0503020204020204" pitchFamily="34" charset="-122"/>
              </a:rPr>
              <a:t>ROM </a:t>
            </a:r>
            <a:r>
              <a:rPr lang="zh-CN" altLang="en-US" sz="1800" b="1" kern="1200" dirty="0">
                <a:latin typeface="微软雅黑" panose="020B0503020204020204" pitchFamily="34" charset="-122"/>
                <a:ea typeface="微软雅黑" panose="020B0503020204020204" pitchFamily="34" charset="-122"/>
              </a:rPr>
              <a:t>中。</a:t>
            </a:r>
          </a:p>
          <a:p>
            <a:pPr marL="171450" lvl="1" indent="-171450" algn="l" defTabSz="800100">
              <a:lnSpc>
                <a:spcPct val="125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硬件地址、物理地址。</a:t>
            </a:r>
          </a:p>
          <a:p>
            <a:pPr marL="171450" lvl="1" indent="-171450" algn="l" defTabSz="800100">
              <a:lnSpc>
                <a:spcPct val="125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数据链路层使用。</a:t>
            </a:r>
          </a:p>
          <a:p>
            <a:pPr marL="171450" lvl="1" indent="-171450" algn="l" defTabSz="800100">
              <a:lnSpc>
                <a:spcPct val="125000"/>
              </a:lnSpc>
              <a:spcBef>
                <a:spcPct val="0"/>
              </a:spcBef>
              <a:spcAft>
                <a:spcPct val="15000"/>
              </a:spcAft>
              <a:buChar char="•"/>
            </a:pPr>
            <a:r>
              <a:rPr lang="zh-CN" altLang="en-US" sz="1800" b="1" kern="1200" dirty="0">
                <a:latin typeface="微软雅黑" panose="020B0503020204020204" pitchFamily="34" charset="-122"/>
                <a:ea typeface="微软雅黑" panose="020B0503020204020204" pitchFamily="34" charset="-122"/>
              </a:rPr>
              <a:t>放在 </a:t>
            </a:r>
            <a:r>
              <a:rPr lang="en-US" altLang="en-US" sz="1800" b="1" kern="1200" dirty="0">
                <a:latin typeface="微软雅黑" panose="020B0503020204020204" pitchFamily="34" charset="-122"/>
                <a:ea typeface="微软雅黑" panose="020B0503020204020204" pitchFamily="34" charset="-122"/>
              </a:rPr>
              <a:t>MAC </a:t>
            </a:r>
            <a:r>
              <a:rPr lang="zh-CN" altLang="en-US" sz="1800" b="1" kern="1200" dirty="0">
                <a:latin typeface="微软雅黑" panose="020B0503020204020204" pitchFamily="34" charset="-122"/>
                <a:ea typeface="微软雅黑" panose="020B0503020204020204" pitchFamily="34" charset="-122"/>
              </a:rPr>
              <a:t>帧的首部。</a:t>
            </a:r>
          </a:p>
        </p:txBody>
      </p:sp>
      <p:sp>
        <p:nvSpPr>
          <p:cNvPr id="9" name="文本框 8">
            <a:extLst>
              <a:ext uri="{FF2B5EF4-FFF2-40B4-BE49-F238E27FC236}">
                <a16:creationId xmlns:a16="http://schemas.microsoft.com/office/drawing/2014/main" id="{143E973A-6CDA-92A9-A2ED-CFBD69F01D23}"/>
              </a:ext>
            </a:extLst>
          </p:cNvPr>
          <p:cNvSpPr txBox="1"/>
          <p:nvPr/>
        </p:nvSpPr>
        <p:spPr>
          <a:xfrm>
            <a:off x="5533428" y="1398745"/>
            <a:ext cx="1594055" cy="341632"/>
          </a:xfrm>
          <a:prstGeom prst="rect">
            <a:avLst/>
          </a:prstGeom>
          <a:noFill/>
        </p:spPr>
        <p:txBody>
          <a:bodyPr wrap="square">
            <a:spAutoFit/>
          </a:bodyPr>
          <a:lstStyle/>
          <a:p>
            <a:pPr marL="0" lvl="0" indent="0" algn="ctr" defTabSz="800100">
              <a:lnSpc>
                <a:spcPct val="90000"/>
              </a:lnSpc>
              <a:spcBef>
                <a:spcPct val="0"/>
              </a:spcBef>
              <a:spcAft>
                <a:spcPct val="35000"/>
              </a:spcAft>
              <a:buNone/>
            </a:pPr>
            <a:r>
              <a:rPr lang="en-US" altLang="zh-CN" sz="1800" b="1" kern="1200" dirty="0">
                <a:solidFill>
                  <a:srgbClr val="002060"/>
                </a:solidFill>
                <a:latin typeface="微软雅黑" panose="020B0503020204020204" pitchFamily="34" charset="-122"/>
                <a:ea typeface="微软雅黑" panose="020B0503020204020204" pitchFamily="34" charset="-122"/>
              </a:rPr>
              <a:t>MAC </a:t>
            </a:r>
            <a:r>
              <a:rPr lang="zh-CN" altLang="en-US" sz="1800" b="1" kern="1200" dirty="0">
                <a:solidFill>
                  <a:srgbClr val="002060"/>
                </a:solidFill>
                <a:latin typeface="微软雅黑" panose="020B0503020204020204" pitchFamily="34" charset="-122"/>
                <a:ea typeface="微软雅黑" panose="020B0503020204020204" pitchFamily="34" charset="-122"/>
              </a:rPr>
              <a:t>地址</a:t>
            </a:r>
          </a:p>
        </p:txBody>
      </p:sp>
      <p:sp>
        <p:nvSpPr>
          <p:cNvPr id="10" name="文本框 9">
            <a:extLst>
              <a:ext uri="{FF2B5EF4-FFF2-40B4-BE49-F238E27FC236}">
                <a16:creationId xmlns:a16="http://schemas.microsoft.com/office/drawing/2014/main" id="{F5105948-4EAC-5E3B-9429-A81F0ACFFAE2}"/>
              </a:ext>
            </a:extLst>
          </p:cNvPr>
          <p:cNvSpPr txBox="1"/>
          <p:nvPr/>
        </p:nvSpPr>
        <p:spPr>
          <a:xfrm>
            <a:off x="1970511" y="1398745"/>
            <a:ext cx="1594055" cy="341632"/>
          </a:xfrm>
          <a:prstGeom prst="rect">
            <a:avLst/>
          </a:prstGeom>
          <a:noFill/>
        </p:spPr>
        <p:txBody>
          <a:bodyPr wrap="square">
            <a:spAutoFit/>
          </a:bodyPr>
          <a:lstStyle/>
          <a:p>
            <a:pPr marL="0" lvl="0" indent="0" algn="ctr" defTabSz="800100">
              <a:lnSpc>
                <a:spcPct val="90000"/>
              </a:lnSpc>
              <a:spcBef>
                <a:spcPct val="0"/>
              </a:spcBef>
              <a:spcAft>
                <a:spcPct val="35000"/>
              </a:spcAft>
              <a:buNone/>
            </a:pPr>
            <a:r>
              <a:rPr lang="en-US" altLang="zh-CN" sz="1800" b="1" kern="1200" dirty="0">
                <a:solidFill>
                  <a:srgbClr val="002060"/>
                </a:solidFill>
                <a:latin typeface="微软雅黑" panose="020B0503020204020204" pitchFamily="34" charset="-122"/>
                <a:ea typeface="微软雅黑" panose="020B0503020204020204" pitchFamily="34" charset="-122"/>
              </a:rPr>
              <a:t>IP </a:t>
            </a:r>
            <a:r>
              <a:rPr lang="zh-CN" altLang="en-US" sz="1800" b="1" kern="1200" dirty="0">
                <a:solidFill>
                  <a:srgbClr val="002060"/>
                </a:solidFill>
                <a:latin typeface="微软雅黑" panose="020B0503020204020204" pitchFamily="34" charset="-122"/>
                <a:ea typeface="微软雅黑" panose="020B0503020204020204" pitchFamily="34" charset="-122"/>
              </a:rPr>
              <a:t>地址</a:t>
            </a:r>
          </a:p>
        </p:txBody>
      </p:sp>
    </p:spTree>
    <p:custDataLst>
      <p:tags r:id="rId1"/>
    </p:custDataLst>
    <p:extLst>
      <p:ext uri="{BB962C8B-B14F-4D97-AF65-F5344CB8AC3E}">
        <p14:creationId xmlns:p14="http://schemas.microsoft.com/office/powerpoint/2010/main" val="2841495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5000" fill="hold" grpId="1" nodeType="afterEffect">
                                  <p:stCondLst>
                                    <p:cond delay="0"/>
                                  </p:stCondLst>
                                  <p:childTnLst>
                                    <p:anim calcmode="discrete" valueType="str">
                                      <p:cBhvr>
                                        <p:cTn id="9" dur="1000" fill="hold"/>
                                        <p:tgtEl>
                                          <p:spTgt spid="9"/>
                                        </p:tgtEl>
                                        <p:attrNameLst>
                                          <p:attrName>style.visibility</p:attrName>
                                        </p:attrNameLst>
                                      </p:cBhvr>
                                      <p:tavLst>
                                        <p:tav tm="0">
                                          <p:val>
                                            <p:strVal val="hidden"/>
                                          </p:val>
                                        </p:tav>
                                        <p:tav tm="50000">
                                          <p:val>
                                            <p:strVal val="visible"/>
                                          </p:val>
                                        </p:tav>
                                      </p:tavLst>
                                    </p:anim>
                                  </p:childTnLst>
                                  <p:subTnLst>
                                    <p:set>
                                      <p:cBhvr override="childStyle">
                                        <p:cTn dur="1" fill="hold" display="0" masterRel="sameClick" afterEffect="1">
                                          <p:stCondLst>
                                            <p:cond evt="end" delay="0">
                                              <p:tn val="8"/>
                                            </p:cond>
                                          </p:stCondLst>
                                        </p:cTn>
                                        <p:tgtEl>
                                          <p:spTgt spid="9"/>
                                        </p:tgtEl>
                                        <p:attrNameLst>
                                          <p:attrName>style.visibility</p:attrName>
                                        </p:attrNameLst>
                                      </p:cBhvr>
                                      <p:to>
                                        <p:strVal val="hidden"/>
                                      </p:to>
                                    </p:set>
                                  </p:sub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childTnLst>
                                </p:cTn>
                              </p:par>
                            </p:childTnLst>
                          </p:cTn>
                        </p:par>
                        <p:par>
                          <p:cTn id="14" fill="hold">
                            <p:stCondLst>
                              <p:cond delay="0"/>
                            </p:stCondLst>
                            <p:childTnLst>
                              <p:par>
                                <p:cTn id="15" presetID="35" presetClass="emph" presetSubtype="0" repeatCount="5000" fill="hold" grpId="1" nodeType="afterEffect">
                                  <p:stCondLst>
                                    <p:cond delay="0"/>
                                  </p:stCondLst>
                                  <p:childTnLst>
                                    <p:anim calcmode="discrete" valueType="str">
                                      <p:cBhvr>
                                        <p:cTn id="16" dur="1000" fill="hold"/>
                                        <p:tgtEl>
                                          <p:spTgt spid="10"/>
                                        </p:tgtEl>
                                        <p:attrNameLst>
                                          <p:attrName>style.visibility</p:attrName>
                                        </p:attrNameLst>
                                      </p:cBhvr>
                                      <p:tavLst>
                                        <p:tav tm="0">
                                          <p:val>
                                            <p:strVal val="hidden"/>
                                          </p:val>
                                        </p:tav>
                                        <p:tav tm="50000">
                                          <p:val>
                                            <p:strVal val="visible"/>
                                          </p:val>
                                        </p:tav>
                                      </p:tavLst>
                                    </p:anim>
                                  </p:childTnLst>
                                  <p:subTnLst>
                                    <p:set>
                                      <p:cBhvr override="childStyle">
                                        <p:cTn dur="1" fill="hold" display="0" masterRel="sameClick" afterEffect="1">
                                          <p:stCondLst>
                                            <p:cond evt="end" delay="0">
                                              <p:tn val="15"/>
                                            </p:cond>
                                          </p:stCondLst>
                                        </p:cTn>
                                        <p:tgtEl>
                                          <p:spTgt spid="10"/>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9" grpId="1"/>
      <p:bldP spid="10" grpId="0"/>
      <p:bldP spid="10" grpId="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64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907307" y="581433"/>
            <a:ext cx="33480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地址与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地址的区别</a:t>
            </a:r>
          </a:p>
        </p:txBody>
      </p:sp>
      <p:sp>
        <p:nvSpPr>
          <p:cNvPr id="4" name="圆角矩形 3"/>
          <p:cNvSpPr/>
          <p:nvPr/>
        </p:nvSpPr>
        <p:spPr>
          <a:xfrm>
            <a:off x="545144" y="1170432"/>
            <a:ext cx="8053712" cy="3200399"/>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Line 5"/>
          <p:cNvSpPr>
            <a:spLocks noChangeShapeType="1"/>
          </p:cNvSpPr>
          <p:nvPr/>
        </p:nvSpPr>
        <p:spPr bwMode="auto">
          <a:xfrm>
            <a:off x="2391321" y="3280921"/>
            <a:ext cx="3899100"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 name="Line 6"/>
          <p:cNvSpPr>
            <a:spLocks noChangeShapeType="1"/>
          </p:cNvSpPr>
          <p:nvPr/>
        </p:nvSpPr>
        <p:spPr bwMode="auto">
          <a:xfrm>
            <a:off x="2912547" y="2607995"/>
            <a:ext cx="2856649"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 name="Line 7"/>
          <p:cNvSpPr>
            <a:spLocks noChangeShapeType="1"/>
          </p:cNvSpPr>
          <p:nvPr/>
        </p:nvSpPr>
        <p:spPr bwMode="auto">
          <a:xfrm>
            <a:off x="3415963" y="1860543"/>
            <a:ext cx="2367481"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8"/>
          <p:cNvSpPr>
            <a:spLocks noChangeArrowheads="1"/>
          </p:cNvSpPr>
          <p:nvPr/>
        </p:nvSpPr>
        <p:spPr bwMode="auto">
          <a:xfrm>
            <a:off x="4220953" y="1773962"/>
            <a:ext cx="778870" cy="12494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Text Box 9"/>
          <p:cNvSpPr txBox="1">
            <a:spLocks noChangeArrowheads="1"/>
          </p:cNvSpPr>
          <p:nvPr/>
        </p:nvSpPr>
        <p:spPr bwMode="auto">
          <a:xfrm>
            <a:off x="4176757" y="1717157"/>
            <a:ext cx="834266" cy="276999"/>
          </a:xfrm>
          <a:prstGeom prst="rect">
            <a:avLst/>
          </a:prstGeom>
          <a:solidFill>
            <a:srgbClr val="C3E3F9"/>
          </a:solidFill>
          <a:ln>
            <a:noFill/>
          </a:ln>
          <a:effectLst/>
        </p:spPr>
        <p:txBody>
          <a:bodyPr wrap="none">
            <a:spAutoFit/>
          </a:bodyPr>
          <a:lstStyle/>
          <a:p>
            <a:pPr algn="ctr"/>
            <a:r>
              <a:rPr kumimoji="1" lang="en-US" altLang="zh-CN" sz="1200" b="1" dirty="0">
                <a:solidFill>
                  <a:srgbClr val="0000CC"/>
                </a:solidFill>
                <a:latin typeface="微软雅黑" pitchFamily="34" charset="-122"/>
                <a:ea typeface="微软雅黑" pitchFamily="34" charset="-122"/>
              </a:rPr>
              <a:t>TCP </a:t>
            </a:r>
            <a:r>
              <a:rPr kumimoji="1" lang="zh-CN" altLang="en-US" sz="1200" b="1" dirty="0">
                <a:solidFill>
                  <a:srgbClr val="0000CC"/>
                </a:solidFill>
                <a:latin typeface="微软雅黑" pitchFamily="34" charset="-122"/>
                <a:ea typeface="微软雅黑" pitchFamily="34" charset="-122"/>
              </a:rPr>
              <a:t>报文</a:t>
            </a:r>
          </a:p>
        </p:txBody>
      </p:sp>
      <p:sp>
        <p:nvSpPr>
          <p:cNvPr id="10" name="Rectangle 10"/>
          <p:cNvSpPr>
            <a:spLocks noChangeArrowheads="1"/>
          </p:cNvSpPr>
          <p:nvPr/>
        </p:nvSpPr>
        <p:spPr bwMode="auto">
          <a:xfrm>
            <a:off x="3984681" y="2536757"/>
            <a:ext cx="723067" cy="11946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 name="Text Box 11"/>
          <p:cNvSpPr txBox="1">
            <a:spLocks noChangeArrowheads="1"/>
          </p:cNvSpPr>
          <p:nvPr/>
        </p:nvSpPr>
        <p:spPr bwMode="auto">
          <a:xfrm>
            <a:off x="3977892" y="2463899"/>
            <a:ext cx="845103" cy="276999"/>
          </a:xfrm>
          <a:prstGeom prst="rect">
            <a:avLst/>
          </a:prstGeom>
          <a:solidFill>
            <a:srgbClr val="C3E3F9"/>
          </a:solidFill>
          <a:ln>
            <a:noFill/>
          </a:ln>
          <a:effectLst/>
        </p:spPr>
        <p:txBody>
          <a:bodyPr wrap="none">
            <a:spAutoFit/>
          </a:bodyPr>
          <a:lstStyle/>
          <a:p>
            <a:pPr algn="ctr"/>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sp>
        <p:nvSpPr>
          <p:cNvPr id="12" name="Rectangle 12"/>
          <p:cNvSpPr>
            <a:spLocks noChangeArrowheads="1"/>
          </p:cNvSpPr>
          <p:nvPr/>
        </p:nvSpPr>
        <p:spPr bwMode="auto">
          <a:xfrm>
            <a:off x="4028611" y="3218451"/>
            <a:ext cx="613836" cy="1260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 name="Text Box 13"/>
          <p:cNvSpPr txBox="1">
            <a:spLocks noChangeArrowheads="1"/>
          </p:cNvSpPr>
          <p:nvPr/>
        </p:nvSpPr>
        <p:spPr bwMode="auto">
          <a:xfrm>
            <a:off x="3997727" y="3133151"/>
            <a:ext cx="760849" cy="276999"/>
          </a:xfrm>
          <a:prstGeom prst="rect">
            <a:avLst/>
          </a:prstGeom>
          <a:solidFill>
            <a:srgbClr val="C3E3F9"/>
          </a:solidFill>
          <a:ln>
            <a:noFill/>
          </a:ln>
          <a:effectLst/>
        </p:spPr>
        <p:txBody>
          <a:bodyPr wrap="none">
            <a:spAutoFit/>
          </a:bodyPr>
          <a:lstStyle/>
          <a:p>
            <a:pPr algn="ctr"/>
            <a:r>
              <a:rPr kumimoji="1" lang="en-US" altLang="zh-CN" sz="1200" b="1" dirty="0">
                <a:solidFill>
                  <a:srgbClr val="0000CC"/>
                </a:solidFill>
                <a:latin typeface="微软雅黑" pitchFamily="34" charset="-122"/>
                <a:ea typeface="微软雅黑" pitchFamily="34" charset="-122"/>
              </a:rPr>
              <a:t>MAC </a:t>
            </a:r>
            <a:r>
              <a:rPr kumimoji="1" lang="zh-CN" altLang="en-US" sz="1200" b="1" dirty="0">
                <a:solidFill>
                  <a:srgbClr val="0000CC"/>
                </a:solidFill>
                <a:latin typeface="微软雅黑" pitchFamily="34" charset="-122"/>
                <a:ea typeface="微软雅黑" pitchFamily="34" charset="-122"/>
              </a:rPr>
              <a:t>帧</a:t>
            </a:r>
          </a:p>
        </p:txBody>
      </p:sp>
      <p:sp>
        <p:nvSpPr>
          <p:cNvPr id="14" name="Line 18"/>
          <p:cNvSpPr>
            <a:spLocks noChangeShapeType="1"/>
          </p:cNvSpPr>
          <p:nvPr/>
        </p:nvSpPr>
        <p:spPr bwMode="auto">
          <a:xfrm>
            <a:off x="2912547" y="2495110"/>
            <a:ext cx="0" cy="280569"/>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Line 19"/>
          <p:cNvSpPr>
            <a:spLocks noChangeShapeType="1"/>
          </p:cNvSpPr>
          <p:nvPr/>
        </p:nvSpPr>
        <p:spPr bwMode="auto">
          <a:xfrm>
            <a:off x="5769195" y="2495110"/>
            <a:ext cx="0" cy="280569"/>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Line 20"/>
          <p:cNvSpPr>
            <a:spLocks noChangeShapeType="1"/>
          </p:cNvSpPr>
          <p:nvPr/>
        </p:nvSpPr>
        <p:spPr bwMode="auto">
          <a:xfrm>
            <a:off x="3425461" y="1718067"/>
            <a:ext cx="9498" cy="38578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21"/>
          <p:cNvSpPr>
            <a:spLocks noChangeShapeType="1"/>
          </p:cNvSpPr>
          <p:nvPr/>
        </p:nvSpPr>
        <p:spPr bwMode="auto">
          <a:xfrm>
            <a:off x="5769195" y="1718067"/>
            <a:ext cx="0" cy="38578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8" name="Line 22"/>
          <p:cNvSpPr>
            <a:spLocks noChangeShapeType="1"/>
          </p:cNvSpPr>
          <p:nvPr/>
        </p:nvSpPr>
        <p:spPr bwMode="auto">
          <a:xfrm flipV="1">
            <a:off x="6043463" y="2620051"/>
            <a:ext cx="1722775"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9" name="Rectangle 23"/>
          <p:cNvSpPr>
            <a:spLocks noChangeArrowheads="1"/>
          </p:cNvSpPr>
          <p:nvPr/>
        </p:nvSpPr>
        <p:spPr bwMode="auto">
          <a:xfrm>
            <a:off x="3425461" y="1376124"/>
            <a:ext cx="2343734" cy="336463"/>
          </a:xfrm>
          <a:prstGeom prst="rect">
            <a:avLst/>
          </a:prstGeom>
          <a:solidFill>
            <a:srgbClr val="66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0" name="Line 24"/>
          <p:cNvSpPr>
            <a:spLocks noChangeShapeType="1"/>
          </p:cNvSpPr>
          <p:nvPr/>
        </p:nvSpPr>
        <p:spPr bwMode="auto">
          <a:xfrm flipH="1">
            <a:off x="3938376" y="1376124"/>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1" name="Text Box 25"/>
          <p:cNvSpPr txBox="1">
            <a:spLocks noChangeArrowheads="1"/>
          </p:cNvSpPr>
          <p:nvPr/>
        </p:nvSpPr>
        <p:spPr bwMode="auto">
          <a:xfrm>
            <a:off x="4315937" y="1386273"/>
            <a:ext cx="10823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应用层数据</a:t>
            </a:r>
          </a:p>
        </p:txBody>
      </p:sp>
      <p:sp>
        <p:nvSpPr>
          <p:cNvPr id="22" name="Text Box 26"/>
          <p:cNvSpPr txBox="1">
            <a:spLocks noChangeArrowheads="1"/>
          </p:cNvSpPr>
          <p:nvPr/>
        </p:nvSpPr>
        <p:spPr bwMode="auto">
          <a:xfrm>
            <a:off x="3406464" y="1387370"/>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首部</a:t>
            </a:r>
          </a:p>
        </p:txBody>
      </p:sp>
      <p:sp>
        <p:nvSpPr>
          <p:cNvPr id="23" name="Rectangle 27"/>
          <p:cNvSpPr>
            <a:spLocks noChangeArrowheads="1"/>
          </p:cNvSpPr>
          <p:nvPr/>
        </p:nvSpPr>
        <p:spPr bwMode="auto">
          <a:xfrm>
            <a:off x="2912547" y="2103849"/>
            <a:ext cx="2856649" cy="336463"/>
          </a:xfrm>
          <a:prstGeom prst="rect">
            <a:avLst/>
          </a:prstGeom>
          <a:solidFill>
            <a:srgbClr val="FF99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28"/>
          <p:cNvSpPr>
            <a:spLocks noChangeShapeType="1"/>
          </p:cNvSpPr>
          <p:nvPr/>
        </p:nvSpPr>
        <p:spPr bwMode="auto">
          <a:xfrm>
            <a:off x="3425461" y="2103849"/>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Text Box 29"/>
          <p:cNvSpPr txBox="1">
            <a:spLocks noChangeArrowheads="1"/>
          </p:cNvSpPr>
          <p:nvPr/>
        </p:nvSpPr>
        <p:spPr bwMode="auto">
          <a:xfrm>
            <a:off x="2894737" y="2107422"/>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首部</a:t>
            </a:r>
          </a:p>
        </p:txBody>
      </p:sp>
      <p:sp>
        <p:nvSpPr>
          <p:cNvPr id="26" name="Rectangle 30"/>
          <p:cNvSpPr>
            <a:spLocks noChangeArrowheads="1"/>
          </p:cNvSpPr>
          <p:nvPr/>
        </p:nvSpPr>
        <p:spPr bwMode="auto">
          <a:xfrm>
            <a:off x="2407944" y="2796502"/>
            <a:ext cx="511727" cy="315640"/>
          </a:xfrm>
          <a:prstGeom prst="rect">
            <a:avLst/>
          </a:prstGeom>
          <a:solidFill>
            <a:srgbClr val="66FFFF"/>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7" name="Rectangle 31"/>
          <p:cNvSpPr>
            <a:spLocks noChangeArrowheads="1"/>
          </p:cNvSpPr>
          <p:nvPr/>
        </p:nvSpPr>
        <p:spPr bwMode="auto">
          <a:xfrm>
            <a:off x="2400820" y="2775679"/>
            <a:ext cx="3881290" cy="336463"/>
          </a:xfrm>
          <a:prstGeom prst="rect">
            <a:avLst/>
          </a:prstGeom>
          <a:solidFill>
            <a:srgbClr val="66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8" name="Line 32"/>
          <p:cNvSpPr>
            <a:spLocks noChangeShapeType="1"/>
          </p:cNvSpPr>
          <p:nvPr/>
        </p:nvSpPr>
        <p:spPr bwMode="auto">
          <a:xfrm>
            <a:off x="2912547" y="2775679"/>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9" name="Line 33"/>
          <p:cNvSpPr>
            <a:spLocks noChangeShapeType="1"/>
          </p:cNvSpPr>
          <p:nvPr/>
        </p:nvSpPr>
        <p:spPr bwMode="auto">
          <a:xfrm>
            <a:off x="5769195" y="2775679"/>
            <a:ext cx="0" cy="3364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Text Box 34"/>
          <p:cNvSpPr txBox="1">
            <a:spLocks noChangeArrowheads="1"/>
          </p:cNvSpPr>
          <p:nvPr/>
        </p:nvSpPr>
        <p:spPr bwMode="auto">
          <a:xfrm>
            <a:off x="5745762" y="2777128"/>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尾部</a:t>
            </a:r>
          </a:p>
        </p:txBody>
      </p:sp>
      <p:sp>
        <p:nvSpPr>
          <p:cNvPr id="31" name="Text Box 35"/>
          <p:cNvSpPr txBox="1">
            <a:spLocks noChangeArrowheads="1"/>
          </p:cNvSpPr>
          <p:nvPr/>
        </p:nvSpPr>
        <p:spPr bwMode="auto">
          <a:xfrm>
            <a:off x="2392508" y="2781444"/>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首部</a:t>
            </a:r>
          </a:p>
        </p:txBody>
      </p:sp>
      <p:grpSp>
        <p:nvGrpSpPr>
          <p:cNvPr id="32" name="Group 49"/>
          <p:cNvGrpSpPr>
            <a:grpSpLocks/>
          </p:cNvGrpSpPr>
          <p:nvPr/>
        </p:nvGrpSpPr>
        <p:grpSpPr bwMode="auto">
          <a:xfrm>
            <a:off x="1299003" y="2314278"/>
            <a:ext cx="6227405" cy="1154058"/>
            <a:chOff x="155" y="2425"/>
            <a:chExt cx="5245" cy="1053"/>
          </a:xfrm>
        </p:grpSpPr>
        <p:grpSp>
          <p:nvGrpSpPr>
            <p:cNvPr id="33" name="Group 45"/>
            <p:cNvGrpSpPr>
              <a:grpSpLocks/>
            </p:cNvGrpSpPr>
            <p:nvPr/>
          </p:nvGrpSpPr>
          <p:grpSpPr bwMode="auto">
            <a:xfrm>
              <a:off x="4467" y="2709"/>
              <a:ext cx="933" cy="769"/>
              <a:chOff x="4467" y="2709"/>
              <a:chExt cx="933" cy="769"/>
            </a:xfrm>
          </p:grpSpPr>
          <p:sp>
            <p:nvSpPr>
              <p:cNvPr id="37" name="AutoShape 15"/>
              <p:cNvSpPr>
                <a:spLocks noChangeArrowheads="1"/>
              </p:cNvSpPr>
              <p:nvPr/>
            </p:nvSpPr>
            <p:spPr bwMode="auto">
              <a:xfrm flipV="1">
                <a:off x="4831" y="2709"/>
                <a:ext cx="186" cy="358"/>
              </a:xfrm>
              <a:prstGeom prst="upArrow">
                <a:avLst>
                  <a:gd name="adj1" fmla="val 50000"/>
                  <a:gd name="adj2" fmla="val 81801"/>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38" name="Text Box 17"/>
              <p:cNvSpPr txBox="1">
                <a:spLocks noChangeArrowheads="1"/>
              </p:cNvSpPr>
              <p:nvPr/>
            </p:nvSpPr>
            <p:spPr bwMode="auto">
              <a:xfrm>
                <a:off x="4467" y="3057"/>
                <a:ext cx="933" cy="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itchFamily="34" charset="-122"/>
                    <a:ea typeface="微软雅黑" pitchFamily="34" charset="-122"/>
                  </a:rPr>
                  <a:t>数据链路层</a:t>
                </a:r>
              </a:p>
              <a:p>
                <a:pPr algn="ctr"/>
                <a:r>
                  <a:rPr kumimoji="1" lang="zh-CN" altLang="en-US" sz="1200" b="1" dirty="0">
                    <a:solidFill>
                      <a:srgbClr val="0000CC"/>
                    </a:solidFill>
                    <a:latin typeface="微软雅黑" pitchFamily="34" charset="-122"/>
                    <a:ea typeface="微软雅黑" pitchFamily="34" charset="-122"/>
                  </a:rPr>
                  <a:t>使用硬件地址</a:t>
                </a:r>
              </a:p>
            </p:txBody>
          </p:sp>
        </p:grpSp>
        <p:grpSp>
          <p:nvGrpSpPr>
            <p:cNvPr id="34" name="Group 47"/>
            <p:cNvGrpSpPr>
              <a:grpSpLocks/>
            </p:cNvGrpSpPr>
            <p:nvPr/>
          </p:nvGrpSpPr>
          <p:grpSpPr bwMode="auto">
            <a:xfrm>
              <a:off x="155" y="2425"/>
              <a:ext cx="870" cy="281"/>
              <a:chOff x="155" y="2425"/>
              <a:chExt cx="870" cy="281"/>
            </a:xfrm>
          </p:grpSpPr>
          <p:sp>
            <p:nvSpPr>
              <p:cNvPr id="35" name="AutoShape 37"/>
              <p:cNvSpPr>
                <a:spLocks noChangeArrowheads="1"/>
              </p:cNvSpPr>
              <p:nvPr/>
            </p:nvSpPr>
            <p:spPr bwMode="auto">
              <a:xfrm>
                <a:off x="182" y="2427"/>
                <a:ext cx="802" cy="273"/>
              </a:xfrm>
              <a:prstGeom prst="wedgeRoundRectCallout">
                <a:avLst>
                  <a:gd name="adj1" fmla="val 72116"/>
                  <a:gd name="adj2" fmla="val 129167"/>
                  <a:gd name="adj3" fmla="val 16667"/>
                </a:avLst>
              </a:prstGeom>
              <a:solidFill>
                <a:srgbClr val="66FFFF"/>
              </a:solidFill>
              <a:ln w="9525">
                <a:solidFill>
                  <a:schemeClr val="tx1"/>
                </a:solidFill>
                <a:miter lim="800000"/>
                <a:headEnd/>
                <a:tailEnd/>
              </a:ln>
              <a:effectLst/>
            </p:spPr>
            <p:txBody>
              <a:bodyPr/>
              <a:lstStyle/>
              <a:p>
                <a:pPr algn="ctr"/>
                <a:endParaRPr kumimoji="1" lang="zh-CN" altLang="zh-CN" sz="1400" b="1">
                  <a:solidFill>
                    <a:srgbClr val="0000CC"/>
                  </a:solidFill>
                  <a:latin typeface="微软雅黑" pitchFamily="34" charset="-122"/>
                  <a:ea typeface="微软雅黑" pitchFamily="34" charset="-122"/>
                </a:endParaRPr>
              </a:p>
            </p:txBody>
          </p:sp>
          <p:sp>
            <p:nvSpPr>
              <p:cNvPr id="36" name="Text Box 38"/>
              <p:cNvSpPr txBox="1">
                <a:spLocks noChangeArrowheads="1"/>
              </p:cNvSpPr>
              <p:nvPr/>
            </p:nvSpPr>
            <p:spPr bwMode="auto">
              <a:xfrm>
                <a:off x="155" y="2425"/>
                <a:ext cx="870"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MAC </a:t>
                </a:r>
                <a:r>
                  <a:rPr kumimoji="1" lang="zh-CN" altLang="en-US" sz="1400" b="1" dirty="0">
                    <a:solidFill>
                      <a:srgbClr val="0000CC"/>
                    </a:solidFill>
                    <a:latin typeface="微软雅黑" pitchFamily="34" charset="-122"/>
                    <a:ea typeface="微软雅黑" pitchFamily="34" charset="-122"/>
                  </a:rPr>
                  <a:t>地址</a:t>
                </a:r>
              </a:p>
            </p:txBody>
          </p:sp>
        </p:grpSp>
      </p:grpSp>
      <p:grpSp>
        <p:nvGrpSpPr>
          <p:cNvPr id="39" name="Group 48"/>
          <p:cNvGrpSpPr>
            <a:grpSpLocks/>
          </p:cNvGrpSpPr>
          <p:nvPr/>
        </p:nvGrpSpPr>
        <p:grpSpPr bwMode="auto">
          <a:xfrm>
            <a:off x="2208477" y="1657788"/>
            <a:ext cx="5307246" cy="967742"/>
            <a:chOff x="921" y="1826"/>
            <a:chExt cx="4470" cy="883"/>
          </a:xfrm>
        </p:grpSpPr>
        <p:grpSp>
          <p:nvGrpSpPr>
            <p:cNvPr id="40" name="Group 44"/>
            <p:cNvGrpSpPr>
              <a:grpSpLocks/>
            </p:cNvGrpSpPr>
            <p:nvPr/>
          </p:nvGrpSpPr>
          <p:grpSpPr bwMode="auto">
            <a:xfrm>
              <a:off x="4458" y="1990"/>
              <a:ext cx="933" cy="719"/>
              <a:chOff x="4458" y="1990"/>
              <a:chExt cx="933" cy="719"/>
            </a:xfrm>
          </p:grpSpPr>
          <p:sp>
            <p:nvSpPr>
              <p:cNvPr id="44" name="AutoShape 14"/>
              <p:cNvSpPr>
                <a:spLocks noChangeArrowheads="1"/>
              </p:cNvSpPr>
              <p:nvPr/>
            </p:nvSpPr>
            <p:spPr bwMode="auto">
              <a:xfrm>
                <a:off x="4831" y="2352"/>
                <a:ext cx="186" cy="357"/>
              </a:xfrm>
              <a:prstGeom prst="upArrow">
                <a:avLst>
                  <a:gd name="adj1" fmla="val 50000"/>
                  <a:gd name="adj2" fmla="val 69479"/>
                </a:avLst>
              </a:prstGeom>
              <a:solidFill>
                <a:srgbClr val="FF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45" name="Text Box 16"/>
              <p:cNvSpPr txBox="1">
                <a:spLocks noChangeArrowheads="1"/>
              </p:cNvSpPr>
              <p:nvPr/>
            </p:nvSpPr>
            <p:spPr bwMode="auto">
              <a:xfrm>
                <a:off x="4458" y="1990"/>
                <a:ext cx="933" cy="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itchFamily="34" charset="-122"/>
                    <a:ea typeface="微软雅黑" pitchFamily="34" charset="-122"/>
                  </a:rPr>
                  <a:t>网络层及以上</a:t>
                </a:r>
              </a:p>
              <a:p>
                <a:pPr algn="ctr"/>
                <a:r>
                  <a:rPr kumimoji="1" lang="zh-CN" altLang="en-US" sz="1200" b="1" dirty="0">
                    <a:solidFill>
                      <a:srgbClr val="0000CC"/>
                    </a:solidFill>
                    <a:latin typeface="微软雅黑" pitchFamily="34" charset="-122"/>
                    <a:ea typeface="微软雅黑" pitchFamily="34" charset="-122"/>
                  </a:rPr>
                  <a:t> 使用 </a:t>
                </a:r>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地址</a:t>
                </a:r>
              </a:p>
            </p:txBody>
          </p:sp>
        </p:grpSp>
        <p:grpSp>
          <p:nvGrpSpPr>
            <p:cNvPr id="41" name="Group 46"/>
            <p:cNvGrpSpPr>
              <a:grpSpLocks/>
            </p:cNvGrpSpPr>
            <p:nvPr/>
          </p:nvGrpSpPr>
          <p:grpSpPr bwMode="auto">
            <a:xfrm>
              <a:off x="921" y="1826"/>
              <a:ext cx="763" cy="326"/>
              <a:chOff x="921" y="1826"/>
              <a:chExt cx="763" cy="326"/>
            </a:xfrm>
          </p:grpSpPr>
          <p:sp>
            <p:nvSpPr>
              <p:cNvPr id="42" name="AutoShape 40"/>
              <p:cNvSpPr>
                <a:spLocks noChangeArrowheads="1"/>
              </p:cNvSpPr>
              <p:nvPr/>
            </p:nvSpPr>
            <p:spPr bwMode="auto">
              <a:xfrm>
                <a:off x="921" y="1826"/>
                <a:ext cx="654" cy="254"/>
              </a:xfrm>
              <a:prstGeom prst="wedgeRoundRectCallout">
                <a:avLst>
                  <a:gd name="adj1" fmla="val 72171"/>
                  <a:gd name="adj2" fmla="val 129134"/>
                  <a:gd name="adj3" fmla="val 16667"/>
                </a:avLst>
              </a:prstGeom>
              <a:solidFill>
                <a:srgbClr val="FF99FF"/>
              </a:solidFill>
              <a:ln w="9525">
                <a:solidFill>
                  <a:schemeClr val="tx1"/>
                </a:solidFill>
                <a:miter lim="800000"/>
                <a:headEnd/>
                <a:tailEnd/>
              </a:ln>
              <a:effectLst/>
            </p:spPr>
            <p:txBody>
              <a:bodyPr/>
              <a:lstStyle/>
              <a:p>
                <a:pPr algn="ctr"/>
                <a:endParaRPr kumimoji="1" lang="zh-CN" altLang="zh-CN" sz="1400" b="1">
                  <a:solidFill>
                    <a:srgbClr val="0000CC"/>
                  </a:solidFill>
                  <a:latin typeface="微软雅黑" pitchFamily="34" charset="-122"/>
                  <a:ea typeface="微软雅黑" pitchFamily="34" charset="-122"/>
                </a:endParaRPr>
              </a:p>
            </p:txBody>
          </p:sp>
          <p:sp>
            <p:nvSpPr>
              <p:cNvPr id="43" name="Text Box 41"/>
              <p:cNvSpPr txBox="1">
                <a:spLocks noChangeArrowheads="1"/>
              </p:cNvSpPr>
              <p:nvPr/>
            </p:nvSpPr>
            <p:spPr bwMode="auto">
              <a:xfrm>
                <a:off x="927" y="1827"/>
                <a:ext cx="757" cy="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IP </a:t>
                </a:r>
                <a:r>
                  <a:rPr kumimoji="1" lang="zh-CN" altLang="en-US" sz="1400" b="1" dirty="0">
                    <a:solidFill>
                      <a:srgbClr val="0000CC"/>
                    </a:solidFill>
                    <a:latin typeface="微软雅黑" pitchFamily="34" charset="-122"/>
                    <a:ea typeface="微软雅黑" pitchFamily="34" charset="-122"/>
                  </a:rPr>
                  <a:t>地址</a:t>
                </a:r>
              </a:p>
            </p:txBody>
          </p:sp>
        </p:grpSp>
      </p:grpSp>
      <p:sp>
        <p:nvSpPr>
          <p:cNvPr id="46" name="Rectangle 43"/>
          <p:cNvSpPr>
            <a:spLocks noChangeArrowheads="1"/>
          </p:cNvSpPr>
          <p:nvPr/>
        </p:nvSpPr>
        <p:spPr bwMode="auto">
          <a:xfrm>
            <a:off x="2927981" y="2796503"/>
            <a:ext cx="2841214" cy="299200"/>
          </a:xfrm>
          <a:prstGeom prst="rect">
            <a:avLst/>
          </a:prstGeom>
          <a:solidFill>
            <a:srgbClr val="FFFF99"/>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7" name="矩形 46"/>
          <p:cNvSpPr/>
          <p:nvPr/>
        </p:nvSpPr>
        <p:spPr>
          <a:xfrm>
            <a:off x="2407944" y="3587964"/>
            <a:ext cx="4010710" cy="646331"/>
          </a:xfrm>
          <a:prstGeom prst="rect">
            <a:avLst/>
          </a:prstGeom>
          <a:solidFill>
            <a:srgbClr val="0000CC"/>
          </a:solidFill>
        </p:spPr>
        <p:txBody>
          <a:bodyPr wrap="square">
            <a:spAutoFit/>
          </a:bodyPr>
          <a:lstStyle/>
          <a:p>
            <a:r>
              <a:rPr lang="en-US" altLang="zh-CN" b="1" dirty="0">
                <a:solidFill>
                  <a:schemeClr val="bg1"/>
                </a:solidFill>
                <a:latin typeface="微软雅黑" pitchFamily="34" charset="-122"/>
                <a:ea typeface="微软雅黑" pitchFamily="34" charset="-122"/>
              </a:rPr>
              <a:t>IP </a:t>
            </a:r>
            <a:r>
              <a:rPr lang="zh-CN" altLang="zh-CN" b="1" dirty="0">
                <a:solidFill>
                  <a:schemeClr val="bg1"/>
                </a:solidFill>
                <a:latin typeface="微软雅黑" pitchFamily="34" charset="-122"/>
                <a:ea typeface="微软雅黑" pitchFamily="34" charset="-122"/>
              </a:rPr>
              <a:t>地址放在</a:t>
            </a:r>
            <a:r>
              <a:rPr lang="en-US" altLang="zh-CN" b="1" dirty="0">
                <a:solidFill>
                  <a:schemeClr val="bg1"/>
                </a:solidFill>
                <a:latin typeface="微软雅黑" pitchFamily="34" charset="-122"/>
                <a:ea typeface="微软雅黑" pitchFamily="34" charset="-122"/>
              </a:rPr>
              <a:t> IP </a:t>
            </a:r>
            <a:r>
              <a:rPr lang="zh-CN" altLang="zh-CN" b="1" dirty="0">
                <a:solidFill>
                  <a:schemeClr val="bg1"/>
                </a:solidFill>
                <a:latin typeface="微软雅黑" pitchFamily="34" charset="-122"/>
                <a:ea typeface="微软雅黑" pitchFamily="34" charset="-122"/>
              </a:rPr>
              <a:t>数据报的首部，</a:t>
            </a:r>
            <a:endParaRPr lang="en-US" altLang="zh-CN" b="1" dirty="0">
              <a:solidFill>
                <a:schemeClr val="bg1"/>
              </a:solidFill>
              <a:latin typeface="微软雅黑" pitchFamily="34" charset="-122"/>
              <a:ea typeface="微软雅黑" pitchFamily="34" charset="-122"/>
            </a:endParaRPr>
          </a:p>
          <a:p>
            <a:r>
              <a:rPr lang="en-US" altLang="zh-CN" b="1" dirty="0">
                <a:solidFill>
                  <a:schemeClr val="bg1"/>
                </a:solidFill>
                <a:latin typeface="微软雅黑" pitchFamily="34" charset="-122"/>
                <a:ea typeface="微软雅黑" pitchFamily="34" charset="-122"/>
              </a:rPr>
              <a:t>MAC </a:t>
            </a:r>
            <a:r>
              <a:rPr lang="zh-CN" altLang="zh-CN" b="1" dirty="0">
                <a:solidFill>
                  <a:schemeClr val="bg1"/>
                </a:solidFill>
                <a:latin typeface="微软雅黑" pitchFamily="34" charset="-122"/>
                <a:ea typeface="微软雅黑" pitchFamily="34" charset="-122"/>
              </a:rPr>
              <a:t>地址则放在</a:t>
            </a:r>
            <a:r>
              <a:rPr lang="en-US" altLang="zh-CN" b="1" dirty="0">
                <a:solidFill>
                  <a:schemeClr val="bg1"/>
                </a:solidFill>
                <a:latin typeface="微软雅黑" pitchFamily="34" charset="-122"/>
                <a:ea typeface="微软雅黑" pitchFamily="34" charset="-122"/>
              </a:rPr>
              <a:t> MAC </a:t>
            </a:r>
            <a:r>
              <a:rPr lang="zh-CN" altLang="zh-CN" b="1" dirty="0">
                <a:solidFill>
                  <a:schemeClr val="bg1"/>
                </a:solidFill>
                <a:latin typeface="微软雅黑" pitchFamily="34" charset="-122"/>
                <a:ea typeface="微软雅黑" pitchFamily="34" charset="-122"/>
              </a:rPr>
              <a:t>帧的首部</a:t>
            </a:r>
            <a:r>
              <a:rPr lang="zh-CN" altLang="en-US" b="1" dirty="0">
                <a:solidFill>
                  <a:schemeClr val="bg1"/>
                </a:solidFill>
                <a:latin typeface="微软雅黑" pitchFamily="34" charset="-122"/>
                <a:ea typeface="微软雅黑" pitchFamily="34" charset="-122"/>
              </a:rPr>
              <a:t>。</a:t>
            </a:r>
          </a:p>
        </p:txBody>
      </p:sp>
    </p:spTree>
    <p:custDataLst>
      <p:tags r:id="rId1"/>
    </p:custDataLst>
    <p:extLst>
      <p:ext uri="{BB962C8B-B14F-4D97-AF65-F5344CB8AC3E}">
        <p14:creationId xmlns:p14="http://schemas.microsoft.com/office/powerpoint/2010/main" val="2544192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3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圆角矩形 121"/>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3" name="Text Box 108"/>
          <p:cNvSpPr txBox="1">
            <a:spLocks noChangeArrowheads="1"/>
          </p:cNvSpPr>
          <p:nvPr/>
        </p:nvSpPr>
        <p:spPr bwMode="auto">
          <a:xfrm>
            <a:off x="2491015" y="2110053"/>
            <a:ext cx="4265911" cy="701731"/>
          </a:xfrm>
          <a:prstGeom prst="rect">
            <a:avLst/>
          </a:prstGeom>
          <a:solidFill>
            <a:srgbClr val="0000CC"/>
          </a:solidFill>
          <a:ln w="9525">
            <a:solidFill>
              <a:srgbClr val="333399"/>
            </a:solidFill>
            <a:miter lim="800000"/>
            <a:headEnd/>
            <a:tailEnd/>
          </a:ln>
          <a:effectLst/>
        </p:spPr>
        <p:txBody>
          <a:bodyPr wrap="none">
            <a:spAutoFit/>
          </a:bodyPr>
          <a:lstStyle/>
          <a:p>
            <a:pPr algn="ctr">
              <a:lnSpc>
                <a:spcPct val="110000"/>
              </a:lnSpc>
            </a:pPr>
            <a:r>
              <a:rPr lang="zh-CN" altLang="en-US" b="1" dirty="0">
                <a:solidFill>
                  <a:schemeClr val="bg1"/>
                </a:solidFill>
                <a:latin typeface="微软雅黑" pitchFamily="34" charset="-122"/>
                <a:ea typeface="微软雅黑" pitchFamily="34" charset="-122"/>
              </a:rPr>
              <a:t>通信的路径：</a:t>
            </a:r>
          </a:p>
          <a:p>
            <a:pPr algn="ctr">
              <a:lnSpc>
                <a:spcPct val="110000"/>
              </a:lnSpc>
              <a:spcAft>
                <a:spcPct val="30000"/>
              </a:spcAft>
            </a:pPr>
            <a:r>
              <a:rPr lang="en-US" altLang="zh-CN" b="1" dirty="0">
                <a:solidFill>
                  <a:schemeClr val="bg1"/>
                </a:solidFill>
                <a:latin typeface="微软雅黑" pitchFamily="34" charset="-122"/>
                <a:ea typeface="微软雅黑" pitchFamily="34" charset="-122"/>
              </a:rPr>
              <a:t>H</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a:t>
            </a:r>
            <a:r>
              <a:rPr lang="zh-CN" altLang="en-US" b="1" dirty="0">
                <a:solidFill>
                  <a:schemeClr val="bg1"/>
                </a:solidFill>
                <a:latin typeface="微软雅黑" pitchFamily="34" charset="-122"/>
                <a:ea typeface="微软雅黑" pitchFamily="34" charset="-122"/>
              </a:rPr>
              <a:t>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 </a:t>
            </a:r>
            <a:r>
              <a:rPr lang="zh-CN" altLang="en-US" b="1" dirty="0">
                <a:solidFill>
                  <a:schemeClr val="bg1"/>
                </a:solidFill>
                <a:latin typeface="微软雅黑" pitchFamily="34" charset="-122"/>
                <a:ea typeface="微软雅黑" pitchFamily="34" charset="-122"/>
              </a:rPr>
              <a:t>转发→再经过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2 </a:t>
            </a:r>
            <a:r>
              <a:rPr lang="zh-CN" altLang="en-US" b="1" dirty="0">
                <a:solidFill>
                  <a:schemeClr val="bg1"/>
                </a:solidFill>
                <a:latin typeface="微软雅黑" pitchFamily="34" charset="-122"/>
                <a:ea typeface="微软雅黑" pitchFamily="34" charset="-122"/>
              </a:rPr>
              <a:t>转发→</a:t>
            </a:r>
            <a:r>
              <a:rPr lang="en-US" altLang="zh-CN" b="1" dirty="0">
                <a:solidFill>
                  <a:schemeClr val="bg1"/>
                </a:solidFill>
                <a:latin typeface="微软雅黑" pitchFamily="34" charset="-122"/>
                <a:ea typeface="微软雅黑" pitchFamily="34" charset="-122"/>
              </a:rPr>
              <a:t>H</a:t>
            </a:r>
            <a:r>
              <a:rPr lang="en-US" altLang="zh-CN" b="1" baseline="-25000" dirty="0">
                <a:solidFill>
                  <a:schemeClr val="bg1"/>
                </a:solidFill>
                <a:latin typeface="微软雅黑" pitchFamily="34" charset="-122"/>
                <a:ea typeface="微软雅黑" pitchFamily="34" charset="-122"/>
              </a:rPr>
              <a:t>2</a:t>
            </a:r>
            <a:endParaRPr lang="en-US" altLang="zh-CN" b="1" dirty="0">
              <a:solidFill>
                <a:schemeClr val="bg1"/>
              </a:solidFill>
              <a:latin typeface="微软雅黑" pitchFamily="34" charset="-122"/>
              <a:ea typeface="微软雅黑" pitchFamily="34" charset="-122"/>
            </a:endParaRPr>
          </a:p>
        </p:txBody>
      </p:sp>
      <p:sp>
        <p:nvSpPr>
          <p:cNvPr id="138" name="Text Box 112"/>
          <p:cNvSpPr txBox="1">
            <a:spLocks noChangeArrowheads="1"/>
          </p:cNvSpPr>
          <p:nvPr/>
        </p:nvSpPr>
        <p:spPr bwMode="auto">
          <a:xfrm>
            <a:off x="2884990" y="716860"/>
            <a:ext cx="1082348" cy="372410"/>
          </a:xfrm>
          <a:prstGeom prst="rect">
            <a:avLst/>
          </a:prstGeom>
          <a:solidFill>
            <a:srgbClr val="00FF99"/>
          </a:solidFill>
          <a:ln w="9525">
            <a:solidFill>
              <a:srgbClr val="333399"/>
            </a:solidFill>
            <a:miter lim="800000"/>
            <a:headEnd/>
            <a:tailEnd/>
          </a:ln>
          <a:effectLst/>
        </p:spPr>
        <p:txBody>
          <a:bodyPr wrap="none">
            <a:spAutoFit/>
          </a:bodyPr>
          <a:lstStyle/>
          <a:p>
            <a:pPr algn="ctr">
              <a:lnSpc>
                <a:spcPct val="130000"/>
              </a:lnSpc>
            </a:pPr>
            <a:r>
              <a:rPr lang="zh-CN" altLang="en-US" sz="1400" b="1" dirty="0">
                <a:latin typeface="微软雅黑" pitchFamily="34" charset="-122"/>
                <a:ea typeface="微软雅黑" pitchFamily="34" charset="-122"/>
              </a:rPr>
              <a:t>查找路由表</a:t>
            </a:r>
          </a:p>
        </p:txBody>
      </p:sp>
      <p:sp>
        <p:nvSpPr>
          <p:cNvPr id="139" name="Text Box 113"/>
          <p:cNvSpPr txBox="1">
            <a:spLocks noChangeArrowheads="1"/>
          </p:cNvSpPr>
          <p:nvPr/>
        </p:nvSpPr>
        <p:spPr bwMode="auto">
          <a:xfrm>
            <a:off x="4776690" y="716860"/>
            <a:ext cx="1082348" cy="372410"/>
          </a:xfrm>
          <a:prstGeom prst="rect">
            <a:avLst/>
          </a:prstGeom>
          <a:solidFill>
            <a:srgbClr val="00FF99"/>
          </a:solidFill>
          <a:ln w="9525">
            <a:solidFill>
              <a:srgbClr val="333399"/>
            </a:solidFill>
            <a:miter lim="800000"/>
            <a:headEnd/>
            <a:tailEnd/>
          </a:ln>
          <a:effectLst/>
        </p:spPr>
        <p:txBody>
          <a:bodyPr wrap="none">
            <a:spAutoFit/>
          </a:bodyPr>
          <a:lstStyle/>
          <a:p>
            <a:pPr algn="ctr">
              <a:lnSpc>
                <a:spcPct val="130000"/>
              </a:lnSpc>
            </a:pPr>
            <a:r>
              <a:rPr lang="zh-CN" altLang="en-US" sz="1400" b="1" dirty="0">
                <a:latin typeface="微软雅黑" pitchFamily="34" charset="-122"/>
                <a:ea typeface="微软雅黑" pitchFamily="34" charset="-122"/>
              </a:rPr>
              <a:t>查找路由表</a:t>
            </a:r>
          </a:p>
        </p:txBody>
      </p:sp>
      <p:sp>
        <p:nvSpPr>
          <p:cNvPr id="38"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9"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0"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2"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3"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4"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45"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46"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7"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9"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50" name="Picture 2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AutoShape 23"/>
          <p:cNvSpPr>
            <a:spLocks noChangeArrowheads="1"/>
          </p:cNvSpPr>
          <p:nvPr/>
        </p:nvSpPr>
        <p:spPr bwMode="auto">
          <a:xfrm flipV="1">
            <a:off x="2026444" y="1105322"/>
            <a:ext cx="824144" cy="183094"/>
          </a:xfrm>
          <a:prstGeom prst="wedgeRoundRectCallout">
            <a:avLst>
              <a:gd name="adj1" fmla="val -45890"/>
              <a:gd name="adj2" fmla="val -153208"/>
              <a:gd name="adj3" fmla="val 16667"/>
            </a:avLst>
          </a:prstGeom>
          <a:solidFill>
            <a:srgbClr val="66FFFF"/>
          </a:solidFill>
          <a:ln w="9525">
            <a:solidFill>
              <a:schemeClr val="tx1"/>
            </a:solidFill>
            <a:miter lim="800000"/>
            <a:headEnd/>
            <a:tailEnd/>
          </a:ln>
          <a:effectLst/>
        </p:spPr>
        <p:txBody>
          <a:bodyPr rot="10800000" wrap="none" anchor="ctr"/>
          <a:lstStyle/>
          <a:p>
            <a:pPr algn="ctr"/>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地址</a:t>
            </a:r>
          </a:p>
        </p:txBody>
      </p:sp>
      <p:sp>
        <p:nvSpPr>
          <p:cNvPr id="53"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54"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55"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56"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57"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58"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59"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60"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61"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62"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63"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64"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65"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66"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sp>
        <p:nvSpPr>
          <p:cNvPr id="67" name="AutoShape 23"/>
          <p:cNvSpPr>
            <a:spLocks noChangeArrowheads="1"/>
          </p:cNvSpPr>
          <p:nvPr/>
        </p:nvSpPr>
        <p:spPr bwMode="auto">
          <a:xfrm flipV="1">
            <a:off x="2022885" y="708834"/>
            <a:ext cx="824144" cy="183094"/>
          </a:xfrm>
          <a:prstGeom prst="wedgeRoundRectCallout">
            <a:avLst>
              <a:gd name="adj1" fmla="val -77292"/>
              <a:gd name="adj2" fmla="val -176765"/>
              <a:gd name="adj3" fmla="val 16667"/>
            </a:avLst>
          </a:prstGeom>
          <a:solidFill>
            <a:srgbClr val="66FFFF"/>
          </a:solidFill>
          <a:ln w="9525">
            <a:solidFill>
              <a:schemeClr val="tx1"/>
            </a:solidFill>
            <a:miter lim="800000"/>
            <a:headEnd/>
            <a:tailEnd/>
          </a:ln>
          <a:effectLst/>
        </p:spPr>
        <p:txBody>
          <a:bodyPr rot="10800000" wrap="none" anchor="ctr"/>
          <a:lstStyle/>
          <a:p>
            <a:pPr algn="ctr"/>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地址</a:t>
            </a:r>
          </a:p>
        </p:txBody>
      </p:sp>
      <p:sp>
        <p:nvSpPr>
          <p:cNvPr id="134" name="Arc 109"/>
          <p:cNvSpPr>
            <a:spLocks/>
          </p:cNvSpPr>
          <p:nvPr/>
        </p:nvSpPr>
        <p:spPr bwMode="auto">
          <a:xfrm rot="2182693" flipV="1">
            <a:off x="1915570" y="1039536"/>
            <a:ext cx="1261851" cy="1017922"/>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38100">
            <a:solidFill>
              <a:srgbClr val="CC00CC"/>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35" name="Arc 110"/>
          <p:cNvSpPr>
            <a:spLocks/>
          </p:cNvSpPr>
          <p:nvPr/>
        </p:nvSpPr>
        <p:spPr bwMode="auto">
          <a:xfrm rot="2655715" flipV="1">
            <a:off x="3778906" y="913805"/>
            <a:ext cx="1209604" cy="1233693"/>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38100">
            <a:solidFill>
              <a:srgbClr val="CC00CC"/>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36" name="Arc 111"/>
          <p:cNvSpPr>
            <a:spLocks/>
          </p:cNvSpPr>
          <p:nvPr/>
        </p:nvSpPr>
        <p:spPr bwMode="auto">
          <a:xfrm rot="2655715" flipV="1">
            <a:off x="5727497" y="879465"/>
            <a:ext cx="1254695" cy="1263786"/>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38100">
            <a:solidFill>
              <a:srgbClr val="CC00CC"/>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Tree>
    <p:custDataLst>
      <p:tags r:id="rId1"/>
    </p:custDataLst>
    <p:extLst>
      <p:ext uri="{BB962C8B-B14F-4D97-AF65-F5344CB8AC3E}">
        <p14:creationId xmlns:p14="http://schemas.microsoft.com/office/powerpoint/2010/main" val="39024788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64"/>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66"/>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35" presetClass="emph" presetSubtype="0" repeatCount="3000" fill="hold" grpId="0" nodeType="clickEffect">
                                  <p:stCondLst>
                                    <p:cond delay="0"/>
                                  </p:stCondLst>
                                  <p:childTnLst>
                                    <p:anim calcmode="discrete" valueType="str">
                                      <p:cBhvr>
                                        <p:cTn id="12" dur="1000" fill="hold"/>
                                        <p:tgtEl>
                                          <p:spTgt spid="57"/>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0"/>
                                  </p:stCondLst>
                                  <p:childTnLst>
                                    <p:anim calcmode="discrete" valueType="str">
                                      <p:cBhvr>
                                        <p:cTn id="14" dur="1000" fill="hold"/>
                                        <p:tgtEl>
                                          <p:spTgt spid="62"/>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3000" fill="hold" grpId="0" nodeType="clickEffect">
                                  <p:stCondLst>
                                    <p:cond delay="0"/>
                                  </p:stCondLst>
                                  <p:childTnLst>
                                    <p:anim calcmode="discrete" valueType="str">
                                      <p:cBhvr>
                                        <p:cTn id="18" dur="1000" fill="hold"/>
                                        <p:tgtEl>
                                          <p:spTgt spid="133"/>
                                        </p:tgtEl>
                                        <p:attrNameLst>
                                          <p:attrName>style.visibility</p:attrName>
                                        </p:attrNameLst>
                                      </p:cBhvr>
                                      <p:tavLst>
                                        <p:tav tm="0">
                                          <p:val>
                                            <p:strVal val="hidden"/>
                                          </p:val>
                                        </p:tav>
                                        <p:tav tm="50000">
                                          <p:val>
                                            <p:strVal val="visible"/>
                                          </p:val>
                                        </p:tav>
                                      </p:tavLst>
                                    </p:anim>
                                  </p:childTnLst>
                                </p:cTn>
                              </p:par>
                            </p:childTnLst>
                          </p:cTn>
                        </p:par>
                        <p:par>
                          <p:cTn id="19" fill="hold">
                            <p:stCondLst>
                              <p:cond delay="3000"/>
                            </p:stCondLst>
                            <p:childTnLst>
                              <p:par>
                                <p:cTn id="20" presetID="1" presetClass="entr" presetSubtype="0" fill="hold" grpId="0" nodeType="afterEffect">
                                  <p:stCondLst>
                                    <p:cond delay="0"/>
                                  </p:stCondLst>
                                  <p:childTnLst>
                                    <p:set>
                                      <p:cBhvr>
                                        <p:cTn id="21" dur="1" fill="hold">
                                          <p:stCondLst>
                                            <p:cond delay="0"/>
                                          </p:stCondLst>
                                        </p:cTn>
                                        <p:tgtEl>
                                          <p:spTgt spid="134"/>
                                        </p:tgtEl>
                                        <p:attrNameLst>
                                          <p:attrName>style.visibility</p:attrName>
                                        </p:attrNameLst>
                                      </p:cBhvr>
                                      <p:to>
                                        <p:strVal val="visible"/>
                                      </p:to>
                                    </p:set>
                                  </p:childTnLst>
                                </p:cTn>
                              </p:par>
                            </p:childTnLst>
                          </p:cTn>
                        </p:par>
                        <p:par>
                          <p:cTn id="22" fill="hold">
                            <p:stCondLst>
                              <p:cond delay="3000"/>
                            </p:stCondLst>
                            <p:childTnLst>
                              <p:par>
                                <p:cTn id="23" presetID="22" presetClass="entr" presetSubtype="8" fill="hold" grpId="1" nodeType="afterEffect">
                                  <p:stCondLst>
                                    <p:cond delay="0"/>
                                  </p:stCondLst>
                                  <p:childTnLst>
                                    <p:set>
                                      <p:cBhvr>
                                        <p:cTn id="24" dur="1" fill="hold">
                                          <p:stCondLst>
                                            <p:cond delay="0"/>
                                          </p:stCondLst>
                                        </p:cTn>
                                        <p:tgtEl>
                                          <p:spTgt spid="134"/>
                                        </p:tgtEl>
                                        <p:attrNameLst>
                                          <p:attrName>style.visibility</p:attrName>
                                        </p:attrNameLst>
                                      </p:cBhvr>
                                      <p:to>
                                        <p:strVal val="visible"/>
                                      </p:to>
                                    </p:set>
                                    <p:animEffect transition="in" filter="wipe(left)">
                                      <p:cBhvr>
                                        <p:cTn id="25" dur="1000"/>
                                        <p:tgtEl>
                                          <p:spTgt spid="134"/>
                                        </p:tgtEl>
                                      </p:cBhvr>
                                    </p:animEffect>
                                  </p:childTnLst>
                                </p:cTn>
                              </p:par>
                            </p:childTnLst>
                          </p:cTn>
                        </p:par>
                        <p:par>
                          <p:cTn id="26" fill="hold">
                            <p:stCondLst>
                              <p:cond delay="4000"/>
                            </p:stCondLst>
                            <p:childTnLst>
                              <p:par>
                                <p:cTn id="27" presetID="1" presetClass="entr" presetSubtype="0" fill="hold" grpId="0" nodeType="afterEffect">
                                  <p:stCondLst>
                                    <p:cond delay="250"/>
                                  </p:stCondLst>
                                  <p:childTnLst>
                                    <p:set>
                                      <p:cBhvr>
                                        <p:cTn id="28" dur="1" fill="hold">
                                          <p:stCondLst>
                                            <p:cond delay="0"/>
                                          </p:stCondLst>
                                        </p:cTn>
                                        <p:tgtEl>
                                          <p:spTgt spid="138"/>
                                        </p:tgtEl>
                                        <p:attrNameLst>
                                          <p:attrName>style.visibility</p:attrName>
                                        </p:attrNameLst>
                                      </p:cBhvr>
                                      <p:to>
                                        <p:strVal val="visible"/>
                                      </p:to>
                                    </p:set>
                                  </p:childTnLst>
                                </p:cTn>
                              </p:par>
                            </p:childTnLst>
                          </p:cTn>
                        </p:par>
                        <p:par>
                          <p:cTn id="29" fill="hold">
                            <p:stCondLst>
                              <p:cond delay="4250"/>
                            </p:stCondLst>
                            <p:childTnLst>
                              <p:par>
                                <p:cTn id="30" presetID="35" presetClass="emph" presetSubtype="0" repeatCount="3000" fill="hold" grpId="1" nodeType="afterEffect">
                                  <p:stCondLst>
                                    <p:cond delay="0"/>
                                  </p:stCondLst>
                                  <p:childTnLst>
                                    <p:anim calcmode="discrete" valueType="str">
                                      <p:cBhvr>
                                        <p:cTn id="31" dur="500" fill="hold"/>
                                        <p:tgtEl>
                                          <p:spTgt spid="138"/>
                                        </p:tgtEl>
                                        <p:attrNameLst>
                                          <p:attrName>style.visibility</p:attrName>
                                        </p:attrNameLst>
                                      </p:cBhvr>
                                      <p:tavLst>
                                        <p:tav tm="0">
                                          <p:val>
                                            <p:strVal val="hidden"/>
                                          </p:val>
                                        </p:tav>
                                        <p:tav tm="50000">
                                          <p:val>
                                            <p:strVal val="visible"/>
                                          </p:val>
                                        </p:tav>
                                      </p:tavLst>
                                    </p:anim>
                                  </p:childTnLst>
                                </p:cTn>
                              </p:par>
                            </p:childTnLst>
                          </p:cTn>
                        </p:par>
                        <p:par>
                          <p:cTn id="32" fill="hold">
                            <p:stCondLst>
                              <p:cond delay="5750"/>
                            </p:stCondLst>
                            <p:childTnLst>
                              <p:par>
                                <p:cTn id="33" presetID="1" presetClass="entr" presetSubtype="0" fill="hold" grpId="0" nodeType="afterEffect">
                                  <p:stCondLst>
                                    <p:cond delay="0"/>
                                  </p:stCondLst>
                                  <p:childTnLst>
                                    <p:set>
                                      <p:cBhvr>
                                        <p:cTn id="34" dur="1" fill="hold">
                                          <p:stCondLst>
                                            <p:cond delay="0"/>
                                          </p:stCondLst>
                                        </p:cTn>
                                        <p:tgtEl>
                                          <p:spTgt spid="135"/>
                                        </p:tgtEl>
                                        <p:attrNameLst>
                                          <p:attrName>style.visibility</p:attrName>
                                        </p:attrNameLst>
                                      </p:cBhvr>
                                      <p:to>
                                        <p:strVal val="visible"/>
                                      </p:to>
                                    </p:set>
                                  </p:childTnLst>
                                </p:cTn>
                              </p:par>
                            </p:childTnLst>
                          </p:cTn>
                        </p:par>
                        <p:par>
                          <p:cTn id="35" fill="hold">
                            <p:stCondLst>
                              <p:cond delay="5750"/>
                            </p:stCondLst>
                            <p:childTnLst>
                              <p:par>
                                <p:cTn id="36" presetID="22" presetClass="entr" presetSubtype="8" fill="hold" grpId="1" nodeType="afterEffect">
                                  <p:stCondLst>
                                    <p:cond delay="0"/>
                                  </p:stCondLst>
                                  <p:childTnLst>
                                    <p:set>
                                      <p:cBhvr>
                                        <p:cTn id="37" dur="1" fill="hold">
                                          <p:stCondLst>
                                            <p:cond delay="0"/>
                                          </p:stCondLst>
                                        </p:cTn>
                                        <p:tgtEl>
                                          <p:spTgt spid="135"/>
                                        </p:tgtEl>
                                        <p:attrNameLst>
                                          <p:attrName>style.visibility</p:attrName>
                                        </p:attrNameLst>
                                      </p:cBhvr>
                                      <p:to>
                                        <p:strVal val="visible"/>
                                      </p:to>
                                    </p:set>
                                    <p:animEffect transition="in" filter="wipe(left)">
                                      <p:cBhvr>
                                        <p:cTn id="38" dur="1000"/>
                                        <p:tgtEl>
                                          <p:spTgt spid="135"/>
                                        </p:tgtEl>
                                      </p:cBhvr>
                                    </p:animEffect>
                                  </p:childTnLst>
                                </p:cTn>
                              </p:par>
                            </p:childTnLst>
                          </p:cTn>
                        </p:par>
                        <p:par>
                          <p:cTn id="39" fill="hold">
                            <p:stCondLst>
                              <p:cond delay="6750"/>
                            </p:stCondLst>
                            <p:childTnLst>
                              <p:par>
                                <p:cTn id="40" presetID="1" presetClass="entr" presetSubtype="0" fill="hold" grpId="0" nodeType="afterEffect">
                                  <p:stCondLst>
                                    <p:cond delay="250"/>
                                  </p:stCondLst>
                                  <p:childTnLst>
                                    <p:set>
                                      <p:cBhvr>
                                        <p:cTn id="41" dur="1" fill="hold">
                                          <p:stCondLst>
                                            <p:cond delay="0"/>
                                          </p:stCondLst>
                                        </p:cTn>
                                        <p:tgtEl>
                                          <p:spTgt spid="139"/>
                                        </p:tgtEl>
                                        <p:attrNameLst>
                                          <p:attrName>style.visibility</p:attrName>
                                        </p:attrNameLst>
                                      </p:cBhvr>
                                      <p:to>
                                        <p:strVal val="visible"/>
                                      </p:to>
                                    </p:set>
                                  </p:childTnLst>
                                </p:cTn>
                              </p:par>
                            </p:childTnLst>
                          </p:cTn>
                        </p:par>
                        <p:par>
                          <p:cTn id="42" fill="hold">
                            <p:stCondLst>
                              <p:cond delay="7000"/>
                            </p:stCondLst>
                            <p:childTnLst>
                              <p:par>
                                <p:cTn id="43" presetID="35" presetClass="emph" presetSubtype="0" repeatCount="3000" fill="hold" grpId="1" nodeType="afterEffect">
                                  <p:stCondLst>
                                    <p:cond delay="0"/>
                                  </p:stCondLst>
                                  <p:childTnLst>
                                    <p:anim calcmode="discrete" valueType="str">
                                      <p:cBhvr>
                                        <p:cTn id="44" dur="500" fill="hold"/>
                                        <p:tgtEl>
                                          <p:spTgt spid="139"/>
                                        </p:tgtEl>
                                        <p:attrNameLst>
                                          <p:attrName>style.visibility</p:attrName>
                                        </p:attrNameLst>
                                      </p:cBhvr>
                                      <p:tavLst>
                                        <p:tav tm="0">
                                          <p:val>
                                            <p:strVal val="hidden"/>
                                          </p:val>
                                        </p:tav>
                                        <p:tav tm="50000">
                                          <p:val>
                                            <p:strVal val="visible"/>
                                          </p:val>
                                        </p:tav>
                                      </p:tavLst>
                                    </p:anim>
                                  </p:childTnLst>
                                </p:cTn>
                              </p:par>
                            </p:childTnLst>
                          </p:cTn>
                        </p:par>
                        <p:par>
                          <p:cTn id="45" fill="hold">
                            <p:stCondLst>
                              <p:cond delay="8500"/>
                            </p:stCondLst>
                            <p:childTnLst>
                              <p:par>
                                <p:cTn id="46" presetID="22" presetClass="entr" presetSubtype="8" fill="hold" grpId="0" nodeType="afterEffect">
                                  <p:stCondLst>
                                    <p:cond delay="250"/>
                                  </p:stCondLst>
                                  <p:childTnLst>
                                    <p:set>
                                      <p:cBhvr>
                                        <p:cTn id="47" dur="1" fill="hold">
                                          <p:stCondLst>
                                            <p:cond delay="0"/>
                                          </p:stCondLst>
                                        </p:cTn>
                                        <p:tgtEl>
                                          <p:spTgt spid="136"/>
                                        </p:tgtEl>
                                        <p:attrNameLst>
                                          <p:attrName>style.visibility</p:attrName>
                                        </p:attrNameLst>
                                      </p:cBhvr>
                                      <p:to>
                                        <p:strVal val="visible"/>
                                      </p:to>
                                    </p:set>
                                    <p:animEffect transition="in" filter="wipe(left)">
                                      <p:cBhvr>
                                        <p:cTn id="48" dur="10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animBg="1"/>
      <p:bldP spid="138" grpId="0" animBg="1"/>
      <p:bldP spid="138" grpId="1" animBg="1"/>
      <p:bldP spid="139" grpId="0" animBg="1"/>
      <p:bldP spid="139" grpId="1" animBg="1"/>
      <p:bldP spid="57" grpId="0"/>
      <p:bldP spid="62" grpId="0"/>
      <p:bldP spid="64" grpId="0"/>
      <p:bldP spid="66" grpId="0"/>
      <p:bldP spid="134" grpId="0" animBg="1"/>
      <p:bldP spid="134" grpId="1" animBg="1"/>
      <p:bldP spid="135" grpId="0" animBg="1"/>
      <p:bldP spid="135" grpId="1" animBg="1"/>
      <p:bldP spid="136"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 name="圆角矩形 174"/>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6" name="Text Box 158"/>
          <p:cNvSpPr txBox="1">
            <a:spLocks noChangeArrowheads="1"/>
          </p:cNvSpPr>
          <p:nvPr/>
        </p:nvSpPr>
        <p:spPr bwMode="auto">
          <a:xfrm>
            <a:off x="2564396" y="728414"/>
            <a:ext cx="4004494" cy="338554"/>
          </a:xfrm>
          <a:prstGeom prst="rect">
            <a:avLst/>
          </a:prstGeom>
          <a:solidFill>
            <a:srgbClr val="0000CC"/>
          </a:solidFill>
          <a:ln w="9525">
            <a:solidFill>
              <a:schemeClr val="tx1"/>
            </a:solid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从协议栈的层次上看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地址和 </a:t>
            </a:r>
            <a:r>
              <a:rPr lang="en-US" altLang="zh-CN" sz="1600" b="1" dirty="0">
                <a:solidFill>
                  <a:schemeClr val="bg1"/>
                </a:solidFill>
                <a:latin typeface="微软雅黑" pitchFamily="34" charset="-122"/>
                <a:ea typeface="微软雅黑" pitchFamily="34" charset="-122"/>
              </a:rPr>
              <a:t>MAC </a:t>
            </a:r>
            <a:r>
              <a:rPr lang="zh-CN" altLang="en-US" sz="1600" b="1" dirty="0">
                <a:solidFill>
                  <a:schemeClr val="bg1"/>
                </a:solidFill>
                <a:latin typeface="微软雅黑" pitchFamily="34" charset="-122"/>
                <a:ea typeface="微软雅黑" pitchFamily="34" charset="-122"/>
              </a:rPr>
              <a:t>地址</a:t>
            </a:r>
          </a:p>
        </p:txBody>
      </p:sp>
      <p:grpSp>
        <p:nvGrpSpPr>
          <p:cNvPr id="4" name="组合 3"/>
          <p:cNvGrpSpPr/>
          <p:nvPr/>
        </p:nvGrpSpPr>
        <p:grpSpPr>
          <a:xfrm>
            <a:off x="1414301" y="755888"/>
            <a:ext cx="6169421" cy="954900"/>
            <a:chOff x="1414301" y="755888"/>
            <a:chExt cx="6169421" cy="954900"/>
          </a:xfrm>
        </p:grpSpPr>
        <p:sp>
          <p:nvSpPr>
            <p:cNvPr id="146"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0"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1"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2"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153"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154"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5"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6"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7"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158" name="Picture 2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9"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162"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3"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4"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5"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166"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167"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168"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169"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170"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171"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2"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173"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4"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grpSp>
      <p:grpSp>
        <p:nvGrpSpPr>
          <p:cNvPr id="3" name="组合 2"/>
          <p:cNvGrpSpPr/>
          <p:nvPr/>
        </p:nvGrpSpPr>
        <p:grpSpPr>
          <a:xfrm>
            <a:off x="1374271" y="1800136"/>
            <a:ext cx="6248302" cy="2427741"/>
            <a:chOff x="1374271" y="1800136"/>
            <a:chExt cx="6248302" cy="2427741"/>
          </a:xfrm>
        </p:grpSpPr>
        <p:sp>
          <p:nvSpPr>
            <p:cNvPr id="61" name="Freeform 77"/>
            <p:cNvSpPr>
              <a:spLocks/>
            </p:cNvSpPr>
            <p:nvPr/>
          </p:nvSpPr>
          <p:spPr bwMode="auto">
            <a:xfrm>
              <a:off x="2967337" y="3546743"/>
              <a:ext cx="270768"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2" name="Freeform 78"/>
            <p:cNvSpPr>
              <a:spLocks/>
            </p:cNvSpPr>
            <p:nvPr/>
          </p:nvSpPr>
          <p:spPr bwMode="auto">
            <a:xfrm>
              <a:off x="4740916" y="3545879"/>
              <a:ext cx="270767"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3" name="Line 79"/>
            <p:cNvSpPr>
              <a:spLocks noChangeShapeType="1"/>
            </p:cNvSpPr>
            <p:nvPr/>
          </p:nvSpPr>
          <p:spPr bwMode="auto">
            <a:xfrm rot="16200000">
              <a:off x="6944576"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4" name="Line 80"/>
            <p:cNvSpPr>
              <a:spLocks noChangeShapeType="1"/>
            </p:cNvSpPr>
            <p:nvPr/>
          </p:nvSpPr>
          <p:spPr bwMode="auto">
            <a:xfrm rot="16200000">
              <a:off x="1518361"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5" name="AutoShape 81"/>
            <p:cNvSpPr>
              <a:spLocks noChangeArrowheads="1"/>
            </p:cNvSpPr>
            <p:nvPr/>
          </p:nvSpPr>
          <p:spPr bwMode="auto">
            <a:xfrm>
              <a:off x="1505848"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6" name="AutoShape 82"/>
            <p:cNvSpPr>
              <a:spLocks noChangeArrowheads="1"/>
            </p:cNvSpPr>
            <p:nvPr/>
          </p:nvSpPr>
          <p:spPr bwMode="auto">
            <a:xfrm>
              <a:off x="3176122" y="2578992"/>
              <a:ext cx="469764" cy="1036876"/>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7" name="AutoShape 83"/>
            <p:cNvSpPr>
              <a:spLocks noChangeArrowheads="1"/>
            </p:cNvSpPr>
            <p:nvPr/>
          </p:nvSpPr>
          <p:spPr bwMode="auto">
            <a:xfrm>
              <a:off x="6934237"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AutoShape 84"/>
            <p:cNvSpPr>
              <a:spLocks noChangeArrowheads="1"/>
            </p:cNvSpPr>
            <p:nvPr/>
          </p:nvSpPr>
          <p:spPr bwMode="auto">
            <a:xfrm>
              <a:off x="5001896" y="2703417"/>
              <a:ext cx="469764" cy="912451"/>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9" name="Group 85"/>
            <p:cNvGrpSpPr>
              <a:grpSpLocks/>
            </p:cNvGrpSpPr>
            <p:nvPr/>
          </p:nvGrpSpPr>
          <p:grpSpPr bwMode="auto">
            <a:xfrm>
              <a:off x="1374271" y="2055369"/>
              <a:ext cx="6248302" cy="1327202"/>
              <a:chOff x="96" y="1056"/>
              <a:chExt cx="5472" cy="1536"/>
            </a:xfrm>
            <a:solidFill>
              <a:srgbClr val="FFFF66"/>
            </a:solidFill>
          </p:grpSpPr>
          <p:sp>
            <p:nvSpPr>
              <p:cNvPr id="128" name="Oval 86"/>
              <p:cNvSpPr>
                <a:spLocks noChangeArrowheads="1"/>
              </p:cNvSpPr>
              <p:nvPr/>
            </p:nvSpPr>
            <p:spPr bwMode="auto">
              <a:xfrm>
                <a:off x="3662" y="1674"/>
                <a:ext cx="1906" cy="756"/>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29" name="Oval 87"/>
              <p:cNvSpPr>
                <a:spLocks noChangeArrowheads="1"/>
              </p:cNvSpPr>
              <p:nvPr/>
            </p:nvSpPr>
            <p:spPr bwMode="auto">
              <a:xfrm>
                <a:off x="96" y="1430"/>
                <a:ext cx="1870" cy="760"/>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0" name="Oval 88"/>
              <p:cNvSpPr>
                <a:spLocks noChangeArrowheads="1"/>
              </p:cNvSpPr>
              <p:nvPr/>
            </p:nvSpPr>
            <p:spPr bwMode="auto">
              <a:xfrm>
                <a:off x="3365" y="1163"/>
                <a:ext cx="1903"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1" name="Oval 89"/>
              <p:cNvSpPr>
                <a:spLocks noChangeArrowheads="1"/>
              </p:cNvSpPr>
              <p:nvPr/>
            </p:nvSpPr>
            <p:spPr bwMode="auto">
              <a:xfrm>
                <a:off x="2365" y="1821"/>
                <a:ext cx="1900" cy="77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2" name="Oval 90"/>
              <p:cNvSpPr>
                <a:spLocks noChangeArrowheads="1"/>
              </p:cNvSpPr>
              <p:nvPr/>
            </p:nvSpPr>
            <p:spPr bwMode="auto">
              <a:xfrm>
                <a:off x="729" y="1752"/>
                <a:ext cx="1900"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3" name="Oval 91"/>
              <p:cNvSpPr>
                <a:spLocks noChangeArrowheads="1"/>
              </p:cNvSpPr>
              <p:nvPr/>
            </p:nvSpPr>
            <p:spPr bwMode="auto">
              <a:xfrm>
                <a:off x="2197" y="1056"/>
                <a:ext cx="1870" cy="758"/>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4" name="Oval 92"/>
              <p:cNvSpPr>
                <a:spLocks noChangeArrowheads="1"/>
              </p:cNvSpPr>
              <p:nvPr/>
            </p:nvSpPr>
            <p:spPr bwMode="auto">
              <a:xfrm>
                <a:off x="996" y="1056"/>
                <a:ext cx="1867"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5" name="Oval 93"/>
              <p:cNvSpPr>
                <a:spLocks noChangeArrowheads="1"/>
              </p:cNvSpPr>
              <p:nvPr/>
            </p:nvSpPr>
            <p:spPr bwMode="auto">
              <a:xfrm>
                <a:off x="597" y="1226"/>
                <a:ext cx="4536" cy="106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CC"/>
                  </a:solidFill>
                  <a:latin typeface="微软雅黑" pitchFamily="34" charset="-122"/>
                  <a:ea typeface="微软雅黑" pitchFamily="34" charset="-122"/>
                </a:endParaRPr>
              </a:p>
            </p:txBody>
          </p:sp>
        </p:grpSp>
        <p:sp>
          <p:nvSpPr>
            <p:cNvPr id="70" name="Line 94"/>
            <p:cNvSpPr>
              <a:spLocks noChangeShapeType="1"/>
            </p:cNvSpPr>
            <p:nvPr/>
          </p:nvSpPr>
          <p:spPr bwMode="auto">
            <a:xfrm>
              <a:off x="1453652" y="3698819"/>
              <a:ext cx="177466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1" name="Group 95"/>
            <p:cNvGrpSpPr>
              <a:grpSpLocks/>
            </p:cNvGrpSpPr>
            <p:nvPr/>
          </p:nvGrpSpPr>
          <p:grpSpPr bwMode="auto">
            <a:xfrm>
              <a:off x="1505848" y="2055369"/>
              <a:ext cx="469764" cy="788026"/>
              <a:chOff x="672" y="528"/>
              <a:chExt cx="432" cy="912"/>
            </a:xfrm>
          </p:grpSpPr>
          <p:sp>
            <p:nvSpPr>
              <p:cNvPr id="125" name="AutoShape 9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6" name="AutoShape 9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7" name="AutoShape 9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2" name="Text Box 99"/>
            <p:cNvSpPr txBox="1">
              <a:spLocks noChangeArrowheads="1"/>
            </p:cNvSpPr>
            <p:nvPr/>
          </p:nvSpPr>
          <p:spPr bwMode="auto">
            <a:xfrm>
              <a:off x="1530859" y="2604914"/>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1</a:t>
              </a:r>
              <a:endParaRPr kumimoji="1" lang="en-US" altLang="zh-CN" sz="1100" b="1">
                <a:latin typeface="微软雅黑" pitchFamily="34" charset="-122"/>
                <a:ea typeface="微软雅黑" pitchFamily="34" charset="-122"/>
              </a:endParaRPr>
            </a:p>
          </p:txBody>
        </p:sp>
        <p:sp>
          <p:nvSpPr>
            <p:cNvPr id="73" name="Text Box 100"/>
            <p:cNvSpPr txBox="1">
              <a:spLocks noChangeArrowheads="1"/>
            </p:cNvSpPr>
            <p:nvPr/>
          </p:nvSpPr>
          <p:spPr bwMode="auto">
            <a:xfrm>
              <a:off x="1428141" y="33411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74" name="Text Box 101"/>
            <p:cNvSpPr txBox="1">
              <a:spLocks noChangeArrowheads="1"/>
            </p:cNvSpPr>
            <p:nvPr/>
          </p:nvSpPr>
          <p:spPr bwMode="auto">
            <a:xfrm>
              <a:off x="4505146" y="3320437"/>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75" name="Text Box 102"/>
            <p:cNvSpPr txBox="1">
              <a:spLocks noChangeArrowheads="1"/>
            </p:cNvSpPr>
            <p:nvPr/>
          </p:nvSpPr>
          <p:spPr bwMode="auto">
            <a:xfrm>
              <a:off x="3583222"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76" name="Text Box 103"/>
            <p:cNvSpPr txBox="1">
              <a:spLocks noChangeArrowheads="1"/>
            </p:cNvSpPr>
            <p:nvPr/>
          </p:nvSpPr>
          <p:spPr bwMode="auto">
            <a:xfrm>
              <a:off x="2670598"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77" name="Line 104"/>
            <p:cNvSpPr>
              <a:spLocks noChangeShapeType="1"/>
            </p:cNvSpPr>
            <p:nvPr/>
          </p:nvSpPr>
          <p:spPr bwMode="auto">
            <a:xfrm>
              <a:off x="1923416" y="2703417"/>
              <a:ext cx="1304901"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8" name="Line 105"/>
            <p:cNvSpPr>
              <a:spLocks noChangeShapeType="1"/>
            </p:cNvSpPr>
            <p:nvPr/>
          </p:nvSpPr>
          <p:spPr bwMode="auto">
            <a:xfrm>
              <a:off x="5420552" y="3698819"/>
              <a:ext cx="203564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Text Box 106"/>
            <p:cNvSpPr txBox="1">
              <a:spLocks noChangeArrowheads="1"/>
            </p:cNvSpPr>
            <p:nvPr/>
          </p:nvSpPr>
          <p:spPr bwMode="auto">
            <a:xfrm>
              <a:off x="5418783" y="331352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0" name="Text Box 107"/>
            <p:cNvSpPr txBox="1">
              <a:spLocks noChangeArrowheads="1"/>
            </p:cNvSpPr>
            <p:nvPr/>
          </p:nvSpPr>
          <p:spPr bwMode="auto">
            <a:xfrm>
              <a:off x="6865082" y="332216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1" name="Text Box 108"/>
            <p:cNvSpPr txBox="1">
              <a:spLocks noChangeArrowheads="1"/>
            </p:cNvSpPr>
            <p:nvPr/>
          </p:nvSpPr>
          <p:spPr bwMode="auto">
            <a:xfrm>
              <a:off x="5391624" y="2756989"/>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IP</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2" name="Text Box 109"/>
            <p:cNvSpPr txBox="1">
              <a:spLocks noChangeArrowheads="1"/>
            </p:cNvSpPr>
            <p:nvPr/>
          </p:nvSpPr>
          <p:spPr bwMode="auto">
            <a:xfrm>
              <a:off x="1423205" y="1813961"/>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3" name="Text Box 110"/>
            <p:cNvSpPr txBox="1">
              <a:spLocks noChangeArrowheads="1"/>
            </p:cNvSpPr>
            <p:nvPr/>
          </p:nvSpPr>
          <p:spPr bwMode="auto">
            <a:xfrm>
              <a:off x="6860648" y="1800136"/>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4" name="AutoShape 111"/>
            <p:cNvSpPr>
              <a:spLocks noChangeArrowheads="1"/>
            </p:cNvSpPr>
            <p:nvPr/>
          </p:nvSpPr>
          <p:spPr bwMode="auto">
            <a:xfrm>
              <a:off x="3176122" y="2511595"/>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Text Box 112"/>
            <p:cNvSpPr txBox="1">
              <a:spLocks noChangeArrowheads="1"/>
            </p:cNvSpPr>
            <p:nvPr/>
          </p:nvSpPr>
          <p:spPr bwMode="auto">
            <a:xfrm>
              <a:off x="3114166" y="226413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6" name="Text Box 113"/>
            <p:cNvSpPr txBox="1">
              <a:spLocks noChangeArrowheads="1"/>
            </p:cNvSpPr>
            <p:nvPr/>
          </p:nvSpPr>
          <p:spPr bwMode="auto">
            <a:xfrm>
              <a:off x="4245130" y="2979997"/>
              <a:ext cx="1614545" cy="276999"/>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chemeClr val="bg1"/>
                  </a:solidFill>
                  <a:latin typeface="微软雅黑" pitchFamily="34" charset="-122"/>
                  <a:ea typeface="微软雅黑" pitchFamily="34" charset="-122"/>
                </a:rPr>
                <a:t>IP </a:t>
              </a:r>
              <a:r>
                <a:rPr kumimoji="1" lang="zh-CN" altLang="en-US" sz="1200" b="1" dirty="0">
                  <a:solidFill>
                    <a:schemeClr val="bg1"/>
                  </a:solidFill>
                  <a:latin typeface="微软雅黑" pitchFamily="34" charset="-122"/>
                  <a:ea typeface="微软雅黑" pitchFamily="34" charset="-122"/>
                </a:rPr>
                <a:t>层上的虚拟互联网</a:t>
              </a:r>
            </a:p>
          </p:txBody>
        </p:sp>
        <p:sp>
          <p:nvSpPr>
            <p:cNvPr id="87" name="Text Box 114"/>
            <p:cNvSpPr txBox="1">
              <a:spLocks noChangeArrowheads="1"/>
            </p:cNvSpPr>
            <p:nvPr/>
          </p:nvSpPr>
          <p:spPr bwMode="auto">
            <a:xfrm>
              <a:off x="1973491"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88" name="Group 115"/>
            <p:cNvGrpSpPr>
              <a:grpSpLocks/>
            </p:cNvGrpSpPr>
            <p:nvPr/>
          </p:nvGrpSpPr>
          <p:grpSpPr bwMode="auto">
            <a:xfrm>
              <a:off x="6934237" y="2055369"/>
              <a:ext cx="469764" cy="788026"/>
              <a:chOff x="672" y="528"/>
              <a:chExt cx="432" cy="912"/>
            </a:xfrm>
          </p:grpSpPr>
          <p:sp>
            <p:nvSpPr>
              <p:cNvPr id="122" name="AutoShape 11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3" name="AutoShape 11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4" name="AutoShape 11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89" name="Text Box 119"/>
            <p:cNvSpPr txBox="1">
              <a:spLocks noChangeArrowheads="1"/>
            </p:cNvSpPr>
            <p:nvPr/>
          </p:nvSpPr>
          <p:spPr bwMode="auto">
            <a:xfrm>
              <a:off x="6967949" y="2607506"/>
              <a:ext cx="383438" cy="2616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90" name="Text Box 120"/>
            <p:cNvSpPr txBox="1">
              <a:spLocks noChangeArrowheads="1"/>
            </p:cNvSpPr>
            <p:nvPr/>
          </p:nvSpPr>
          <p:spPr bwMode="auto">
            <a:xfrm>
              <a:off x="3624138"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4</a:t>
              </a:r>
              <a:endParaRPr kumimoji="1" lang="en-US" altLang="zh-CN" sz="1100" b="1">
                <a:solidFill>
                  <a:srgbClr val="0000CC"/>
                </a:solidFill>
                <a:latin typeface="微软雅黑" pitchFamily="34" charset="-122"/>
                <a:ea typeface="微软雅黑" pitchFamily="34" charset="-122"/>
              </a:endParaRPr>
            </a:p>
          </p:txBody>
        </p:sp>
        <p:sp>
          <p:nvSpPr>
            <p:cNvPr id="91" name="Text Box 121"/>
            <p:cNvSpPr txBox="1">
              <a:spLocks noChangeArrowheads="1"/>
            </p:cNvSpPr>
            <p:nvPr/>
          </p:nvSpPr>
          <p:spPr bwMode="auto">
            <a:xfrm>
              <a:off x="2915141"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3</a:t>
              </a:r>
              <a:endParaRPr kumimoji="1" lang="en-US" altLang="zh-CN" sz="1100" b="1">
                <a:solidFill>
                  <a:srgbClr val="0000CC"/>
                </a:solidFill>
                <a:latin typeface="微软雅黑" pitchFamily="34" charset="-122"/>
                <a:ea typeface="微软雅黑" pitchFamily="34" charset="-122"/>
              </a:endParaRPr>
            </a:p>
          </p:txBody>
        </p:sp>
        <p:sp>
          <p:nvSpPr>
            <p:cNvPr id="92" name="Line 122"/>
            <p:cNvSpPr>
              <a:spLocks noChangeShapeType="1"/>
            </p:cNvSpPr>
            <p:nvPr/>
          </p:nvSpPr>
          <p:spPr bwMode="auto">
            <a:xfrm>
              <a:off x="3593690" y="2703417"/>
              <a:ext cx="1409293"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3" name="AutoShape 123"/>
            <p:cNvSpPr>
              <a:spLocks noChangeArrowheads="1"/>
            </p:cNvSpPr>
            <p:nvPr/>
          </p:nvSpPr>
          <p:spPr bwMode="auto">
            <a:xfrm>
              <a:off x="5001896" y="2496042"/>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Line 124"/>
            <p:cNvSpPr>
              <a:spLocks noChangeShapeType="1"/>
            </p:cNvSpPr>
            <p:nvPr/>
          </p:nvSpPr>
          <p:spPr bwMode="auto">
            <a:xfrm>
              <a:off x="5420552" y="2703417"/>
              <a:ext cx="1513685"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5" name="Text Box 125"/>
            <p:cNvSpPr txBox="1">
              <a:spLocks noChangeArrowheads="1"/>
            </p:cNvSpPr>
            <p:nvPr/>
          </p:nvSpPr>
          <p:spPr bwMode="auto">
            <a:xfrm>
              <a:off x="4742004"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5</a:t>
              </a:r>
              <a:endParaRPr kumimoji="1" lang="en-US" altLang="zh-CN" sz="1100" b="1">
                <a:solidFill>
                  <a:srgbClr val="0000CC"/>
                </a:solidFill>
                <a:latin typeface="微软雅黑" pitchFamily="34" charset="-122"/>
                <a:ea typeface="微软雅黑" pitchFamily="34" charset="-122"/>
              </a:endParaRPr>
            </a:p>
          </p:txBody>
        </p:sp>
        <p:sp>
          <p:nvSpPr>
            <p:cNvPr id="96" name="Line 126"/>
            <p:cNvSpPr>
              <a:spLocks noChangeShapeType="1"/>
            </p:cNvSpPr>
            <p:nvPr/>
          </p:nvSpPr>
          <p:spPr bwMode="auto">
            <a:xfrm>
              <a:off x="3645886" y="3698819"/>
              <a:ext cx="1304901"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7" name="Freeform 127"/>
            <p:cNvSpPr>
              <a:spLocks/>
            </p:cNvSpPr>
            <p:nvPr/>
          </p:nvSpPr>
          <p:spPr bwMode="auto">
            <a:xfrm flipH="1">
              <a:off x="5405328" y="3544151"/>
              <a:ext cx="233795" cy="154668"/>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8" name="Freeform 128"/>
            <p:cNvSpPr>
              <a:spLocks/>
            </p:cNvSpPr>
            <p:nvPr/>
          </p:nvSpPr>
          <p:spPr bwMode="auto">
            <a:xfrm flipH="1">
              <a:off x="3564330" y="3547607"/>
              <a:ext cx="290340"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9" name="Text Box 129"/>
            <p:cNvSpPr txBox="1">
              <a:spLocks noChangeArrowheads="1"/>
            </p:cNvSpPr>
            <p:nvPr/>
          </p:nvSpPr>
          <p:spPr bwMode="auto">
            <a:xfrm>
              <a:off x="4896444" y="2250313"/>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路由器 </a:t>
              </a:r>
              <a:r>
                <a:rPr kumimoji="1" lang="en-US" altLang="zh-CN" sz="1100" b="1">
                  <a:latin typeface="微软雅黑" pitchFamily="34" charset="-122"/>
                  <a:ea typeface="微软雅黑" pitchFamily="34" charset="-122"/>
                </a:rPr>
                <a:t>R</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106" name="Text Box 148"/>
            <p:cNvSpPr txBox="1">
              <a:spLocks noChangeArrowheads="1"/>
            </p:cNvSpPr>
            <p:nvPr/>
          </p:nvSpPr>
          <p:spPr bwMode="auto">
            <a:xfrm>
              <a:off x="5956374"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sp>
          <p:nvSpPr>
            <p:cNvPr id="107" name="Text Box 149"/>
            <p:cNvSpPr txBox="1">
              <a:spLocks noChangeArrowheads="1"/>
            </p:cNvSpPr>
            <p:nvPr/>
          </p:nvSpPr>
          <p:spPr bwMode="auto">
            <a:xfrm>
              <a:off x="3973658"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177" name="Group 224"/>
            <p:cNvGrpSpPr>
              <a:grpSpLocks/>
            </p:cNvGrpSpPr>
            <p:nvPr/>
          </p:nvGrpSpPr>
          <p:grpSpPr bwMode="auto">
            <a:xfrm>
              <a:off x="2132745" y="2423009"/>
              <a:ext cx="959442" cy="261275"/>
              <a:chOff x="870" y="693"/>
              <a:chExt cx="761" cy="306"/>
            </a:xfrm>
            <a:solidFill>
              <a:srgbClr val="66FF99"/>
            </a:solidFill>
          </p:grpSpPr>
          <p:sp>
            <p:nvSpPr>
              <p:cNvPr id="178"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9"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0"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1"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2"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3" name="Group 224"/>
            <p:cNvGrpSpPr>
              <a:grpSpLocks/>
            </p:cNvGrpSpPr>
            <p:nvPr/>
          </p:nvGrpSpPr>
          <p:grpSpPr bwMode="auto">
            <a:xfrm>
              <a:off x="3876651" y="2423009"/>
              <a:ext cx="959442" cy="261275"/>
              <a:chOff x="870" y="693"/>
              <a:chExt cx="761" cy="306"/>
            </a:xfrm>
            <a:solidFill>
              <a:srgbClr val="66FF99"/>
            </a:solidFill>
          </p:grpSpPr>
          <p:sp>
            <p:nvSpPr>
              <p:cNvPr id="184"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85"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6"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7"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9" name="Group 224"/>
            <p:cNvGrpSpPr>
              <a:grpSpLocks/>
            </p:cNvGrpSpPr>
            <p:nvPr/>
          </p:nvGrpSpPr>
          <p:grpSpPr bwMode="auto">
            <a:xfrm>
              <a:off x="5731087" y="2423009"/>
              <a:ext cx="959442" cy="261275"/>
              <a:chOff x="870" y="693"/>
              <a:chExt cx="761" cy="306"/>
            </a:xfrm>
            <a:solidFill>
              <a:srgbClr val="66FF99"/>
            </a:solidFill>
          </p:grpSpPr>
          <p:sp>
            <p:nvSpPr>
              <p:cNvPr id="190"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91"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92"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93"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95" name="组合 103"/>
            <p:cNvGrpSpPr>
              <a:grpSpLocks/>
            </p:cNvGrpSpPr>
            <p:nvPr/>
          </p:nvGrpSpPr>
          <p:grpSpPr bwMode="auto">
            <a:xfrm>
              <a:off x="1682148" y="3763461"/>
              <a:ext cx="1125387" cy="216189"/>
              <a:chOff x="179512" y="3575494"/>
              <a:chExt cx="2341732" cy="386906"/>
            </a:xfrm>
            <a:solidFill>
              <a:srgbClr val="00FFFF"/>
            </a:solidFill>
          </p:grpSpPr>
          <p:grpSp>
            <p:nvGrpSpPr>
              <p:cNvPr id="196" name="Group 204"/>
              <p:cNvGrpSpPr>
                <a:grpSpLocks/>
              </p:cNvGrpSpPr>
              <p:nvPr/>
            </p:nvGrpSpPr>
            <p:grpSpPr bwMode="auto">
              <a:xfrm>
                <a:off x="179512" y="3581400"/>
                <a:ext cx="2341732" cy="381000"/>
                <a:chOff x="480" y="3120"/>
                <a:chExt cx="1212" cy="240"/>
              </a:xfrm>
              <a:grpFill/>
            </p:grpSpPr>
            <p:sp>
              <p:nvSpPr>
                <p:cNvPr id="200"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1"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197"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1</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3</a:t>
                </a:r>
              </a:p>
            </p:txBody>
          </p:sp>
          <p:sp>
            <p:nvSpPr>
              <p:cNvPr id="198"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199"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2" name="组合 103"/>
            <p:cNvGrpSpPr>
              <a:grpSpLocks/>
            </p:cNvGrpSpPr>
            <p:nvPr/>
          </p:nvGrpSpPr>
          <p:grpSpPr bwMode="auto">
            <a:xfrm>
              <a:off x="3709500" y="3763461"/>
              <a:ext cx="1125387" cy="216189"/>
              <a:chOff x="179512" y="3575494"/>
              <a:chExt cx="2341732" cy="386906"/>
            </a:xfrm>
            <a:solidFill>
              <a:srgbClr val="00FFFF"/>
            </a:solidFill>
          </p:grpSpPr>
          <p:grpSp>
            <p:nvGrpSpPr>
              <p:cNvPr id="203" name="Group 204"/>
              <p:cNvGrpSpPr>
                <a:grpSpLocks/>
              </p:cNvGrpSpPr>
              <p:nvPr/>
            </p:nvGrpSpPr>
            <p:grpSpPr bwMode="auto">
              <a:xfrm>
                <a:off x="179512" y="3581400"/>
                <a:ext cx="2341732" cy="381000"/>
                <a:chOff x="480" y="3120"/>
                <a:chExt cx="1212" cy="240"/>
              </a:xfrm>
              <a:grpFill/>
            </p:grpSpPr>
            <p:sp>
              <p:nvSpPr>
                <p:cNvPr id="207"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8"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04"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4</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5</a:t>
                </a:r>
              </a:p>
            </p:txBody>
          </p:sp>
          <p:sp>
            <p:nvSpPr>
              <p:cNvPr id="205"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6"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9" name="组合 103"/>
            <p:cNvGrpSpPr>
              <a:grpSpLocks/>
            </p:cNvGrpSpPr>
            <p:nvPr/>
          </p:nvGrpSpPr>
          <p:grpSpPr bwMode="auto">
            <a:xfrm>
              <a:off x="5735977" y="3763461"/>
              <a:ext cx="1125387" cy="216189"/>
              <a:chOff x="179512" y="3575494"/>
              <a:chExt cx="2341732" cy="386906"/>
            </a:xfrm>
            <a:solidFill>
              <a:srgbClr val="00FFFF"/>
            </a:solidFill>
          </p:grpSpPr>
          <p:grpSp>
            <p:nvGrpSpPr>
              <p:cNvPr id="210" name="Group 204"/>
              <p:cNvGrpSpPr>
                <a:grpSpLocks/>
              </p:cNvGrpSpPr>
              <p:nvPr/>
            </p:nvGrpSpPr>
            <p:grpSpPr bwMode="auto">
              <a:xfrm>
                <a:off x="179512" y="3581400"/>
                <a:ext cx="2341732" cy="381000"/>
                <a:chOff x="480" y="3120"/>
                <a:chExt cx="1212" cy="240"/>
              </a:xfrm>
              <a:grpFill/>
            </p:grpSpPr>
            <p:sp>
              <p:nvSpPr>
                <p:cNvPr id="214"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15"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11"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6</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2</a:t>
                </a:r>
              </a:p>
            </p:txBody>
          </p:sp>
          <p:sp>
            <p:nvSpPr>
              <p:cNvPr id="212"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3"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2629163" y="1918996"/>
              <a:ext cx="835137" cy="261610"/>
              <a:chOff x="2629163" y="1918996"/>
              <a:chExt cx="835137" cy="261610"/>
            </a:xfrm>
          </p:grpSpPr>
          <p:sp>
            <p:nvSpPr>
              <p:cNvPr id="108" name="AutoShape 150"/>
              <p:cNvSpPr>
                <a:spLocks noChangeArrowheads="1"/>
              </p:cNvSpPr>
              <p:nvPr/>
            </p:nvSpPr>
            <p:spPr bwMode="auto">
              <a:xfrm flipV="1">
                <a:off x="2629163" y="1942246"/>
                <a:ext cx="835137" cy="205647"/>
              </a:xfrm>
              <a:prstGeom prst="wedgeRoundRectCallout">
                <a:avLst>
                  <a:gd name="adj1" fmla="val -75782"/>
                  <a:gd name="adj2" fmla="val -203782"/>
                  <a:gd name="adj3" fmla="val 16667"/>
                </a:avLst>
              </a:prstGeom>
              <a:solidFill>
                <a:srgbClr val="FFC000"/>
              </a:solidFill>
              <a:ln w="9525">
                <a:solidFill>
                  <a:schemeClr val="tx1"/>
                </a:solidFill>
                <a:miter lim="800000"/>
                <a:headEnd/>
                <a:tailEnd/>
              </a:ln>
              <a:effectLst/>
            </p:spPr>
            <p:txBody>
              <a:bodyPr rot="10800000"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9" name="Text Box 151"/>
              <p:cNvSpPr txBox="1">
                <a:spLocks noChangeArrowheads="1"/>
              </p:cNvSpPr>
              <p:nvPr/>
            </p:nvSpPr>
            <p:spPr bwMode="auto">
              <a:xfrm>
                <a:off x="2655261" y="1918996"/>
                <a:ext cx="79060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数据报</a:t>
                </a:r>
              </a:p>
            </p:txBody>
          </p:sp>
        </p:grpSp>
      </p:grpSp>
      <p:sp>
        <p:nvSpPr>
          <p:cNvPr id="137" name="Line 159"/>
          <p:cNvSpPr>
            <a:spLocks noChangeShapeType="1"/>
          </p:cNvSpPr>
          <p:nvPr/>
        </p:nvSpPr>
        <p:spPr bwMode="auto">
          <a:xfrm>
            <a:off x="1670048" y="2214466"/>
            <a:ext cx="0" cy="1450763"/>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8" name="Line 161"/>
          <p:cNvSpPr>
            <a:spLocks noChangeShapeType="1"/>
          </p:cNvSpPr>
          <p:nvPr/>
        </p:nvSpPr>
        <p:spPr bwMode="auto">
          <a:xfrm>
            <a:off x="1670048" y="3704112"/>
            <a:ext cx="1282065"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9" name="Line 163"/>
          <p:cNvSpPr>
            <a:spLocks noChangeShapeType="1"/>
          </p:cNvSpPr>
          <p:nvPr/>
        </p:nvSpPr>
        <p:spPr bwMode="auto">
          <a:xfrm flipV="1">
            <a:off x="3296825"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0" name="Line 164"/>
          <p:cNvSpPr>
            <a:spLocks noChangeShapeType="1"/>
          </p:cNvSpPr>
          <p:nvPr/>
        </p:nvSpPr>
        <p:spPr bwMode="auto">
          <a:xfrm>
            <a:off x="3444714"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1" name="Line 165"/>
          <p:cNvSpPr>
            <a:spLocks noChangeShapeType="1"/>
          </p:cNvSpPr>
          <p:nvPr/>
        </p:nvSpPr>
        <p:spPr bwMode="auto">
          <a:xfrm>
            <a:off x="3692646" y="3704112"/>
            <a:ext cx="1282065"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2" name="Line 168"/>
          <p:cNvSpPr>
            <a:spLocks noChangeShapeType="1"/>
          </p:cNvSpPr>
          <p:nvPr/>
        </p:nvSpPr>
        <p:spPr bwMode="auto">
          <a:xfrm flipV="1">
            <a:off x="5122599"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3" name="Line 169"/>
          <p:cNvSpPr>
            <a:spLocks noChangeShapeType="1"/>
          </p:cNvSpPr>
          <p:nvPr/>
        </p:nvSpPr>
        <p:spPr bwMode="auto">
          <a:xfrm>
            <a:off x="5270488" y="2645634"/>
            <a:ext cx="0" cy="979848"/>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4" name="Line 170"/>
          <p:cNvSpPr>
            <a:spLocks noChangeShapeType="1"/>
          </p:cNvSpPr>
          <p:nvPr/>
        </p:nvSpPr>
        <p:spPr bwMode="auto">
          <a:xfrm>
            <a:off x="5714155" y="3704112"/>
            <a:ext cx="1282066"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5" name="Line 171"/>
          <p:cNvSpPr>
            <a:spLocks noChangeShapeType="1"/>
          </p:cNvSpPr>
          <p:nvPr/>
        </p:nvSpPr>
        <p:spPr bwMode="auto">
          <a:xfrm flipV="1">
            <a:off x="7095175" y="2253349"/>
            <a:ext cx="0" cy="1450763"/>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1872173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grpId="0" nodeType="clickEffect">
                                  <p:stCondLst>
                                    <p:cond delay="0"/>
                                  </p:stCondLst>
                                  <p:childTnLst>
                                    <p:set>
                                      <p:cBhvr>
                                        <p:cTn id="10" dur="1" fill="hold">
                                          <p:stCondLst>
                                            <p:cond delay="0"/>
                                          </p:stCondLst>
                                        </p:cTn>
                                        <p:tgtEl>
                                          <p:spTgt spid="137"/>
                                        </p:tgtEl>
                                        <p:attrNameLst>
                                          <p:attrName>style.visibility</p:attrName>
                                        </p:attrNameLst>
                                      </p:cBhvr>
                                      <p:to>
                                        <p:strVal val="visible"/>
                                      </p:to>
                                    </p:set>
                                    <p:animEffect transition="in" filter="wipe(up)">
                                      <p:cBhvr>
                                        <p:cTn id="11" dur="1000"/>
                                        <p:tgtEl>
                                          <p:spTgt spid="137"/>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38"/>
                                        </p:tgtEl>
                                        <p:attrNameLst>
                                          <p:attrName>style.visibility</p:attrName>
                                        </p:attrNameLst>
                                      </p:cBhvr>
                                      <p:to>
                                        <p:strVal val="visible"/>
                                      </p:to>
                                    </p:set>
                                    <p:animEffect transition="in" filter="wipe(left)">
                                      <p:cBhvr>
                                        <p:cTn id="15" dur="1000"/>
                                        <p:tgtEl>
                                          <p:spTgt spid="138"/>
                                        </p:tgtEl>
                                      </p:cBhvr>
                                    </p:animEffect>
                                  </p:childTnLst>
                                </p:cTn>
                              </p:par>
                            </p:childTnLst>
                          </p:cTn>
                        </p:par>
                        <p:par>
                          <p:cTn id="16" fill="hold">
                            <p:stCondLst>
                              <p:cond delay="2000"/>
                            </p:stCondLst>
                            <p:childTnLst>
                              <p:par>
                                <p:cTn id="17" presetID="22" presetClass="entr" presetSubtype="4" fill="hold" grpId="0" nodeType="afterEffect">
                                  <p:stCondLst>
                                    <p:cond delay="0"/>
                                  </p:stCondLst>
                                  <p:childTnLst>
                                    <p:set>
                                      <p:cBhvr>
                                        <p:cTn id="18" dur="1" fill="hold">
                                          <p:stCondLst>
                                            <p:cond delay="0"/>
                                          </p:stCondLst>
                                        </p:cTn>
                                        <p:tgtEl>
                                          <p:spTgt spid="139"/>
                                        </p:tgtEl>
                                        <p:attrNameLst>
                                          <p:attrName>style.visibility</p:attrName>
                                        </p:attrNameLst>
                                      </p:cBhvr>
                                      <p:to>
                                        <p:strVal val="visible"/>
                                      </p:to>
                                    </p:set>
                                    <p:animEffect transition="in" filter="wipe(down)">
                                      <p:cBhvr>
                                        <p:cTn id="19" dur="1000"/>
                                        <p:tgtEl>
                                          <p:spTgt spid="139"/>
                                        </p:tgtEl>
                                      </p:cBhvr>
                                    </p:animEffect>
                                  </p:childTnLst>
                                </p:cTn>
                              </p:par>
                            </p:childTnLst>
                          </p:cTn>
                        </p:par>
                        <p:par>
                          <p:cTn id="20" fill="hold">
                            <p:stCondLst>
                              <p:cond delay="3000"/>
                            </p:stCondLst>
                            <p:childTnLst>
                              <p:par>
                                <p:cTn id="21" presetID="22" presetClass="entr" presetSubtype="1" fill="hold" grpId="0" nodeType="afterEffect">
                                  <p:stCondLst>
                                    <p:cond delay="0"/>
                                  </p:stCondLst>
                                  <p:childTnLst>
                                    <p:set>
                                      <p:cBhvr>
                                        <p:cTn id="22" dur="1" fill="hold">
                                          <p:stCondLst>
                                            <p:cond delay="0"/>
                                          </p:stCondLst>
                                        </p:cTn>
                                        <p:tgtEl>
                                          <p:spTgt spid="140"/>
                                        </p:tgtEl>
                                        <p:attrNameLst>
                                          <p:attrName>style.visibility</p:attrName>
                                        </p:attrNameLst>
                                      </p:cBhvr>
                                      <p:to>
                                        <p:strVal val="visible"/>
                                      </p:to>
                                    </p:set>
                                    <p:animEffect transition="in" filter="wipe(up)">
                                      <p:cBhvr>
                                        <p:cTn id="23" dur="1000"/>
                                        <p:tgtEl>
                                          <p:spTgt spid="140"/>
                                        </p:tgtEl>
                                      </p:cBhvr>
                                    </p:animEffect>
                                  </p:childTnLst>
                                </p:cTn>
                              </p:par>
                            </p:childTnLst>
                          </p:cTn>
                        </p:par>
                        <p:par>
                          <p:cTn id="24" fill="hold">
                            <p:stCondLst>
                              <p:cond delay="4000"/>
                            </p:stCondLst>
                            <p:childTnLst>
                              <p:par>
                                <p:cTn id="25" presetID="22" presetClass="entr" presetSubtype="8" fill="hold" grpId="0" nodeType="afterEffect">
                                  <p:stCondLst>
                                    <p:cond delay="0"/>
                                  </p:stCondLst>
                                  <p:childTnLst>
                                    <p:set>
                                      <p:cBhvr>
                                        <p:cTn id="26" dur="1" fill="hold">
                                          <p:stCondLst>
                                            <p:cond delay="0"/>
                                          </p:stCondLst>
                                        </p:cTn>
                                        <p:tgtEl>
                                          <p:spTgt spid="141"/>
                                        </p:tgtEl>
                                        <p:attrNameLst>
                                          <p:attrName>style.visibility</p:attrName>
                                        </p:attrNameLst>
                                      </p:cBhvr>
                                      <p:to>
                                        <p:strVal val="visible"/>
                                      </p:to>
                                    </p:set>
                                    <p:animEffect transition="in" filter="wipe(left)">
                                      <p:cBhvr>
                                        <p:cTn id="27" dur="1000"/>
                                        <p:tgtEl>
                                          <p:spTgt spid="141"/>
                                        </p:tgtEl>
                                      </p:cBhvr>
                                    </p:animEffect>
                                  </p:childTnLst>
                                </p:cTn>
                              </p:par>
                            </p:childTnLst>
                          </p:cTn>
                        </p:par>
                        <p:par>
                          <p:cTn id="28" fill="hold">
                            <p:stCondLst>
                              <p:cond delay="5000"/>
                            </p:stCondLst>
                            <p:childTnLst>
                              <p:par>
                                <p:cTn id="29" presetID="22" presetClass="entr" presetSubtype="4" fill="hold" grpId="0" nodeType="afterEffect">
                                  <p:stCondLst>
                                    <p:cond delay="0"/>
                                  </p:stCondLst>
                                  <p:childTnLst>
                                    <p:set>
                                      <p:cBhvr>
                                        <p:cTn id="30" dur="1" fill="hold">
                                          <p:stCondLst>
                                            <p:cond delay="0"/>
                                          </p:stCondLst>
                                        </p:cTn>
                                        <p:tgtEl>
                                          <p:spTgt spid="142"/>
                                        </p:tgtEl>
                                        <p:attrNameLst>
                                          <p:attrName>style.visibility</p:attrName>
                                        </p:attrNameLst>
                                      </p:cBhvr>
                                      <p:to>
                                        <p:strVal val="visible"/>
                                      </p:to>
                                    </p:set>
                                    <p:animEffect transition="in" filter="wipe(down)">
                                      <p:cBhvr>
                                        <p:cTn id="31" dur="1000"/>
                                        <p:tgtEl>
                                          <p:spTgt spid="142"/>
                                        </p:tgtEl>
                                      </p:cBhvr>
                                    </p:animEffect>
                                  </p:childTnLst>
                                </p:cTn>
                              </p:par>
                            </p:childTnLst>
                          </p:cTn>
                        </p:par>
                        <p:par>
                          <p:cTn id="32" fill="hold">
                            <p:stCondLst>
                              <p:cond delay="6000"/>
                            </p:stCondLst>
                            <p:childTnLst>
                              <p:par>
                                <p:cTn id="33" presetID="22" presetClass="entr" presetSubtype="1" fill="hold" grpId="0" nodeType="afterEffect">
                                  <p:stCondLst>
                                    <p:cond delay="0"/>
                                  </p:stCondLst>
                                  <p:childTnLst>
                                    <p:set>
                                      <p:cBhvr>
                                        <p:cTn id="34" dur="1" fill="hold">
                                          <p:stCondLst>
                                            <p:cond delay="0"/>
                                          </p:stCondLst>
                                        </p:cTn>
                                        <p:tgtEl>
                                          <p:spTgt spid="143"/>
                                        </p:tgtEl>
                                        <p:attrNameLst>
                                          <p:attrName>style.visibility</p:attrName>
                                        </p:attrNameLst>
                                      </p:cBhvr>
                                      <p:to>
                                        <p:strVal val="visible"/>
                                      </p:to>
                                    </p:set>
                                    <p:animEffect transition="in" filter="wipe(up)">
                                      <p:cBhvr>
                                        <p:cTn id="35" dur="1000"/>
                                        <p:tgtEl>
                                          <p:spTgt spid="143"/>
                                        </p:tgtEl>
                                      </p:cBhvr>
                                    </p:animEffect>
                                  </p:childTnLst>
                                </p:cTn>
                              </p:par>
                            </p:childTnLst>
                          </p:cTn>
                        </p:par>
                        <p:par>
                          <p:cTn id="36" fill="hold">
                            <p:stCondLst>
                              <p:cond delay="7000"/>
                            </p:stCondLst>
                            <p:childTnLst>
                              <p:par>
                                <p:cTn id="37" presetID="22" presetClass="entr" presetSubtype="8" fill="hold" grpId="0" nodeType="afterEffect">
                                  <p:stCondLst>
                                    <p:cond delay="0"/>
                                  </p:stCondLst>
                                  <p:childTnLst>
                                    <p:set>
                                      <p:cBhvr>
                                        <p:cTn id="38" dur="1" fill="hold">
                                          <p:stCondLst>
                                            <p:cond delay="0"/>
                                          </p:stCondLst>
                                        </p:cTn>
                                        <p:tgtEl>
                                          <p:spTgt spid="144"/>
                                        </p:tgtEl>
                                        <p:attrNameLst>
                                          <p:attrName>style.visibility</p:attrName>
                                        </p:attrNameLst>
                                      </p:cBhvr>
                                      <p:to>
                                        <p:strVal val="visible"/>
                                      </p:to>
                                    </p:set>
                                    <p:animEffect transition="in" filter="wipe(left)">
                                      <p:cBhvr>
                                        <p:cTn id="39" dur="1000"/>
                                        <p:tgtEl>
                                          <p:spTgt spid="144"/>
                                        </p:tgtEl>
                                      </p:cBhvr>
                                    </p:animEffect>
                                  </p:childTnLst>
                                </p:cTn>
                              </p:par>
                            </p:childTnLst>
                          </p:cTn>
                        </p:par>
                        <p:par>
                          <p:cTn id="40" fill="hold">
                            <p:stCondLst>
                              <p:cond delay="8000"/>
                            </p:stCondLst>
                            <p:childTnLst>
                              <p:par>
                                <p:cTn id="41" presetID="22" presetClass="entr" presetSubtype="4" fill="hold" grpId="0" nodeType="afterEffect">
                                  <p:stCondLst>
                                    <p:cond delay="0"/>
                                  </p:stCondLst>
                                  <p:childTnLst>
                                    <p:set>
                                      <p:cBhvr>
                                        <p:cTn id="42" dur="1" fill="hold">
                                          <p:stCondLst>
                                            <p:cond delay="0"/>
                                          </p:stCondLst>
                                        </p:cTn>
                                        <p:tgtEl>
                                          <p:spTgt spid="145"/>
                                        </p:tgtEl>
                                        <p:attrNameLst>
                                          <p:attrName>style.visibility</p:attrName>
                                        </p:attrNameLst>
                                      </p:cBhvr>
                                      <p:to>
                                        <p:strVal val="visible"/>
                                      </p:to>
                                    </p:set>
                                    <p:animEffect transition="in" filter="wipe(down)">
                                      <p:cBhvr>
                                        <p:cTn id="43" dur="10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 name="圆角矩形 174"/>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6" name="Text Box 158"/>
          <p:cNvSpPr txBox="1">
            <a:spLocks noChangeArrowheads="1"/>
          </p:cNvSpPr>
          <p:nvPr/>
        </p:nvSpPr>
        <p:spPr bwMode="auto">
          <a:xfrm>
            <a:off x="2404834" y="728414"/>
            <a:ext cx="4323620" cy="338554"/>
          </a:xfrm>
          <a:prstGeom prst="rect">
            <a:avLst/>
          </a:prstGeom>
          <a:solidFill>
            <a:srgbClr val="0000CC"/>
          </a:solidFill>
          <a:ln w="9525">
            <a:solidFill>
              <a:schemeClr val="tx1"/>
            </a:solid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在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层抽象的互联网上只能看到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a:t>
            </a:r>
          </a:p>
        </p:txBody>
      </p:sp>
      <p:grpSp>
        <p:nvGrpSpPr>
          <p:cNvPr id="4" name="组合 3"/>
          <p:cNvGrpSpPr/>
          <p:nvPr/>
        </p:nvGrpSpPr>
        <p:grpSpPr>
          <a:xfrm>
            <a:off x="1414301" y="755888"/>
            <a:ext cx="6169421" cy="954900"/>
            <a:chOff x="1414301" y="755888"/>
            <a:chExt cx="6169421" cy="954900"/>
          </a:xfrm>
        </p:grpSpPr>
        <p:sp>
          <p:nvSpPr>
            <p:cNvPr id="146"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0"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1"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2"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153"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154"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5"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6"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7"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158" name="Picture 2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9"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162"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3"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4"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5"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166"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167"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168"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169"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170"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171"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2"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173"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4"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grpSp>
      <p:grpSp>
        <p:nvGrpSpPr>
          <p:cNvPr id="3" name="组合 2"/>
          <p:cNvGrpSpPr/>
          <p:nvPr/>
        </p:nvGrpSpPr>
        <p:grpSpPr>
          <a:xfrm>
            <a:off x="1374271" y="1800136"/>
            <a:ext cx="6248302" cy="2427741"/>
            <a:chOff x="1374271" y="1800136"/>
            <a:chExt cx="6248302" cy="2427741"/>
          </a:xfrm>
        </p:grpSpPr>
        <p:sp>
          <p:nvSpPr>
            <p:cNvPr id="61" name="Freeform 77"/>
            <p:cNvSpPr>
              <a:spLocks/>
            </p:cNvSpPr>
            <p:nvPr/>
          </p:nvSpPr>
          <p:spPr bwMode="auto">
            <a:xfrm>
              <a:off x="2967337" y="3546743"/>
              <a:ext cx="270768"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2" name="Freeform 78"/>
            <p:cNvSpPr>
              <a:spLocks/>
            </p:cNvSpPr>
            <p:nvPr/>
          </p:nvSpPr>
          <p:spPr bwMode="auto">
            <a:xfrm>
              <a:off x="4740916" y="3545879"/>
              <a:ext cx="270767"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3" name="Line 79"/>
            <p:cNvSpPr>
              <a:spLocks noChangeShapeType="1"/>
            </p:cNvSpPr>
            <p:nvPr/>
          </p:nvSpPr>
          <p:spPr bwMode="auto">
            <a:xfrm rot="16200000">
              <a:off x="6944576"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4" name="Line 80"/>
            <p:cNvSpPr>
              <a:spLocks noChangeShapeType="1"/>
            </p:cNvSpPr>
            <p:nvPr/>
          </p:nvSpPr>
          <p:spPr bwMode="auto">
            <a:xfrm rot="16200000">
              <a:off x="1518361"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5" name="AutoShape 81"/>
            <p:cNvSpPr>
              <a:spLocks noChangeArrowheads="1"/>
            </p:cNvSpPr>
            <p:nvPr/>
          </p:nvSpPr>
          <p:spPr bwMode="auto">
            <a:xfrm>
              <a:off x="1505848"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6" name="AutoShape 82"/>
            <p:cNvSpPr>
              <a:spLocks noChangeArrowheads="1"/>
            </p:cNvSpPr>
            <p:nvPr/>
          </p:nvSpPr>
          <p:spPr bwMode="auto">
            <a:xfrm>
              <a:off x="3176122" y="2578992"/>
              <a:ext cx="469764" cy="1036876"/>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7" name="AutoShape 83"/>
            <p:cNvSpPr>
              <a:spLocks noChangeArrowheads="1"/>
            </p:cNvSpPr>
            <p:nvPr/>
          </p:nvSpPr>
          <p:spPr bwMode="auto">
            <a:xfrm>
              <a:off x="6934237"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AutoShape 84"/>
            <p:cNvSpPr>
              <a:spLocks noChangeArrowheads="1"/>
            </p:cNvSpPr>
            <p:nvPr/>
          </p:nvSpPr>
          <p:spPr bwMode="auto">
            <a:xfrm>
              <a:off x="5001896" y="2703417"/>
              <a:ext cx="469764" cy="912451"/>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9" name="Group 85"/>
            <p:cNvGrpSpPr>
              <a:grpSpLocks/>
            </p:cNvGrpSpPr>
            <p:nvPr/>
          </p:nvGrpSpPr>
          <p:grpSpPr bwMode="auto">
            <a:xfrm>
              <a:off x="1374271" y="2055369"/>
              <a:ext cx="6248302" cy="1327202"/>
              <a:chOff x="96" y="1056"/>
              <a:chExt cx="5472" cy="1536"/>
            </a:xfrm>
            <a:solidFill>
              <a:srgbClr val="FFFF66"/>
            </a:solidFill>
          </p:grpSpPr>
          <p:sp>
            <p:nvSpPr>
              <p:cNvPr id="128" name="Oval 86"/>
              <p:cNvSpPr>
                <a:spLocks noChangeArrowheads="1"/>
              </p:cNvSpPr>
              <p:nvPr/>
            </p:nvSpPr>
            <p:spPr bwMode="auto">
              <a:xfrm>
                <a:off x="3662" y="1674"/>
                <a:ext cx="1906" cy="756"/>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29" name="Oval 87"/>
              <p:cNvSpPr>
                <a:spLocks noChangeArrowheads="1"/>
              </p:cNvSpPr>
              <p:nvPr/>
            </p:nvSpPr>
            <p:spPr bwMode="auto">
              <a:xfrm>
                <a:off x="96" y="1430"/>
                <a:ext cx="1870" cy="760"/>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0" name="Oval 88"/>
              <p:cNvSpPr>
                <a:spLocks noChangeArrowheads="1"/>
              </p:cNvSpPr>
              <p:nvPr/>
            </p:nvSpPr>
            <p:spPr bwMode="auto">
              <a:xfrm>
                <a:off x="3365" y="1163"/>
                <a:ext cx="1903"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1" name="Oval 89"/>
              <p:cNvSpPr>
                <a:spLocks noChangeArrowheads="1"/>
              </p:cNvSpPr>
              <p:nvPr/>
            </p:nvSpPr>
            <p:spPr bwMode="auto">
              <a:xfrm>
                <a:off x="2365" y="1821"/>
                <a:ext cx="1900" cy="77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2" name="Oval 90"/>
              <p:cNvSpPr>
                <a:spLocks noChangeArrowheads="1"/>
              </p:cNvSpPr>
              <p:nvPr/>
            </p:nvSpPr>
            <p:spPr bwMode="auto">
              <a:xfrm>
                <a:off x="729" y="1752"/>
                <a:ext cx="1900"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3" name="Oval 91"/>
              <p:cNvSpPr>
                <a:spLocks noChangeArrowheads="1"/>
              </p:cNvSpPr>
              <p:nvPr/>
            </p:nvSpPr>
            <p:spPr bwMode="auto">
              <a:xfrm>
                <a:off x="2197" y="1056"/>
                <a:ext cx="1870" cy="758"/>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4" name="Oval 92"/>
              <p:cNvSpPr>
                <a:spLocks noChangeArrowheads="1"/>
              </p:cNvSpPr>
              <p:nvPr/>
            </p:nvSpPr>
            <p:spPr bwMode="auto">
              <a:xfrm>
                <a:off x="996" y="1056"/>
                <a:ext cx="1867"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5" name="Oval 93"/>
              <p:cNvSpPr>
                <a:spLocks noChangeArrowheads="1"/>
              </p:cNvSpPr>
              <p:nvPr/>
            </p:nvSpPr>
            <p:spPr bwMode="auto">
              <a:xfrm>
                <a:off x="597" y="1226"/>
                <a:ext cx="4536" cy="106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CC"/>
                  </a:solidFill>
                  <a:latin typeface="微软雅黑" pitchFamily="34" charset="-122"/>
                  <a:ea typeface="微软雅黑" pitchFamily="34" charset="-122"/>
                </a:endParaRPr>
              </a:p>
            </p:txBody>
          </p:sp>
        </p:grpSp>
        <p:sp>
          <p:nvSpPr>
            <p:cNvPr id="70" name="Line 94"/>
            <p:cNvSpPr>
              <a:spLocks noChangeShapeType="1"/>
            </p:cNvSpPr>
            <p:nvPr/>
          </p:nvSpPr>
          <p:spPr bwMode="auto">
            <a:xfrm>
              <a:off x="1453652" y="3698819"/>
              <a:ext cx="177466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1" name="Group 95"/>
            <p:cNvGrpSpPr>
              <a:grpSpLocks/>
            </p:cNvGrpSpPr>
            <p:nvPr/>
          </p:nvGrpSpPr>
          <p:grpSpPr bwMode="auto">
            <a:xfrm>
              <a:off x="1505848" y="2055369"/>
              <a:ext cx="469764" cy="788026"/>
              <a:chOff x="672" y="528"/>
              <a:chExt cx="432" cy="912"/>
            </a:xfrm>
          </p:grpSpPr>
          <p:sp>
            <p:nvSpPr>
              <p:cNvPr id="125" name="AutoShape 9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6" name="AutoShape 9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7" name="AutoShape 9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2" name="Text Box 99"/>
            <p:cNvSpPr txBox="1">
              <a:spLocks noChangeArrowheads="1"/>
            </p:cNvSpPr>
            <p:nvPr/>
          </p:nvSpPr>
          <p:spPr bwMode="auto">
            <a:xfrm>
              <a:off x="1530859" y="2604914"/>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1</a:t>
              </a:r>
              <a:endParaRPr kumimoji="1" lang="en-US" altLang="zh-CN" sz="1100" b="1">
                <a:latin typeface="微软雅黑" pitchFamily="34" charset="-122"/>
                <a:ea typeface="微软雅黑" pitchFamily="34" charset="-122"/>
              </a:endParaRPr>
            </a:p>
          </p:txBody>
        </p:sp>
        <p:sp>
          <p:nvSpPr>
            <p:cNvPr id="73" name="Text Box 100"/>
            <p:cNvSpPr txBox="1">
              <a:spLocks noChangeArrowheads="1"/>
            </p:cNvSpPr>
            <p:nvPr/>
          </p:nvSpPr>
          <p:spPr bwMode="auto">
            <a:xfrm>
              <a:off x="1428141" y="33411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74" name="Text Box 101"/>
            <p:cNvSpPr txBox="1">
              <a:spLocks noChangeArrowheads="1"/>
            </p:cNvSpPr>
            <p:nvPr/>
          </p:nvSpPr>
          <p:spPr bwMode="auto">
            <a:xfrm>
              <a:off x="4505146" y="3320437"/>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75" name="Text Box 102"/>
            <p:cNvSpPr txBox="1">
              <a:spLocks noChangeArrowheads="1"/>
            </p:cNvSpPr>
            <p:nvPr/>
          </p:nvSpPr>
          <p:spPr bwMode="auto">
            <a:xfrm>
              <a:off x="3583222"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76" name="Text Box 103"/>
            <p:cNvSpPr txBox="1">
              <a:spLocks noChangeArrowheads="1"/>
            </p:cNvSpPr>
            <p:nvPr/>
          </p:nvSpPr>
          <p:spPr bwMode="auto">
            <a:xfrm>
              <a:off x="2670598"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77" name="Line 104"/>
            <p:cNvSpPr>
              <a:spLocks noChangeShapeType="1"/>
            </p:cNvSpPr>
            <p:nvPr/>
          </p:nvSpPr>
          <p:spPr bwMode="auto">
            <a:xfrm>
              <a:off x="1923416" y="2703417"/>
              <a:ext cx="1304901"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8" name="Line 105"/>
            <p:cNvSpPr>
              <a:spLocks noChangeShapeType="1"/>
            </p:cNvSpPr>
            <p:nvPr/>
          </p:nvSpPr>
          <p:spPr bwMode="auto">
            <a:xfrm>
              <a:off x="5420552" y="3698819"/>
              <a:ext cx="203564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Text Box 106"/>
            <p:cNvSpPr txBox="1">
              <a:spLocks noChangeArrowheads="1"/>
            </p:cNvSpPr>
            <p:nvPr/>
          </p:nvSpPr>
          <p:spPr bwMode="auto">
            <a:xfrm>
              <a:off x="5418783" y="331352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0" name="Text Box 107"/>
            <p:cNvSpPr txBox="1">
              <a:spLocks noChangeArrowheads="1"/>
            </p:cNvSpPr>
            <p:nvPr/>
          </p:nvSpPr>
          <p:spPr bwMode="auto">
            <a:xfrm>
              <a:off x="6865082" y="332216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1" name="Text Box 108"/>
            <p:cNvSpPr txBox="1">
              <a:spLocks noChangeArrowheads="1"/>
            </p:cNvSpPr>
            <p:nvPr/>
          </p:nvSpPr>
          <p:spPr bwMode="auto">
            <a:xfrm>
              <a:off x="5391624" y="2756989"/>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IP</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2" name="Text Box 109"/>
            <p:cNvSpPr txBox="1">
              <a:spLocks noChangeArrowheads="1"/>
            </p:cNvSpPr>
            <p:nvPr/>
          </p:nvSpPr>
          <p:spPr bwMode="auto">
            <a:xfrm>
              <a:off x="1423205" y="1813961"/>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3" name="Text Box 110"/>
            <p:cNvSpPr txBox="1">
              <a:spLocks noChangeArrowheads="1"/>
            </p:cNvSpPr>
            <p:nvPr/>
          </p:nvSpPr>
          <p:spPr bwMode="auto">
            <a:xfrm>
              <a:off x="6860648" y="1800136"/>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4" name="AutoShape 111"/>
            <p:cNvSpPr>
              <a:spLocks noChangeArrowheads="1"/>
            </p:cNvSpPr>
            <p:nvPr/>
          </p:nvSpPr>
          <p:spPr bwMode="auto">
            <a:xfrm>
              <a:off x="3176122" y="2511595"/>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Text Box 112"/>
            <p:cNvSpPr txBox="1">
              <a:spLocks noChangeArrowheads="1"/>
            </p:cNvSpPr>
            <p:nvPr/>
          </p:nvSpPr>
          <p:spPr bwMode="auto">
            <a:xfrm>
              <a:off x="3114166" y="226413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6" name="Text Box 113"/>
            <p:cNvSpPr txBox="1">
              <a:spLocks noChangeArrowheads="1"/>
            </p:cNvSpPr>
            <p:nvPr/>
          </p:nvSpPr>
          <p:spPr bwMode="auto">
            <a:xfrm>
              <a:off x="4245130" y="2979997"/>
              <a:ext cx="1614545" cy="276999"/>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chemeClr val="bg1"/>
                  </a:solidFill>
                  <a:latin typeface="微软雅黑" pitchFamily="34" charset="-122"/>
                  <a:ea typeface="微软雅黑" pitchFamily="34" charset="-122"/>
                </a:rPr>
                <a:t>IP </a:t>
              </a:r>
              <a:r>
                <a:rPr kumimoji="1" lang="zh-CN" altLang="en-US" sz="1200" b="1" dirty="0">
                  <a:solidFill>
                    <a:schemeClr val="bg1"/>
                  </a:solidFill>
                  <a:latin typeface="微软雅黑" pitchFamily="34" charset="-122"/>
                  <a:ea typeface="微软雅黑" pitchFamily="34" charset="-122"/>
                </a:rPr>
                <a:t>层上的虚拟互联网</a:t>
              </a:r>
            </a:p>
          </p:txBody>
        </p:sp>
        <p:sp>
          <p:nvSpPr>
            <p:cNvPr id="87" name="Text Box 114"/>
            <p:cNvSpPr txBox="1">
              <a:spLocks noChangeArrowheads="1"/>
            </p:cNvSpPr>
            <p:nvPr/>
          </p:nvSpPr>
          <p:spPr bwMode="auto">
            <a:xfrm>
              <a:off x="1973491"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88" name="Group 115"/>
            <p:cNvGrpSpPr>
              <a:grpSpLocks/>
            </p:cNvGrpSpPr>
            <p:nvPr/>
          </p:nvGrpSpPr>
          <p:grpSpPr bwMode="auto">
            <a:xfrm>
              <a:off x="6934237" y="2055369"/>
              <a:ext cx="469764" cy="788026"/>
              <a:chOff x="672" y="528"/>
              <a:chExt cx="432" cy="912"/>
            </a:xfrm>
          </p:grpSpPr>
          <p:sp>
            <p:nvSpPr>
              <p:cNvPr id="122" name="AutoShape 11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3" name="AutoShape 11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4" name="AutoShape 11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89" name="Text Box 119"/>
            <p:cNvSpPr txBox="1">
              <a:spLocks noChangeArrowheads="1"/>
            </p:cNvSpPr>
            <p:nvPr/>
          </p:nvSpPr>
          <p:spPr bwMode="auto">
            <a:xfrm>
              <a:off x="6967949" y="2607506"/>
              <a:ext cx="383438" cy="2616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90" name="Text Box 120"/>
            <p:cNvSpPr txBox="1">
              <a:spLocks noChangeArrowheads="1"/>
            </p:cNvSpPr>
            <p:nvPr/>
          </p:nvSpPr>
          <p:spPr bwMode="auto">
            <a:xfrm>
              <a:off x="3624138"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4</a:t>
              </a:r>
              <a:endParaRPr kumimoji="1" lang="en-US" altLang="zh-CN" sz="1100" b="1">
                <a:solidFill>
                  <a:srgbClr val="0000CC"/>
                </a:solidFill>
                <a:latin typeface="微软雅黑" pitchFamily="34" charset="-122"/>
                <a:ea typeface="微软雅黑" pitchFamily="34" charset="-122"/>
              </a:endParaRPr>
            </a:p>
          </p:txBody>
        </p:sp>
        <p:sp>
          <p:nvSpPr>
            <p:cNvPr id="91" name="Text Box 121"/>
            <p:cNvSpPr txBox="1">
              <a:spLocks noChangeArrowheads="1"/>
            </p:cNvSpPr>
            <p:nvPr/>
          </p:nvSpPr>
          <p:spPr bwMode="auto">
            <a:xfrm>
              <a:off x="2915141"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3</a:t>
              </a:r>
              <a:endParaRPr kumimoji="1" lang="en-US" altLang="zh-CN" sz="1100" b="1">
                <a:solidFill>
                  <a:srgbClr val="0000CC"/>
                </a:solidFill>
                <a:latin typeface="微软雅黑" pitchFamily="34" charset="-122"/>
                <a:ea typeface="微软雅黑" pitchFamily="34" charset="-122"/>
              </a:endParaRPr>
            </a:p>
          </p:txBody>
        </p:sp>
        <p:sp>
          <p:nvSpPr>
            <p:cNvPr id="92" name="Line 122"/>
            <p:cNvSpPr>
              <a:spLocks noChangeShapeType="1"/>
            </p:cNvSpPr>
            <p:nvPr/>
          </p:nvSpPr>
          <p:spPr bwMode="auto">
            <a:xfrm>
              <a:off x="3593690" y="2703417"/>
              <a:ext cx="1409293"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3" name="AutoShape 123"/>
            <p:cNvSpPr>
              <a:spLocks noChangeArrowheads="1"/>
            </p:cNvSpPr>
            <p:nvPr/>
          </p:nvSpPr>
          <p:spPr bwMode="auto">
            <a:xfrm>
              <a:off x="5001896" y="2496042"/>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Line 124"/>
            <p:cNvSpPr>
              <a:spLocks noChangeShapeType="1"/>
            </p:cNvSpPr>
            <p:nvPr/>
          </p:nvSpPr>
          <p:spPr bwMode="auto">
            <a:xfrm>
              <a:off x="5420552" y="2703417"/>
              <a:ext cx="1513685"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5" name="Text Box 125"/>
            <p:cNvSpPr txBox="1">
              <a:spLocks noChangeArrowheads="1"/>
            </p:cNvSpPr>
            <p:nvPr/>
          </p:nvSpPr>
          <p:spPr bwMode="auto">
            <a:xfrm>
              <a:off x="4742004"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5</a:t>
              </a:r>
              <a:endParaRPr kumimoji="1" lang="en-US" altLang="zh-CN" sz="1100" b="1">
                <a:solidFill>
                  <a:srgbClr val="0000CC"/>
                </a:solidFill>
                <a:latin typeface="微软雅黑" pitchFamily="34" charset="-122"/>
                <a:ea typeface="微软雅黑" pitchFamily="34" charset="-122"/>
              </a:endParaRPr>
            </a:p>
          </p:txBody>
        </p:sp>
        <p:sp>
          <p:nvSpPr>
            <p:cNvPr id="96" name="Line 126"/>
            <p:cNvSpPr>
              <a:spLocks noChangeShapeType="1"/>
            </p:cNvSpPr>
            <p:nvPr/>
          </p:nvSpPr>
          <p:spPr bwMode="auto">
            <a:xfrm>
              <a:off x="3645886" y="3698819"/>
              <a:ext cx="1304901"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7" name="Freeform 127"/>
            <p:cNvSpPr>
              <a:spLocks/>
            </p:cNvSpPr>
            <p:nvPr/>
          </p:nvSpPr>
          <p:spPr bwMode="auto">
            <a:xfrm flipH="1">
              <a:off x="5405328" y="3544151"/>
              <a:ext cx="233795" cy="154668"/>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8" name="Freeform 128"/>
            <p:cNvSpPr>
              <a:spLocks/>
            </p:cNvSpPr>
            <p:nvPr/>
          </p:nvSpPr>
          <p:spPr bwMode="auto">
            <a:xfrm flipH="1">
              <a:off x="3564330" y="3547607"/>
              <a:ext cx="290340"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9" name="Text Box 129"/>
            <p:cNvSpPr txBox="1">
              <a:spLocks noChangeArrowheads="1"/>
            </p:cNvSpPr>
            <p:nvPr/>
          </p:nvSpPr>
          <p:spPr bwMode="auto">
            <a:xfrm>
              <a:off x="4896444" y="2250313"/>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路由器 </a:t>
              </a:r>
              <a:r>
                <a:rPr kumimoji="1" lang="en-US" altLang="zh-CN" sz="1100" b="1">
                  <a:latin typeface="微软雅黑" pitchFamily="34" charset="-122"/>
                  <a:ea typeface="微软雅黑" pitchFamily="34" charset="-122"/>
                </a:rPr>
                <a:t>R</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106" name="Text Box 148"/>
            <p:cNvSpPr txBox="1">
              <a:spLocks noChangeArrowheads="1"/>
            </p:cNvSpPr>
            <p:nvPr/>
          </p:nvSpPr>
          <p:spPr bwMode="auto">
            <a:xfrm>
              <a:off x="5956374"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sp>
          <p:nvSpPr>
            <p:cNvPr id="107" name="Text Box 149"/>
            <p:cNvSpPr txBox="1">
              <a:spLocks noChangeArrowheads="1"/>
            </p:cNvSpPr>
            <p:nvPr/>
          </p:nvSpPr>
          <p:spPr bwMode="auto">
            <a:xfrm>
              <a:off x="3973658"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177" name="Group 224"/>
            <p:cNvGrpSpPr>
              <a:grpSpLocks/>
            </p:cNvGrpSpPr>
            <p:nvPr/>
          </p:nvGrpSpPr>
          <p:grpSpPr bwMode="auto">
            <a:xfrm>
              <a:off x="2132745" y="2423009"/>
              <a:ext cx="959442" cy="261275"/>
              <a:chOff x="870" y="693"/>
              <a:chExt cx="761" cy="306"/>
            </a:xfrm>
            <a:solidFill>
              <a:srgbClr val="66FF99"/>
            </a:solidFill>
          </p:grpSpPr>
          <p:sp>
            <p:nvSpPr>
              <p:cNvPr id="178"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9"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0"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1"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2"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3" name="Group 224"/>
            <p:cNvGrpSpPr>
              <a:grpSpLocks/>
            </p:cNvGrpSpPr>
            <p:nvPr/>
          </p:nvGrpSpPr>
          <p:grpSpPr bwMode="auto">
            <a:xfrm>
              <a:off x="3876651" y="2423009"/>
              <a:ext cx="959442" cy="261275"/>
              <a:chOff x="870" y="693"/>
              <a:chExt cx="761" cy="306"/>
            </a:xfrm>
            <a:solidFill>
              <a:srgbClr val="66FF99"/>
            </a:solidFill>
          </p:grpSpPr>
          <p:sp>
            <p:nvSpPr>
              <p:cNvPr id="184"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85"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6"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7"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9" name="Group 224"/>
            <p:cNvGrpSpPr>
              <a:grpSpLocks/>
            </p:cNvGrpSpPr>
            <p:nvPr/>
          </p:nvGrpSpPr>
          <p:grpSpPr bwMode="auto">
            <a:xfrm>
              <a:off x="5731087" y="2423009"/>
              <a:ext cx="959442" cy="261275"/>
              <a:chOff x="870" y="693"/>
              <a:chExt cx="761" cy="306"/>
            </a:xfrm>
            <a:solidFill>
              <a:srgbClr val="66FF99"/>
            </a:solidFill>
          </p:grpSpPr>
          <p:sp>
            <p:nvSpPr>
              <p:cNvPr id="190"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91"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92"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93"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95" name="组合 103"/>
            <p:cNvGrpSpPr>
              <a:grpSpLocks/>
            </p:cNvGrpSpPr>
            <p:nvPr/>
          </p:nvGrpSpPr>
          <p:grpSpPr bwMode="auto">
            <a:xfrm>
              <a:off x="1682148" y="3763461"/>
              <a:ext cx="1125387" cy="216189"/>
              <a:chOff x="179512" y="3575494"/>
              <a:chExt cx="2341732" cy="386906"/>
            </a:xfrm>
            <a:solidFill>
              <a:srgbClr val="00FFFF"/>
            </a:solidFill>
          </p:grpSpPr>
          <p:grpSp>
            <p:nvGrpSpPr>
              <p:cNvPr id="196" name="Group 204"/>
              <p:cNvGrpSpPr>
                <a:grpSpLocks/>
              </p:cNvGrpSpPr>
              <p:nvPr/>
            </p:nvGrpSpPr>
            <p:grpSpPr bwMode="auto">
              <a:xfrm>
                <a:off x="179512" y="3581400"/>
                <a:ext cx="2341732" cy="381000"/>
                <a:chOff x="480" y="3120"/>
                <a:chExt cx="1212" cy="240"/>
              </a:xfrm>
              <a:grpFill/>
            </p:grpSpPr>
            <p:sp>
              <p:nvSpPr>
                <p:cNvPr id="200"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1"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197"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1</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3</a:t>
                </a:r>
              </a:p>
            </p:txBody>
          </p:sp>
          <p:sp>
            <p:nvSpPr>
              <p:cNvPr id="198"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199"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2" name="组合 103"/>
            <p:cNvGrpSpPr>
              <a:grpSpLocks/>
            </p:cNvGrpSpPr>
            <p:nvPr/>
          </p:nvGrpSpPr>
          <p:grpSpPr bwMode="auto">
            <a:xfrm>
              <a:off x="3709500" y="3763461"/>
              <a:ext cx="1125387" cy="216189"/>
              <a:chOff x="179512" y="3575494"/>
              <a:chExt cx="2341732" cy="386906"/>
            </a:xfrm>
            <a:solidFill>
              <a:srgbClr val="00FFFF"/>
            </a:solidFill>
          </p:grpSpPr>
          <p:grpSp>
            <p:nvGrpSpPr>
              <p:cNvPr id="203" name="Group 204"/>
              <p:cNvGrpSpPr>
                <a:grpSpLocks/>
              </p:cNvGrpSpPr>
              <p:nvPr/>
            </p:nvGrpSpPr>
            <p:grpSpPr bwMode="auto">
              <a:xfrm>
                <a:off x="179512" y="3581400"/>
                <a:ext cx="2341732" cy="381000"/>
                <a:chOff x="480" y="3120"/>
                <a:chExt cx="1212" cy="240"/>
              </a:xfrm>
              <a:grpFill/>
            </p:grpSpPr>
            <p:sp>
              <p:nvSpPr>
                <p:cNvPr id="207"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8"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04"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4</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5</a:t>
                </a:r>
              </a:p>
            </p:txBody>
          </p:sp>
          <p:sp>
            <p:nvSpPr>
              <p:cNvPr id="205"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6"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9" name="组合 103"/>
            <p:cNvGrpSpPr>
              <a:grpSpLocks/>
            </p:cNvGrpSpPr>
            <p:nvPr/>
          </p:nvGrpSpPr>
          <p:grpSpPr bwMode="auto">
            <a:xfrm>
              <a:off x="5735977" y="3763461"/>
              <a:ext cx="1125387" cy="216189"/>
              <a:chOff x="179512" y="3575494"/>
              <a:chExt cx="2341732" cy="386906"/>
            </a:xfrm>
            <a:solidFill>
              <a:srgbClr val="00FFFF"/>
            </a:solidFill>
          </p:grpSpPr>
          <p:grpSp>
            <p:nvGrpSpPr>
              <p:cNvPr id="210" name="Group 204"/>
              <p:cNvGrpSpPr>
                <a:grpSpLocks/>
              </p:cNvGrpSpPr>
              <p:nvPr/>
            </p:nvGrpSpPr>
            <p:grpSpPr bwMode="auto">
              <a:xfrm>
                <a:off x="179512" y="3581400"/>
                <a:ext cx="2341732" cy="381000"/>
                <a:chOff x="480" y="3120"/>
                <a:chExt cx="1212" cy="240"/>
              </a:xfrm>
              <a:grpFill/>
            </p:grpSpPr>
            <p:sp>
              <p:nvSpPr>
                <p:cNvPr id="214"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15"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11"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6</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2</a:t>
                </a:r>
              </a:p>
            </p:txBody>
          </p:sp>
          <p:sp>
            <p:nvSpPr>
              <p:cNvPr id="212"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3"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2629163" y="1918996"/>
              <a:ext cx="835137" cy="261610"/>
              <a:chOff x="2629163" y="1918996"/>
              <a:chExt cx="835137" cy="261610"/>
            </a:xfrm>
          </p:grpSpPr>
          <p:sp>
            <p:nvSpPr>
              <p:cNvPr id="108" name="AutoShape 150"/>
              <p:cNvSpPr>
                <a:spLocks noChangeArrowheads="1"/>
              </p:cNvSpPr>
              <p:nvPr/>
            </p:nvSpPr>
            <p:spPr bwMode="auto">
              <a:xfrm flipV="1">
                <a:off x="2629163" y="1942246"/>
                <a:ext cx="835137" cy="205647"/>
              </a:xfrm>
              <a:prstGeom prst="wedgeRoundRectCallout">
                <a:avLst>
                  <a:gd name="adj1" fmla="val -75782"/>
                  <a:gd name="adj2" fmla="val -203782"/>
                  <a:gd name="adj3" fmla="val 16667"/>
                </a:avLst>
              </a:prstGeom>
              <a:solidFill>
                <a:srgbClr val="FFC000"/>
              </a:solidFill>
              <a:ln w="9525">
                <a:solidFill>
                  <a:schemeClr val="tx1"/>
                </a:solidFill>
                <a:miter lim="800000"/>
                <a:headEnd/>
                <a:tailEnd/>
              </a:ln>
              <a:effectLst/>
            </p:spPr>
            <p:txBody>
              <a:bodyPr rot="10800000"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9" name="Text Box 151"/>
              <p:cNvSpPr txBox="1">
                <a:spLocks noChangeArrowheads="1"/>
              </p:cNvSpPr>
              <p:nvPr/>
            </p:nvSpPr>
            <p:spPr bwMode="auto">
              <a:xfrm>
                <a:off x="2655261" y="1918996"/>
                <a:ext cx="79060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数据报</a:t>
                </a:r>
              </a:p>
            </p:txBody>
          </p:sp>
        </p:grpSp>
      </p:grpSp>
      <p:sp>
        <p:nvSpPr>
          <p:cNvPr id="160" name="Line 161"/>
          <p:cNvSpPr>
            <a:spLocks noChangeShapeType="1"/>
          </p:cNvSpPr>
          <p:nvPr/>
        </p:nvSpPr>
        <p:spPr bwMode="auto">
          <a:xfrm>
            <a:off x="1861661" y="2665434"/>
            <a:ext cx="1585771"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76" name="Line 165"/>
          <p:cNvSpPr>
            <a:spLocks noChangeShapeType="1"/>
          </p:cNvSpPr>
          <p:nvPr/>
        </p:nvSpPr>
        <p:spPr bwMode="auto">
          <a:xfrm>
            <a:off x="3565904" y="2665434"/>
            <a:ext cx="1670874"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16" name="Line 170"/>
          <p:cNvSpPr>
            <a:spLocks noChangeShapeType="1"/>
          </p:cNvSpPr>
          <p:nvPr/>
        </p:nvSpPr>
        <p:spPr bwMode="auto">
          <a:xfrm>
            <a:off x="5324876" y="2665434"/>
            <a:ext cx="1823756"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 name="矩形 4"/>
          <p:cNvSpPr/>
          <p:nvPr/>
        </p:nvSpPr>
        <p:spPr>
          <a:xfrm>
            <a:off x="4424727" y="1816579"/>
            <a:ext cx="1642294" cy="461665"/>
          </a:xfrm>
          <a:prstGeom prst="rect">
            <a:avLst/>
          </a:prstGeom>
          <a:solidFill>
            <a:srgbClr val="FF99FF"/>
          </a:solidFill>
        </p:spPr>
        <p:txBody>
          <a:bodyPr wrap="square">
            <a:spAutoFit/>
          </a:bodyPr>
          <a:lstStyle/>
          <a:p>
            <a:r>
              <a:rPr lang="zh-CN" altLang="en-US" sz="1200" b="1" dirty="0">
                <a:latin typeface="微软雅黑" panose="020B0503020204020204" pitchFamily="34" charset="-122"/>
                <a:ea typeface="微软雅黑" panose="020B0503020204020204" pitchFamily="34" charset="-122"/>
              </a:rPr>
              <a:t>路由器只根据</a:t>
            </a:r>
            <a:r>
              <a:rPr lang="zh-CN" altLang="en-US" sz="1200" b="1" dirty="0">
                <a:solidFill>
                  <a:srgbClr val="C00000"/>
                </a:solidFill>
                <a:latin typeface="微软雅黑" panose="020B0503020204020204" pitchFamily="34" charset="-122"/>
                <a:ea typeface="微软雅黑" panose="020B0503020204020204" pitchFamily="34" charset="-122"/>
              </a:rPr>
              <a:t>目的站的 </a:t>
            </a:r>
            <a:r>
              <a:rPr lang="en-US" altLang="zh-CN" sz="1200" b="1" dirty="0">
                <a:solidFill>
                  <a:srgbClr val="C00000"/>
                </a:solidFill>
                <a:latin typeface="微软雅黑" panose="020B0503020204020204" pitchFamily="34" charset="-122"/>
                <a:ea typeface="微软雅黑" panose="020B0503020204020204" pitchFamily="34" charset="-122"/>
              </a:rPr>
              <a:t>IP </a:t>
            </a:r>
            <a:r>
              <a:rPr lang="zh-CN" altLang="en-US" sz="1200" b="1" dirty="0">
                <a:solidFill>
                  <a:srgbClr val="C00000"/>
                </a:solidFill>
                <a:latin typeface="微软雅黑" panose="020B0503020204020204" pitchFamily="34" charset="-122"/>
                <a:ea typeface="微软雅黑" panose="020B0503020204020204" pitchFamily="34" charset="-122"/>
              </a:rPr>
              <a:t>地址</a:t>
            </a:r>
            <a:r>
              <a:rPr lang="zh-CN" altLang="en-US" sz="1200" b="1" dirty="0">
                <a:latin typeface="微软雅黑" panose="020B0503020204020204" pitchFamily="34" charset="-122"/>
                <a:ea typeface="微软雅黑" panose="020B0503020204020204" pitchFamily="34" charset="-122"/>
              </a:rPr>
              <a:t>进行转发。</a:t>
            </a:r>
          </a:p>
        </p:txBody>
      </p:sp>
      <p:sp>
        <p:nvSpPr>
          <p:cNvPr id="217" name="矩形 216"/>
          <p:cNvSpPr/>
          <p:nvPr/>
        </p:nvSpPr>
        <p:spPr>
          <a:xfrm>
            <a:off x="2662683" y="4250411"/>
            <a:ext cx="3639530" cy="338554"/>
          </a:xfrm>
          <a:prstGeom prst="rect">
            <a:avLst/>
          </a:prstGeom>
          <a:solidFill>
            <a:srgbClr val="FFC000"/>
          </a:solidFill>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注意：数据报中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地址是否有变化？</a:t>
            </a:r>
          </a:p>
        </p:txBody>
      </p:sp>
    </p:spTree>
    <p:custDataLst>
      <p:tags r:id="rId1"/>
    </p:custDataLst>
    <p:extLst>
      <p:ext uri="{BB962C8B-B14F-4D97-AF65-F5344CB8AC3E}">
        <p14:creationId xmlns:p14="http://schemas.microsoft.com/office/powerpoint/2010/main" val="2050909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217"/>
                                        </p:tgtEl>
                                        <p:attrNameLst>
                                          <p:attrName>style.visibility</p:attrName>
                                        </p:attrNameLst>
                                      </p:cBhvr>
                                      <p:to>
                                        <p:strVal val="visible"/>
                                      </p:to>
                                    </p:set>
                                    <p:animEffect transition="in" filter="fade">
                                      <p:cBhvr>
                                        <p:cTn id="11" dur="1000"/>
                                        <p:tgtEl>
                                          <p:spTgt spid="217"/>
                                        </p:tgtEl>
                                      </p:cBhvr>
                                    </p:animEffect>
                                  </p:childTnLst>
                                </p:cTn>
                              </p:par>
                              <p:par>
                                <p:cTn id="12" presetID="22" presetClass="entr" presetSubtype="8" fill="hold" grpId="0" nodeType="withEffect">
                                  <p:stCondLst>
                                    <p:cond delay="0"/>
                                  </p:stCondLst>
                                  <p:childTnLst>
                                    <p:set>
                                      <p:cBhvr>
                                        <p:cTn id="13" dur="1" fill="hold">
                                          <p:stCondLst>
                                            <p:cond delay="0"/>
                                          </p:stCondLst>
                                        </p:cTn>
                                        <p:tgtEl>
                                          <p:spTgt spid="160"/>
                                        </p:tgtEl>
                                        <p:attrNameLst>
                                          <p:attrName>style.visibility</p:attrName>
                                        </p:attrNameLst>
                                      </p:cBhvr>
                                      <p:to>
                                        <p:strVal val="visible"/>
                                      </p:to>
                                    </p:set>
                                    <p:animEffect transition="in" filter="wipe(left)">
                                      <p:cBhvr>
                                        <p:cTn id="14" dur="1000"/>
                                        <p:tgtEl>
                                          <p:spTgt spid="160"/>
                                        </p:tgtEl>
                                      </p:cBhvr>
                                    </p:animEffect>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176"/>
                                        </p:tgtEl>
                                        <p:attrNameLst>
                                          <p:attrName>style.visibility</p:attrName>
                                        </p:attrNameLst>
                                      </p:cBhvr>
                                      <p:to>
                                        <p:strVal val="visible"/>
                                      </p:to>
                                    </p:set>
                                    <p:animEffect transition="in" filter="wipe(left)">
                                      <p:cBhvr>
                                        <p:cTn id="18" dur="1000"/>
                                        <p:tgtEl>
                                          <p:spTgt spid="176"/>
                                        </p:tgtEl>
                                      </p:cBhvr>
                                    </p:animEffect>
                                  </p:childTnLst>
                                </p:cTn>
                              </p:par>
                            </p:childTnLst>
                          </p:cTn>
                        </p:par>
                        <p:par>
                          <p:cTn id="19" fill="hold">
                            <p:stCondLst>
                              <p:cond delay="2000"/>
                            </p:stCondLst>
                            <p:childTnLst>
                              <p:par>
                                <p:cTn id="20" presetID="22" presetClass="entr" presetSubtype="8" fill="hold" grpId="0" nodeType="afterEffect">
                                  <p:stCondLst>
                                    <p:cond delay="0"/>
                                  </p:stCondLst>
                                  <p:childTnLst>
                                    <p:set>
                                      <p:cBhvr>
                                        <p:cTn id="21" dur="1" fill="hold">
                                          <p:stCondLst>
                                            <p:cond delay="0"/>
                                          </p:stCondLst>
                                        </p:cTn>
                                        <p:tgtEl>
                                          <p:spTgt spid="216"/>
                                        </p:tgtEl>
                                        <p:attrNameLst>
                                          <p:attrName>style.visibility</p:attrName>
                                        </p:attrNameLst>
                                      </p:cBhvr>
                                      <p:to>
                                        <p:strVal val="visible"/>
                                      </p:to>
                                    </p:set>
                                    <p:animEffect transition="in" filter="wipe(left)">
                                      <p:cBhvr>
                                        <p:cTn id="22" dur="1000"/>
                                        <p:tgtEl>
                                          <p:spTgt spid="21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repeatCount="300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60" grpId="0" animBg="1"/>
      <p:bldP spid="176" grpId="0" animBg="1"/>
      <p:bldP spid="216" grpId="0" animBg="1"/>
      <p:bldP spid="5" grpId="0" animBg="1"/>
      <p:bldP spid="217"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 name="圆角矩形 174"/>
          <p:cNvSpPr/>
          <p:nvPr/>
        </p:nvSpPr>
        <p:spPr>
          <a:xfrm>
            <a:off x="545144" y="620973"/>
            <a:ext cx="8053712" cy="37407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6" name="Text Box 158"/>
          <p:cNvSpPr txBox="1">
            <a:spLocks noChangeArrowheads="1"/>
          </p:cNvSpPr>
          <p:nvPr/>
        </p:nvSpPr>
        <p:spPr bwMode="auto">
          <a:xfrm>
            <a:off x="2624511" y="728414"/>
            <a:ext cx="3884268" cy="338554"/>
          </a:xfrm>
          <a:prstGeom prst="rect">
            <a:avLst/>
          </a:prstGeom>
          <a:solidFill>
            <a:srgbClr val="0000CC"/>
          </a:solidFill>
          <a:ln w="9525">
            <a:solidFill>
              <a:schemeClr val="tx1"/>
            </a:solid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在局域网的链路层，只能看见 </a:t>
            </a:r>
            <a:r>
              <a:rPr lang="en-US" altLang="zh-CN" sz="1600" b="1" dirty="0">
                <a:solidFill>
                  <a:schemeClr val="bg1"/>
                </a:solidFill>
                <a:latin typeface="微软雅黑" pitchFamily="34" charset="-122"/>
                <a:ea typeface="微软雅黑" pitchFamily="34" charset="-122"/>
              </a:rPr>
              <a:t>MAC </a:t>
            </a:r>
            <a:r>
              <a:rPr lang="zh-CN" altLang="en-US" sz="1600" b="1" dirty="0">
                <a:solidFill>
                  <a:schemeClr val="bg1"/>
                </a:solidFill>
                <a:latin typeface="微软雅黑" pitchFamily="34" charset="-122"/>
                <a:ea typeface="微软雅黑" pitchFamily="34" charset="-122"/>
              </a:rPr>
              <a:t>帧。</a:t>
            </a:r>
          </a:p>
        </p:txBody>
      </p:sp>
      <p:grpSp>
        <p:nvGrpSpPr>
          <p:cNvPr id="4" name="组合 3"/>
          <p:cNvGrpSpPr/>
          <p:nvPr/>
        </p:nvGrpSpPr>
        <p:grpSpPr>
          <a:xfrm>
            <a:off x="1414301" y="755888"/>
            <a:ext cx="6169421" cy="954900"/>
            <a:chOff x="1414301" y="755888"/>
            <a:chExt cx="6169421" cy="954900"/>
          </a:xfrm>
        </p:grpSpPr>
        <p:sp>
          <p:nvSpPr>
            <p:cNvPr id="146" name="Freeform 2"/>
            <p:cNvSpPr>
              <a:spLocks/>
            </p:cNvSpPr>
            <p:nvPr/>
          </p:nvSpPr>
          <p:spPr bwMode="auto">
            <a:xfrm>
              <a:off x="3120664" y="1412506"/>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Freeform 3"/>
            <p:cNvSpPr>
              <a:spLocks/>
            </p:cNvSpPr>
            <p:nvPr/>
          </p:nvSpPr>
          <p:spPr bwMode="auto">
            <a:xfrm>
              <a:off x="5000809" y="1412506"/>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4"/>
            <p:cNvSpPr>
              <a:spLocks noChangeShapeType="1"/>
            </p:cNvSpPr>
            <p:nvPr/>
          </p:nvSpPr>
          <p:spPr bwMode="auto">
            <a:xfrm rot="16200000">
              <a:off x="7110950"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Line 5"/>
            <p:cNvSpPr>
              <a:spLocks noChangeShapeType="1"/>
            </p:cNvSpPr>
            <p:nvPr/>
          </p:nvSpPr>
          <p:spPr bwMode="auto">
            <a:xfrm rot="16200000">
              <a:off x="1525973" y="1556581"/>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0" name="Line 6"/>
            <p:cNvSpPr>
              <a:spLocks noChangeShapeType="1"/>
            </p:cNvSpPr>
            <p:nvPr/>
          </p:nvSpPr>
          <p:spPr bwMode="auto">
            <a:xfrm>
              <a:off x="1509111" y="1702831"/>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1" name="Line 11"/>
            <p:cNvSpPr>
              <a:spLocks noChangeShapeType="1"/>
            </p:cNvSpPr>
            <p:nvPr/>
          </p:nvSpPr>
          <p:spPr bwMode="auto">
            <a:xfrm>
              <a:off x="5484709" y="1702831"/>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2" name="Text Box 13"/>
            <p:cNvSpPr txBox="1">
              <a:spLocks noChangeArrowheads="1"/>
            </p:cNvSpPr>
            <p:nvPr/>
          </p:nvSpPr>
          <p:spPr bwMode="auto">
            <a:xfrm>
              <a:off x="1414301"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153" name="Text Box 14"/>
            <p:cNvSpPr txBox="1">
              <a:spLocks noChangeArrowheads="1"/>
            </p:cNvSpPr>
            <p:nvPr/>
          </p:nvSpPr>
          <p:spPr bwMode="auto">
            <a:xfrm>
              <a:off x="6902125" y="755888"/>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154" name="Line 15"/>
            <p:cNvSpPr>
              <a:spLocks noChangeShapeType="1"/>
            </p:cNvSpPr>
            <p:nvPr/>
          </p:nvSpPr>
          <p:spPr bwMode="auto">
            <a:xfrm>
              <a:off x="3604564" y="1702831"/>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5" name="Freeform 16"/>
            <p:cNvSpPr>
              <a:spLocks/>
            </p:cNvSpPr>
            <p:nvPr/>
          </p:nvSpPr>
          <p:spPr bwMode="auto">
            <a:xfrm flipH="1">
              <a:off x="5484709" y="1412506"/>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6" name="Freeform 17"/>
            <p:cNvSpPr>
              <a:spLocks/>
            </p:cNvSpPr>
            <p:nvPr/>
          </p:nvSpPr>
          <p:spPr bwMode="auto">
            <a:xfrm flipH="1">
              <a:off x="3648060" y="1412506"/>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7" name="Text Box 18"/>
            <p:cNvSpPr txBox="1">
              <a:spLocks noChangeArrowheads="1"/>
            </p:cNvSpPr>
            <p:nvPr/>
          </p:nvSpPr>
          <p:spPr bwMode="auto">
            <a:xfrm>
              <a:off x="3092658" y="1053174"/>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158" name="Picture 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54092" y="1274256"/>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9"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83734" y="1262159"/>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1" name="Text Box 25"/>
            <p:cNvSpPr txBox="1">
              <a:spLocks noChangeArrowheads="1"/>
            </p:cNvSpPr>
            <p:nvPr/>
          </p:nvSpPr>
          <p:spPr bwMode="auto">
            <a:xfrm>
              <a:off x="4963812" y="105662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sp>
          <p:nvSpPr>
            <p:cNvPr id="162" name="Text Box 29"/>
            <p:cNvSpPr txBox="1">
              <a:spLocks noChangeArrowheads="1"/>
            </p:cNvSpPr>
            <p:nvPr/>
          </p:nvSpPr>
          <p:spPr bwMode="auto">
            <a:xfrm>
              <a:off x="2139132"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3" name="Text Box 30"/>
            <p:cNvSpPr txBox="1">
              <a:spLocks noChangeArrowheads="1"/>
            </p:cNvSpPr>
            <p:nvPr/>
          </p:nvSpPr>
          <p:spPr bwMode="auto">
            <a:xfrm>
              <a:off x="4117311"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4" name="Text Box 31"/>
            <p:cNvSpPr txBox="1">
              <a:spLocks noChangeArrowheads="1"/>
            </p:cNvSpPr>
            <p:nvPr/>
          </p:nvSpPr>
          <p:spPr bwMode="auto">
            <a:xfrm>
              <a:off x="6137566" y="1433789"/>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局域网</a:t>
              </a:r>
              <a:endParaRPr kumimoji="1" lang="zh-CN" altLang="en-US" sz="1200" b="1" baseline="-25000" dirty="0">
                <a:latin typeface="微软雅黑" pitchFamily="34" charset="-122"/>
                <a:ea typeface="微软雅黑" pitchFamily="34" charset="-122"/>
              </a:endParaRPr>
            </a:p>
          </p:txBody>
        </p:sp>
        <p:sp>
          <p:nvSpPr>
            <p:cNvPr id="165" name="Text Box 7"/>
            <p:cNvSpPr txBox="1">
              <a:spLocks noChangeArrowheads="1"/>
            </p:cNvSpPr>
            <p:nvPr/>
          </p:nvSpPr>
          <p:spPr bwMode="auto">
            <a:xfrm>
              <a:off x="1629867" y="1422876"/>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1</a:t>
              </a:r>
              <a:endParaRPr kumimoji="1" lang="en-US" altLang="zh-CN" sz="1100" b="1" dirty="0">
                <a:solidFill>
                  <a:srgbClr val="0000CC"/>
                </a:solidFill>
                <a:latin typeface="微软雅黑" pitchFamily="34" charset="-122"/>
                <a:ea typeface="微软雅黑" pitchFamily="34" charset="-122"/>
              </a:endParaRPr>
            </a:p>
          </p:txBody>
        </p:sp>
        <p:sp>
          <p:nvSpPr>
            <p:cNvPr id="166" name="Text Box 8"/>
            <p:cNvSpPr txBox="1">
              <a:spLocks noChangeArrowheads="1"/>
            </p:cNvSpPr>
            <p:nvPr/>
          </p:nvSpPr>
          <p:spPr bwMode="auto">
            <a:xfrm>
              <a:off x="457024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167" name="Text Box 9"/>
            <p:cNvSpPr txBox="1">
              <a:spLocks noChangeArrowheads="1"/>
            </p:cNvSpPr>
            <p:nvPr/>
          </p:nvSpPr>
          <p:spPr bwMode="auto">
            <a:xfrm>
              <a:off x="3702485"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168" name="Text Box 10"/>
            <p:cNvSpPr txBox="1">
              <a:spLocks noChangeArrowheads="1"/>
            </p:cNvSpPr>
            <p:nvPr/>
          </p:nvSpPr>
          <p:spPr bwMode="auto">
            <a:xfrm>
              <a:off x="2612466"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169" name="Text Box 12"/>
            <p:cNvSpPr txBox="1">
              <a:spLocks noChangeArrowheads="1"/>
            </p:cNvSpPr>
            <p:nvPr/>
          </p:nvSpPr>
          <p:spPr bwMode="auto">
            <a:xfrm>
              <a:off x="558263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170" name="Text Box 26"/>
            <p:cNvSpPr txBox="1">
              <a:spLocks noChangeArrowheads="1"/>
            </p:cNvSpPr>
            <p:nvPr/>
          </p:nvSpPr>
          <p:spPr bwMode="auto">
            <a:xfrm>
              <a:off x="6812500" y="14228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2</a:t>
              </a:r>
              <a:endParaRPr kumimoji="1" lang="en-US" altLang="zh-CN" sz="1100" b="1" dirty="0">
                <a:solidFill>
                  <a:srgbClr val="0000CC"/>
                </a:solidFill>
                <a:latin typeface="微软雅黑" pitchFamily="34" charset="-122"/>
                <a:ea typeface="微软雅黑" pitchFamily="34" charset="-122"/>
              </a:endParaRPr>
            </a:p>
          </p:txBody>
        </p:sp>
        <p:pic>
          <p:nvPicPr>
            <p:cNvPr id="171"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44263"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2" name="Text Box 27"/>
            <p:cNvSpPr txBox="1">
              <a:spLocks noChangeArrowheads="1"/>
            </p:cNvSpPr>
            <p:nvPr/>
          </p:nvSpPr>
          <p:spPr bwMode="auto">
            <a:xfrm>
              <a:off x="1505520" y="1052103"/>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1</a:t>
              </a:r>
              <a:endParaRPr kumimoji="1" lang="en-US" altLang="zh-CN" sz="1200" b="1" dirty="0">
                <a:solidFill>
                  <a:schemeClr val="bg1"/>
                </a:solidFill>
                <a:latin typeface="微软雅黑" pitchFamily="34" charset="-122"/>
                <a:ea typeface="微软雅黑" pitchFamily="34" charset="-122"/>
              </a:endParaRPr>
            </a:p>
          </p:txBody>
        </p:sp>
        <p:pic>
          <p:nvPicPr>
            <p:cNvPr id="173"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020272" y="996212"/>
              <a:ext cx="472829" cy="472829"/>
            </a:xfrm>
            <a:prstGeom prst="rect">
              <a:avLst/>
            </a:prstGeom>
            <a:noFill/>
            <a:extLst>
              <a:ext uri="{909E8E84-426E-40DD-AFC4-6F175D3DCCD1}">
                <a14:hiddenFill xmlns:a14="http://schemas.microsoft.com/office/drawing/2010/main">
                  <a:solidFill>
                    <a:srgbClr val="FFFFFF"/>
                  </a:solidFill>
                </a14:hiddenFill>
              </a:ext>
            </a:extLst>
          </p:spPr>
        </p:pic>
        <p:sp>
          <p:nvSpPr>
            <p:cNvPr id="174" name="Text Box 28"/>
            <p:cNvSpPr txBox="1">
              <a:spLocks noChangeArrowheads="1"/>
            </p:cNvSpPr>
            <p:nvPr/>
          </p:nvSpPr>
          <p:spPr bwMode="auto">
            <a:xfrm>
              <a:off x="7062859" y="1050777"/>
              <a:ext cx="3994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chemeClr val="bg1"/>
                  </a:solidFill>
                  <a:latin typeface="微软雅黑" pitchFamily="34" charset="-122"/>
                  <a:ea typeface="微软雅黑" pitchFamily="34" charset="-122"/>
                </a:rPr>
                <a:t>IP</a:t>
              </a:r>
              <a:r>
                <a:rPr kumimoji="1" lang="en-US" altLang="zh-CN" sz="1200" b="1" baseline="-25000" dirty="0">
                  <a:solidFill>
                    <a:schemeClr val="bg1"/>
                  </a:solidFill>
                  <a:latin typeface="微软雅黑" pitchFamily="34" charset="-122"/>
                  <a:ea typeface="微软雅黑" pitchFamily="34" charset="-122"/>
                </a:rPr>
                <a:t>2</a:t>
              </a:r>
              <a:endParaRPr kumimoji="1" lang="en-US" altLang="zh-CN" sz="1200" b="1" dirty="0">
                <a:solidFill>
                  <a:schemeClr val="bg1"/>
                </a:solidFill>
                <a:latin typeface="微软雅黑" pitchFamily="34" charset="-122"/>
                <a:ea typeface="微软雅黑" pitchFamily="34" charset="-122"/>
              </a:endParaRPr>
            </a:p>
          </p:txBody>
        </p:sp>
      </p:grpSp>
      <p:grpSp>
        <p:nvGrpSpPr>
          <p:cNvPr id="3" name="组合 2"/>
          <p:cNvGrpSpPr/>
          <p:nvPr/>
        </p:nvGrpSpPr>
        <p:grpSpPr>
          <a:xfrm>
            <a:off x="1374271" y="1800136"/>
            <a:ext cx="6248302" cy="2427741"/>
            <a:chOff x="1374271" y="1800136"/>
            <a:chExt cx="6248302" cy="2427741"/>
          </a:xfrm>
        </p:grpSpPr>
        <p:sp>
          <p:nvSpPr>
            <p:cNvPr id="61" name="Freeform 77"/>
            <p:cNvSpPr>
              <a:spLocks/>
            </p:cNvSpPr>
            <p:nvPr/>
          </p:nvSpPr>
          <p:spPr bwMode="auto">
            <a:xfrm>
              <a:off x="2967337" y="3546743"/>
              <a:ext cx="270768"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2" name="Freeform 78"/>
            <p:cNvSpPr>
              <a:spLocks/>
            </p:cNvSpPr>
            <p:nvPr/>
          </p:nvSpPr>
          <p:spPr bwMode="auto">
            <a:xfrm>
              <a:off x="4740916" y="3545879"/>
              <a:ext cx="270767"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3" name="Line 79"/>
            <p:cNvSpPr>
              <a:spLocks noChangeShapeType="1"/>
            </p:cNvSpPr>
            <p:nvPr/>
          </p:nvSpPr>
          <p:spPr bwMode="auto">
            <a:xfrm rot="16200000">
              <a:off x="6944576"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4" name="Line 80"/>
            <p:cNvSpPr>
              <a:spLocks noChangeShapeType="1"/>
            </p:cNvSpPr>
            <p:nvPr/>
          </p:nvSpPr>
          <p:spPr bwMode="auto">
            <a:xfrm rot="16200000">
              <a:off x="1518361" y="3552568"/>
              <a:ext cx="290325" cy="2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5" name="AutoShape 81"/>
            <p:cNvSpPr>
              <a:spLocks noChangeArrowheads="1"/>
            </p:cNvSpPr>
            <p:nvPr/>
          </p:nvSpPr>
          <p:spPr bwMode="auto">
            <a:xfrm>
              <a:off x="1505848"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6" name="AutoShape 82"/>
            <p:cNvSpPr>
              <a:spLocks noChangeArrowheads="1"/>
            </p:cNvSpPr>
            <p:nvPr/>
          </p:nvSpPr>
          <p:spPr bwMode="auto">
            <a:xfrm>
              <a:off x="3176122" y="2578992"/>
              <a:ext cx="469764" cy="1036876"/>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7" name="AutoShape 83"/>
            <p:cNvSpPr>
              <a:spLocks noChangeArrowheads="1"/>
            </p:cNvSpPr>
            <p:nvPr/>
          </p:nvSpPr>
          <p:spPr bwMode="auto">
            <a:xfrm>
              <a:off x="6934237" y="2537517"/>
              <a:ext cx="469764" cy="1036876"/>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AutoShape 84"/>
            <p:cNvSpPr>
              <a:spLocks noChangeArrowheads="1"/>
            </p:cNvSpPr>
            <p:nvPr/>
          </p:nvSpPr>
          <p:spPr bwMode="auto">
            <a:xfrm>
              <a:off x="5001896" y="2703417"/>
              <a:ext cx="469764" cy="912451"/>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9" name="Group 85"/>
            <p:cNvGrpSpPr>
              <a:grpSpLocks/>
            </p:cNvGrpSpPr>
            <p:nvPr/>
          </p:nvGrpSpPr>
          <p:grpSpPr bwMode="auto">
            <a:xfrm>
              <a:off x="1374271" y="2055369"/>
              <a:ext cx="6248302" cy="1327202"/>
              <a:chOff x="96" y="1056"/>
              <a:chExt cx="5472" cy="1536"/>
            </a:xfrm>
            <a:solidFill>
              <a:srgbClr val="FFFF66"/>
            </a:solidFill>
          </p:grpSpPr>
          <p:sp>
            <p:nvSpPr>
              <p:cNvPr id="128" name="Oval 86"/>
              <p:cNvSpPr>
                <a:spLocks noChangeArrowheads="1"/>
              </p:cNvSpPr>
              <p:nvPr/>
            </p:nvSpPr>
            <p:spPr bwMode="auto">
              <a:xfrm>
                <a:off x="3662" y="1674"/>
                <a:ext cx="1906" cy="756"/>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29" name="Oval 87"/>
              <p:cNvSpPr>
                <a:spLocks noChangeArrowheads="1"/>
              </p:cNvSpPr>
              <p:nvPr/>
            </p:nvSpPr>
            <p:spPr bwMode="auto">
              <a:xfrm>
                <a:off x="96" y="1430"/>
                <a:ext cx="1870" cy="760"/>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0" name="Oval 88"/>
              <p:cNvSpPr>
                <a:spLocks noChangeArrowheads="1"/>
              </p:cNvSpPr>
              <p:nvPr/>
            </p:nvSpPr>
            <p:spPr bwMode="auto">
              <a:xfrm>
                <a:off x="3365" y="1163"/>
                <a:ext cx="1903"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1" name="Oval 89"/>
              <p:cNvSpPr>
                <a:spLocks noChangeArrowheads="1"/>
              </p:cNvSpPr>
              <p:nvPr/>
            </p:nvSpPr>
            <p:spPr bwMode="auto">
              <a:xfrm>
                <a:off x="2365" y="1821"/>
                <a:ext cx="1900" cy="77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2" name="Oval 90"/>
              <p:cNvSpPr>
                <a:spLocks noChangeArrowheads="1"/>
              </p:cNvSpPr>
              <p:nvPr/>
            </p:nvSpPr>
            <p:spPr bwMode="auto">
              <a:xfrm>
                <a:off x="729" y="1752"/>
                <a:ext cx="1900"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3" name="Oval 91"/>
              <p:cNvSpPr>
                <a:spLocks noChangeArrowheads="1"/>
              </p:cNvSpPr>
              <p:nvPr/>
            </p:nvSpPr>
            <p:spPr bwMode="auto">
              <a:xfrm>
                <a:off x="2197" y="1056"/>
                <a:ext cx="1870" cy="758"/>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4" name="Oval 92"/>
              <p:cNvSpPr>
                <a:spLocks noChangeArrowheads="1"/>
              </p:cNvSpPr>
              <p:nvPr/>
            </p:nvSpPr>
            <p:spPr bwMode="auto">
              <a:xfrm>
                <a:off x="996" y="1056"/>
                <a:ext cx="1867" cy="731"/>
              </a:xfrm>
              <a:prstGeom prst="ellipse">
                <a:avLst/>
              </a:prstGeom>
              <a:solidFill>
                <a:schemeClr val="bg1"/>
              </a:solidFill>
              <a:ln w="12700">
                <a:solidFill>
                  <a:srgbClr val="0000CC"/>
                </a:solidFill>
                <a:round/>
                <a:headEnd/>
                <a:tailEnd/>
              </a:ln>
            </p:spPr>
            <p:txBody>
              <a:bodyPr/>
              <a:lstStyle/>
              <a:p>
                <a:endParaRPr lang="zh-CN" altLang="en-US" sz="1200" b="1">
                  <a:solidFill>
                    <a:srgbClr val="0000CC"/>
                  </a:solidFill>
                  <a:latin typeface="微软雅黑" pitchFamily="34" charset="-122"/>
                  <a:ea typeface="微软雅黑" pitchFamily="34" charset="-122"/>
                </a:endParaRPr>
              </a:p>
            </p:txBody>
          </p:sp>
          <p:sp>
            <p:nvSpPr>
              <p:cNvPr id="135" name="Oval 93"/>
              <p:cNvSpPr>
                <a:spLocks noChangeArrowheads="1"/>
              </p:cNvSpPr>
              <p:nvPr/>
            </p:nvSpPr>
            <p:spPr bwMode="auto">
              <a:xfrm>
                <a:off x="597" y="1226"/>
                <a:ext cx="4536" cy="1060"/>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CC"/>
                  </a:solidFill>
                  <a:latin typeface="微软雅黑" pitchFamily="34" charset="-122"/>
                  <a:ea typeface="微软雅黑" pitchFamily="34" charset="-122"/>
                </a:endParaRPr>
              </a:p>
            </p:txBody>
          </p:sp>
        </p:grpSp>
        <p:sp>
          <p:nvSpPr>
            <p:cNvPr id="70" name="Line 94"/>
            <p:cNvSpPr>
              <a:spLocks noChangeShapeType="1"/>
            </p:cNvSpPr>
            <p:nvPr/>
          </p:nvSpPr>
          <p:spPr bwMode="auto">
            <a:xfrm>
              <a:off x="1453652" y="3698819"/>
              <a:ext cx="177466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1" name="Group 95"/>
            <p:cNvGrpSpPr>
              <a:grpSpLocks/>
            </p:cNvGrpSpPr>
            <p:nvPr/>
          </p:nvGrpSpPr>
          <p:grpSpPr bwMode="auto">
            <a:xfrm>
              <a:off x="1505848" y="2055369"/>
              <a:ext cx="469764" cy="788026"/>
              <a:chOff x="672" y="528"/>
              <a:chExt cx="432" cy="912"/>
            </a:xfrm>
          </p:grpSpPr>
          <p:sp>
            <p:nvSpPr>
              <p:cNvPr id="125" name="AutoShape 9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6" name="AutoShape 9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7" name="AutoShape 9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2" name="Text Box 99"/>
            <p:cNvSpPr txBox="1">
              <a:spLocks noChangeArrowheads="1"/>
            </p:cNvSpPr>
            <p:nvPr/>
          </p:nvSpPr>
          <p:spPr bwMode="auto">
            <a:xfrm>
              <a:off x="1530859" y="2604914"/>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1</a:t>
              </a:r>
              <a:endParaRPr kumimoji="1" lang="en-US" altLang="zh-CN" sz="1100" b="1">
                <a:latin typeface="微软雅黑" pitchFamily="34" charset="-122"/>
                <a:ea typeface="微软雅黑" pitchFamily="34" charset="-122"/>
              </a:endParaRPr>
            </a:p>
          </p:txBody>
        </p:sp>
        <p:sp>
          <p:nvSpPr>
            <p:cNvPr id="73" name="Text Box 100"/>
            <p:cNvSpPr txBox="1">
              <a:spLocks noChangeArrowheads="1"/>
            </p:cNvSpPr>
            <p:nvPr/>
          </p:nvSpPr>
          <p:spPr bwMode="auto">
            <a:xfrm>
              <a:off x="1428141" y="334117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74" name="Text Box 101"/>
            <p:cNvSpPr txBox="1">
              <a:spLocks noChangeArrowheads="1"/>
            </p:cNvSpPr>
            <p:nvPr/>
          </p:nvSpPr>
          <p:spPr bwMode="auto">
            <a:xfrm>
              <a:off x="4505146" y="3320437"/>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5</a:t>
              </a:r>
              <a:endParaRPr kumimoji="1" lang="en-US" altLang="zh-CN" sz="1100" b="1" dirty="0">
                <a:solidFill>
                  <a:srgbClr val="0000CC"/>
                </a:solidFill>
                <a:latin typeface="微软雅黑" pitchFamily="34" charset="-122"/>
                <a:ea typeface="微软雅黑" pitchFamily="34" charset="-122"/>
              </a:endParaRPr>
            </a:p>
          </p:txBody>
        </p:sp>
        <p:sp>
          <p:nvSpPr>
            <p:cNvPr id="75" name="Text Box 102"/>
            <p:cNvSpPr txBox="1">
              <a:spLocks noChangeArrowheads="1"/>
            </p:cNvSpPr>
            <p:nvPr/>
          </p:nvSpPr>
          <p:spPr bwMode="auto">
            <a:xfrm>
              <a:off x="3583222"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4</a:t>
              </a:r>
              <a:endParaRPr kumimoji="1" lang="en-US" altLang="zh-CN" sz="1100" b="1" dirty="0">
                <a:solidFill>
                  <a:srgbClr val="0000CC"/>
                </a:solidFill>
                <a:latin typeface="微软雅黑" pitchFamily="34" charset="-122"/>
                <a:ea typeface="微软雅黑" pitchFamily="34" charset="-122"/>
              </a:endParaRPr>
            </a:p>
          </p:txBody>
        </p:sp>
        <p:sp>
          <p:nvSpPr>
            <p:cNvPr id="76" name="Text Box 103"/>
            <p:cNvSpPr txBox="1">
              <a:spLocks noChangeArrowheads="1"/>
            </p:cNvSpPr>
            <p:nvPr/>
          </p:nvSpPr>
          <p:spPr bwMode="auto">
            <a:xfrm>
              <a:off x="2670598" y="3316982"/>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3</a:t>
              </a:r>
              <a:endParaRPr kumimoji="1" lang="en-US" altLang="zh-CN" sz="1100" b="1" dirty="0">
                <a:solidFill>
                  <a:srgbClr val="0000CC"/>
                </a:solidFill>
                <a:latin typeface="微软雅黑" pitchFamily="34" charset="-122"/>
                <a:ea typeface="微软雅黑" pitchFamily="34" charset="-122"/>
              </a:endParaRPr>
            </a:p>
          </p:txBody>
        </p:sp>
        <p:sp>
          <p:nvSpPr>
            <p:cNvPr id="77" name="Line 104"/>
            <p:cNvSpPr>
              <a:spLocks noChangeShapeType="1"/>
            </p:cNvSpPr>
            <p:nvPr/>
          </p:nvSpPr>
          <p:spPr bwMode="auto">
            <a:xfrm>
              <a:off x="1923416" y="2703417"/>
              <a:ext cx="1304901"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8" name="Line 105"/>
            <p:cNvSpPr>
              <a:spLocks noChangeShapeType="1"/>
            </p:cNvSpPr>
            <p:nvPr/>
          </p:nvSpPr>
          <p:spPr bwMode="auto">
            <a:xfrm>
              <a:off x="5420552" y="3698819"/>
              <a:ext cx="2035646"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Text Box 106"/>
            <p:cNvSpPr txBox="1">
              <a:spLocks noChangeArrowheads="1"/>
            </p:cNvSpPr>
            <p:nvPr/>
          </p:nvSpPr>
          <p:spPr bwMode="auto">
            <a:xfrm>
              <a:off x="5418783" y="331352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MAC</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0" name="Text Box 107"/>
            <p:cNvSpPr txBox="1">
              <a:spLocks noChangeArrowheads="1"/>
            </p:cNvSpPr>
            <p:nvPr/>
          </p:nvSpPr>
          <p:spPr bwMode="auto">
            <a:xfrm>
              <a:off x="6865082" y="3322165"/>
              <a:ext cx="58702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1" name="Text Box 108"/>
            <p:cNvSpPr txBox="1">
              <a:spLocks noChangeArrowheads="1"/>
            </p:cNvSpPr>
            <p:nvPr/>
          </p:nvSpPr>
          <p:spPr bwMode="auto">
            <a:xfrm>
              <a:off x="5391624" y="2756989"/>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itchFamily="34" charset="-122"/>
                  <a:ea typeface="微软雅黑" pitchFamily="34" charset="-122"/>
                </a:rPr>
                <a:t>IP</a:t>
              </a:r>
              <a:r>
                <a:rPr kumimoji="1" lang="en-US" altLang="zh-CN" sz="1100" b="1" baseline="-25000" dirty="0">
                  <a:solidFill>
                    <a:srgbClr val="0000CC"/>
                  </a:solidFill>
                  <a:latin typeface="微软雅黑" pitchFamily="34" charset="-122"/>
                  <a:ea typeface="微软雅黑" pitchFamily="34" charset="-122"/>
                </a:rPr>
                <a:t>6</a:t>
              </a:r>
              <a:endParaRPr kumimoji="1" lang="en-US" altLang="zh-CN" sz="1100" b="1" dirty="0">
                <a:solidFill>
                  <a:srgbClr val="0000CC"/>
                </a:solidFill>
                <a:latin typeface="微软雅黑" pitchFamily="34" charset="-122"/>
                <a:ea typeface="微软雅黑" pitchFamily="34" charset="-122"/>
              </a:endParaRPr>
            </a:p>
          </p:txBody>
        </p:sp>
        <p:sp>
          <p:nvSpPr>
            <p:cNvPr id="82" name="Text Box 109"/>
            <p:cNvSpPr txBox="1">
              <a:spLocks noChangeArrowheads="1"/>
            </p:cNvSpPr>
            <p:nvPr/>
          </p:nvSpPr>
          <p:spPr bwMode="auto">
            <a:xfrm>
              <a:off x="1423205" y="1813961"/>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3" name="Text Box 110"/>
            <p:cNvSpPr txBox="1">
              <a:spLocks noChangeArrowheads="1"/>
            </p:cNvSpPr>
            <p:nvPr/>
          </p:nvSpPr>
          <p:spPr bwMode="auto">
            <a:xfrm>
              <a:off x="6860648" y="1800136"/>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84" name="AutoShape 111"/>
            <p:cNvSpPr>
              <a:spLocks noChangeArrowheads="1"/>
            </p:cNvSpPr>
            <p:nvPr/>
          </p:nvSpPr>
          <p:spPr bwMode="auto">
            <a:xfrm>
              <a:off x="3176122" y="2511595"/>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Text Box 112"/>
            <p:cNvSpPr txBox="1">
              <a:spLocks noChangeArrowheads="1"/>
            </p:cNvSpPr>
            <p:nvPr/>
          </p:nvSpPr>
          <p:spPr bwMode="auto">
            <a:xfrm>
              <a:off x="3114166" y="2264139"/>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86" name="Text Box 113"/>
            <p:cNvSpPr txBox="1">
              <a:spLocks noChangeArrowheads="1"/>
            </p:cNvSpPr>
            <p:nvPr/>
          </p:nvSpPr>
          <p:spPr bwMode="auto">
            <a:xfrm>
              <a:off x="4245130" y="2979997"/>
              <a:ext cx="1614545" cy="276999"/>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chemeClr val="bg1"/>
                  </a:solidFill>
                  <a:latin typeface="微软雅黑" pitchFamily="34" charset="-122"/>
                  <a:ea typeface="微软雅黑" pitchFamily="34" charset="-122"/>
                </a:rPr>
                <a:t>IP </a:t>
              </a:r>
              <a:r>
                <a:rPr kumimoji="1" lang="zh-CN" altLang="en-US" sz="1200" b="1" dirty="0">
                  <a:solidFill>
                    <a:schemeClr val="bg1"/>
                  </a:solidFill>
                  <a:latin typeface="微软雅黑" pitchFamily="34" charset="-122"/>
                  <a:ea typeface="微软雅黑" pitchFamily="34" charset="-122"/>
                </a:rPr>
                <a:t>层上的虚拟互联网</a:t>
              </a:r>
            </a:p>
          </p:txBody>
        </p:sp>
        <p:sp>
          <p:nvSpPr>
            <p:cNvPr id="87" name="Text Box 114"/>
            <p:cNvSpPr txBox="1">
              <a:spLocks noChangeArrowheads="1"/>
            </p:cNvSpPr>
            <p:nvPr/>
          </p:nvSpPr>
          <p:spPr bwMode="auto">
            <a:xfrm>
              <a:off x="1973491"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88" name="Group 115"/>
            <p:cNvGrpSpPr>
              <a:grpSpLocks/>
            </p:cNvGrpSpPr>
            <p:nvPr/>
          </p:nvGrpSpPr>
          <p:grpSpPr bwMode="auto">
            <a:xfrm>
              <a:off x="6934237" y="2055369"/>
              <a:ext cx="469764" cy="788026"/>
              <a:chOff x="672" y="528"/>
              <a:chExt cx="432" cy="912"/>
            </a:xfrm>
          </p:grpSpPr>
          <p:sp>
            <p:nvSpPr>
              <p:cNvPr id="122" name="AutoShape 116"/>
              <p:cNvSpPr>
                <a:spLocks noChangeArrowheads="1"/>
              </p:cNvSpPr>
              <p:nvPr/>
            </p:nvSpPr>
            <p:spPr bwMode="auto">
              <a:xfrm>
                <a:off x="672" y="100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3" name="AutoShape 117"/>
              <p:cNvSpPr>
                <a:spLocks noChangeArrowheads="1"/>
              </p:cNvSpPr>
              <p:nvPr/>
            </p:nvSpPr>
            <p:spPr bwMode="auto">
              <a:xfrm>
                <a:off x="672" y="720"/>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4" name="AutoShape 118"/>
              <p:cNvSpPr>
                <a:spLocks noChangeArrowheads="1"/>
              </p:cNvSpPr>
              <p:nvPr/>
            </p:nvSpPr>
            <p:spPr bwMode="auto">
              <a:xfrm>
                <a:off x="672" y="528"/>
                <a:ext cx="432" cy="432"/>
              </a:xfrm>
              <a:prstGeom prst="cube">
                <a:avLst>
                  <a:gd name="adj" fmla="val 25000"/>
                </a:avLst>
              </a:prstGeom>
              <a:solidFill>
                <a:srgbClr val="92D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89" name="Text Box 119"/>
            <p:cNvSpPr txBox="1">
              <a:spLocks noChangeArrowheads="1"/>
            </p:cNvSpPr>
            <p:nvPr/>
          </p:nvSpPr>
          <p:spPr bwMode="auto">
            <a:xfrm>
              <a:off x="6967949" y="2607506"/>
              <a:ext cx="383438" cy="2616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itchFamily="34" charset="-122"/>
                  <a:ea typeface="微软雅黑" pitchFamily="34" charset="-122"/>
                </a:rPr>
                <a:t>IP</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90" name="Text Box 120"/>
            <p:cNvSpPr txBox="1">
              <a:spLocks noChangeArrowheads="1"/>
            </p:cNvSpPr>
            <p:nvPr/>
          </p:nvSpPr>
          <p:spPr bwMode="auto">
            <a:xfrm>
              <a:off x="3624138"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4</a:t>
              </a:r>
              <a:endParaRPr kumimoji="1" lang="en-US" altLang="zh-CN" sz="1100" b="1">
                <a:solidFill>
                  <a:srgbClr val="0000CC"/>
                </a:solidFill>
                <a:latin typeface="微软雅黑" pitchFamily="34" charset="-122"/>
                <a:ea typeface="微软雅黑" pitchFamily="34" charset="-122"/>
              </a:endParaRPr>
            </a:p>
          </p:txBody>
        </p:sp>
        <p:sp>
          <p:nvSpPr>
            <p:cNvPr id="91" name="Text Box 121"/>
            <p:cNvSpPr txBox="1">
              <a:spLocks noChangeArrowheads="1"/>
            </p:cNvSpPr>
            <p:nvPr/>
          </p:nvSpPr>
          <p:spPr bwMode="auto">
            <a:xfrm>
              <a:off x="2915141"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3</a:t>
              </a:r>
              <a:endParaRPr kumimoji="1" lang="en-US" altLang="zh-CN" sz="1100" b="1">
                <a:solidFill>
                  <a:srgbClr val="0000CC"/>
                </a:solidFill>
                <a:latin typeface="微软雅黑" pitchFamily="34" charset="-122"/>
                <a:ea typeface="微软雅黑" pitchFamily="34" charset="-122"/>
              </a:endParaRPr>
            </a:p>
          </p:txBody>
        </p:sp>
        <p:sp>
          <p:nvSpPr>
            <p:cNvPr id="92" name="Line 122"/>
            <p:cNvSpPr>
              <a:spLocks noChangeShapeType="1"/>
            </p:cNvSpPr>
            <p:nvPr/>
          </p:nvSpPr>
          <p:spPr bwMode="auto">
            <a:xfrm>
              <a:off x="3593690" y="2703417"/>
              <a:ext cx="1409293"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3" name="AutoShape 123"/>
            <p:cNvSpPr>
              <a:spLocks noChangeArrowheads="1"/>
            </p:cNvSpPr>
            <p:nvPr/>
          </p:nvSpPr>
          <p:spPr bwMode="auto">
            <a:xfrm>
              <a:off x="5001896" y="2496042"/>
              <a:ext cx="469764" cy="331800"/>
            </a:xfrm>
            <a:prstGeom prst="cube">
              <a:avLst>
                <a:gd name="adj" fmla="val 25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Line 124"/>
            <p:cNvSpPr>
              <a:spLocks noChangeShapeType="1"/>
            </p:cNvSpPr>
            <p:nvPr/>
          </p:nvSpPr>
          <p:spPr bwMode="auto">
            <a:xfrm>
              <a:off x="5420552" y="2703417"/>
              <a:ext cx="1513685" cy="0"/>
            </a:xfrm>
            <a:prstGeom prst="line">
              <a:avLst/>
            </a:prstGeom>
            <a:noFill/>
            <a:ln w="28575">
              <a:solidFill>
                <a:srgbClr val="000099"/>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5" name="Text Box 125"/>
            <p:cNvSpPr txBox="1">
              <a:spLocks noChangeArrowheads="1"/>
            </p:cNvSpPr>
            <p:nvPr/>
          </p:nvSpPr>
          <p:spPr bwMode="auto">
            <a:xfrm>
              <a:off x="4742004" y="2750077"/>
              <a:ext cx="38343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solidFill>
                    <a:srgbClr val="0000CC"/>
                  </a:solidFill>
                  <a:latin typeface="微软雅黑" pitchFamily="34" charset="-122"/>
                  <a:ea typeface="微软雅黑" pitchFamily="34" charset="-122"/>
                </a:rPr>
                <a:t>IP</a:t>
              </a:r>
              <a:r>
                <a:rPr kumimoji="1" lang="en-US" altLang="zh-CN" sz="1100" b="1" baseline="-25000">
                  <a:solidFill>
                    <a:srgbClr val="0000CC"/>
                  </a:solidFill>
                  <a:latin typeface="微软雅黑" pitchFamily="34" charset="-122"/>
                  <a:ea typeface="微软雅黑" pitchFamily="34" charset="-122"/>
                </a:rPr>
                <a:t>5</a:t>
              </a:r>
              <a:endParaRPr kumimoji="1" lang="en-US" altLang="zh-CN" sz="1100" b="1">
                <a:solidFill>
                  <a:srgbClr val="0000CC"/>
                </a:solidFill>
                <a:latin typeface="微软雅黑" pitchFamily="34" charset="-122"/>
                <a:ea typeface="微软雅黑" pitchFamily="34" charset="-122"/>
              </a:endParaRPr>
            </a:p>
          </p:txBody>
        </p:sp>
        <p:sp>
          <p:nvSpPr>
            <p:cNvPr id="96" name="Line 126"/>
            <p:cNvSpPr>
              <a:spLocks noChangeShapeType="1"/>
            </p:cNvSpPr>
            <p:nvPr/>
          </p:nvSpPr>
          <p:spPr bwMode="auto">
            <a:xfrm>
              <a:off x="3645886" y="3698819"/>
              <a:ext cx="1304901"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7" name="Freeform 127"/>
            <p:cNvSpPr>
              <a:spLocks/>
            </p:cNvSpPr>
            <p:nvPr/>
          </p:nvSpPr>
          <p:spPr bwMode="auto">
            <a:xfrm flipH="1">
              <a:off x="5405328" y="3544151"/>
              <a:ext cx="233795" cy="154668"/>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8" name="Freeform 128"/>
            <p:cNvSpPr>
              <a:spLocks/>
            </p:cNvSpPr>
            <p:nvPr/>
          </p:nvSpPr>
          <p:spPr bwMode="auto">
            <a:xfrm flipH="1">
              <a:off x="3564330" y="3547607"/>
              <a:ext cx="290340" cy="1520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9" name="Text Box 129"/>
            <p:cNvSpPr txBox="1">
              <a:spLocks noChangeArrowheads="1"/>
            </p:cNvSpPr>
            <p:nvPr/>
          </p:nvSpPr>
          <p:spPr bwMode="auto">
            <a:xfrm>
              <a:off x="4896444" y="2250313"/>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路由器 </a:t>
              </a:r>
              <a:r>
                <a:rPr kumimoji="1" lang="en-US" altLang="zh-CN" sz="1100" b="1">
                  <a:latin typeface="微软雅黑" pitchFamily="34" charset="-122"/>
                  <a:ea typeface="微软雅黑" pitchFamily="34" charset="-122"/>
                </a:rPr>
                <a:t>R</a:t>
              </a:r>
              <a:r>
                <a:rPr kumimoji="1" lang="en-US" altLang="zh-CN" sz="1100" b="1" baseline="-25000">
                  <a:latin typeface="微软雅黑" pitchFamily="34" charset="-122"/>
                  <a:ea typeface="微软雅黑" pitchFamily="34" charset="-122"/>
                </a:rPr>
                <a:t>2</a:t>
              </a:r>
              <a:endParaRPr kumimoji="1" lang="en-US" altLang="zh-CN" sz="1100" b="1">
                <a:latin typeface="微软雅黑" pitchFamily="34" charset="-122"/>
                <a:ea typeface="微软雅黑" pitchFamily="34" charset="-122"/>
              </a:endParaRPr>
            </a:p>
          </p:txBody>
        </p:sp>
        <p:sp>
          <p:nvSpPr>
            <p:cNvPr id="106" name="Text Box 148"/>
            <p:cNvSpPr txBox="1">
              <a:spLocks noChangeArrowheads="1"/>
            </p:cNvSpPr>
            <p:nvPr/>
          </p:nvSpPr>
          <p:spPr bwMode="auto">
            <a:xfrm>
              <a:off x="5956374"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sp>
          <p:nvSpPr>
            <p:cNvPr id="107" name="Text Box 149"/>
            <p:cNvSpPr txBox="1">
              <a:spLocks noChangeArrowheads="1"/>
            </p:cNvSpPr>
            <p:nvPr/>
          </p:nvSpPr>
          <p:spPr bwMode="auto">
            <a:xfrm>
              <a:off x="3973658" y="3966267"/>
              <a:ext cx="71205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MAC </a:t>
              </a:r>
              <a:r>
                <a:rPr kumimoji="1" lang="zh-CN" altLang="en-US" sz="1100" b="1" dirty="0">
                  <a:latin typeface="微软雅黑" pitchFamily="34" charset="-122"/>
                  <a:ea typeface="微软雅黑" pitchFamily="34" charset="-122"/>
                </a:rPr>
                <a:t>帧</a:t>
              </a:r>
            </a:p>
          </p:txBody>
        </p:sp>
        <p:grpSp>
          <p:nvGrpSpPr>
            <p:cNvPr id="177" name="Group 224"/>
            <p:cNvGrpSpPr>
              <a:grpSpLocks/>
            </p:cNvGrpSpPr>
            <p:nvPr/>
          </p:nvGrpSpPr>
          <p:grpSpPr bwMode="auto">
            <a:xfrm>
              <a:off x="2132745" y="2423009"/>
              <a:ext cx="959442" cy="261275"/>
              <a:chOff x="870" y="693"/>
              <a:chExt cx="761" cy="306"/>
            </a:xfrm>
            <a:solidFill>
              <a:srgbClr val="66FF99"/>
            </a:solidFill>
          </p:grpSpPr>
          <p:sp>
            <p:nvSpPr>
              <p:cNvPr id="178"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9"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0"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1"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2"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3" name="Group 224"/>
            <p:cNvGrpSpPr>
              <a:grpSpLocks/>
            </p:cNvGrpSpPr>
            <p:nvPr/>
          </p:nvGrpSpPr>
          <p:grpSpPr bwMode="auto">
            <a:xfrm>
              <a:off x="3876651" y="2423009"/>
              <a:ext cx="959442" cy="261275"/>
              <a:chOff x="870" y="693"/>
              <a:chExt cx="761" cy="306"/>
            </a:xfrm>
            <a:solidFill>
              <a:srgbClr val="66FF99"/>
            </a:solidFill>
          </p:grpSpPr>
          <p:sp>
            <p:nvSpPr>
              <p:cNvPr id="184"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85"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86"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87"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89" name="Group 224"/>
            <p:cNvGrpSpPr>
              <a:grpSpLocks/>
            </p:cNvGrpSpPr>
            <p:nvPr/>
          </p:nvGrpSpPr>
          <p:grpSpPr bwMode="auto">
            <a:xfrm>
              <a:off x="5731087" y="2423009"/>
              <a:ext cx="959442" cy="261275"/>
              <a:chOff x="870" y="693"/>
              <a:chExt cx="761" cy="306"/>
            </a:xfrm>
            <a:solidFill>
              <a:srgbClr val="66FF99"/>
            </a:solidFill>
          </p:grpSpPr>
          <p:sp>
            <p:nvSpPr>
              <p:cNvPr id="190" name="AutoShape 193"/>
              <p:cNvSpPr>
                <a:spLocks noChangeArrowheads="1"/>
              </p:cNvSpPr>
              <p:nvPr/>
            </p:nvSpPr>
            <p:spPr bwMode="auto">
              <a:xfrm>
                <a:off x="1467" y="777"/>
                <a:ext cx="164" cy="150"/>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91" name="Rectangle 190"/>
              <p:cNvSpPr>
                <a:spLocks noChangeArrowheads="1"/>
              </p:cNvSpPr>
              <p:nvPr/>
            </p:nvSpPr>
            <p:spPr bwMode="auto">
              <a:xfrm>
                <a:off x="870" y="720"/>
                <a:ext cx="643" cy="252"/>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a:latin typeface="微软雅黑" panose="020B0503020204020204" pitchFamily="34" charset="-122"/>
                  <a:ea typeface="微软雅黑" panose="020B0503020204020204" pitchFamily="34" charset="-122"/>
                </a:endParaRPr>
              </a:p>
            </p:txBody>
          </p:sp>
          <p:sp>
            <p:nvSpPr>
              <p:cNvPr id="192" name="Text Box 219"/>
              <p:cNvSpPr txBox="1">
                <a:spLocks noChangeArrowheads="1"/>
              </p:cNvSpPr>
              <p:nvPr/>
            </p:nvSpPr>
            <p:spPr bwMode="auto">
              <a:xfrm>
                <a:off x="1087" y="693"/>
                <a:ext cx="495" cy="30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en-US" altLang="zh-CN" sz="1100" b="1" baseline="-25000" dirty="0">
                    <a:latin typeface="微软雅黑" panose="020B0503020204020204" pitchFamily="34" charset="-122"/>
                    <a:ea typeface="微软雅黑" panose="020B0503020204020204" pitchFamily="34" charset="-122"/>
                  </a:rPr>
                  <a:t>1</a:t>
                </a:r>
                <a:r>
                  <a:rPr lang="en-US" altLang="zh-CN" sz="1100" b="1" dirty="0">
                    <a:latin typeface="微软雅黑" panose="020B0503020204020204" pitchFamily="34" charset="-122"/>
                    <a:ea typeface="微软雅黑" panose="020B0503020204020204" pitchFamily="34" charset="-122"/>
                  </a:rPr>
                  <a:t> IP</a:t>
                </a:r>
                <a:r>
                  <a:rPr lang="en-US" altLang="zh-CN" sz="1100" b="1" baseline="-25000" dirty="0">
                    <a:latin typeface="微软雅黑" panose="020B0503020204020204" pitchFamily="34" charset="-122"/>
                    <a:ea typeface="微软雅黑" panose="020B0503020204020204" pitchFamily="34" charset="-122"/>
                  </a:rPr>
                  <a:t>2</a:t>
                </a:r>
              </a:p>
            </p:txBody>
          </p:sp>
          <p:sp>
            <p:nvSpPr>
              <p:cNvPr id="193" name="Line 221"/>
              <p:cNvSpPr>
                <a:spLocks noChangeShapeType="1"/>
              </p:cNvSpPr>
              <p:nvPr/>
            </p:nvSpPr>
            <p:spPr bwMode="auto">
              <a:xfrm>
                <a:off x="1323" y="720"/>
                <a:ext cx="0" cy="240"/>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2"/>
              <p:cNvSpPr>
                <a:spLocks noChangeShapeType="1"/>
              </p:cNvSpPr>
              <p:nvPr/>
            </p:nvSpPr>
            <p:spPr bwMode="auto">
              <a:xfrm>
                <a:off x="1143" y="717"/>
                <a:ext cx="0" cy="243"/>
              </a:xfrm>
              <a:prstGeom prst="line">
                <a:avLst/>
              </a:prstGeom>
              <a:grp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195" name="组合 103"/>
            <p:cNvGrpSpPr>
              <a:grpSpLocks/>
            </p:cNvGrpSpPr>
            <p:nvPr/>
          </p:nvGrpSpPr>
          <p:grpSpPr bwMode="auto">
            <a:xfrm>
              <a:off x="1682148" y="3763461"/>
              <a:ext cx="1125387" cy="216189"/>
              <a:chOff x="179512" y="3575494"/>
              <a:chExt cx="2341732" cy="386906"/>
            </a:xfrm>
            <a:solidFill>
              <a:srgbClr val="00FFFF"/>
            </a:solidFill>
          </p:grpSpPr>
          <p:grpSp>
            <p:nvGrpSpPr>
              <p:cNvPr id="196" name="Group 204"/>
              <p:cNvGrpSpPr>
                <a:grpSpLocks/>
              </p:cNvGrpSpPr>
              <p:nvPr/>
            </p:nvGrpSpPr>
            <p:grpSpPr bwMode="auto">
              <a:xfrm>
                <a:off x="179512" y="3581400"/>
                <a:ext cx="2341732" cy="381000"/>
                <a:chOff x="480" y="3120"/>
                <a:chExt cx="1212" cy="240"/>
              </a:xfrm>
              <a:grpFill/>
            </p:grpSpPr>
            <p:sp>
              <p:nvSpPr>
                <p:cNvPr id="200"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1"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197"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1</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3</a:t>
                </a:r>
              </a:p>
            </p:txBody>
          </p:sp>
          <p:sp>
            <p:nvSpPr>
              <p:cNvPr id="198"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199"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2" name="组合 103"/>
            <p:cNvGrpSpPr>
              <a:grpSpLocks/>
            </p:cNvGrpSpPr>
            <p:nvPr/>
          </p:nvGrpSpPr>
          <p:grpSpPr bwMode="auto">
            <a:xfrm>
              <a:off x="3709500" y="3763461"/>
              <a:ext cx="1125387" cy="216189"/>
              <a:chOff x="179512" y="3575494"/>
              <a:chExt cx="2341732" cy="386906"/>
            </a:xfrm>
            <a:solidFill>
              <a:srgbClr val="00FFFF"/>
            </a:solidFill>
          </p:grpSpPr>
          <p:grpSp>
            <p:nvGrpSpPr>
              <p:cNvPr id="203" name="Group 204"/>
              <p:cNvGrpSpPr>
                <a:grpSpLocks/>
              </p:cNvGrpSpPr>
              <p:nvPr/>
            </p:nvGrpSpPr>
            <p:grpSpPr bwMode="auto">
              <a:xfrm>
                <a:off x="179512" y="3581400"/>
                <a:ext cx="2341732" cy="381000"/>
                <a:chOff x="480" y="3120"/>
                <a:chExt cx="1212" cy="240"/>
              </a:xfrm>
              <a:grpFill/>
            </p:grpSpPr>
            <p:sp>
              <p:nvSpPr>
                <p:cNvPr id="207"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08"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04"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4</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5</a:t>
                </a:r>
              </a:p>
            </p:txBody>
          </p:sp>
          <p:sp>
            <p:nvSpPr>
              <p:cNvPr id="205"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6"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09" name="组合 103"/>
            <p:cNvGrpSpPr>
              <a:grpSpLocks/>
            </p:cNvGrpSpPr>
            <p:nvPr/>
          </p:nvGrpSpPr>
          <p:grpSpPr bwMode="auto">
            <a:xfrm>
              <a:off x="5735977" y="3763461"/>
              <a:ext cx="1125387" cy="216189"/>
              <a:chOff x="179512" y="3575494"/>
              <a:chExt cx="2341732" cy="386906"/>
            </a:xfrm>
            <a:solidFill>
              <a:srgbClr val="00FFFF"/>
            </a:solidFill>
          </p:grpSpPr>
          <p:grpSp>
            <p:nvGrpSpPr>
              <p:cNvPr id="210" name="Group 204"/>
              <p:cNvGrpSpPr>
                <a:grpSpLocks/>
              </p:cNvGrpSpPr>
              <p:nvPr/>
            </p:nvGrpSpPr>
            <p:grpSpPr bwMode="auto">
              <a:xfrm>
                <a:off x="179512" y="3581400"/>
                <a:ext cx="2341732" cy="381000"/>
                <a:chOff x="480" y="3120"/>
                <a:chExt cx="1212" cy="240"/>
              </a:xfrm>
              <a:grpFill/>
            </p:grpSpPr>
            <p:sp>
              <p:nvSpPr>
                <p:cNvPr id="214" name="AutoShape 203"/>
                <p:cNvSpPr>
                  <a:spLocks noChangeArrowheads="1"/>
                </p:cNvSpPr>
                <p:nvPr/>
              </p:nvSpPr>
              <p:spPr bwMode="auto">
                <a:xfrm>
                  <a:off x="1500" y="3168"/>
                  <a:ext cx="192" cy="144"/>
                </a:xfrm>
                <a:prstGeom prst="rightArrow">
                  <a:avLst>
                    <a:gd name="adj1" fmla="val 50000"/>
                    <a:gd name="adj2" fmla="val 54167"/>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15" name="Rectangle 202"/>
                <p:cNvSpPr>
                  <a:spLocks noChangeArrowheads="1"/>
                </p:cNvSpPr>
                <p:nvPr/>
              </p:nvSpPr>
              <p:spPr bwMode="auto">
                <a:xfrm>
                  <a:off x="480" y="3120"/>
                  <a:ext cx="1056" cy="240"/>
                </a:xfrm>
                <a:prstGeom prst="rect">
                  <a:avLst/>
                </a:prstGeom>
                <a:grp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zh-CN" sz="900" b="1" baseline="-25000">
                    <a:latin typeface="微软雅黑" panose="020B0503020204020204" pitchFamily="34" charset="-122"/>
                    <a:ea typeface="微软雅黑" panose="020B0503020204020204" pitchFamily="34" charset="-122"/>
                  </a:endParaRPr>
                </a:p>
              </p:txBody>
            </p:sp>
          </p:grpSp>
          <p:sp>
            <p:nvSpPr>
              <p:cNvPr id="211" name="Rectangle 220"/>
              <p:cNvSpPr>
                <a:spLocks noChangeArrowheads="1"/>
              </p:cNvSpPr>
              <p:nvPr/>
            </p:nvSpPr>
            <p:spPr bwMode="auto">
              <a:xfrm>
                <a:off x="716210" y="3580859"/>
                <a:ext cx="1683115" cy="381000"/>
              </a:xfrm>
              <a:prstGeom prst="rect">
                <a:avLst/>
              </a:prstGeom>
              <a:noFill/>
              <a:ln>
                <a:noFill/>
              </a:ln>
              <a:extLst>
                <a:ext uri="{91240B29-F687-4F45-9708-019B960494DF}">
                  <a14:hiddenLine xmlns:a14="http://schemas.microsoft.com/office/drawing/2010/main" w="2857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r>
                  <a:rPr lang="en-US" altLang="zh-CN" sz="900" b="1" dirty="0">
                    <a:latin typeface="微软雅黑" panose="020B0503020204020204" pitchFamily="34" charset="-122"/>
                    <a:ea typeface="微软雅黑" panose="020B0503020204020204" pitchFamily="34" charset="-122"/>
                  </a:rPr>
                  <a:t>MAC</a:t>
                </a:r>
                <a:r>
                  <a:rPr lang="en-US" altLang="zh-CN" sz="900" b="1" baseline="-25000" dirty="0">
                    <a:latin typeface="微软雅黑" panose="020B0503020204020204" pitchFamily="34" charset="-122"/>
                    <a:ea typeface="微软雅黑" panose="020B0503020204020204" pitchFamily="34" charset="-122"/>
                  </a:rPr>
                  <a:t>6</a:t>
                </a:r>
                <a:r>
                  <a:rPr lang="en-US" altLang="zh-CN" sz="900" b="1" dirty="0">
                    <a:latin typeface="微软雅黑" panose="020B0503020204020204" pitchFamily="34" charset="-122"/>
                    <a:ea typeface="微软雅黑" panose="020B0503020204020204" pitchFamily="34" charset="-122"/>
                  </a:rPr>
                  <a:t> MAC</a:t>
                </a:r>
                <a:r>
                  <a:rPr lang="en-US" altLang="zh-CN" sz="900" b="1" baseline="-25000" dirty="0">
                    <a:latin typeface="微软雅黑" panose="020B0503020204020204" pitchFamily="34" charset="-122"/>
                    <a:ea typeface="微软雅黑" panose="020B0503020204020204" pitchFamily="34" charset="-122"/>
                  </a:rPr>
                  <a:t>2</a:t>
                </a:r>
              </a:p>
            </p:txBody>
          </p:sp>
          <p:sp>
            <p:nvSpPr>
              <p:cNvPr id="212" name="Line 237"/>
              <p:cNvSpPr>
                <a:spLocks noChangeShapeType="1"/>
              </p:cNvSpPr>
              <p:nvPr/>
            </p:nvSpPr>
            <p:spPr bwMode="auto">
              <a:xfrm>
                <a:off x="1497867" y="3575494"/>
                <a:ext cx="0" cy="38636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3" name="Line 238"/>
              <p:cNvSpPr>
                <a:spLocks noChangeShapeType="1"/>
              </p:cNvSpPr>
              <p:nvPr/>
            </p:nvSpPr>
            <p:spPr bwMode="auto">
              <a:xfrm>
                <a:off x="738473" y="3581400"/>
                <a:ext cx="0" cy="371475"/>
              </a:xfrm>
              <a:prstGeom prst="line">
                <a:avLst/>
              </a:prstGeom>
              <a:grpFill/>
              <a:ln w="9525">
                <a:solidFill>
                  <a:schemeClr val="tx1"/>
                </a:solidFill>
                <a:round/>
                <a:headEnd/>
                <a:tailEnd/>
              </a:ln>
            </p:spPr>
            <p:txBody>
              <a:bodyPr/>
              <a:lstStyle/>
              <a:p>
                <a:endParaRPr lang="zh-CN" altLang="en-US" sz="1000" b="1">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2629163" y="1918996"/>
              <a:ext cx="835137" cy="261610"/>
              <a:chOff x="2629163" y="1918996"/>
              <a:chExt cx="835137" cy="261610"/>
            </a:xfrm>
          </p:grpSpPr>
          <p:sp>
            <p:nvSpPr>
              <p:cNvPr id="108" name="AutoShape 150"/>
              <p:cNvSpPr>
                <a:spLocks noChangeArrowheads="1"/>
              </p:cNvSpPr>
              <p:nvPr/>
            </p:nvSpPr>
            <p:spPr bwMode="auto">
              <a:xfrm flipV="1">
                <a:off x="2629163" y="1942246"/>
                <a:ext cx="835137" cy="205647"/>
              </a:xfrm>
              <a:prstGeom prst="wedgeRoundRectCallout">
                <a:avLst>
                  <a:gd name="adj1" fmla="val -75782"/>
                  <a:gd name="adj2" fmla="val -203782"/>
                  <a:gd name="adj3" fmla="val 16667"/>
                </a:avLst>
              </a:prstGeom>
              <a:solidFill>
                <a:srgbClr val="FFC000"/>
              </a:solidFill>
              <a:ln w="9525">
                <a:solidFill>
                  <a:schemeClr val="tx1"/>
                </a:solidFill>
                <a:miter lim="800000"/>
                <a:headEnd/>
                <a:tailEnd/>
              </a:ln>
              <a:effectLst/>
            </p:spPr>
            <p:txBody>
              <a:bodyPr rot="10800000"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9" name="Text Box 151"/>
              <p:cNvSpPr txBox="1">
                <a:spLocks noChangeArrowheads="1"/>
              </p:cNvSpPr>
              <p:nvPr/>
            </p:nvSpPr>
            <p:spPr bwMode="auto">
              <a:xfrm>
                <a:off x="2655261" y="1918996"/>
                <a:ext cx="79060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itchFamily="34" charset="-122"/>
                    <a:ea typeface="微软雅黑" pitchFamily="34" charset="-122"/>
                  </a:rPr>
                  <a:t>IP </a:t>
                </a:r>
                <a:r>
                  <a:rPr kumimoji="1" lang="zh-CN" altLang="en-US" sz="1100" b="1" dirty="0">
                    <a:latin typeface="微软雅黑" pitchFamily="34" charset="-122"/>
                    <a:ea typeface="微软雅黑" pitchFamily="34" charset="-122"/>
                  </a:rPr>
                  <a:t>数据报</a:t>
                </a:r>
              </a:p>
            </p:txBody>
          </p:sp>
        </p:grpSp>
      </p:grpSp>
      <p:sp>
        <p:nvSpPr>
          <p:cNvPr id="137" name="Line 161"/>
          <p:cNvSpPr>
            <a:spLocks noChangeShapeType="1"/>
          </p:cNvSpPr>
          <p:nvPr/>
        </p:nvSpPr>
        <p:spPr bwMode="auto">
          <a:xfrm>
            <a:off x="1664610" y="3701670"/>
            <a:ext cx="1302727"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8" name="Line 165"/>
          <p:cNvSpPr>
            <a:spLocks noChangeShapeType="1"/>
          </p:cNvSpPr>
          <p:nvPr/>
        </p:nvSpPr>
        <p:spPr bwMode="auto">
          <a:xfrm>
            <a:off x="3854670" y="3701670"/>
            <a:ext cx="887334"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9" name="Line 170"/>
          <p:cNvSpPr>
            <a:spLocks noChangeShapeType="1"/>
          </p:cNvSpPr>
          <p:nvPr/>
        </p:nvSpPr>
        <p:spPr bwMode="auto">
          <a:xfrm>
            <a:off x="5639122" y="3701670"/>
            <a:ext cx="1423737" cy="0"/>
          </a:xfrm>
          <a:prstGeom prst="line">
            <a:avLst/>
          </a:prstGeom>
          <a:noFill/>
          <a:ln w="571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0" name="矩形 139"/>
          <p:cNvSpPr/>
          <p:nvPr/>
        </p:nvSpPr>
        <p:spPr>
          <a:xfrm>
            <a:off x="2104802" y="4266739"/>
            <a:ext cx="5150223" cy="338554"/>
          </a:xfrm>
          <a:prstGeom prst="rect">
            <a:avLst/>
          </a:prstGeom>
          <a:solidFill>
            <a:srgbClr val="FFC000"/>
          </a:solidFill>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注意：帧中 </a:t>
            </a:r>
            <a:r>
              <a:rPr lang="en-US" altLang="zh-CN" sz="1600" b="1" dirty="0">
                <a:latin typeface="微软雅黑" panose="020B0503020204020204" pitchFamily="34" charset="-122"/>
                <a:ea typeface="微软雅黑" panose="020B0503020204020204" pitchFamily="34" charset="-122"/>
              </a:rPr>
              <a:t>MAC </a:t>
            </a:r>
            <a:r>
              <a:rPr lang="zh-CN" altLang="en-US" sz="1600" b="1" dirty="0">
                <a:latin typeface="微软雅黑" panose="020B0503020204020204" pitchFamily="34" charset="-122"/>
                <a:ea typeface="微软雅黑" panose="020B0503020204020204" pitchFamily="34" charset="-122"/>
              </a:rPr>
              <a:t>地址是否有变化？对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层有何影响？</a:t>
            </a:r>
          </a:p>
        </p:txBody>
      </p:sp>
    </p:spTree>
    <p:extLst>
      <p:ext uri="{BB962C8B-B14F-4D97-AF65-F5344CB8AC3E}">
        <p14:creationId xmlns:p14="http://schemas.microsoft.com/office/powerpoint/2010/main" val="27925611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136"/>
                                        </p:tgtEl>
                                        <p:attrNameLst>
                                          <p:attrName>style.visibility</p:attrName>
                                        </p:attrNameLst>
                                      </p:cBhvr>
                                      <p:tavLst>
                                        <p:tav tm="0">
                                          <p:val>
                                            <p:strVal val="hidden"/>
                                          </p:val>
                                        </p:tav>
                                        <p:tav tm="50000">
                                          <p:val>
                                            <p:strVal val="visible"/>
                                          </p:val>
                                        </p:tav>
                                      </p:tavLst>
                                    </p:anim>
                                  </p:childTnLst>
                                </p:cTn>
                              </p:par>
                            </p:childTnLst>
                          </p:cTn>
                        </p:par>
                        <p:par>
                          <p:cTn id="7" fill="hold">
                            <p:stCondLst>
                              <p:cond delay="4000"/>
                            </p:stCondLst>
                            <p:childTnLst>
                              <p:par>
                                <p:cTn id="8" presetID="10" presetClass="entr" presetSubtype="0" fill="hold" grpId="0" nodeType="afterEffect">
                                  <p:stCondLst>
                                    <p:cond delay="0"/>
                                  </p:stCondLst>
                                  <p:childTnLst>
                                    <p:set>
                                      <p:cBhvr>
                                        <p:cTn id="9" dur="1" fill="hold">
                                          <p:stCondLst>
                                            <p:cond delay="0"/>
                                          </p:stCondLst>
                                        </p:cTn>
                                        <p:tgtEl>
                                          <p:spTgt spid="140"/>
                                        </p:tgtEl>
                                        <p:attrNameLst>
                                          <p:attrName>style.visibility</p:attrName>
                                        </p:attrNameLst>
                                      </p:cBhvr>
                                      <p:to>
                                        <p:strVal val="visible"/>
                                      </p:to>
                                    </p:set>
                                    <p:animEffect transition="in" filter="fade">
                                      <p:cBhvr>
                                        <p:cTn id="10" dur="1000"/>
                                        <p:tgtEl>
                                          <p:spTgt spid="140"/>
                                        </p:tgtEl>
                                      </p:cBhvr>
                                    </p:animEffect>
                                  </p:childTnLst>
                                </p:cTn>
                              </p:par>
                            </p:childTnLst>
                          </p:cTn>
                        </p:par>
                        <p:par>
                          <p:cTn id="11" fill="hold">
                            <p:stCondLst>
                              <p:cond delay="5000"/>
                            </p:stCondLst>
                            <p:childTnLst>
                              <p:par>
                                <p:cTn id="12" presetID="22" presetClass="entr" presetSubtype="8" fill="hold" grpId="0" nodeType="afterEffect">
                                  <p:stCondLst>
                                    <p:cond delay="0"/>
                                  </p:stCondLst>
                                  <p:childTnLst>
                                    <p:set>
                                      <p:cBhvr>
                                        <p:cTn id="13" dur="1" fill="hold">
                                          <p:stCondLst>
                                            <p:cond delay="0"/>
                                          </p:stCondLst>
                                        </p:cTn>
                                        <p:tgtEl>
                                          <p:spTgt spid="137"/>
                                        </p:tgtEl>
                                        <p:attrNameLst>
                                          <p:attrName>style.visibility</p:attrName>
                                        </p:attrNameLst>
                                      </p:cBhvr>
                                      <p:to>
                                        <p:strVal val="visible"/>
                                      </p:to>
                                    </p:set>
                                    <p:animEffect transition="in" filter="wipe(left)">
                                      <p:cBhvr>
                                        <p:cTn id="14" dur="1000"/>
                                        <p:tgtEl>
                                          <p:spTgt spid="137"/>
                                        </p:tgtEl>
                                      </p:cBhvr>
                                    </p:animEffect>
                                  </p:childTnLst>
                                </p:cTn>
                              </p:par>
                            </p:childTnLst>
                          </p:cTn>
                        </p:par>
                        <p:par>
                          <p:cTn id="15" fill="hold">
                            <p:stCondLst>
                              <p:cond delay="6000"/>
                            </p:stCondLst>
                            <p:childTnLst>
                              <p:par>
                                <p:cTn id="16" presetID="22" presetClass="entr" presetSubtype="8" fill="hold" grpId="0" nodeType="afterEffect">
                                  <p:stCondLst>
                                    <p:cond delay="0"/>
                                  </p:stCondLst>
                                  <p:childTnLst>
                                    <p:set>
                                      <p:cBhvr>
                                        <p:cTn id="17" dur="1" fill="hold">
                                          <p:stCondLst>
                                            <p:cond delay="0"/>
                                          </p:stCondLst>
                                        </p:cTn>
                                        <p:tgtEl>
                                          <p:spTgt spid="138"/>
                                        </p:tgtEl>
                                        <p:attrNameLst>
                                          <p:attrName>style.visibility</p:attrName>
                                        </p:attrNameLst>
                                      </p:cBhvr>
                                      <p:to>
                                        <p:strVal val="visible"/>
                                      </p:to>
                                    </p:set>
                                    <p:animEffect transition="in" filter="wipe(left)">
                                      <p:cBhvr>
                                        <p:cTn id="18" dur="1000"/>
                                        <p:tgtEl>
                                          <p:spTgt spid="138"/>
                                        </p:tgtEl>
                                      </p:cBhvr>
                                    </p:animEffect>
                                  </p:childTnLst>
                                </p:cTn>
                              </p:par>
                            </p:childTnLst>
                          </p:cTn>
                        </p:par>
                        <p:par>
                          <p:cTn id="19" fill="hold">
                            <p:stCondLst>
                              <p:cond delay="7000"/>
                            </p:stCondLst>
                            <p:childTnLst>
                              <p:par>
                                <p:cTn id="20" presetID="22" presetClass="entr" presetSubtype="8" fill="hold" grpId="0" nodeType="afterEffect">
                                  <p:stCondLst>
                                    <p:cond delay="0"/>
                                  </p:stCondLst>
                                  <p:childTnLst>
                                    <p:set>
                                      <p:cBhvr>
                                        <p:cTn id="21" dur="1" fill="hold">
                                          <p:stCondLst>
                                            <p:cond delay="0"/>
                                          </p:stCondLst>
                                        </p:cTn>
                                        <p:tgtEl>
                                          <p:spTgt spid="139"/>
                                        </p:tgtEl>
                                        <p:attrNameLst>
                                          <p:attrName>style.visibility</p:attrName>
                                        </p:attrNameLst>
                                      </p:cBhvr>
                                      <p:to>
                                        <p:strVal val="visible"/>
                                      </p:to>
                                    </p:set>
                                    <p:animEffect transition="in" filter="wipe(left)">
                                      <p:cBhvr>
                                        <p:cTn id="22" dur="1000"/>
                                        <p:tgtEl>
                                          <p:spTgt spid="1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37" grpId="0" animBg="1"/>
      <p:bldP spid="138" grpId="0" animBg="1"/>
      <p:bldP spid="139" grpId="0" animBg="1"/>
      <p:bldP spid="140"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AutoShape 5"/>
          <p:cNvSpPr>
            <a:spLocks noChangeArrowheads="1"/>
          </p:cNvSpPr>
          <p:nvPr/>
        </p:nvSpPr>
        <p:spPr bwMode="auto">
          <a:xfrm>
            <a:off x="545145" y="610102"/>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3" name="Rectangle 6"/>
          <p:cNvSpPr>
            <a:spLocks noChangeArrowheads="1"/>
          </p:cNvSpPr>
          <p:nvPr/>
        </p:nvSpPr>
        <p:spPr bwMode="auto">
          <a:xfrm>
            <a:off x="1924215" y="576891"/>
            <a:ext cx="53142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不同层次、不同区间使用的源地址和目的地址</a:t>
            </a:r>
          </a:p>
        </p:txBody>
      </p:sp>
      <p:sp>
        <p:nvSpPr>
          <p:cNvPr id="2" name="矩形 1"/>
          <p:cNvSpPr/>
          <p:nvPr/>
        </p:nvSpPr>
        <p:spPr>
          <a:xfrm>
            <a:off x="545145" y="972534"/>
            <a:ext cx="8053712"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尽管互连在一起的网络的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地址体系各不相同，但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层抽象的互联网却</a:t>
            </a:r>
            <a:r>
              <a:rPr lang="zh-CN" altLang="en-US" sz="2000" b="1" dirty="0">
                <a:solidFill>
                  <a:srgbClr val="C00000"/>
                </a:solidFill>
                <a:latin typeface="微软雅黑" pitchFamily="34" charset="-122"/>
                <a:ea typeface="微软雅黑" pitchFamily="34" charset="-122"/>
              </a:rPr>
              <a:t>屏蔽</a:t>
            </a:r>
            <a:r>
              <a:rPr lang="zh-CN" altLang="en-US" sz="2000" b="1" dirty="0">
                <a:latin typeface="微软雅黑" pitchFamily="34" charset="-122"/>
                <a:ea typeface="微软雅黑" pitchFamily="34" charset="-122"/>
              </a:rPr>
              <a:t>了下层这些很复杂的细节。</a:t>
            </a:r>
            <a:endParaRPr lang="en-US" altLang="zh-CN" sz="2000" b="1" dirty="0">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只要我们在网络层上讨论问题，就能够使用统一的、抽象的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地址研究主机和主机或路由器之间的通信。</a:t>
            </a:r>
          </a:p>
        </p:txBody>
      </p:sp>
      <p:sp>
        <p:nvSpPr>
          <p:cNvPr id="3" name="矩形 2"/>
          <p:cNvSpPr/>
          <p:nvPr/>
        </p:nvSpPr>
        <p:spPr>
          <a:xfrm>
            <a:off x="1730829" y="2892398"/>
            <a:ext cx="5796642" cy="1169551"/>
          </a:xfrm>
          <a:prstGeom prst="rect">
            <a:avLst/>
          </a:prstGeom>
          <a:ln/>
        </p:spPr>
        <p:style>
          <a:lnRef idx="1">
            <a:schemeClr val="accent2"/>
          </a:lnRef>
          <a:fillRef idx="2">
            <a:schemeClr val="accent2"/>
          </a:fillRef>
          <a:effectRef idx="1">
            <a:schemeClr val="accent2"/>
          </a:effectRef>
          <a:fontRef idx="minor">
            <a:schemeClr val="dk1"/>
          </a:fontRef>
        </p:style>
        <p:txBody>
          <a:bodyPr wrap="square">
            <a:spAutoFit/>
          </a:bodyPr>
          <a:lstStyle/>
          <a:p>
            <a:pPr>
              <a:lnSpc>
                <a:spcPts val="2800"/>
              </a:lnSpc>
            </a:pPr>
            <a:r>
              <a:rPr lang="zh-CN" altLang="en-US" sz="2000" b="1" dirty="0">
                <a:solidFill>
                  <a:srgbClr val="000099"/>
                </a:solidFill>
                <a:latin typeface="微软雅黑" panose="020B0503020204020204" pitchFamily="34" charset="-122"/>
                <a:ea typeface="微软雅黑" panose="020B0503020204020204" pitchFamily="34" charset="-122"/>
              </a:rPr>
              <a:t>问题：</a:t>
            </a:r>
            <a:endParaRPr lang="en-US" altLang="zh-CN" sz="2000" b="1" dirty="0">
              <a:solidFill>
                <a:srgbClr val="000099"/>
              </a:solidFill>
              <a:latin typeface="微软雅黑" panose="020B0503020204020204" pitchFamily="34" charset="-122"/>
              <a:ea typeface="微软雅黑" panose="020B0503020204020204" pitchFamily="34" charset="-122"/>
            </a:endParaRPr>
          </a:p>
          <a:p>
            <a:pPr>
              <a:lnSpc>
                <a:spcPts val="2800"/>
              </a:lnSpc>
            </a:pPr>
            <a:r>
              <a:rPr lang="zh-CN" altLang="en-US" sz="2000" b="1" dirty="0">
                <a:solidFill>
                  <a:srgbClr val="000099"/>
                </a:solidFill>
                <a:latin typeface="微软雅黑" panose="020B0503020204020204" pitchFamily="34" charset="-122"/>
                <a:ea typeface="微软雅黑" panose="020B0503020204020204" pitchFamily="34" charset="-122"/>
              </a:rPr>
              <a:t>主机或路由器怎样知道应当在 </a:t>
            </a:r>
            <a:r>
              <a:rPr lang="en-US" altLang="zh-CN" sz="2000" b="1" dirty="0">
                <a:solidFill>
                  <a:srgbClr val="000099"/>
                </a:solidFill>
                <a:latin typeface="微软雅黑" panose="020B0503020204020204" pitchFamily="34" charset="-122"/>
                <a:ea typeface="微软雅黑" panose="020B0503020204020204" pitchFamily="34" charset="-122"/>
              </a:rPr>
              <a:t>MAC </a:t>
            </a:r>
            <a:r>
              <a:rPr lang="zh-CN" altLang="en-US" sz="2000" b="1" dirty="0">
                <a:solidFill>
                  <a:srgbClr val="000099"/>
                </a:solidFill>
                <a:latin typeface="微软雅黑" panose="020B0503020204020204" pitchFamily="34" charset="-122"/>
                <a:ea typeface="微软雅黑" panose="020B0503020204020204" pitchFamily="34" charset="-122"/>
              </a:rPr>
              <a:t>帧的首部填入什么样的 </a:t>
            </a:r>
            <a:r>
              <a:rPr lang="en-US" altLang="zh-CN" sz="2000" b="1" dirty="0">
                <a:solidFill>
                  <a:srgbClr val="000099"/>
                </a:solidFill>
                <a:latin typeface="微软雅黑" panose="020B0503020204020204" pitchFamily="34" charset="-122"/>
                <a:ea typeface="微软雅黑" panose="020B0503020204020204" pitchFamily="34" charset="-122"/>
              </a:rPr>
              <a:t>MAC </a:t>
            </a:r>
            <a:r>
              <a:rPr lang="zh-CN" altLang="en-US" sz="2000" b="1" dirty="0">
                <a:solidFill>
                  <a:srgbClr val="000099"/>
                </a:solidFill>
                <a:latin typeface="微软雅黑" panose="020B0503020204020204" pitchFamily="34" charset="-122"/>
                <a:ea typeface="微软雅黑" panose="020B0503020204020204" pitchFamily="34" charset="-122"/>
              </a:rPr>
              <a:t>地址？</a:t>
            </a:r>
          </a:p>
        </p:txBody>
      </p:sp>
    </p:spTree>
    <p:custDataLst>
      <p:tags r:id="rId1"/>
    </p:custDataLst>
    <p:extLst>
      <p:ext uri="{BB962C8B-B14F-4D97-AF65-F5344CB8AC3E}">
        <p14:creationId xmlns:p14="http://schemas.microsoft.com/office/powerpoint/2010/main" val="1371454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45144" y="2141432"/>
            <a:ext cx="8053711" cy="201770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45144" y="605027"/>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723580" y="572956"/>
            <a:ext cx="36968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4.1.6  </a:t>
            </a:r>
            <a:r>
              <a:rPr lang="zh-CN" altLang="en-US" sz="2400" b="1" dirty="0">
                <a:solidFill>
                  <a:schemeClr val="bg1"/>
                </a:solidFill>
                <a:latin typeface="微软雅黑" pitchFamily="34" charset="-122"/>
                <a:ea typeface="微软雅黑" pitchFamily="34" charset="-122"/>
              </a:rPr>
              <a:t>地址解析协议 </a:t>
            </a:r>
            <a:r>
              <a:rPr lang="en-US" altLang="zh-CN" sz="2400" b="1" dirty="0">
                <a:solidFill>
                  <a:schemeClr val="bg1"/>
                </a:solidFill>
                <a:latin typeface="微软雅黑" pitchFamily="34" charset="-122"/>
                <a:ea typeface="微软雅黑" pitchFamily="34" charset="-122"/>
              </a:rPr>
              <a:t>ARP</a:t>
            </a:r>
            <a:endParaRPr lang="zh-CN" altLang="en-US" sz="2400" b="1" dirty="0">
              <a:solidFill>
                <a:schemeClr val="bg1"/>
              </a:solidFill>
              <a:latin typeface="微软雅黑" pitchFamily="34" charset="-122"/>
              <a:ea typeface="微软雅黑" pitchFamily="34" charset="-122"/>
            </a:endParaRPr>
          </a:p>
        </p:txBody>
      </p:sp>
      <p:sp>
        <p:nvSpPr>
          <p:cNvPr id="7" name="Rectangle 8"/>
          <p:cNvSpPr>
            <a:spLocks noChangeArrowheads="1"/>
          </p:cNvSpPr>
          <p:nvPr/>
        </p:nvSpPr>
        <p:spPr bwMode="auto">
          <a:xfrm>
            <a:off x="545144" y="996098"/>
            <a:ext cx="7665002" cy="11695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实现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通信时使用了两个地址：</a:t>
            </a:r>
          </a:p>
          <a:p>
            <a:pPr marL="717550" indent="-357188">
              <a:lnSpc>
                <a:spcPts val="2800"/>
              </a:lnSpc>
              <a:buClr>
                <a:srgbClr val="7030A0"/>
              </a:buClr>
              <a:buFont typeface="+mj-lt"/>
              <a:buAutoNum type="arabicPeriod"/>
            </a:pP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地址（网络层地址）</a:t>
            </a:r>
          </a:p>
          <a:p>
            <a:pPr marL="717550" indent="-357188">
              <a:lnSpc>
                <a:spcPts val="2800"/>
              </a:lnSpc>
              <a:buClr>
                <a:srgbClr val="7030A0"/>
              </a:buClr>
              <a:buFont typeface="+mj-lt"/>
              <a:buAutoNum type="arabicPeriod"/>
            </a:pP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地址（数据链路层地址）</a:t>
            </a:r>
          </a:p>
        </p:txBody>
      </p:sp>
      <p:sp>
        <p:nvSpPr>
          <p:cNvPr id="14" name="矩形 13"/>
          <p:cNvSpPr/>
          <p:nvPr/>
        </p:nvSpPr>
        <p:spPr>
          <a:xfrm>
            <a:off x="5370849" y="2304398"/>
            <a:ext cx="1444626" cy="307777"/>
          </a:xfrm>
          <a:prstGeom prst="rect">
            <a:avLst/>
          </a:prstGeom>
        </p:spPr>
        <p:txBody>
          <a:bodyPr wrap="none">
            <a:spAutoFit/>
          </a:bodyPr>
          <a:lstStyle/>
          <a:p>
            <a:r>
              <a:rPr lang="en-US" altLang="zh-CN" sz="1400" b="1" dirty="0">
                <a:solidFill>
                  <a:srgbClr val="CC00CC"/>
                </a:solidFill>
                <a:latin typeface="微软雅黑" pitchFamily="34" charset="-122"/>
                <a:ea typeface="微软雅黑" pitchFamily="34" charset="-122"/>
              </a:rPr>
              <a:t>220.168.10.10</a:t>
            </a:r>
            <a:endParaRPr lang="zh-CN" altLang="en-US" sz="1400" b="1" dirty="0">
              <a:solidFill>
                <a:srgbClr val="CC00CC"/>
              </a:solidFill>
              <a:latin typeface="微软雅黑" pitchFamily="34" charset="-122"/>
              <a:ea typeface="微软雅黑" pitchFamily="34" charset="-122"/>
            </a:endParaRPr>
          </a:p>
        </p:txBody>
      </p:sp>
      <p:sp>
        <p:nvSpPr>
          <p:cNvPr id="15" name="矩形 14"/>
          <p:cNvSpPr/>
          <p:nvPr/>
        </p:nvSpPr>
        <p:spPr>
          <a:xfrm>
            <a:off x="5370849" y="2550255"/>
            <a:ext cx="1937453" cy="307777"/>
          </a:xfrm>
          <a:prstGeom prst="rect">
            <a:avLst/>
          </a:prstGeom>
        </p:spPr>
        <p:txBody>
          <a:bodyPr wrap="none">
            <a:spAutoFit/>
          </a:bodyPr>
          <a:lstStyle/>
          <a:p>
            <a:r>
              <a:rPr lang="en-US" altLang="zh-CN" sz="1400" b="1" dirty="0">
                <a:solidFill>
                  <a:srgbClr val="0000FF"/>
                </a:solidFill>
                <a:latin typeface="微软雅黑" pitchFamily="34" charset="-122"/>
                <a:ea typeface="微软雅黑" pitchFamily="34" charset="-122"/>
              </a:rPr>
              <a:t>00-15-C5-C6-CC-07</a:t>
            </a:r>
            <a:endParaRPr lang="zh-CN" altLang="en-US" sz="1400" b="1" dirty="0">
              <a:solidFill>
                <a:srgbClr val="0000FF"/>
              </a:solidFill>
              <a:latin typeface="微软雅黑" pitchFamily="34" charset="-122"/>
              <a:ea typeface="微软雅黑" pitchFamily="34" charset="-122"/>
            </a:endParaRPr>
          </a:p>
        </p:txBody>
      </p:sp>
      <p:sp>
        <p:nvSpPr>
          <p:cNvPr id="16" name="矩形 15"/>
          <p:cNvSpPr/>
          <p:nvPr/>
        </p:nvSpPr>
        <p:spPr>
          <a:xfrm>
            <a:off x="5592012" y="2957998"/>
            <a:ext cx="1444626" cy="307777"/>
          </a:xfrm>
          <a:prstGeom prst="rect">
            <a:avLst/>
          </a:prstGeom>
        </p:spPr>
        <p:txBody>
          <a:bodyPr wrap="none">
            <a:spAutoFit/>
          </a:bodyPr>
          <a:lstStyle/>
          <a:p>
            <a:pPr algn="ctr"/>
            <a:r>
              <a:rPr lang="en-US" altLang="zh-CN" sz="1400" b="1" dirty="0">
                <a:solidFill>
                  <a:srgbClr val="CC00CC"/>
                </a:solidFill>
                <a:latin typeface="微软雅黑" pitchFamily="34" charset="-122"/>
                <a:ea typeface="微软雅黑" pitchFamily="34" charset="-122"/>
              </a:rPr>
              <a:t>220.168.10.20</a:t>
            </a:r>
            <a:endParaRPr lang="zh-CN" altLang="en-US" sz="1400" b="1" dirty="0">
              <a:solidFill>
                <a:srgbClr val="CC00CC"/>
              </a:solidFill>
              <a:latin typeface="微软雅黑" pitchFamily="34" charset="-122"/>
              <a:ea typeface="微软雅黑" pitchFamily="34" charset="-122"/>
            </a:endParaRPr>
          </a:p>
        </p:txBody>
      </p:sp>
      <p:sp>
        <p:nvSpPr>
          <p:cNvPr id="17" name="矩形 16"/>
          <p:cNvSpPr/>
          <p:nvPr/>
        </p:nvSpPr>
        <p:spPr>
          <a:xfrm>
            <a:off x="5356431" y="3776593"/>
            <a:ext cx="1933542" cy="307777"/>
          </a:xfrm>
          <a:prstGeom prst="rect">
            <a:avLst/>
          </a:prstGeom>
        </p:spPr>
        <p:txBody>
          <a:bodyPr wrap="none">
            <a:spAutoFit/>
          </a:bodyPr>
          <a:lstStyle/>
          <a:p>
            <a:pPr algn="ctr"/>
            <a:r>
              <a:rPr lang="en-US" altLang="zh-CN" sz="1400" b="1" dirty="0">
                <a:solidFill>
                  <a:srgbClr val="0000FF"/>
                </a:solidFill>
                <a:latin typeface="微软雅黑" pitchFamily="34" charset="-122"/>
                <a:ea typeface="微软雅黑" pitchFamily="34" charset="-122"/>
              </a:rPr>
              <a:t>00-15-C5-C8-C4-95</a:t>
            </a:r>
            <a:endParaRPr lang="zh-CN" altLang="en-US" sz="1400" b="1" dirty="0">
              <a:solidFill>
                <a:srgbClr val="0000FF"/>
              </a:solidFill>
              <a:latin typeface="微软雅黑" pitchFamily="34" charset="-122"/>
              <a:ea typeface="微软雅黑" pitchFamily="34" charset="-122"/>
            </a:endParaRPr>
          </a:p>
        </p:txBody>
      </p:sp>
      <p:sp>
        <p:nvSpPr>
          <p:cNvPr id="18" name="矩形 17"/>
          <p:cNvSpPr/>
          <p:nvPr/>
        </p:nvSpPr>
        <p:spPr>
          <a:xfrm>
            <a:off x="2443632" y="2957998"/>
            <a:ext cx="1444626" cy="307777"/>
          </a:xfrm>
          <a:prstGeom prst="rect">
            <a:avLst/>
          </a:prstGeom>
        </p:spPr>
        <p:txBody>
          <a:bodyPr wrap="none">
            <a:spAutoFit/>
          </a:bodyPr>
          <a:lstStyle/>
          <a:p>
            <a:pPr algn="ctr"/>
            <a:r>
              <a:rPr lang="en-US" altLang="zh-CN" sz="1400" b="1" dirty="0">
                <a:solidFill>
                  <a:srgbClr val="CC00CC"/>
                </a:solidFill>
                <a:latin typeface="微软雅黑" pitchFamily="34" charset="-122"/>
                <a:ea typeface="微软雅黑" pitchFamily="34" charset="-122"/>
              </a:rPr>
              <a:t>220.168.10.16</a:t>
            </a:r>
            <a:endParaRPr lang="zh-CN" altLang="en-US" sz="1400" b="1" dirty="0">
              <a:solidFill>
                <a:srgbClr val="CC00CC"/>
              </a:solidFill>
              <a:latin typeface="微软雅黑" pitchFamily="34" charset="-122"/>
              <a:ea typeface="微软雅黑" pitchFamily="34" charset="-122"/>
            </a:endParaRPr>
          </a:p>
        </p:txBody>
      </p:sp>
      <p:sp>
        <p:nvSpPr>
          <p:cNvPr id="19" name="矩形 18"/>
          <p:cNvSpPr/>
          <p:nvPr/>
        </p:nvSpPr>
        <p:spPr>
          <a:xfrm>
            <a:off x="2113960" y="3776593"/>
            <a:ext cx="1933542" cy="307777"/>
          </a:xfrm>
          <a:prstGeom prst="rect">
            <a:avLst/>
          </a:prstGeom>
        </p:spPr>
        <p:txBody>
          <a:bodyPr wrap="none">
            <a:spAutoFit/>
          </a:bodyPr>
          <a:lstStyle/>
          <a:p>
            <a:pPr algn="ctr"/>
            <a:r>
              <a:rPr lang="en-US" altLang="zh-CN" sz="1400" b="1" dirty="0">
                <a:solidFill>
                  <a:srgbClr val="0000FF"/>
                </a:solidFill>
                <a:latin typeface="微软雅黑" pitchFamily="34" charset="-122"/>
                <a:ea typeface="微软雅黑" pitchFamily="34" charset="-122"/>
              </a:rPr>
              <a:t>00-15-C5-C6-C8-11</a:t>
            </a:r>
            <a:endParaRPr lang="zh-CN" altLang="en-US" sz="1400" b="1" dirty="0">
              <a:solidFill>
                <a:srgbClr val="0000FF"/>
              </a:solidFill>
              <a:latin typeface="微软雅黑" pitchFamily="34" charset="-122"/>
              <a:ea typeface="微软雅黑" pitchFamily="34" charset="-122"/>
            </a:endParaRPr>
          </a:p>
        </p:txBody>
      </p:sp>
      <p:sp>
        <p:nvSpPr>
          <p:cNvPr id="20" name="矩形标注 19"/>
          <p:cNvSpPr/>
          <p:nvPr/>
        </p:nvSpPr>
        <p:spPr bwMode="auto">
          <a:xfrm>
            <a:off x="7272518" y="2347356"/>
            <a:ext cx="719810" cy="252220"/>
          </a:xfrm>
          <a:prstGeom prst="wedgeRectCallout">
            <a:avLst>
              <a:gd name="adj1" fmla="val -115132"/>
              <a:gd name="adj2" fmla="val 7547"/>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en-US" altLang="zh-CN" sz="1200" b="1" i="0" u="none" strike="noStrike" cap="none" normalizeH="0" baseline="0" dirty="0">
                <a:ln>
                  <a:noFill/>
                </a:ln>
                <a:solidFill>
                  <a:schemeClr val="tx1"/>
                </a:solidFill>
                <a:effectLst/>
                <a:latin typeface="微软雅黑" pitchFamily="34" charset="-122"/>
                <a:ea typeface="微软雅黑" pitchFamily="34" charset="-122"/>
              </a:rPr>
              <a:t>IP </a:t>
            </a:r>
            <a:r>
              <a:rPr kumimoji="0" lang="zh-CN" altLang="en-US" sz="1200" b="1" i="0" u="none" strike="noStrike" cap="none" normalizeH="0" baseline="0" dirty="0">
                <a:ln>
                  <a:noFill/>
                </a:ln>
                <a:solidFill>
                  <a:schemeClr val="tx1"/>
                </a:solidFill>
                <a:effectLst/>
                <a:latin typeface="微软雅黑" pitchFamily="34" charset="-122"/>
                <a:ea typeface="微软雅黑" pitchFamily="34" charset="-122"/>
              </a:rPr>
              <a:t>地址</a:t>
            </a:r>
          </a:p>
        </p:txBody>
      </p:sp>
      <p:sp>
        <p:nvSpPr>
          <p:cNvPr id="21" name="矩形标注 20"/>
          <p:cNvSpPr/>
          <p:nvPr/>
        </p:nvSpPr>
        <p:spPr bwMode="auto">
          <a:xfrm>
            <a:off x="7148331" y="2987786"/>
            <a:ext cx="968183" cy="252220"/>
          </a:xfrm>
          <a:prstGeom prst="wedgeRectCallout">
            <a:avLst>
              <a:gd name="adj1" fmla="val -79440"/>
              <a:gd name="adj2" fmla="val -134079"/>
            </a:avLst>
          </a:prstGeom>
          <a:solidFill>
            <a:srgbClr val="00FF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lang="en-US" altLang="zh-CN" sz="1200" b="1" dirty="0">
                <a:latin typeface="微软雅黑" pitchFamily="34" charset="-122"/>
                <a:ea typeface="微软雅黑" pitchFamily="34" charset="-122"/>
              </a:rPr>
              <a:t>MAC</a:t>
            </a:r>
            <a:r>
              <a:rPr kumimoji="0" lang="en-US" altLang="zh-CN" sz="1200" b="1" i="0" u="none" strike="noStrike" cap="none" normalizeH="0" baseline="0" dirty="0">
                <a:ln>
                  <a:noFill/>
                </a:ln>
                <a:solidFill>
                  <a:schemeClr val="tx1"/>
                </a:solidFill>
                <a:effectLst/>
                <a:latin typeface="微软雅黑" pitchFamily="34" charset="-122"/>
                <a:ea typeface="微软雅黑" pitchFamily="34" charset="-122"/>
              </a:rPr>
              <a:t> </a:t>
            </a:r>
            <a:r>
              <a:rPr kumimoji="0" lang="zh-CN" altLang="en-US" sz="1200" b="1" i="0" u="none" strike="noStrike" cap="none" normalizeH="0" baseline="0" dirty="0">
                <a:ln>
                  <a:noFill/>
                </a:ln>
                <a:solidFill>
                  <a:schemeClr val="tx1"/>
                </a:solidFill>
                <a:effectLst/>
                <a:latin typeface="微软雅黑" pitchFamily="34" charset="-122"/>
                <a:ea typeface="微软雅黑" pitchFamily="34" charset="-122"/>
              </a:rPr>
              <a:t>地址</a:t>
            </a:r>
          </a:p>
        </p:txBody>
      </p:sp>
      <p:cxnSp>
        <p:nvCxnSpPr>
          <p:cNvPr id="22" name="直接箭头连接符 21"/>
          <p:cNvCxnSpPr/>
          <p:nvPr/>
        </p:nvCxnSpPr>
        <p:spPr bwMode="auto">
          <a:xfrm flipH="1">
            <a:off x="5146813" y="2433126"/>
            <a:ext cx="253979"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箭头连接符 22"/>
          <p:cNvCxnSpPr/>
          <p:nvPr/>
        </p:nvCxnSpPr>
        <p:spPr bwMode="auto">
          <a:xfrm flipH="1">
            <a:off x="5146813" y="2693672"/>
            <a:ext cx="253979"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 name="椭圆 23"/>
          <p:cNvSpPr/>
          <p:nvPr/>
        </p:nvSpPr>
        <p:spPr bwMode="auto">
          <a:xfrm>
            <a:off x="4200086" y="3152056"/>
            <a:ext cx="1198354" cy="719012"/>
          </a:xfrm>
          <a:prstGeom prst="ellipse">
            <a:avLst/>
          </a:prstGeom>
          <a:solidFill>
            <a:srgbClr val="99FFCC"/>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rPr>
              <a:t>LAN</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p:txBody>
      </p:sp>
      <p:cxnSp>
        <p:nvCxnSpPr>
          <p:cNvPr id="25" name="直接连接符 24"/>
          <p:cNvCxnSpPr>
            <a:stCxn id="29" idx="3"/>
            <a:endCxn id="24" idx="2"/>
          </p:cNvCxnSpPr>
          <p:nvPr/>
        </p:nvCxnSpPr>
        <p:spPr bwMode="auto">
          <a:xfrm flipV="1">
            <a:off x="3458827" y="3511562"/>
            <a:ext cx="741259" cy="1"/>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25"/>
          <p:cNvCxnSpPr>
            <a:stCxn id="33" idx="1"/>
            <a:endCxn id="24" idx="6"/>
          </p:cNvCxnSpPr>
          <p:nvPr/>
        </p:nvCxnSpPr>
        <p:spPr bwMode="auto">
          <a:xfrm flipH="1" flipV="1">
            <a:off x="5398440" y="3511562"/>
            <a:ext cx="593008" cy="1"/>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26"/>
          <p:cNvCxnSpPr>
            <a:stCxn id="36" idx="2"/>
            <a:endCxn id="24" idx="0"/>
          </p:cNvCxnSpPr>
          <p:nvPr/>
        </p:nvCxnSpPr>
        <p:spPr bwMode="auto">
          <a:xfrm>
            <a:off x="4795730" y="2839354"/>
            <a:ext cx="3533" cy="312702"/>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56830" y="3260564"/>
            <a:ext cx="501997" cy="501997"/>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91448" y="3260564"/>
            <a:ext cx="501997" cy="501997"/>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44731" y="2337357"/>
            <a:ext cx="501997" cy="501997"/>
          </a:xfrm>
          <a:prstGeom prst="rect">
            <a:avLst/>
          </a:prstGeom>
          <a:noFill/>
          <a:extLst>
            <a:ext uri="{909E8E84-426E-40DD-AFC4-6F175D3DCCD1}">
              <a14:hiddenFill xmlns:a14="http://schemas.microsoft.com/office/drawing/2010/main">
                <a:solidFill>
                  <a:srgbClr val="FFFFFF"/>
                </a:solidFill>
              </a14:hiddenFill>
            </a:ext>
          </a:extLst>
        </p:spPr>
      </p:pic>
      <p:pic>
        <p:nvPicPr>
          <p:cNvPr id="11268" name="Picture 4" descr="See the source imag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70513" y="3413068"/>
            <a:ext cx="324555" cy="288759"/>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4" descr="See the source imag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3276354" y="3413068"/>
            <a:ext cx="324555" cy="288759"/>
          </a:xfrm>
          <a:prstGeom prst="rect">
            <a:avLst/>
          </a:prstGeom>
          <a:noFill/>
          <a:extLst>
            <a:ext uri="{909E8E84-426E-40DD-AFC4-6F175D3DCCD1}">
              <a14:hiddenFill xmlns:a14="http://schemas.microsoft.com/office/drawing/2010/main">
                <a:solidFill>
                  <a:srgbClr val="FFFFFF"/>
                </a:solidFill>
              </a14:hiddenFill>
            </a:ext>
          </a:extLst>
        </p:spPr>
      </p:pic>
      <p:pic>
        <p:nvPicPr>
          <p:cNvPr id="43" name="Picture 4" descr="See the source imag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806309" y="2548171"/>
            <a:ext cx="324555" cy="28875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0778983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 name="圆角矩形 229"/>
          <p:cNvSpPr/>
          <p:nvPr/>
        </p:nvSpPr>
        <p:spPr>
          <a:xfrm>
            <a:off x="556963" y="1790549"/>
            <a:ext cx="8048776" cy="2427316"/>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8" name="AutoShape 5"/>
          <p:cNvSpPr>
            <a:spLocks noChangeArrowheads="1"/>
          </p:cNvSpPr>
          <p:nvPr/>
        </p:nvSpPr>
        <p:spPr bwMode="auto">
          <a:xfrm>
            <a:off x="556963" y="60475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09" name="Rectangle 6"/>
          <p:cNvSpPr>
            <a:spLocks noChangeArrowheads="1"/>
          </p:cNvSpPr>
          <p:nvPr/>
        </p:nvSpPr>
        <p:spPr bwMode="auto">
          <a:xfrm>
            <a:off x="2987805" y="571548"/>
            <a:ext cx="31870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地址解析协议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的作用</a:t>
            </a:r>
          </a:p>
        </p:txBody>
      </p:sp>
      <p:sp>
        <p:nvSpPr>
          <p:cNvPr id="210" name="Rectangle 68"/>
          <p:cNvSpPr>
            <a:spLocks noChangeArrowheads="1"/>
          </p:cNvSpPr>
          <p:nvPr/>
        </p:nvSpPr>
        <p:spPr bwMode="auto">
          <a:xfrm>
            <a:off x="448327" y="987056"/>
            <a:ext cx="8306380" cy="78483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27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已经知道了一个机器（主机或路由器）的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地址，如何找出其相应的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a:t>
            </a:r>
          </a:p>
        </p:txBody>
      </p:sp>
      <p:grpSp>
        <p:nvGrpSpPr>
          <p:cNvPr id="5" name="组合 4"/>
          <p:cNvGrpSpPr/>
          <p:nvPr/>
        </p:nvGrpSpPr>
        <p:grpSpPr>
          <a:xfrm>
            <a:off x="1954375" y="2005187"/>
            <a:ext cx="4434604" cy="1495690"/>
            <a:chOff x="2054734" y="2247807"/>
            <a:chExt cx="4434604" cy="1495690"/>
          </a:xfrm>
        </p:grpSpPr>
        <p:sp>
          <p:nvSpPr>
            <p:cNvPr id="218" name="Line 16"/>
            <p:cNvSpPr>
              <a:spLocks noChangeShapeType="1"/>
            </p:cNvSpPr>
            <p:nvPr/>
          </p:nvSpPr>
          <p:spPr bwMode="auto">
            <a:xfrm>
              <a:off x="6127397" y="2247807"/>
              <a:ext cx="0" cy="1495690"/>
            </a:xfrm>
            <a:prstGeom prst="line">
              <a:avLst/>
            </a:prstGeom>
            <a:noFill/>
            <a:ln w="19050">
              <a:solidFill>
                <a:srgbClr val="0000CC"/>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219" name="Text Box 17"/>
            <p:cNvSpPr txBox="1">
              <a:spLocks noChangeArrowheads="1"/>
            </p:cNvSpPr>
            <p:nvPr/>
          </p:nvSpPr>
          <p:spPr bwMode="auto">
            <a:xfrm>
              <a:off x="5766063" y="2823150"/>
              <a:ext cx="723275" cy="30777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网络层</a:t>
              </a:r>
            </a:p>
          </p:txBody>
        </p:sp>
        <p:sp>
          <p:nvSpPr>
            <p:cNvPr id="220" name="Rectangle 18"/>
            <p:cNvSpPr>
              <a:spLocks noChangeArrowheads="1"/>
            </p:cNvSpPr>
            <p:nvPr/>
          </p:nvSpPr>
          <p:spPr bwMode="auto">
            <a:xfrm>
              <a:off x="2054734" y="2247808"/>
              <a:ext cx="3750687" cy="1418325"/>
            </a:xfrm>
            <a:prstGeom prst="rect">
              <a:avLst/>
            </a:prstGeom>
            <a:solidFill>
              <a:srgbClr val="00FFFF"/>
            </a:solidFill>
            <a:ln w="12700">
              <a:solidFill>
                <a:schemeClr val="tx1"/>
              </a:solidFill>
              <a:miter lim="800000"/>
              <a:headEnd/>
              <a:tailEnd/>
            </a:ln>
            <a:effectLst/>
          </p:spPr>
          <p:txBody>
            <a:bodyPr wrap="none" anchor="ctr"/>
            <a:lstStyle/>
            <a:p>
              <a:pPr algn="ctr"/>
              <a:r>
                <a:rPr lang="en-US" altLang="zh-CN" sz="1600" b="1">
                  <a:solidFill>
                    <a:srgbClr val="000099"/>
                  </a:solidFill>
                  <a:latin typeface="微软雅黑" pitchFamily="34" charset="-122"/>
                  <a:ea typeface="微软雅黑" pitchFamily="34" charset="-122"/>
                </a:rPr>
                <a:t>ARP</a:t>
              </a:r>
            </a:p>
            <a:p>
              <a:pPr algn="ctr"/>
              <a:endParaRPr lang="en-US" altLang="zh-CN" sz="1600" b="1">
                <a:solidFill>
                  <a:srgbClr val="000099"/>
                </a:solidFill>
                <a:latin typeface="微软雅黑" pitchFamily="34" charset="-122"/>
                <a:ea typeface="微软雅黑" pitchFamily="34" charset="-122"/>
              </a:endParaRPr>
            </a:p>
          </p:txBody>
        </p:sp>
        <p:sp>
          <p:nvSpPr>
            <p:cNvPr id="223" name="Rectangle 22"/>
            <p:cNvSpPr>
              <a:spLocks noChangeArrowheads="1"/>
            </p:cNvSpPr>
            <p:nvPr/>
          </p:nvSpPr>
          <p:spPr bwMode="auto">
            <a:xfrm>
              <a:off x="2892584" y="2664967"/>
              <a:ext cx="1899428" cy="562775"/>
            </a:xfrm>
            <a:prstGeom prst="rect">
              <a:avLst/>
            </a:prstGeom>
            <a:solidFill>
              <a:srgbClr val="0000CC"/>
            </a:solidFill>
            <a:ln w="9525">
              <a:solidFill>
                <a:schemeClr val="tx1"/>
              </a:solidFill>
              <a:miter lim="800000"/>
              <a:headEnd/>
              <a:tailEnd/>
            </a:ln>
            <a:effectLst/>
          </p:spPr>
          <p:txBody>
            <a:bodyPr wrap="none" anchor="ctr"/>
            <a:lstStyle/>
            <a:p>
              <a:pPr algn="ctr"/>
              <a:r>
                <a:rPr lang="en-US" altLang="zh-CN" sz="2000" b="1" dirty="0">
                  <a:solidFill>
                    <a:schemeClr val="bg1"/>
                  </a:solidFill>
                  <a:latin typeface="微软雅黑" pitchFamily="34" charset="-122"/>
                  <a:ea typeface="微软雅黑" pitchFamily="34" charset="-122"/>
                </a:rPr>
                <a:t>IP</a:t>
              </a:r>
            </a:p>
          </p:txBody>
        </p:sp>
        <p:sp>
          <p:nvSpPr>
            <p:cNvPr id="224" name="Rectangle 24"/>
            <p:cNvSpPr>
              <a:spLocks noChangeArrowheads="1"/>
            </p:cNvSpPr>
            <p:nvPr/>
          </p:nvSpPr>
          <p:spPr bwMode="auto">
            <a:xfrm>
              <a:off x="3009888" y="2300110"/>
              <a:ext cx="787673" cy="284469"/>
            </a:xfrm>
            <a:prstGeom prst="rect">
              <a:avLst/>
            </a:prstGeom>
            <a:solidFill>
              <a:schemeClr val="bg1"/>
            </a:solidFill>
            <a:ln w="9525">
              <a:solidFill>
                <a:schemeClr val="tx1"/>
              </a:solidFill>
              <a:miter lim="800000"/>
              <a:headEnd/>
              <a:tailEnd/>
            </a:ln>
            <a:effectLst/>
          </p:spPr>
          <p:txBody>
            <a:bodyPr wrap="none" anchor="ctr"/>
            <a:lstStyle/>
            <a:p>
              <a:pPr algn="ctr"/>
              <a:r>
                <a:rPr lang="en-US" altLang="zh-CN" sz="1600" b="1" dirty="0">
                  <a:latin typeface="微软雅黑" pitchFamily="34" charset="-122"/>
                  <a:ea typeface="微软雅黑" pitchFamily="34" charset="-122"/>
                </a:rPr>
                <a:t>IGMP</a:t>
              </a:r>
            </a:p>
          </p:txBody>
        </p:sp>
        <p:sp>
          <p:nvSpPr>
            <p:cNvPr id="227" name="Rectangle 29"/>
            <p:cNvSpPr>
              <a:spLocks noChangeArrowheads="1"/>
            </p:cNvSpPr>
            <p:nvPr/>
          </p:nvSpPr>
          <p:spPr bwMode="auto">
            <a:xfrm>
              <a:off x="2226045" y="2300110"/>
              <a:ext cx="787673" cy="284469"/>
            </a:xfrm>
            <a:prstGeom prst="rect">
              <a:avLst/>
            </a:prstGeom>
            <a:solidFill>
              <a:schemeClr val="bg1"/>
            </a:solidFill>
            <a:ln w="9525">
              <a:solidFill>
                <a:schemeClr val="tx1"/>
              </a:solidFill>
              <a:miter lim="800000"/>
              <a:headEnd/>
              <a:tailEnd/>
            </a:ln>
            <a:effectLst/>
          </p:spPr>
          <p:txBody>
            <a:bodyPr wrap="none" anchor="ctr"/>
            <a:lstStyle/>
            <a:p>
              <a:pPr algn="ctr"/>
              <a:r>
                <a:rPr lang="en-US" altLang="zh-CN" sz="1600" b="1" dirty="0">
                  <a:latin typeface="微软雅黑" pitchFamily="34" charset="-122"/>
                  <a:ea typeface="微软雅黑" pitchFamily="34" charset="-122"/>
                </a:rPr>
                <a:t>ICMP</a:t>
              </a:r>
            </a:p>
          </p:txBody>
        </p:sp>
        <p:sp>
          <p:nvSpPr>
            <p:cNvPr id="228" name="Rectangle 30"/>
            <p:cNvSpPr>
              <a:spLocks noChangeArrowheads="1"/>
            </p:cNvSpPr>
            <p:nvPr/>
          </p:nvSpPr>
          <p:spPr bwMode="auto">
            <a:xfrm>
              <a:off x="4957970" y="3227741"/>
              <a:ext cx="641150" cy="309453"/>
            </a:xfrm>
            <a:prstGeom prst="rect">
              <a:avLst/>
            </a:prstGeom>
            <a:solidFill>
              <a:srgbClr val="FFC000"/>
            </a:solidFill>
            <a:ln w="9525">
              <a:solidFill>
                <a:schemeClr val="tx1"/>
              </a:solidFill>
              <a:miter lim="800000"/>
              <a:headEnd/>
              <a:tailEnd/>
            </a:ln>
            <a:effectLst/>
          </p:spPr>
          <p:txBody>
            <a:bodyPr wrap="none" anchor="ctr"/>
            <a:lstStyle/>
            <a:p>
              <a:pPr algn="ctr"/>
              <a:r>
                <a:rPr lang="en-US" altLang="zh-CN" sz="1600" b="1" dirty="0">
                  <a:latin typeface="微软雅黑" pitchFamily="34" charset="-122"/>
                  <a:ea typeface="微软雅黑" pitchFamily="34" charset="-122"/>
                </a:rPr>
                <a:t>ARP</a:t>
              </a:r>
            </a:p>
          </p:txBody>
        </p:sp>
      </p:grpSp>
      <p:sp>
        <p:nvSpPr>
          <p:cNvPr id="229" name="矩形 228"/>
          <p:cNvSpPr/>
          <p:nvPr/>
        </p:nvSpPr>
        <p:spPr>
          <a:xfrm>
            <a:off x="6358891" y="2046518"/>
            <a:ext cx="2037916" cy="1446550"/>
          </a:xfrm>
          <a:prstGeom prst="rect">
            <a:avLst/>
          </a:prstGeom>
          <a:solidFill>
            <a:schemeClr val="bg1"/>
          </a:solidFill>
        </p:spPr>
        <p:txBody>
          <a:bodyPr wrap="square">
            <a:spAutoFit/>
          </a:bodyPr>
          <a:lstStyle/>
          <a:p>
            <a:pPr>
              <a:lnSpc>
                <a:spcPct val="110000"/>
              </a:lnSpc>
            </a:pPr>
            <a:r>
              <a:rPr lang="en-US" altLang="zh-CN" sz="1600" b="1" dirty="0">
                <a:solidFill>
                  <a:srgbClr val="0000FF"/>
                </a:solidFill>
                <a:latin typeface="微软雅黑" pitchFamily="34" charset="-122"/>
                <a:ea typeface="微软雅黑" pitchFamily="34" charset="-122"/>
              </a:rPr>
              <a:t>ARP </a:t>
            </a:r>
            <a:r>
              <a:rPr lang="en-US" altLang="zh-CN" sz="1600" b="1" dirty="0">
                <a:latin typeface="微软雅黑" pitchFamily="34" charset="-122"/>
                <a:ea typeface="微软雅黑" pitchFamily="34" charset="-122"/>
              </a:rPr>
              <a:t>(Address Resolution Protocol ) </a:t>
            </a:r>
            <a:r>
              <a:rPr lang="zh-CN" altLang="en-US" sz="1600" b="1" dirty="0">
                <a:solidFill>
                  <a:srgbClr val="C00000"/>
                </a:solidFill>
                <a:latin typeface="微软雅黑" pitchFamily="34" charset="-122"/>
                <a:ea typeface="微软雅黑" pitchFamily="34" charset="-122"/>
              </a:rPr>
              <a:t>作用：</a:t>
            </a:r>
            <a:endParaRPr lang="en-US" altLang="zh-CN" sz="1600" b="1" dirty="0">
              <a:solidFill>
                <a:srgbClr val="C00000"/>
              </a:solidFill>
              <a:latin typeface="微软雅黑" pitchFamily="34" charset="-122"/>
              <a:ea typeface="微软雅黑" pitchFamily="34" charset="-122"/>
            </a:endParaRPr>
          </a:p>
          <a:p>
            <a:pPr>
              <a:lnSpc>
                <a:spcPct val="110000"/>
              </a:lnSpc>
            </a:pPr>
            <a:r>
              <a:rPr lang="zh-CN" altLang="zh-CN" sz="1600" b="1" dirty="0">
                <a:latin typeface="微软雅黑" pitchFamily="34" charset="-122"/>
                <a:ea typeface="微软雅黑" pitchFamily="34" charset="-122"/>
              </a:rPr>
              <a:t>从</a:t>
            </a:r>
            <a:r>
              <a:rPr lang="en-US" altLang="zh-CN" sz="1600" b="1" dirty="0">
                <a:latin typeface="微软雅黑" pitchFamily="34" charset="-122"/>
                <a:ea typeface="微软雅黑" pitchFamily="34" charset="-122"/>
              </a:rPr>
              <a:t> IP </a:t>
            </a:r>
            <a:r>
              <a:rPr lang="zh-CN" altLang="zh-CN" sz="1600" b="1" dirty="0">
                <a:latin typeface="微软雅黑" pitchFamily="34" charset="-122"/>
                <a:ea typeface="微软雅黑" pitchFamily="34" charset="-122"/>
              </a:rPr>
              <a:t>地址解析出</a:t>
            </a:r>
            <a:r>
              <a:rPr lang="en-US" altLang="zh-CN" sz="1600" b="1" dirty="0">
                <a:latin typeface="微软雅黑" pitchFamily="34" charset="-122"/>
                <a:ea typeface="微软雅黑" pitchFamily="34" charset="-122"/>
              </a:rPr>
              <a:t> MAC </a:t>
            </a:r>
            <a:r>
              <a:rPr lang="zh-CN" altLang="zh-CN" sz="1600" b="1" dirty="0">
                <a:latin typeface="微软雅黑" pitchFamily="34" charset="-122"/>
                <a:ea typeface="微软雅黑" pitchFamily="34" charset="-122"/>
              </a:rPr>
              <a:t>地址</a:t>
            </a:r>
            <a:r>
              <a:rPr lang="zh-CN" altLang="en-US" sz="1600" b="1" dirty="0">
                <a:latin typeface="微软雅黑" pitchFamily="34" charset="-122"/>
                <a:ea typeface="微软雅黑" pitchFamily="34" charset="-122"/>
              </a:rPr>
              <a:t>。</a:t>
            </a:r>
          </a:p>
        </p:txBody>
      </p:sp>
      <p:grpSp>
        <p:nvGrpSpPr>
          <p:cNvPr id="3" name="组合 2"/>
          <p:cNvGrpSpPr/>
          <p:nvPr/>
        </p:nvGrpSpPr>
        <p:grpSpPr>
          <a:xfrm>
            <a:off x="779168" y="3079482"/>
            <a:ext cx="2425120" cy="1043117"/>
            <a:chOff x="879527" y="3322102"/>
            <a:chExt cx="2425120" cy="1043117"/>
          </a:xfrm>
        </p:grpSpPr>
        <p:sp>
          <p:nvSpPr>
            <p:cNvPr id="21" name="任意多边形 20"/>
            <p:cNvSpPr/>
            <p:nvPr/>
          </p:nvSpPr>
          <p:spPr>
            <a:xfrm>
              <a:off x="1316167" y="3534154"/>
              <a:ext cx="1737929" cy="312193"/>
            </a:xfrm>
            <a:custGeom>
              <a:avLst/>
              <a:gdLst>
                <a:gd name="connsiteX0" fmla="*/ 0 w 2159541"/>
                <a:gd name="connsiteY0" fmla="*/ 0 h 505838"/>
                <a:gd name="connsiteX1" fmla="*/ 1186775 w 2159541"/>
                <a:gd name="connsiteY1" fmla="*/ 505838 h 505838"/>
                <a:gd name="connsiteX2" fmla="*/ 1726660 w 2159541"/>
                <a:gd name="connsiteY2" fmla="*/ 500974 h 505838"/>
                <a:gd name="connsiteX3" fmla="*/ 2159541 w 2159541"/>
                <a:gd name="connsiteY3" fmla="*/ 9727 h 505838"/>
                <a:gd name="connsiteX4" fmla="*/ 0 w 2159541"/>
                <a:gd name="connsiteY4" fmla="*/ 0 h 505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541" h="505838">
                  <a:moveTo>
                    <a:pt x="0" y="0"/>
                  </a:moveTo>
                  <a:lnTo>
                    <a:pt x="1186775" y="505838"/>
                  </a:lnTo>
                  <a:lnTo>
                    <a:pt x="1726660" y="500974"/>
                  </a:lnTo>
                  <a:lnTo>
                    <a:pt x="2159541" y="9727"/>
                  </a:lnTo>
                  <a:lnTo>
                    <a:pt x="0" y="0"/>
                  </a:lnTo>
                  <a:close/>
                </a:path>
              </a:pathLst>
            </a:cu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23" name="矩形 22"/>
            <p:cNvSpPr/>
            <p:nvPr/>
          </p:nvSpPr>
          <p:spPr>
            <a:xfrm>
              <a:off x="1317443" y="3322102"/>
              <a:ext cx="1737930" cy="212053"/>
            </a:xfrm>
            <a:prstGeom prst="rect">
              <a:avLst/>
            </a:prstGeom>
            <a:solidFill>
              <a:srgbClr val="FFC0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zh-CN" sz="1200" b="1" dirty="0">
                  <a:solidFill>
                    <a:schemeClr val="tx1"/>
                  </a:solidFill>
                  <a:latin typeface="微软雅黑" panose="020B0503020204020204" pitchFamily="34" charset="-122"/>
                  <a:ea typeface="微软雅黑" panose="020B0503020204020204" pitchFamily="34" charset="-122"/>
                  <a:cs typeface="Times New Roman" pitchFamily="18" charset="0"/>
                </a:rPr>
                <a:t>ARP </a:t>
              </a:r>
              <a:r>
                <a:rPr lang="zh-CN" altLang="en-US" sz="1200" b="1" dirty="0">
                  <a:solidFill>
                    <a:schemeClr val="tx1"/>
                  </a:solidFill>
                  <a:latin typeface="微软雅黑" panose="020B0503020204020204" pitchFamily="34" charset="-122"/>
                  <a:ea typeface="微软雅黑" panose="020B0503020204020204" pitchFamily="34" charset="-122"/>
                  <a:cs typeface="Times New Roman" pitchFamily="18" charset="0"/>
                </a:rPr>
                <a:t>请求或回答分组</a:t>
              </a:r>
            </a:p>
          </p:txBody>
        </p:sp>
        <p:sp>
          <p:nvSpPr>
            <p:cNvPr id="25" name="右箭头 24"/>
            <p:cNvSpPr/>
            <p:nvPr/>
          </p:nvSpPr>
          <p:spPr>
            <a:xfrm flipH="1">
              <a:off x="1200718" y="3884150"/>
              <a:ext cx="178235" cy="128293"/>
            </a:xfrm>
            <a:prstGeom prst="rightArrow">
              <a:avLst/>
            </a:prstGeom>
            <a:solidFill>
              <a:srgbClr val="9900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32" name="Text Box 7"/>
            <p:cNvSpPr txBox="1">
              <a:spLocks noChangeArrowheads="1"/>
            </p:cNvSpPr>
            <p:nvPr/>
          </p:nvSpPr>
          <p:spPr bwMode="auto">
            <a:xfrm>
              <a:off x="879527" y="3661063"/>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0000FF"/>
                  </a:solidFill>
                  <a:latin typeface="微软雅黑" panose="020B0503020204020204" pitchFamily="34" charset="-122"/>
                  <a:ea typeface="微软雅黑" panose="020B0503020204020204" pitchFamily="34" charset="-122"/>
                </a:rPr>
                <a:t>发送</a:t>
              </a:r>
            </a:p>
          </p:txBody>
        </p:sp>
        <p:sp>
          <p:nvSpPr>
            <p:cNvPr id="22" name="矩形 21"/>
            <p:cNvSpPr/>
            <p:nvPr/>
          </p:nvSpPr>
          <p:spPr>
            <a:xfrm>
              <a:off x="1360860" y="3838192"/>
              <a:ext cx="1809439" cy="21088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24" name="Text Box 7"/>
            <p:cNvSpPr txBox="1">
              <a:spLocks noChangeArrowheads="1"/>
            </p:cNvSpPr>
            <p:nvPr/>
          </p:nvSpPr>
          <p:spPr bwMode="auto">
            <a:xfrm>
              <a:off x="1210804" y="4088220"/>
              <a:ext cx="20938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ARP </a:t>
              </a:r>
              <a:r>
                <a:rPr lang="zh-CN" altLang="en-US" sz="1200" b="1" dirty="0">
                  <a:latin typeface="微软雅黑" panose="020B0503020204020204" pitchFamily="34" charset="-122"/>
                  <a:ea typeface="微软雅黑" panose="020B0503020204020204" pitchFamily="34" charset="-122"/>
                </a:rPr>
                <a:t>分组封装在以太网帧中</a:t>
              </a:r>
            </a:p>
          </p:txBody>
        </p:sp>
        <p:cxnSp>
          <p:nvCxnSpPr>
            <p:cNvPr id="27" name="直接连接符 26"/>
            <p:cNvCxnSpPr/>
            <p:nvPr/>
          </p:nvCxnSpPr>
          <p:spPr>
            <a:xfrm>
              <a:off x="2692720" y="3844018"/>
              <a:ext cx="0" cy="21205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矩形 27"/>
            <p:cNvSpPr/>
            <p:nvPr/>
          </p:nvSpPr>
          <p:spPr>
            <a:xfrm>
              <a:off x="2231740" y="3842853"/>
              <a:ext cx="458426" cy="200401"/>
            </a:xfrm>
            <a:prstGeom prst="rect">
              <a:avLst/>
            </a:prstGeom>
            <a:solidFill>
              <a:schemeClr val="bg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b="1">
                <a:latin typeface="微软雅黑" panose="020B0503020204020204" pitchFamily="34" charset="-122"/>
                <a:ea typeface="微软雅黑" panose="020B0503020204020204" pitchFamily="34" charset="-122"/>
              </a:endParaRPr>
            </a:p>
          </p:txBody>
        </p:sp>
        <p:sp>
          <p:nvSpPr>
            <p:cNvPr id="29" name="Text Box 7"/>
            <p:cNvSpPr txBox="1">
              <a:spLocks noChangeArrowheads="1"/>
            </p:cNvSpPr>
            <p:nvPr/>
          </p:nvSpPr>
          <p:spPr bwMode="auto">
            <a:xfrm>
              <a:off x="2212586" y="3814225"/>
              <a:ext cx="492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latin typeface="微软雅黑" panose="020B0503020204020204" pitchFamily="34" charset="-122"/>
                  <a:ea typeface="微软雅黑" panose="020B0503020204020204" pitchFamily="34" charset="-122"/>
                </a:rPr>
                <a:t>数据</a:t>
              </a:r>
            </a:p>
          </p:txBody>
        </p:sp>
        <p:sp>
          <p:nvSpPr>
            <p:cNvPr id="31" name="Text Box 7"/>
            <p:cNvSpPr txBox="1">
              <a:spLocks noChangeArrowheads="1"/>
            </p:cNvSpPr>
            <p:nvPr/>
          </p:nvSpPr>
          <p:spPr bwMode="auto">
            <a:xfrm>
              <a:off x="2701659" y="3821881"/>
              <a:ext cx="46839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FCS</a:t>
              </a:r>
              <a:endParaRPr lang="zh-CN" altLang="en-US" sz="1200" b="1" dirty="0">
                <a:latin typeface="微软雅黑" panose="020B0503020204020204" pitchFamily="34" charset="-122"/>
                <a:ea typeface="微软雅黑" panose="020B0503020204020204" pitchFamily="34" charset="-122"/>
              </a:endParaRPr>
            </a:p>
          </p:txBody>
        </p:sp>
        <p:cxnSp>
          <p:nvCxnSpPr>
            <p:cNvPr id="26" name="直接连接符 25"/>
            <p:cNvCxnSpPr/>
            <p:nvPr/>
          </p:nvCxnSpPr>
          <p:spPr>
            <a:xfrm>
              <a:off x="2233017" y="3844018"/>
              <a:ext cx="0" cy="21205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Text Box 7"/>
            <p:cNvSpPr txBox="1">
              <a:spLocks noChangeArrowheads="1"/>
            </p:cNvSpPr>
            <p:nvPr/>
          </p:nvSpPr>
          <p:spPr bwMode="auto">
            <a:xfrm>
              <a:off x="1360268" y="3828871"/>
              <a:ext cx="91382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dirty="0">
                  <a:latin typeface="微软雅黑" panose="020B0503020204020204" pitchFamily="34" charset="-122"/>
                  <a:ea typeface="微软雅黑" panose="020B0503020204020204" pitchFamily="34" charset="-122"/>
                </a:rPr>
                <a:t>以太网首部</a:t>
              </a:r>
            </a:p>
          </p:txBody>
        </p:sp>
      </p:grpSp>
      <p:grpSp>
        <p:nvGrpSpPr>
          <p:cNvPr id="6" name="组合 5"/>
          <p:cNvGrpSpPr/>
          <p:nvPr/>
        </p:nvGrpSpPr>
        <p:grpSpPr>
          <a:xfrm>
            <a:off x="4459616" y="2417791"/>
            <a:ext cx="1269385" cy="1494330"/>
            <a:chOff x="4559975" y="2660411"/>
            <a:chExt cx="1269385" cy="1494330"/>
          </a:xfrm>
        </p:grpSpPr>
        <p:sp>
          <p:nvSpPr>
            <p:cNvPr id="221" name="Text Box 19"/>
            <p:cNvSpPr txBox="1">
              <a:spLocks noChangeArrowheads="1"/>
            </p:cNvSpPr>
            <p:nvPr/>
          </p:nvSpPr>
          <p:spPr bwMode="auto">
            <a:xfrm>
              <a:off x="4883197" y="2660411"/>
              <a:ext cx="776175" cy="307777"/>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defRPr sz="2000" b="1">
                  <a:solidFill>
                    <a:srgbClr val="0000CC"/>
                  </a:solidFill>
                  <a:latin typeface="+mn-lt"/>
                  <a:ea typeface="黑体" pitchFamily="2" charset="-122"/>
                </a:defRPr>
              </a:lvl1pPr>
            </a:lstStyle>
            <a:p>
              <a:r>
                <a:rPr lang="en-US" altLang="zh-CN" sz="1400" dirty="0">
                  <a:solidFill>
                    <a:schemeClr val="tx1"/>
                  </a:solidFill>
                  <a:latin typeface="微软雅黑" pitchFamily="34" charset="-122"/>
                  <a:ea typeface="微软雅黑" pitchFamily="34" charset="-122"/>
                </a:rPr>
                <a:t>IP </a:t>
              </a:r>
              <a:r>
                <a:rPr lang="zh-CN" altLang="en-US" sz="1400" dirty="0">
                  <a:solidFill>
                    <a:schemeClr val="tx1"/>
                  </a:solidFill>
                  <a:latin typeface="微软雅黑" pitchFamily="34" charset="-122"/>
                  <a:ea typeface="微软雅黑" pitchFamily="34" charset="-122"/>
                </a:rPr>
                <a:t>地址</a:t>
              </a:r>
            </a:p>
          </p:txBody>
        </p:sp>
        <p:sp>
          <p:nvSpPr>
            <p:cNvPr id="222" name="Text Box 20"/>
            <p:cNvSpPr txBox="1">
              <a:spLocks noChangeArrowheads="1"/>
            </p:cNvSpPr>
            <p:nvPr/>
          </p:nvSpPr>
          <p:spPr bwMode="auto">
            <a:xfrm>
              <a:off x="4796385" y="3846964"/>
              <a:ext cx="1032975" cy="307777"/>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MAC </a:t>
              </a:r>
              <a:r>
                <a:rPr lang="zh-CN" altLang="en-US" sz="1400" b="1" dirty="0">
                  <a:latin typeface="微软雅黑" pitchFamily="34" charset="-122"/>
                  <a:ea typeface="微软雅黑" pitchFamily="34" charset="-122"/>
                </a:rPr>
                <a:t>地址</a:t>
              </a:r>
            </a:p>
          </p:txBody>
        </p:sp>
        <p:sp>
          <p:nvSpPr>
            <p:cNvPr id="225" name="Freeform 25"/>
            <p:cNvSpPr>
              <a:spLocks/>
            </p:cNvSpPr>
            <p:nvPr/>
          </p:nvSpPr>
          <p:spPr bwMode="auto">
            <a:xfrm>
              <a:off x="4559975" y="2969864"/>
              <a:ext cx="725528" cy="257878"/>
            </a:xfrm>
            <a:custGeom>
              <a:avLst/>
              <a:gdLst>
                <a:gd name="T0" fmla="*/ 0 w 500"/>
                <a:gd name="T1" fmla="*/ 0 h 203"/>
                <a:gd name="T2" fmla="*/ 497 w 500"/>
                <a:gd name="T3" fmla="*/ 0 h 203"/>
                <a:gd name="T4" fmla="*/ 500 w 500"/>
                <a:gd name="T5" fmla="*/ 203 h 203"/>
              </a:gdLst>
              <a:ahLst/>
              <a:cxnLst>
                <a:cxn ang="0">
                  <a:pos x="T0" y="T1"/>
                </a:cxn>
                <a:cxn ang="0">
                  <a:pos x="T2" y="T3"/>
                </a:cxn>
                <a:cxn ang="0">
                  <a:pos x="T4" y="T5"/>
                </a:cxn>
              </a:cxnLst>
              <a:rect l="0" t="0" r="r" b="b"/>
              <a:pathLst>
                <a:path w="500" h="203">
                  <a:moveTo>
                    <a:pt x="0" y="0"/>
                  </a:moveTo>
                  <a:lnTo>
                    <a:pt x="497" y="0"/>
                  </a:lnTo>
                  <a:lnTo>
                    <a:pt x="500" y="203"/>
                  </a:lnTo>
                </a:path>
              </a:pathLst>
            </a:custGeom>
            <a:noFill/>
            <a:ln w="28575" cmpd="sng">
              <a:solidFill>
                <a:srgbClr val="0000FF"/>
              </a:solidFill>
              <a:round/>
              <a:headEnd type="none" w="med" len="med"/>
              <a:tailEnd type="triangle" w="med" len="med"/>
            </a:ln>
            <a:effectLst/>
          </p:spPr>
          <p:txBody>
            <a:bodyPr/>
            <a:lstStyle/>
            <a:p>
              <a:endParaRPr lang="zh-CN" altLang="en-US" sz="1600" b="1">
                <a:solidFill>
                  <a:srgbClr val="000099"/>
                </a:solidFill>
                <a:latin typeface="微软雅黑" pitchFamily="34" charset="-122"/>
                <a:ea typeface="微软雅黑" pitchFamily="34" charset="-122"/>
              </a:endParaRPr>
            </a:p>
          </p:txBody>
        </p:sp>
        <p:sp>
          <p:nvSpPr>
            <p:cNvPr id="226" name="Line 26"/>
            <p:cNvSpPr>
              <a:spLocks noChangeShapeType="1"/>
            </p:cNvSpPr>
            <p:nvPr/>
          </p:nvSpPr>
          <p:spPr bwMode="auto">
            <a:xfrm>
              <a:off x="5289667" y="3532638"/>
              <a:ext cx="0" cy="314325"/>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grpSp>
    </p:spTree>
    <p:custDataLst>
      <p:tags r:id="rId1"/>
    </p:custDataLst>
    <p:extLst>
      <p:ext uri="{BB962C8B-B14F-4D97-AF65-F5344CB8AC3E}">
        <p14:creationId xmlns:p14="http://schemas.microsoft.com/office/powerpoint/2010/main" val="3557918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fade">
                                      <p:cBhvr>
                                        <p:cTn id="7" dur="1000"/>
                                        <p:tgtEl>
                                          <p:spTgt spid="210"/>
                                        </p:tgtEl>
                                      </p:cBhvr>
                                    </p:animEffect>
                                    <p:anim calcmode="lin" valueType="num">
                                      <p:cBhvr>
                                        <p:cTn id="8" dur="1000" fill="hold"/>
                                        <p:tgtEl>
                                          <p:spTgt spid="210"/>
                                        </p:tgtEl>
                                        <p:attrNameLst>
                                          <p:attrName>ppt_x</p:attrName>
                                        </p:attrNameLst>
                                      </p:cBhvr>
                                      <p:tavLst>
                                        <p:tav tm="0">
                                          <p:val>
                                            <p:strVal val="#ppt_x"/>
                                          </p:val>
                                        </p:tav>
                                        <p:tav tm="100000">
                                          <p:val>
                                            <p:strVal val="#ppt_x"/>
                                          </p:val>
                                        </p:tav>
                                      </p:tavLst>
                                    </p:anim>
                                    <p:anim calcmode="lin" valueType="num">
                                      <p:cBhvr>
                                        <p:cTn id="9" dur="1000" fill="hold"/>
                                        <p:tgtEl>
                                          <p:spTgt spid="2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grpId="0" nodeType="clickEffect">
                                  <p:stCondLst>
                                    <p:cond delay="0"/>
                                  </p:stCondLst>
                                  <p:childTnLst>
                                    <p:set>
                                      <p:cBhvr>
                                        <p:cTn id="13" dur="1" fill="hold">
                                          <p:stCondLst>
                                            <p:cond delay="0"/>
                                          </p:stCondLst>
                                        </p:cTn>
                                        <p:tgtEl>
                                          <p:spTgt spid="229"/>
                                        </p:tgtEl>
                                        <p:attrNameLst>
                                          <p:attrName>style.visibility</p:attrName>
                                        </p:attrNameLst>
                                      </p:cBhvr>
                                      <p:to>
                                        <p:strVal val="visible"/>
                                      </p:to>
                                    </p:set>
                                    <p:animEffect transition="in" filter="wipe(up)">
                                      <p:cBhvr>
                                        <p:cTn id="14" dur="1000"/>
                                        <p:tgtEl>
                                          <p:spTgt spid="229"/>
                                        </p:tgtEl>
                                      </p:cBhvr>
                                    </p:animEffect>
                                  </p:childTnLst>
                                </p:cTn>
                              </p:par>
                              <p:par>
                                <p:cTn id="15" presetID="22" presetClass="entr" presetSubtype="1" fill="hold" nodeType="with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10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wipe(up)">
                                      <p:cBhvr>
                                        <p:cTn id="22"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0" grpId="0"/>
      <p:bldP spid="229"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56963" y="6031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6" name="Rectangle 6"/>
          <p:cNvSpPr>
            <a:spLocks noChangeArrowheads="1"/>
          </p:cNvSpPr>
          <p:nvPr/>
        </p:nvSpPr>
        <p:spPr bwMode="auto">
          <a:xfrm>
            <a:off x="2354620" y="569913"/>
            <a:ext cx="44534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要点 </a:t>
            </a:r>
            <a:r>
              <a:rPr lang="en-US" altLang="zh-CN" sz="2000" b="1" dirty="0">
                <a:solidFill>
                  <a:schemeClr val="bg1"/>
                </a:solidFill>
                <a:latin typeface="微软雅黑" pitchFamily="34" charset="-122"/>
                <a:ea typeface="微软雅黑" pitchFamily="34" charset="-122"/>
              </a:rPr>
              <a:t>1</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高速缓存 </a:t>
            </a:r>
            <a:r>
              <a:rPr lang="en-US" altLang="zh-CN" sz="2000" b="1" dirty="0">
                <a:solidFill>
                  <a:schemeClr val="bg1"/>
                </a:solidFill>
                <a:latin typeface="微软雅黑" pitchFamily="34" charset="-122"/>
                <a:ea typeface="微软雅黑" pitchFamily="34" charset="-122"/>
              </a:rPr>
              <a:t>(ARP cache)</a:t>
            </a:r>
            <a:endParaRPr lang="zh-CN" altLang="en-US" sz="2000" b="1" dirty="0">
              <a:solidFill>
                <a:schemeClr val="bg1"/>
              </a:solidFill>
              <a:latin typeface="微软雅黑" pitchFamily="34" charset="-122"/>
              <a:ea typeface="微软雅黑" pitchFamily="34" charset="-122"/>
            </a:endParaRPr>
          </a:p>
        </p:txBody>
      </p:sp>
      <p:sp>
        <p:nvSpPr>
          <p:cNvPr id="67" name="Rectangle 68"/>
          <p:cNvSpPr>
            <a:spLocks noChangeArrowheads="1"/>
          </p:cNvSpPr>
          <p:nvPr/>
        </p:nvSpPr>
        <p:spPr bwMode="auto">
          <a:xfrm>
            <a:off x="448327" y="958787"/>
            <a:ext cx="8306380" cy="80098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ARP </a:t>
            </a:r>
            <a:r>
              <a:rPr lang="zh-CN" altLang="en-US" sz="2000" b="1" dirty="0">
                <a:solidFill>
                  <a:srgbClr val="C00000"/>
                </a:solidFill>
                <a:latin typeface="微软雅黑" pitchFamily="34" charset="-122"/>
                <a:ea typeface="微软雅黑" pitchFamily="34" charset="-122"/>
              </a:rPr>
              <a:t>高速缓存 </a:t>
            </a:r>
            <a:r>
              <a:rPr lang="en-US" altLang="zh-CN" sz="2000" b="1" dirty="0">
                <a:latin typeface="微软雅黑" pitchFamily="34" charset="-122"/>
                <a:ea typeface="微软雅黑" pitchFamily="34" charset="-122"/>
              </a:rPr>
              <a:t>(ARP cache)</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存放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地址到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地址的映射表。</a:t>
            </a:r>
          </a:p>
        </p:txBody>
      </p:sp>
      <p:graphicFrame>
        <p:nvGraphicFramePr>
          <p:cNvPr id="3" name="表格 2"/>
          <p:cNvGraphicFramePr>
            <a:graphicFrameLocks noGrp="1"/>
          </p:cNvGraphicFramePr>
          <p:nvPr/>
        </p:nvGraphicFramePr>
        <p:xfrm>
          <a:off x="1252672" y="2498687"/>
          <a:ext cx="5781553" cy="1483360"/>
        </p:xfrm>
        <a:graphic>
          <a:graphicData uri="http://schemas.openxmlformats.org/drawingml/2006/table">
            <a:tbl>
              <a:tblPr firstRow="1" bandRow="1">
                <a:tableStyleId>{5C22544A-7EE6-4342-B048-85BDC9FD1C3A}</a:tableStyleId>
              </a:tblPr>
              <a:tblGrid>
                <a:gridCol w="2213193">
                  <a:extLst>
                    <a:ext uri="{9D8B030D-6E8A-4147-A177-3AD203B41FA5}">
                      <a16:colId xmlns:a16="http://schemas.microsoft.com/office/drawing/2014/main" val="2806046851"/>
                    </a:ext>
                  </a:extLst>
                </a:gridCol>
                <a:gridCol w="3568360">
                  <a:extLst>
                    <a:ext uri="{9D8B030D-6E8A-4147-A177-3AD203B41FA5}">
                      <a16:colId xmlns:a16="http://schemas.microsoft.com/office/drawing/2014/main" val="2108766633"/>
                    </a:ext>
                  </a:extLst>
                </a:gridCol>
              </a:tblGrid>
              <a:tr h="370840">
                <a:tc>
                  <a:txBody>
                    <a:bodyPr/>
                    <a:lstStyle/>
                    <a:p>
                      <a:pPr algn="ct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p>
                  </a:txBody>
                  <a:tcPr anchor="ctr"/>
                </a:tc>
                <a:tc>
                  <a:txBody>
                    <a:bodyPr/>
                    <a:lstStyle/>
                    <a:p>
                      <a:pPr algn="ctr"/>
                      <a:r>
                        <a:rPr lang="en-US" altLang="zh-CN" sz="1600" b="1" dirty="0">
                          <a:latin typeface="微软雅黑" panose="020B0503020204020204" pitchFamily="34" charset="-122"/>
                          <a:ea typeface="微软雅黑" panose="020B0503020204020204" pitchFamily="34" charset="-122"/>
                        </a:rPr>
                        <a:t>MAC </a:t>
                      </a:r>
                      <a:r>
                        <a:rPr lang="zh-CN" altLang="en-US" sz="1600" b="1" dirty="0">
                          <a:latin typeface="微软雅黑" panose="020B0503020204020204" pitchFamily="34" charset="-122"/>
                          <a:ea typeface="微软雅黑" panose="020B0503020204020204" pitchFamily="34" charset="-122"/>
                        </a:rPr>
                        <a:t>地址</a:t>
                      </a:r>
                    </a:p>
                  </a:txBody>
                  <a:tcPr anchor="ctr"/>
                </a:tc>
                <a:extLst>
                  <a:ext uri="{0D108BD9-81ED-4DB2-BD59-A6C34878D82A}">
                    <a16:rowId xmlns:a16="http://schemas.microsoft.com/office/drawing/2014/main" val="3622401503"/>
                  </a:ext>
                </a:extLst>
              </a:tr>
              <a:tr h="370840">
                <a:tc>
                  <a:txBody>
                    <a:bodyPr/>
                    <a:lstStyle/>
                    <a:p>
                      <a:r>
                        <a:rPr lang="en-US" altLang="zh-CN" sz="1600" b="1" dirty="0">
                          <a:latin typeface="微软雅黑" panose="020B0503020204020204" pitchFamily="34" charset="-122"/>
                          <a:ea typeface="微软雅黑" panose="020B0503020204020204" pitchFamily="34" charset="-122"/>
                        </a:rPr>
                        <a:t>10.4.9.2</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0030.7131.abfc</a:t>
                      </a:r>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4025832959"/>
                  </a:ext>
                </a:extLst>
              </a:tr>
              <a:tr h="370840">
                <a:tc>
                  <a:txBody>
                    <a:bodyPr/>
                    <a:lstStyle/>
                    <a:p>
                      <a:r>
                        <a:rPr lang="en-US" altLang="zh-CN" sz="1600" b="1" dirty="0">
                          <a:latin typeface="微软雅黑" panose="020B0503020204020204" pitchFamily="34" charset="-122"/>
                          <a:ea typeface="微软雅黑" panose="020B0503020204020204" pitchFamily="34" charset="-122"/>
                        </a:rPr>
                        <a:t>10.4.9.1</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0000.0c07.ac24</a:t>
                      </a:r>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899956322"/>
                  </a:ext>
                </a:extLst>
              </a:tr>
              <a:tr h="370840">
                <a:tc>
                  <a:txBody>
                    <a:bodyPr/>
                    <a:lstStyle/>
                    <a:p>
                      <a:r>
                        <a:rPr lang="en-US" altLang="zh-CN" sz="1600" b="1" dirty="0">
                          <a:latin typeface="微软雅黑" panose="020B0503020204020204" pitchFamily="34" charset="-122"/>
                          <a:ea typeface="微软雅黑" panose="020B0503020204020204" pitchFamily="34" charset="-122"/>
                        </a:rPr>
                        <a:t>10.4.9.99</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0007.ebea.44d0 </a:t>
                      </a:r>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2031722197"/>
                  </a:ext>
                </a:extLst>
              </a:tr>
            </a:tbl>
          </a:graphicData>
        </a:graphic>
      </p:graphicFrame>
      <p:sp>
        <p:nvSpPr>
          <p:cNvPr id="5" name="矩形 4"/>
          <p:cNvSpPr/>
          <p:nvPr/>
        </p:nvSpPr>
        <p:spPr>
          <a:xfrm>
            <a:off x="1252672" y="2072285"/>
            <a:ext cx="877163"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rPr>
              <a:t>映射表</a:t>
            </a:r>
          </a:p>
        </p:txBody>
      </p:sp>
    </p:spTree>
    <p:extLst>
      <p:ext uri="{BB962C8B-B14F-4D97-AF65-F5344CB8AC3E}">
        <p14:creationId xmlns:p14="http://schemas.microsoft.com/office/powerpoint/2010/main" val="223822042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AutoShape 5"/>
          <p:cNvSpPr>
            <a:spLocks noChangeArrowheads="1"/>
          </p:cNvSpPr>
          <p:nvPr/>
        </p:nvSpPr>
        <p:spPr bwMode="auto">
          <a:xfrm>
            <a:off x="556963" y="6031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6" name="Rectangle 6"/>
          <p:cNvSpPr>
            <a:spLocks noChangeArrowheads="1"/>
          </p:cNvSpPr>
          <p:nvPr/>
        </p:nvSpPr>
        <p:spPr bwMode="auto">
          <a:xfrm>
            <a:off x="3421418" y="569913"/>
            <a:ext cx="23198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要点 </a:t>
            </a:r>
            <a:r>
              <a:rPr lang="en-US" altLang="zh-CN" sz="2000" b="1" dirty="0">
                <a:solidFill>
                  <a:schemeClr val="bg1"/>
                </a:solidFill>
                <a:latin typeface="微软雅黑" pitchFamily="34" charset="-122"/>
                <a:ea typeface="微软雅黑" pitchFamily="34" charset="-122"/>
              </a:rPr>
              <a:t>2</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工作</a:t>
            </a:r>
          </a:p>
        </p:txBody>
      </p:sp>
      <p:sp>
        <p:nvSpPr>
          <p:cNvPr id="9" name="Rectangle 68"/>
          <p:cNvSpPr>
            <a:spLocks noChangeArrowheads="1"/>
          </p:cNvSpPr>
          <p:nvPr/>
        </p:nvSpPr>
        <p:spPr bwMode="auto">
          <a:xfrm>
            <a:off x="448327" y="945279"/>
            <a:ext cx="8306380" cy="5155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当主机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欲向</a:t>
            </a:r>
            <a:r>
              <a:rPr lang="zh-CN" altLang="en-US" sz="2000" b="1" dirty="0">
                <a:solidFill>
                  <a:srgbClr val="C00000"/>
                </a:solidFill>
                <a:latin typeface="微软雅黑" pitchFamily="34" charset="-122"/>
                <a:ea typeface="微软雅黑" pitchFamily="34" charset="-122"/>
              </a:rPr>
              <a:t>本局域网上</a:t>
            </a:r>
            <a:r>
              <a:rPr lang="zh-CN" altLang="en-US" sz="2000" b="1" dirty="0">
                <a:latin typeface="微软雅黑" pitchFamily="34" charset="-122"/>
                <a:ea typeface="微软雅黑" pitchFamily="34" charset="-122"/>
              </a:rPr>
              <a:t>的某个主机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发送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数据报时：</a:t>
            </a:r>
          </a:p>
        </p:txBody>
      </p:sp>
      <p:sp>
        <p:nvSpPr>
          <p:cNvPr id="2" name="矩形 1"/>
          <p:cNvSpPr/>
          <p:nvPr/>
        </p:nvSpPr>
        <p:spPr>
          <a:xfrm>
            <a:off x="2242713" y="1399251"/>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在其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endParaRPr lang="en-US" altLang="zh-CN" sz="1400" b="1" dirty="0">
              <a:latin typeface="微软雅黑" panose="020B0503020204020204" pitchFamily="34" charset="-122"/>
              <a:ea typeface="微软雅黑" panose="020B0503020204020204" pitchFamily="34" charset="-122"/>
            </a:endParaRPr>
          </a:p>
          <a:p>
            <a:pPr algn="ctr"/>
            <a:r>
              <a:rPr lang="zh-CN" altLang="en-US" sz="1400" b="1" dirty="0">
                <a:latin typeface="微软雅黑" panose="020B0503020204020204" pitchFamily="34" charset="-122"/>
                <a:ea typeface="微软雅黑" panose="020B0503020204020204" pitchFamily="34" charset="-122"/>
              </a:rPr>
              <a:t>查找主机 </a:t>
            </a: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的 </a:t>
            </a:r>
            <a:r>
              <a:rPr lang="en-US" altLang="zh-CN" sz="1400" b="1" dirty="0">
                <a:latin typeface="微软雅黑" panose="020B0503020204020204" pitchFamily="34" charset="-122"/>
                <a:ea typeface="微软雅黑" panose="020B0503020204020204" pitchFamily="34" charset="-122"/>
              </a:rPr>
              <a:t>IP </a:t>
            </a:r>
            <a:r>
              <a:rPr lang="zh-CN" altLang="en-US" sz="1400" b="1" dirty="0">
                <a:latin typeface="微软雅黑" panose="020B0503020204020204" pitchFamily="34" charset="-122"/>
                <a:ea typeface="微软雅黑" panose="020B0503020204020204" pitchFamily="34" charset="-122"/>
              </a:rPr>
              <a:t>地址</a:t>
            </a:r>
          </a:p>
        </p:txBody>
      </p:sp>
      <p:sp>
        <p:nvSpPr>
          <p:cNvPr id="3" name="菱形 2"/>
          <p:cNvSpPr/>
          <p:nvPr/>
        </p:nvSpPr>
        <p:spPr>
          <a:xfrm>
            <a:off x="2449393" y="2112758"/>
            <a:ext cx="2054268" cy="469625"/>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找到？</a:t>
            </a:r>
          </a:p>
        </p:txBody>
      </p:sp>
      <p:sp>
        <p:nvSpPr>
          <p:cNvPr id="7" name="矩形 6"/>
          <p:cNvSpPr/>
          <p:nvPr/>
        </p:nvSpPr>
        <p:spPr>
          <a:xfrm>
            <a:off x="2242713" y="2776294"/>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取出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地址</a:t>
            </a:r>
          </a:p>
        </p:txBody>
      </p:sp>
      <p:sp>
        <p:nvSpPr>
          <p:cNvPr id="8" name="矩形 7"/>
          <p:cNvSpPr/>
          <p:nvPr/>
        </p:nvSpPr>
        <p:spPr>
          <a:xfrm>
            <a:off x="2242713" y="3492655"/>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将该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地址写入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帧的目的地址</a:t>
            </a:r>
          </a:p>
        </p:txBody>
      </p:sp>
      <p:sp>
        <p:nvSpPr>
          <p:cNvPr id="10" name="矩形 9"/>
          <p:cNvSpPr/>
          <p:nvPr/>
        </p:nvSpPr>
        <p:spPr>
          <a:xfrm>
            <a:off x="2242713" y="4209015"/>
            <a:ext cx="2467628" cy="500252"/>
          </a:xfrm>
          <a:prstGeom prst="rect">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发送该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帧</a:t>
            </a:r>
          </a:p>
        </p:txBody>
      </p:sp>
      <p:cxnSp>
        <p:nvCxnSpPr>
          <p:cNvPr id="5" name="直接箭头连接符 4"/>
          <p:cNvCxnSpPr>
            <a:stCxn id="2" idx="2"/>
            <a:endCxn id="3" idx="0"/>
          </p:cNvCxnSpPr>
          <p:nvPr/>
        </p:nvCxnSpPr>
        <p:spPr>
          <a:xfrm>
            <a:off x="3476527" y="1899503"/>
            <a:ext cx="0" cy="213255"/>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3" name="直接箭头连接符 12"/>
          <p:cNvCxnSpPr>
            <a:stCxn id="3" idx="2"/>
            <a:endCxn id="7" idx="0"/>
          </p:cNvCxnSpPr>
          <p:nvPr/>
        </p:nvCxnSpPr>
        <p:spPr>
          <a:xfrm>
            <a:off x="3476527" y="2582383"/>
            <a:ext cx="0" cy="193911"/>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7" idx="2"/>
            <a:endCxn id="8" idx="0"/>
          </p:cNvCxnSpPr>
          <p:nvPr/>
        </p:nvCxnSpPr>
        <p:spPr>
          <a:xfrm>
            <a:off x="3476527" y="3276546"/>
            <a:ext cx="0" cy="216109"/>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p:cNvCxnSpPr>
            <a:stCxn id="8" idx="2"/>
            <a:endCxn id="10" idx="0"/>
          </p:cNvCxnSpPr>
          <p:nvPr/>
        </p:nvCxnSpPr>
        <p:spPr>
          <a:xfrm>
            <a:off x="3476527" y="3992907"/>
            <a:ext cx="0" cy="216108"/>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p:cNvSpPr txBox="1"/>
          <p:nvPr/>
        </p:nvSpPr>
        <p:spPr>
          <a:xfrm>
            <a:off x="3038116" y="2518640"/>
            <a:ext cx="501041" cy="276999"/>
          </a:xfrm>
          <a:prstGeom prst="rect">
            <a:avLst/>
          </a:prstGeom>
          <a:noFill/>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rPr>
              <a:t>是</a:t>
            </a:r>
          </a:p>
        </p:txBody>
      </p:sp>
      <p:sp>
        <p:nvSpPr>
          <p:cNvPr id="25" name="矩形 24"/>
          <p:cNvSpPr/>
          <p:nvPr/>
        </p:nvSpPr>
        <p:spPr>
          <a:xfrm>
            <a:off x="5299064" y="1899503"/>
            <a:ext cx="2467628" cy="896135"/>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自动运行 </a:t>
            </a:r>
            <a:r>
              <a:rPr lang="en-US" altLang="zh-CN" sz="1400" b="1" dirty="0">
                <a:latin typeface="微软雅黑" panose="020B0503020204020204" pitchFamily="34" charset="-122"/>
                <a:ea typeface="微软雅黑" panose="020B0503020204020204" pitchFamily="34" charset="-122"/>
              </a:rPr>
              <a:t>ARP</a:t>
            </a:r>
            <a:r>
              <a:rPr lang="zh-CN" altLang="en-US" sz="1400" b="1" dirty="0">
                <a:latin typeface="微软雅黑" panose="020B0503020204020204" pitchFamily="34" charset="-122"/>
                <a:ea typeface="微软雅黑" panose="020B0503020204020204" pitchFamily="34" charset="-122"/>
              </a:rPr>
              <a:t>，找出主机 </a:t>
            </a: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的 </a:t>
            </a:r>
            <a:r>
              <a:rPr lang="en-US" altLang="zh-CN" sz="1400" b="1" dirty="0">
                <a:latin typeface="微软雅黑" panose="020B0503020204020204" pitchFamily="34" charset="-122"/>
                <a:ea typeface="微软雅黑" panose="020B0503020204020204" pitchFamily="34" charset="-122"/>
              </a:rPr>
              <a:t>MAC </a:t>
            </a:r>
            <a:r>
              <a:rPr lang="zh-CN" altLang="en-US" sz="1400" b="1" dirty="0">
                <a:latin typeface="微软雅黑" panose="020B0503020204020204" pitchFamily="34" charset="-122"/>
                <a:ea typeface="微软雅黑" panose="020B0503020204020204" pitchFamily="34" charset="-122"/>
              </a:rPr>
              <a:t>地址，</a:t>
            </a:r>
            <a:endParaRPr lang="en-US" altLang="zh-CN" sz="1400" b="1" dirty="0">
              <a:latin typeface="微软雅黑" panose="020B0503020204020204" pitchFamily="34" charset="-122"/>
              <a:ea typeface="微软雅黑" panose="020B0503020204020204" pitchFamily="34" charset="-122"/>
            </a:endParaRPr>
          </a:p>
          <a:p>
            <a:pPr algn="ctr"/>
            <a:r>
              <a:rPr lang="zh-CN" altLang="en-US" sz="1400" b="1" dirty="0">
                <a:latin typeface="微软雅黑" panose="020B0503020204020204" pitchFamily="34" charset="-122"/>
                <a:ea typeface="微软雅黑" panose="020B0503020204020204" pitchFamily="34" charset="-122"/>
              </a:rPr>
              <a:t>更新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p>
        </p:txBody>
      </p:sp>
      <p:cxnSp>
        <p:nvCxnSpPr>
          <p:cNvPr id="26" name="直接箭头连接符 25"/>
          <p:cNvCxnSpPr>
            <a:stCxn id="3" idx="3"/>
            <a:endCxn id="25" idx="1"/>
          </p:cNvCxnSpPr>
          <p:nvPr/>
        </p:nvCxnSpPr>
        <p:spPr>
          <a:xfrm>
            <a:off x="4503661" y="2347571"/>
            <a:ext cx="795403" cy="0"/>
          </a:xfrm>
          <a:prstGeom prst="straightConnector1">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29" name="肘形连接符 28"/>
          <p:cNvCxnSpPr>
            <a:stCxn id="25" idx="2"/>
          </p:cNvCxnSpPr>
          <p:nvPr/>
        </p:nvCxnSpPr>
        <p:spPr>
          <a:xfrm rot="5400000">
            <a:off x="4724819" y="1559873"/>
            <a:ext cx="572294" cy="3043824"/>
          </a:xfrm>
          <a:prstGeom prst="bentConnector2">
            <a:avLst/>
          </a:prstGeom>
          <a:ln w="1270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21" name="文本框 20"/>
          <p:cNvSpPr txBox="1"/>
          <p:nvPr/>
        </p:nvSpPr>
        <p:spPr>
          <a:xfrm>
            <a:off x="4400321" y="2110088"/>
            <a:ext cx="501041" cy="276999"/>
          </a:xfrm>
          <a:prstGeom prst="rect">
            <a:avLst/>
          </a:prstGeom>
          <a:noFill/>
        </p:spPr>
        <p:txBody>
          <a:bodyPr wrap="square" rtlCol="0">
            <a:spAutoFit/>
          </a:bodyPr>
          <a:lstStyle/>
          <a:p>
            <a:pPr algn="ctr"/>
            <a:r>
              <a:rPr lang="zh-CN" altLang="en-US" sz="1200" b="1" dirty="0">
                <a:latin typeface="微软雅黑" panose="020B0503020204020204" pitchFamily="34" charset="-122"/>
                <a:ea typeface="微软雅黑" panose="020B0503020204020204" pitchFamily="34" charset="-122"/>
              </a:rPr>
              <a:t>否</a:t>
            </a:r>
          </a:p>
        </p:txBody>
      </p:sp>
    </p:spTree>
    <p:custDataLst>
      <p:tags r:id="rId1"/>
    </p:custDataLst>
    <p:extLst>
      <p:ext uri="{BB962C8B-B14F-4D97-AF65-F5344CB8AC3E}">
        <p14:creationId xmlns:p14="http://schemas.microsoft.com/office/powerpoint/2010/main" val="6969539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3000" fill="hold" grpId="0" nodeType="clickEffect">
                                  <p:stCondLst>
                                    <p:cond delay="0"/>
                                  </p:stCondLst>
                                  <p:childTnLst>
                                    <p:anim calcmode="discrete" valueType="str">
                                      <p:cBhvr>
                                        <p:cTn id="18" dur="1000" fill="hold"/>
                                        <p:tgtEl>
                                          <p:spTgt spid="10"/>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3000" fill="hold" grpId="0" nodeType="clickEffect">
                                  <p:stCondLst>
                                    <p:cond delay="0"/>
                                  </p:stCondLst>
                                  <p:childTnLst>
                                    <p:anim calcmode="discrete" valueType="str">
                                      <p:cBhvr>
                                        <p:cTn id="22" dur="1000" fill="hold"/>
                                        <p:tgtEl>
                                          <p:spTgt spid="2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10" grpId="0" animBg="1"/>
      <p:bldP spid="25"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606582"/>
            <a:ext cx="8048776" cy="3797829"/>
          </a:xfrm>
          <a:prstGeom prst="roundRect">
            <a:avLst/>
          </a:prstGeom>
          <a:solidFill>
            <a:srgbClr val="C5E5FB"/>
          </a:solidFill>
          <a:ln w="38100">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Line 74"/>
          <p:cNvSpPr>
            <a:spLocks noChangeShapeType="1"/>
          </p:cNvSpPr>
          <p:nvPr/>
        </p:nvSpPr>
        <p:spPr bwMode="auto">
          <a:xfrm rot="5400000">
            <a:off x="3363448"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6" name="Line 75"/>
          <p:cNvSpPr>
            <a:spLocks noChangeShapeType="1"/>
          </p:cNvSpPr>
          <p:nvPr/>
        </p:nvSpPr>
        <p:spPr bwMode="auto">
          <a:xfrm rot="5400000">
            <a:off x="4687066" y="3619861"/>
            <a:ext cx="357050"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7" name="Line 76"/>
          <p:cNvSpPr>
            <a:spLocks noChangeShapeType="1"/>
          </p:cNvSpPr>
          <p:nvPr/>
        </p:nvSpPr>
        <p:spPr bwMode="auto">
          <a:xfrm rot="5400000">
            <a:off x="5825021"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8" name="Line 77"/>
          <p:cNvSpPr>
            <a:spLocks noChangeShapeType="1"/>
          </p:cNvSpPr>
          <p:nvPr/>
        </p:nvSpPr>
        <p:spPr bwMode="auto">
          <a:xfrm rot="5400000">
            <a:off x="7166844"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9" name="Line 78"/>
          <p:cNvSpPr>
            <a:spLocks noChangeShapeType="1"/>
          </p:cNvSpPr>
          <p:nvPr/>
        </p:nvSpPr>
        <p:spPr bwMode="auto">
          <a:xfrm rot="5400000">
            <a:off x="2504347" y="3625155"/>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1" name="Line 8"/>
          <p:cNvSpPr>
            <a:spLocks noChangeShapeType="1"/>
          </p:cNvSpPr>
          <p:nvPr/>
        </p:nvSpPr>
        <p:spPr bwMode="auto">
          <a:xfrm rot="5400000">
            <a:off x="4671827" y="1830533"/>
            <a:ext cx="357049"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2" name="Line 9"/>
          <p:cNvSpPr>
            <a:spLocks noChangeShapeType="1"/>
          </p:cNvSpPr>
          <p:nvPr/>
        </p:nvSpPr>
        <p:spPr bwMode="auto">
          <a:xfrm rot="5400000">
            <a:off x="5809783"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 name="Line 10"/>
          <p:cNvSpPr>
            <a:spLocks noChangeShapeType="1"/>
          </p:cNvSpPr>
          <p:nvPr/>
        </p:nvSpPr>
        <p:spPr bwMode="auto">
          <a:xfrm rot="5400000">
            <a:off x="7151605"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 name="Line 11"/>
          <p:cNvSpPr>
            <a:spLocks noChangeShapeType="1"/>
          </p:cNvSpPr>
          <p:nvPr/>
        </p:nvSpPr>
        <p:spPr bwMode="auto">
          <a:xfrm rot="5400000">
            <a:off x="2489109"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9" name="Line 16"/>
          <p:cNvSpPr>
            <a:spLocks noChangeShapeType="1"/>
          </p:cNvSpPr>
          <p:nvPr/>
        </p:nvSpPr>
        <p:spPr bwMode="auto">
          <a:xfrm>
            <a:off x="2166706" y="1657784"/>
            <a:ext cx="5637326" cy="1251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Text Box 56"/>
          <p:cNvSpPr txBox="1">
            <a:spLocks noChangeArrowheads="1"/>
          </p:cNvSpPr>
          <p:nvPr/>
        </p:nvSpPr>
        <p:spPr bwMode="auto">
          <a:xfrm>
            <a:off x="5961762" y="17290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209.0.0.6</a:t>
            </a:r>
          </a:p>
        </p:txBody>
      </p:sp>
      <p:grpSp>
        <p:nvGrpSpPr>
          <p:cNvPr id="80" name="组合 79"/>
          <p:cNvGrpSpPr/>
          <p:nvPr/>
        </p:nvGrpSpPr>
        <p:grpSpPr>
          <a:xfrm>
            <a:off x="2456122" y="3717885"/>
            <a:ext cx="5040745" cy="404587"/>
            <a:chOff x="2456122" y="1949511"/>
            <a:chExt cx="5040745" cy="404587"/>
          </a:xfrm>
        </p:grpSpPr>
        <p:pic>
          <p:nvPicPr>
            <p:cNvPr id="81"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 name="Group 94"/>
          <p:cNvGrpSpPr>
            <a:grpSpLocks/>
          </p:cNvGrpSpPr>
          <p:nvPr/>
        </p:nvGrpSpPr>
        <p:grpSpPr bwMode="auto">
          <a:xfrm>
            <a:off x="4600771" y="3089097"/>
            <a:ext cx="1044683" cy="277171"/>
            <a:chOff x="249" y="627"/>
            <a:chExt cx="1002" cy="288"/>
          </a:xfrm>
          <a:solidFill>
            <a:srgbClr val="00FFFF"/>
          </a:solidFill>
        </p:grpSpPr>
        <p:sp>
          <p:nvSpPr>
            <p:cNvPr id="8" name="AutoShape 9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 name="Text Box 96"/>
            <p:cNvSpPr txBox="1">
              <a:spLocks noChangeArrowheads="1"/>
            </p:cNvSpPr>
            <p:nvPr/>
          </p:nvSpPr>
          <p:spPr bwMode="auto">
            <a:xfrm flipH="1">
              <a:off x="386" y="627"/>
              <a:ext cx="865" cy="288"/>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响应</a:t>
              </a:r>
            </a:p>
          </p:txBody>
        </p:sp>
      </p:grpSp>
      <p:sp>
        <p:nvSpPr>
          <p:cNvPr id="10" name="Line 7"/>
          <p:cNvSpPr>
            <a:spLocks noChangeShapeType="1"/>
          </p:cNvSpPr>
          <p:nvPr/>
        </p:nvSpPr>
        <p:spPr bwMode="auto">
          <a:xfrm rot="5400000">
            <a:off x="3348209"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0" name="Text Box 17"/>
          <p:cNvSpPr txBox="1">
            <a:spLocks noChangeArrowheads="1"/>
          </p:cNvSpPr>
          <p:nvPr/>
        </p:nvSpPr>
        <p:spPr bwMode="auto">
          <a:xfrm>
            <a:off x="3656578" y="19676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21" name="Text Box 18"/>
          <p:cNvSpPr txBox="1">
            <a:spLocks noChangeArrowheads="1"/>
          </p:cNvSpPr>
          <p:nvPr/>
        </p:nvSpPr>
        <p:spPr bwMode="auto">
          <a:xfrm>
            <a:off x="4962952" y="1892609"/>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Y</a:t>
            </a:r>
          </a:p>
        </p:txBody>
      </p:sp>
      <p:sp>
        <p:nvSpPr>
          <p:cNvPr id="22" name="Text Box 19"/>
          <p:cNvSpPr txBox="1">
            <a:spLocks noChangeArrowheads="1"/>
          </p:cNvSpPr>
          <p:nvPr/>
        </p:nvSpPr>
        <p:spPr bwMode="auto">
          <a:xfrm>
            <a:off x="2784965" y="1892609"/>
            <a:ext cx="330071"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X</a:t>
            </a:r>
          </a:p>
        </p:txBody>
      </p:sp>
      <p:sp>
        <p:nvSpPr>
          <p:cNvPr id="23" name="Text Box 20"/>
          <p:cNvSpPr txBox="1">
            <a:spLocks noChangeArrowheads="1"/>
          </p:cNvSpPr>
          <p:nvPr/>
        </p:nvSpPr>
        <p:spPr bwMode="auto">
          <a:xfrm>
            <a:off x="6105639" y="19676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B</a:t>
            </a:r>
          </a:p>
        </p:txBody>
      </p:sp>
      <p:sp>
        <p:nvSpPr>
          <p:cNvPr id="24" name="Text Box 21"/>
          <p:cNvSpPr txBox="1">
            <a:spLocks noChangeArrowheads="1"/>
          </p:cNvSpPr>
          <p:nvPr/>
        </p:nvSpPr>
        <p:spPr bwMode="auto">
          <a:xfrm>
            <a:off x="7451632" y="1892609"/>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Z</a:t>
            </a:r>
          </a:p>
        </p:txBody>
      </p:sp>
      <p:sp>
        <p:nvSpPr>
          <p:cNvPr id="25" name="Text Box 45"/>
          <p:cNvSpPr txBox="1">
            <a:spLocks noChangeArrowheads="1"/>
          </p:cNvSpPr>
          <p:nvPr/>
        </p:nvSpPr>
        <p:spPr bwMode="auto">
          <a:xfrm>
            <a:off x="831848" y="2597710"/>
            <a:ext cx="2159566" cy="535531"/>
          </a:xfrm>
          <a:prstGeom prst="rect">
            <a:avLst/>
          </a:prstGeom>
          <a:solidFill>
            <a:schemeClr val="bg1"/>
          </a:solidFill>
          <a:ln w="9525">
            <a:solidFill>
              <a:schemeClr val="tx2"/>
            </a:solidFill>
            <a:miter lim="800000"/>
            <a:headEnd/>
            <a:tailEnd/>
          </a:ln>
          <a:effectLst/>
        </p:spPr>
        <p:txBody>
          <a:bodyPr wrap="none">
            <a:spAutoFit/>
          </a:bodyPr>
          <a:lstStyle/>
          <a:p>
            <a:pPr algn="ctr">
              <a:lnSpc>
                <a:spcPct val="90000"/>
              </a:lnSpc>
            </a:pPr>
            <a:r>
              <a:rPr kumimoji="1" lang="zh-CN" altLang="en-US" sz="1600" b="1" dirty="0">
                <a:solidFill>
                  <a:srgbClr val="0000FF"/>
                </a:solidFill>
                <a:latin typeface="微软雅黑" pitchFamily="34" charset="-122"/>
                <a:ea typeface="微软雅黑" pitchFamily="34" charset="-122"/>
              </a:rPr>
              <a:t>主机 </a:t>
            </a:r>
            <a:r>
              <a:rPr kumimoji="1" lang="en-US" altLang="zh-CN" sz="1600" b="1" dirty="0">
                <a:solidFill>
                  <a:srgbClr val="0000FF"/>
                </a:solidFill>
                <a:latin typeface="微软雅黑" pitchFamily="34" charset="-122"/>
                <a:ea typeface="微软雅黑" pitchFamily="34" charset="-122"/>
              </a:rPr>
              <a:t>B </a:t>
            </a:r>
            <a:r>
              <a:rPr kumimoji="1" lang="zh-CN" altLang="en-US" sz="1600" b="1" dirty="0">
                <a:solidFill>
                  <a:srgbClr val="0000FF"/>
                </a:solidFill>
                <a:latin typeface="微软雅黑" pitchFamily="34" charset="-122"/>
                <a:ea typeface="微软雅黑" pitchFamily="34" charset="-122"/>
              </a:rPr>
              <a:t>向 </a:t>
            </a:r>
            <a:r>
              <a:rPr kumimoji="1" lang="en-US" altLang="zh-CN" sz="1600" b="1" dirty="0">
                <a:solidFill>
                  <a:srgbClr val="0000FF"/>
                </a:solidFill>
                <a:latin typeface="微软雅黑" pitchFamily="34" charset="-122"/>
                <a:ea typeface="微软雅黑" pitchFamily="34" charset="-122"/>
              </a:rPr>
              <a:t>A </a:t>
            </a:r>
            <a:r>
              <a:rPr kumimoji="1" lang="zh-CN" altLang="en-US" sz="1600" b="1" dirty="0">
                <a:solidFill>
                  <a:srgbClr val="C00000"/>
                </a:solidFill>
                <a:latin typeface="微软雅黑" pitchFamily="34" charset="-122"/>
                <a:ea typeface="微软雅黑" pitchFamily="34" charset="-122"/>
              </a:rPr>
              <a:t>单播</a:t>
            </a:r>
            <a:r>
              <a:rPr kumimoji="1" lang="zh-CN" altLang="en-US" sz="1600" b="1" dirty="0">
                <a:solidFill>
                  <a:srgbClr val="0000FF"/>
                </a:solidFill>
                <a:latin typeface="微软雅黑" pitchFamily="34" charset="-122"/>
                <a:ea typeface="微软雅黑" pitchFamily="34" charset="-122"/>
              </a:rPr>
              <a:t>发送</a:t>
            </a:r>
          </a:p>
          <a:p>
            <a:pPr algn="ctr">
              <a:lnSpc>
                <a:spcPct val="90000"/>
              </a:lnSpc>
            </a:pPr>
            <a:r>
              <a:rPr kumimoji="1" lang="en-US" altLang="zh-CN" sz="1600" b="1" dirty="0">
                <a:solidFill>
                  <a:srgbClr val="0000FF"/>
                </a:solidFill>
                <a:latin typeface="微软雅黑" pitchFamily="34" charset="-122"/>
                <a:ea typeface="微软雅黑" pitchFamily="34" charset="-122"/>
              </a:rPr>
              <a:t>ARP </a:t>
            </a:r>
            <a:r>
              <a:rPr kumimoji="1" lang="zh-CN" altLang="en-US" sz="1600" b="1" dirty="0">
                <a:solidFill>
                  <a:srgbClr val="0000FF"/>
                </a:solidFill>
                <a:latin typeface="微软雅黑" pitchFamily="34" charset="-122"/>
                <a:ea typeface="微软雅黑" pitchFamily="34" charset="-122"/>
              </a:rPr>
              <a:t>响应分组 </a:t>
            </a:r>
          </a:p>
        </p:txBody>
      </p:sp>
      <p:sp>
        <p:nvSpPr>
          <p:cNvPr id="26" name="Text Box 46"/>
          <p:cNvSpPr txBox="1">
            <a:spLocks noChangeArrowheads="1"/>
          </p:cNvSpPr>
          <p:nvPr/>
        </p:nvSpPr>
        <p:spPr bwMode="auto">
          <a:xfrm>
            <a:off x="835148" y="707252"/>
            <a:ext cx="2717411" cy="535531"/>
          </a:xfrm>
          <a:prstGeom prst="rect">
            <a:avLst/>
          </a:prstGeom>
          <a:solidFill>
            <a:schemeClr val="bg1"/>
          </a:solidFill>
          <a:ln w="9525">
            <a:solidFill>
              <a:schemeClr val="tx2"/>
            </a:solidFill>
            <a:miter lim="800000"/>
            <a:headEnd/>
            <a:tailEnd/>
          </a:ln>
          <a:effectLst/>
        </p:spPr>
        <p:txBody>
          <a:bodyPr wrap="none">
            <a:spAutoFit/>
          </a:bodyPr>
          <a:lstStyle/>
          <a:p>
            <a:pPr algn="ctr">
              <a:lnSpc>
                <a:spcPct val="90000"/>
              </a:lnSpc>
            </a:pPr>
            <a:r>
              <a:rPr kumimoji="1" lang="zh-CN" altLang="en-US" sz="1600" b="1" dirty="0">
                <a:solidFill>
                  <a:srgbClr val="0000FF"/>
                </a:solidFill>
                <a:latin typeface="微软雅黑" pitchFamily="34" charset="-122"/>
                <a:ea typeface="微软雅黑" pitchFamily="34" charset="-122"/>
              </a:rPr>
              <a:t>主机 </a:t>
            </a:r>
            <a:r>
              <a:rPr kumimoji="1" lang="en-US" altLang="zh-CN" sz="1600" b="1" dirty="0">
                <a:solidFill>
                  <a:srgbClr val="0000FF"/>
                </a:solidFill>
                <a:latin typeface="微软雅黑" pitchFamily="34" charset="-122"/>
                <a:ea typeface="微软雅黑" pitchFamily="34" charset="-122"/>
              </a:rPr>
              <a:t>A</a:t>
            </a:r>
            <a:r>
              <a:rPr kumimoji="1" lang="en-US" altLang="zh-CN" sz="1600" b="1" dirty="0">
                <a:solidFill>
                  <a:srgbClr val="CC00CC"/>
                </a:solidFill>
                <a:latin typeface="微软雅黑" pitchFamily="34" charset="-122"/>
                <a:ea typeface="微软雅黑" pitchFamily="34" charset="-122"/>
              </a:rPr>
              <a:t> </a:t>
            </a:r>
            <a:r>
              <a:rPr kumimoji="1" lang="zh-CN" altLang="en-US" sz="1600" b="1" dirty="0">
                <a:solidFill>
                  <a:srgbClr val="C00000"/>
                </a:solidFill>
                <a:latin typeface="微软雅黑" pitchFamily="34" charset="-122"/>
                <a:ea typeface="微软雅黑" pitchFamily="34" charset="-122"/>
              </a:rPr>
              <a:t>本局域网上广播发送</a:t>
            </a:r>
          </a:p>
          <a:p>
            <a:pPr algn="ctr">
              <a:lnSpc>
                <a:spcPct val="90000"/>
              </a:lnSpc>
            </a:pPr>
            <a:r>
              <a:rPr kumimoji="1" lang="en-US" altLang="zh-CN" sz="1600" b="1" dirty="0">
                <a:solidFill>
                  <a:srgbClr val="0000FF"/>
                </a:solidFill>
                <a:latin typeface="微软雅黑" pitchFamily="34" charset="-122"/>
                <a:ea typeface="微软雅黑" pitchFamily="34" charset="-122"/>
              </a:rPr>
              <a:t>ARP </a:t>
            </a:r>
            <a:r>
              <a:rPr kumimoji="1" lang="zh-CN" altLang="en-US" sz="1600" b="1" dirty="0">
                <a:solidFill>
                  <a:srgbClr val="0000FF"/>
                </a:solidFill>
                <a:latin typeface="微软雅黑" pitchFamily="34" charset="-122"/>
                <a:ea typeface="微软雅黑" pitchFamily="34" charset="-122"/>
              </a:rPr>
              <a:t>请求分组 </a:t>
            </a:r>
          </a:p>
        </p:txBody>
      </p:sp>
      <p:sp>
        <p:nvSpPr>
          <p:cNvPr id="27" name="Text Box 48"/>
          <p:cNvSpPr txBox="1">
            <a:spLocks noChangeArrowheads="1"/>
          </p:cNvSpPr>
          <p:nvPr/>
        </p:nvSpPr>
        <p:spPr bwMode="auto">
          <a:xfrm>
            <a:off x="3709929"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28" name="AutoShape 49"/>
          <p:cNvSpPr>
            <a:spLocks noChangeArrowheads="1"/>
          </p:cNvSpPr>
          <p:nvPr/>
        </p:nvSpPr>
        <p:spPr bwMode="auto">
          <a:xfrm>
            <a:off x="4568005" y="1386387"/>
            <a:ext cx="142836" cy="124149"/>
          </a:xfrm>
          <a:prstGeom prst="rightArrow">
            <a:avLst>
              <a:gd name="adj1" fmla="val 50000"/>
              <a:gd name="adj2" fmla="val 2655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9" name="Text Box 50"/>
          <p:cNvSpPr txBox="1">
            <a:spLocks noChangeArrowheads="1"/>
          </p:cNvSpPr>
          <p:nvPr/>
        </p:nvSpPr>
        <p:spPr bwMode="auto">
          <a:xfrm>
            <a:off x="4973559"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a:latin typeface="微软雅黑" pitchFamily="34" charset="-122"/>
                <a:ea typeface="微软雅黑" pitchFamily="34" charset="-122"/>
              </a:rPr>
              <a:t>ARP </a:t>
            </a:r>
            <a:r>
              <a:rPr kumimoji="1" lang="zh-CN" altLang="en-US" sz="1200" b="1">
                <a:latin typeface="微软雅黑" pitchFamily="34" charset="-122"/>
                <a:ea typeface="微软雅黑" pitchFamily="34" charset="-122"/>
              </a:rPr>
              <a:t>请求</a:t>
            </a:r>
          </a:p>
        </p:txBody>
      </p:sp>
      <p:sp>
        <p:nvSpPr>
          <p:cNvPr id="30" name="AutoShape 51"/>
          <p:cNvSpPr>
            <a:spLocks noChangeArrowheads="1"/>
          </p:cNvSpPr>
          <p:nvPr/>
        </p:nvSpPr>
        <p:spPr bwMode="auto">
          <a:xfrm>
            <a:off x="5824523" y="1401785"/>
            <a:ext cx="142836" cy="133773"/>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Text Box 52"/>
          <p:cNvSpPr txBox="1">
            <a:spLocks noChangeArrowheads="1"/>
          </p:cNvSpPr>
          <p:nvPr/>
        </p:nvSpPr>
        <p:spPr bwMode="auto">
          <a:xfrm>
            <a:off x="6212164"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32" name="AutoShape 53"/>
          <p:cNvSpPr>
            <a:spLocks noChangeArrowheads="1"/>
          </p:cNvSpPr>
          <p:nvPr/>
        </p:nvSpPr>
        <p:spPr bwMode="auto">
          <a:xfrm>
            <a:off x="7076684" y="1379650"/>
            <a:ext cx="142836" cy="133774"/>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33" name="Group 93"/>
          <p:cNvGrpSpPr>
            <a:grpSpLocks/>
          </p:cNvGrpSpPr>
          <p:nvPr/>
        </p:nvGrpSpPr>
        <p:grpSpPr bwMode="auto">
          <a:xfrm>
            <a:off x="2426312" y="1335381"/>
            <a:ext cx="1044683" cy="277171"/>
            <a:chOff x="249" y="663"/>
            <a:chExt cx="1002" cy="288"/>
          </a:xfrm>
          <a:solidFill>
            <a:srgbClr val="99FFCC"/>
          </a:solidFill>
        </p:grpSpPr>
        <p:sp>
          <p:nvSpPr>
            <p:cNvPr id="34" name="AutoShape 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Text Box 54"/>
            <p:cNvSpPr txBox="1">
              <a:spLocks noChangeArrowheads="1"/>
            </p:cNvSpPr>
            <p:nvPr/>
          </p:nvSpPr>
          <p:spPr bwMode="auto">
            <a:xfrm flipH="1">
              <a:off x="386" y="663"/>
              <a:ext cx="865" cy="288"/>
            </a:xfrm>
            <a:prstGeom prst="rect">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grpSp>
      <p:sp>
        <p:nvSpPr>
          <p:cNvPr id="38" name="Text Box 57"/>
          <p:cNvSpPr txBox="1">
            <a:spLocks noChangeArrowheads="1"/>
          </p:cNvSpPr>
          <p:nvPr/>
        </p:nvSpPr>
        <p:spPr bwMode="auto">
          <a:xfrm>
            <a:off x="2705191" y="2256606"/>
            <a:ext cx="17139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00-00-C0-15-AD-18</a:t>
            </a:r>
          </a:p>
        </p:txBody>
      </p:sp>
      <p:sp>
        <p:nvSpPr>
          <p:cNvPr id="39" name="Text Box 58"/>
          <p:cNvSpPr txBox="1">
            <a:spLocks noChangeArrowheads="1"/>
          </p:cNvSpPr>
          <p:nvPr/>
        </p:nvSpPr>
        <p:spPr bwMode="auto">
          <a:xfrm>
            <a:off x="5247842" y="4107201"/>
            <a:ext cx="167545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08-00-2B-00-EE-0A</a:t>
            </a:r>
          </a:p>
        </p:txBody>
      </p:sp>
      <p:sp>
        <p:nvSpPr>
          <p:cNvPr id="40" name="AutoShape 59"/>
          <p:cNvSpPr>
            <a:spLocks noChangeArrowheads="1"/>
          </p:cNvSpPr>
          <p:nvPr/>
        </p:nvSpPr>
        <p:spPr bwMode="auto">
          <a:xfrm>
            <a:off x="4169536" y="700916"/>
            <a:ext cx="3700997" cy="430583"/>
          </a:xfrm>
          <a:prstGeom prst="wedgeRoundRectCallout">
            <a:avLst>
              <a:gd name="adj1" fmla="val -53383"/>
              <a:gd name="adj2" fmla="val 101764"/>
              <a:gd name="adj3" fmla="val 16667"/>
            </a:avLst>
          </a:prstGeom>
          <a:solidFill>
            <a:srgbClr val="00FFFF"/>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41" name="Text Box 60"/>
          <p:cNvSpPr txBox="1">
            <a:spLocks noChangeArrowheads="1"/>
          </p:cNvSpPr>
          <p:nvPr/>
        </p:nvSpPr>
        <p:spPr bwMode="auto">
          <a:xfrm>
            <a:off x="4225505" y="682810"/>
            <a:ext cx="377176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我是</a:t>
            </a:r>
            <a:r>
              <a:rPr kumimoji="1" lang="en-US" altLang="zh-CN" sz="1200" b="1" dirty="0">
                <a:latin typeface="微软雅黑" pitchFamily="34" charset="-122"/>
                <a:ea typeface="微软雅黑" pitchFamily="34" charset="-122"/>
              </a:rPr>
              <a:t>209.0.0.5</a:t>
            </a:r>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MAC</a:t>
            </a:r>
            <a:r>
              <a:rPr kumimoji="1" lang="zh-CN" altLang="en-US" sz="1200" b="1" dirty="0">
                <a:latin typeface="微软雅黑" pitchFamily="34" charset="-122"/>
                <a:ea typeface="微软雅黑" pitchFamily="34" charset="-122"/>
              </a:rPr>
              <a:t>地址是</a:t>
            </a:r>
            <a:r>
              <a:rPr kumimoji="1" lang="en-US" altLang="zh-CN" sz="1200" b="1" dirty="0">
                <a:latin typeface="微软雅黑" pitchFamily="34" charset="-122"/>
                <a:ea typeface="微软雅黑" pitchFamily="34" charset="-122"/>
              </a:rPr>
              <a:t>00-00-C0-15-AD-18</a:t>
            </a:r>
          </a:p>
          <a:p>
            <a:r>
              <a:rPr kumimoji="1" lang="zh-CN" altLang="en-US" sz="1200" b="1" dirty="0">
                <a:latin typeface="微软雅黑" pitchFamily="34" charset="-122"/>
                <a:ea typeface="微软雅黑" pitchFamily="34" charset="-122"/>
              </a:rPr>
              <a:t>我想知道主机 </a:t>
            </a:r>
            <a:r>
              <a:rPr kumimoji="1" lang="en-US" altLang="zh-CN" sz="1200" b="1" dirty="0">
                <a:latin typeface="微软雅黑" pitchFamily="34" charset="-122"/>
                <a:ea typeface="微软雅黑" pitchFamily="34" charset="-122"/>
              </a:rPr>
              <a:t>209.0.0.6 </a:t>
            </a:r>
            <a:r>
              <a:rPr kumimoji="1" lang="zh-CN" altLang="en-US" sz="1200" b="1" dirty="0">
                <a:latin typeface="微软雅黑" pitchFamily="34" charset="-122"/>
                <a:ea typeface="微软雅黑" pitchFamily="34" charset="-122"/>
              </a:rPr>
              <a:t>的</a:t>
            </a:r>
            <a:r>
              <a:rPr kumimoji="1" lang="en-US" altLang="zh-CN" sz="1200" b="1" dirty="0">
                <a:latin typeface="微软雅黑" pitchFamily="34" charset="-122"/>
                <a:ea typeface="微软雅黑" pitchFamily="34" charset="-122"/>
              </a:rPr>
              <a:t>MAC</a:t>
            </a:r>
            <a:r>
              <a:rPr kumimoji="1" lang="zh-CN" altLang="en-US" sz="1200" b="1" dirty="0">
                <a:latin typeface="微软雅黑" pitchFamily="34" charset="-122"/>
                <a:ea typeface="微软雅黑" pitchFamily="34" charset="-122"/>
              </a:rPr>
              <a:t>地址。</a:t>
            </a:r>
          </a:p>
        </p:txBody>
      </p:sp>
      <p:sp>
        <p:nvSpPr>
          <p:cNvPr id="42" name="AutoShape 61"/>
          <p:cNvSpPr>
            <a:spLocks noChangeArrowheads="1"/>
          </p:cNvSpPr>
          <p:nvPr/>
        </p:nvSpPr>
        <p:spPr bwMode="auto">
          <a:xfrm>
            <a:off x="5359782" y="2602126"/>
            <a:ext cx="2637492" cy="440778"/>
          </a:xfrm>
          <a:prstGeom prst="wedgeRoundRectCallout">
            <a:avLst>
              <a:gd name="adj1" fmla="val -41387"/>
              <a:gd name="adj2" fmla="val 83711"/>
              <a:gd name="adj3" fmla="val 16667"/>
            </a:avLst>
          </a:prstGeom>
          <a:solidFill>
            <a:srgbClr val="00FF99"/>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43" name="Text Box 62"/>
          <p:cNvSpPr txBox="1">
            <a:spLocks noChangeArrowheads="1"/>
          </p:cNvSpPr>
          <p:nvPr/>
        </p:nvSpPr>
        <p:spPr bwMode="auto">
          <a:xfrm>
            <a:off x="5437698" y="2602125"/>
            <a:ext cx="255957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209.0.0.6</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a:p>
            <a:r>
              <a:rPr kumimoji="1" lang="en-US" altLang="zh-CN" sz="1200" b="1" dirty="0">
                <a:latin typeface="微软雅黑" pitchFamily="34" charset="-122"/>
                <a:ea typeface="微软雅黑" pitchFamily="34" charset="-122"/>
              </a:rPr>
              <a:t>MAC</a:t>
            </a:r>
            <a:r>
              <a:rPr kumimoji="1" lang="zh-CN" altLang="en-US" sz="1200" b="1" dirty="0">
                <a:latin typeface="微软雅黑" pitchFamily="34" charset="-122"/>
                <a:ea typeface="微软雅黑" pitchFamily="34" charset="-122"/>
              </a:rPr>
              <a:t>地址是 </a:t>
            </a:r>
            <a:r>
              <a:rPr kumimoji="1" lang="en-US" altLang="zh-CN" sz="1200" b="1" dirty="0">
                <a:latin typeface="微软雅黑" pitchFamily="34" charset="-122"/>
                <a:ea typeface="微软雅黑" pitchFamily="34" charset="-122"/>
              </a:rPr>
              <a:t>08-00-2B-00-EE-0A</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p:txBody>
      </p:sp>
      <p:sp>
        <p:nvSpPr>
          <p:cNvPr id="54" name="Line 83"/>
          <p:cNvSpPr>
            <a:spLocks noChangeShapeType="1"/>
          </p:cNvSpPr>
          <p:nvPr/>
        </p:nvSpPr>
        <p:spPr bwMode="auto">
          <a:xfrm>
            <a:off x="2181944" y="3447110"/>
            <a:ext cx="5637325" cy="1251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5" name="Text Box 84"/>
          <p:cNvSpPr txBox="1">
            <a:spLocks noChangeArrowheads="1"/>
          </p:cNvSpPr>
          <p:nvPr/>
        </p:nvSpPr>
        <p:spPr bwMode="auto">
          <a:xfrm>
            <a:off x="3671817" y="3757003"/>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56" name="Text Box 85"/>
          <p:cNvSpPr txBox="1">
            <a:spLocks noChangeArrowheads="1"/>
          </p:cNvSpPr>
          <p:nvPr/>
        </p:nvSpPr>
        <p:spPr bwMode="auto">
          <a:xfrm>
            <a:off x="4978192" y="3681935"/>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Y</a:t>
            </a:r>
          </a:p>
        </p:txBody>
      </p:sp>
      <p:sp>
        <p:nvSpPr>
          <p:cNvPr id="57" name="Text Box 86"/>
          <p:cNvSpPr txBox="1">
            <a:spLocks noChangeArrowheads="1"/>
          </p:cNvSpPr>
          <p:nvPr/>
        </p:nvSpPr>
        <p:spPr bwMode="auto">
          <a:xfrm>
            <a:off x="2800204" y="3681935"/>
            <a:ext cx="330071"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X</a:t>
            </a:r>
          </a:p>
        </p:txBody>
      </p:sp>
      <p:sp>
        <p:nvSpPr>
          <p:cNvPr id="58" name="Text Box 87"/>
          <p:cNvSpPr txBox="1">
            <a:spLocks noChangeArrowheads="1"/>
          </p:cNvSpPr>
          <p:nvPr/>
        </p:nvSpPr>
        <p:spPr bwMode="auto">
          <a:xfrm>
            <a:off x="6120878" y="3757003"/>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B</a:t>
            </a:r>
          </a:p>
        </p:txBody>
      </p:sp>
      <p:sp>
        <p:nvSpPr>
          <p:cNvPr id="59" name="Text Box 88"/>
          <p:cNvSpPr txBox="1">
            <a:spLocks noChangeArrowheads="1"/>
          </p:cNvSpPr>
          <p:nvPr/>
        </p:nvSpPr>
        <p:spPr bwMode="auto">
          <a:xfrm>
            <a:off x="7466873" y="3681935"/>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Z</a:t>
            </a:r>
          </a:p>
        </p:txBody>
      </p:sp>
      <p:sp>
        <p:nvSpPr>
          <p:cNvPr id="60" name="Text Box 89"/>
          <p:cNvSpPr txBox="1">
            <a:spLocks noChangeArrowheads="1"/>
          </p:cNvSpPr>
          <p:nvPr/>
        </p:nvSpPr>
        <p:spPr bwMode="auto">
          <a:xfrm>
            <a:off x="3565472" y="3582809"/>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209.0.0.5</a:t>
            </a:r>
          </a:p>
        </p:txBody>
      </p:sp>
      <p:sp>
        <p:nvSpPr>
          <p:cNvPr id="62" name="Text Box 91"/>
          <p:cNvSpPr txBox="1">
            <a:spLocks noChangeArrowheads="1"/>
          </p:cNvSpPr>
          <p:nvPr/>
        </p:nvSpPr>
        <p:spPr bwMode="auto">
          <a:xfrm>
            <a:off x="2637324" y="4127412"/>
            <a:ext cx="17139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00-00-C0-15-AD-18</a:t>
            </a:r>
          </a:p>
        </p:txBody>
      </p:sp>
      <p:cxnSp>
        <p:nvCxnSpPr>
          <p:cNvPr id="71" name="直接连接符 70"/>
          <p:cNvCxnSpPr/>
          <p:nvPr/>
        </p:nvCxnSpPr>
        <p:spPr>
          <a:xfrm>
            <a:off x="556963" y="2497224"/>
            <a:ext cx="8048776" cy="0"/>
          </a:xfrm>
          <a:prstGeom prst="line">
            <a:avLst/>
          </a:prstGeom>
          <a:ln w="19050">
            <a:solidFill>
              <a:srgbClr val="0000FF"/>
            </a:solidFill>
          </a:ln>
        </p:spPr>
        <p:style>
          <a:lnRef idx="1">
            <a:schemeClr val="accent1"/>
          </a:lnRef>
          <a:fillRef idx="0">
            <a:schemeClr val="accent1"/>
          </a:fillRef>
          <a:effectRef idx="0">
            <a:schemeClr val="accent1"/>
          </a:effectRef>
          <a:fontRef idx="minor">
            <a:schemeClr val="tx1"/>
          </a:fontRef>
        </p:style>
      </p:cxnSp>
      <p:sp>
        <p:nvSpPr>
          <p:cNvPr id="72" name="Text Box 90"/>
          <p:cNvSpPr txBox="1">
            <a:spLocks noChangeArrowheads="1"/>
          </p:cNvSpPr>
          <p:nvPr/>
        </p:nvSpPr>
        <p:spPr bwMode="auto">
          <a:xfrm>
            <a:off x="5976999" y="3528838"/>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209.0.0.6</a:t>
            </a:r>
          </a:p>
        </p:txBody>
      </p:sp>
      <p:grpSp>
        <p:nvGrpSpPr>
          <p:cNvPr id="79" name="组合 78"/>
          <p:cNvGrpSpPr/>
          <p:nvPr/>
        </p:nvGrpSpPr>
        <p:grpSpPr>
          <a:xfrm>
            <a:off x="2456122" y="1913299"/>
            <a:ext cx="5040745" cy="404587"/>
            <a:chOff x="2456122" y="1949511"/>
            <a:chExt cx="5040745" cy="404587"/>
          </a:xfrm>
        </p:grpSpPr>
        <p:pic>
          <p:nvPicPr>
            <p:cNvPr id="74"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5"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sp>
        <p:nvSpPr>
          <p:cNvPr id="64" name="Freeform 97"/>
          <p:cNvSpPr>
            <a:spLocks/>
          </p:cNvSpPr>
          <p:nvPr/>
        </p:nvSpPr>
        <p:spPr bwMode="auto">
          <a:xfrm>
            <a:off x="3514784" y="1704940"/>
            <a:ext cx="1276140"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5" name="Freeform 98"/>
          <p:cNvSpPr>
            <a:spLocks/>
          </p:cNvSpPr>
          <p:nvPr/>
        </p:nvSpPr>
        <p:spPr bwMode="auto">
          <a:xfrm>
            <a:off x="3513741" y="1704940"/>
            <a:ext cx="2412571"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6" name="Freeform 101"/>
          <p:cNvSpPr>
            <a:spLocks/>
          </p:cNvSpPr>
          <p:nvPr/>
        </p:nvSpPr>
        <p:spPr bwMode="auto">
          <a:xfrm>
            <a:off x="3513741" y="1704940"/>
            <a:ext cx="3831547"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7" name="Freeform 102"/>
          <p:cNvSpPr>
            <a:spLocks/>
          </p:cNvSpPr>
          <p:nvPr/>
        </p:nvSpPr>
        <p:spPr bwMode="auto">
          <a:xfrm flipH="1">
            <a:off x="2616065" y="1704940"/>
            <a:ext cx="897676"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6" name="Text Box 55"/>
          <p:cNvSpPr txBox="1">
            <a:spLocks noChangeArrowheads="1"/>
          </p:cNvSpPr>
          <p:nvPr/>
        </p:nvSpPr>
        <p:spPr bwMode="auto">
          <a:xfrm>
            <a:off x="3573444" y="1772461"/>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70" name="矩形 69"/>
          <p:cNvSpPr/>
          <p:nvPr/>
        </p:nvSpPr>
        <p:spPr>
          <a:xfrm>
            <a:off x="2655951" y="4350900"/>
            <a:ext cx="1793216" cy="21914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更新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p>
        </p:txBody>
      </p:sp>
    </p:spTree>
    <p:custDataLst>
      <p:tags r:id="rId1"/>
    </p:custDataLst>
    <p:extLst>
      <p:ext uri="{BB962C8B-B14F-4D97-AF65-F5344CB8AC3E}">
        <p14:creationId xmlns:p14="http://schemas.microsoft.com/office/powerpoint/2010/main" val="29972413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41"/>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grpId="0" nodeType="clickEffect">
                                  <p:stCondLst>
                                    <p:cond delay="0"/>
                                  </p:stCondLst>
                                  <p:childTnLst>
                                    <p:set>
                                      <p:cBhvr>
                                        <p:cTn id="14" dur="1" fill="hold">
                                          <p:stCondLst>
                                            <p:cond delay="0"/>
                                          </p:stCondLst>
                                        </p:cTn>
                                        <p:tgtEl>
                                          <p:spTgt spid="67"/>
                                        </p:tgtEl>
                                        <p:attrNameLst>
                                          <p:attrName>style.visibility</p:attrName>
                                        </p:attrNameLst>
                                      </p:cBhvr>
                                      <p:to>
                                        <p:strVal val="visible"/>
                                      </p:to>
                                    </p:set>
                                    <p:animEffect transition="in" filter="wipe(right)">
                                      <p:cBhvr>
                                        <p:cTn id="15" dur="1000"/>
                                        <p:tgtEl>
                                          <p:spTgt spid="67"/>
                                        </p:tgtEl>
                                      </p:cBhvr>
                                    </p:animEffect>
                                  </p:childTnLst>
                                </p:cTn>
                              </p:par>
                              <p:par>
                                <p:cTn id="16" presetID="22" presetClass="entr" presetSubtype="8" fill="hold" grpId="0" nodeType="withEffect">
                                  <p:stCondLst>
                                    <p:cond delay="250"/>
                                  </p:stCondLst>
                                  <p:childTnLst>
                                    <p:set>
                                      <p:cBhvr>
                                        <p:cTn id="17" dur="1" fill="hold">
                                          <p:stCondLst>
                                            <p:cond delay="0"/>
                                          </p:stCondLst>
                                        </p:cTn>
                                        <p:tgtEl>
                                          <p:spTgt spid="64"/>
                                        </p:tgtEl>
                                        <p:attrNameLst>
                                          <p:attrName>style.visibility</p:attrName>
                                        </p:attrNameLst>
                                      </p:cBhvr>
                                      <p:to>
                                        <p:strVal val="visible"/>
                                      </p:to>
                                    </p:set>
                                    <p:animEffect transition="in" filter="wipe(left)">
                                      <p:cBhvr>
                                        <p:cTn id="18" dur="1000"/>
                                        <p:tgtEl>
                                          <p:spTgt spid="64"/>
                                        </p:tgtEl>
                                      </p:cBhvr>
                                    </p:animEffect>
                                  </p:childTnLst>
                                </p:cTn>
                              </p:par>
                              <p:par>
                                <p:cTn id="19" presetID="22" presetClass="entr" presetSubtype="8" fill="hold" grpId="0" nodeType="withEffect">
                                  <p:stCondLst>
                                    <p:cond delay="250"/>
                                  </p:stCondLst>
                                  <p:childTnLst>
                                    <p:set>
                                      <p:cBhvr>
                                        <p:cTn id="20" dur="1" fill="hold">
                                          <p:stCondLst>
                                            <p:cond delay="0"/>
                                          </p:stCondLst>
                                        </p:cTn>
                                        <p:tgtEl>
                                          <p:spTgt spid="65"/>
                                        </p:tgtEl>
                                        <p:attrNameLst>
                                          <p:attrName>style.visibility</p:attrName>
                                        </p:attrNameLst>
                                      </p:cBhvr>
                                      <p:to>
                                        <p:strVal val="visible"/>
                                      </p:to>
                                    </p:set>
                                    <p:animEffect transition="in" filter="wipe(left)">
                                      <p:cBhvr>
                                        <p:cTn id="21" dur="1250"/>
                                        <p:tgtEl>
                                          <p:spTgt spid="65"/>
                                        </p:tgtEl>
                                      </p:cBhvr>
                                    </p:animEffect>
                                  </p:childTnLst>
                                </p:cTn>
                              </p:par>
                              <p:par>
                                <p:cTn id="22" presetID="22" presetClass="entr" presetSubtype="8" fill="hold" grpId="0" nodeType="withEffect">
                                  <p:stCondLst>
                                    <p:cond delay="250"/>
                                  </p:stCondLst>
                                  <p:childTnLst>
                                    <p:set>
                                      <p:cBhvr>
                                        <p:cTn id="23" dur="1" fill="hold">
                                          <p:stCondLst>
                                            <p:cond delay="0"/>
                                          </p:stCondLst>
                                        </p:cTn>
                                        <p:tgtEl>
                                          <p:spTgt spid="66"/>
                                        </p:tgtEl>
                                        <p:attrNameLst>
                                          <p:attrName>style.visibility</p:attrName>
                                        </p:attrNameLst>
                                      </p:cBhvr>
                                      <p:to>
                                        <p:strVal val="visible"/>
                                      </p:to>
                                    </p:set>
                                    <p:animEffect transition="in" filter="wipe(left)">
                                      <p:cBhvr>
                                        <p:cTn id="24" dur="1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41" grpId="0"/>
      <p:bldP spid="64" grpId="0" animBg="1"/>
      <p:bldP spid="65" grpId="0" animBg="1"/>
      <p:bldP spid="66" grpId="0" animBg="1"/>
      <p:bldP spid="6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EACD31-F1F7-76E0-8ED5-98E6E6A6D41F}"/>
            </a:ext>
          </a:extLst>
        </p:cNvPr>
        <p:cNvGrpSpPr/>
        <p:nvPr/>
      </p:nvGrpSpPr>
      <p:grpSpPr>
        <a:xfrm>
          <a:off x="0" y="0"/>
          <a:ext cx="0" cy="0"/>
          <a:chOff x="0" y="0"/>
          <a:chExt cx="0" cy="0"/>
        </a:xfrm>
      </p:grpSpPr>
      <p:sp>
        <p:nvSpPr>
          <p:cNvPr id="5" name="圆角矩形 4">
            <a:extLst>
              <a:ext uri="{FF2B5EF4-FFF2-40B4-BE49-F238E27FC236}">
                <a16:creationId xmlns:a16="http://schemas.microsoft.com/office/drawing/2014/main" id="{AFDD5DC6-BFF6-1F35-461B-5B74AFBE52E1}"/>
              </a:ext>
            </a:extLst>
          </p:cNvPr>
          <p:cNvSpPr/>
          <p:nvPr/>
        </p:nvSpPr>
        <p:spPr>
          <a:xfrm>
            <a:off x="556963" y="606582"/>
            <a:ext cx="8048776" cy="3797829"/>
          </a:xfrm>
          <a:prstGeom prst="roundRect">
            <a:avLst/>
          </a:prstGeom>
          <a:solidFill>
            <a:srgbClr val="C5E5FB"/>
          </a:solidFill>
          <a:ln w="38100">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Line 74">
            <a:extLst>
              <a:ext uri="{FF2B5EF4-FFF2-40B4-BE49-F238E27FC236}">
                <a16:creationId xmlns:a16="http://schemas.microsoft.com/office/drawing/2014/main" id="{37F35D2E-6B1F-AA97-2E7A-FFD3FE972AD6}"/>
              </a:ext>
            </a:extLst>
          </p:cNvPr>
          <p:cNvSpPr>
            <a:spLocks noChangeShapeType="1"/>
          </p:cNvSpPr>
          <p:nvPr/>
        </p:nvSpPr>
        <p:spPr bwMode="auto">
          <a:xfrm rot="5400000">
            <a:off x="3363448"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6" name="Line 75">
            <a:extLst>
              <a:ext uri="{FF2B5EF4-FFF2-40B4-BE49-F238E27FC236}">
                <a16:creationId xmlns:a16="http://schemas.microsoft.com/office/drawing/2014/main" id="{B115209F-D18A-C9FF-853C-10EA270B1F27}"/>
              </a:ext>
            </a:extLst>
          </p:cNvPr>
          <p:cNvSpPr>
            <a:spLocks noChangeShapeType="1"/>
          </p:cNvSpPr>
          <p:nvPr/>
        </p:nvSpPr>
        <p:spPr bwMode="auto">
          <a:xfrm rot="5400000">
            <a:off x="4687066" y="3619861"/>
            <a:ext cx="357050"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7" name="Line 76">
            <a:extLst>
              <a:ext uri="{FF2B5EF4-FFF2-40B4-BE49-F238E27FC236}">
                <a16:creationId xmlns:a16="http://schemas.microsoft.com/office/drawing/2014/main" id="{A9D8C571-1F91-8469-9A0A-16284DAA6AD8}"/>
              </a:ext>
            </a:extLst>
          </p:cNvPr>
          <p:cNvSpPr>
            <a:spLocks noChangeShapeType="1"/>
          </p:cNvSpPr>
          <p:nvPr/>
        </p:nvSpPr>
        <p:spPr bwMode="auto">
          <a:xfrm rot="5400000">
            <a:off x="5825021"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8" name="Line 77">
            <a:extLst>
              <a:ext uri="{FF2B5EF4-FFF2-40B4-BE49-F238E27FC236}">
                <a16:creationId xmlns:a16="http://schemas.microsoft.com/office/drawing/2014/main" id="{70E885ED-A487-25CC-5EC4-E90F1451C81F}"/>
              </a:ext>
            </a:extLst>
          </p:cNvPr>
          <p:cNvSpPr>
            <a:spLocks noChangeShapeType="1"/>
          </p:cNvSpPr>
          <p:nvPr/>
        </p:nvSpPr>
        <p:spPr bwMode="auto">
          <a:xfrm rot="5400000">
            <a:off x="7166844"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9" name="Line 78">
            <a:extLst>
              <a:ext uri="{FF2B5EF4-FFF2-40B4-BE49-F238E27FC236}">
                <a16:creationId xmlns:a16="http://schemas.microsoft.com/office/drawing/2014/main" id="{E2464139-8315-AFA5-073E-B22201D8E41D}"/>
              </a:ext>
            </a:extLst>
          </p:cNvPr>
          <p:cNvSpPr>
            <a:spLocks noChangeShapeType="1"/>
          </p:cNvSpPr>
          <p:nvPr/>
        </p:nvSpPr>
        <p:spPr bwMode="auto">
          <a:xfrm rot="5400000">
            <a:off x="2504347" y="3625155"/>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1" name="Line 8">
            <a:extLst>
              <a:ext uri="{FF2B5EF4-FFF2-40B4-BE49-F238E27FC236}">
                <a16:creationId xmlns:a16="http://schemas.microsoft.com/office/drawing/2014/main" id="{60D51DD8-78AD-712A-0838-813E04125441}"/>
              </a:ext>
            </a:extLst>
          </p:cNvPr>
          <p:cNvSpPr>
            <a:spLocks noChangeShapeType="1"/>
          </p:cNvSpPr>
          <p:nvPr/>
        </p:nvSpPr>
        <p:spPr bwMode="auto">
          <a:xfrm rot="5400000">
            <a:off x="4671827" y="1830533"/>
            <a:ext cx="357049"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2" name="Line 9">
            <a:extLst>
              <a:ext uri="{FF2B5EF4-FFF2-40B4-BE49-F238E27FC236}">
                <a16:creationId xmlns:a16="http://schemas.microsoft.com/office/drawing/2014/main" id="{50051088-E32E-909C-64E5-86508839521E}"/>
              </a:ext>
            </a:extLst>
          </p:cNvPr>
          <p:cNvSpPr>
            <a:spLocks noChangeShapeType="1"/>
          </p:cNvSpPr>
          <p:nvPr/>
        </p:nvSpPr>
        <p:spPr bwMode="auto">
          <a:xfrm rot="5400000">
            <a:off x="5809783"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 name="Line 10">
            <a:extLst>
              <a:ext uri="{FF2B5EF4-FFF2-40B4-BE49-F238E27FC236}">
                <a16:creationId xmlns:a16="http://schemas.microsoft.com/office/drawing/2014/main" id="{EF36155E-E4BB-A3C9-F4B0-202C4A349951}"/>
              </a:ext>
            </a:extLst>
          </p:cNvPr>
          <p:cNvSpPr>
            <a:spLocks noChangeShapeType="1"/>
          </p:cNvSpPr>
          <p:nvPr/>
        </p:nvSpPr>
        <p:spPr bwMode="auto">
          <a:xfrm rot="5400000">
            <a:off x="7151605"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 name="Line 11">
            <a:extLst>
              <a:ext uri="{FF2B5EF4-FFF2-40B4-BE49-F238E27FC236}">
                <a16:creationId xmlns:a16="http://schemas.microsoft.com/office/drawing/2014/main" id="{6CB79364-933A-D86B-D1C9-43FFE1694BB6}"/>
              </a:ext>
            </a:extLst>
          </p:cNvPr>
          <p:cNvSpPr>
            <a:spLocks noChangeShapeType="1"/>
          </p:cNvSpPr>
          <p:nvPr/>
        </p:nvSpPr>
        <p:spPr bwMode="auto">
          <a:xfrm rot="5400000">
            <a:off x="2489109"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9" name="Line 16">
            <a:extLst>
              <a:ext uri="{FF2B5EF4-FFF2-40B4-BE49-F238E27FC236}">
                <a16:creationId xmlns:a16="http://schemas.microsoft.com/office/drawing/2014/main" id="{D0FAFDF8-6FF1-E231-8E0E-FA116380AC66}"/>
              </a:ext>
            </a:extLst>
          </p:cNvPr>
          <p:cNvSpPr>
            <a:spLocks noChangeShapeType="1"/>
          </p:cNvSpPr>
          <p:nvPr/>
        </p:nvSpPr>
        <p:spPr bwMode="auto">
          <a:xfrm>
            <a:off x="2166706" y="1657784"/>
            <a:ext cx="5637326" cy="1251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Text Box 56">
            <a:extLst>
              <a:ext uri="{FF2B5EF4-FFF2-40B4-BE49-F238E27FC236}">
                <a16:creationId xmlns:a16="http://schemas.microsoft.com/office/drawing/2014/main" id="{3DC9ED45-E3A3-3E51-32CE-758F63E888BC}"/>
              </a:ext>
            </a:extLst>
          </p:cNvPr>
          <p:cNvSpPr txBox="1">
            <a:spLocks noChangeArrowheads="1"/>
          </p:cNvSpPr>
          <p:nvPr/>
        </p:nvSpPr>
        <p:spPr bwMode="auto">
          <a:xfrm>
            <a:off x="5961762" y="17290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209.0.0.6</a:t>
            </a:r>
          </a:p>
        </p:txBody>
      </p:sp>
      <p:grpSp>
        <p:nvGrpSpPr>
          <p:cNvPr id="80" name="组合 79">
            <a:extLst>
              <a:ext uri="{FF2B5EF4-FFF2-40B4-BE49-F238E27FC236}">
                <a16:creationId xmlns:a16="http://schemas.microsoft.com/office/drawing/2014/main" id="{89ABE847-EA96-293A-4CDC-80F2A9CD847A}"/>
              </a:ext>
            </a:extLst>
          </p:cNvPr>
          <p:cNvGrpSpPr/>
          <p:nvPr/>
        </p:nvGrpSpPr>
        <p:grpSpPr>
          <a:xfrm>
            <a:off x="2456122" y="3717885"/>
            <a:ext cx="5040745" cy="404587"/>
            <a:chOff x="2456122" y="1949511"/>
            <a:chExt cx="5040745" cy="404587"/>
          </a:xfrm>
        </p:grpSpPr>
        <p:pic>
          <p:nvPicPr>
            <p:cNvPr id="81" name="Picture 246" descr="jisuanji">
              <a:extLst>
                <a:ext uri="{FF2B5EF4-FFF2-40B4-BE49-F238E27FC236}">
                  <a16:creationId xmlns:a16="http://schemas.microsoft.com/office/drawing/2014/main" id="{CFBACE51-73CD-A87E-4053-9C57798EBE2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246" descr="jisuanji">
              <a:extLst>
                <a:ext uri="{FF2B5EF4-FFF2-40B4-BE49-F238E27FC236}">
                  <a16:creationId xmlns:a16="http://schemas.microsoft.com/office/drawing/2014/main" id="{3BA45AC4-0FC5-86EF-2F34-0F8D7589C2C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246" descr="jisuanji">
              <a:extLst>
                <a:ext uri="{FF2B5EF4-FFF2-40B4-BE49-F238E27FC236}">
                  <a16:creationId xmlns:a16="http://schemas.microsoft.com/office/drawing/2014/main" id="{53421507-72BC-8790-576B-9FCDD67078A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a:extLst>
                <a:ext uri="{FF2B5EF4-FFF2-40B4-BE49-F238E27FC236}">
                  <a16:creationId xmlns:a16="http://schemas.microsoft.com/office/drawing/2014/main" id="{99E86067-1441-2C31-1D35-5CD1F4418BD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246" descr="jisuanji">
              <a:extLst>
                <a:ext uri="{FF2B5EF4-FFF2-40B4-BE49-F238E27FC236}">
                  <a16:creationId xmlns:a16="http://schemas.microsoft.com/office/drawing/2014/main" id="{13E350B5-F789-7DC9-A4D9-B5A2DBF89B0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 name="Group 94">
            <a:extLst>
              <a:ext uri="{FF2B5EF4-FFF2-40B4-BE49-F238E27FC236}">
                <a16:creationId xmlns:a16="http://schemas.microsoft.com/office/drawing/2014/main" id="{68D71FA2-027C-6059-F7C1-62907BD34ADF}"/>
              </a:ext>
            </a:extLst>
          </p:cNvPr>
          <p:cNvGrpSpPr>
            <a:grpSpLocks/>
          </p:cNvGrpSpPr>
          <p:nvPr/>
        </p:nvGrpSpPr>
        <p:grpSpPr bwMode="auto">
          <a:xfrm>
            <a:off x="4600771" y="3089097"/>
            <a:ext cx="1044683" cy="277171"/>
            <a:chOff x="249" y="627"/>
            <a:chExt cx="1002" cy="288"/>
          </a:xfrm>
          <a:solidFill>
            <a:srgbClr val="00FFFF"/>
          </a:solidFill>
        </p:grpSpPr>
        <p:sp>
          <p:nvSpPr>
            <p:cNvPr id="8" name="AutoShape 95">
              <a:extLst>
                <a:ext uri="{FF2B5EF4-FFF2-40B4-BE49-F238E27FC236}">
                  <a16:creationId xmlns:a16="http://schemas.microsoft.com/office/drawing/2014/main" id="{AE6A59D0-689D-3F72-73FD-BE3A3F597D7E}"/>
                </a:ext>
              </a:extLst>
            </p:cNvPr>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 name="Text Box 96">
              <a:extLst>
                <a:ext uri="{FF2B5EF4-FFF2-40B4-BE49-F238E27FC236}">
                  <a16:creationId xmlns:a16="http://schemas.microsoft.com/office/drawing/2014/main" id="{07DE4DB0-DB9C-08AD-B355-FAC11882051B}"/>
                </a:ext>
              </a:extLst>
            </p:cNvPr>
            <p:cNvSpPr txBox="1">
              <a:spLocks noChangeArrowheads="1"/>
            </p:cNvSpPr>
            <p:nvPr/>
          </p:nvSpPr>
          <p:spPr bwMode="auto">
            <a:xfrm flipH="1">
              <a:off x="386" y="627"/>
              <a:ext cx="865" cy="288"/>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响应</a:t>
              </a:r>
            </a:p>
          </p:txBody>
        </p:sp>
      </p:grpSp>
      <p:sp>
        <p:nvSpPr>
          <p:cNvPr id="10" name="Line 7">
            <a:extLst>
              <a:ext uri="{FF2B5EF4-FFF2-40B4-BE49-F238E27FC236}">
                <a16:creationId xmlns:a16="http://schemas.microsoft.com/office/drawing/2014/main" id="{C28E8FFC-8303-3E55-4F88-0017983B553B}"/>
              </a:ext>
            </a:extLst>
          </p:cNvPr>
          <p:cNvSpPr>
            <a:spLocks noChangeShapeType="1"/>
          </p:cNvSpPr>
          <p:nvPr/>
        </p:nvSpPr>
        <p:spPr bwMode="auto">
          <a:xfrm rot="5400000">
            <a:off x="3348209"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0" name="Text Box 17">
            <a:extLst>
              <a:ext uri="{FF2B5EF4-FFF2-40B4-BE49-F238E27FC236}">
                <a16:creationId xmlns:a16="http://schemas.microsoft.com/office/drawing/2014/main" id="{1BC7F69A-9D69-A7AD-03CB-D04C2089C890}"/>
              </a:ext>
            </a:extLst>
          </p:cNvPr>
          <p:cNvSpPr txBox="1">
            <a:spLocks noChangeArrowheads="1"/>
          </p:cNvSpPr>
          <p:nvPr/>
        </p:nvSpPr>
        <p:spPr bwMode="auto">
          <a:xfrm>
            <a:off x="3656578" y="19676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21" name="Text Box 18">
            <a:extLst>
              <a:ext uri="{FF2B5EF4-FFF2-40B4-BE49-F238E27FC236}">
                <a16:creationId xmlns:a16="http://schemas.microsoft.com/office/drawing/2014/main" id="{91022447-3CC7-8DFC-E8ED-A07C769901D0}"/>
              </a:ext>
            </a:extLst>
          </p:cNvPr>
          <p:cNvSpPr txBox="1">
            <a:spLocks noChangeArrowheads="1"/>
          </p:cNvSpPr>
          <p:nvPr/>
        </p:nvSpPr>
        <p:spPr bwMode="auto">
          <a:xfrm>
            <a:off x="4962952" y="1892609"/>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Y</a:t>
            </a:r>
          </a:p>
        </p:txBody>
      </p:sp>
      <p:sp>
        <p:nvSpPr>
          <p:cNvPr id="22" name="Text Box 19">
            <a:extLst>
              <a:ext uri="{FF2B5EF4-FFF2-40B4-BE49-F238E27FC236}">
                <a16:creationId xmlns:a16="http://schemas.microsoft.com/office/drawing/2014/main" id="{1BA9772F-0550-9090-F49C-CBB5C3C90EE3}"/>
              </a:ext>
            </a:extLst>
          </p:cNvPr>
          <p:cNvSpPr txBox="1">
            <a:spLocks noChangeArrowheads="1"/>
          </p:cNvSpPr>
          <p:nvPr/>
        </p:nvSpPr>
        <p:spPr bwMode="auto">
          <a:xfrm>
            <a:off x="2784965" y="1892609"/>
            <a:ext cx="330071"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X</a:t>
            </a:r>
          </a:p>
        </p:txBody>
      </p:sp>
      <p:sp>
        <p:nvSpPr>
          <p:cNvPr id="23" name="Text Box 20">
            <a:extLst>
              <a:ext uri="{FF2B5EF4-FFF2-40B4-BE49-F238E27FC236}">
                <a16:creationId xmlns:a16="http://schemas.microsoft.com/office/drawing/2014/main" id="{38345139-7D0B-1564-772C-A76340B023AB}"/>
              </a:ext>
            </a:extLst>
          </p:cNvPr>
          <p:cNvSpPr txBox="1">
            <a:spLocks noChangeArrowheads="1"/>
          </p:cNvSpPr>
          <p:nvPr/>
        </p:nvSpPr>
        <p:spPr bwMode="auto">
          <a:xfrm>
            <a:off x="6105639" y="19676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B</a:t>
            </a:r>
          </a:p>
        </p:txBody>
      </p:sp>
      <p:sp>
        <p:nvSpPr>
          <p:cNvPr id="24" name="Text Box 21">
            <a:extLst>
              <a:ext uri="{FF2B5EF4-FFF2-40B4-BE49-F238E27FC236}">
                <a16:creationId xmlns:a16="http://schemas.microsoft.com/office/drawing/2014/main" id="{70D8832F-5FAA-19CE-DD57-D756FFD8558E}"/>
              </a:ext>
            </a:extLst>
          </p:cNvPr>
          <p:cNvSpPr txBox="1">
            <a:spLocks noChangeArrowheads="1"/>
          </p:cNvSpPr>
          <p:nvPr/>
        </p:nvSpPr>
        <p:spPr bwMode="auto">
          <a:xfrm>
            <a:off x="7451632" y="1892609"/>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Z</a:t>
            </a:r>
          </a:p>
        </p:txBody>
      </p:sp>
      <p:sp>
        <p:nvSpPr>
          <p:cNvPr id="25" name="Text Box 45">
            <a:extLst>
              <a:ext uri="{FF2B5EF4-FFF2-40B4-BE49-F238E27FC236}">
                <a16:creationId xmlns:a16="http://schemas.microsoft.com/office/drawing/2014/main" id="{EDED130A-3544-D478-83D3-716427A41808}"/>
              </a:ext>
            </a:extLst>
          </p:cNvPr>
          <p:cNvSpPr txBox="1">
            <a:spLocks noChangeArrowheads="1"/>
          </p:cNvSpPr>
          <p:nvPr/>
        </p:nvSpPr>
        <p:spPr bwMode="auto">
          <a:xfrm>
            <a:off x="831848" y="2597710"/>
            <a:ext cx="2159566" cy="535531"/>
          </a:xfrm>
          <a:prstGeom prst="rect">
            <a:avLst/>
          </a:prstGeom>
          <a:solidFill>
            <a:schemeClr val="bg1"/>
          </a:solidFill>
          <a:ln w="9525">
            <a:solidFill>
              <a:schemeClr val="tx2"/>
            </a:solidFill>
            <a:miter lim="800000"/>
            <a:headEnd/>
            <a:tailEnd/>
          </a:ln>
          <a:effectLst/>
        </p:spPr>
        <p:txBody>
          <a:bodyPr wrap="none">
            <a:spAutoFit/>
          </a:bodyPr>
          <a:lstStyle/>
          <a:p>
            <a:pPr algn="ctr">
              <a:lnSpc>
                <a:spcPct val="90000"/>
              </a:lnSpc>
            </a:pPr>
            <a:r>
              <a:rPr kumimoji="1" lang="zh-CN" altLang="en-US" sz="1600" b="1" dirty="0">
                <a:solidFill>
                  <a:srgbClr val="0000FF"/>
                </a:solidFill>
                <a:latin typeface="微软雅黑" pitchFamily="34" charset="-122"/>
                <a:ea typeface="微软雅黑" pitchFamily="34" charset="-122"/>
              </a:rPr>
              <a:t>主机 </a:t>
            </a:r>
            <a:r>
              <a:rPr kumimoji="1" lang="en-US" altLang="zh-CN" sz="1600" b="1" dirty="0">
                <a:solidFill>
                  <a:srgbClr val="0000FF"/>
                </a:solidFill>
                <a:latin typeface="微软雅黑" pitchFamily="34" charset="-122"/>
                <a:ea typeface="微软雅黑" pitchFamily="34" charset="-122"/>
              </a:rPr>
              <a:t>B </a:t>
            </a:r>
            <a:r>
              <a:rPr kumimoji="1" lang="zh-CN" altLang="en-US" sz="1600" b="1" dirty="0">
                <a:solidFill>
                  <a:srgbClr val="0000FF"/>
                </a:solidFill>
                <a:latin typeface="微软雅黑" pitchFamily="34" charset="-122"/>
                <a:ea typeface="微软雅黑" pitchFamily="34" charset="-122"/>
              </a:rPr>
              <a:t>向 </a:t>
            </a:r>
            <a:r>
              <a:rPr kumimoji="1" lang="en-US" altLang="zh-CN" sz="1600" b="1" dirty="0">
                <a:solidFill>
                  <a:srgbClr val="0000FF"/>
                </a:solidFill>
                <a:latin typeface="微软雅黑" pitchFamily="34" charset="-122"/>
                <a:ea typeface="微软雅黑" pitchFamily="34" charset="-122"/>
              </a:rPr>
              <a:t>A </a:t>
            </a:r>
            <a:r>
              <a:rPr kumimoji="1" lang="zh-CN" altLang="en-US" sz="1600" b="1" dirty="0">
                <a:solidFill>
                  <a:srgbClr val="C00000"/>
                </a:solidFill>
                <a:latin typeface="微软雅黑" pitchFamily="34" charset="-122"/>
                <a:ea typeface="微软雅黑" pitchFamily="34" charset="-122"/>
              </a:rPr>
              <a:t>单播</a:t>
            </a:r>
            <a:r>
              <a:rPr kumimoji="1" lang="zh-CN" altLang="en-US" sz="1600" b="1" dirty="0">
                <a:solidFill>
                  <a:srgbClr val="0000FF"/>
                </a:solidFill>
                <a:latin typeface="微软雅黑" pitchFamily="34" charset="-122"/>
                <a:ea typeface="微软雅黑" pitchFamily="34" charset="-122"/>
              </a:rPr>
              <a:t>发送</a:t>
            </a:r>
          </a:p>
          <a:p>
            <a:pPr algn="ctr">
              <a:lnSpc>
                <a:spcPct val="90000"/>
              </a:lnSpc>
            </a:pPr>
            <a:r>
              <a:rPr kumimoji="1" lang="en-US" altLang="zh-CN" sz="1600" b="1" dirty="0">
                <a:solidFill>
                  <a:srgbClr val="0000FF"/>
                </a:solidFill>
                <a:latin typeface="微软雅黑" pitchFamily="34" charset="-122"/>
                <a:ea typeface="微软雅黑" pitchFamily="34" charset="-122"/>
              </a:rPr>
              <a:t>ARP </a:t>
            </a:r>
            <a:r>
              <a:rPr kumimoji="1" lang="zh-CN" altLang="en-US" sz="1600" b="1" dirty="0">
                <a:solidFill>
                  <a:srgbClr val="0000FF"/>
                </a:solidFill>
                <a:latin typeface="微软雅黑" pitchFamily="34" charset="-122"/>
                <a:ea typeface="微软雅黑" pitchFamily="34" charset="-122"/>
              </a:rPr>
              <a:t>响应分组 </a:t>
            </a:r>
          </a:p>
        </p:txBody>
      </p:sp>
      <p:sp>
        <p:nvSpPr>
          <p:cNvPr id="26" name="Text Box 46">
            <a:extLst>
              <a:ext uri="{FF2B5EF4-FFF2-40B4-BE49-F238E27FC236}">
                <a16:creationId xmlns:a16="http://schemas.microsoft.com/office/drawing/2014/main" id="{46E26353-D680-6221-AADA-1AE55DBDC26A}"/>
              </a:ext>
            </a:extLst>
          </p:cNvPr>
          <p:cNvSpPr txBox="1">
            <a:spLocks noChangeArrowheads="1"/>
          </p:cNvSpPr>
          <p:nvPr/>
        </p:nvSpPr>
        <p:spPr bwMode="auto">
          <a:xfrm>
            <a:off x="835148" y="707252"/>
            <a:ext cx="2717411" cy="535531"/>
          </a:xfrm>
          <a:prstGeom prst="rect">
            <a:avLst/>
          </a:prstGeom>
          <a:solidFill>
            <a:schemeClr val="bg1"/>
          </a:solidFill>
          <a:ln w="9525">
            <a:solidFill>
              <a:schemeClr val="tx2"/>
            </a:solidFill>
            <a:miter lim="800000"/>
            <a:headEnd/>
            <a:tailEnd/>
          </a:ln>
          <a:effectLst/>
        </p:spPr>
        <p:txBody>
          <a:bodyPr wrap="none">
            <a:spAutoFit/>
          </a:bodyPr>
          <a:lstStyle/>
          <a:p>
            <a:pPr algn="ctr">
              <a:lnSpc>
                <a:spcPct val="90000"/>
              </a:lnSpc>
            </a:pPr>
            <a:r>
              <a:rPr kumimoji="1" lang="zh-CN" altLang="en-US" sz="1600" b="1" dirty="0">
                <a:solidFill>
                  <a:srgbClr val="0000FF"/>
                </a:solidFill>
                <a:latin typeface="微软雅黑" pitchFamily="34" charset="-122"/>
                <a:ea typeface="微软雅黑" pitchFamily="34" charset="-122"/>
              </a:rPr>
              <a:t>主机 </a:t>
            </a:r>
            <a:r>
              <a:rPr kumimoji="1" lang="en-US" altLang="zh-CN" sz="1600" b="1" dirty="0">
                <a:solidFill>
                  <a:srgbClr val="0000FF"/>
                </a:solidFill>
                <a:latin typeface="微软雅黑" pitchFamily="34" charset="-122"/>
                <a:ea typeface="微软雅黑" pitchFamily="34" charset="-122"/>
              </a:rPr>
              <a:t>A</a:t>
            </a:r>
            <a:r>
              <a:rPr kumimoji="1" lang="en-US" altLang="zh-CN" sz="1600" b="1" dirty="0">
                <a:solidFill>
                  <a:srgbClr val="CC00CC"/>
                </a:solidFill>
                <a:latin typeface="微软雅黑" pitchFamily="34" charset="-122"/>
                <a:ea typeface="微软雅黑" pitchFamily="34" charset="-122"/>
              </a:rPr>
              <a:t> </a:t>
            </a:r>
            <a:r>
              <a:rPr kumimoji="1" lang="zh-CN" altLang="en-US" sz="1600" b="1" dirty="0">
                <a:solidFill>
                  <a:srgbClr val="C00000"/>
                </a:solidFill>
                <a:latin typeface="微软雅黑" pitchFamily="34" charset="-122"/>
                <a:ea typeface="微软雅黑" pitchFamily="34" charset="-122"/>
              </a:rPr>
              <a:t>本局域网上广播发送</a:t>
            </a:r>
          </a:p>
          <a:p>
            <a:pPr algn="ctr">
              <a:lnSpc>
                <a:spcPct val="90000"/>
              </a:lnSpc>
            </a:pPr>
            <a:r>
              <a:rPr kumimoji="1" lang="en-US" altLang="zh-CN" sz="1600" b="1" dirty="0">
                <a:solidFill>
                  <a:srgbClr val="0000FF"/>
                </a:solidFill>
                <a:latin typeface="微软雅黑" pitchFamily="34" charset="-122"/>
                <a:ea typeface="微软雅黑" pitchFamily="34" charset="-122"/>
              </a:rPr>
              <a:t>ARP </a:t>
            </a:r>
            <a:r>
              <a:rPr kumimoji="1" lang="zh-CN" altLang="en-US" sz="1600" b="1" dirty="0">
                <a:solidFill>
                  <a:srgbClr val="0000FF"/>
                </a:solidFill>
                <a:latin typeface="微软雅黑" pitchFamily="34" charset="-122"/>
                <a:ea typeface="微软雅黑" pitchFamily="34" charset="-122"/>
              </a:rPr>
              <a:t>请求分组 </a:t>
            </a:r>
          </a:p>
        </p:txBody>
      </p:sp>
      <p:sp>
        <p:nvSpPr>
          <p:cNvPr id="27" name="Text Box 48">
            <a:extLst>
              <a:ext uri="{FF2B5EF4-FFF2-40B4-BE49-F238E27FC236}">
                <a16:creationId xmlns:a16="http://schemas.microsoft.com/office/drawing/2014/main" id="{9976EC99-2B03-1A88-7AB9-BA6059B9757A}"/>
              </a:ext>
            </a:extLst>
          </p:cNvPr>
          <p:cNvSpPr txBox="1">
            <a:spLocks noChangeArrowheads="1"/>
          </p:cNvSpPr>
          <p:nvPr/>
        </p:nvSpPr>
        <p:spPr bwMode="auto">
          <a:xfrm>
            <a:off x="3709929"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28" name="AutoShape 49">
            <a:extLst>
              <a:ext uri="{FF2B5EF4-FFF2-40B4-BE49-F238E27FC236}">
                <a16:creationId xmlns:a16="http://schemas.microsoft.com/office/drawing/2014/main" id="{91C0850C-4B7E-1748-79F7-514AA200DF9D}"/>
              </a:ext>
            </a:extLst>
          </p:cNvPr>
          <p:cNvSpPr>
            <a:spLocks noChangeArrowheads="1"/>
          </p:cNvSpPr>
          <p:nvPr/>
        </p:nvSpPr>
        <p:spPr bwMode="auto">
          <a:xfrm>
            <a:off x="4568005" y="1386387"/>
            <a:ext cx="142836" cy="124149"/>
          </a:xfrm>
          <a:prstGeom prst="rightArrow">
            <a:avLst>
              <a:gd name="adj1" fmla="val 50000"/>
              <a:gd name="adj2" fmla="val 2655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9" name="Text Box 50">
            <a:extLst>
              <a:ext uri="{FF2B5EF4-FFF2-40B4-BE49-F238E27FC236}">
                <a16:creationId xmlns:a16="http://schemas.microsoft.com/office/drawing/2014/main" id="{A0A46147-65C6-FE26-C2AD-53F59FB87101}"/>
              </a:ext>
            </a:extLst>
          </p:cNvPr>
          <p:cNvSpPr txBox="1">
            <a:spLocks noChangeArrowheads="1"/>
          </p:cNvSpPr>
          <p:nvPr/>
        </p:nvSpPr>
        <p:spPr bwMode="auto">
          <a:xfrm>
            <a:off x="4973559"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a:latin typeface="微软雅黑" pitchFamily="34" charset="-122"/>
                <a:ea typeface="微软雅黑" pitchFamily="34" charset="-122"/>
              </a:rPr>
              <a:t>ARP </a:t>
            </a:r>
            <a:r>
              <a:rPr kumimoji="1" lang="zh-CN" altLang="en-US" sz="1200" b="1">
                <a:latin typeface="微软雅黑" pitchFamily="34" charset="-122"/>
                <a:ea typeface="微软雅黑" pitchFamily="34" charset="-122"/>
              </a:rPr>
              <a:t>请求</a:t>
            </a:r>
          </a:p>
        </p:txBody>
      </p:sp>
      <p:sp>
        <p:nvSpPr>
          <p:cNvPr id="30" name="AutoShape 51">
            <a:extLst>
              <a:ext uri="{FF2B5EF4-FFF2-40B4-BE49-F238E27FC236}">
                <a16:creationId xmlns:a16="http://schemas.microsoft.com/office/drawing/2014/main" id="{4C7F196A-3CBE-97F8-DDBC-EFCE951FB695}"/>
              </a:ext>
            </a:extLst>
          </p:cNvPr>
          <p:cNvSpPr>
            <a:spLocks noChangeArrowheads="1"/>
          </p:cNvSpPr>
          <p:nvPr/>
        </p:nvSpPr>
        <p:spPr bwMode="auto">
          <a:xfrm>
            <a:off x="5824523" y="1401785"/>
            <a:ext cx="142836" cy="133773"/>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Text Box 52">
            <a:extLst>
              <a:ext uri="{FF2B5EF4-FFF2-40B4-BE49-F238E27FC236}">
                <a16:creationId xmlns:a16="http://schemas.microsoft.com/office/drawing/2014/main" id="{D54F8C10-B9B7-1ABD-1B93-D2C538A56770}"/>
              </a:ext>
            </a:extLst>
          </p:cNvPr>
          <p:cNvSpPr txBox="1">
            <a:spLocks noChangeArrowheads="1"/>
          </p:cNvSpPr>
          <p:nvPr/>
        </p:nvSpPr>
        <p:spPr bwMode="auto">
          <a:xfrm>
            <a:off x="6212164"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32" name="AutoShape 53">
            <a:extLst>
              <a:ext uri="{FF2B5EF4-FFF2-40B4-BE49-F238E27FC236}">
                <a16:creationId xmlns:a16="http://schemas.microsoft.com/office/drawing/2014/main" id="{D61492C7-361E-10A3-69C4-664B2EE69386}"/>
              </a:ext>
            </a:extLst>
          </p:cNvPr>
          <p:cNvSpPr>
            <a:spLocks noChangeArrowheads="1"/>
          </p:cNvSpPr>
          <p:nvPr/>
        </p:nvSpPr>
        <p:spPr bwMode="auto">
          <a:xfrm>
            <a:off x="7076684" y="1379650"/>
            <a:ext cx="142836" cy="133774"/>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33" name="Group 93">
            <a:extLst>
              <a:ext uri="{FF2B5EF4-FFF2-40B4-BE49-F238E27FC236}">
                <a16:creationId xmlns:a16="http://schemas.microsoft.com/office/drawing/2014/main" id="{56E612D1-0B5E-0CB1-FB2E-D242B1FBF1C7}"/>
              </a:ext>
            </a:extLst>
          </p:cNvPr>
          <p:cNvGrpSpPr>
            <a:grpSpLocks/>
          </p:cNvGrpSpPr>
          <p:nvPr/>
        </p:nvGrpSpPr>
        <p:grpSpPr bwMode="auto">
          <a:xfrm>
            <a:off x="2426312" y="1335381"/>
            <a:ext cx="1044683" cy="277171"/>
            <a:chOff x="249" y="663"/>
            <a:chExt cx="1002" cy="288"/>
          </a:xfrm>
          <a:solidFill>
            <a:srgbClr val="99FFCC"/>
          </a:solidFill>
        </p:grpSpPr>
        <p:sp>
          <p:nvSpPr>
            <p:cNvPr id="34" name="AutoShape 5">
              <a:extLst>
                <a:ext uri="{FF2B5EF4-FFF2-40B4-BE49-F238E27FC236}">
                  <a16:creationId xmlns:a16="http://schemas.microsoft.com/office/drawing/2014/main" id="{D2EBCE19-E025-C9C6-9A14-85DA9EB6506A}"/>
                </a:ext>
              </a:extLst>
            </p:cNvPr>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Text Box 54">
              <a:extLst>
                <a:ext uri="{FF2B5EF4-FFF2-40B4-BE49-F238E27FC236}">
                  <a16:creationId xmlns:a16="http://schemas.microsoft.com/office/drawing/2014/main" id="{BCF01D08-DDDF-BE69-5FD2-418717C6BE29}"/>
                </a:ext>
              </a:extLst>
            </p:cNvPr>
            <p:cNvSpPr txBox="1">
              <a:spLocks noChangeArrowheads="1"/>
            </p:cNvSpPr>
            <p:nvPr/>
          </p:nvSpPr>
          <p:spPr bwMode="auto">
            <a:xfrm flipH="1">
              <a:off x="386" y="663"/>
              <a:ext cx="865" cy="288"/>
            </a:xfrm>
            <a:prstGeom prst="rect">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grpSp>
      <p:sp>
        <p:nvSpPr>
          <p:cNvPr id="38" name="Text Box 57">
            <a:extLst>
              <a:ext uri="{FF2B5EF4-FFF2-40B4-BE49-F238E27FC236}">
                <a16:creationId xmlns:a16="http://schemas.microsoft.com/office/drawing/2014/main" id="{7F32E48E-C52F-B828-D767-CCC84ABD6E6C}"/>
              </a:ext>
            </a:extLst>
          </p:cNvPr>
          <p:cNvSpPr txBox="1">
            <a:spLocks noChangeArrowheads="1"/>
          </p:cNvSpPr>
          <p:nvPr/>
        </p:nvSpPr>
        <p:spPr bwMode="auto">
          <a:xfrm>
            <a:off x="2705191" y="2256606"/>
            <a:ext cx="17139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00-00-C0-15-AD-18</a:t>
            </a:r>
          </a:p>
        </p:txBody>
      </p:sp>
      <p:sp>
        <p:nvSpPr>
          <p:cNvPr id="39" name="Text Box 58">
            <a:extLst>
              <a:ext uri="{FF2B5EF4-FFF2-40B4-BE49-F238E27FC236}">
                <a16:creationId xmlns:a16="http://schemas.microsoft.com/office/drawing/2014/main" id="{9AF351EE-B376-44F7-9FD1-C6B7542F947E}"/>
              </a:ext>
            </a:extLst>
          </p:cNvPr>
          <p:cNvSpPr txBox="1">
            <a:spLocks noChangeArrowheads="1"/>
          </p:cNvSpPr>
          <p:nvPr/>
        </p:nvSpPr>
        <p:spPr bwMode="auto">
          <a:xfrm>
            <a:off x="5247842" y="4107201"/>
            <a:ext cx="167545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08-00-2B-00-EE-0A</a:t>
            </a:r>
          </a:p>
        </p:txBody>
      </p:sp>
      <p:sp>
        <p:nvSpPr>
          <p:cNvPr id="40" name="AutoShape 59">
            <a:extLst>
              <a:ext uri="{FF2B5EF4-FFF2-40B4-BE49-F238E27FC236}">
                <a16:creationId xmlns:a16="http://schemas.microsoft.com/office/drawing/2014/main" id="{4A983512-1EFB-B9B5-8F9E-DF62AE02AD8A}"/>
              </a:ext>
            </a:extLst>
          </p:cNvPr>
          <p:cNvSpPr>
            <a:spLocks noChangeArrowheads="1"/>
          </p:cNvSpPr>
          <p:nvPr/>
        </p:nvSpPr>
        <p:spPr bwMode="auto">
          <a:xfrm>
            <a:off x="4169536" y="700916"/>
            <a:ext cx="3700997" cy="430583"/>
          </a:xfrm>
          <a:prstGeom prst="wedgeRoundRectCallout">
            <a:avLst>
              <a:gd name="adj1" fmla="val -53383"/>
              <a:gd name="adj2" fmla="val 101764"/>
              <a:gd name="adj3" fmla="val 16667"/>
            </a:avLst>
          </a:prstGeom>
          <a:solidFill>
            <a:srgbClr val="00FFFF"/>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41" name="Text Box 60">
            <a:extLst>
              <a:ext uri="{FF2B5EF4-FFF2-40B4-BE49-F238E27FC236}">
                <a16:creationId xmlns:a16="http://schemas.microsoft.com/office/drawing/2014/main" id="{0CD141EA-3EE6-920F-6828-3EDC9D20B8D3}"/>
              </a:ext>
            </a:extLst>
          </p:cNvPr>
          <p:cNvSpPr txBox="1">
            <a:spLocks noChangeArrowheads="1"/>
          </p:cNvSpPr>
          <p:nvPr/>
        </p:nvSpPr>
        <p:spPr bwMode="auto">
          <a:xfrm>
            <a:off x="4225505" y="682810"/>
            <a:ext cx="369977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我是</a:t>
            </a:r>
            <a:r>
              <a:rPr kumimoji="1" lang="en-US" altLang="zh-CN" sz="1200" b="1" dirty="0">
                <a:latin typeface="微软雅黑" pitchFamily="34" charset="-122"/>
                <a:ea typeface="微软雅黑" pitchFamily="34" charset="-122"/>
              </a:rPr>
              <a:t>209.0.0.5</a:t>
            </a:r>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MAC</a:t>
            </a:r>
            <a:r>
              <a:rPr kumimoji="1" lang="zh-CN" altLang="en-US" sz="1200" b="1" dirty="0">
                <a:latin typeface="微软雅黑" pitchFamily="34" charset="-122"/>
                <a:ea typeface="微软雅黑" pitchFamily="34" charset="-122"/>
              </a:rPr>
              <a:t>地址是</a:t>
            </a:r>
            <a:r>
              <a:rPr kumimoji="1" lang="en-US" altLang="zh-CN" sz="1200" b="1" dirty="0">
                <a:latin typeface="微软雅黑" pitchFamily="34" charset="-122"/>
                <a:ea typeface="微软雅黑" pitchFamily="34" charset="-122"/>
              </a:rPr>
              <a:t>00-00-C0-15-AD-18</a:t>
            </a:r>
          </a:p>
          <a:p>
            <a:r>
              <a:rPr kumimoji="1" lang="zh-CN" altLang="en-US" sz="1200" b="1" dirty="0">
                <a:latin typeface="微软雅黑" pitchFamily="34" charset="-122"/>
                <a:ea typeface="微软雅黑" pitchFamily="34" charset="-122"/>
              </a:rPr>
              <a:t>我想知道主机 </a:t>
            </a:r>
            <a:r>
              <a:rPr kumimoji="1" lang="en-US" altLang="zh-CN" sz="1200" b="1" dirty="0">
                <a:latin typeface="微软雅黑" pitchFamily="34" charset="-122"/>
                <a:ea typeface="微软雅黑" pitchFamily="34" charset="-122"/>
              </a:rPr>
              <a:t>209.0.0.6 </a:t>
            </a:r>
            <a:r>
              <a:rPr kumimoji="1" lang="zh-CN" altLang="en-US" sz="1200" b="1" dirty="0">
                <a:latin typeface="微软雅黑" pitchFamily="34" charset="-122"/>
                <a:ea typeface="微软雅黑" pitchFamily="34" charset="-122"/>
              </a:rPr>
              <a:t>的</a:t>
            </a:r>
            <a:r>
              <a:rPr kumimoji="1" lang="en-US" altLang="zh-CN" sz="1200" b="1" dirty="0">
                <a:latin typeface="微软雅黑" pitchFamily="34" charset="-122"/>
                <a:ea typeface="微软雅黑" pitchFamily="34" charset="-122"/>
              </a:rPr>
              <a:t>MAC</a:t>
            </a:r>
            <a:r>
              <a:rPr kumimoji="1" lang="zh-CN" altLang="en-US" sz="1200" b="1" dirty="0">
                <a:latin typeface="微软雅黑" pitchFamily="34" charset="-122"/>
                <a:ea typeface="微软雅黑" pitchFamily="34" charset="-122"/>
              </a:rPr>
              <a:t>地址。</a:t>
            </a:r>
          </a:p>
        </p:txBody>
      </p:sp>
      <p:sp>
        <p:nvSpPr>
          <p:cNvPr id="42" name="AutoShape 61">
            <a:extLst>
              <a:ext uri="{FF2B5EF4-FFF2-40B4-BE49-F238E27FC236}">
                <a16:creationId xmlns:a16="http://schemas.microsoft.com/office/drawing/2014/main" id="{0A4DD6EC-04E5-D7FC-D309-534916B1F55A}"/>
              </a:ext>
            </a:extLst>
          </p:cNvPr>
          <p:cNvSpPr>
            <a:spLocks noChangeArrowheads="1"/>
          </p:cNvSpPr>
          <p:nvPr/>
        </p:nvSpPr>
        <p:spPr bwMode="auto">
          <a:xfrm>
            <a:off x="5359782" y="2602126"/>
            <a:ext cx="2637492" cy="440778"/>
          </a:xfrm>
          <a:prstGeom prst="wedgeRoundRectCallout">
            <a:avLst>
              <a:gd name="adj1" fmla="val -41387"/>
              <a:gd name="adj2" fmla="val 83711"/>
              <a:gd name="adj3" fmla="val 16667"/>
            </a:avLst>
          </a:prstGeom>
          <a:solidFill>
            <a:srgbClr val="00FF99"/>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43" name="Text Box 62">
            <a:extLst>
              <a:ext uri="{FF2B5EF4-FFF2-40B4-BE49-F238E27FC236}">
                <a16:creationId xmlns:a16="http://schemas.microsoft.com/office/drawing/2014/main" id="{57434E0F-B25A-15C2-BBAD-1374D9289D1B}"/>
              </a:ext>
            </a:extLst>
          </p:cNvPr>
          <p:cNvSpPr txBox="1">
            <a:spLocks noChangeArrowheads="1"/>
          </p:cNvSpPr>
          <p:nvPr/>
        </p:nvSpPr>
        <p:spPr bwMode="auto">
          <a:xfrm>
            <a:off x="5437698" y="2602125"/>
            <a:ext cx="255957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209.0.0.6</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a:p>
            <a:r>
              <a:rPr kumimoji="1" lang="en-US" altLang="zh-CN" sz="1200" b="1" dirty="0">
                <a:latin typeface="微软雅黑" pitchFamily="34" charset="-122"/>
                <a:ea typeface="微软雅黑" pitchFamily="34" charset="-122"/>
              </a:rPr>
              <a:t>MAC</a:t>
            </a:r>
            <a:r>
              <a:rPr kumimoji="1" lang="zh-CN" altLang="en-US" sz="1200" b="1" dirty="0">
                <a:latin typeface="微软雅黑" pitchFamily="34" charset="-122"/>
                <a:ea typeface="微软雅黑" pitchFamily="34" charset="-122"/>
              </a:rPr>
              <a:t>地址是 </a:t>
            </a:r>
            <a:r>
              <a:rPr kumimoji="1" lang="en-US" altLang="zh-CN" sz="1200" b="1" dirty="0">
                <a:latin typeface="微软雅黑" pitchFamily="34" charset="-122"/>
                <a:ea typeface="微软雅黑" pitchFamily="34" charset="-122"/>
              </a:rPr>
              <a:t>08-00-2B-00-EE-0A</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p:txBody>
      </p:sp>
      <p:sp>
        <p:nvSpPr>
          <p:cNvPr id="54" name="Line 83">
            <a:extLst>
              <a:ext uri="{FF2B5EF4-FFF2-40B4-BE49-F238E27FC236}">
                <a16:creationId xmlns:a16="http://schemas.microsoft.com/office/drawing/2014/main" id="{5D63A981-33CA-23F9-9B73-B98E1781F3E7}"/>
              </a:ext>
            </a:extLst>
          </p:cNvPr>
          <p:cNvSpPr>
            <a:spLocks noChangeShapeType="1"/>
          </p:cNvSpPr>
          <p:nvPr/>
        </p:nvSpPr>
        <p:spPr bwMode="auto">
          <a:xfrm>
            <a:off x="2181944" y="3447110"/>
            <a:ext cx="5637325" cy="1251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5" name="Text Box 84">
            <a:extLst>
              <a:ext uri="{FF2B5EF4-FFF2-40B4-BE49-F238E27FC236}">
                <a16:creationId xmlns:a16="http://schemas.microsoft.com/office/drawing/2014/main" id="{7BA70275-D3CE-C917-445C-BD623C7AD6C2}"/>
              </a:ext>
            </a:extLst>
          </p:cNvPr>
          <p:cNvSpPr txBox="1">
            <a:spLocks noChangeArrowheads="1"/>
          </p:cNvSpPr>
          <p:nvPr/>
        </p:nvSpPr>
        <p:spPr bwMode="auto">
          <a:xfrm>
            <a:off x="3671817" y="3757003"/>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56" name="Text Box 85">
            <a:extLst>
              <a:ext uri="{FF2B5EF4-FFF2-40B4-BE49-F238E27FC236}">
                <a16:creationId xmlns:a16="http://schemas.microsoft.com/office/drawing/2014/main" id="{2586FDFC-FA31-F50D-C47F-C9B26D7A8FA4}"/>
              </a:ext>
            </a:extLst>
          </p:cNvPr>
          <p:cNvSpPr txBox="1">
            <a:spLocks noChangeArrowheads="1"/>
          </p:cNvSpPr>
          <p:nvPr/>
        </p:nvSpPr>
        <p:spPr bwMode="auto">
          <a:xfrm>
            <a:off x="4978192" y="3681935"/>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Y</a:t>
            </a:r>
          </a:p>
        </p:txBody>
      </p:sp>
      <p:sp>
        <p:nvSpPr>
          <p:cNvPr id="57" name="Text Box 86">
            <a:extLst>
              <a:ext uri="{FF2B5EF4-FFF2-40B4-BE49-F238E27FC236}">
                <a16:creationId xmlns:a16="http://schemas.microsoft.com/office/drawing/2014/main" id="{84577D9C-8AB9-5261-1F93-134C3F02B9F5}"/>
              </a:ext>
            </a:extLst>
          </p:cNvPr>
          <p:cNvSpPr txBox="1">
            <a:spLocks noChangeArrowheads="1"/>
          </p:cNvSpPr>
          <p:nvPr/>
        </p:nvSpPr>
        <p:spPr bwMode="auto">
          <a:xfrm>
            <a:off x="2800204" y="3681935"/>
            <a:ext cx="330071"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X</a:t>
            </a:r>
          </a:p>
        </p:txBody>
      </p:sp>
      <p:sp>
        <p:nvSpPr>
          <p:cNvPr id="58" name="Text Box 87">
            <a:extLst>
              <a:ext uri="{FF2B5EF4-FFF2-40B4-BE49-F238E27FC236}">
                <a16:creationId xmlns:a16="http://schemas.microsoft.com/office/drawing/2014/main" id="{4DDCB0CB-7CC3-9FDB-A3A9-9137FDEF7B85}"/>
              </a:ext>
            </a:extLst>
          </p:cNvPr>
          <p:cNvSpPr txBox="1">
            <a:spLocks noChangeArrowheads="1"/>
          </p:cNvSpPr>
          <p:nvPr/>
        </p:nvSpPr>
        <p:spPr bwMode="auto">
          <a:xfrm>
            <a:off x="6120878" y="3757003"/>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B</a:t>
            </a:r>
          </a:p>
        </p:txBody>
      </p:sp>
      <p:sp>
        <p:nvSpPr>
          <p:cNvPr id="59" name="Text Box 88">
            <a:extLst>
              <a:ext uri="{FF2B5EF4-FFF2-40B4-BE49-F238E27FC236}">
                <a16:creationId xmlns:a16="http://schemas.microsoft.com/office/drawing/2014/main" id="{06FF928D-9560-B4F4-7EEA-8AF22CB7440E}"/>
              </a:ext>
            </a:extLst>
          </p:cNvPr>
          <p:cNvSpPr txBox="1">
            <a:spLocks noChangeArrowheads="1"/>
          </p:cNvSpPr>
          <p:nvPr/>
        </p:nvSpPr>
        <p:spPr bwMode="auto">
          <a:xfrm>
            <a:off x="7466873" y="3681935"/>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Z</a:t>
            </a:r>
          </a:p>
        </p:txBody>
      </p:sp>
      <p:sp>
        <p:nvSpPr>
          <p:cNvPr id="60" name="Text Box 89">
            <a:extLst>
              <a:ext uri="{FF2B5EF4-FFF2-40B4-BE49-F238E27FC236}">
                <a16:creationId xmlns:a16="http://schemas.microsoft.com/office/drawing/2014/main" id="{9D43DDDB-6AC3-4391-CF31-67EC2FA7E9FD}"/>
              </a:ext>
            </a:extLst>
          </p:cNvPr>
          <p:cNvSpPr txBox="1">
            <a:spLocks noChangeArrowheads="1"/>
          </p:cNvSpPr>
          <p:nvPr/>
        </p:nvSpPr>
        <p:spPr bwMode="auto">
          <a:xfrm>
            <a:off x="3565472" y="3582809"/>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209.0.0.5</a:t>
            </a:r>
          </a:p>
        </p:txBody>
      </p:sp>
      <p:sp>
        <p:nvSpPr>
          <p:cNvPr id="62" name="Text Box 91">
            <a:extLst>
              <a:ext uri="{FF2B5EF4-FFF2-40B4-BE49-F238E27FC236}">
                <a16:creationId xmlns:a16="http://schemas.microsoft.com/office/drawing/2014/main" id="{28E12BF7-EED3-D326-E6B0-EE7426A689CD}"/>
              </a:ext>
            </a:extLst>
          </p:cNvPr>
          <p:cNvSpPr txBox="1">
            <a:spLocks noChangeArrowheads="1"/>
          </p:cNvSpPr>
          <p:nvPr/>
        </p:nvSpPr>
        <p:spPr bwMode="auto">
          <a:xfrm>
            <a:off x="2637324" y="4127412"/>
            <a:ext cx="17139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00-00-C0-15-AD-18</a:t>
            </a:r>
          </a:p>
        </p:txBody>
      </p:sp>
      <p:sp>
        <p:nvSpPr>
          <p:cNvPr id="68" name="Freeform 103">
            <a:extLst>
              <a:ext uri="{FF2B5EF4-FFF2-40B4-BE49-F238E27FC236}">
                <a16:creationId xmlns:a16="http://schemas.microsoft.com/office/drawing/2014/main" id="{87FE8ACD-05AD-02A6-21C2-63CA3413DD75}"/>
              </a:ext>
            </a:extLst>
          </p:cNvPr>
          <p:cNvSpPr>
            <a:spLocks/>
          </p:cNvSpPr>
          <p:nvPr/>
        </p:nvSpPr>
        <p:spPr bwMode="auto">
          <a:xfrm flipH="1">
            <a:off x="3515426" y="3495230"/>
            <a:ext cx="2412571"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cxnSp>
        <p:nvCxnSpPr>
          <p:cNvPr id="71" name="直接连接符 70">
            <a:extLst>
              <a:ext uri="{FF2B5EF4-FFF2-40B4-BE49-F238E27FC236}">
                <a16:creationId xmlns:a16="http://schemas.microsoft.com/office/drawing/2014/main" id="{71746A4F-CDD9-9FCC-A3E2-8F2ADA3A08C7}"/>
              </a:ext>
            </a:extLst>
          </p:cNvPr>
          <p:cNvCxnSpPr/>
          <p:nvPr/>
        </p:nvCxnSpPr>
        <p:spPr>
          <a:xfrm>
            <a:off x="556963" y="2497224"/>
            <a:ext cx="8048776" cy="0"/>
          </a:xfrm>
          <a:prstGeom prst="line">
            <a:avLst/>
          </a:prstGeom>
          <a:ln w="19050">
            <a:solidFill>
              <a:srgbClr val="0000FF"/>
            </a:solidFill>
          </a:ln>
        </p:spPr>
        <p:style>
          <a:lnRef idx="1">
            <a:schemeClr val="accent1"/>
          </a:lnRef>
          <a:fillRef idx="0">
            <a:schemeClr val="accent1"/>
          </a:fillRef>
          <a:effectRef idx="0">
            <a:schemeClr val="accent1"/>
          </a:effectRef>
          <a:fontRef idx="minor">
            <a:schemeClr val="tx1"/>
          </a:fontRef>
        </p:style>
      </p:cxnSp>
      <p:sp>
        <p:nvSpPr>
          <p:cNvPr id="72" name="Text Box 90">
            <a:extLst>
              <a:ext uri="{FF2B5EF4-FFF2-40B4-BE49-F238E27FC236}">
                <a16:creationId xmlns:a16="http://schemas.microsoft.com/office/drawing/2014/main" id="{763E8A70-E4C1-735A-4754-61E0D1659070}"/>
              </a:ext>
            </a:extLst>
          </p:cNvPr>
          <p:cNvSpPr txBox="1">
            <a:spLocks noChangeArrowheads="1"/>
          </p:cNvSpPr>
          <p:nvPr/>
        </p:nvSpPr>
        <p:spPr bwMode="auto">
          <a:xfrm>
            <a:off x="5976999" y="3528838"/>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209.0.0.6</a:t>
            </a:r>
          </a:p>
        </p:txBody>
      </p:sp>
      <p:grpSp>
        <p:nvGrpSpPr>
          <p:cNvPr id="79" name="组合 78">
            <a:extLst>
              <a:ext uri="{FF2B5EF4-FFF2-40B4-BE49-F238E27FC236}">
                <a16:creationId xmlns:a16="http://schemas.microsoft.com/office/drawing/2014/main" id="{6232E3C6-EB60-FBE6-DB9D-1C88ABA8F046}"/>
              </a:ext>
            </a:extLst>
          </p:cNvPr>
          <p:cNvGrpSpPr/>
          <p:nvPr/>
        </p:nvGrpSpPr>
        <p:grpSpPr>
          <a:xfrm>
            <a:off x="2456122" y="1913299"/>
            <a:ext cx="5040745" cy="404587"/>
            <a:chOff x="2456122" y="1949511"/>
            <a:chExt cx="5040745" cy="404587"/>
          </a:xfrm>
        </p:grpSpPr>
        <p:pic>
          <p:nvPicPr>
            <p:cNvPr id="74" name="Picture 246" descr="jisuanji">
              <a:extLst>
                <a:ext uri="{FF2B5EF4-FFF2-40B4-BE49-F238E27FC236}">
                  <a16:creationId xmlns:a16="http://schemas.microsoft.com/office/drawing/2014/main" id="{82D4E0D5-4F09-42CD-6A6C-56B1B7EA4BD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5" name="Picture 246" descr="jisuanji">
              <a:extLst>
                <a:ext uri="{FF2B5EF4-FFF2-40B4-BE49-F238E27FC236}">
                  <a16:creationId xmlns:a16="http://schemas.microsoft.com/office/drawing/2014/main" id="{5910488B-55A7-ABFD-4A0E-A859C786933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246" descr="jisuanji">
              <a:extLst>
                <a:ext uri="{FF2B5EF4-FFF2-40B4-BE49-F238E27FC236}">
                  <a16:creationId xmlns:a16="http://schemas.microsoft.com/office/drawing/2014/main" id="{43920DD4-E237-D5EC-8A08-C0454906683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246" descr="jisuanji">
              <a:extLst>
                <a:ext uri="{FF2B5EF4-FFF2-40B4-BE49-F238E27FC236}">
                  <a16:creationId xmlns:a16="http://schemas.microsoft.com/office/drawing/2014/main" id="{B5A379A8-CA14-46F3-E7A4-31726239544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246" descr="jisuanji">
              <a:extLst>
                <a:ext uri="{FF2B5EF4-FFF2-40B4-BE49-F238E27FC236}">
                  <a16:creationId xmlns:a16="http://schemas.microsoft.com/office/drawing/2014/main" id="{23A05753-7B81-D886-F392-E763B93A11B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sp>
        <p:nvSpPr>
          <p:cNvPr id="64" name="Freeform 97">
            <a:extLst>
              <a:ext uri="{FF2B5EF4-FFF2-40B4-BE49-F238E27FC236}">
                <a16:creationId xmlns:a16="http://schemas.microsoft.com/office/drawing/2014/main" id="{D145F178-8272-F4C0-BFB4-9D1DEB8DA614}"/>
              </a:ext>
            </a:extLst>
          </p:cNvPr>
          <p:cNvSpPr>
            <a:spLocks/>
          </p:cNvSpPr>
          <p:nvPr/>
        </p:nvSpPr>
        <p:spPr bwMode="auto">
          <a:xfrm>
            <a:off x="3514784" y="1704940"/>
            <a:ext cx="1276140"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5" name="Freeform 98">
            <a:extLst>
              <a:ext uri="{FF2B5EF4-FFF2-40B4-BE49-F238E27FC236}">
                <a16:creationId xmlns:a16="http://schemas.microsoft.com/office/drawing/2014/main" id="{FA7609FB-E733-95DF-1824-172B99E3F813}"/>
              </a:ext>
            </a:extLst>
          </p:cNvPr>
          <p:cNvSpPr>
            <a:spLocks/>
          </p:cNvSpPr>
          <p:nvPr/>
        </p:nvSpPr>
        <p:spPr bwMode="auto">
          <a:xfrm>
            <a:off x="3513741" y="1704940"/>
            <a:ext cx="2412571"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6" name="Freeform 101">
            <a:extLst>
              <a:ext uri="{FF2B5EF4-FFF2-40B4-BE49-F238E27FC236}">
                <a16:creationId xmlns:a16="http://schemas.microsoft.com/office/drawing/2014/main" id="{44C890F8-4DD8-DCED-9ED9-7E48FBC953BD}"/>
              </a:ext>
            </a:extLst>
          </p:cNvPr>
          <p:cNvSpPr>
            <a:spLocks/>
          </p:cNvSpPr>
          <p:nvPr/>
        </p:nvSpPr>
        <p:spPr bwMode="auto">
          <a:xfrm>
            <a:off x="3513741" y="1704940"/>
            <a:ext cx="3831547"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7" name="Freeform 102">
            <a:extLst>
              <a:ext uri="{FF2B5EF4-FFF2-40B4-BE49-F238E27FC236}">
                <a16:creationId xmlns:a16="http://schemas.microsoft.com/office/drawing/2014/main" id="{F12DC091-63AE-158C-D1F3-50F7B6F6087E}"/>
              </a:ext>
            </a:extLst>
          </p:cNvPr>
          <p:cNvSpPr>
            <a:spLocks/>
          </p:cNvSpPr>
          <p:nvPr/>
        </p:nvSpPr>
        <p:spPr bwMode="auto">
          <a:xfrm flipH="1">
            <a:off x="2616065" y="1704940"/>
            <a:ext cx="897676"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6" name="Text Box 55">
            <a:extLst>
              <a:ext uri="{FF2B5EF4-FFF2-40B4-BE49-F238E27FC236}">
                <a16:creationId xmlns:a16="http://schemas.microsoft.com/office/drawing/2014/main" id="{5A32127D-115B-FE8D-A76E-13644EF6BEE3}"/>
              </a:ext>
            </a:extLst>
          </p:cNvPr>
          <p:cNvSpPr txBox="1">
            <a:spLocks noChangeArrowheads="1"/>
          </p:cNvSpPr>
          <p:nvPr/>
        </p:nvSpPr>
        <p:spPr bwMode="auto">
          <a:xfrm>
            <a:off x="3573444" y="1772461"/>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70" name="矩形 69">
            <a:extLst>
              <a:ext uri="{FF2B5EF4-FFF2-40B4-BE49-F238E27FC236}">
                <a16:creationId xmlns:a16="http://schemas.microsoft.com/office/drawing/2014/main" id="{1B315282-EC27-A529-67DD-BEC8FECF9596}"/>
              </a:ext>
            </a:extLst>
          </p:cNvPr>
          <p:cNvSpPr/>
          <p:nvPr/>
        </p:nvSpPr>
        <p:spPr>
          <a:xfrm>
            <a:off x="2655951" y="4350900"/>
            <a:ext cx="1793216" cy="21914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更新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p>
        </p:txBody>
      </p:sp>
    </p:spTree>
    <p:custDataLst>
      <p:tags r:id="rId1"/>
    </p:custDataLst>
    <p:extLst>
      <p:ext uri="{BB962C8B-B14F-4D97-AF65-F5344CB8AC3E}">
        <p14:creationId xmlns:p14="http://schemas.microsoft.com/office/powerpoint/2010/main" val="3953181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2000"/>
                                  </p:stCondLst>
                                  <p:childTnLst>
                                    <p:anim calcmode="discrete" valueType="str">
                                      <p:cBhvr>
                                        <p:cTn id="6" dur="1000" fill="hold"/>
                                        <p:tgtEl>
                                          <p:spTgt spid="7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7"/>
                                        </p:tgtEl>
                                        <p:attrNameLst>
                                          <p:attrName>style.visibility</p:attrName>
                                        </p:attrNameLst>
                                      </p:cBhvr>
                                      <p:tavLst>
                                        <p:tav tm="0">
                                          <p:val>
                                            <p:strVal val="hidden"/>
                                          </p:val>
                                        </p:tav>
                                        <p:tav tm="50000">
                                          <p:val>
                                            <p:strVal val="visible"/>
                                          </p:val>
                                        </p:tav>
                                      </p:tavLst>
                                    </p:anim>
                                  </p:childTnLst>
                                </p:cTn>
                              </p:par>
                            </p:childTnLst>
                          </p:cTn>
                        </p:par>
                        <p:par>
                          <p:cTn id="11" fill="hold">
                            <p:stCondLst>
                              <p:cond delay="3000"/>
                            </p:stCondLst>
                            <p:childTnLst>
                              <p:par>
                                <p:cTn id="12" presetID="22" presetClass="entr" presetSubtype="2" fill="hold" grpId="0" nodeType="afterEffect">
                                  <p:stCondLst>
                                    <p:cond delay="250"/>
                                  </p:stCondLst>
                                  <p:childTnLst>
                                    <p:set>
                                      <p:cBhvr>
                                        <p:cTn id="13" dur="1" fill="hold">
                                          <p:stCondLst>
                                            <p:cond delay="0"/>
                                          </p:stCondLst>
                                        </p:cTn>
                                        <p:tgtEl>
                                          <p:spTgt spid="68"/>
                                        </p:tgtEl>
                                        <p:attrNameLst>
                                          <p:attrName>style.visibility</p:attrName>
                                        </p:attrNameLst>
                                      </p:cBhvr>
                                      <p:to>
                                        <p:strVal val="visible"/>
                                      </p:to>
                                    </p:set>
                                    <p:animEffect transition="in" filter="wipe(right)">
                                      <p:cBhvr>
                                        <p:cTn id="14" dur="1250"/>
                                        <p:tgtEl>
                                          <p:spTgt spid="68"/>
                                        </p:tgtEl>
                                      </p:cBhvr>
                                    </p:animEffect>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3000" fill="hold" grpId="0" nodeType="clickEffect">
                                  <p:stCondLst>
                                    <p:cond delay="0"/>
                                  </p:stCondLst>
                                  <p:childTnLst>
                                    <p:anim calcmode="discrete" valueType="str">
                                      <p:cBhvr>
                                        <p:cTn id="18"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3000" fill="hold" grpId="0" nodeType="clickEffect">
                                  <p:stCondLst>
                                    <p:cond delay="0"/>
                                  </p:stCondLst>
                                  <p:childTnLst>
                                    <p:anim calcmode="discrete" valueType="str">
                                      <p:cBhvr>
                                        <p:cTn id="22" dur="1000" fill="hold"/>
                                        <p:tgtEl>
                                          <p:spTgt spid="25"/>
                                        </p:tgtEl>
                                        <p:attrNameLst>
                                          <p:attrName>style.visibility</p:attrName>
                                        </p:attrNameLst>
                                      </p:cBhvr>
                                      <p:tavLst>
                                        <p:tav tm="0">
                                          <p:val>
                                            <p:strVal val="hidden"/>
                                          </p:val>
                                        </p:tav>
                                        <p:tav tm="50000">
                                          <p:val>
                                            <p:strVal val="visible"/>
                                          </p:val>
                                        </p:tav>
                                      </p:tavLst>
                                    </p:anim>
                                  </p:childTnLst>
                                </p:cTn>
                              </p:par>
                            </p:childTnLst>
                          </p:cTn>
                        </p:par>
                      </p:childTnLst>
                    </p:cTn>
                  </p:par>
                  <p:par>
                    <p:cTn id="23" fill="hold">
                      <p:stCondLst>
                        <p:cond delay="indefinite"/>
                      </p:stCondLst>
                      <p:childTnLst>
                        <p:par>
                          <p:cTn id="24" fill="hold">
                            <p:stCondLst>
                              <p:cond delay="0"/>
                            </p:stCondLst>
                            <p:childTnLst>
                              <p:par>
                                <p:cTn id="25" presetID="10" presetClass="entr" presetSubtype="0" repeatCount="3000" fill="hold" grpId="0" nodeType="clickEffect">
                                  <p:stCondLst>
                                    <p:cond delay="0"/>
                                  </p:stCondLst>
                                  <p:childTnLst>
                                    <p:set>
                                      <p:cBhvr>
                                        <p:cTn id="26" dur="1" fill="hold">
                                          <p:stCondLst>
                                            <p:cond delay="0"/>
                                          </p:stCondLst>
                                        </p:cTn>
                                        <p:tgtEl>
                                          <p:spTgt spid="70"/>
                                        </p:tgtEl>
                                        <p:attrNameLst>
                                          <p:attrName>style.visibility</p:attrName>
                                        </p:attrNameLst>
                                      </p:cBhvr>
                                      <p:to>
                                        <p:strVal val="visible"/>
                                      </p:to>
                                    </p:set>
                                    <p:animEffect transition="in" filter="fade">
                                      <p:cBhvr>
                                        <p:cTn id="2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43" grpId="0"/>
      <p:bldP spid="68" grpId="0" animBg="1"/>
      <p:bldP spid="72" grpId="0"/>
      <p:bldP spid="70"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5916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282757" y="558426"/>
            <a:ext cx="25971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高速缓存的作用</a:t>
            </a:r>
          </a:p>
        </p:txBody>
      </p:sp>
      <p:sp>
        <p:nvSpPr>
          <p:cNvPr id="7" name="Rectangle 68"/>
          <p:cNvSpPr>
            <a:spLocks noChangeArrowheads="1"/>
          </p:cNvSpPr>
          <p:nvPr/>
        </p:nvSpPr>
        <p:spPr bwMode="auto">
          <a:xfrm>
            <a:off x="556963" y="935834"/>
            <a:ext cx="8048776" cy="2346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为进一步减少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通信量，主机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在发送其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请求分组时，就将自己的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地址到</a:t>
            </a:r>
            <a:r>
              <a:rPr lang="en-US" altLang="zh-CN" sz="2000" b="1" dirty="0">
                <a:latin typeface="微软雅黑" pitchFamily="34" charset="-122"/>
                <a:ea typeface="微软雅黑" pitchFamily="34" charset="-122"/>
              </a:rPr>
              <a:t> MAC </a:t>
            </a:r>
            <a:r>
              <a:rPr lang="zh-CN" altLang="en-US" sz="2000" b="1" dirty="0">
                <a:latin typeface="微软雅黑" pitchFamily="34" charset="-122"/>
                <a:ea typeface="微软雅黑" pitchFamily="34" charset="-122"/>
              </a:rPr>
              <a:t>地址的映射写入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请求分组。</a:t>
            </a:r>
            <a:endParaRPr lang="en-US" altLang="zh-CN" sz="2000" b="1" dirty="0">
              <a:latin typeface="微软雅黑" pitchFamily="34" charset="-122"/>
              <a:ea typeface="微软雅黑" pitchFamily="34" charset="-122"/>
            </a:endParaRPr>
          </a:p>
          <a:p>
            <a:pPr marL="268288" indent="-268288">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当主机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收到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请求分组时，就将主机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地址及其对应的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地址映射写入主机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自己的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高速缓存中。</a:t>
            </a:r>
            <a:endParaRPr lang="en-US" altLang="zh-CN" sz="2000" b="1" dirty="0">
              <a:latin typeface="微软雅黑" pitchFamily="34" charset="-122"/>
              <a:ea typeface="微软雅黑" pitchFamily="34" charset="-122"/>
            </a:endParaRPr>
          </a:p>
          <a:p>
            <a:pPr marL="268288" indent="-268288">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以后主机</a:t>
            </a:r>
            <a:r>
              <a:rPr lang="en-US" altLang="zh-CN" sz="2000" b="1" dirty="0">
                <a:latin typeface="微软雅黑" pitchFamily="34" charset="-122"/>
                <a:ea typeface="微软雅黑" pitchFamily="34" charset="-122"/>
              </a:rPr>
              <a:t>B</a:t>
            </a:r>
            <a:r>
              <a:rPr lang="zh-CN" altLang="en-US" sz="2000" b="1" dirty="0">
                <a:latin typeface="微软雅黑" pitchFamily="34" charset="-122"/>
                <a:ea typeface="微软雅黑" pitchFamily="34" charset="-122"/>
              </a:rPr>
              <a:t>向</a:t>
            </a:r>
            <a:r>
              <a:rPr lang="en-US" altLang="zh-CN" sz="2000" b="1" dirty="0">
                <a:latin typeface="微软雅黑" pitchFamily="34" charset="-122"/>
                <a:ea typeface="微软雅黑" pitchFamily="34" charset="-122"/>
              </a:rPr>
              <a:t>A</a:t>
            </a:r>
            <a:r>
              <a:rPr lang="zh-CN" altLang="en-US" sz="2000" b="1" dirty="0">
                <a:latin typeface="微软雅黑" pitchFamily="34" charset="-122"/>
                <a:ea typeface="微软雅黑" pitchFamily="34" charset="-122"/>
              </a:rPr>
              <a:t>发送数据报时，就不必再发送 </a:t>
            </a:r>
            <a:r>
              <a:rPr lang="en-US" altLang="zh-CN" sz="2000" b="1" dirty="0">
                <a:latin typeface="微软雅黑" pitchFamily="34" charset="-122"/>
                <a:ea typeface="微软雅黑" pitchFamily="34" charset="-122"/>
              </a:rPr>
              <a:t>ARP </a:t>
            </a:r>
            <a:r>
              <a:rPr lang="zh-CN" altLang="en-US" sz="2000" b="1" dirty="0">
                <a:latin typeface="微软雅黑" pitchFamily="34" charset="-122"/>
                <a:ea typeface="微软雅黑" pitchFamily="34" charset="-122"/>
              </a:rPr>
              <a:t>请求。</a:t>
            </a:r>
          </a:p>
        </p:txBody>
      </p:sp>
    </p:spTree>
    <p:custDataLst>
      <p:tags r:id="rId1"/>
    </p:custDataLst>
    <p:extLst>
      <p:ext uri="{BB962C8B-B14F-4D97-AF65-F5344CB8AC3E}">
        <p14:creationId xmlns:p14="http://schemas.microsoft.com/office/powerpoint/2010/main" val="29563490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1000"/>
                                        <p:tgtEl>
                                          <p:spTgt spid="7">
                                            <p:txEl>
                                              <p:pRg st="0" end="0"/>
                                            </p:txEl>
                                          </p:spTgt>
                                        </p:tgtEl>
                                      </p:cBhvr>
                                    </p:animEffect>
                                    <p:anim calcmode="lin" valueType="num">
                                      <p:cBhvr>
                                        <p:cTn id="8"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
                                            <p:txEl>
                                              <p:pRg st="1" end="1"/>
                                            </p:txEl>
                                          </p:spTgt>
                                        </p:tgtEl>
                                        <p:attrNameLst>
                                          <p:attrName>style.visibility</p:attrName>
                                        </p:attrNameLst>
                                      </p:cBhvr>
                                      <p:to>
                                        <p:strVal val="visible"/>
                                      </p:to>
                                    </p:set>
                                    <p:animEffect transition="in" filter="fade">
                                      <p:cBhvr>
                                        <p:cTn id="14" dur="1000"/>
                                        <p:tgtEl>
                                          <p:spTgt spid="7">
                                            <p:txEl>
                                              <p:pRg st="1" end="1"/>
                                            </p:txEl>
                                          </p:spTgt>
                                        </p:tgtEl>
                                      </p:cBhvr>
                                    </p:animEffect>
                                    <p:anim calcmode="lin" valueType="num">
                                      <p:cBhvr>
                                        <p:cTn id="15"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xEl>
                                              <p:pRg st="2" end="2"/>
                                            </p:txEl>
                                          </p:spTgt>
                                        </p:tgtEl>
                                        <p:attrNameLst>
                                          <p:attrName>style.visibility</p:attrName>
                                        </p:attrNameLst>
                                      </p:cBhvr>
                                      <p:to>
                                        <p:strVal val="visible"/>
                                      </p:to>
                                    </p:set>
                                    <p:animEffect transition="in" filter="fade">
                                      <p:cBhvr>
                                        <p:cTn id="21" dur="1000"/>
                                        <p:tgtEl>
                                          <p:spTgt spid="7">
                                            <p:txEl>
                                              <p:pRg st="2" end="2"/>
                                            </p:txEl>
                                          </p:spTgt>
                                        </p:tgtEl>
                                      </p:cBhvr>
                                    </p:animEffect>
                                    <p:anim calcmode="lin" valueType="num">
                                      <p:cBhvr>
                                        <p:cTn id="22" dur="1000" fill="hold"/>
                                        <p:tgtEl>
                                          <p:spTgt spid="7">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7">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C0885B-3198-4942-13BF-FC267C051E3F}"/>
            </a:ext>
          </a:extLst>
        </p:cNvPr>
        <p:cNvGrpSpPr/>
        <p:nvPr/>
      </p:nvGrpSpPr>
      <p:grpSpPr>
        <a:xfrm>
          <a:off x="0" y="0"/>
          <a:ext cx="0" cy="0"/>
          <a:chOff x="0" y="0"/>
          <a:chExt cx="0" cy="0"/>
        </a:xfrm>
      </p:grpSpPr>
      <p:sp>
        <p:nvSpPr>
          <p:cNvPr id="5" name="圆角矩形 4">
            <a:extLst>
              <a:ext uri="{FF2B5EF4-FFF2-40B4-BE49-F238E27FC236}">
                <a16:creationId xmlns:a16="http://schemas.microsoft.com/office/drawing/2014/main" id="{AC607970-F6D3-557A-952A-F1AB3F52F15A}"/>
              </a:ext>
            </a:extLst>
          </p:cNvPr>
          <p:cNvSpPr/>
          <p:nvPr/>
        </p:nvSpPr>
        <p:spPr>
          <a:xfrm>
            <a:off x="556963" y="606582"/>
            <a:ext cx="8048776" cy="3797829"/>
          </a:xfrm>
          <a:prstGeom prst="roundRect">
            <a:avLst/>
          </a:prstGeom>
          <a:solidFill>
            <a:srgbClr val="C5E5FB"/>
          </a:solidFill>
          <a:ln w="38100">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Line 74">
            <a:extLst>
              <a:ext uri="{FF2B5EF4-FFF2-40B4-BE49-F238E27FC236}">
                <a16:creationId xmlns:a16="http://schemas.microsoft.com/office/drawing/2014/main" id="{0E002667-DEF2-9C37-4E99-98124B089248}"/>
              </a:ext>
            </a:extLst>
          </p:cNvPr>
          <p:cNvSpPr>
            <a:spLocks noChangeShapeType="1"/>
          </p:cNvSpPr>
          <p:nvPr/>
        </p:nvSpPr>
        <p:spPr bwMode="auto">
          <a:xfrm rot="5400000">
            <a:off x="3363448"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6" name="Line 75">
            <a:extLst>
              <a:ext uri="{FF2B5EF4-FFF2-40B4-BE49-F238E27FC236}">
                <a16:creationId xmlns:a16="http://schemas.microsoft.com/office/drawing/2014/main" id="{CE9446C4-DFAE-CC14-DBC8-0D9E559FE1CD}"/>
              </a:ext>
            </a:extLst>
          </p:cNvPr>
          <p:cNvSpPr>
            <a:spLocks noChangeShapeType="1"/>
          </p:cNvSpPr>
          <p:nvPr/>
        </p:nvSpPr>
        <p:spPr bwMode="auto">
          <a:xfrm rot="5400000">
            <a:off x="4687066" y="3619861"/>
            <a:ext cx="357050"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7" name="Line 76">
            <a:extLst>
              <a:ext uri="{FF2B5EF4-FFF2-40B4-BE49-F238E27FC236}">
                <a16:creationId xmlns:a16="http://schemas.microsoft.com/office/drawing/2014/main" id="{2130876E-D691-6949-BE98-07AFF1C47B57}"/>
              </a:ext>
            </a:extLst>
          </p:cNvPr>
          <p:cNvSpPr>
            <a:spLocks noChangeShapeType="1"/>
          </p:cNvSpPr>
          <p:nvPr/>
        </p:nvSpPr>
        <p:spPr bwMode="auto">
          <a:xfrm rot="5400000">
            <a:off x="5825021"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8" name="Line 77">
            <a:extLst>
              <a:ext uri="{FF2B5EF4-FFF2-40B4-BE49-F238E27FC236}">
                <a16:creationId xmlns:a16="http://schemas.microsoft.com/office/drawing/2014/main" id="{259FE059-DDFD-2C18-74CB-1ED177C157DA}"/>
              </a:ext>
            </a:extLst>
          </p:cNvPr>
          <p:cNvSpPr>
            <a:spLocks noChangeShapeType="1"/>
          </p:cNvSpPr>
          <p:nvPr/>
        </p:nvSpPr>
        <p:spPr bwMode="auto">
          <a:xfrm rot="5400000">
            <a:off x="7166844" y="3625154"/>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9" name="Line 78">
            <a:extLst>
              <a:ext uri="{FF2B5EF4-FFF2-40B4-BE49-F238E27FC236}">
                <a16:creationId xmlns:a16="http://schemas.microsoft.com/office/drawing/2014/main" id="{4B743564-E621-9686-D86E-45660D49821B}"/>
              </a:ext>
            </a:extLst>
          </p:cNvPr>
          <p:cNvSpPr>
            <a:spLocks noChangeShapeType="1"/>
          </p:cNvSpPr>
          <p:nvPr/>
        </p:nvSpPr>
        <p:spPr bwMode="auto">
          <a:xfrm rot="5400000">
            <a:off x="2504347" y="3625155"/>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1" name="Line 8">
            <a:extLst>
              <a:ext uri="{FF2B5EF4-FFF2-40B4-BE49-F238E27FC236}">
                <a16:creationId xmlns:a16="http://schemas.microsoft.com/office/drawing/2014/main" id="{29E4A9E0-3C89-8DE7-1828-3B332203F9F3}"/>
              </a:ext>
            </a:extLst>
          </p:cNvPr>
          <p:cNvSpPr>
            <a:spLocks noChangeShapeType="1"/>
          </p:cNvSpPr>
          <p:nvPr/>
        </p:nvSpPr>
        <p:spPr bwMode="auto">
          <a:xfrm rot="5400000">
            <a:off x="4671827" y="1830533"/>
            <a:ext cx="357049"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2" name="Line 9">
            <a:extLst>
              <a:ext uri="{FF2B5EF4-FFF2-40B4-BE49-F238E27FC236}">
                <a16:creationId xmlns:a16="http://schemas.microsoft.com/office/drawing/2014/main" id="{67E8F8E6-F0AF-1624-FC68-70848B433EF0}"/>
              </a:ext>
            </a:extLst>
          </p:cNvPr>
          <p:cNvSpPr>
            <a:spLocks noChangeShapeType="1"/>
          </p:cNvSpPr>
          <p:nvPr/>
        </p:nvSpPr>
        <p:spPr bwMode="auto">
          <a:xfrm rot="5400000">
            <a:off x="5809783"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 name="Line 10">
            <a:extLst>
              <a:ext uri="{FF2B5EF4-FFF2-40B4-BE49-F238E27FC236}">
                <a16:creationId xmlns:a16="http://schemas.microsoft.com/office/drawing/2014/main" id="{9CBC6B5E-995D-423C-7763-EDA8E07F1422}"/>
              </a:ext>
            </a:extLst>
          </p:cNvPr>
          <p:cNvSpPr>
            <a:spLocks noChangeShapeType="1"/>
          </p:cNvSpPr>
          <p:nvPr/>
        </p:nvSpPr>
        <p:spPr bwMode="auto">
          <a:xfrm rot="5400000">
            <a:off x="7151605"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 name="Line 11">
            <a:extLst>
              <a:ext uri="{FF2B5EF4-FFF2-40B4-BE49-F238E27FC236}">
                <a16:creationId xmlns:a16="http://schemas.microsoft.com/office/drawing/2014/main" id="{998FEB16-DF25-4AFB-2058-84B7176930BE}"/>
              </a:ext>
            </a:extLst>
          </p:cNvPr>
          <p:cNvSpPr>
            <a:spLocks noChangeShapeType="1"/>
          </p:cNvSpPr>
          <p:nvPr/>
        </p:nvSpPr>
        <p:spPr bwMode="auto">
          <a:xfrm rot="5400000">
            <a:off x="2489109"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9" name="Line 16">
            <a:extLst>
              <a:ext uri="{FF2B5EF4-FFF2-40B4-BE49-F238E27FC236}">
                <a16:creationId xmlns:a16="http://schemas.microsoft.com/office/drawing/2014/main" id="{237E8F3A-E7D6-6DB2-7729-40951FFF65DC}"/>
              </a:ext>
            </a:extLst>
          </p:cNvPr>
          <p:cNvSpPr>
            <a:spLocks noChangeShapeType="1"/>
          </p:cNvSpPr>
          <p:nvPr/>
        </p:nvSpPr>
        <p:spPr bwMode="auto">
          <a:xfrm>
            <a:off x="2166706" y="1657784"/>
            <a:ext cx="5637326" cy="1251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Text Box 56">
            <a:extLst>
              <a:ext uri="{FF2B5EF4-FFF2-40B4-BE49-F238E27FC236}">
                <a16:creationId xmlns:a16="http://schemas.microsoft.com/office/drawing/2014/main" id="{5815AB7D-6C33-79EA-FE07-4382E23F07E7}"/>
              </a:ext>
            </a:extLst>
          </p:cNvPr>
          <p:cNvSpPr txBox="1">
            <a:spLocks noChangeArrowheads="1"/>
          </p:cNvSpPr>
          <p:nvPr/>
        </p:nvSpPr>
        <p:spPr bwMode="auto">
          <a:xfrm>
            <a:off x="5961762" y="1729000"/>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209.0.0.6</a:t>
            </a:r>
          </a:p>
        </p:txBody>
      </p:sp>
      <p:grpSp>
        <p:nvGrpSpPr>
          <p:cNvPr id="80" name="组合 79">
            <a:extLst>
              <a:ext uri="{FF2B5EF4-FFF2-40B4-BE49-F238E27FC236}">
                <a16:creationId xmlns:a16="http://schemas.microsoft.com/office/drawing/2014/main" id="{6276675D-8C6C-8020-B6E9-7DF885918B00}"/>
              </a:ext>
            </a:extLst>
          </p:cNvPr>
          <p:cNvGrpSpPr/>
          <p:nvPr/>
        </p:nvGrpSpPr>
        <p:grpSpPr>
          <a:xfrm>
            <a:off x="2456122" y="3717885"/>
            <a:ext cx="5040745" cy="404587"/>
            <a:chOff x="2456122" y="1949511"/>
            <a:chExt cx="5040745" cy="404587"/>
          </a:xfrm>
        </p:grpSpPr>
        <p:pic>
          <p:nvPicPr>
            <p:cNvPr id="81" name="Picture 246" descr="jisuanji">
              <a:extLst>
                <a:ext uri="{FF2B5EF4-FFF2-40B4-BE49-F238E27FC236}">
                  <a16:creationId xmlns:a16="http://schemas.microsoft.com/office/drawing/2014/main" id="{33084FDA-6557-E997-96B7-445C8D2C831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246" descr="jisuanji">
              <a:extLst>
                <a:ext uri="{FF2B5EF4-FFF2-40B4-BE49-F238E27FC236}">
                  <a16:creationId xmlns:a16="http://schemas.microsoft.com/office/drawing/2014/main" id="{DE93748D-E6EF-D6E9-F5BD-83AB3F7CE7C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246" descr="jisuanji">
              <a:extLst>
                <a:ext uri="{FF2B5EF4-FFF2-40B4-BE49-F238E27FC236}">
                  <a16:creationId xmlns:a16="http://schemas.microsoft.com/office/drawing/2014/main" id="{04D4619A-A3F5-8512-7CD8-7FCF24C70B5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a:extLst>
                <a:ext uri="{FF2B5EF4-FFF2-40B4-BE49-F238E27FC236}">
                  <a16:creationId xmlns:a16="http://schemas.microsoft.com/office/drawing/2014/main" id="{BB07A0E2-7AA2-CC33-E5F4-D385573CF08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246" descr="jisuanji">
              <a:extLst>
                <a:ext uri="{FF2B5EF4-FFF2-40B4-BE49-F238E27FC236}">
                  <a16:creationId xmlns:a16="http://schemas.microsoft.com/office/drawing/2014/main" id="{FF9C266F-FC5B-94A8-1BF5-0E98A49B089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 name="Group 94">
            <a:extLst>
              <a:ext uri="{FF2B5EF4-FFF2-40B4-BE49-F238E27FC236}">
                <a16:creationId xmlns:a16="http://schemas.microsoft.com/office/drawing/2014/main" id="{230C1DDC-2612-2C38-6CD9-B54BFFD7A700}"/>
              </a:ext>
            </a:extLst>
          </p:cNvPr>
          <p:cNvGrpSpPr>
            <a:grpSpLocks/>
          </p:cNvGrpSpPr>
          <p:nvPr/>
        </p:nvGrpSpPr>
        <p:grpSpPr bwMode="auto">
          <a:xfrm>
            <a:off x="4600771" y="3089097"/>
            <a:ext cx="1044683" cy="277171"/>
            <a:chOff x="249" y="627"/>
            <a:chExt cx="1002" cy="288"/>
          </a:xfrm>
          <a:solidFill>
            <a:srgbClr val="00FFFF"/>
          </a:solidFill>
        </p:grpSpPr>
        <p:sp>
          <p:nvSpPr>
            <p:cNvPr id="8" name="AutoShape 95">
              <a:extLst>
                <a:ext uri="{FF2B5EF4-FFF2-40B4-BE49-F238E27FC236}">
                  <a16:creationId xmlns:a16="http://schemas.microsoft.com/office/drawing/2014/main" id="{638B0E65-74AD-E419-753F-4D20EB4210D0}"/>
                </a:ext>
              </a:extLst>
            </p:cNvPr>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 name="Text Box 96">
              <a:extLst>
                <a:ext uri="{FF2B5EF4-FFF2-40B4-BE49-F238E27FC236}">
                  <a16:creationId xmlns:a16="http://schemas.microsoft.com/office/drawing/2014/main" id="{524064BE-824F-5C1B-3052-74030670E80D}"/>
                </a:ext>
              </a:extLst>
            </p:cNvPr>
            <p:cNvSpPr txBox="1">
              <a:spLocks noChangeArrowheads="1"/>
            </p:cNvSpPr>
            <p:nvPr/>
          </p:nvSpPr>
          <p:spPr bwMode="auto">
            <a:xfrm flipH="1">
              <a:off x="386" y="627"/>
              <a:ext cx="865" cy="288"/>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响应</a:t>
              </a:r>
            </a:p>
          </p:txBody>
        </p:sp>
      </p:grpSp>
      <p:sp>
        <p:nvSpPr>
          <p:cNvPr id="10" name="Line 7">
            <a:extLst>
              <a:ext uri="{FF2B5EF4-FFF2-40B4-BE49-F238E27FC236}">
                <a16:creationId xmlns:a16="http://schemas.microsoft.com/office/drawing/2014/main" id="{D40AE6E4-4B25-F7FA-91D2-E2A52FDE8BC1}"/>
              </a:ext>
            </a:extLst>
          </p:cNvPr>
          <p:cNvSpPr>
            <a:spLocks noChangeShapeType="1"/>
          </p:cNvSpPr>
          <p:nvPr/>
        </p:nvSpPr>
        <p:spPr bwMode="auto">
          <a:xfrm rot="5400000">
            <a:off x="3348209" y="1835827"/>
            <a:ext cx="356087" cy="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0" name="Text Box 17">
            <a:extLst>
              <a:ext uri="{FF2B5EF4-FFF2-40B4-BE49-F238E27FC236}">
                <a16:creationId xmlns:a16="http://schemas.microsoft.com/office/drawing/2014/main" id="{22E4C28C-8598-56C9-6771-7B3FB9BE7E65}"/>
              </a:ext>
            </a:extLst>
          </p:cNvPr>
          <p:cNvSpPr txBox="1">
            <a:spLocks noChangeArrowheads="1"/>
          </p:cNvSpPr>
          <p:nvPr/>
        </p:nvSpPr>
        <p:spPr bwMode="auto">
          <a:xfrm>
            <a:off x="3656578" y="1967677"/>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21" name="Text Box 18">
            <a:extLst>
              <a:ext uri="{FF2B5EF4-FFF2-40B4-BE49-F238E27FC236}">
                <a16:creationId xmlns:a16="http://schemas.microsoft.com/office/drawing/2014/main" id="{BF32F7B8-0F16-0035-E6A1-DAFADACD492A}"/>
              </a:ext>
            </a:extLst>
          </p:cNvPr>
          <p:cNvSpPr txBox="1">
            <a:spLocks noChangeArrowheads="1"/>
          </p:cNvSpPr>
          <p:nvPr/>
        </p:nvSpPr>
        <p:spPr bwMode="auto">
          <a:xfrm>
            <a:off x="4962952" y="1892609"/>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Y</a:t>
            </a:r>
          </a:p>
        </p:txBody>
      </p:sp>
      <p:sp>
        <p:nvSpPr>
          <p:cNvPr id="22" name="Text Box 19">
            <a:extLst>
              <a:ext uri="{FF2B5EF4-FFF2-40B4-BE49-F238E27FC236}">
                <a16:creationId xmlns:a16="http://schemas.microsoft.com/office/drawing/2014/main" id="{1FB10997-A3EA-F723-8AAB-BF6661F37557}"/>
              </a:ext>
            </a:extLst>
          </p:cNvPr>
          <p:cNvSpPr txBox="1">
            <a:spLocks noChangeArrowheads="1"/>
          </p:cNvSpPr>
          <p:nvPr/>
        </p:nvSpPr>
        <p:spPr bwMode="auto">
          <a:xfrm>
            <a:off x="2784965" y="1892609"/>
            <a:ext cx="330071"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X</a:t>
            </a:r>
          </a:p>
        </p:txBody>
      </p:sp>
      <p:sp>
        <p:nvSpPr>
          <p:cNvPr id="23" name="Text Box 20">
            <a:extLst>
              <a:ext uri="{FF2B5EF4-FFF2-40B4-BE49-F238E27FC236}">
                <a16:creationId xmlns:a16="http://schemas.microsoft.com/office/drawing/2014/main" id="{28FB4FB7-CA4B-2CCD-A4C0-2E4C0D6BFB49}"/>
              </a:ext>
            </a:extLst>
          </p:cNvPr>
          <p:cNvSpPr txBox="1">
            <a:spLocks noChangeArrowheads="1"/>
          </p:cNvSpPr>
          <p:nvPr/>
        </p:nvSpPr>
        <p:spPr bwMode="auto">
          <a:xfrm>
            <a:off x="6105639" y="1967677"/>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B</a:t>
            </a:r>
          </a:p>
        </p:txBody>
      </p:sp>
      <p:sp>
        <p:nvSpPr>
          <p:cNvPr id="24" name="Text Box 21">
            <a:extLst>
              <a:ext uri="{FF2B5EF4-FFF2-40B4-BE49-F238E27FC236}">
                <a16:creationId xmlns:a16="http://schemas.microsoft.com/office/drawing/2014/main" id="{DC70BFE2-F27B-06F3-36F2-A5A4A4B1794B}"/>
              </a:ext>
            </a:extLst>
          </p:cNvPr>
          <p:cNvSpPr txBox="1">
            <a:spLocks noChangeArrowheads="1"/>
          </p:cNvSpPr>
          <p:nvPr/>
        </p:nvSpPr>
        <p:spPr bwMode="auto">
          <a:xfrm>
            <a:off x="7451632" y="1892609"/>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Z</a:t>
            </a:r>
          </a:p>
        </p:txBody>
      </p:sp>
      <p:sp>
        <p:nvSpPr>
          <p:cNvPr id="25" name="Text Box 45">
            <a:extLst>
              <a:ext uri="{FF2B5EF4-FFF2-40B4-BE49-F238E27FC236}">
                <a16:creationId xmlns:a16="http://schemas.microsoft.com/office/drawing/2014/main" id="{7E5A158B-7269-76CC-0AEF-940C81B99198}"/>
              </a:ext>
            </a:extLst>
          </p:cNvPr>
          <p:cNvSpPr txBox="1">
            <a:spLocks noChangeArrowheads="1"/>
          </p:cNvSpPr>
          <p:nvPr/>
        </p:nvSpPr>
        <p:spPr bwMode="auto">
          <a:xfrm>
            <a:off x="831848" y="2597710"/>
            <a:ext cx="2159566" cy="535531"/>
          </a:xfrm>
          <a:prstGeom prst="rect">
            <a:avLst/>
          </a:prstGeom>
          <a:solidFill>
            <a:schemeClr val="bg1"/>
          </a:solidFill>
          <a:ln w="9525">
            <a:solidFill>
              <a:schemeClr val="tx2"/>
            </a:solidFill>
            <a:miter lim="800000"/>
            <a:headEnd/>
            <a:tailEnd/>
          </a:ln>
          <a:effectLst/>
        </p:spPr>
        <p:txBody>
          <a:bodyPr wrap="none">
            <a:spAutoFit/>
          </a:bodyPr>
          <a:lstStyle/>
          <a:p>
            <a:pPr algn="ctr">
              <a:lnSpc>
                <a:spcPct val="90000"/>
              </a:lnSpc>
            </a:pPr>
            <a:r>
              <a:rPr kumimoji="1" lang="zh-CN" altLang="en-US" sz="1600" b="1" dirty="0">
                <a:solidFill>
                  <a:srgbClr val="0000FF"/>
                </a:solidFill>
                <a:latin typeface="微软雅黑" pitchFamily="34" charset="-122"/>
                <a:ea typeface="微软雅黑" pitchFamily="34" charset="-122"/>
              </a:rPr>
              <a:t>主机 </a:t>
            </a:r>
            <a:r>
              <a:rPr kumimoji="1" lang="en-US" altLang="zh-CN" sz="1600" b="1" dirty="0">
                <a:solidFill>
                  <a:srgbClr val="0000FF"/>
                </a:solidFill>
                <a:latin typeface="微软雅黑" pitchFamily="34" charset="-122"/>
                <a:ea typeface="微软雅黑" pitchFamily="34" charset="-122"/>
              </a:rPr>
              <a:t>B </a:t>
            </a:r>
            <a:r>
              <a:rPr kumimoji="1" lang="zh-CN" altLang="en-US" sz="1600" b="1" dirty="0">
                <a:solidFill>
                  <a:srgbClr val="0000FF"/>
                </a:solidFill>
                <a:latin typeface="微软雅黑" pitchFamily="34" charset="-122"/>
                <a:ea typeface="微软雅黑" pitchFamily="34" charset="-122"/>
              </a:rPr>
              <a:t>向 </a:t>
            </a:r>
            <a:r>
              <a:rPr kumimoji="1" lang="en-US" altLang="zh-CN" sz="1600" b="1" dirty="0">
                <a:solidFill>
                  <a:srgbClr val="0000FF"/>
                </a:solidFill>
                <a:latin typeface="微软雅黑" pitchFamily="34" charset="-122"/>
                <a:ea typeface="微软雅黑" pitchFamily="34" charset="-122"/>
              </a:rPr>
              <a:t>A </a:t>
            </a:r>
            <a:r>
              <a:rPr kumimoji="1" lang="zh-CN" altLang="en-US" sz="1600" b="1" dirty="0">
                <a:solidFill>
                  <a:srgbClr val="C00000"/>
                </a:solidFill>
                <a:latin typeface="微软雅黑" pitchFamily="34" charset="-122"/>
                <a:ea typeface="微软雅黑" pitchFamily="34" charset="-122"/>
              </a:rPr>
              <a:t>单播</a:t>
            </a:r>
            <a:r>
              <a:rPr kumimoji="1" lang="zh-CN" altLang="en-US" sz="1600" b="1" dirty="0">
                <a:solidFill>
                  <a:srgbClr val="0000FF"/>
                </a:solidFill>
                <a:latin typeface="微软雅黑" pitchFamily="34" charset="-122"/>
                <a:ea typeface="微软雅黑" pitchFamily="34" charset="-122"/>
              </a:rPr>
              <a:t>发送</a:t>
            </a:r>
          </a:p>
          <a:p>
            <a:pPr algn="ctr">
              <a:lnSpc>
                <a:spcPct val="90000"/>
              </a:lnSpc>
            </a:pPr>
            <a:r>
              <a:rPr kumimoji="1" lang="en-US" altLang="zh-CN" sz="1600" b="1" dirty="0">
                <a:solidFill>
                  <a:srgbClr val="0000FF"/>
                </a:solidFill>
                <a:latin typeface="微软雅黑" pitchFamily="34" charset="-122"/>
                <a:ea typeface="微软雅黑" pitchFamily="34" charset="-122"/>
              </a:rPr>
              <a:t>ARP </a:t>
            </a:r>
            <a:r>
              <a:rPr kumimoji="1" lang="zh-CN" altLang="en-US" sz="1600" b="1" dirty="0">
                <a:solidFill>
                  <a:srgbClr val="0000FF"/>
                </a:solidFill>
                <a:latin typeface="微软雅黑" pitchFamily="34" charset="-122"/>
                <a:ea typeface="微软雅黑" pitchFamily="34" charset="-122"/>
              </a:rPr>
              <a:t>响应分组 </a:t>
            </a:r>
          </a:p>
        </p:txBody>
      </p:sp>
      <p:sp>
        <p:nvSpPr>
          <p:cNvPr id="26" name="Text Box 46">
            <a:extLst>
              <a:ext uri="{FF2B5EF4-FFF2-40B4-BE49-F238E27FC236}">
                <a16:creationId xmlns:a16="http://schemas.microsoft.com/office/drawing/2014/main" id="{2A10C5EC-9725-A71D-216B-40FBFE5973C9}"/>
              </a:ext>
            </a:extLst>
          </p:cNvPr>
          <p:cNvSpPr txBox="1">
            <a:spLocks noChangeArrowheads="1"/>
          </p:cNvSpPr>
          <p:nvPr/>
        </p:nvSpPr>
        <p:spPr bwMode="auto">
          <a:xfrm>
            <a:off x="835148" y="707252"/>
            <a:ext cx="2717411" cy="535531"/>
          </a:xfrm>
          <a:prstGeom prst="rect">
            <a:avLst/>
          </a:prstGeom>
          <a:solidFill>
            <a:schemeClr val="bg1"/>
          </a:solidFill>
          <a:ln w="9525">
            <a:solidFill>
              <a:schemeClr val="tx2"/>
            </a:solidFill>
            <a:miter lim="800000"/>
            <a:headEnd/>
            <a:tailEnd/>
          </a:ln>
          <a:effectLst/>
        </p:spPr>
        <p:txBody>
          <a:bodyPr wrap="none">
            <a:spAutoFit/>
          </a:bodyPr>
          <a:lstStyle/>
          <a:p>
            <a:pPr algn="ctr">
              <a:lnSpc>
                <a:spcPct val="90000"/>
              </a:lnSpc>
            </a:pPr>
            <a:r>
              <a:rPr kumimoji="1" lang="zh-CN" altLang="en-US" sz="1600" b="1" dirty="0">
                <a:solidFill>
                  <a:srgbClr val="0000FF"/>
                </a:solidFill>
                <a:latin typeface="微软雅黑" pitchFamily="34" charset="-122"/>
                <a:ea typeface="微软雅黑" pitchFamily="34" charset="-122"/>
              </a:rPr>
              <a:t>主机 </a:t>
            </a:r>
            <a:r>
              <a:rPr kumimoji="1" lang="en-US" altLang="zh-CN" sz="1600" b="1" dirty="0">
                <a:solidFill>
                  <a:srgbClr val="0000FF"/>
                </a:solidFill>
                <a:latin typeface="微软雅黑" pitchFamily="34" charset="-122"/>
                <a:ea typeface="微软雅黑" pitchFamily="34" charset="-122"/>
              </a:rPr>
              <a:t>A</a:t>
            </a:r>
            <a:r>
              <a:rPr kumimoji="1" lang="en-US" altLang="zh-CN" sz="1600" b="1" dirty="0">
                <a:solidFill>
                  <a:srgbClr val="CC00CC"/>
                </a:solidFill>
                <a:latin typeface="微软雅黑" pitchFamily="34" charset="-122"/>
                <a:ea typeface="微软雅黑" pitchFamily="34" charset="-122"/>
              </a:rPr>
              <a:t> </a:t>
            </a:r>
            <a:r>
              <a:rPr kumimoji="1" lang="zh-CN" altLang="en-US" sz="1600" b="1" dirty="0">
                <a:solidFill>
                  <a:srgbClr val="C00000"/>
                </a:solidFill>
                <a:latin typeface="微软雅黑" pitchFamily="34" charset="-122"/>
                <a:ea typeface="微软雅黑" pitchFamily="34" charset="-122"/>
              </a:rPr>
              <a:t>本局域网上广播发送</a:t>
            </a:r>
          </a:p>
          <a:p>
            <a:pPr algn="ctr">
              <a:lnSpc>
                <a:spcPct val="90000"/>
              </a:lnSpc>
            </a:pPr>
            <a:r>
              <a:rPr kumimoji="1" lang="en-US" altLang="zh-CN" sz="1600" b="1" dirty="0">
                <a:solidFill>
                  <a:srgbClr val="0000FF"/>
                </a:solidFill>
                <a:latin typeface="微软雅黑" pitchFamily="34" charset="-122"/>
                <a:ea typeface="微软雅黑" pitchFamily="34" charset="-122"/>
              </a:rPr>
              <a:t>ARP </a:t>
            </a:r>
            <a:r>
              <a:rPr kumimoji="1" lang="zh-CN" altLang="en-US" sz="1600" b="1" dirty="0">
                <a:solidFill>
                  <a:srgbClr val="0000FF"/>
                </a:solidFill>
                <a:latin typeface="微软雅黑" pitchFamily="34" charset="-122"/>
                <a:ea typeface="微软雅黑" pitchFamily="34" charset="-122"/>
              </a:rPr>
              <a:t>请求分组 </a:t>
            </a:r>
          </a:p>
        </p:txBody>
      </p:sp>
      <p:sp>
        <p:nvSpPr>
          <p:cNvPr id="27" name="Text Box 48">
            <a:extLst>
              <a:ext uri="{FF2B5EF4-FFF2-40B4-BE49-F238E27FC236}">
                <a16:creationId xmlns:a16="http://schemas.microsoft.com/office/drawing/2014/main" id="{CEABCFCE-96DB-ACE2-1D3B-2A1F568ACE63}"/>
              </a:ext>
            </a:extLst>
          </p:cNvPr>
          <p:cNvSpPr txBox="1">
            <a:spLocks noChangeArrowheads="1"/>
          </p:cNvSpPr>
          <p:nvPr/>
        </p:nvSpPr>
        <p:spPr bwMode="auto">
          <a:xfrm>
            <a:off x="3709929"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28" name="AutoShape 49">
            <a:extLst>
              <a:ext uri="{FF2B5EF4-FFF2-40B4-BE49-F238E27FC236}">
                <a16:creationId xmlns:a16="http://schemas.microsoft.com/office/drawing/2014/main" id="{B971743E-5B97-0179-ABC4-9B5C608F39C6}"/>
              </a:ext>
            </a:extLst>
          </p:cNvPr>
          <p:cNvSpPr>
            <a:spLocks noChangeArrowheads="1"/>
          </p:cNvSpPr>
          <p:nvPr/>
        </p:nvSpPr>
        <p:spPr bwMode="auto">
          <a:xfrm>
            <a:off x="4568005" y="1386387"/>
            <a:ext cx="142836" cy="124149"/>
          </a:xfrm>
          <a:prstGeom prst="rightArrow">
            <a:avLst>
              <a:gd name="adj1" fmla="val 50000"/>
              <a:gd name="adj2" fmla="val 2655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9" name="Text Box 50">
            <a:extLst>
              <a:ext uri="{FF2B5EF4-FFF2-40B4-BE49-F238E27FC236}">
                <a16:creationId xmlns:a16="http://schemas.microsoft.com/office/drawing/2014/main" id="{4289B6A5-CE27-98EE-E128-344EF82AF8B9}"/>
              </a:ext>
            </a:extLst>
          </p:cNvPr>
          <p:cNvSpPr txBox="1">
            <a:spLocks noChangeArrowheads="1"/>
          </p:cNvSpPr>
          <p:nvPr/>
        </p:nvSpPr>
        <p:spPr bwMode="auto">
          <a:xfrm>
            <a:off x="4973559"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a:latin typeface="微软雅黑" pitchFamily="34" charset="-122"/>
                <a:ea typeface="微软雅黑" pitchFamily="34" charset="-122"/>
              </a:rPr>
              <a:t>ARP </a:t>
            </a:r>
            <a:r>
              <a:rPr kumimoji="1" lang="zh-CN" altLang="en-US" sz="1200" b="1">
                <a:latin typeface="微软雅黑" pitchFamily="34" charset="-122"/>
                <a:ea typeface="微软雅黑" pitchFamily="34" charset="-122"/>
              </a:rPr>
              <a:t>请求</a:t>
            </a:r>
          </a:p>
        </p:txBody>
      </p:sp>
      <p:sp>
        <p:nvSpPr>
          <p:cNvPr id="30" name="AutoShape 51">
            <a:extLst>
              <a:ext uri="{FF2B5EF4-FFF2-40B4-BE49-F238E27FC236}">
                <a16:creationId xmlns:a16="http://schemas.microsoft.com/office/drawing/2014/main" id="{D5336E06-7EF7-7563-C1C9-98E78D3CAB84}"/>
              </a:ext>
            </a:extLst>
          </p:cNvPr>
          <p:cNvSpPr>
            <a:spLocks noChangeArrowheads="1"/>
          </p:cNvSpPr>
          <p:nvPr/>
        </p:nvSpPr>
        <p:spPr bwMode="auto">
          <a:xfrm>
            <a:off x="5824523" y="1401785"/>
            <a:ext cx="142836" cy="133773"/>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Text Box 52">
            <a:extLst>
              <a:ext uri="{FF2B5EF4-FFF2-40B4-BE49-F238E27FC236}">
                <a16:creationId xmlns:a16="http://schemas.microsoft.com/office/drawing/2014/main" id="{F00162A0-BAC3-F1DF-D9FB-9C4C375DB73F}"/>
              </a:ext>
            </a:extLst>
          </p:cNvPr>
          <p:cNvSpPr txBox="1">
            <a:spLocks noChangeArrowheads="1"/>
          </p:cNvSpPr>
          <p:nvPr/>
        </p:nvSpPr>
        <p:spPr bwMode="auto">
          <a:xfrm>
            <a:off x="6212164" y="1327681"/>
            <a:ext cx="862736" cy="276999"/>
          </a:xfrm>
          <a:prstGeom prst="rect">
            <a:avLst/>
          </a:prstGeom>
          <a:solidFill>
            <a:srgbClr val="99FFCC"/>
          </a:solidFill>
          <a:ln w="12700">
            <a:solidFill>
              <a:schemeClr val="tx1"/>
            </a:solidFill>
            <a:miter lim="800000"/>
            <a:headEnd/>
            <a:tailEnd/>
          </a:ln>
          <a:effectLst/>
        </p:spPr>
        <p:txBody>
          <a:bodyPr wrap="none">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sp>
        <p:nvSpPr>
          <p:cNvPr id="32" name="AutoShape 53">
            <a:extLst>
              <a:ext uri="{FF2B5EF4-FFF2-40B4-BE49-F238E27FC236}">
                <a16:creationId xmlns:a16="http://schemas.microsoft.com/office/drawing/2014/main" id="{5876EC7E-21C3-B0AC-786F-0FAD00829E9F}"/>
              </a:ext>
            </a:extLst>
          </p:cNvPr>
          <p:cNvSpPr>
            <a:spLocks noChangeArrowheads="1"/>
          </p:cNvSpPr>
          <p:nvPr/>
        </p:nvSpPr>
        <p:spPr bwMode="auto">
          <a:xfrm>
            <a:off x="7076684" y="1379650"/>
            <a:ext cx="142836" cy="133774"/>
          </a:xfrm>
          <a:prstGeom prst="rightArrow">
            <a:avLst>
              <a:gd name="adj1" fmla="val 50000"/>
              <a:gd name="adj2" fmla="val 25000"/>
            </a:avLst>
          </a:prstGeom>
          <a:solidFill>
            <a:srgbClr val="99FFCC"/>
          </a:solidFill>
          <a:ln w="952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33" name="Group 93">
            <a:extLst>
              <a:ext uri="{FF2B5EF4-FFF2-40B4-BE49-F238E27FC236}">
                <a16:creationId xmlns:a16="http://schemas.microsoft.com/office/drawing/2014/main" id="{035A4FEA-633F-5FD6-42CD-69E0D2FF8A1A}"/>
              </a:ext>
            </a:extLst>
          </p:cNvPr>
          <p:cNvGrpSpPr>
            <a:grpSpLocks/>
          </p:cNvGrpSpPr>
          <p:nvPr/>
        </p:nvGrpSpPr>
        <p:grpSpPr bwMode="auto">
          <a:xfrm>
            <a:off x="2426312" y="1335381"/>
            <a:ext cx="1044683" cy="277171"/>
            <a:chOff x="249" y="663"/>
            <a:chExt cx="1002" cy="288"/>
          </a:xfrm>
          <a:solidFill>
            <a:srgbClr val="99FFCC"/>
          </a:solidFill>
        </p:grpSpPr>
        <p:sp>
          <p:nvSpPr>
            <p:cNvPr id="34" name="AutoShape 5">
              <a:extLst>
                <a:ext uri="{FF2B5EF4-FFF2-40B4-BE49-F238E27FC236}">
                  <a16:creationId xmlns:a16="http://schemas.microsoft.com/office/drawing/2014/main" id="{C1439014-E1AC-C8F6-61E2-C45B2AFCC180}"/>
                </a:ext>
              </a:extLst>
            </p:cNvPr>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Text Box 54">
              <a:extLst>
                <a:ext uri="{FF2B5EF4-FFF2-40B4-BE49-F238E27FC236}">
                  <a16:creationId xmlns:a16="http://schemas.microsoft.com/office/drawing/2014/main" id="{76096E72-BFA0-D8AC-02BA-E10558395BC4}"/>
                </a:ext>
              </a:extLst>
            </p:cNvPr>
            <p:cNvSpPr txBox="1">
              <a:spLocks noChangeArrowheads="1"/>
            </p:cNvSpPr>
            <p:nvPr/>
          </p:nvSpPr>
          <p:spPr bwMode="auto">
            <a:xfrm flipH="1">
              <a:off x="386" y="663"/>
              <a:ext cx="865" cy="288"/>
            </a:xfrm>
            <a:prstGeom prst="rect">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kumimoji="1" lang="en-US" altLang="zh-CN" sz="1200" b="1" dirty="0">
                  <a:latin typeface="微软雅黑" pitchFamily="34" charset="-122"/>
                  <a:ea typeface="微软雅黑" pitchFamily="34" charset="-122"/>
                </a:rPr>
                <a:t>ARP </a:t>
              </a:r>
              <a:r>
                <a:rPr kumimoji="1" lang="zh-CN" altLang="en-US" sz="1200" b="1" dirty="0">
                  <a:latin typeface="微软雅黑" pitchFamily="34" charset="-122"/>
                  <a:ea typeface="微软雅黑" pitchFamily="34" charset="-122"/>
                </a:rPr>
                <a:t>请求</a:t>
              </a:r>
            </a:p>
          </p:txBody>
        </p:sp>
      </p:grpSp>
      <p:sp>
        <p:nvSpPr>
          <p:cNvPr id="38" name="Text Box 57">
            <a:extLst>
              <a:ext uri="{FF2B5EF4-FFF2-40B4-BE49-F238E27FC236}">
                <a16:creationId xmlns:a16="http://schemas.microsoft.com/office/drawing/2014/main" id="{B548AB9F-19F3-F033-52F9-831583CD0560}"/>
              </a:ext>
            </a:extLst>
          </p:cNvPr>
          <p:cNvSpPr txBox="1">
            <a:spLocks noChangeArrowheads="1"/>
          </p:cNvSpPr>
          <p:nvPr/>
        </p:nvSpPr>
        <p:spPr bwMode="auto">
          <a:xfrm>
            <a:off x="2705191" y="2256606"/>
            <a:ext cx="17139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00-00-C0-15-AD-18</a:t>
            </a:r>
          </a:p>
        </p:txBody>
      </p:sp>
      <p:sp>
        <p:nvSpPr>
          <p:cNvPr id="39" name="Text Box 58">
            <a:extLst>
              <a:ext uri="{FF2B5EF4-FFF2-40B4-BE49-F238E27FC236}">
                <a16:creationId xmlns:a16="http://schemas.microsoft.com/office/drawing/2014/main" id="{6FD182B3-524A-EE86-66F5-5BEB7218038F}"/>
              </a:ext>
            </a:extLst>
          </p:cNvPr>
          <p:cNvSpPr txBox="1">
            <a:spLocks noChangeArrowheads="1"/>
          </p:cNvSpPr>
          <p:nvPr/>
        </p:nvSpPr>
        <p:spPr bwMode="auto">
          <a:xfrm>
            <a:off x="5247842" y="4107201"/>
            <a:ext cx="167545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08-00-2B-00-EE-0A</a:t>
            </a:r>
          </a:p>
        </p:txBody>
      </p:sp>
      <p:sp>
        <p:nvSpPr>
          <p:cNvPr id="40" name="AutoShape 59">
            <a:extLst>
              <a:ext uri="{FF2B5EF4-FFF2-40B4-BE49-F238E27FC236}">
                <a16:creationId xmlns:a16="http://schemas.microsoft.com/office/drawing/2014/main" id="{4C72AAE6-5F86-AB35-2EEC-6D426D15E168}"/>
              </a:ext>
            </a:extLst>
          </p:cNvPr>
          <p:cNvSpPr>
            <a:spLocks noChangeArrowheads="1"/>
          </p:cNvSpPr>
          <p:nvPr/>
        </p:nvSpPr>
        <p:spPr bwMode="auto">
          <a:xfrm>
            <a:off x="4169536" y="700916"/>
            <a:ext cx="3700997" cy="430583"/>
          </a:xfrm>
          <a:prstGeom prst="wedgeRoundRectCallout">
            <a:avLst>
              <a:gd name="adj1" fmla="val -53383"/>
              <a:gd name="adj2" fmla="val 101764"/>
              <a:gd name="adj3" fmla="val 16667"/>
            </a:avLst>
          </a:prstGeom>
          <a:solidFill>
            <a:srgbClr val="00FFFF"/>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41" name="Text Box 60">
            <a:extLst>
              <a:ext uri="{FF2B5EF4-FFF2-40B4-BE49-F238E27FC236}">
                <a16:creationId xmlns:a16="http://schemas.microsoft.com/office/drawing/2014/main" id="{2E904CCA-59C0-AE30-8007-F39419D4D38D}"/>
              </a:ext>
            </a:extLst>
          </p:cNvPr>
          <p:cNvSpPr txBox="1">
            <a:spLocks noChangeArrowheads="1"/>
          </p:cNvSpPr>
          <p:nvPr/>
        </p:nvSpPr>
        <p:spPr bwMode="auto">
          <a:xfrm>
            <a:off x="4225505" y="682810"/>
            <a:ext cx="369977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我是</a:t>
            </a:r>
            <a:r>
              <a:rPr kumimoji="1" lang="en-US" altLang="zh-CN" sz="1200" b="1" dirty="0">
                <a:latin typeface="微软雅黑" pitchFamily="34" charset="-122"/>
                <a:ea typeface="微软雅黑" pitchFamily="34" charset="-122"/>
              </a:rPr>
              <a:t>209.0.0.5</a:t>
            </a:r>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MAC</a:t>
            </a:r>
            <a:r>
              <a:rPr kumimoji="1" lang="zh-CN" altLang="en-US" sz="1200" b="1" dirty="0">
                <a:latin typeface="微软雅黑" pitchFamily="34" charset="-122"/>
                <a:ea typeface="微软雅黑" pitchFamily="34" charset="-122"/>
              </a:rPr>
              <a:t>地址是</a:t>
            </a:r>
            <a:r>
              <a:rPr kumimoji="1" lang="en-US" altLang="zh-CN" sz="1200" b="1" dirty="0">
                <a:latin typeface="微软雅黑" pitchFamily="34" charset="-122"/>
                <a:ea typeface="微软雅黑" pitchFamily="34" charset="-122"/>
              </a:rPr>
              <a:t>00-00-C0-15-AD-18</a:t>
            </a:r>
          </a:p>
          <a:p>
            <a:r>
              <a:rPr kumimoji="1" lang="zh-CN" altLang="en-US" sz="1200" b="1" dirty="0">
                <a:latin typeface="微软雅黑" pitchFamily="34" charset="-122"/>
                <a:ea typeface="微软雅黑" pitchFamily="34" charset="-122"/>
              </a:rPr>
              <a:t>我想知道主机 </a:t>
            </a:r>
            <a:r>
              <a:rPr kumimoji="1" lang="en-US" altLang="zh-CN" sz="1200" b="1" dirty="0">
                <a:latin typeface="微软雅黑" pitchFamily="34" charset="-122"/>
                <a:ea typeface="微软雅黑" pitchFamily="34" charset="-122"/>
              </a:rPr>
              <a:t>209.0.0.6 </a:t>
            </a:r>
            <a:r>
              <a:rPr kumimoji="1" lang="zh-CN" altLang="en-US" sz="1200" b="1" dirty="0">
                <a:latin typeface="微软雅黑" pitchFamily="34" charset="-122"/>
                <a:ea typeface="微软雅黑" pitchFamily="34" charset="-122"/>
              </a:rPr>
              <a:t>的</a:t>
            </a:r>
            <a:r>
              <a:rPr kumimoji="1" lang="en-US" altLang="zh-CN" sz="1200" b="1" dirty="0">
                <a:latin typeface="微软雅黑" pitchFamily="34" charset="-122"/>
                <a:ea typeface="微软雅黑" pitchFamily="34" charset="-122"/>
              </a:rPr>
              <a:t>MAC</a:t>
            </a:r>
            <a:r>
              <a:rPr kumimoji="1" lang="zh-CN" altLang="en-US" sz="1200" b="1" dirty="0">
                <a:latin typeface="微软雅黑" pitchFamily="34" charset="-122"/>
                <a:ea typeface="微软雅黑" pitchFamily="34" charset="-122"/>
              </a:rPr>
              <a:t>地址。</a:t>
            </a:r>
          </a:p>
        </p:txBody>
      </p:sp>
      <p:sp>
        <p:nvSpPr>
          <p:cNvPr id="42" name="AutoShape 61">
            <a:extLst>
              <a:ext uri="{FF2B5EF4-FFF2-40B4-BE49-F238E27FC236}">
                <a16:creationId xmlns:a16="http://schemas.microsoft.com/office/drawing/2014/main" id="{10F91E64-8BBB-53D2-FA99-C017D5150123}"/>
              </a:ext>
            </a:extLst>
          </p:cNvPr>
          <p:cNvSpPr>
            <a:spLocks noChangeArrowheads="1"/>
          </p:cNvSpPr>
          <p:nvPr/>
        </p:nvSpPr>
        <p:spPr bwMode="auto">
          <a:xfrm>
            <a:off x="5359782" y="2602126"/>
            <a:ext cx="2637492" cy="440778"/>
          </a:xfrm>
          <a:prstGeom prst="wedgeRoundRectCallout">
            <a:avLst>
              <a:gd name="adj1" fmla="val -41387"/>
              <a:gd name="adj2" fmla="val 83711"/>
              <a:gd name="adj3" fmla="val 16667"/>
            </a:avLst>
          </a:prstGeom>
          <a:solidFill>
            <a:srgbClr val="00FF99"/>
          </a:solidFill>
          <a:ln w="9525">
            <a:solidFill>
              <a:schemeClr val="tx1"/>
            </a:solidFill>
            <a:miter lim="800000"/>
            <a:headEnd/>
            <a:tailEnd/>
          </a:ln>
          <a:effectLst/>
        </p:spPr>
        <p:txBody>
          <a:bodyPr/>
          <a:lstStyle/>
          <a:p>
            <a:pPr algn="ctr"/>
            <a:endParaRPr kumimoji="1" lang="zh-CN" altLang="zh-CN" sz="1200" b="1">
              <a:solidFill>
                <a:srgbClr val="0000CC"/>
              </a:solidFill>
              <a:latin typeface="微软雅黑" pitchFamily="34" charset="-122"/>
              <a:ea typeface="微软雅黑" pitchFamily="34" charset="-122"/>
            </a:endParaRPr>
          </a:p>
        </p:txBody>
      </p:sp>
      <p:sp>
        <p:nvSpPr>
          <p:cNvPr id="43" name="Text Box 62">
            <a:extLst>
              <a:ext uri="{FF2B5EF4-FFF2-40B4-BE49-F238E27FC236}">
                <a16:creationId xmlns:a16="http://schemas.microsoft.com/office/drawing/2014/main" id="{1CF39FD0-AA08-0291-32EE-A549508D2DB5}"/>
              </a:ext>
            </a:extLst>
          </p:cNvPr>
          <p:cNvSpPr txBox="1">
            <a:spLocks noChangeArrowheads="1"/>
          </p:cNvSpPr>
          <p:nvPr/>
        </p:nvSpPr>
        <p:spPr bwMode="auto">
          <a:xfrm>
            <a:off x="5437698" y="2602125"/>
            <a:ext cx="255957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200" b="1" dirty="0">
                <a:latin typeface="微软雅黑" pitchFamily="34" charset="-122"/>
                <a:ea typeface="微软雅黑" pitchFamily="34" charset="-122"/>
              </a:rPr>
              <a:t>我是 </a:t>
            </a:r>
            <a:r>
              <a:rPr kumimoji="1" lang="en-US" altLang="zh-CN" sz="1200" b="1" dirty="0">
                <a:latin typeface="微软雅黑" pitchFamily="34" charset="-122"/>
                <a:ea typeface="微软雅黑" pitchFamily="34" charset="-122"/>
              </a:rPr>
              <a:t>209.0.0.6</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a:p>
            <a:r>
              <a:rPr kumimoji="1" lang="en-US" altLang="zh-CN" sz="1200" b="1" dirty="0">
                <a:latin typeface="微软雅黑" pitchFamily="34" charset="-122"/>
                <a:ea typeface="微软雅黑" pitchFamily="34" charset="-122"/>
              </a:rPr>
              <a:t>MAC</a:t>
            </a:r>
            <a:r>
              <a:rPr kumimoji="1" lang="zh-CN" altLang="en-US" sz="1200" b="1" dirty="0">
                <a:latin typeface="微软雅黑" pitchFamily="34" charset="-122"/>
                <a:ea typeface="微软雅黑" pitchFamily="34" charset="-122"/>
              </a:rPr>
              <a:t>地址是 </a:t>
            </a:r>
            <a:r>
              <a:rPr kumimoji="1" lang="en-US" altLang="zh-CN" sz="1200" b="1" dirty="0">
                <a:latin typeface="微软雅黑" pitchFamily="34" charset="-122"/>
                <a:ea typeface="微软雅黑" pitchFamily="34" charset="-122"/>
              </a:rPr>
              <a:t>08-00-2B-00-EE-0A</a:t>
            </a:r>
            <a:r>
              <a:rPr kumimoji="1" lang="zh-CN" altLang="en-US" sz="1200" b="1" dirty="0">
                <a:latin typeface="微软雅黑" pitchFamily="34" charset="-122"/>
                <a:ea typeface="微软雅黑" pitchFamily="34" charset="-122"/>
              </a:rPr>
              <a:t>。</a:t>
            </a:r>
            <a:endParaRPr kumimoji="1" lang="en-US" altLang="zh-CN" sz="1200" b="1" dirty="0">
              <a:latin typeface="微软雅黑" pitchFamily="34" charset="-122"/>
              <a:ea typeface="微软雅黑" pitchFamily="34" charset="-122"/>
            </a:endParaRPr>
          </a:p>
        </p:txBody>
      </p:sp>
      <p:sp>
        <p:nvSpPr>
          <p:cNvPr id="54" name="Line 83">
            <a:extLst>
              <a:ext uri="{FF2B5EF4-FFF2-40B4-BE49-F238E27FC236}">
                <a16:creationId xmlns:a16="http://schemas.microsoft.com/office/drawing/2014/main" id="{DA6FC56B-1527-393E-301F-DA346CD03783}"/>
              </a:ext>
            </a:extLst>
          </p:cNvPr>
          <p:cNvSpPr>
            <a:spLocks noChangeShapeType="1"/>
          </p:cNvSpPr>
          <p:nvPr/>
        </p:nvSpPr>
        <p:spPr bwMode="auto">
          <a:xfrm>
            <a:off x="2181944" y="3447110"/>
            <a:ext cx="5637325" cy="12511"/>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5" name="Text Box 84">
            <a:extLst>
              <a:ext uri="{FF2B5EF4-FFF2-40B4-BE49-F238E27FC236}">
                <a16:creationId xmlns:a16="http://schemas.microsoft.com/office/drawing/2014/main" id="{58692239-0E89-3F5B-ED36-AA3D02E1C9B5}"/>
              </a:ext>
            </a:extLst>
          </p:cNvPr>
          <p:cNvSpPr txBox="1">
            <a:spLocks noChangeArrowheads="1"/>
          </p:cNvSpPr>
          <p:nvPr/>
        </p:nvSpPr>
        <p:spPr bwMode="auto">
          <a:xfrm>
            <a:off x="3671817" y="3757003"/>
            <a:ext cx="33912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a:t>
            </a:r>
          </a:p>
        </p:txBody>
      </p:sp>
      <p:sp>
        <p:nvSpPr>
          <p:cNvPr id="56" name="Text Box 85">
            <a:extLst>
              <a:ext uri="{FF2B5EF4-FFF2-40B4-BE49-F238E27FC236}">
                <a16:creationId xmlns:a16="http://schemas.microsoft.com/office/drawing/2014/main" id="{7A2A63E7-DF18-B425-2C08-C7458E59B466}"/>
              </a:ext>
            </a:extLst>
          </p:cNvPr>
          <p:cNvSpPr txBox="1">
            <a:spLocks noChangeArrowheads="1"/>
          </p:cNvSpPr>
          <p:nvPr/>
        </p:nvSpPr>
        <p:spPr bwMode="auto">
          <a:xfrm>
            <a:off x="4978192" y="3681935"/>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Y</a:t>
            </a:r>
          </a:p>
        </p:txBody>
      </p:sp>
      <p:sp>
        <p:nvSpPr>
          <p:cNvPr id="57" name="Text Box 86">
            <a:extLst>
              <a:ext uri="{FF2B5EF4-FFF2-40B4-BE49-F238E27FC236}">
                <a16:creationId xmlns:a16="http://schemas.microsoft.com/office/drawing/2014/main" id="{F70228CA-4158-DBC8-203B-780C9DEB09F3}"/>
              </a:ext>
            </a:extLst>
          </p:cNvPr>
          <p:cNvSpPr txBox="1">
            <a:spLocks noChangeArrowheads="1"/>
          </p:cNvSpPr>
          <p:nvPr/>
        </p:nvSpPr>
        <p:spPr bwMode="auto">
          <a:xfrm>
            <a:off x="2800204" y="3681935"/>
            <a:ext cx="330071"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X</a:t>
            </a:r>
          </a:p>
        </p:txBody>
      </p:sp>
      <p:sp>
        <p:nvSpPr>
          <p:cNvPr id="58" name="Text Box 87">
            <a:extLst>
              <a:ext uri="{FF2B5EF4-FFF2-40B4-BE49-F238E27FC236}">
                <a16:creationId xmlns:a16="http://schemas.microsoft.com/office/drawing/2014/main" id="{47012930-9092-B77C-4185-DFAD0BD78C30}"/>
              </a:ext>
            </a:extLst>
          </p:cNvPr>
          <p:cNvSpPr txBox="1">
            <a:spLocks noChangeArrowheads="1"/>
          </p:cNvSpPr>
          <p:nvPr/>
        </p:nvSpPr>
        <p:spPr bwMode="auto">
          <a:xfrm>
            <a:off x="6120878" y="3757003"/>
            <a:ext cx="328258"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B</a:t>
            </a:r>
          </a:p>
        </p:txBody>
      </p:sp>
      <p:sp>
        <p:nvSpPr>
          <p:cNvPr id="59" name="Text Box 88">
            <a:extLst>
              <a:ext uri="{FF2B5EF4-FFF2-40B4-BE49-F238E27FC236}">
                <a16:creationId xmlns:a16="http://schemas.microsoft.com/office/drawing/2014/main" id="{475E7F77-4C72-49F8-58E7-5AC5C729EBEC}"/>
              </a:ext>
            </a:extLst>
          </p:cNvPr>
          <p:cNvSpPr txBox="1">
            <a:spLocks noChangeArrowheads="1"/>
          </p:cNvSpPr>
          <p:nvPr/>
        </p:nvSpPr>
        <p:spPr bwMode="auto">
          <a:xfrm>
            <a:off x="7466873" y="3681935"/>
            <a:ext cx="321012" cy="313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Z</a:t>
            </a:r>
          </a:p>
        </p:txBody>
      </p:sp>
      <p:sp>
        <p:nvSpPr>
          <p:cNvPr id="60" name="Text Box 89">
            <a:extLst>
              <a:ext uri="{FF2B5EF4-FFF2-40B4-BE49-F238E27FC236}">
                <a16:creationId xmlns:a16="http://schemas.microsoft.com/office/drawing/2014/main" id="{FA7E3308-40A7-D048-55C2-77D9A3F54FD8}"/>
              </a:ext>
            </a:extLst>
          </p:cNvPr>
          <p:cNvSpPr txBox="1">
            <a:spLocks noChangeArrowheads="1"/>
          </p:cNvSpPr>
          <p:nvPr/>
        </p:nvSpPr>
        <p:spPr bwMode="auto">
          <a:xfrm>
            <a:off x="3565472" y="3582809"/>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209.0.0.5</a:t>
            </a:r>
          </a:p>
        </p:txBody>
      </p:sp>
      <p:sp>
        <p:nvSpPr>
          <p:cNvPr id="62" name="Text Box 91">
            <a:extLst>
              <a:ext uri="{FF2B5EF4-FFF2-40B4-BE49-F238E27FC236}">
                <a16:creationId xmlns:a16="http://schemas.microsoft.com/office/drawing/2014/main" id="{92313162-41D0-3DF6-8975-F4ACE57D0900}"/>
              </a:ext>
            </a:extLst>
          </p:cNvPr>
          <p:cNvSpPr txBox="1">
            <a:spLocks noChangeArrowheads="1"/>
          </p:cNvSpPr>
          <p:nvPr/>
        </p:nvSpPr>
        <p:spPr bwMode="auto">
          <a:xfrm>
            <a:off x="2637324" y="4127412"/>
            <a:ext cx="17139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00-00-C0-15-AD-18</a:t>
            </a:r>
          </a:p>
        </p:txBody>
      </p:sp>
      <p:sp>
        <p:nvSpPr>
          <p:cNvPr id="68" name="Freeform 103">
            <a:extLst>
              <a:ext uri="{FF2B5EF4-FFF2-40B4-BE49-F238E27FC236}">
                <a16:creationId xmlns:a16="http://schemas.microsoft.com/office/drawing/2014/main" id="{63240B47-166C-EC6D-1A7E-E785EEEEA99F}"/>
              </a:ext>
            </a:extLst>
          </p:cNvPr>
          <p:cNvSpPr>
            <a:spLocks/>
          </p:cNvSpPr>
          <p:nvPr/>
        </p:nvSpPr>
        <p:spPr bwMode="auto">
          <a:xfrm flipH="1">
            <a:off x="3515426" y="3495230"/>
            <a:ext cx="2412571"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cxnSp>
        <p:nvCxnSpPr>
          <p:cNvPr id="71" name="直接连接符 70">
            <a:extLst>
              <a:ext uri="{FF2B5EF4-FFF2-40B4-BE49-F238E27FC236}">
                <a16:creationId xmlns:a16="http://schemas.microsoft.com/office/drawing/2014/main" id="{7B05129B-A3FD-B109-669A-49F86D5A4162}"/>
              </a:ext>
            </a:extLst>
          </p:cNvPr>
          <p:cNvCxnSpPr/>
          <p:nvPr/>
        </p:nvCxnSpPr>
        <p:spPr>
          <a:xfrm>
            <a:off x="556963" y="2497224"/>
            <a:ext cx="8048776" cy="0"/>
          </a:xfrm>
          <a:prstGeom prst="line">
            <a:avLst/>
          </a:prstGeom>
          <a:ln w="19050">
            <a:solidFill>
              <a:srgbClr val="0000FF"/>
            </a:solidFill>
          </a:ln>
        </p:spPr>
        <p:style>
          <a:lnRef idx="1">
            <a:schemeClr val="accent1"/>
          </a:lnRef>
          <a:fillRef idx="0">
            <a:schemeClr val="accent1"/>
          </a:fillRef>
          <a:effectRef idx="0">
            <a:schemeClr val="accent1"/>
          </a:effectRef>
          <a:fontRef idx="minor">
            <a:schemeClr val="tx1"/>
          </a:fontRef>
        </p:style>
      </p:cxnSp>
      <p:sp>
        <p:nvSpPr>
          <p:cNvPr id="72" name="Text Box 90">
            <a:extLst>
              <a:ext uri="{FF2B5EF4-FFF2-40B4-BE49-F238E27FC236}">
                <a16:creationId xmlns:a16="http://schemas.microsoft.com/office/drawing/2014/main" id="{07FEF14A-13B7-E7C6-BFA6-4F8720B7F659}"/>
              </a:ext>
            </a:extLst>
          </p:cNvPr>
          <p:cNvSpPr txBox="1">
            <a:spLocks noChangeArrowheads="1"/>
          </p:cNvSpPr>
          <p:nvPr/>
        </p:nvSpPr>
        <p:spPr bwMode="auto">
          <a:xfrm>
            <a:off x="5976999" y="3528838"/>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209.0.0.6</a:t>
            </a:r>
          </a:p>
        </p:txBody>
      </p:sp>
      <p:grpSp>
        <p:nvGrpSpPr>
          <p:cNvPr id="79" name="组合 78">
            <a:extLst>
              <a:ext uri="{FF2B5EF4-FFF2-40B4-BE49-F238E27FC236}">
                <a16:creationId xmlns:a16="http://schemas.microsoft.com/office/drawing/2014/main" id="{0D8C1D81-A48D-CAA4-EE24-763D2649AA0C}"/>
              </a:ext>
            </a:extLst>
          </p:cNvPr>
          <p:cNvGrpSpPr/>
          <p:nvPr/>
        </p:nvGrpSpPr>
        <p:grpSpPr>
          <a:xfrm>
            <a:off x="2456122" y="1913299"/>
            <a:ext cx="5040745" cy="404587"/>
            <a:chOff x="2456122" y="1949511"/>
            <a:chExt cx="5040745" cy="404587"/>
          </a:xfrm>
        </p:grpSpPr>
        <p:pic>
          <p:nvPicPr>
            <p:cNvPr id="74" name="Picture 246" descr="jisuanji">
              <a:extLst>
                <a:ext uri="{FF2B5EF4-FFF2-40B4-BE49-F238E27FC236}">
                  <a16:creationId xmlns:a16="http://schemas.microsoft.com/office/drawing/2014/main" id="{40E301FE-643C-523F-545E-051E0B84B93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56122"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5" name="Picture 246" descr="jisuanji">
              <a:extLst>
                <a:ext uri="{FF2B5EF4-FFF2-40B4-BE49-F238E27FC236}">
                  <a16:creationId xmlns:a16="http://schemas.microsoft.com/office/drawing/2014/main" id="{3F967DEF-D75B-346D-CD41-5DA77CAA223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12431"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246" descr="jisuanji">
              <a:extLst>
                <a:ext uri="{FF2B5EF4-FFF2-40B4-BE49-F238E27FC236}">
                  <a16:creationId xmlns:a16="http://schemas.microsoft.com/office/drawing/2014/main" id="{EE7E93EA-085F-17A1-3646-3FF15768614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4008"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246" descr="jisuanji">
              <a:extLst>
                <a:ext uri="{FF2B5EF4-FFF2-40B4-BE49-F238E27FC236}">
                  <a16:creationId xmlns:a16="http://schemas.microsoft.com/office/drawing/2014/main" id="{BC5717EA-2C8C-2DBE-4108-64267F3F5B3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96136" y="1949511"/>
              <a:ext cx="404587" cy="404587"/>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246" descr="jisuanji">
              <a:extLst>
                <a:ext uri="{FF2B5EF4-FFF2-40B4-BE49-F238E27FC236}">
                  <a16:creationId xmlns:a16="http://schemas.microsoft.com/office/drawing/2014/main" id="{B1E4C5DC-0B34-95A2-838D-673075AE403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92280" y="1949511"/>
              <a:ext cx="404587" cy="404587"/>
            </a:xfrm>
            <a:prstGeom prst="rect">
              <a:avLst/>
            </a:prstGeom>
            <a:noFill/>
            <a:extLst>
              <a:ext uri="{909E8E84-426E-40DD-AFC4-6F175D3DCCD1}">
                <a14:hiddenFill xmlns:a14="http://schemas.microsoft.com/office/drawing/2010/main">
                  <a:solidFill>
                    <a:srgbClr val="FFFFFF"/>
                  </a:solidFill>
                </a14:hiddenFill>
              </a:ext>
            </a:extLst>
          </p:spPr>
        </p:pic>
      </p:grpSp>
      <p:sp>
        <p:nvSpPr>
          <p:cNvPr id="64" name="Freeform 97">
            <a:extLst>
              <a:ext uri="{FF2B5EF4-FFF2-40B4-BE49-F238E27FC236}">
                <a16:creationId xmlns:a16="http://schemas.microsoft.com/office/drawing/2014/main" id="{0DA0152E-60E9-877A-DCBA-BC0B9521578E}"/>
              </a:ext>
            </a:extLst>
          </p:cNvPr>
          <p:cNvSpPr>
            <a:spLocks/>
          </p:cNvSpPr>
          <p:nvPr/>
        </p:nvSpPr>
        <p:spPr bwMode="auto">
          <a:xfrm>
            <a:off x="3514784" y="1704940"/>
            <a:ext cx="1276140"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5" name="Freeform 98">
            <a:extLst>
              <a:ext uri="{FF2B5EF4-FFF2-40B4-BE49-F238E27FC236}">
                <a16:creationId xmlns:a16="http://schemas.microsoft.com/office/drawing/2014/main" id="{8856FC9B-2227-24D1-5B9B-9FF76E35B970}"/>
              </a:ext>
            </a:extLst>
          </p:cNvPr>
          <p:cNvSpPr>
            <a:spLocks/>
          </p:cNvSpPr>
          <p:nvPr/>
        </p:nvSpPr>
        <p:spPr bwMode="auto">
          <a:xfrm>
            <a:off x="3513741" y="1704940"/>
            <a:ext cx="2412571"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6" name="Freeform 101">
            <a:extLst>
              <a:ext uri="{FF2B5EF4-FFF2-40B4-BE49-F238E27FC236}">
                <a16:creationId xmlns:a16="http://schemas.microsoft.com/office/drawing/2014/main" id="{17812C37-E5AF-8DCA-53AD-3FB903655323}"/>
              </a:ext>
            </a:extLst>
          </p:cNvPr>
          <p:cNvSpPr>
            <a:spLocks/>
          </p:cNvSpPr>
          <p:nvPr/>
        </p:nvSpPr>
        <p:spPr bwMode="auto">
          <a:xfrm>
            <a:off x="3513741" y="1704940"/>
            <a:ext cx="3831547"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7" name="Freeform 102">
            <a:extLst>
              <a:ext uri="{FF2B5EF4-FFF2-40B4-BE49-F238E27FC236}">
                <a16:creationId xmlns:a16="http://schemas.microsoft.com/office/drawing/2014/main" id="{8781F1F6-F07F-574B-392B-B928AC2140A4}"/>
              </a:ext>
            </a:extLst>
          </p:cNvPr>
          <p:cNvSpPr>
            <a:spLocks/>
          </p:cNvSpPr>
          <p:nvPr/>
        </p:nvSpPr>
        <p:spPr bwMode="auto">
          <a:xfrm flipH="1">
            <a:off x="2616065" y="1704940"/>
            <a:ext cx="897676" cy="416719"/>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6" name="Text Box 55">
            <a:extLst>
              <a:ext uri="{FF2B5EF4-FFF2-40B4-BE49-F238E27FC236}">
                <a16:creationId xmlns:a16="http://schemas.microsoft.com/office/drawing/2014/main" id="{F9F854FF-0098-3EE5-CDCA-987D8EE459A8}"/>
              </a:ext>
            </a:extLst>
          </p:cNvPr>
          <p:cNvSpPr txBox="1">
            <a:spLocks noChangeArrowheads="1"/>
          </p:cNvSpPr>
          <p:nvPr/>
        </p:nvSpPr>
        <p:spPr bwMode="auto">
          <a:xfrm>
            <a:off x="3573444" y="1772461"/>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209.0.0.5</a:t>
            </a:r>
          </a:p>
        </p:txBody>
      </p:sp>
      <p:sp>
        <p:nvSpPr>
          <p:cNvPr id="69" name="矩形 68">
            <a:extLst>
              <a:ext uri="{FF2B5EF4-FFF2-40B4-BE49-F238E27FC236}">
                <a16:creationId xmlns:a16="http://schemas.microsoft.com/office/drawing/2014/main" id="{9CC5766F-1244-B5E1-F8F5-D77888C8E411}"/>
              </a:ext>
            </a:extLst>
          </p:cNvPr>
          <p:cNvSpPr/>
          <p:nvPr/>
        </p:nvSpPr>
        <p:spPr>
          <a:xfrm>
            <a:off x="5207382" y="2331604"/>
            <a:ext cx="1793216" cy="21914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更新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p>
        </p:txBody>
      </p:sp>
      <p:sp>
        <p:nvSpPr>
          <p:cNvPr id="70" name="矩形 69">
            <a:extLst>
              <a:ext uri="{FF2B5EF4-FFF2-40B4-BE49-F238E27FC236}">
                <a16:creationId xmlns:a16="http://schemas.microsoft.com/office/drawing/2014/main" id="{1959B373-BD8F-94A7-E11C-014E6DCA8D5D}"/>
              </a:ext>
            </a:extLst>
          </p:cNvPr>
          <p:cNvSpPr/>
          <p:nvPr/>
        </p:nvSpPr>
        <p:spPr>
          <a:xfrm>
            <a:off x="2655951" y="4350900"/>
            <a:ext cx="1793216" cy="21914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微软雅黑" panose="020B0503020204020204" pitchFamily="34" charset="-122"/>
                <a:ea typeface="微软雅黑" panose="020B0503020204020204" pitchFamily="34" charset="-122"/>
              </a:rPr>
              <a:t>更新 </a:t>
            </a:r>
            <a:r>
              <a:rPr lang="en-US" altLang="zh-CN" sz="1400" b="1" dirty="0">
                <a:latin typeface="微软雅黑" panose="020B0503020204020204" pitchFamily="34" charset="-122"/>
                <a:ea typeface="微软雅黑" panose="020B0503020204020204" pitchFamily="34" charset="-122"/>
              </a:rPr>
              <a:t>ARP </a:t>
            </a:r>
            <a:r>
              <a:rPr lang="zh-CN" altLang="en-US" sz="1400" b="1" dirty="0">
                <a:latin typeface="微软雅黑" panose="020B0503020204020204" pitchFamily="34" charset="-122"/>
                <a:ea typeface="微软雅黑" panose="020B0503020204020204" pitchFamily="34" charset="-122"/>
              </a:rPr>
              <a:t>高速缓存</a:t>
            </a:r>
          </a:p>
        </p:txBody>
      </p:sp>
    </p:spTree>
    <p:extLst>
      <p:ext uri="{BB962C8B-B14F-4D97-AF65-F5344CB8AC3E}">
        <p14:creationId xmlns:p14="http://schemas.microsoft.com/office/powerpoint/2010/main" val="1072120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repeatCount="5000" fill="hold" grpId="0" nodeType="after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fade">
                                      <p:cBhvr>
                                        <p:cTn id="7" dur="10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F559E6-BC55-5E51-4ACE-2D91C8C1E34F}"/>
            </a:ext>
          </a:extLst>
        </p:cNvPr>
        <p:cNvGrpSpPr/>
        <p:nvPr/>
      </p:nvGrpSpPr>
      <p:grpSpPr>
        <a:xfrm>
          <a:off x="0" y="0"/>
          <a:ext cx="0" cy="0"/>
          <a:chOff x="0" y="0"/>
          <a:chExt cx="0" cy="0"/>
        </a:xfrm>
      </p:grpSpPr>
      <p:sp>
        <p:nvSpPr>
          <p:cNvPr id="65" name="AutoShape 5">
            <a:extLst>
              <a:ext uri="{FF2B5EF4-FFF2-40B4-BE49-F238E27FC236}">
                <a16:creationId xmlns:a16="http://schemas.microsoft.com/office/drawing/2014/main" id="{B5D12350-4065-5173-9304-96CEBE92E54B}"/>
              </a:ext>
            </a:extLst>
          </p:cNvPr>
          <p:cNvSpPr>
            <a:spLocks noChangeArrowheads="1"/>
          </p:cNvSpPr>
          <p:nvPr/>
        </p:nvSpPr>
        <p:spPr bwMode="auto">
          <a:xfrm>
            <a:off x="556963" y="6031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6" name="Rectangle 6">
            <a:extLst>
              <a:ext uri="{FF2B5EF4-FFF2-40B4-BE49-F238E27FC236}">
                <a16:creationId xmlns:a16="http://schemas.microsoft.com/office/drawing/2014/main" id="{67C25437-376F-26F5-1567-109A7FE6C8CE}"/>
              </a:ext>
            </a:extLst>
          </p:cNvPr>
          <p:cNvSpPr>
            <a:spLocks noChangeArrowheads="1"/>
          </p:cNvSpPr>
          <p:nvPr/>
        </p:nvSpPr>
        <p:spPr bwMode="auto">
          <a:xfrm>
            <a:off x="2898037" y="569913"/>
            <a:ext cx="3366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高速缓存中的生存时间</a:t>
            </a:r>
          </a:p>
        </p:txBody>
      </p:sp>
      <p:sp>
        <p:nvSpPr>
          <p:cNvPr id="67" name="Rectangle 68">
            <a:extLst>
              <a:ext uri="{FF2B5EF4-FFF2-40B4-BE49-F238E27FC236}">
                <a16:creationId xmlns:a16="http://schemas.microsoft.com/office/drawing/2014/main" id="{CB7F3C5C-7E37-6565-A04F-F2BF74C3A842}"/>
              </a:ext>
            </a:extLst>
          </p:cNvPr>
          <p:cNvSpPr>
            <a:spLocks noChangeArrowheads="1"/>
          </p:cNvSpPr>
          <p:nvPr/>
        </p:nvSpPr>
        <p:spPr bwMode="auto">
          <a:xfrm>
            <a:off x="448327" y="958787"/>
            <a:ext cx="8306380" cy="122084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ARP </a:t>
            </a:r>
            <a:r>
              <a:rPr lang="zh-CN" altLang="en-US" sz="2000" b="1" dirty="0">
                <a:solidFill>
                  <a:srgbClr val="C00000"/>
                </a:solidFill>
                <a:latin typeface="微软雅黑" pitchFamily="34" charset="-122"/>
                <a:ea typeface="微软雅黑" pitchFamily="34" charset="-122"/>
              </a:rPr>
              <a:t>高速缓存 </a:t>
            </a:r>
            <a:r>
              <a:rPr lang="en-US" altLang="zh-CN" sz="2000" b="1" dirty="0">
                <a:latin typeface="微软雅黑" pitchFamily="34" charset="-122"/>
                <a:ea typeface="微软雅黑" pitchFamily="34" charset="-122"/>
              </a:rPr>
              <a:t>(ARP cache)</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存放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地址到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地址的映射表。</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映射表动态更新（新增或超时删除）。</a:t>
            </a:r>
          </a:p>
        </p:txBody>
      </p:sp>
      <p:graphicFrame>
        <p:nvGraphicFramePr>
          <p:cNvPr id="3" name="表格 2">
            <a:extLst>
              <a:ext uri="{FF2B5EF4-FFF2-40B4-BE49-F238E27FC236}">
                <a16:creationId xmlns:a16="http://schemas.microsoft.com/office/drawing/2014/main" id="{09930188-AB68-1DEF-92D8-5ED60F85C31B}"/>
              </a:ext>
            </a:extLst>
          </p:cNvPr>
          <p:cNvGraphicFramePr>
            <a:graphicFrameLocks noGrp="1"/>
          </p:cNvGraphicFramePr>
          <p:nvPr/>
        </p:nvGraphicFramePr>
        <p:xfrm>
          <a:off x="1026530" y="2592094"/>
          <a:ext cx="6924198" cy="1483360"/>
        </p:xfrm>
        <a:graphic>
          <a:graphicData uri="http://schemas.openxmlformats.org/drawingml/2006/table">
            <a:tbl>
              <a:tblPr firstRow="1" bandRow="1">
                <a:tableStyleId>{5C22544A-7EE6-4342-B048-85BDC9FD1C3A}</a:tableStyleId>
              </a:tblPr>
              <a:tblGrid>
                <a:gridCol w="1286217">
                  <a:extLst>
                    <a:ext uri="{9D8B030D-6E8A-4147-A177-3AD203B41FA5}">
                      <a16:colId xmlns:a16="http://schemas.microsoft.com/office/drawing/2014/main" val="2806046851"/>
                    </a:ext>
                  </a:extLst>
                </a:gridCol>
                <a:gridCol w="2073784">
                  <a:extLst>
                    <a:ext uri="{9D8B030D-6E8A-4147-A177-3AD203B41FA5}">
                      <a16:colId xmlns:a16="http://schemas.microsoft.com/office/drawing/2014/main" val="2108766633"/>
                    </a:ext>
                  </a:extLst>
                </a:gridCol>
                <a:gridCol w="1565357">
                  <a:extLst>
                    <a:ext uri="{9D8B030D-6E8A-4147-A177-3AD203B41FA5}">
                      <a16:colId xmlns:a16="http://schemas.microsoft.com/office/drawing/2014/main" val="2463580703"/>
                    </a:ext>
                  </a:extLst>
                </a:gridCol>
                <a:gridCol w="1228203">
                  <a:extLst>
                    <a:ext uri="{9D8B030D-6E8A-4147-A177-3AD203B41FA5}">
                      <a16:colId xmlns:a16="http://schemas.microsoft.com/office/drawing/2014/main" val="2395055679"/>
                    </a:ext>
                  </a:extLst>
                </a:gridCol>
                <a:gridCol w="770637">
                  <a:extLst>
                    <a:ext uri="{9D8B030D-6E8A-4147-A177-3AD203B41FA5}">
                      <a16:colId xmlns:a16="http://schemas.microsoft.com/office/drawing/2014/main" val="949142939"/>
                    </a:ext>
                  </a:extLst>
                </a:gridCol>
              </a:tblGrid>
              <a:tr h="370840">
                <a:tc>
                  <a:txBody>
                    <a:bodyPr/>
                    <a:lstStyle/>
                    <a:p>
                      <a:pPr algn="ct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p>
                  </a:txBody>
                  <a:tcPr anchor="ctr"/>
                </a:tc>
                <a:tc>
                  <a:txBody>
                    <a:bodyPr/>
                    <a:lstStyle/>
                    <a:p>
                      <a:pPr algn="ctr"/>
                      <a:r>
                        <a:rPr lang="en-US" altLang="zh-CN" sz="1600" b="1" dirty="0">
                          <a:latin typeface="微软雅黑" panose="020B0503020204020204" pitchFamily="34" charset="-122"/>
                          <a:ea typeface="微软雅黑" panose="020B0503020204020204" pitchFamily="34" charset="-122"/>
                        </a:rPr>
                        <a:t>MAC </a:t>
                      </a:r>
                      <a:r>
                        <a:rPr lang="zh-CN" altLang="en-US" sz="1600" b="1" dirty="0">
                          <a:latin typeface="微软雅黑" panose="020B0503020204020204" pitchFamily="34" charset="-122"/>
                          <a:ea typeface="微软雅黑" panose="020B0503020204020204" pitchFamily="34" charset="-122"/>
                        </a:rPr>
                        <a:t>地址</a:t>
                      </a:r>
                    </a:p>
                  </a:txBody>
                  <a:tcPr anchor="ctr"/>
                </a:tc>
                <a:tc>
                  <a:txBody>
                    <a:bodyPr/>
                    <a:lstStyle/>
                    <a:p>
                      <a:pPr algn="ctr"/>
                      <a:r>
                        <a:rPr lang="zh-CN" altLang="en-US" sz="1600" b="1" dirty="0">
                          <a:latin typeface="微软雅黑" panose="020B0503020204020204" pitchFamily="34" charset="-122"/>
                          <a:ea typeface="微软雅黑" panose="020B0503020204020204" pitchFamily="34" charset="-122"/>
                        </a:rPr>
                        <a:t>生存时间 </a:t>
                      </a:r>
                      <a:r>
                        <a:rPr lang="en-US" altLang="zh-CN" sz="1600" b="1" dirty="0">
                          <a:latin typeface="微软雅黑" panose="020B0503020204020204" pitchFamily="34" charset="-122"/>
                          <a:ea typeface="微软雅黑" panose="020B0503020204020204" pitchFamily="34" charset="-122"/>
                        </a:rPr>
                        <a:t>(Age)</a:t>
                      </a:r>
                      <a:endParaRPr lang="zh-CN" altLang="en-US" sz="1600" b="1" dirty="0">
                        <a:latin typeface="微软雅黑" panose="020B0503020204020204" pitchFamily="34" charset="-122"/>
                        <a:ea typeface="微软雅黑" panose="020B0503020204020204" pitchFamily="34" charset="-122"/>
                      </a:endParaRPr>
                    </a:p>
                  </a:txBody>
                  <a:tcPr anchor="ctr"/>
                </a:tc>
                <a:tc>
                  <a:txBody>
                    <a:bodyPr/>
                    <a:lstStyle/>
                    <a:p>
                      <a:pPr algn="ctr"/>
                      <a:r>
                        <a:rPr lang="zh-CN" altLang="en-US" sz="1600" b="1" dirty="0">
                          <a:latin typeface="微软雅黑" panose="020B0503020204020204" pitchFamily="34" charset="-122"/>
                          <a:ea typeface="微软雅黑" panose="020B0503020204020204" pitchFamily="34" charset="-122"/>
                        </a:rPr>
                        <a:t>类型</a:t>
                      </a:r>
                    </a:p>
                  </a:txBody>
                  <a:tcPr anchor="ctr"/>
                </a:tc>
                <a:tc>
                  <a:txBody>
                    <a:bodyPr/>
                    <a:lstStyle/>
                    <a:p>
                      <a:pPr algn="ctr"/>
                      <a:r>
                        <a:rPr lang="zh-CN" altLang="en-US" sz="1600" b="1" dirty="0">
                          <a:latin typeface="微软雅黑" panose="020B0503020204020204" pitchFamily="34" charset="-122"/>
                          <a:ea typeface="微软雅黑" panose="020B0503020204020204" pitchFamily="34" charset="-122"/>
                        </a:rPr>
                        <a:t>其他</a:t>
                      </a:r>
                    </a:p>
                  </a:txBody>
                  <a:tcPr anchor="ctr"/>
                </a:tc>
                <a:extLst>
                  <a:ext uri="{0D108BD9-81ED-4DB2-BD59-A6C34878D82A}">
                    <a16:rowId xmlns:a16="http://schemas.microsoft.com/office/drawing/2014/main" val="3622401503"/>
                  </a:ext>
                </a:extLst>
              </a:tr>
              <a:tr h="370840">
                <a:tc>
                  <a:txBody>
                    <a:bodyPr/>
                    <a:lstStyle/>
                    <a:p>
                      <a:r>
                        <a:rPr lang="en-US" altLang="zh-CN" sz="1600" b="1" dirty="0">
                          <a:latin typeface="微软雅黑" panose="020B0503020204020204" pitchFamily="34" charset="-122"/>
                          <a:ea typeface="微软雅黑" panose="020B0503020204020204" pitchFamily="34" charset="-122"/>
                        </a:rPr>
                        <a:t>10.4.9.2</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0030.7131.abfc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00:08:55</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Dynamic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4025832959"/>
                  </a:ext>
                </a:extLst>
              </a:tr>
              <a:tr h="370840">
                <a:tc>
                  <a:txBody>
                    <a:bodyPr/>
                    <a:lstStyle/>
                    <a:p>
                      <a:r>
                        <a:rPr lang="en-US" altLang="zh-CN" sz="1600" b="1" dirty="0">
                          <a:latin typeface="微软雅黑" panose="020B0503020204020204" pitchFamily="34" charset="-122"/>
                          <a:ea typeface="微软雅黑" panose="020B0503020204020204" pitchFamily="34" charset="-122"/>
                        </a:rPr>
                        <a:t>10.4.9.1</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0000.0c07.ac24</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00:02:55</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Dynamic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899956322"/>
                  </a:ext>
                </a:extLst>
              </a:tr>
              <a:tr h="370840">
                <a:tc>
                  <a:txBody>
                    <a:bodyPr/>
                    <a:lstStyle/>
                    <a:p>
                      <a:r>
                        <a:rPr lang="en-US" altLang="zh-CN" sz="1600" b="1" dirty="0">
                          <a:latin typeface="微软雅黑" panose="020B0503020204020204" pitchFamily="34" charset="-122"/>
                          <a:ea typeface="微软雅黑" panose="020B0503020204020204" pitchFamily="34" charset="-122"/>
                        </a:rPr>
                        <a:t>10.4.9.99</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0007.ebea.44d0 </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00:06:12</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r>
                        <a:rPr lang="en-US" altLang="zh-CN" sz="1600" b="1" dirty="0">
                          <a:latin typeface="微软雅黑" panose="020B0503020204020204" pitchFamily="34" charset="-122"/>
                          <a:ea typeface="微软雅黑" panose="020B0503020204020204" pitchFamily="34" charset="-122"/>
                        </a:rPr>
                        <a:t>Dynamic</a:t>
                      </a:r>
                      <a:endParaRPr lang="zh-CN" altLang="en-US" sz="1600" b="1" dirty="0">
                        <a:latin typeface="微软雅黑" panose="020B0503020204020204" pitchFamily="34" charset="-122"/>
                        <a:ea typeface="微软雅黑" panose="020B0503020204020204" pitchFamily="34" charset="-122"/>
                      </a:endParaRPr>
                    </a:p>
                  </a:txBody>
                  <a:tcPr/>
                </a:tc>
                <a:tc>
                  <a:txBody>
                    <a:bodyPr/>
                    <a:lstStyle/>
                    <a:p>
                      <a:endParaRPr lang="zh-CN" altLang="en-US" sz="1600" b="1" dirty="0">
                        <a:latin typeface="微软雅黑" panose="020B0503020204020204" pitchFamily="34" charset="-122"/>
                        <a:ea typeface="微软雅黑" panose="020B0503020204020204" pitchFamily="34" charset="-122"/>
                      </a:endParaRPr>
                    </a:p>
                  </a:txBody>
                  <a:tcPr/>
                </a:tc>
                <a:extLst>
                  <a:ext uri="{0D108BD9-81ED-4DB2-BD59-A6C34878D82A}">
                    <a16:rowId xmlns:a16="http://schemas.microsoft.com/office/drawing/2014/main" val="2031722197"/>
                  </a:ext>
                </a:extLst>
              </a:tr>
            </a:tbl>
          </a:graphicData>
        </a:graphic>
      </p:graphicFrame>
      <p:sp>
        <p:nvSpPr>
          <p:cNvPr id="4" name="矩形 3">
            <a:extLst>
              <a:ext uri="{FF2B5EF4-FFF2-40B4-BE49-F238E27FC236}">
                <a16:creationId xmlns:a16="http://schemas.microsoft.com/office/drawing/2014/main" id="{464F8B90-172B-75A3-11D3-A845786C95F2}"/>
              </a:ext>
            </a:extLst>
          </p:cNvPr>
          <p:cNvSpPr/>
          <p:nvPr/>
        </p:nvSpPr>
        <p:spPr>
          <a:xfrm>
            <a:off x="933810" y="4127607"/>
            <a:ext cx="7099145" cy="369332"/>
          </a:xfrm>
          <a:prstGeom prst="rect">
            <a:avLst/>
          </a:prstGeom>
        </p:spPr>
        <p:style>
          <a:lnRef idx="1">
            <a:schemeClr val="accent2"/>
          </a:lnRef>
          <a:fillRef idx="3">
            <a:schemeClr val="accent2"/>
          </a:fillRef>
          <a:effectRef idx="2">
            <a:schemeClr val="accent2"/>
          </a:effectRef>
          <a:fontRef idx="minor">
            <a:schemeClr val="lt1"/>
          </a:fontRef>
        </p:style>
        <p:txBody>
          <a:bodyPr wrap="square">
            <a:spAutoFit/>
          </a:bodyPr>
          <a:lstStyle/>
          <a:p>
            <a:r>
              <a:rPr lang="zh-CN" altLang="en-US" b="1" dirty="0">
                <a:solidFill>
                  <a:srgbClr val="FFFF00"/>
                </a:solidFill>
                <a:latin typeface="微软雅黑" panose="020B0503020204020204" pitchFamily="34" charset="-122"/>
                <a:ea typeface="微软雅黑" panose="020B0503020204020204" pitchFamily="34" charset="-122"/>
              </a:rPr>
              <a:t>超过生存时间</a:t>
            </a:r>
            <a:r>
              <a:rPr lang="zh-CN" altLang="en-US" b="1" dirty="0">
                <a:latin typeface="微软雅黑" panose="020B0503020204020204" pitchFamily="34" charset="-122"/>
                <a:ea typeface="微软雅黑" panose="020B0503020204020204" pitchFamily="34" charset="-122"/>
              </a:rPr>
              <a:t>的项目都从高速缓存中删除，以保证信息的新鲜性。</a:t>
            </a:r>
          </a:p>
        </p:txBody>
      </p:sp>
      <p:sp>
        <p:nvSpPr>
          <p:cNvPr id="5" name="矩形 4">
            <a:extLst>
              <a:ext uri="{FF2B5EF4-FFF2-40B4-BE49-F238E27FC236}">
                <a16:creationId xmlns:a16="http://schemas.microsoft.com/office/drawing/2014/main" id="{BD179489-D47A-E1C4-34E3-276223037999}"/>
              </a:ext>
            </a:extLst>
          </p:cNvPr>
          <p:cNvSpPr/>
          <p:nvPr/>
        </p:nvSpPr>
        <p:spPr>
          <a:xfrm>
            <a:off x="843764" y="2170609"/>
            <a:ext cx="877163"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rPr>
              <a:t>映射表</a:t>
            </a:r>
          </a:p>
        </p:txBody>
      </p:sp>
      <p:sp>
        <p:nvSpPr>
          <p:cNvPr id="6" name="文本框 5">
            <a:extLst>
              <a:ext uri="{FF2B5EF4-FFF2-40B4-BE49-F238E27FC236}">
                <a16:creationId xmlns:a16="http://schemas.microsoft.com/office/drawing/2014/main" id="{9B27B5C4-22FD-CF4F-0FB2-42DEF30F738C}"/>
              </a:ext>
            </a:extLst>
          </p:cNvPr>
          <p:cNvSpPr txBox="1"/>
          <p:nvPr/>
        </p:nvSpPr>
        <p:spPr>
          <a:xfrm>
            <a:off x="4031227" y="2609438"/>
            <a:ext cx="2275249" cy="338554"/>
          </a:xfrm>
          <a:prstGeom prst="rect">
            <a:avLst/>
          </a:prstGeom>
          <a:noFill/>
        </p:spPr>
        <p:txBody>
          <a:bodyPr wrap="square">
            <a:spAutoFit/>
          </a:bodyPr>
          <a:lstStyle/>
          <a:p>
            <a:pPr algn="ctr"/>
            <a:r>
              <a:rPr lang="zh-CN" altLang="en-US" sz="1600" b="1" dirty="0">
                <a:solidFill>
                  <a:srgbClr val="FFFF00"/>
                </a:solidFill>
                <a:latin typeface="微软雅黑" panose="020B0503020204020204" pitchFamily="34" charset="-122"/>
                <a:ea typeface="微软雅黑" panose="020B0503020204020204" pitchFamily="34" charset="-122"/>
              </a:rPr>
              <a:t>生存时间 </a:t>
            </a:r>
            <a:r>
              <a:rPr lang="en-US" altLang="zh-CN" sz="1600" b="1" dirty="0">
                <a:solidFill>
                  <a:srgbClr val="FFFF00"/>
                </a:solidFill>
                <a:latin typeface="微软雅黑" panose="020B0503020204020204" pitchFamily="34" charset="-122"/>
                <a:ea typeface="微软雅黑" panose="020B0503020204020204" pitchFamily="34" charset="-122"/>
              </a:rPr>
              <a:t>(Age)</a:t>
            </a:r>
            <a:endParaRPr lang="zh-CN" altLang="en-US" sz="1600" b="1" dirty="0">
              <a:solidFill>
                <a:srgbClr val="FFFF00"/>
              </a:solidFill>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3774904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p:bldP spid="6" grpId="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7F3AD5-2ACA-F2C6-0058-69C1E521F907}"/>
            </a:ext>
          </a:extLst>
        </p:cNvPr>
        <p:cNvGrpSpPr/>
        <p:nvPr/>
      </p:nvGrpSpPr>
      <p:grpSpPr>
        <a:xfrm>
          <a:off x="0" y="0"/>
          <a:ext cx="0" cy="0"/>
          <a:chOff x="0" y="0"/>
          <a:chExt cx="0" cy="0"/>
        </a:xfrm>
      </p:grpSpPr>
      <p:sp>
        <p:nvSpPr>
          <p:cNvPr id="5" name="圆角矩形 4">
            <a:extLst>
              <a:ext uri="{FF2B5EF4-FFF2-40B4-BE49-F238E27FC236}">
                <a16:creationId xmlns:a16="http://schemas.microsoft.com/office/drawing/2014/main" id="{7CD90E0A-DC49-66E9-6A66-4C43B287BF90}"/>
              </a:ext>
            </a:extLst>
          </p:cNvPr>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a:extLst>
              <a:ext uri="{FF2B5EF4-FFF2-40B4-BE49-F238E27FC236}">
                <a16:creationId xmlns:a16="http://schemas.microsoft.com/office/drawing/2014/main" id="{CC6B4F2F-B902-064C-34E6-8E0751CCDF7D}"/>
              </a:ext>
            </a:extLst>
          </p:cNvPr>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a:extLst>
              <a:ext uri="{FF2B5EF4-FFF2-40B4-BE49-F238E27FC236}">
                <a16:creationId xmlns:a16="http://schemas.microsoft.com/office/drawing/2014/main" id="{C8BBC1BD-4EC3-95B4-B56A-0C034E0F8D25}"/>
              </a:ext>
            </a:extLst>
          </p:cNvPr>
          <p:cNvSpPr>
            <a:spLocks noChangeArrowheads="1"/>
          </p:cNvSpPr>
          <p:nvPr/>
        </p:nvSpPr>
        <p:spPr bwMode="auto">
          <a:xfrm>
            <a:off x="1816814" y="564275"/>
            <a:ext cx="552907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的解决是同一个局域网内的地址映射问题</a:t>
            </a:r>
          </a:p>
        </p:txBody>
      </p:sp>
      <p:grpSp>
        <p:nvGrpSpPr>
          <p:cNvPr id="9" name="Group 244">
            <a:extLst>
              <a:ext uri="{FF2B5EF4-FFF2-40B4-BE49-F238E27FC236}">
                <a16:creationId xmlns:a16="http://schemas.microsoft.com/office/drawing/2014/main" id="{282C16A6-3C86-2F1B-EF6C-E435487E50FC}"/>
              </a:ext>
            </a:extLst>
          </p:cNvPr>
          <p:cNvGrpSpPr>
            <a:grpSpLocks/>
          </p:cNvGrpSpPr>
          <p:nvPr/>
        </p:nvGrpSpPr>
        <p:grpSpPr bwMode="auto">
          <a:xfrm>
            <a:off x="1096004" y="1622372"/>
            <a:ext cx="1359990" cy="1055356"/>
            <a:chOff x="912" y="768"/>
            <a:chExt cx="2400" cy="1584"/>
          </a:xfrm>
          <a:solidFill>
            <a:schemeClr val="bg1"/>
          </a:solidFill>
        </p:grpSpPr>
        <p:sp>
          <p:nvSpPr>
            <p:cNvPr id="70" name="Oval 245">
              <a:extLst>
                <a:ext uri="{FF2B5EF4-FFF2-40B4-BE49-F238E27FC236}">
                  <a16:creationId xmlns:a16="http://schemas.microsoft.com/office/drawing/2014/main" id="{438055E5-4801-F62E-8906-DEEBABDAE880}"/>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a:extLst>
                <a:ext uri="{FF2B5EF4-FFF2-40B4-BE49-F238E27FC236}">
                  <a16:creationId xmlns:a16="http://schemas.microsoft.com/office/drawing/2014/main" id="{60140ADD-100B-936F-26F1-55F9AFCCEE60}"/>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a:extLst>
                <a:ext uri="{FF2B5EF4-FFF2-40B4-BE49-F238E27FC236}">
                  <a16:creationId xmlns:a16="http://schemas.microsoft.com/office/drawing/2014/main" id="{7848F435-C884-4643-06DE-FD4B1B0EC5E3}"/>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a:extLst>
                <a:ext uri="{FF2B5EF4-FFF2-40B4-BE49-F238E27FC236}">
                  <a16:creationId xmlns:a16="http://schemas.microsoft.com/office/drawing/2014/main" id="{97466163-C70A-4FAA-C674-163141550DDC}"/>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a:extLst>
                <a:ext uri="{FF2B5EF4-FFF2-40B4-BE49-F238E27FC236}">
                  <a16:creationId xmlns:a16="http://schemas.microsoft.com/office/drawing/2014/main" id="{EE9BB191-EA1B-E1F8-7000-46A6EC24F270}"/>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a:extLst>
                <a:ext uri="{FF2B5EF4-FFF2-40B4-BE49-F238E27FC236}">
                  <a16:creationId xmlns:a16="http://schemas.microsoft.com/office/drawing/2014/main" id="{27EA13AA-3A52-D25D-B9AF-98CC30E1AF84}"/>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a:extLst>
                <a:ext uri="{FF2B5EF4-FFF2-40B4-BE49-F238E27FC236}">
                  <a16:creationId xmlns:a16="http://schemas.microsoft.com/office/drawing/2014/main" id="{F8F9BFA9-B42B-156F-A3E7-966AB7B34552}"/>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a:extLst>
                <a:ext uri="{FF2B5EF4-FFF2-40B4-BE49-F238E27FC236}">
                  <a16:creationId xmlns:a16="http://schemas.microsoft.com/office/drawing/2014/main" id="{560FEF62-547F-3B7E-51B0-6B4B49E89D0E}"/>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a:extLst>
                <a:ext uri="{FF2B5EF4-FFF2-40B4-BE49-F238E27FC236}">
                  <a16:creationId xmlns:a16="http://schemas.microsoft.com/office/drawing/2014/main" id="{952EA87B-99D7-CF34-2586-C6E39E31F00A}"/>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a:extLst>
                <a:ext uri="{FF2B5EF4-FFF2-40B4-BE49-F238E27FC236}">
                  <a16:creationId xmlns:a16="http://schemas.microsoft.com/office/drawing/2014/main" id="{33266D14-A117-FBC0-3D88-44B3624410EE}"/>
                </a:ext>
              </a:extLst>
            </p:cNvPr>
            <p:cNvGrpSpPr>
              <a:grpSpLocks/>
            </p:cNvGrpSpPr>
            <p:nvPr/>
          </p:nvGrpSpPr>
          <p:grpSpPr bwMode="auto">
            <a:xfrm>
              <a:off x="912" y="768"/>
              <a:ext cx="2386" cy="1553"/>
              <a:chOff x="912" y="768"/>
              <a:chExt cx="2386" cy="1553"/>
            </a:xfrm>
            <a:grpFill/>
          </p:grpSpPr>
          <p:sp>
            <p:nvSpPr>
              <p:cNvPr id="80" name="Oval 255">
                <a:extLst>
                  <a:ext uri="{FF2B5EF4-FFF2-40B4-BE49-F238E27FC236}">
                    <a16:creationId xmlns:a16="http://schemas.microsoft.com/office/drawing/2014/main" id="{269E46B2-0D52-CD13-87EA-FA5FEA894E29}"/>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a:extLst>
                  <a:ext uri="{FF2B5EF4-FFF2-40B4-BE49-F238E27FC236}">
                    <a16:creationId xmlns:a16="http://schemas.microsoft.com/office/drawing/2014/main" id="{8085CF12-866D-3FD5-2D81-6A88B9E8E4C6}"/>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a:extLst>
                  <a:ext uri="{FF2B5EF4-FFF2-40B4-BE49-F238E27FC236}">
                    <a16:creationId xmlns:a16="http://schemas.microsoft.com/office/drawing/2014/main" id="{D297CCDF-92E6-DCD4-07FF-CF90D6967F12}"/>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a:extLst>
                  <a:ext uri="{FF2B5EF4-FFF2-40B4-BE49-F238E27FC236}">
                    <a16:creationId xmlns:a16="http://schemas.microsoft.com/office/drawing/2014/main" id="{236A3101-22FD-E687-CB7D-706D6870097D}"/>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a:extLst>
                  <a:ext uri="{FF2B5EF4-FFF2-40B4-BE49-F238E27FC236}">
                    <a16:creationId xmlns:a16="http://schemas.microsoft.com/office/drawing/2014/main" id="{FF7578AA-C137-5405-F3E5-0A00D879B47D}"/>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a:extLst>
                  <a:ext uri="{FF2B5EF4-FFF2-40B4-BE49-F238E27FC236}">
                    <a16:creationId xmlns:a16="http://schemas.microsoft.com/office/drawing/2014/main" id="{C15A0654-7C05-A59E-28DF-1202CB46D053}"/>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a:extLst>
                  <a:ext uri="{FF2B5EF4-FFF2-40B4-BE49-F238E27FC236}">
                    <a16:creationId xmlns:a16="http://schemas.microsoft.com/office/drawing/2014/main" id="{82BDF95E-54AC-CD9E-62B1-4CED20CB5B10}"/>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a:extLst>
                  <a:ext uri="{FF2B5EF4-FFF2-40B4-BE49-F238E27FC236}">
                    <a16:creationId xmlns:a16="http://schemas.microsoft.com/office/drawing/2014/main" id="{01352563-16F0-87D7-562A-BEE2DCFEC561}"/>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a:extLst>
                  <a:ext uri="{FF2B5EF4-FFF2-40B4-BE49-F238E27FC236}">
                    <a16:creationId xmlns:a16="http://schemas.microsoft.com/office/drawing/2014/main" id="{70919A1C-8535-BD64-B034-9BF7D6633FA3}"/>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a:extLst>
              <a:ext uri="{FF2B5EF4-FFF2-40B4-BE49-F238E27FC236}">
                <a16:creationId xmlns:a16="http://schemas.microsoft.com/office/drawing/2014/main" id="{F5D786AD-015F-3B87-6927-AE53A0F0D6E6}"/>
              </a:ext>
            </a:extLst>
          </p:cNvPr>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a:extLst>
              <a:ext uri="{FF2B5EF4-FFF2-40B4-BE49-F238E27FC236}">
                <a16:creationId xmlns:a16="http://schemas.microsoft.com/office/drawing/2014/main" id="{A3F8E46A-B2B9-5263-CFB3-588AC0E22D3D}"/>
              </a:ext>
            </a:extLst>
          </p:cNvPr>
          <p:cNvGrpSpPr>
            <a:grpSpLocks/>
          </p:cNvGrpSpPr>
          <p:nvPr/>
        </p:nvGrpSpPr>
        <p:grpSpPr bwMode="auto">
          <a:xfrm>
            <a:off x="6732250" y="1653412"/>
            <a:ext cx="1359990" cy="1055356"/>
            <a:chOff x="912" y="768"/>
            <a:chExt cx="2400" cy="1584"/>
          </a:xfrm>
          <a:solidFill>
            <a:schemeClr val="bg1"/>
          </a:solidFill>
        </p:grpSpPr>
        <p:sp>
          <p:nvSpPr>
            <p:cNvPr id="51" name="Oval 285">
              <a:extLst>
                <a:ext uri="{FF2B5EF4-FFF2-40B4-BE49-F238E27FC236}">
                  <a16:creationId xmlns:a16="http://schemas.microsoft.com/office/drawing/2014/main" id="{1C4AF297-2882-67E0-9FC0-A8A1676BDA66}"/>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a:extLst>
                <a:ext uri="{FF2B5EF4-FFF2-40B4-BE49-F238E27FC236}">
                  <a16:creationId xmlns:a16="http://schemas.microsoft.com/office/drawing/2014/main" id="{A8CDDFD3-1A89-4BEA-A8E7-F8CC21C14BD1}"/>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a:extLst>
                <a:ext uri="{FF2B5EF4-FFF2-40B4-BE49-F238E27FC236}">
                  <a16:creationId xmlns:a16="http://schemas.microsoft.com/office/drawing/2014/main" id="{06D92962-9712-C4C1-E94A-7C250E613461}"/>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a:extLst>
                <a:ext uri="{FF2B5EF4-FFF2-40B4-BE49-F238E27FC236}">
                  <a16:creationId xmlns:a16="http://schemas.microsoft.com/office/drawing/2014/main" id="{E7E95677-4B6E-FABC-5385-C9987D9CB749}"/>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a:extLst>
                <a:ext uri="{FF2B5EF4-FFF2-40B4-BE49-F238E27FC236}">
                  <a16:creationId xmlns:a16="http://schemas.microsoft.com/office/drawing/2014/main" id="{C48BA0DA-8E49-D06E-AF1E-C63D7C547B3C}"/>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a:extLst>
                <a:ext uri="{FF2B5EF4-FFF2-40B4-BE49-F238E27FC236}">
                  <a16:creationId xmlns:a16="http://schemas.microsoft.com/office/drawing/2014/main" id="{041DA143-28C5-60DC-053A-33AFF335F170}"/>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a:extLst>
                <a:ext uri="{FF2B5EF4-FFF2-40B4-BE49-F238E27FC236}">
                  <a16:creationId xmlns:a16="http://schemas.microsoft.com/office/drawing/2014/main" id="{8A721B0D-0ED9-65E4-7426-54015DBD7583}"/>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a:extLst>
                <a:ext uri="{FF2B5EF4-FFF2-40B4-BE49-F238E27FC236}">
                  <a16:creationId xmlns:a16="http://schemas.microsoft.com/office/drawing/2014/main" id="{3EC37119-466D-A491-B964-20344A9B3AD1}"/>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a:extLst>
                <a:ext uri="{FF2B5EF4-FFF2-40B4-BE49-F238E27FC236}">
                  <a16:creationId xmlns:a16="http://schemas.microsoft.com/office/drawing/2014/main" id="{6E973712-880D-34D5-E02D-24353D0DBAB4}"/>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a:extLst>
                <a:ext uri="{FF2B5EF4-FFF2-40B4-BE49-F238E27FC236}">
                  <a16:creationId xmlns:a16="http://schemas.microsoft.com/office/drawing/2014/main" id="{DA55FBC4-593B-8629-B92C-D6A2F8D943F6}"/>
                </a:ext>
              </a:extLst>
            </p:cNvPr>
            <p:cNvGrpSpPr>
              <a:grpSpLocks/>
            </p:cNvGrpSpPr>
            <p:nvPr/>
          </p:nvGrpSpPr>
          <p:grpSpPr bwMode="auto">
            <a:xfrm>
              <a:off x="912" y="768"/>
              <a:ext cx="2386" cy="1553"/>
              <a:chOff x="912" y="768"/>
              <a:chExt cx="2386" cy="1553"/>
            </a:xfrm>
            <a:grpFill/>
          </p:grpSpPr>
          <p:sp>
            <p:nvSpPr>
              <p:cNvPr id="61" name="Oval 295">
                <a:extLst>
                  <a:ext uri="{FF2B5EF4-FFF2-40B4-BE49-F238E27FC236}">
                    <a16:creationId xmlns:a16="http://schemas.microsoft.com/office/drawing/2014/main" id="{A7BA5911-CB3A-AA23-2E14-F5701968E060}"/>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a:extLst>
                  <a:ext uri="{FF2B5EF4-FFF2-40B4-BE49-F238E27FC236}">
                    <a16:creationId xmlns:a16="http://schemas.microsoft.com/office/drawing/2014/main" id="{172A62EE-B209-4B1E-3424-EA6255A53E2B}"/>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a:extLst>
                  <a:ext uri="{FF2B5EF4-FFF2-40B4-BE49-F238E27FC236}">
                    <a16:creationId xmlns:a16="http://schemas.microsoft.com/office/drawing/2014/main" id="{BB4D654C-EE7D-035A-BC2A-9AE9F43AE548}"/>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a:extLst>
                  <a:ext uri="{FF2B5EF4-FFF2-40B4-BE49-F238E27FC236}">
                    <a16:creationId xmlns:a16="http://schemas.microsoft.com/office/drawing/2014/main" id="{140D0647-4577-E0BA-C4D4-25A9141A8736}"/>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a:extLst>
                  <a:ext uri="{FF2B5EF4-FFF2-40B4-BE49-F238E27FC236}">
                    <a16:creationId xmlns:a16="http://schemas.microsoft.com/office/drawing/2014/main" id="{E5062CBB-EFA7-C512-2AC3-DEC29AA33EA4}"/>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a:extLst>
                  <a:ext uri="{FF2B5EF4-FFF2-40B4-BE49-F238E27FC236}">
                    <a16:creationId xmlns:a16="http://schemas.microsoft.com/office/drawing/2014/main" id="{58721F3B-3775-6501-5CDE-0A10412F3CC6}"/>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a:extLst>
                  <a:ext uri="{FF2B5EF4-FFF2-40B4-BE49-F238E27FC236}">
                    <a16:creationId xmlns:a16="http://schemas.microsoft.com/office/drawing/2014/main" id="{2573B6D7-27C3-76A8-528E-9F7CEDC006E9}"/>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a:extLst>
                  <a:ext uri="{FF2B5EF4-FFF2-40B4-BE49-F238E27FC236}">
                    <a16:creationId xmlns:a16="http://schemas.microsoft.com/office/drawing/2014/main" id="{34FD5E16-BFB8-5752-5046-7768A5F2572E}"/>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a:extLst>
                  <a:ext uri="{FF2B5EF4-FFF2-40B4-BE49-F238E27FC236}">
                    <a16:creationId xmlns:a16="http://schemas.microsoft.com/office/drawing/2014/main" id="{8192EBBF-8B14-6E37-121D-9BEC36D07B5D}"/>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a:extLst>
              <a:ext uri="{FF2B5EF4-FFF2-40B4-BE49-F238E27FC236}">
                <a16:creationId xmlns:a16="http://schemas.microsoft.com/office/drawing/2014/main" id="{DE16A22E-714E-1169-0223-8800A6D3CF02}"/>
              </a:ext>
            </a:extLst>
          </p:cNvPr>
          <p:cNvGrpSpPr>
            <a:grpSpLocks/>
          </p:cNvGrpSpPr>
          <p:nvPr/>
        </p:nvGrpSpPr>
        <p:grpSpPr bwMode="auto">
          <a:xfrm>
            <a:off x="3956189" y="1622372"/>
            <a:ext cx="1359990" cy="1055356"/>
            <a:chOff x="912" y="768"/>
            <a:chExt cx="2400" cy="1584"/>
          </a:xfrm>
          <a:solidFill>
            <a:schemeClr val="bg1"/>
          </a:solidFill>
        </p:grpSpPr>
        <p:sp>
          <p:nvSpPr>
            <p:cNvPr id="32" name="Oval 265">
              <a:extLst>
                <a:ext uri="{FF2B5EF4-FFF2-40B4-BE49-F238E27FC236}">
                  <a16:creationId xmlns:a16="http://schemas.microsoft.com/office/drawing/2014/main" id="{287B591B-F4BB-01D3-E222-ECDE43181D0F}"/>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a:extLst>
                <a:ext uri="{FF2B5EF4-FFF2-40B4-BE49-F238E27FC236}">
                  <a16:creationId xmlns:a16="http://schemas.microsoft.com/office/drawing/2014/main" id="{FA4C8A6F-DBD7-3741-570A-C69EBDE27307}"/>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a:extLst>
                <a:ext uri="{FF2B5EF4-FFF2-40B4-BE49-F238E27FC236}">
                  <a16:creationId xmlns:a16="http://schemas.microsoft.com/office/drawing/2014/main" id="{4C6F5EE9-CC96-EE75-84A7-BB0C1CD076C0}"/>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a:extLst>
                <a:ext uri="{FF2B5EF4-FFF2-40B4-BE49-F238E27FC236}">
                  <a16:creationId xmlns:a16="http://schemas.microsoft.com/office/drawing/2014/main" id="{4D06CA1D-B0DB-A395-63B6-7E121B3E4AE3}"/>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a:extLst>
                <a:ext uri="{FF2B5EF4-FFF2-40B4-BE49-F238E27FC236}">
                  <a16:creationId xmlns:a16="http://schemas.microsoft.com/office/drawing/2014/main" id="{4F128DF2-3F94-B587-F2B4-3A9851B3F1F3}"/>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a:extLst>
                <a:ext uri="{FF2B5EF4-FFF2-40B4-BE49-F238E27FC236}">
                  <a16:creationId xmlns:a16="http://schemas.microsoft.com/office/drawing/2014/main" id="{0792313E-D2A3-E0EB-DA27-DAA2D89F300C}"/>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a:extLst>
                <a:ext uri="{FF2B5EF4-FFF2-40B4-BE49-F238E27FC236}">
                  <a16:creationId xmlns:a16="http://schemas.microsoft.com/office/drawing/2014/main" id="{AB098435-08F9-588B-7909-3C0B931072C4}"/>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a:extLst>
                <a:ext uri="{FF2B5EF4-FFF2-40B4-BE49-F238E27FC236}">
                  <a16:creationId xmlns:a16="http://schemas.microsoft.com/office/drawing/2014/main" id="{C13D8096-48B9-4265-8CEF-0012C9881740}"/>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a:extLst>
                <a:ext uri="{FF2B5EF4-FFF2-40B4-BE49-F238E27FC236}">
                  <a16:creationId xmlns:a16="http://schemas.microsoft.com/office/drawing/2014/main" id="{1C09909B-22BD-49EE-281C-8E33CDD5D0F2}"/>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a:extLst>
                <a:ext uri="{FF2B5EF4-FFF2-40B4-BE49-F238E27FC236}">
                  <a16:creationId xmlns:a16="http://schemas.microsoft.com/office/drawing/2014/main" id="{0D640F63-C66B-EC0E-7DAE-0D814C073202}"/>
                </a:ext>
              </a:extLst>
            </p:cNvPr>
            <p:cNvGrpSpPr>
              <a:grpSpLocks/>
            </p:cNvGrpSpPr>
            <p:nvPr/>
          </p:nvGrpSpPr>
          <p:grpSpPr bwMode="auto">
            <a:xfrm>
              <a:off x="912" y="768"/>
              <a:ext cx="2386" cy="1553"/>
              <a:chOff x="912" y="768"/>
              <a:chExt cx="2386" cy="1553"/>
            </a:xfrm>
            <a:grpFill/>
          </p:grpSpPr>
          <p:sp>
            <p:nvSpPr>
              <p:cNvPr id="42" name="Oval 275">
                <a:extLst>
                  <a:ext uri="{FF2B5EF4-FFF2-40B4-BE49-F238E27FC236}">
                    <a16:creationId xmlns:a16="http://schemas.microsoft.com/office/drawing/2014/main" id="{557BC864-1389-EAB2-F8D5-3B89F31E5D39}"/>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a:extLst>
                  <a:ext uri="{FF2B5EF4-FFF2-40B4-BE49-F238E27FC236}">
                    <a16:creationId xmlns:a16="http://schemas.microsoft.com/office/drawing/2014/main" id="{FD973600-C0D4-9A73-4B68-B51D56738A74}"/>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a:extLst>
                  <a:ext uri="{FF2B5EF4-FFF2-40B4-BE49-F238E27FC236}">
                    <a16:creationId xmlns:a16="http://schemas.microsoft.com/office/drawing/2014/main" id="{CC128FBE-5660-D0D7-AD18-2550EC8FBE07}"/>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a:extLst>
                  <a:ext uri="{FF2B5EF4-FFF2-40B4-BE49-F238E27FC236}">
                    <a16:creationId xmlns:a16="http://schemas.microsoft.com/office/drawing/2014/main" id="{DA3A4E8B-6B83-B9E3-8BE2-7D781CC8FEB8}"/>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a:extLst>
                  <a:ext uri="{FF2B5EF4-FFF2-40B4-BE49-F238E27FC236}">
                    <a16:creationId xmlns:a16="http://schemas.microsoft.com/office/drawing/2014/main" id="{A5601380-1B8F-2555-8F38-885A7CB410A8}"/>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a:extLst>
                  <a:ext uri="{FF2B5EF4-FFF2-40B4-BE49-F238E27FC236}">
                    <a16:creationId xmlns:a16="http://schemas.microsoft.com/office/drawing/2014/main" id="{DA09867F-0A97-4E47-9F33-48C4CA7E2882}"/>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a:extLst>
                  <a:ext uri="{FF2B5EF4-FFF2-40B4-BE49-F238E27FC236}">
                    <a16:creationId xmlns:a16="http://schemas.microsoft.com/office/drawing/2014/main" id="{2A0536B7-8696-3D30-FEAC-8DBB7ED0B32D}"/>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a:extLst>
                  <a:ext uri="{FF2B5EF4-FFF2-40B4-BE49-F238E27FC236}">
                    <a16:creationId xmlns:a16="http://schemas.microsoft.com/office/drawing/2014/main" id="{06CA36DE-3AEF-7876-FC13-86C606A11E26}"/>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a:extLst>
                  <a:ext uri="{FF2B5EF4-FFF2-40B4-BE49-F238E27FC236}">
                    <a16:creationId xmlns:a16="http://schemas.microsoft.com/office/drawing/2014/main" id="{ADF2B6D9-20E2-ED4B-61D9-C70314918283}"/>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a:extLst>
              <a:ext uri="{FF2B5EF4-FFF2-40B4-BE49-F238E27FC236}">
                <a16:creationId xmlns:a16="http://schemas.microsoft.com/office/drawing/2014/main" id="{0F49EFFF-ACB4-D698-791F-EACD90F5F78A}"/>
              </a:ext>
            </a:extLst>
          </p:cNvPr>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a:extLst>
              <a:ext uri="{FF2B5EF4-FFF2-40B4-BE49-F238E27FC236}">
                <a16:creationId xmlns:a16="http://schemas.microsoft.com/office/drawing/2014/main" id="{3AE95F8F-9C29-6D69-FB0F-21548085EF7A}"/>
              </a:ext>
            </a:extLst>
          </p:cNvPr>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a:extLst>
              <a:ext uri="{FF2B5EF4-FFF2-40B4-BE49-F238E27FC236}">
                <a16:creationId xmlns:a16="http://schemas.microsoft.com/office/drawing/2014/main" id="{F40C2DAF-5F23-8E2F-B7FE-3B14FEA91BC5}"/>
              </a:ext>
            </a:extLst>
          </p:cNvPr>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a:extLst>
              <a:ext uri="{FF2B5EF4-FFF2-40B4-BE49-F238E27FC236}">
                <a16:creationId xmlns:a16="http://schemas.microsoft.com/office/drawing/2014/main" id="{18D2801E-7A20-33DD-729D-644B148AE9FE}"/>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a:extLst>
              <a:ext uri="{FF2B5EF4-FFF2-40B4-BE49-F238E27FC236}">
                <a16:creationId xmlns:a16="http://schemas.microsoft.com/office/drawing/2014/main" id="{31D9A537-A418-8291-9290-C7F860FDC86E}"/>
              </a:ext>
            </a:extLst>
          </p:cNvPr>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a:extLst>
              <a:ext uri="{FF2B5EF4-FFF2-40B4-BE49-F238E27FC236}">
                <a16:creationId xmlns:a16="http://schemas.microsoft.com/office/drawing/2014/main" id="{771E1E61-EEA3-465E-179F-804C88169DD8}"/>
              </a:ext>
            </a:extLst>
          </p:cNvPr>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a:extLst>
              <a:ext uri="{FF2B5EF4-FFF2-40B4-BE49-F238E27FC236}">
                <a16:creationId xmlns:a16="http://schemas.microsoft.com/office/drawing/2014/main" id="{0E65E7B6-2C1B-16DA-4D1C-083534CCD7A1}"/>
              </a:ext>
            </a:extLst>
          </p:cNvPr>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pic>
        <p:nvPicPr>
          <p:cNvPr id="20" name="Picture 327">
            <a:extLst>
              <a:ext uri="{FF2B5EF4-FFF2-40B4-BE49-F238E27FC236}">
                <a16:creationId xmlns:a16="http://schemas.microsoft.com/office/drawing/2014/main" id="{1C67CCE9-65D5-5662-2859-6351245E6BBF}"/>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a:extLst>
              <a:ext uri="{FF2B5EF4-FFF2-40B4-BE49-F238E27FC236}">
                <a16:creationId xmlns:a16="http://schemas.microsoft.com/office/drawing/2014/main" id="{E212C097-E88C-7FA0-6DA2-08AB7CCBEE51}"/>
              </a:ext>
            </a:extLst>
          </p:cNvPr>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a:extLst>
              <a:ext uri="{FF2B5EF4-FFF2-40B4-BE49-F238E27FC236}">
                <a16:creationId xmlns:a16="http://schemas.microsoft.com/office/drawing/2014/main" id="{931BB987-0C0B-7054-2FA8-7D0FD809AA3B}"/>
              </a:ext>
            </a:extLst>
          </p:cNvPr>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a:extLst>
              <a:ext uri="{FF2B5EF4-FFF2-40B4-BE49-F238E27FC236}">
                <a16:creationId xmlns:a16="http://schemas.microsoft.com/office/drawing/2014/main" id="{30ED6796-AE2A-454B-B391-6C45D75602D6}"/>
              </a:ext>
            </a:extLst>
          </p:cNvPr>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a:extLst>
              <a:ext uri="{FF2B5EF4-FFF2-40B4-BE49-F238E27FC236}">
                <a16:creationId xmlns:a16="http://schemas.microsoft.com/office/drawing/2014/main" id="{92965BDC-6B1D-4F72-73E7-CC84BC6B62CE}"/>
              </a:ext>
            </a:extLst>
          </p:cNvPr>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a:extLst>
              <a:ext uri="{FF2B5EF4-FFF2-40B4-BE49-F238E27FC236}">
                <a16:creationId xmlns:a16="http://schemas.microsoft.com/office/drawing/2014/main" id="{38485C89-7B16-F363-520D-1A75FBD92C01}"/>
              </a:ext>
            </a:extLst>
          </p:cNvPr>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89" name="Picture 246" descr="jisuanji">
            <a:extLst>
              <a:ext uri="{FF2B5EF4-FFF2-40B4-BE49-F238E27FC236}">
                <a16:creationId xmlns:a16="http://schemas.microsoft.com/office/drawing/2014/main" id="{4D8ED6AB-0247-70A9-6093-1FEEA0625DE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a:extLst>
              <a:ext uri="{FF2B5EF4-FFF2-40B4-BE49-F238E27FC236}">
                <a16:creationId xmlns:a16="http://schemas.microsoft.com/office/drawing/2014/main" id="{D073C333-0358-4368-8C92-1D38263A5B2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46" descr="jisuanji">
            <a:extLst>
              <a:ext uri="{FF2B5EF4-FFF2-40B4-BE49-F238E27FC236}">
                <a16:creationId xmlns:a16="http://schemas.microsoft.com/office/drawing/2014/main" id="{47B04ECA-54E5-D7BC-4598-2B8E85353EE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70405" y="2403244"/>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a:extLst>
              <a:ext uri="{FF2B5EF4-FFF2-40B4-BE49-F238E27FC236}">
                <a16:creationId xmlns:a16="http://schemas.microsoft.com/office/drawing/2014/main" id="{EAF08C02-7070-A5EA-FA4B-3F5656CC5A59}"/>
              </a:ext>
            </a:extLst>
          </p:cNvPr>
          <p:cNvSpPr/>
          <p:nvPr/>
        </p:nvSpPr>
        <p:spPr>
          <a:xfrm>
            <a:off x="1098240" y="3400411"/>
            <a:ext cx="7012669" cy="775662"/>
          </a:xfrm>
          <a:prstGeom prst="rect">
            <a:avLst/>
          </a:prstGeom>
        </p:spPr>
        <p:txBody>
          <a:bodyPr wrap="square">
            <a:spAutoFit/>
          </a:bodyPr>
          <a:lstStyle/>
          <a:p>
            <a:pPr marL="285750" indent="-285750">
              <a:lnSpc>
                <a:spcPts val="2800"/>
              </a:lnSpc>
              <a:buClr>
                <a:srgbClr val="990099"/>
              </a:buClr>
              <a:buFont typeface="Wingdings" panose="05000000000000000000" pitchFamily="2" charset="2"/>
              <a:buChar char="l"/>
            </a:pPr>
            <a:r>
              <a:rPr lang="zh-CN" altLang="en-US" b="1" dirty="0">
                <a:latin typeface="微软雅黑" pitchFamily="34" charset="-122"/>
                <a:ea typeface="微软雅黑" pitchFamily="34" charset="-122"/>
              </a:rPr>
              <a:t>主机</a:t>
            </a:r>
            <a:r>
              <a:rPr lang="en-US" altLang="zh-CN" b="1" dirty="0">
                <a:latin typeface="微软雅黑" pitchFamily="34" charset="-122"/>
                <a:ea typeface="微软雅黑" pitchFamily="34" charset="-122"/>
              </a:rPr>
              <a:t>H</a:t>
            </a:r>
            <a:r>
              <a:rPr lang="en-US" altLang="zh-CN" b="1" baseline="-25000" dirty="0">
                <a:latin typeface="微软雅黑" pitchFamily="34" charset="-122"/>
                <a:ea typeface="微软雅黑" pitchFamily="34" charset="-122"/>
              </a:rPr>
              <a:t>1</a:t>
            </a:r>
            <a:r>
              <a:rPr lang="zh-CN" altLang="en-US" b="1" dirty="0">
                <a:latin typeface="微软雅黑" pitchFamily="34" charset="-122"/>
                <a:ea typeface="微软雅黑" pitchFamily="34" charset="-122"/>
              </a:rPr>
              <a:t>要和在同一局域网中的</a:t>
            </a:r>
            <a:r>
              <a:rPr lang="en-US" altLang="zh-CN" b="1" dirty="0">
                <a:latin typeface="微软雅黑" pitchFamily="34" charset="-122"/>
                <a:ea typeface="微软雅黑" pitchFamily="34" charset="-122"/>
              </a:rPr>
              <a:t>H</a:t>
            </a:r>
            <a:r>
              <a:rPr lang="en-US" altLang="zh-CN" b="1" baseline="-25000" dirty="0">
                <a:latin typeface="微软雅黑" pitchFamily="34" charset="-122"/>
                <a:ea typeface="微软雅黑" pitchFamily="34" charset="-122"/>
              </a:rPr>
              <a:t>2</a:t>
            </a:r>
            <a:r>
              <a:rPr lang="zh-CN" altLang="en-US" b="1" dirty="0">
                <a:latin typeface="微软雅黑" pitchFamily="34" charset="-122"/>
                <a:ea typeface="微软雅黑" pitchFamily="34" charset="-122"/>
              </a:rPr>
              <a:t>通信时，主机</a:t>
            </a:r>
            <a:r>
              <a:rPr lang="en-US" altLang="zh-CN" b="1" dirty="0">
                <a:latin typeface="微软雅黑" pitchFamily="34" charset="-122"/>
                <a:ea typeface="微软雅黑" pitchFamily="34" charset="-122"/>
              </a:rPr>
              <a:t>H</a:t>
            </a:r>
            <a:r>
              <a:rPr lang="en-US" altLang="zh-CN" b="1" baseline="-25000" dirty="0">
                <a:latin typeface="微软雅黑" pitchFamily="34" charset="-122"/>
                <a:ea typeface="微软雅黑" pitchFamily="34" charset="-122"/>
              </a:rPr>
              <a:t>1</a:t>
            </a:r>
            <a:r>
              <a:rPr lang="zh-CN" altLang="en-US" b="1" dirty="0">
                <a:latin typeface="微软雅黑" pitchFamily="34" charset="-122"/>
                <a:ea typeface="微软雅黑" pitchFamily="34" charset="-122"/>
              </a:rPr>
              <a:t>可以用</a:t>
            </a:r>
            <a:r>
              <a:rPr lang="en-US" altLang="zh-CN" b="1" dirty="0">
                <a:latin typeface="微软雅黑" pitchFamily="34" charset="-122"/>
                <a:ea typeface="微软雅黑" pitchFamily="34" charset="-122"/>
              </a:rPr>
              <a:t>ARP</a:t>
            </a:r>
            <a:r>
              <a:rPr lang="zh-CN" altLang="en-US" b="1" dirty="0">
                <a:latin typeface="微软雅黑" pitchFamily="34" charset="-122"/>
                <a:ea typeface="微软雅黑" pitchFamily="34" charset="-122"/>
              </a:rPr>
              <a:t>找到在同一局域网上主机</a:t>
            </a:r>
            <a:r>
              <a:rPr lang="en-US" altLang="zh-CN" b="1" dirty="0">
                <a:latin typeface="微软雅黑" pitchFamily="34" charset="-122"/>
                <a:ea typeface="微软雅黑" pitchFamily="34" charset="-122"/>
              </a:rPr>
              <a:t>H</a:t>
            </a:r>
            <a:r>
              <a:rPr lang="en-US" altLang="zh-CN" b="1" baseline="-25000" dirty="0">
                <a:latin typeface="微软雅黑" pitchFamily="34" charset="-122"/>
                <a:ea typeface="微软雅黑" pitchFamily="34" charset="-122"/>
              </a:rPr>
              <a:t>2</a:t>
            </a:r>
            <a:r>
              <a:rPr lang="zh-CN" altLang="en-US" b="1" dirty="0">
                <a:latin typeface="微软雅黑" pitchFamily="34" charset="-122"/>
                <a:ea typeface="微软雅黑" pitchFamily="34" charset="-122"/>
              </a:rPr>
              <a:t>的</a:t>
            </a:r>
            <a:r>
              <a:rPr lang="en-US" altLang="zh-CN" b="1" dirty="0">
                <a:latin typeface="微软雅黑" pitchFamily="34" charset="-122"/>
                <a:ea typeface="微软雅黑" pitchFamily="34" charset="-122"/>
              </a:rPr>
              <a:t>MAC</a:t>
            </a:r>
            <a:r>
              <a:rPr lang="zh-CN" altLang="en-US" b="1" dirty="0">
                <a:latin typeface="微软雅黑" pitchFamily="34" charset="-122"/>
                <a:ea typeface="微软雅黑" pitchFamily="34" charset="-122"/>
              </a:rPr>
              <a:t>地址。 </a:t>
            </a:r>
          </a:p>
        </p:txBody>
      </p:sp>
      <p:sp>
        <p:nvSpPr>
          <p:cNvPr id="3" name="任意多边形: 形状 2">
            <a:extLst>
              <a:ext uri="{FF2B5EF4-FFF2-40B4-BE49-F238E27FC236}">
                <a16:creationId xmlns:a16="http://schemas.microsoft.com/office/drawing/2014/main" id="{3DA61285-30F3-3098-A6D7-83EDF2498F71}"/>
              </a:ext>
            </a:extLst>
          </p:cNvPr>
          <p:cNvSpPr/>
          <p:nvPr/>
        </p:nvSpPr>
        <p:spPr>
          <a:xfrm>
            <a:off x="1214284" y="1779639"/>
            <a:ext cx="427703" cy="894735"/>
          </a:xfrm>
          <a:custGeom>
            <a:avLst/>
            <a:gdLst>
              <a:gd name="csX0" fmla="*/ 0 w 427703"/>
              <a:gd name="csY0" fmla="*/ 0 h 894735"/>
              <a:gd name="csX1" fmla="*/ 117987 w 427703"/>
              <a:gd name="csY1" fmla="*/ 452284 h 894735"/>
              <a:gd name="csX2" fmla="*/ 427703 w 427703"/>
              <a:gd name="csY2" fmla="*/ 894735 h 894735"/>
            </a:gdLst>
            <a:ahLst/>
            <a:cxnLst>
              <a:cxn ang="0">
                <a:pos x="csX0" y="csY0"/>
              </a:cxn>
              <a:cxn ang="0">
                <a:pos x="csX1" y="csY1"/>
              </a:cxn>
              <a:cxn ang="0">
                <a:pos x="csX2" y="csY2"/>
              </a:cxn>
            </a:cxnLst>
            <a:rect l="l" t="t" r="r" b="b"/>
            <a:pathLst>
              <a:path w="427703" h="894735">
                <a:moveTo>
                  <a:pt x="0" y="0"/>
                </a:moveTo>
                <a:cubicBezTo>
                  <a:pt x="23351" y="151581"/>
                  <a:pt x="46703" y="303162"/>
                  <a:pt x="117987" y="452284"/>
                </a:cubicBezTo>
                <a:cubicBezTo>
                  <a:pt x="189271" y="601407"/>
                  <a:pt x="367890" y="815258"/>
                  <a:pt x="427703" y="894735"/>
                </a:cubicBezTo>
              </a:path>
            </a:pathLst>
          </a:custGeom>
          <a:ln>
            <a:headEnd type="triangle" w="med" len="med"/>
            <a:tailEnd type="non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p>
        </p:txBody>
      </p:sp>
      <p:sp>
        <p:nvSpPr>
          <p:cNvPr id="31" name="Text Box 353">
            <a:extLst>
              <a:ext uri="{FF2B5EF4-FFF2-40B4-BE49-F238E27FC236}">
                <a16:creationId xmlns:a16="http://schemas.microsoft.com/office/drawing/2014/main" id="{DCB9ABA0-E579-C2DD-C4C9-26F307F4ABDD}"/>
              </a:ext>
            </a:extLst>
          </p:cNvPr>
          <p:cNvSpPr txBox="1">
            <a:spLocks noChangeArrowheads="1"/>
          </p:cNvSpPr>
          <p:nvPr/>
        </p:nvSpPr>
        <p:spPr bwMode="auto">
          <a:xfrm>
            <a:off x="7322145" y="2670399"/>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Tree>
    <p:custDataLst>
      <p:tags r:id="rId1"/>
    </p:custDataLst>
    <p:extLst>
      <p:ext uri="{BB962C8B-B14F-4D97-AF65-F5344CB8AC3E}">
        <p14:creationId xmlns:p14="http://schemas.microsoft.com/office/powerpoint/2010/main" val="4084927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par>
                                <p:cTn id="8" presetID="42"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1000"/>
                                        <p:tgtEl>
                                          <p:spTgt spid="2"/>
                                        </p:tgtEl>
                                      </p:cBhvr>
                                    </p:animEffect>
                                    <p:anim calcmode="lin" valueType="num">
                                      <p:cBhvr>
                                        <p:cTn id="11" dur="1000" fill="hold"/>
                                        <p:tgtEl>
                                          <p:spTgt spid="2"/>
                                        </p:tgtEl>
                                        <p:attrNameLst>
                                          <p:attrName>ppt_x</p:attrName>
                                        </p:attrNameLst>
                                      </p:cBhvr>
                                      <p:tavLst>
                                        <p:tav tm="0">
                                          <p:val>
                                            <p:strVal val="#ppt_x"/>
                                          </p:val>
                                        </p:tav>
                                        <p:tav tm="100000">
                                          <p:val>
                                            <p:strVal val="#ppt_x"/>
                                          </p:val>
                                        </p:tav>
                                      </p:tavLst>
                                    </p:anim>
                                    <p:anim calcmode="lin" valueType="num">
                                      <p:cBhvr>
                                        <p:cTn id="12"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FF69EC-1B59-92DE-B885-B49750DCFE7A}"/>
            </a:ext>
          </a:extLst>
        </p:cNvPr>
        <p:cNvGrpSpPr/>
        <p:nvPr/>
      </p:nvGrpSpPr>
      <p:grpSpPr>
        <a:xfrm>
          <a:off x="0" y="0"/>
          <a:ext cx="0" cy="0"/>
          <a:chOff x="0" y="0"/>
          <a:chExt cx="0" cy="0"/>
        </a:xfrm>
      </p:grpSpPr>
      <p:sp>
        <p:nvSpPr>
          <p:cNvPr id="5" name="圆角矩形 4">
            <a:extLst>
              <a:ext uri="{FF2B5EF4-FFF2-40B4-BE49-F238E27FC236}">
                <a16:creationId xmlns:a16="http://schemas.microsoft.com/office/drawing/2014/main" id="{E2B0EA85-C36A-402D-15D4-2A4BCDCCC63A}"/>
              </a:ext>
            </a:extLst>
          </p:cNvPr>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a:extLst>
              <a:ext uri="{FF2B5EF4-FFF2-40B4-BE49-F238E27FC236}">
                <a16:creationId xmlns:a16="http://schemas.microsoft.com/office/drawing/2014/main" id="{F7939001-7FBC-E28D-6431-4769548A8095}"/>
              </a:ext>
            </a:extLst>
          </p:cNvPr>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a:extLst>
              <a:ext uri="{FF2B5EF4-FFF2-40B4-BE49-F238E27FC236}">
                <a16:creationId xmlns:a16="http://schemas.microsoft.com/office/drawing/2014/main" id="{0438ADE3-55B3-0D3E-429E-92872CD61FB3}"/>
              </a:ext>
            </a:extLst>
          </p:cNvPr>
          <p:cNvSpPr>
            <a:spLocks noChangeArrowheads="1"/>
          </p:cNvSpPr>
          <p:nvPr/>
        </p:nvSpPr>
        <p:spPr bwMode="auto">
          <a:xfrm>
            <a:off x="2949333" y="564275"/>
            <a:ext cx="32640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的四种典型情况</a:t>
            </a:r>
          </a:p>
        </p:txBody>
      </p:sp>
      <p:grpSp>
        <p:nvGrpSpPr>
          <p:cNvPr id="9" name="Group 244">
            <a:extLst>
              <a:ext uri="{FF2B5EF4-FFF2-40B4-BE49-F238E27FC236}">
                <a16:creationId xmlns:a16="http://schemas.microsoft.com/office/drawing/2014/main" id="{60D94DF5-34D6-FAFC-240C-CE1FF0E84428}"/>
              </a:ext>
            </a:extLst>
          </p:cNvPr>
          <p:cNvGrpSpPr>
            <a:grpSpLocks/>
          </p:cNvGrpSpPr>
          <p:nvPr/>
        </p:nvGrpSpPr>
        <p:grpSpPr bwMode="auto">
          <a:xfrm>
            <a:off x="1096004" y="1622372"/>
            <a:ext cx="1359990" cy="1055356"/>
            <a:chOff x="912" y="768"/>
            <a:chExt cx="2400" cy="1584"/>
          </a:xfrm>
          <a:solidFill>
            <a:schemeClr val="bg1"/>
          </a:solidFill>
        </p:grpSpPr>
        <p:sp>
          <p:nvSpPr>
            <p:cNvPr id="70" name="Oval 245">
              <a:extLst>
                <a:ext uri="{FF2B5EF4-FFF2-40B4-BE49-F238E27FC236}">
                  <a16:creationId xmlns:a16="http://schemas.microsoft.com/office/drawing/2014/main" id="{41D2445A-D461-8C28-82CE-BDE8DFA5BC31}"/>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a:extLst>
                <a:ext uri="{FF2B5EF4-FFF2-40B4-BE49-F238E27FC236}">
                  <a16:creationId xmlns:a16="http://schemas.microsoft.com/office/drawing/2014/main" id="{63883A0E-E11F-F4FA-7728-8CBD8B0959CB}"/>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a:extLst>
                <a:ext uri="{FF2B5EF4-FFF2-40B4-BE49-F238E27FC236}">
                  <a16:creationId xmlns:a16="http://schemas.microsoft.com/office/drawing/2014/main" id="{CA044CD3-61B4-4082-2E84-C0EFAE03EBBD}"/>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a:extLst>
                <a:ext uri="{FF2B5EF4-FFF2-40B4-BE49-F238E27FC236}">
                  <a16:creationId xmlns:a16="http://schemas.microsoft.com/office/drawing/2014/main" id="{6C27B416-7FE3-E78A-57C0-5285BF60A3F5}"/>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a:extLst>
                <a:ext uri="{FF2B5EF4-FFF2-40B4-BE49-F238E27FC236}">
                  <a16:creationId xmlns:a16="http://schemas.microsoft.com/office/drawing/2014/main" id="{BFB637E3-D3D1-4DAA-1681-59B32B5748E8}"/>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a:extLst>
                <a:ext uri="{FF2B5EF4-FFF2-40B4-BE49-F238E27FC236}">
                  <a16:creationId xmlns:a16="http://schemas.microsoft.com/office/drawing/2014/main" id="{498346BF-EF50-61B7-B583-D2FFF4C9C24A}"/>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a:extLst>
                <a:ext uri="{FF2B5EF4-FFF2-40B4-BE49-F238E27FC236}">
                  <a16:creationId xmlns:a16="http://schemas.microsoft.com/office/drawing/2014/main" id="{7F7147FF-E5CF-AA30-D944-3E323A50B71E}"/>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a:extLst>
                <a:ext uri="{FF2B5EF4-FFF2-40B4-BE49-F238E27FC236}">
                  <a16:creationId xmlns:a16="http://schemas.microsoft.com/office/drawing/2014/main" id="{61AA1EB6-E92F-7B97-168C-F95DE57E3E53}"/>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a:extLst>
                <a:ext uri="{FF2B5EF4-FFF2-40B4-BE49-F238E27FC236}">
                  <a16:creationId xmlns:a16="http://schemas.microsoft.com/office/drawing/2014/main" id="{6838FEF3-3614-6D33-C214-76F653DCBA87}"/>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a:extLst>
                <a:ext uri="{FF2B5EF4-FFF2-40B4-BE49-F238E27FC236}">
                  <a16:creationId xmlns:a16="http://schemas.microsoft.com/office/drawing/2014/main" id="{799E2B6E-7876-7B54-460F-92DBC3F344AF}"/>
                </a:ext>
              </a:extLst>
            </p:cNvPr>
            <p:cNvGrpSpPr>
              <a:grpSpLocks/>
            </p:cNvGrpSpPr>
            <p:nvPr/>
          </p:nvGrpSpPr>
          <p:grpSpPr bwMode="auto">
            <a:xfrm>
              <a:off x="912" y="768"/>
              <a:ext cx="2386" cy="1553"/>
              <a:chOff x="912" y="768"/>
              <a:chExt cx="2386" cy="1553"/>
            </a:xfrm>
            <a:grpFill/>
          </p:grpSpPr>
          <p:sp>
            <p:nvSpPr>
              <p:cNvPr id="80" name="Oval 255">
                <a:extLst>
                  <a:ext uri="{FF2B5EF4-FFF2-40B4-BE49-F238E27FC236}">
                    <a16:creationId xmlns:a16="http://schemas.microsoft.com/office/drawing/2014/main" id="{DD0D78EF-7BB8-1F57-540F-C7ED800055D6}"/>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a:extLst>
                  <a:ext uri="{FF2B5EF4-FFF2-40B4-BE49-F238E27FC236}">
                    <a16:creationId xmlns:a16="http://schemas.microsoft.com/office/drawing/2014/main" id="{290E0678-889E-95D2-1C41-01945085ADED}"/>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a:extLst>
                  <a:ext uri="{FF2B5EF4-FFF2-40B4-BE49-F238E27FC236}">
                    <a16:creationId xmlns:a16="http://schemas.microsoft.com/office/drawing/2014/main" id="{2A7809A6-CF85-B904-D940-3483DBF2E779}"/>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a:extLst>
                  <a:ext uri="{FF2B5EF4-FFF2-40B4-BE49-F238E27FC236}">
                    <a16:creationId xmlns:a16="http://schemas.microsoft.com/office/drawing/2014/main" id="{C8BCCDBE-2A62-D6A6-509E-D1F0203E51FB}"/>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a:extLst>
                  <a:ext uri="{FF2B5EF4-FFF2-40B4-BE49-F238E27FC236}">
                    <a16:creationId xmlns:a16="http://schemas.microsoft.com/office/drawing/2014/main" id="{7CCF6B57-3267-12E0-1690-39A61F23387A}"/>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a:extLst>
                  <a:ext uri="{FF2B5EF4-FFF2-40B4-BE49-F238E27FC236}">
                    <a16:creationId xmlns:a16="http://schemas.microsoft.com/office/drawing/2014/main" id="{EC71646D-80F5-080C-93F9-5437D3A5C4CD}"/>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a:extLst>
                  <a:ext uri="{FF2B5EF4-FFF2-40B4-BE49-F238E27FC236}">
                    <a16:creationId xmlns:a16="http://schemas.microsoft.com/office/drawing/2014/main" id="{623D1609-0600-6E7A-BC27-A482C3B22CCD}"/>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a:extLst>
                  <a:ext uri="{FF2B5EF4-FFF2-40B4-BE49-F238E27FC236}">
                    <a16:creationId xmlns:a16="http://schemas.microsoft.com/office/drawing/2014/main" id="{18AFEC10-B14A-AE7B-2A8B-35424F6F45FF}"/>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a:extLst>
                  <a:ext uri="{FF2B5EF4-FFF2-40B4-BE49-F238E27FC236}">
                    <a16:creationId xmlns:a16="http://schemas.microsoft.com/office/drawing/2014/main" id="{E6BFB15B-033F-121A-3D0D-52AD5685EDD6}"/>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a:extLst>
              <a:ext uri="{FF2B5EF4-FFF2-40B4-BE49-F238E27FC236}">
                <a16:creationId xmlns:a16="http://schemas.microsoft.com/office/drawing/2014/main" id="{93AEEB24-742E-AB73-198F-03CB44F89C27}"/>
              </a:ext>
            </a:extLst>
          </p:cNvPr>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a:extLst>
              <a:ext uri="{FF2B5EF4-FFF2-40B4-BE49-F238E27FC236}">
                <a16:creationId xmlns:a16="http://schemas.microsoft.com/office/drawing/2014/main" id="{ECDFCD65-6EC4-65AE-A310-D791E761B963}"/>
              </a:ext>
            </a:extLst>
          </p:cNvPr>
          <p:cNvGrpSpPr>
            <a:grpSpLocks/>
          </p:cNvGrpSpPr>
          <p:nvPr/>
        </p:nvGrpSpPr>
        <p:grpSpPr bwMode="auto">
          <a:xfrm>
            <a:off x="6732250" y="1653412"/>
            <a:ext cx="1359990" cy="1055356"/>
            <a:chOff x="912" y="768"/>
            <a:chExt cx="2400" cy="1584"/>
          </a:xfrm>
          <a:solidFill>
            <a:schemeClr val="bg1"/>
          </a:solidFill>
        </p:grpSpPr>
        <p:sp>
          <p:nvSpPr>
            <p:cNvPr id="51" name="Oval 285">
              <a:extLst>
                <a:ext uri="{FF2B5EF4-FFF2-40B4-BE49-F238E27FC236}">
                  <a16:creationId xmlns:a16="http://schemas.microsoft.com/office/drawing/2014/main" id="{8D0C3D3C-C141-84DD-C535-631AF430898B}"/>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a:extLst>
                <a:ext uri="{FF2B5EF4-FFF2-40B4-BE49-F238E27FC236}">
                  <a16:creationId xmlns:a16="http://schemas.microsoft.com/office/drawing/2014/main" id="{1929E296-5F2D-F131-D527-F9244859B5EB}"/>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a:extLst>
                <a:ext uri="{FF2B5EF4-FFF2-40B4-BE49-F238E27FC236}">
                  <a16:creationId xmlns:a16="http://schemas.microsoft.com/office/drawing/2014/main" id="{7640F271-F8CD-733C-F6DA-0404E8A192AF}"/>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a:extLst>
                <a:ext uri="{FF2B5EF4-FFF2-40B4-BE49-F238E27FC236}">
                  <a16:creationId xmlns:a16="http://schemas.microsoft.com/office/drawing/2014/main" id="{2B22FCA6-F66E-5885-69D7-CF336B5E8807}"/>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a:extLst>
                <a:ext uri="{FF2B5EF4-FFF2-40B4-BE49-F238E27FC236}">
                  <a16:creationId xmlns:a16="http://schemas.microsoft.com/office/drawing/2014/main" id="{25D0CE94-3684-EE71-2290-C5F7AD2F912B}"/>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a:extLst>
                <a:ext uri="{FF2B5EF4-FFF2-40B4-BE49-F238E27FC236}">
                  <a16:creationId xmlns:a16="http://schemas.microsoft.com/office/drawing/2014/main" id="{7DDE2086-3D3C-3265-60EF-C45D50C438C6}"/>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a:extLst>
                <a:ext uri="{FF2B5EF4-FFF2-40B4-BE49-F238E27FC236}">
                  <a16:creationId xmlns:a16="http://schemas.microsoft.com/office/drawing/2014/main" id="{1A377669-17EA-CB55-69FA-AB48C9BCACB8}"/>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a:extLst>
                <a:ext uri="{FF2B5EF4-FFF2-40B4-BE49-F238E27FC236}">
                  <a16:creationId xmlns:a16="http://schemas.microsoft.com/office/drawing/2014/main" id="{6CD99F21-FAD7-3CF6-51F1-A6552FE7CF6E}"/>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a:extLst>
                <a:ext uri="{FF2B5EF4-FFF2-40B4-BE49-F238E27FC236}">
                  <a16:creationId xmlns:a16="http://schemas.microsoft.com/office/drawing/2014/main" id="{A2974457-C500-0591-A04E-0D44D66E0B48}"/>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a:extLst>
                <a:ext uri="{FF2B5EF4-FFF2-40B4-BE49-F238E27FC236}">
                  <a16:creationId xmlns:a16="http://schemas.microsoft.com/office/drawing/2014/main" id="{8B250925-F12C-0EC1-E738-A9841DCEFE96}"/>
                </a:ext>
              </a:extLst>
            </p:cNvPr>
            <p:cNvGrpSpPr>
              <a:grpSpLocks/>
            </p:cNvGrpSpPr>
            <p:nvPr/>
          </p:nvGrpSpPr>
          <p:grpSpPr bwMode="auto">
            <a:xfrm>
              <a:off x="912" y="768"/>
              <a:ext cx="2386" cy="1553"/>
              <a:chOff x="912" y="768"/>
              <a:chExt cx="2386" cy="1553"/>
            </a:xfrm>
            <a:grpFill/>
          </p:grpSpPr>
          <p:sp>
            <p:nvSpPr>
              <p:cNvPr id="61" name="Oval 295">
                <a:extLst>
                  <a:ext uri="{FF2B5EF4-FFF2-40B4-BE49-F238E27FC236}">
                    <a16:creationId xmlns:a16="http://schemas.microsoft.com/office/drawing/2014/main" id="{5620A81B-4D05-23C5-D926-FE2C392CE54A}"/>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a:extLst>
                  <a:ext uri="{FF2B5EF4-FFF2-40B4-BE49-F238E27FC236}">
                    <a16:creationId xmlns:a16="http://schemas.microsoft.com/office/drawing/2014/main" id="{86166FE5-4C4C-7A9B-C2B7-B7B0529AD799}"/>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a:extLst>
                  <a:ext uri="{FF2B5EF4-FFF2-40B4-BE49-F238E27FC236}">
                    <a16:creationId xmlns:a16="http://schemas.microsoft.com/office/drawing/2014/main" id="{C95A0F2B-4390-BC56-77CF-E55B822082E6}"/>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a:extLst>
                  <a:ext uri="{FF2B5EF4-FFF2-40B4-BE49-F238E27FC236}">
                    <a16:creationId xmlns:a16="http://schemas.microsoft.com/office/drawing/2014/main" id="{1994B578-DD34-0CC4-0C35-C1255BA091EF}"/>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a:extLst>
                  <a:ext uri="{FF2B5EF4-FFF2-40B4-BE49-F238E27FC236}">
                    <a16:creationId xmlns:a16="http://schemas.microsoft.com/office/drawing/2014/main" id="{B71E2019-1A34-9DA4-B431-142B2F5DB87B}"/>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a:extLst>
                  <a:ext uri="{FF2B5EF4-FFF2-40B4-BE49-F238E27FC236}">
                    <a16:creationId xmlns:a16="http://schemas.microsoft.com/office/drawing/2014/main" id="{65CF8DB0-51E0-6615-602E-9EB6D8BC1035}"/>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a:extLst>
                  <a:ext uri="{FF2B5EF4-FFF2-40B4-BE49-F238E27FC236}">
                    <a16:creationId xmlns:a16="http://schemas.microsoft.com/office/drawing/2014/main" id="{4B86FC3E-E838-1B8B-B7C6-EB409C740D38}"/>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a:extLst>
                  <a:ext uri="{FF2B5EF4-FFF2-40B4-BE49-F238E27FC236}">
                    <a16:creationId xmlns:a16="http://schemas.microsoft.com/office/drawing/2014/main" id="{9656482F-E3A3-A2A1-D45D-65B2F4278739}"/>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a:extLst>
                  <a:ext uri="{FF2B5EF4-FFF2-40B4-BE49-F238E27FC236}">
                    <a16:creationId xmlns:a16="http://schemas.microsoft.com/office/drawing/2014/main" id="{5F161527-B81B-0B14-EFD1-8A41E488773E}"/>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a:extLst>
              <a:ext uri="{FF2B5EF4-FFF2-40B4-BE49-F238E27FC236}">
                <a16:creationId xmlns:a16="http://schemas.microsoft.com/office/drawing/2014/main" id="{204AF52E-9F63-4E65-9533-4F3FF9CB035D}"/>
              </a:ext>
            </a:extLst>
          </p:cNvPr>
          <p:cNvGrpSpPr>
            <a:grpSpLocks/>
          </p:cNvGrpSpPr>
          <p:nvPr/>
        </p:nvGrpSpPr>
        <p:grpSpPr bwMode="auto">
          <a:xfrm>
            <a:off x="3956189" y="1622372"/>
            <a:ext cx="1359990" cy="1055356"/>
            <a:chOff x="912" y="768"/>
            <a:chExt cx="2400" cy="1584"/>
          </a:xfrm>
          <a:solidFill>
            <a:schemeClr val="bg1"/>
          </a:solidFill>
        </p:grpSpPr>
        <p:sp>
          <p:nvSpPr>
            <p:cNvPr id="32" name="Oval 265">
              <a:extLst>
                <a:ext uri="{FF2B5EF4-FFF2-40B4-BE49-F238E27FC236}">
                  <a16:creationId xmlns:a16="http://schemas.microsoft.com/office/drawing/2014/main" id="{04440B74-0AC7-1F1B-892B-4BA36C320AB0}"/>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a:extLst>
                <a:ext uri="{FF2B5EF4-FFF2-40B4-BE49-F238E27FC236}">
                  <a16:creationId xmlns:a16="http://schemas.microsoft.com/office/drawing/2014/main" id="{D161C68A-6305-7B13-32F4-36048E7B75B7}"/>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a:extLst>
                <a:ext uri="{FF2B5EF4-FFF2-40B4-BE49-F238E27FC236}">
                  <a16:creationId xmlns:a16="http://schemas.microsoft.com/office/drawing/2014/main" id="{52923091-2394-2A43-B5EB-3A1007436AD5}"/>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a:extLst>
                <a:ext uri="{FF2B5EF4-FFF2-40B4-BE49-F238E27FC236}">
                  <a16:creationId xmlns:a16="http://schemas.microsoft.com/office/drawing/2014/main" id="{323E0432-8E82-FEA0-26BE-515E655A861A}"/>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a:extLst>
                <a:ext uri="{FF2B5EF4-FFF2-40B4-BE49-F238E27FC236}">
                  <a16:creationId xmlns:a16="http://schemas.microsoft.com/office/drawing/2014/main" id="{3C90E8FD-331E-4C72-22B7-A0613592A93F}"/>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a:extLst>
                <a:ext uri="{FF2B5EF4-FFF2-40B4-BE49-F238E27FC236}">
                  <a16:creationId xmlns:a16="http://schemas.microsoft.com/office/drawing/2014/main" id="{06688F30-40D1-FFF8-B270-E67AC99FF4E8}"/>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a:extLst>
                <a:ext uri="{FF2B5EF4-FFF2-40B4-BE49-F238E27FC236}">
                  <a16:creationId xmlns:a16="http://schemas.microsoft.com/office/drawing/2014/main" id="{215C184A-0851-E2AD-6C92-5B0053EF929D}"/>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a:extLst>
                <a:ext uri="{FF2B5EF4-FFF2-40B4-BE49-F238E27FC236}">
                  <a16:creationId xmlns:a16="http://schemas.microsoft.com/office/drawing/2014/main" id="{7CBF794D-D3BF-4B2E-7379-493AAC4B8D68}"/>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a:extLst>
                <a:ext uri="{FF2B5EF4-FFF2-40B4-BE49-F238E27FC236}">
                  <a16:creationId xmlns:a16="http://schemas.microsoft.com/office/drawing/2014/main" id="{509C2ED3-56AE-1BAA-53F4-D0873E919F66}"/>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a:extLst>
                <a:ext uri="{FF2B5EF4-FFF2-40B4-BE49-F238E27FC236}">
                  <a16:creationId xmlns:a16="http://schemas.microsoft.com/office/drawing/2014/main" id="{C82FF768-3941-DCC8-59E7-2363D73883B7}"/>
                </a:ext>
              </a:extLst>
            </p:cNvPr>
            <p:cNvGrpSpPr>
              <a:grpSpLocks/>
            </p:cNvGrpSpPr>
            <p:nvPr/>
          </p:nvGrpSpPr>
          <p:grpSpPr bwMode="auto">
            <a:xfrm>
              <a:off x="912" y="768"/>
              <a:ext cx="2386" cy="1553"/>
              <a:chOff x="912" y="768"/>
              <a:chExt cx="2386" cy="1553"/>
            </a:xfrm>
            <a:grpFill/>
          </p:grpSpPr>
          <p:sp>
            <p:nvSpPr>
              <p:cNvPr id="42" name="Oval 275">
                <a:extLst>
                  <a:ext uri="{FF2B5EF4-FFF2-40B4-BE49-F238E27FC236}">
                    <a16:creationId xmlns:a16="http://schemas.microsoft.com/office/drawing/2014/main" id="{5EEC3455-0018-0C28-4F5A-A9EC7A71820C}"/>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a:extLst>
                  <a:ext uri="{FF2B5EF4-FFF2-40B4-BE49-F238E27FC236}">
                    <a16:creationId xmlns:a16="http://schemas.microsoft.com/office/drawing/2014/main" id="{5882BAB4-ACC6-3610-427C-CEDA2CE70B88}"/>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a:extLst>
                  <a:ext uri="{FF2B5EF4-FFF2-40B4-BE49-F238E27FC236}">
                    <a16:creationId xmlns:a16="http://schemas.microsoft.com/office/drawing/2014/main" id="{A4E7FF90-531E-A42D-3294-95A2A959BD94}"/>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a:extLst>
                  <a:ext uri="{FF2B5EF4-FFF2-40B4-BE49-F238E27FC236}">
                    <a16:creationId xmlns:a16="http://schemas.microsoft.com/office/drawing/2014/main" id="{1B72BC6E-549E-3656-D8A0-D17D969B16E8}"/>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a:extLst>
                  <a:ext uri="{FF2B5EF4-FFF2-40B4-BE49-F238E27FC236}">
                    <a16:creationId xmlns:a16="http://schemas.microsoft.com/office/drawing/2014/main" id="{27B2B128-09F1-1E7B-6943-BB81750AE265}"/>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a:extLst>
                  <a:ext uri="{FF2B5EF4-FFF2-40B4-BE49-F238E27FC236}">
                    <a16:creationId xmlns:a16="http://schemas.microsoft.com/office/drawing/2014/main" id="{D307D5E6-2B30-3319-2B46-FA88F928A6DE}"/>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a:extLst>
                  <a:ext uri="{FF2B5EF4-FFF2-40B4-BE49-F238E27FC236}">
                    <a16:creationId xmlns:a16="http://schemas.microsoft.com/office/drawing/2014/main" id="{784323A9-53C1-26BC-F04B-6EFF69110AD0}"/>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a:extLst>
                  <a:ext uri="{FF2B5EF4-FFF2-40B4-BE49-F238E27FC236}">
                    <a16:creationId xmlns:a16="http://schemas.microsoft.com/office/drawing/2014/main" id="{0B24CCBD-AEF7-6B4C-3DD1-2E5BD3403435}"/>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a:extLst>
                  <a:ext uri="{FF2B5EF4-FFF2-40B4-BE49-F238E27FC236}">
                    <a16:creationId xmlns:a16="http://schemas.microsoft.com/office/drawing/2014/main" id="{AA924303-8278-7C99-4B39-0E501170DF8C}"/>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a:extLst>
              <a:ext uri="{FF2B5EF4-FFF2-40B4-BE49-F238E27FC236}">
                <a16:creationId xmlns:a16="http://schemas.microsoft.com/office/drawing/2014/main" id="{E9262EB9-D19C-0399-48D7-D6161AE9DCA5}"/>
              </a:ext>
            </a:extLst>
          </p:cNvPr>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a:extLst>
              <a:ext uri="{FF2B5EF4-FFF2-40B4-BE49-F238E27FC236}">
                <a16:creationId xmlns:a16="http://schemas.microsoft.com/office/drawing/2014/main" id="{6D4CF03D-D9AE-0C11-1F91-6D2DB1452C79}"/>
              </a:ext>
            </a:extLst>
          </p:cNvPr>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a:extLst>
              <a:ext uri="{FF2B5EF4-FFF2-40B4-BE49-F238E27FC236}">
                <a16:creationId xmlns:a16="http://schemas.microsoft.com/office/drawing/2014/main" id="{DE27DE09-2853-D228-B732-9C87AF4D76C2}"/>
              </a:ext>
            </a:extLst>
          </p:cNvPr>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a:extLst>
              <a:ext uri="{FF2B5EF4-FFF2-40B4-BE49-F238E27FC236}">
                <a16:creationId xmlns:a16="http://schemas.microsoft.com/office/drawing/2014/main" id="{BF03DFB1-75D4-AFBD-8C53-718E07C0A22F}"/>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a:extLst>
              <a:ext uri="{FF2B5EF4-FFF2-40B4-BE49-F238E27FC236}">
                <a16:creationId xmlns:a16="http://schemas.microsoft.com/office/drawing/2014/main" id="{D1D713C6-4F54-70D5-2F69-1073B792F246}"/>
              </a:ext>
            </a:extLst>
          </p:cNvPr>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a:extLst>
              <a:ext uri="{FF2B5EF4-FFF2-40B4-BE49-F238E27FC236}">
                <a16:creationId xmlns:a16="http://schemas.microsoft.com/office/drawing/2014/main" id="{E0B6E0DC-07B8-5907-BD75-CD48F597A8B3}"/>
              </a:ext>
            </a:extLst>
          </p:cNvPr>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a:extLst>
              <a:ext uri="{FF2B5EF4-FFF2-40B4-BE49-F238E27FC236}">
                <a16:creationId xmlns:a16="http://schemas.microsoft.com/office/drawing/2014/main" id="{965280E8-03DE-35E1-87BD-2BFE614C8EBF}"/>
              </a:ext>
            </a:extLst>
          </p:cNvPr>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pic>
        <p:nvPicPr>
          <p:cNvPr id="20" name="Picture 327">
            <a:extLst>
              <a:ext uri="{FF2B5EF4-FFF2-40B4-BE49-F238E27FC236}">
                <a16:creationId xmlns:a16="http://schemas.microsoft.com/office/drawing/2014/main" id="{D1A275F2-E4C6-3715-74AA-101C7B20C3CB}"/>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a:extLst>
              <a:ext uri="{FF2B5EF4-FFF2-40B4-BE49-F238E27FC236}">
                <a16:creationId xmlns:a16="http://schemas.microsoft.com/office/drawing/2014/main" id="{B90500D0-A6DE-7A09-2F6A-2241B0F1927D}"/>
              </a:ext>
            </a:extLst>
          </p:cNvPr>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a:extLst>
              <a:ext uri="{FF2B5EF4-FFF2-40B4-BE49-F238E27FC236}">
                <a16:creationId xmlns:a16="http://schemas.microsoft.com/office/drawing/2014/main" id="{11B86173-6F36-2E2F-F9CA-DC97E995F2F3}"/>
              </a:ext>
            </a:extLst>
          </p:cNvPr>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a:extLst>
              <a:ext uri="{FF2B5EF4-FFF2-40B4-BE49-F238E27FC236}">
                <a16:creationId xmlns:a16="http://schemas.microsoft.com/office/drawing/2014/main" id="{BA12952F-2294-19FD-AC9E-C5593D1E39CD}"/>
              </a:ext>
            </a:extLst>
          </p:cNvPr>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a:extLst>
              <a:ext uri="{FF2B5EF4-FFF2-40B4-BE49-F238E27FC236}">
                <a16:creationId xmlns:a16="http://schemas.microsoft.com/office/drawing/2014/main" id="{33EA2840-D827-9BAD-D0BA-EED2581AAD73}"/>
              </a:ext>
            </a:extLst>
          </p:cNvPr>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a:extLst>
              <a:ext uri="{FF2B5EF4-FFF2-40B4-BE49-F238E27FC236}">
                <a16:creationId xmlns:a16="http://schemas.microsoft.com/office/drawing/2014/main" id="{0D7C5096-0F2C-AAE1-DB82-F967726C39E6}"/>
              </a:ext>
            </a:extLst>
          </p:cNvPr>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89" name="Picture 246" descr="jisuanji">
            <a:extLst>
              <a:ext uri="{FF2B5EF4-FFF2-40B4-BE49-F238E27FC236}">
                <a16:creationId xmlns:a16="http://schemas.microsoft.com/office/drawing/2014/main" id="{9830E393-7CFA-1CA9-434C-164E8E3FFED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a:extLst>
              <a:ext uri="{FF2B5EF4-FFF2-40B4-BE49-F238E27FC236}">
                <a16:creationId xmlns:a16="http://schemas.microsoft.com/office/drawing/2014/main" id="{0C58D4B5-3A7B-9D46-4D32-46209BE8BBD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a:extLst>
              <a:ext uri="{FF2B5EF4-FFF2-40B4-BE49-F238E27FC236}">
                <a16:creationId xmlns:a16="http://schemas.microsoft.com/office/drawing/2014/main" id="{72A75AB2-7A1B-2665-10F5-0C5BD4F1E7E7}"/>
              </a:ext>
            </a:extLst>
          </p:cNvPr>
          <p:cNvSpPr/>
          <p:nvPr/>
        </p:nvSpPr>
        <p:spPr>
          <a:xfrm>
            <a:off x="909703" y="3241221"/>
            <a:ext cx="7237065" cy="1493807"/>
          </a:xfrm>
          <a:prstGeom prst="rect">
            <a:avLst/>
          </a:prstGeom>
        </p:spPr>
        <p:txBody>
          <a:bodyPr wrap="square">
            <a:spAutoFit/>
          </a:bodyPr>
          <a:lstStyle/>
          <a:p>
            <a:pPr marL="285750" indent="-285750">
              <a:lnSpc>
                <a:spcPts val="2800"/>
              </a:lnSpc>
              <a:buClr>
                <a:srgbClr val="990099"/>
              </a:buClr>
              <a:buFont typeface="Wingdings" panose="05000000000000000000" pitchFamily="2" charset="2"/>
              <a:buChar char="l"/>
            </a:pPr>
            <a:r>
              <a:rPr lang="zh-CN" altLang="en-US" b="1" dirty="0">
                <a:latin typeface="微软雅黑" pitchFamily="34" charset="-122"/>
                <a:ea typeface="微软雅黑" pitchFamily="34" charset="-122"/>
              </a:rPr>
              <a:t>若主机</a:t>
            </a:r>
            <a:r>
              <a:rPr lang="en-US" altLang="zh-CN" b="1" dirty="0">
                <a:latin typeface="微软雅黑" pitchFamily="34" charset="-122"/>
                <a:ea typeface="微软雅黑" pitchFamily="34" charset="-122"/>
              </a:rPr>
              <a:t>H</a:t>
            </a:r>
            <a:r>
              <a:rPr lang="en-US" altLang="zh-CN" b="1" baseline="-25000" dirty="0">
                <a:latin typeface="微软雅黑" pitchFamily="34" charset="-122"/>
                <a:ea typeface="微软雅黑" pitchFamily="34" charset="-122"/>
              </a:rPr>
              <a:t>1</a:t>
            </a:r>
            <a:r>
              <a:rPr lang="zh-CN" altLang="en-US" b="1" dirty="0">
                <a:latin typeface="微软雅黑" pitchFamily="34" charset="-122"/>
                <a:ea typeface="微软雅黑" pitchFamily="34" charset="-122"/>
              </a:rPr>
              <a:t>要和不在同一局域网上的主机</a:t>
            </a:r>
            <a:r>
              <a:rPr lang="en-US" altLang="zh-CN" b="1" dirty="0">
                <a:latin typeface="微软雅黑" pitchFamily="34" charset="-122"/>
                <a:ea typeface="微软雅黑" pitchFamily="34" charset="-122"/>
              </a:rPr>
              <a:t>H</a:t>
            </a:r>
            <a:r>
              <a:rPr lang="en-US" altLang="zh-CN" b="1" baseline="-25000" dirty="0">
                <a:latin typeface="微软雅黑" pitchFamily="34" charset="-122"/>
                <a:ea typeface="微软雅黑" pitchFamily="34" charset="-122"/>
              </a:rPr>
              <a:t>3</a:t>
            </a:r>
            <a:r>
              <a:rPr lang="zh-CN" altLang="en-US" b="1" dirty="0">
                <a:latin typeface="微软雅黑" pitchFamily="34" charset="-122"/>
                <a:ea typeface="微软雅黑" pitchFamily="34" charset="-122"/>
              </a:rPr>
              <a:t>通信，那么</a:t>
            </a:r>
            <a:r>
              <a:rPr lang="en-US" altLang="zh-CN" b="1" dirty="0">
                <a:latin typeface="微软雅黑" pitchFamily="34" charset="-122"/>
                <a:ea typeface="微软雅黑" pitchFamily="34" charset="-122"/>
              </a:rPr>
              <a:t>H</a:t>
            </a:r>
            <a:r>
              <a:rPr lang="en-US" altLang="zh-CN" b="1" baseline="-25000" dirty="0">
                <a:latin typeface="微软雅黑" pitchFamily="34" charset="-122"/>
                <a:ea typeface="微软雅黑" pitchFamily="34" charset="-122"/>
              </a:rPr>
              <a:t>1</a:t>
            </a:r>
            <a:r>
              <a:rPr lang="zh-CN" altLang="en-US" b="1" dirty="0">
                <a:latin typeface="微软雅黑" pitchFamily="34" charset="-122"/>
                <a:ea typeface="微软雅黑" pitchFamily="34" charset="-122"/>
              </a:rPr>
              <a:t>并不需要知道</a:t>
            </a:r>
            <a:r>
              <a:rPr lang="en-US" altLang="zh-CN" b="1" dirty="0">
                <a:latin typeface="微软雅黑" pitchFamily="34" charset="-122"/>
                <a:ea typeface="微软雅黑" pitchFamily="34" charset="-122"/>
              </a:rPr>
              <a:t>H</a:t>
            </a:r>
            <a:r>
              <a:rPr lang="en-US" altLang="zh-CN" b="1" baseline="-25000" dirty="0">
                <a:latin typeface="微软雅黑" pitchFamily="34" charset="-122"/>
                <a:ea typeface="微软雅黑" pitchFamily="34" charset="-122"/>
              </a:rPr>
              <a:t>3</a:t>
            </a:r>
            <a:r>
              <a:rPr lang="zh-CN" altLang="en-US" b="1" dirty="0">
                <a:latin typeface="微软雅黑" pitchFamily="34" charset="-122"/>
                <a:ea typeface="微软雅黑" pitchFamily="34" charset="-122"/>
              </a:rPr>
              <a:t>的</a:t>
            </a:r>
            <a:r>
              <a:rPr lang="en-US" altLang="zh-CN" b="1" dirty="0">
                <a:latin typeface="微软雅黑" pitchFamily="34" charset="-122"/>
                <a:ea typeface="微软雅黑" pitchFamily="34" charset="-122"/>
              </a:rPr>
              <a:t>MAC</a:t>
            </a:r>
            <a:r>
              <a:rPr lang="zh-CN" altLang="en-US" b="1" dirty="0">
                <a:latin typeface="微软雅黑" pitchFamily="34" charset="-122"/>
                <a:ea typeface="微软雅黑" pitchFamily="34" charset="-122"/>
              </a:rPr>
              <a:t>地址。</a:t>
            </a:r>
            <a:endParaRPr lang="en-US" altLang="zh-CN" b="1" dirty="0">
              <a:latin typeface="微软雅黑" pitchFamily="34" charset="-122"/>
              <a:ea typeface="微软雅黑" pitchFamily="34" charset="-122"/>
            </a:endParaRPr>
          </a:p>
          <a:p>
            <a:pPr marL="285750" indent="-285750">
              <a:lnSpc>
                <a:spcPts val="2800"/>
              </a:lnSpc>
              <a:buClr>
                <a:srgbClr val="990099"/>
              </a:buClr>
              <a:buFont typeface="Wingdings" panose="05000000000000000000" pitchFamily="2" charset="2"/>
              <a:buChar char="l"/>
            </a:pPr>
            <a:r>
              <a:rPr lang="en-US" altLang="zh-CN" b="1" dirty="0">
                <a:latin typeface="微软雅黑" pitchFamily="34" charset="-122"/>
                <a:ea typeface="微软雅黑" pitchFamily="34" charset="-122"/>
              </a:rPr>
              <a:t>H</a:t>
            </a:r>
            <a:r>
              <a:rPr lang="en-US" altLang="zh-CN" b="1" baseline="-25000" dirty="0">
                <a:latin typeface="微软雅黑" pitchFamily="34" charset="-122"/>
                <a:ea typeface="微软雅黑" pitchFamily="34" charset="-122"/>
              </a:rPr>
              <a:t>1</a:t>
            </a:r>
            <a:r>
              <a:rPr lang="zh-CN" altLang="en-US" b="1" dirty="0">
                <a:latin typeface="微软雅黑" pitchFamily="34" charset="-122"/>
                <a:ea typeface="微软雅黑" pitchFamily="34" charset="-122"/>
              </a:rPr>
              <a:t>先把数据报发送给路由器</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zh-CN" altLang="en-US" b="1" dirty="0">
                <a:latin typeface="微软雅黑" pitchFamily="34" charset="-122"/>
                <a:ea typeface="微软雅黑" pitchFamily="34" charset="-122"/>
              </a:rPr>
              <a:t>，再由路由器</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zh-CN" altLang="en-US" b="1" dirty="0">
                <a:latin typeface="微软雅黑" pitchFamily="34" charset="-122"/>
                <a:ea typeface="微软雅黑" pitchFamily="34" charset="-122"/>
              </a:rPr>
              <a:t>去完成数据报的转发。为此，主机</a:t>
            </a:r>
            <a:r>
              <a:rPr lang="en-US" altLang="zh-CN" b="1" dirty="0">
                <a:latin typeface="微软雅黑" pitchFamily="34" charset="-122"/>
                <a:ea typeface="微软雅黑" pitchFamily="34" charset="-122"/>
              </a:rPr>
              <a:t>H</a:t>
            </a:r>
            <a:r>
              <a:rPr lang="en-US" altLang="zh-CN" b="1" baseline="-25000" dirty="0">
                <a:latin typeface="微软雅黑" pitchFamily="34" charset="-122"/>
                <a:ea typeface="微软雅黑" pitchFamily="34" charset="-122"/>
              </a:rPr>
              <a:t>1</a:t>
            </a:r>
            <a:r>
              <a:rPr lang="zh-CN" altLang="en-US" b="1" dirty="0">
                <a:latin typeface="微软雅黑" pitchFamily="34" charset="-122"/>
                <a:ea typeface="微软雅黑" pitchFamily="34" charset="-122"/>
              </a:rPr>
              <a:t>需要用</a:t>
            </a:r>
            <a:r>
              <a:rPr lang="en-US" altLang="zh-CN" b="1" dirty="0">
                <a:latin typeface="微软雅黑" pitchFamily="34" charset="-122"/>
                <a:ea typeface="微软雅黑" pitchFamily="34" charset="-122"/>
              </a:rPr>
              <a:t>ARP</a:t>
            </a:r>
            <a:r>
              <a:rPr lang="zh-CN" altLang="en-US" b="1" dirty="0">
                <a:latin typeface="微软雅黑" pitchFamily="34" charset="-122"/>
                <a:ea typeface="微软雅黑" pitchFamily="34" charset="-122"/>
              </a:rPr>
              <a:t>找到路由器</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zh-CN" altLang="en-US" b="1" dirty="0">
                <a:latin typeface="微软雅黑" pitchFamily="34" charset="-122"/>
                <a:ea typeface="微软雅黑" pitchFamily="34" charset="-122"/>
              </a:rPr>
              <a:t>的</a:t>
            </a:r>
            <a:r>
              <a:rPr lang="en-US" altLang="zh-CN" b="1" dirty="0">
                <a:latin typeface="微软雅黑" pitchFamily="34" charset="-122"/>
                <a:ea typeface="微软雅黑" pitchFamily="34" charset="-122"/>
              </a:rPr>
              <a:t>MAC</a:t>
            </a:r>
            <a:r>
              <a:rPr lang="zh-CN" altLang="en-US" b="1" dirty="0">
                <a:latin typeface="微软雅黑" pitchFamily="34" charset="-122"/>
                <a:ea typeface="微软雅黑" pitchFamily="34" charset="-122"/>
              </a:rPr>
              <a:t>地址。</a:t>
            </a:r>
          </a:p>
        </p:txBody>
      </p:sp>
      <p:sp>
        <p:nvSpPr>
          <p:cNvPr id="3" name="任意多边形: 形状 2">
            <a:extLst>
              <a:ext uri="{FF2B5EF4-FFF2-40B4-BE49-F238E27FC236}">
                <a16:creationId xmlns:a16="http://schemas.microsoft.com/office/drawing/2014/main" id="{FC54A139-EF20-5CC5-B78B-EF4ACB2B9B43}"/>
              </a:ext>
            </a:extLst>
          </p:cNvPr>
          <p:cNvSpPr/>
          <p:nvPr/>
        </p:nvSpPr>
        <p:spPr>
          <a:xfrm flipV="1">
            <a:off x="1651502" y="2086595"/>
            <a:ext cx="1354970" cy="611623"/>
          </a:xfrm>
          <a:custGeom>
            <a:avLst/>
            <a:gdLst>
              <a:gd name="csX0" fmla="*/ 0 w 427703"/>
              <a:gd name="csY0" fmla="*/ 0 h 894735"/>
              <a:gd name="csX1" fmla="*/ 117987 w 427703"/>
              <a:gd name="csY1" fmla="*/ 452284 h 894735"/>
              <a:gd name="csX2" fmla="*/ 427703 w 427703"/>
              <a:gd name="csY2" fmla="*/ 894735 h 894735"/>
            </a:gdLst>
            <a:ahLst/>
            <a:cxnLst>
              <a:cxn ang="0">
                <a:pos x="csX0" y="csY0"/>
              </a:cxn>
              <a:cxn ang="0">
                <a:pos x="csX1" y="csY1"/>
              </a:cxn>
              <a:cxn ang="0">
                <a:pos x="csX2" y="csY2"/>
              </a:cxn>
            </a:cxnLst>
            <a:rect l="l" t="t" r="r" b="b"/>
            <a:pathLst>
              <a:path w="427703" h="894735">
                <a:moveTo>
                  <a:pt x="0" y="0"/>
                </a:moveTo>
                <a:cubicBezTo>
                  <a:pt x="23351" y="151581"/>
                  <a:pt x="46703" y="303162"/>
                  <a:pt x="117987" y="452284"/>
                </a:cubicBezTo>
                <a:cubicBezTo>
                  <a:pt x="189271" y="601407"/>
                  <a:pt x="367890" y="815258"/>
                  <a:pt x="427703" y="894735"/>
                </a:cubicBezTo>
              </a:path>
            </a:pathLst>
          </a:cu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p>
        </p:txBody>
      </p:sp>
      <p:pic>
        <p:nvPicPr>
          <p:cNvPr id="4" name="Picture 246" descr="jisuanji">
            <a:extLst>
              <a:ext uri="{FF2B5EF4-FFF2-40B4-BE49-F238E27FC236}">
                <a16:creationId xmlns:a16="http://schemas.microsoft.com/office/drawing/2014/main" id="{55E39F31-E721-566F-9FBD-D1696362549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70405" y="2403244"/>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353">
            <a:extLst>
              <a:ext uri="{FF2B5EF4-FFF2-40B4-BE49-F238E27FC236}">
                <a16:creationId xmlns:a16="http://schemas.microsoft.com/office/drawing/2014/main" id="{07DFDB22-A416-AFDD-0D6F-11707A3E05AF}"/>
              </a:ext>
            </a:extLst>
          </p:cNvPr>
          <p:cNvSpPr txBox="1">
            <a:spLocks noChangeArrowheads="1"/>
          </p:cNvSpPr>
          <p:nvPr/>
        </p:nvSpPr>
        <p:spPr bwMode="auto">
          <a:xfrm>
            <a:off x="7322145" y="2670399"/>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
        <p:nvSpPr>
          <p:cNvPr id="25" name="任意多边形: 形状 24">
            <a:extLst>
              <a:ext uri="{FF2B5EF4-FFF2-40B4-BE49-F238E27FC236}">
                <a16:creationId xmlns:a16="http://schemas.microsoft.com/office/drawing/2014/main" id="{BC5C9AF3-62EA-E892-D439-0608F2689CD5}"/>
              </a:ext>
            </a:extLst>
          </p:cNvPr>
          <p:cNvSpPr/>
          <p:nvPr/>
        </p:nvSpPr>
        <p:spPr>
          <a:xfrm>
            <a:off x="1620171" y="2708690"/>
            <a:ext cx="6322142" cy="14748"/>
          </a:xfrm>
          <a:custGeom>
            <a:avLst/>
            <a:gdLst>
              <a:gd name="csX0" fmla="*/ 0 w 6322142"/>
              <a:gd name="csY0" fmla="*/ 14748 h 14748"/>
              <a:gd name="csX1" fmla="*/ 6322142 w 6322142"/>
              <a:gd name="csY1" fmla="*/ 0 h 14748"/>
            </a:gdLst>
            <a:ahLst/>
            <a:cxnLst>
              <a:cxn ang="0">
                <a:pos x="csX0" y="csY0"/>
              </a:cxn>
              <a:cxn ang="0">
                <a:pos x="csX1" y="csY1"/>
              </a:cxn>
            </a:cxnLst>
            <a:rect l="l" t="t" r="r" b="b"/>
            <a:pathLst>
              <a:path w="6322142" h="14748">
                <a:moveTo>
                  <a:pt x="0" y="14748"/>
                </a:moveTo>
                <a:lnTo>
                  <a:pt x="6322142" y="0"/>
                </a:lnTo>
              </a:path>
            </a:pathLst>
          </a:custGeom>
          <a:ln>
            <a:prstDash val="sysDash"/>
            <a:headEnd type="none" w="med" len="med"/>
            <a:tailEnd type="triangl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40532823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par>
                                <p:cTn id="8" presetID="42" presetClass="entr" presetSubtype="0" fill="hold" grpId="0" nodeType="withEffect">
                                  <p:stCondLst>
                                    <p:cond delay="0"/>
                                  </p:stCondLst>
                                  <p:childTnLst>
                                    <p:set>
                                      <p:cBhvr>
                                        <p:cTn id="9" dur="1" fill="hold">
                                          <p:stCondLst>
                                            <p:cond delay="0"/>
                                          </p:stCondLst>
                                        </p:cTn>
                                        <p:tgtEl>
                                          <p:spTgt spid="2">
                                            <p:txEl>
                                              <p:pRg st="0" end="0"/>
                                            </p:txEl>
                                          </p:spTgt>
                                        </p:tgtEl>
                                        <p:attrNameLst>
                                          <p:attrName>style.visibility</p:attrName>
                                        </p:attrNameLst>
                                      </p:cBhvr>
                                      <p:to>
                                        <p:strVal val="visible"/>
                                      </p:to>
                                    </p:set>
                                    <p:animEffect transition="in" filter="fade">
                                      <p:cBhvr>
                                        <p:cTn id="10" dur="1000"/>
                                        <p:tgtEl>
                                          <p:spTgt spid="2">
                                            <p:txEl>
                                              <p:pRg st="0" end="0"/>
                                            </p:txEl>
                                          </p:spTgt>
                                        </p:tgtEl>
                                      </p:cBhvr>
                                    </p:animEffect>
                                    <p:anim calcmode="lin" valueType="num">
                                      <p:cBhvr>
                                        <p:cTn id="11"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12"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fade">
                                      <p:cBhvr>
                                        <p:cTn id="17" dur="1000"/>
                                        <p:tgtEl>
                                          <p:spTgt spid="2">
                                            <p:txEl>
                                              <p:pRg st="1" end="1"/>
                                            </p:txEl>
                                          </p:spTgt>
                                        </p:tgtEl>
                                      </p:cBhvr>
                                    </p:animEffect>
                                    <p:anim calcmode="lin" valueType="num">
                                      <p:cBhvr>
                                        <p:cTn id="18"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9" dur="1000" fill="hold"/>
                                        <p:tgtEl>
                                          <p:spTgt spid="2">
                                            <p:txEl>
                                              <p:pRg st="1" end="1"/>
                                            </p:txEl>
                                          </p:spTgt>
                                        </p:tgtEl>
                                        <p:attrNameLst>
                                          <p:attrName>ppt_y</p:attrName>
                                        </p:attrNameLst>
                                      </p:cBhvr>
                                      <p:tavLst>
                                        <p:tav tm="0">
                                          <p:val>
                                            <p:strVal val="#ppt_y+.1"/>
                                          </p:val>
                                        </p:tav>
                                        <p:tav tm="100000">
                                          <p:val>
                                            <p:strVal val="#ppt_y"/>
                                          </p:val>
                                        </p:tav>
                                      </p:tavLst>
                                    </p:anim>
                                  </p:childTnLst>
                                </p:cTn>
                              </p:par>
                              <p:par>
                                <p:cTn id="20" presetID="22" presetClass="entr" presetSubtype="8" fill="hold" grpId="0" nodeType="with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wipe(left)">
                                      <p:cBhvr>
                                        <p:cTn id="2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P spid="3" grpId="0" animBg="1"/>
      <p:bldP spid="25"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66646"/>
            <a:ext cx="8048776" cy="21745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5974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49333" y="564275"/>
            <a:ext cx="32640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ARP </a:t>
            </a:r>
            <a:r>
              <a:rPr lang="zh-CN" altLang="en-US" sz="2000" b="1" dirty="0">
                <a:solidFill>
                  <a:schemeClr val="bg1"/>
                </a:solidFill>
                <a:latin typeface="微软雅黑" pitchFamily="34" charset="-122"/>
                <a:ea typeface="微软雅黑" pitchFamily="34" charset="-122"/>
              </a:rPr>
              <a:t>的四种典型情况</a:t>
            </a:r>
          </a:p>
        </p:txBody>
      </p:sp>
      <p:grpSp>
        <p:nvGrpSpPr>
          <p:cNvPr id="9" name="Group 244"/>
          <p:cNvGrpSpPr>
            <a:grpSpLocks/>
          </p:cNvGrpSpPr>
          <p:nvPr/>
        </p:nvGrpSpPr>
        <p:grpSpPr bwMode="auto">
          <a:xfrm>
            <a:off x="1096004" y="1622372"/>
            <a:ext cx="1359990" cy="1055356"/>
            <a:chOff x="912" y="768"/>
            <a:chExt cx="2400" cy="1584"/>
          </a:xfrm>
          <a:solidFill>
            <a:schemeClr val="bg1"/>
          </a:solidFill>
        </p:grpSpPr>
        <p:sp>
          <p:nvSpPr>
            <p:cNvPr id="70" name="Oval 24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1" name="Oval 24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2" name="Oval 24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3" name="Oval 24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4" name="Oval 24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5" name="Oval 25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6" name="Oval 25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7" name="Oval 25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78" name="Oval 25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79" name="Group 254"/>
            <p:cNvGrpSpPr>
              <a:grpSpLocks/>
            </p:cNvGrpSpPr>
            <p:nvPr/>
          </p:nvGrpSpPr>
          <p:grpSpPr bwMode="auto">
            <a:xfrm>
              <a:off x="912" y="768"/>
              <a:ext cx="2386" cy="1553"/>
              <a:chOff x="912" y="768"/>
              <a:chExt cx="2386" cy="1553"/>
            </a:xfrm>
            <a:grpFill/>
          </p:grpSpPr>
          <p:sp>
            <p:nvSpPr>
              <p:cNvPr id="80" name="Oval 25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1" name="Oval 25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2" name="Oval 25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3" name="Oval 25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4" name="Oval 25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5" name="Oval 26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6" name="Oval 26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7" name="Oval 26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8" name="Oval 26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0" name="Line 95"/>
          <p:cNvSpPr>
            <a:spLocks noChangeShapeType="1"/>
          </p:cNvSpPr>
          <p:nvPr/>
        </p:nvSpPr>
        <p:spPr bwMode="auto">
          <a:xfrm flipV="1">
            <a:off x="2455994" y="2105430"/>
            <a:ext cx="5310269" cy="135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11" name="Group 284"/>
          <p:cNvGrpSpPr>
            <a:grpSpLocks/>
          </p:cNvGrpSpPr>
          <p:nvPr/>
        </p:nvGrpSpPr>
        <p:grpSpPr bwMode="auto">
          <a:xfrm>
            <a:off x="6732250" y="1653412"/>
            <a:ext cx="1359990" cy="1055356"/>
            <a:chOff x="912" y="768"/>
            <a:chExt cx="2400" cy="1584"/>
          </a:xfrm>
          <a:solidFill>
            <a:schemeClr val="bg1"/>
          </a:solidFill>
        </p:grpSpPr>
        <p:sp>
          <p:nvSpPr>
            <p:cNvPr id="51" name="Oval 28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8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8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8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8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9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7" name="Oval 29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8" name="Oval 29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9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60" name="Group 294"/>
            <p:cNvGrpSpPr>
              <a:grpSpLocks/>
            </p:cNvGrpSpPr>
            <p:nvPr/>
          </p:nvGrpSpPr>
          <p:grpSpPr bwMode="auto">
            <a:xfrm>
              <a:off x="912" y="768"/>
              <a:ext cx="2386" cy="1553"/>
              <a:chOff x="912" y="768"/>
              <a:chExt cx="2386" cy="1553"/>
            </a:xfrm>
            <a:grpFill/>
          </p:grpSpPr>
          <p:sp>
            <p:nvSpPr>
              <p:cNvPr id="61" name="Oval 29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9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9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9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9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30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7" name="Oval 30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8" name="Oval 30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9" name="Oval 30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12" name="Group 264"/>
          <p:cNvGrpSpPr>
            <a:grpSpLocks/>
          </p:cNvGrpSpPr>
          <p:nvPr/>
        </p:nvGrpSpPr>
        <p:grpSpPr bwMode="auto">
          <a:xfrm>
            <a:off x="3956189" y="1622372"/>
            <a:ext cx="1359990" cy="1055356"/>
            <a:chOff x="912" y="768"/>
            <a:chExt cx="2400" cy="1584"/>
          </a:xfrm>
          <a:solidFill>
            <a:schemeClr val="bg1"/>
          </a:solidFill>
        </p:grpSpPr>
        <p:sp>
          <p:nvSpPr>
            <p:cNvPr id="32" name="Oval 265"/>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66"/>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67"/>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68"/>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69"/>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7" name="Oval 270"/>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8" name="Oval 271"/>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72"/>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73"/>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41" name="Group 274"/>
            <p:cNvGrpSpPr>
              <a:grpSpLocks/>
            </p:cNvGrpSpPr>
            <p:nvPr/>
          </p:nvGrpSpPr>
          <p:grpSpPr bwMode="auto">
            <a:xfrm>
              <a:off x="912" y="768"/>
              <a:ext cx="2386" cy="1553"/>
              <a:chOff x="912" y="768"/>
              <a:chExt cx="2386" cy="1553"/>
            </a:xfrm>
            <a:grpFill/>
          </p:grpSpPr>
          <p:sp>
            <p:nvSpPr>
              <p:cNvPr id="42" name="Oval 275"/>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276"/>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277"/>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278"/>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279"/>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7" name="Oval 280"/>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8" name="Oval 281"/>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82"/>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83"/>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sp>
        <p:nvSpPr>
          <p:cNvPr id="13" name="Text Box 96"/>
          <p:cNvSpPr txBox="1">
            <a:spLocks noChangeArrowheads="1"/>
          </p:cNvSpPr>
          <p:nvPr/>
        </p:nvSpPr>
        <p:spPr bwMode="auto">
          <a:xfrm>
            <a:off x="1477325" y="2012481"/>
            <a:ext cx="577401"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1</a:t>
            </a:r>
          </a:p>
        </p:txBody>
      </p:sp>
      <p:sp>
        <p:nvSpPr>
          <p:cNvPr id="14" name="Text Box 98"/>
          <p:cNvSpPr txBox="1">
            <a:spLocks noChangeArrowheads="1"/>
          </p:cNvSpPr>
          <p:nvPr/>
        </p:nvSpPr>
        <p:spPr bwMode="auto">
          <a:xfrm>
            <a:off x="7138646"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3</a:t>
            </a:r>
          </a:p>
        </p:txBody>
      </p:sp>
      <p:sp>
        <p:nvSpPr>
          <p:cNvPr id="15" name="Text Box 99"/>
          <p:cNvSpPr txBox="1">
            <a:spLocks noChangeArrowheads="1"/>
          </p:cNvSpPr>
          <p:nvPr/>
        </p:nvSpPr>
        <p:spPr bwMode="auto">
          <a:xfrm>
            <a:off x="4355574" y="1984263"/>
            <a:ext cx="57740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solidFill>
                  <a:srgbClr val="0000FF"/>
                </a:solidFill>
                <a:latin typeface="微软雅黑" pitchFamily="34" charset="-122"/>
                <a:ea typeface="微软雅黑" pitchFamily="34" charset="-122"/>
              </a:rPr>
              <a:t>网 </a:t>
            </a:r>
            <a:r>
              <a:rPr lang="en-US" altLang="zh-CN" sz="1600" b="1" dirty="0">
                <a:solidFill>
                  <a:srgbClr val="0000FF"/>
                </a:solidFill>
                <a:latin typeface="微软雅黑" pitchFamily="34" charset="-122"/>
                <a:ea typeface="微软雅黑" pitchFamily="34" charset="-122"/>
              </a:rPr>
              <a:t>2</a:t>
            </a:r>
          </a:p>
        </p:txBody>
      </p:sp>
      <p:pic>
        <p:nvPicPr>
          <p:cNvPr id="16" name="Picture 23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76609" y="190949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 name="Text Box 235"/>
          <p:cNvSpPr txBox="1">
            <a:spLocks noChangeArrowheads="1"/>
          </p:cNvSpPr>
          <p:nvPr/>
        </p:nvSpPr>
        <p:spPr bwMode="auto">
          <a:xfrm>
            <a:off x="5913803" y="148463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18" name="Text Box 237"/>
          <p:cNvSpPr txBox="1">
            <a:spLocks noChangeArrowheads="1"/>
          </p:cNvSpPr>
          <p:nvPr/>
        </p:nvSpPr>
        <p:spPr bwMode="auto">
          <a:xfrm>
            <a:off x="2988773" y="1496272"/>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sp>
        <p:nvSpPr>
          <p:cNvPr id="19" name="Text Box 325"/>
          <p:cNvSpPr txBox="1">
            <a:spLocks noChangeArrowheads="1"/>
          </p:cNvSpPr>
          <p:nvPr/>
        </p:nvSpPr>
        <p:spPr bwMode="auto">
          <a:xfrm>
            <a:off x="611539" y="1496387"/>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2</a:t>
            </a:r>
          </a:p>
        </p:txBody>
      </p:sp>
      <p:pic>
        <p:nvPicPr>
          <p:cNvPr id="20" name="Picture 32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89475" y="1882331"/>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Oval 333"/>
          <p:cNvSpPr>
            <a:spLocks noChangeArrowheads="1"/>
          </p:cNvSpPr>
          <p:nvPr/>
        </p:nvSpPr>
        <p:spPr bwMode="auto">
          <a:xfrm>
            <a:off x="3759902" y="2070510"/>
            <a:ext cx="78866" cy="8730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2" name="Oval 335"/>
          <p:cNvSpPr>
            <a:spLocks noChangeArrowheads="1"/>
          </p:cNvSpPr>
          <p:nvPr/>
        </p:nvSpPr>
        <p:spPr bwMode="auto">
          <a:xfrm>
            <a:off x="2580427"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3" name="Oval 337"/>
          <p:cNvSpPr>
            <a:spLocks noChangeArrowheads="1"/>
          </p:cNvSpPr>
          <p:nvPr/>
        </p:nvSpPr>
        <p:spPr bwMode="auto">
          <a:xfrm>
            <a:off x="6621839" y="208409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4" name="Oval 338"/>
          <p:cNvSpPr>
            <a:spLocks noChangeArrowheads="1"/>
          </p:cNvSpPr>
          <p:nvPr/>
        </p:nvSpPr>
        <p:spPr bwMode="auto">
          <a:xfrm>
            <a:off x="5524734" y="2080210"/>
            <a:ext cx="78865" cy="8729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sp>
        <p:nvSpPr>
          <p:cNvPr id="29" name="Text Box 351"/>
          <p:cNvSpPr txBox="1">
            <a:spLocks noChangeArrowheads="1"/>
          </p:cNvSpPr>
          <p:nvPr/>
        </p:nvSpPr>
        <p:spPr bwMode="auto">
          <a:xfrm>
            <a:off x="909703" y="2489235"/>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89"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67305" y="149849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12590" y="2456644"/>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1134099" y="3241221"/>
            <a:ext cx="7012669" cy="1493807"/>
          </a:xfrm>
          <a:prstGeom prst="rect">
            <a:avLst/>
          </a:prstGeom>
        </p:spPr>
        <p:txBody>
          <a:bodyPr wrap="square">
            <a:spAutoFit/>
          </a:bodyPr>
          <a:lstStyle/>
          <a:p>
            <a:pPr marL="285750" indent="-285750">
              <a:lnSpc>
                <a:spcPts val="2800"/>
              </a:lnSpc>
              <a:buClr>
                <a:srgbClr val="990099"/>
              </a:buClr>
              <a:buFont typeface="Wingdings" panose="05000000000000000000" pitchFamily="2" charset="2"/>
              <a:buChar char="l"/>
            </a:pP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zh-CN" altLang="en-US" b="1" dirty="0">
                <a:latin typeface="微软雅黑" pitchFamily="34" charset="-122"/>
                <a:ea typeface="微软雅黑" pitchFamily="34" charset="-122"/>
              </a:rPr>
              <a:t>也必须用</a:t>
            </a:r>
            <a:r>
              <a:rPr lang="en-US" altLang="zh-CN" b="1" dirty="0">
                <a:latin typeface="微软雅黑" pitchFamily="34" charset="-122"/>
                <a:ea typeface="微软雅黑" pitchFamily="34" charset="-122"/>
              </a:rPr>
              <a:t>ARP</a:t>
            </a:r>
            <a:r>
              <a:rPr lang="zh-CN" altLang="en-US" b="1" dirty="0">
                <a:latin typeface="微软雅黑" pitchFamily="34" charset="-122"/>
                <a:ea typeface="微软雅黑" pitchFamily="34" charset="-122"/>
              </a:rPr>
              <a:t>找到路由器</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zh-CN" altLang="en-US" b="1" dirty="0">
                <a:latin typeface="微软雅黑" pitchFamily="34" charset="-122"/>
                <a:ea typeface="微软雅黑" pitchFamily="34" charset="-122"/>
              </a:rPr>
              <a:t>的</a:t>
            </a:r>
            <a:r>
              <a:rPr lang="en-US" altLang="zh-CN" b="1" dirty="0">
                <a:latin typeface="微软雅黑" pitchFamily="34" charset="-122"/>
                <a:ea typeface="微软雅黑" pitchFamily="34" charset="-122"/>
              </a:rPr>
              <a:t>MAC</a:t>
            </a:r>
            <a:r>
              <a:rPr lang="zh-CN" altLang="en-US" b="1" dirty="0">
                <a:latin typeface="微软雅黑" pitchFamily="34" charset="-122"/>
                <a:ea typeface="微软雅黑" pitchFamily="34" charset="-122"/>
              </a:rPr>
              <a:t>地址，再将数据报转发给</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285750" indent="-285750">
              <a:lnSpc>
                <a:spcPts val="2800"/>
              </a:lnSpc>
              <a:buClr>
                <a:srgbClr val="990099"/>
              </a:buClr>
              <a:buFont typeface="Wingdings" panose="05000000000000000000" pitchFamily="2" charset="2"/>
              <a:buChar char="l"/>
            </a:pPr>
            <a:r>
              <a:rPr lang="zh-CN" altLang="en-US" b="1" dirty="0">
                <a:latin typeface="微软雅黑" pitchFamily="34" charset="-122"/>
                <a:ea typeface="微软雅黑" pitchFamily="34" charset="-122"/>
              </a:rPr>
              <a:t>最后</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zh-CN" altLang="en-US" b="1" dirty="0">
                <a:latin typeface="微软雅黑" pitchFamily="34" charset="-122"/>
                <a:ea typeface="微软雅黑" pitchFamily="34" charset="-122"/>
              </a:rPr>
              <a:t>使用</a:t>
            </a:r>
            <a:r>
              <a:rPr lang="en-US" altLang="zh-CN" b="1" dirty="0">
                <a:latin typeface="微软雅黑" pitchFamily="34" charset="-122"/>
                <a:ea typeface="微软雅黑" pitchFamily="34" charset="-122"/>
              </a:rPr>
              <a:t>ARP</a:t>
            </a:r>
            <a:r>
              <a:rPr lang="zh-CN" altLang="en-US" b="1" dirty="0">
                <a:latin typeface="微软雅黑" pitchFamily="34" charset="-122"/>
                <a:ea typeface="微软雅黑" pitchFamily="34" charset="-122"/>
              </a:rPr>
              <a:t>找到主机</a:t>
            </a:r>
            <a:r>
              <a:rPr lang="en-US" altLang="zh-CN" b="1" dirty="0">
                <a:latin typeface="微软雅黑" pitchFamily="34" charset="-122"/>
                <a:ea typeface="微软雅黑" pitchFamily="34" charset="-122"/>
              </a:rPr>
              <a:t>H</a:t>
            </a:r>
            <a:r>
              <a:rPr lang="en-US" altLang="zh-CN" b="1" baseline="-25000" dirty="0">
                <a:latin typeface="微软雅黑" pitchFamily="34" charset="-122"/>
                <a:ea typeface="微软雅黑" pitchFamily="34" charset="-122"/>
              </a:rPr>
              <a:t>3</a:t>
            </a:r>
            <a:r>
              <a:rPr lang="zh-CN" altLang="en-US" b="1" dirty="0">
                <a:latin typeface="微软雅黑" pitchFamily="34" charset="-122"/>
                <a:ea typeface="微软雅黑" pitchFamily="34" charset="-122"/>
              </a:rPr>
              <a:t>的</a:t>
            </a:r>
            <a:r>
              <a:rPr lang="en-US" altLang="zh-CN" b="1" dirty="0">
                <a:latin typeface="微软雅黑" pitchFamily="34" charset="-122"/>
                <a:ea typeface="微软雅黑" pitchFamily="34" charset="-122"/>
              </a:rPr>
              <a:t>MAC</a:t>
            </a:r>
            <a:r>
              <a:rPr lang="zh-CN" altLang="en-US" b="1" dirty="0">
                <a:latin typeface="微软雅黑" pitchFamily="34" charset="-122"/>
                <a:ea typeface="微软雅黑" pitchFamily="34" charset="-122"/>
              </a:rPr>
              <a:t>地址，把数据报交付同一个局域网上的主机</a:t>
            </a:r>
            <a:r>
              <a:rPr lang="en-US" altLang="zh-CN" b="1" dirty="0">
                <a:latin typeface="微软雅黑" pitchFamily="34" charset="-122"/>
                <a:ea typeface="微软雅黑" pitchFamily="34" charset="-122"/>
              </a:rPr>
              <a:t>H</a:t>
            </a:r>
            <a:r>
              <a:rPr lang="en-US" altLang="zh-CN" b="1" baseline="-25000" dirty="0">
                <a:latin typeface="微软雅黑" pitchFamily="34" charset="-122"/>
                <a:ea typeface="微软雅黑" pitchFamily="34" charset="-122"/>
              </a:rPr>
              <a:t>3</a:t>
            </a:r>
            <a:r>
              <a:rPr lang="zh-CN" altLang="en-US" b="1" dirty="0">
                <a:latin typeface="微软雅黑" pitchFamily="34" charset="-122"/>
                <a:ea typeface="微软雅黑" pitchFamily="34" charset="-122"/>
              </a:rPr>
              <a:t>。</a:t>
            </a:r>
          </a:p>
        </p:txBody>
      </p:sp>
      <p:sp>
        <p:nvSpPr>
          <p:cNvPr id="3" name="任意多边形: 形状 2">
            <a:extLst>
              <a:ext uri="{FF2B5EF4-FFF2-40B4-BE49-F238E27FC236}">
                <a16:creationId xmlns:a16="http://schemas.microsoft.com/office/drawing/2014/main" id="{4909A43A-DEFB-F5BC-0EE6-09964A0B1DB3}"/>
              </a:ext>
            </a:extLst>
          </p:cNvPr>
          <p:cNvSpPr/>
          <p:nvPr/>
        </p:nvSpPr>
        <p:spPr>
          <a:xfrm flipV="1">
            <a:off x="1651502" y="2086595"/>
            <a:ext cx="1354970" cy="611623"/>
          </a:xfrm>
          <a:custGeom>
            <a:avLst/>
            <a:gdLst>
              <a:gd name="csX0" fmla="*/ 0 w 427703"/>
              <a:gd name="csY0" fmla="*/ 0 h 894735"/>
              <a:gd name="csX1" fmla="*/ 117987 w 427703"/>
              <a:gd name="csY1" fmla="*/ 452284 h 894735"/>
              <a:gd name="csX2" fmla="*/ 427703 w 427703"/>
              <a:gd name="csY2" fmla="*/ 894735 h 894735"/>
            </a:gdLst>
            <a:ahLst/>
            <a:cxnLst>
              <a:cxn ang="0">
                <a:pos x="csX0" y="csY0"/>
              </a:cxn>
              <a:cxn ang="0">
                <a:pos x="csX1" y="csY1"/>
              </a:cxn>
              <a:cxn ang="0">
                <a:pos x="csX2" y="csY2"/>
              </a:cxn>
            </a:cxnLst>
            <a:rect l="l" t="t" r="r" b="b"/>
            <a:pathLst>
              <a:path w="427703" h="894735">
                <a:moveTo>
                  <a:pt x="0" y="0"/>
                </a:moveTo>
                <a:cubicBezTo>
                  <a:pt x="23351" y="151581"/>
                  <a:pt x="46703" y="303162"/>
                  <a:pt x="117987" y="452284"/>
                </a:cubicBezTo>
                <a:cubicBezTo>
                  <a:pt x="189271" y="601407"/>
                  <a:pt x="367890" y="815258"/>
                  <a:pt x="427703" y="894735"/>
                </a:cubicBezTo>
              </a:path>
            </a:pathLst>
          </a:cu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p>
        </p:txBody>
      </p:sp>
      <p:pic>
        <p:nvPicPr>
          <p:cNvPr id="4" name="Picture 246" descr="jisuanji">
            <a:extLst>
              <a:ext uri="{FF2B5EF4-FFF2-40B4-BE49-F238E27FC236}">
                <a16:creationId xmlns:a16="http://schemas.microsoft.com/office/drawing/2014/main" id="{B960EFF2-D4DD-9E9D-9016-A6202FC0C22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70405" y="2403244"/>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353">
            <a:extLst>
              <a:ext uri="{FF2B5EF4-FFF2-40B4-BE49-F238E27FC236}">
                <a16:creationId xmlns:a16="http://schemas.microsoft.com/office/drawing/2014/main" id="{94BCAB23-623E-B017-B5B7-7A3F90642232}"/>
              </a:ext>
            </a:extLst>
          </p:cNvPr>
          <p:cNvSpPr txBox="1">
            <a:spLocks noChangeArrowheads="1"/>
          </p:cNvSpPr>
          <p:nvPr/>
        </p:nvSpPr>
        <p:spPr bwMode="auto">
          <a:xfrm>
            <a:off x="7322145" y="2670399"/>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sp>
        <p:nvSpPr>
          <p:cNvPr id="25" name="任意多边形: 形状 24">
            <a:extLst>
              <a:ext uri="{FF2B5EF4-FFF2-40B4-BE49-F238E27FC236}">
                <a16:creationId xmlns:a16="http://schemas.microsoft.com/office/drawing/2014/main" id="{A1B1E35B-8E4F-4C60-205C-E693CBECB34B}"/>
              </a:ext>
            </a:extLst>
          </p:cNvPr>
          <p:cNvSpPr/>
          <p:nvPr/>
        </p:nvSpPr>
        <p:spPr>
          <a:xfrm>
            <a:off x="1620171" y="2708690"/>
            <a:ext cx="6322142" cy="14748"/>
          </a:xfrm>
          <a:custGeom>
            <a:avLst/>
            <a:gdLst>
              <a:gd name="csX0" fmla="*/ 0 w 6322142"/>
              <a:gd name="csY0" fmla="*/ 14748 h 14748"/>
              <a:gd name="csX1" fmla="*/ 6322142 w 6322142"/>
              <a:gd name="csY1" fmla="*/ 0 h 14748"/>
            </a:gdLst>
            <a:ahLst/>
            <a:cxnLst>
              <a:cxn ang="0">
                <a:pos x="csX0" y="csY0"/>
              </a:cxn>
              <a:cxn ang="0">
                <a:pos x="csX1" y="csY1"/>
              </a:cxn>
            </a:cxnLst>
            <a:rect l="l" t="t" r="r" b="b"/>
            <a:pathLst>
              <a:path w="6322142" h="14748">
                <a:moveTo>
                  <a:pt x="0" y="14748"/>
                </a:moveTo>
                <a:lnTo>
                  <a:pt x="6322142" y="0"/>
                </a:lnTo>
              </a:path>
            </a:pathLst>
          </a:custGeom>
          <a:ln>
            <a:prstDash val="sysDash"/>
            <a:headEnd type="none" w="med" len="med"/>
            <a:tailEnd type="triangl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p>
        </p:txBody>
      </p:sp>
      <p:cxnSp>
        <p:nvCxnSpPr>
          <p:cNvPr id="27" name="直接箭头连接符 26">
            <a:extLst>
              <a:ext uri="{FF2B5EF4-FFF2-40B4-BE49-F238E27FC236}">
                <a16:creationId xmlns:a16="http://schemas.microsoft.com/office/drawing/2014/main" id="{081EC1F2-6266-77BB-345B-78F335A9712C}"/>
              </a:ext>
            </a:extLst>
          </p:cNvPr>
          <p:cNvCxnSpPr>
            <a:cxnSpLocks/>
          </p:cNvCxnSpPr>
          <p:nvPr/>
        </p:nvCxnSpPr>
        <p:spPr>
          <a:xfrm>
            <a:off x="3475703" y="2112220"/>
            <a:ext cx="2584486" cy="0"/>
          </a:xfrm>
          <a:prstGeom prst="straightConnector1">
            <a:avLst/>
          </a:pr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cxnSp>
      <p:sp>
        <p:nvSpPr>
          <p:cNvPr id="93" name="任意多边形: 形状 92">
            <a:extLst>
              <a:ext uri="{FF2B5EF4-FFF2-40B4-BE49-F238E27FC236}">
                <a16:creationId xmlns:a16="http://schemas.microsoft.com/office/drawing/2014/main" id="{6CBEFECB-319B-F567-91DE-06CD696C2AEB}"/>
              </a:ext>
            </a:extLst>
          </p:cNvPr>
          <p:cNvSpPr/>
          <p:nvPr/>
        </p:nvSpPr>
        <p:spPr>
          <a:xfrm>
            <a:off x="6361471" y="2088597"/>
            <a:ext cx="1582994" cy="497287"/>
          </a:xfrm>
          <a:custGeom>
            <a:avLst/>
            <a:gdLst>
              <a:gd name="csX0" fmla="*/ 0 w 1582994"/>
              <a:gd name="csY0" fmla="*/ 5674 h 497287"/>
              <a:gd name="csX1" fmla="*/ 835742 w 1582994"/>
              <a:gd name="csY1" fmla="*/ 69584 h 497287"/>
              <a:gd name="csX2" fmla="*/ 1582994 w 1582994"/>
              <a:gd name="csY2" fmla="*/ 497287 h 497287"/>
            </a:gdLst>
            <a:ahLst/>
            <a:cxnLst>
              <a:cxn ang="0">
                <a:pos x="csX0" y="csY0"/>
              </a:cxn>
              <a:cxn ang="0">
                <a:pos x="csX1" y="csY1"/>
              </a:cxn>
              <a:cxn ang="0">
                <a:pos x="csX2" y="csY2"/>
              </a:cxn>
            </a:cxnLst>
            <a:rect l="l" t="t" r="r" b="b"/>
            <a:pathLst>
              <a:path w="1582994" h="497287">
                <a:moveTo>
                  <a:pt x="0" y="5674"/>
                </a:moveTo>
                <a:cubicBezTo>
                  <a:pt x="285955" y="-3339"/>
                  <a:pt x="571910" y="-12351"/>
                  <a:pt x="835742" y="69584"/>
                </a:cubicBezTo>
                <a:cubicBezTo>
                  <a:pt x="1099574" y="151519"/>
                  <a:pt x="1341284" y="324403"/>
                  <a:pt x="1582994" y="497287"/>
                </a:cubicBezTo>
              </a:path>
            </a:pathLst>
          </a:cu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2216859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par>
                                <p:cTn id="10" presetID="22" presetClass="entr" presetSubtype="8" fill="hold" nodeType="with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wipe(left)">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fade">
                                      <p:cBhvr>
                                        <p:cTn id="17" dur="1000"/>
                                        <p:tgtEl>
                                          <p:spTgt spid="2">
                                            <p:txEl>
                                              <p:pRg st="1" end="1"/>
                                            </p:txEl>
                                          </p:spTgt>
                                        </p:tgtEl>
                                      </p:cBhvr>
                                    </p:animEffect>
                                    <p:anim calcmode="lin" valueType="num">
                                      <p:cBhvr>
                                        <p:cTn id="18"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9" dur="1000" fill="hold"/>
                                        <p:tgtEl>
                                          <p:spTgt spid="2">
                                            <p:txEl>
                                              <p:pRg st="1" end="1"/>
                                            </p:txEl>
                                          </p:spTgt>
                                        </p:tgtEl>
                                        <p:attrNameLst>
                                          <p:attrName>ppt_y</p:attrName>
                                        </p:attrNameLst>
                                      </p:cBhvr>
                                      <p:tavLst>
                                        <p:tav tm="0">
                                          <p:val>
                                            <p:strVal val="#ppt_y+.1"/>
                                          </p:val>
                                        </p:tav>
                                        <p:tav tm="100000">
                                          <p:val>
                                            <p:strVal val="#ppt_y"/>
                                          </p:val>
                                        </p:tav>
                                      </p:tavLst>
                                    </p:anim>
                                  </p:childTnLst>
                                </p:cTn>
                              </p:par>
                              <p:par>
                                <p:cTn id="20" presetID="22" presetClass="entr" presetSubtype="8" fill="hold" grpId="0" nodeType="withEffect">
                                  <p:stCondLst>
                                    <p:cond delay="0"/>
                                  </p:stCondLst>
                                  <p:childTnLst>
                                    <p:set>
                                      <p:cBhvr>
                                        <p:cTn id="21" dur="1" fill="hold">
                                          <p:stCondLst>
                                            <p:cond delay="0"/>
                                          </p:stCondLst>
                                        </p:cTn>
                                        <p:tgtEl>
                                          <p:spTgt spid="93"/>
                                        </p:tgtEl>
                                        <p:attrNameLst>
                                          <p:attrName>style.visibility</p:attrName>
                                        </p:attrNameLst>
                                      </p:cBhvr>
                                      <p:to>
                                        <p:strVal val="visible"/>
                                      </p:to>
                                    </p:set>
                                    <p:animEffect transition="in" filter="wipe(left)">
                                      <p:cBhvr>
                                        <p:cTn id="22"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P spid="93"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AutoShape 5"/>
          <p:cNvSpPr>
            <a:spLocks noChangeArrowheads="1"/>
          </p:cNvSpPr>
          <p:nvPr/>
        </p:nvSpPr>
        <p:spPr bwMode="auto">
          <a:xfrm>
            <a:off x="556963" y="60232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98" name="Rectangle 6"/>
          <p:cNvSpPr>
            <a:spLocks noChangeArrowheads="1"/>
          </p:cNvSpPr>
          <p:nvPr/>
        </p:nvSpPr>
        <p:spPr bwMode="auto">
          <a:xfrm>
            <a:off x="1957524" y="569114"/>
            <a:ext cx="52476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rgbClr val="FFFF00"/>
                </a:solidFill>
                <a:latin typeface="微软雅黑" pitchFamily="34" charset="-122"/>
                <a:ea typeface="微软雅黑" pitchFamily="34" charset="-122"/>
              </a:rPr>
              <a:t>为什么我们不直接使用</a:t>
            </a:r>
            <a:r>
              <a:rPr lang="en-US" altLang="zh-CN" sz="2000" b="1" dirty="0">
                <a:solidFill>
                  <a:srgbClr val="FFFF00"/>
                </a:solidFill>
                <a:latin typeface="微软雅黑" pitchFamily="34" charset="-122"/>
                <a:ea typeface="微软雅黑" pitchFamily="34" charset="-122"/>
              </a:rPr>
              <a:t>MAC</a:t>
            </a:r>
            <a:r>
              <a:rPr lang="zh-CN" altLang="en-US" sz="2000" b="1" dirty="0">
                <a:solidFill>
                  <a:srgbClr val="FFFF00"/>
                </a:solidFill>
                <a:latin typeface="微软雅黑" pitchFamily="34" charset="-122"/>
                <a:ea typeface="微软雅黑" pitchFamily="34" charset="-122"/>
              </a:rPr>
              <a:t>地址进行通信 ？</a:t>
            </a:r>
          </a:p>
        </p:txBody>
      </p:sp>
      <p:sp>
        <p:nvSpPr>
          <p:cNvPr id="5" name="Rectangle 68"/>
          <p:cNvSpPr>
            <a:spLocks noChangeArrowheads="1"/>
          </p:cNvSpPr>
          <p:nvPr/>
        </p:nvSpPr>
        <p:spPr bwMode="auto">
          <a:xfrm>
            <a:off x="556963" y="962998"/>
            <a:ext cx="8048776" cy="32696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全世界存在着多种网络，它们可能使用不同的</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地址。</a:t>
            </a:r>
            <a:endParaRPr lang="en-US" altLang="zh-CN" sz="2000" b="1" dirty="0">
              <a:latin typeface="微软雅黑" pitchFamily="34" charset="-122"/>
              <a:ea typeface="微软雅黑" pitchFamily="34" charset="-122"/>
            </a:endParaRPr>
          </a:p>
          <a:p>
            <a:pPr marL="268288" indent="-268288">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异构网络互相通信就必须进行非常复杂的</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地址转换工作。</a:t>
            </a:r>
            <a:endParaRPr lang="en-US" altLang="zh-CN" sz="2000" b="1" dirty="0">
              <a:latin typeface="微软雅黑" pitchFamily="34" charset="-122"/>
              <a:ea typeface="微软雅黑" pitchFamily="34" charset="-122"/>
            </a:endParaRPr>
          </a:p>
          <a:p>
            <a:pPr marL="268288" indent="-268288">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对分布在全世界的以太网</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地址进行寻址是极其困难的。</a:t>
            </a:r>
            <a:endParaRPr lang="en-US" altLang="zh-CN" sz="2000" b="1" dirty="0">
              <a:latin typeface="微软雅黑" pitchFamily="34" charset="-122"/>
              <a:ea typeface="微软雅黑" pitchFamily="34" charset="-122"/>
            </a:endParaRPr>
          </a:p>
          <a:p>
            <a:pPr marL="268288" indent="-268288">
              <a:lnSpc>
                <a:spcPct val="150000"/>
              </a:lnSpc>
              <a:buClr>
                <a:srgbClr val="0070C0"/>
              </a:buClr>
              <a:buFont typeface="Wingdings" pitchFamily="2" charset="2"/>
              <a:buChar char="l"/>
            </a:pP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编址把这个复杂问题解决了：连接到互联网的主机只需各自拥有一个</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地址，它们之间就能够通信，即使必须多次调用</a:t>
            </a:r>
            <a:r>
              <a:rPr lang="en-US" altLang="zh-CN" sz="2000" b="1" dirty="0">
                <a:latin typeface="微软雅黑" pitchFamily="34" charset="-122"/>
                <a:ea typeface="微软雅黑" pitchFamily="34" charset="-122"/>
              </a:rPr>
              <a:t>ARP</a:t>
            </a:r>
            <a:r>
              <a:rPr lang="zh-CN" altLang="en-US" sz="2000" b="1" dirty="0">
                <a:latin typeface="微软雅黑" pitchFamily="34" charset="-122"/>
                <a:ea typeface="微软雅黑" pitchFamily="34" charset="-122"/>
              </a:rPr>
              <a:t>来解析出所需的</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地址，但这些过程都是由计算机软件自动进行的，对用户来说是看不见的。</a:t>
            </a:r>
            <a:endParaRPr lang="zh-CN" altLang="en-US" sz="2000" b="1" dirty="0">
              <a:solidFill>
                <a:srgbClr val="0000FF"/>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857102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anim calcmode="lin" valueType="num">
                                      <p:cBhvr>
                                        <p:cTn id="8"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xEl>
                                              <p:pRg st="1" end="1"/>
                                            </p:txEl>
                                          </p:spTgt>
                                        </p:tgtEl>
                                        <p:attrNameLst>
                                          <p:attrName>style.visibility</p:attrName>
                                        </p:attrNameLst>
                                      </p:cBhvr>
                                      <p:to>
                                        <p:strVal val="visible"/>
                                      </p:to>
                                    </p:set>
                                    <p:animEffect transition="in" filter="fade">
                                      <p:cBhvr>
                                        <p:cTn id="14" dur="1000"/>
                                        <p:tgtEl>
                                          <p:spTgt spid="5">
                                            <p:txEl>
                                              <p:pRg st="1" end="1"/>
                                            </p:txEl>
                                          </p:spTgt>
                                        </p:tgtEl>
                                      </p:cBhvr>
                                    </p:animEffect>
                                    <p:anim calcmode="lin" valueType="num">
                                      <p:cBhvr>
                                        <p:cTn id="15"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xEl>
                                              <p:pRg st="2" end="2"/>
                                            </p:txEl>
                                          </p:spTgt>
                                        </p:tgtEl>
                                        <p:attrNameLst>
                                          <p:attrName>style.visibility</p:attrName>
                                        </p:attrNameLst>
                                      </p:cBhvr>
                                      <p:to>
                                        <p:strVal val="visible"/>
                                      </p:to>
                                    </p:set>
                                    <p:animEffect transition="in" filter="fade">
                                      <p:cBhvr>
                                        <p:cTn id="21" dur="1000"/>
                                        <p:tgtEl>
                                          <p:spTgt spid="5">
                                            <p:txEl>
                                              <p:pRg st="2" end="2"/>
                                            </p:txEl>
                                          </p:spTgt>
                                        </p:tgtEl>
                                      </p:cBhvr>
                                    </p:animEffect>
                                    <p:anim calcmode="lin" valueType="num">
                                      <p:cBhvr>
                                        <p:cTn id="22" dur="10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5">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5">
                                            <p:txEl>
                                              <p:pRg st="3" end="3"/>
                                            </p:txEl>
                                          </p:spTgt>
                                        </p:tgtEl>
                                        <p:attrNameLst>
                                          <p:attrName>style.visibility</p:attrName>
                                        </p:attrNameLst>
                                      </p:cBhvr>
                                      <p:to>
                                        <p:strVal val="visible"/>
                                      </p:to>
                                    </p:set>
                                    <p:animEffect transition="in" filter="fade">
                                      <p:cBhvr>
                                        <p:cTn id="28" dur="1000"/>
                                        <p:tgtEl>
                                          <p:spTgt spid="5">
                                            <p:txEl>
                                              <p:pRg st="3" end="3"/>
                                            </p:txEl>
                                          </p:spTgt>
                                        </p:tgtEl>
                                      </p:cBhvr>
                                    </p:animEffect>
                                    <p:anim calcmode="lin" valueType="num">
                                      <p:cBhvr>
                                        <p:cTn id="29" dur="1000" fill="hold"/>
                                        <p:tgtEl>
                                          <p:spTgt spid="5">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5">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59937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95101" y="567302"/>
            <a:ext cx="335380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4.1.7  IP </a:t>
            </a:r>
            <a:r>
              <a:rPr lang="zh-CN" altLang="en-US" sz="2400" b="1" dirty="0">
                <a:solidFill>
                  <a:schemeClr val="bg1"/>
                </a:solidFill>
                <a:latin typeface="微软雅黑" pitchFamily="34" charset="-122"/>
                <a:ea typeface="微软雅黑" pitchFamily="34" charset="-122"/>
              </a:rPr>
              <a:t>数据报的格式</a:t>
            </a:r>
          </a:p>
        </p:txBody>
      </p:sp>
      <p:sp>
        <p:nvSpPr>
          <p:cNvPr id="8" name="圆角矩形 7"/>
          <p:cNvSpPr/>
          <p:nvPr/>
        </p:nvSpPr>
        <p:spPr>
          <a:xfrm>
            <a:off x="974360" y="1045561"/>
            <a:ext cx="7255240" cy="367155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Rectangle 10"/>
          <p:cNvSpPr>
            <a:spLocks noChangeArrowheads="1"/>
          </p:cNvSpPr>
          <p:nvPr/>
        </p:nvSpPr>
        <p:spPr bwMode="auto">
          <a:xfrm>
            <a:off x="2252366" y="1757022"/>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804398" y="1762924"/>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805213" y="1998740"/>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731621" y="2972145"/>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Line 6"/>
          <p:cNvSpPr>
            <a:spLocks noChangeShapeType="1"/>
          </p:cNvSpPr>
          <p:nvPr/>
        </p:nvSpPr>
        <p:spPr bwMode="auto">
          <a:xfrm>
            <a:off x="2992453" y="4299261"/>
            <a:ext cx="345171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 name="Rectangle 90"/>
          <p:cNvSpPr>
            <a:spLocks noChangeArrowheads="1"/>
          </p:cNvSpPr>
          <p:nvPr/>
        </p:nvSpPr>
        <p:spPr bwMode="auto">
          <a:xfrm>
            <a:off x="2973243" y="3893287"/>
            <a:ext cx="917019" cy="264116"/>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Rectangle 11"/>
          <p:cNvSpPr>
            <a:spLocks noChangeArrowheads="1"/>
          </p:cNvSpPr>
          <p:nvPr/>
        </p:nvSpPr>
        <p:spPr bwMode="auto">
          <a:xfrm>
            <a:off x="2261466" y="3317457"/>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249333" y="2022072"/>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249333" y="22824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249333" y="25437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249333" y="28013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249333" y="30626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66072"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536811"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536811" y="2288056"/>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749651" y="1761689"/>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6005371" y="3059873"/>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60230" y="2027672"/>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215970"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811476"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445402"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8797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95522"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94369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7034617"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311007" y="1762924"/>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87059" y="2028277"/>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436378" y="2280891"/>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93201" y="228089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65342" y="2028277"/>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81986" y="1762924"/>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526438" y="1762924"/>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845627" y="2028277"/>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306662" y="304741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302695" y="2280891"/>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44" name="Rectangle 40"/>
          <p:cNvSpPr>
            <a:spLocks noChangeArrowheads="1"/>
          </p:cNvSpPr>
          <p:nvPr/>
        </p:nvSpPr>
        <p:spPr bwMode="auto">
          <a:xfrm>
            <a:off x="4341189" y="2543292"/>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78410" y="2802742"/>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947967" y="3047411"/>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915688" y="1525571"/>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209902" y="3159734"/>
            <a:ext cx="83917" cy="41064"/>
            <a:chOff x="833" y="3024"/>
            <a:chExt cx="78" cy="51"/>
          </a:xfrm>
        </p:grpSpPr>
        <p:sp>
          <p:nvSpPr>
            <p:cNvPr id="49"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0"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1"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52" name="Group 50"/>
          <p:cNvGrpSpPr>
            <a:grpSpLocks/>
          </p:cNvGrpSpPr>
          <p:nvPr/>
        </p:nvGrpSpPr>
        <p:grpSpPr bwMode="auto">
          <a:xfrm>
            <a:off x="7220650" y="3165334"/>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6" name="Rectangle 75"/>
          <p:cNvSpPr>
            <a:spLocks noChangeArrowheads="1"/>
          </p:cNvSpPr>
          <p:nvPr/>
        </p:nvSpPr>
        <p:spPr bwMode="auto">
          <a:xfrm>
            <a:off x="3955981" y="3388536"/>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7" name="Rectangle 80"/>
          <p:cNvSpPr>
            <a:spLocks noChangeArrowheads="1"/>
          </p:cNvSpPr>
          <p:nvPr/>
        </p:nvSpPr>
        <p:spPr bwMode="auto">
          <a:xfrm>
            <a:off x="3890261" y="3893287"/>
            <a:ext cx="2536716" cy="264116"/>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Rectangle 82"/>
          <p:cNvSpPr>
            <a:spLocks noChangeArrowheads="1"/>
          </p:cNvSpPr>
          <p:nvPr/>
        </p:nvSpPr>
        <p:spPr bwMode="auto">
          <a:xfrm>
            <a:off x="4253229" y="3888923"/>
            <a:ext cx="197154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数       据       部       分</a:t>
            </a:r>
          </a:p>
        </p:txBody>
      </p:sp>
      <p:sp>
        <p:nvSpPr>
          <p:cNvPr id="59" name="Rectangle 83"/>
          <p:cNvSpPr>
            <a:spLocks noChangeArrowheads="1"/>
          </p:cNvSpPr>
          <p:nvPr/>
        </p:nvSpPr>
        <p:spPr bwMode="auto">
          <a:xfrm>
            <a:off x="3110745" y="3888923"/>
            <a:ext cx="62998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首   部</a:t>
            </a:r>
          </a:p>
        </p:txBody>
      </p:sp>
      <p:sp>
        <p:nvSpPr>
          <p:cNvPr id="60" name="Rectangle 85"/>
          <p:cNvSpPr>
            <a:spLocks noChangeArrowheads="1"/>
          </p:cNvSpPr>
          <p:nvPr/>
        </p:nvSpPr>
        <p:spPr bwMode="auto">
          <a:xfrm>
            <a:off x="4254238" y="4178869"/>
            <a:ext cx="902898" cy="293871"/>
          </a:xfrm>
          <a:prstGeom prst="rect">
            <a:avLst/>
          </a:prstGeom>
          <a:solidFill>
            <a:srgbClr val="C3E3F9"/>
          </a:solidFill>
          <a:ln>
            <a:noFill/>
          </a:ln>
          <a:effectLst/>
        </p:spPr>
        <p:txBody>
          <a:bodyPr wrap="none" lIns="90488" tIns="44450" rIns="90488" bIns="44450">
            <a:spAutoFit/>
          </a:bodyPr>
          <a:lstStyle/>
          <a:p>
            <a:pPr defTabSz="762000" eaLnBrk="0" hangingPunct="0"/>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sp>
        <p:nvSpPr>
          <p:cNvPr id="61" name="AutoShape 97"/>
          <p:cNvSpPr>
            <a:spLocks/>
          </p:cNvSpPr>
          <p:nvPr/>
        </p:nvSpPr>
        <p:spPr bwMode="auto">
          <a:xfrm>
            <a:off x="2097554" y="1786887"/>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2" name="Group 100"/>
          <p:cNvGrpSpPr>
            <a:grpSpLocks/>
          </p:cNvGrpSpPr>
          <p:nvPr/>
        </p:nvGrpSpPr>
        <p:grpSpPr bwMode="auto">
          <a:xfrm>
            <a:off x="1912655" y="4199400"/>
            <a:ext cx="1059578" cy="454504"/>
            <a:chOff x="380" y="3475"/>
            <a:chExt cx="1048" cy="487"/>
          </a:xfrm>
        </p:grpSpPr>
        <p:sp>
          <p:nvSpPr>
            <p:cNvPr id="63" name="Line 98"/>
            <p:cNvSpPr>
              <a:spLocks noChangeShapeType="1"/>
            </p:cNvSpPr>
            <p:nvPr/>
          </p:nvSpPr>
          <p:spPr bwMode="auto">
            <a:xfrm flipV="1">
              <a:off x="1428" y="3475"/>
              <a:ext cx="0" cy="48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4" name="Rectangle 99"/>
            <p:cNvSpPr>
              <a:spLocks noChangeArrowheads="1"/>
            </p:cNvSpPr>
            <p:nvPr/>
          </p:nvSpPr>
          <p:spPr bwMode="auto">
            <a:xfrm>
              <a:off x="380" y="3582"/>
              <a:ext cx="845" cy="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CC"/>
                  </a:solidFill>
                  <a:latin typeface="微软雅黑" pitchFamily="34" charset="-122"/>
                  <a:ea typeface="微软雅黑" pitchFamily="34" charset="-122"/>
                </a:rPr>
                <a:t>发送在前</a:t>
              </a:r>
            </a:p>
          </p:txBody>
        </p:sp>
      </p:grpSp>
      <p:sp>
        <p:nvSpPr>
          <p:cNvPr id="65" name="矩形 64"/>
          <p:cNvSpPr/>
          <p:nvPr/>
        </p:nvSpPr>
        <p:spPr>
          <a:xfrm>
            <a:off x="2920480" y="1127693"/>
            <a:ext cx="3321743" cy="338554"/>
          </a:xfrm>
          <a:prstGeom prst="rect">
            <a:avLst/>
          </a:prstGeom>
          <a:solidFill>
            <a:srgbClr val="0000CC"/>
          </a:solidFill>
          <a:ln w="9525">
            <a:noFill/>
            <a:miter lim="800000"/>
            <a:headEnd/>
            <a:tailEnd/>
          </a:ln>
          <a:effectLst/>
        </p:spPr>
        <p:txBody>
          <a:bodyPr wrap="none">
            <a:spAutoFit/>
          </a:bodyPr>
          <a:lstStyle/>
          <a:p>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数据报由</a:t>
            </a:r>
            <a:r>
              <a:rPr lang="zh-CN" altLang="en-US" sz="1600" b="1" dirty="0">
                <a:solidFill>
                  <a:srgbClr val="FFFF00"/>
                </a:solidFill>
                <a:latin typeface="微软雅黑" pitchFamily="34" charset="-122"/>
                <a:ea typeface="微软雅黑" pitchFamily="34" charset="-122"/>
              </a:rPr>
              <a:t>首部</a:t>
            </a:r>
            <a:r>
              <a:rPr lang="zh-CN" altLang="en-US" sz="1600" b="1" dirty="0">
                <a:solidFill>
                  <a:schemeClr val="bg1"/>
                </a:solidFill>
                <a:latin typeface="微软雅黑" pitchFamily="34" charset="-122"/>
                <a:ea typeface="微软雅黑" pitchFamily="34" charset="-122"/>
              </a:rPr>
              <a:t>和</a:t>
            </a:r>
            <a:r>
              <a:rPr lang="zh-CN" altLang="en-US" sz="1600" b="1" dirty="0">
                <a:solidFill>
                  <a:srgbClr val="FFFF00"/>
                </a:solidFill>
                <a:latin typeface="微软雅黑" pitchFamily="34" charset="-122"/>
                <a:ea typeface="微软雅黑" pitchFamily="34" charset="-122"/>
              </a:rPr>
              <a:t>数据</a:t>
            </a:r>
            <a:r>
              <a:rPr lang="zh-CN" altLang="en-US" sz="1600" b="1" dirty="0">
                <a:solidFill>
                  <a:schemeClr val="bg1"/>
                </a:solidFill>
                <a:latin typeface="微软雅黑" pitchFamily="34" charset="-122"/>
                <a:ea typeface="微软雅黑" pitchFamily="34" charset="-122"/>
              </a:rPr>
              <a:t>两部分组成</a:t>
            </a:r>
          </a:p>
        </p:txBody>
      </p:sp>
      <p:grpSp>
        <p:nvGrpSpPr>
          <p:cNvPr id="66" name="组合 65"/>
          <p:cNvGrpSpPr/>
          <p:nvPr/>
        </p:nvGrpSpPr>
        <p:grpSpPr>
          <a:xfrm>
            <a:off x="1444206" y="1744891"/>
            <a:ext cx="5822950" cy="2411581"/>
            <a:chOff x="1444206" y="1385131"/>
            <a:chExt cx="5822950" cy="2411581"/>
          </a:xfrm>
        </p:grpSpPr>
        <p:grpSp>
          <p:nvGrpSpPr>
            <p:cNvPr id="67" name="Group 94"/>
            <p:cNvGrpSpPr>
              <a:grpSpLocks/>
            </p:cNvGrpSpPr>
            <p:nvPr/>
          </p:nvGrpSpPr>
          <p:grpSpPr bwMode="auto">
            <a:xfrm>
              <a:off x="1444206" y="1385131"/>
              <a:ext cx="336679" cy="1566034"/>
              <a:chOff x="-127" y="845"/>
              <a:chExt cx="333" cy="1678"/>
            </a:xfrm>
          </p:grpSpPr>
          <p:sp>
            <p:nvSpPr>
              <p:cNvPr id="70"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71"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sp>
          <p:nvSpPr>
            <p:cNvPr id="68" name="Rectangle 92"/>
            <p:cNvSpPr>
              <a:spLocks noChangeArrowheads="1"/>
            </p:cNvSpPr>
            <p:nvPr/>
          </p:nvSpPr>
          <p:spPr bwMode="auto">
            <a:xfrm>
              <a:off x="2970210" y="3531662"/>
              <a:ext cx="925108" cy="26505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9" name="Rectangle 92"/>
            <p:cNvSpPr>
              <a:spLocks noChangeArrowheads="1"/>
            </p:cNvSpPr>
            <p:nvPr/>
          </p:nvSpPr>
          <p:spPr bwMode="auto">
            <a:xfrm>
              <a:off x="2248865" y="1397262"/>
              <a:ext cx="5018291" cy="1553323"/>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Tree>
    <p:custDataLst>
      <p:tags r:id="rId1"/>
    </p:custDataLst>
    <p:extLst>
      <p:ext uri="{BB962C8B-B14F-4D97-AF65-F5344CB8AC3E}">
        <p14:creationId xmlns:p14="http://schemas.microsoft.com/office/powerpoint/2010/main" val="6772896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1000"/>
                                        <p:tgtEl>
                                          <p:spTgt spid="65"/>
                                        </p:tgtEl>
                                      </p:cBhvr>
                                    </p:animEffect>
                                    <p:anim calcmode="lin" valueType="num">
                                      <p:cBhvr>
                                        <p:cTn id="8" dur="1000" fill="hold"/>
                                        <p:tgtEl>
                                          <p:spTgt spid="65"/>
                                        </p:tgtEl>
                                        <p:attrNameLst>
                                          <p:attrName>ppt_x</p:attrName>
                                        </p:attrNameLst>
                                      </p:cBhvr>
                                      <p:tavLst>
                                        <p:tav tm="0">
                                          <p:val>
                                            <p:strVal val="#ppt_x"/>
                                          </p:val>
                                        </p:tav>
                                        <p:tav tm="100000">
                                          <p:val>
                                            <p:strVal val="#ppt_x"/>
                                          </p:val>
                                        </p:tav>
                                      </p:tavLst>
                                    </p:anim>
                                    <p:anim calcmode="lin" valueType="num">
                                      <p:cBhvr>
                                        <p:cTn id="9" dur="1000" fill="hold"/>
                                        <p:tgtEl>
                                          <p:spTgt spid="65"/>
                                        </p:tgtEl>
                                        <p:attrNameLst>
                                          <p:attrName>ppt_y</p:attrName>
                                        </p:attrNameLst>
                                      </p:cBhvr>
                                      <p:tavLst>
                                        <p:tav tm="0">
                                          <p:val>
                                            <p:strVal val="#ppt_y+.1"/>
                                          </p:val>
                                        </p:tav>
                                        <p:tav tm="100000">
                                          <p:val>
                                            <p:strVal val="#ppt_y"/>
                                          </p:val>
                                        </p:tav>
                                      </p:tavLst>
                                    </p:anim>
                                  </p:childTnLst>
                                </p:cTn>
                              </p:par>
                              <p:par>
                                <p:cTn id="10" presetID="35" presetClass="emph" presetSubtype="0" repeatCount="3000" fill="hold" nodeType="withEffect">
                                  <p:stCondLst>
                                    <p:cond delay="500"/>
                                  </p:stCondLst>
                                  <p:childTnLst>
                                    <p:anim calcmode="discrete" valueType="str">
                                      <p:cBhvr>
                                        <p:cTn id="11" dur="1000" fill="hold"/>
                                        <p:tgtEl>
                                          <p:spTgt spid="6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59937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95101" y="567302"/>
            <a:ext cx="335380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4.1.7  IP </a:t>
            </a:r>
            <a:r>
              <a:rPr lang="zh-CN" altLang="en-US" sz="2400" b="1" dirty="0">
                <a:solidFill>
                  <a:schemeClr val="bg1"/>
                </a:solidFill>
                <a:latin typeface="微软雅黑" pitchFamily="34" charset="-122"/>
                <a:ea typeface="微软雅黑" pitchFamily="34" charset="-122"/>
              </a:rPr>
              <a:t>数据报的格式</a:t>
            </a:r>
          </a:p>
        </p:txBody>
      </p:sp>
      <p:sp>
        <p:nvSpPr>
          <p:cNvPr id="72" name="圆角矩形 71"/>
          <p:cNvSpPr/>
          <p:nvPr/>
        </p:nvSpPr>
        <p:spPr>
          <a:xfrm>
            <a:off x="959371" y="1045561"/>
            <a:ext cx="7254000" cy="367155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Rectangle 10"/>
          <p:cNvSpPr>
            <a:spLocks noChangeArrowheads="1"/>
          </p:cNvSpPr>
          <p:nvPr/>
        </p:nvSpPr>
        <p:spPr bwMode="auto">
          <a:xfrm>
            <a:off x="2252366" y="1757022"/>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4" name="Rectangle 44"/>
          <p:cNvSpPr>
            <a:spLocks noChangeArrowheads="1"/>
          </p:cNvSpPr>
          <p:nvPr/>
        </p:nvSpPr>
        <p:spPr bwMode="auto">
          <a:xfrm>
            <a:off x="2804398" y="1762924"/>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75" name="Rectangle 45"/>
          <p:cNvSpPr>
            <a:spLocks noChangeArrowheads="1"/>
          </p:cNvSpPr>
          <p:nvPr/>
        </p:nvSpPr>
        <p:spPr bwMode="auto">
          <a:xfrm>
            <a:off x="1805213" y="1998740"/>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76" name="Rectangle 54"/>
          <p:cNvSpPr>
            <a:spLocks noChangeArrowheads="1"/>
          </p:cNvSpPr>
          <p:nvPr/>
        </p:nvSpPr>
        <p:spPr bwMode="auto">
          <a:xfrm>
            <a:off x="1731621" y="2972145"/>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77" name="Line 6"/>
          <p:cNvSpPr>
            <a:spLocks noChangeShapeType="1"/>
          </p:cNvSpPr>
          <p:nvPr/>
        </p:nvSpPr>
        <p:spPr bwMode="auto">
          <a:xfrm>
            <a:off x="2992453" y="4299261"/>
            <a:ext cx="345171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78" name="Rectangle 90"/>
          <p:cNvSpPr>
            <a:spLocks noChangeArrowheads="1"/>
          </p:cNvSpPr>
          <p:nvPr/>
        </p:nvSpPr>
        <p:spPr bwMode="auto">
          <a:xfrm>
            <a:off x="2973243" y="3893287"/>
            <a:ext cx="917019" cy="264116"/>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9" name="Rectangle 11"/>
          <p:cNvSpPr>
            <a:spLocks noChangeArrowheads="1"/>
          </p:cNvSpPr>
          <p:nvPr/>
        </p:nvSpPr>
        <p:spPr bwMode="auto">
          <a:xfrm>
            <a:off x="2261466" y="3317457"/>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0" name="Line 12"/>
          <p:cNvSpPr>
            <a:spLocks noChangeShapeType="1"/>
          </p:cNvSpPr>
          <p:nvPr/>
        </p:nvSpPr>
        <p:spPr bwMode="auto">
          <a:xfrm>
            <a:off x="2249333" y="2022072"/>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1" name="Line 13"/>
          <p:cNvSpPr>
            <a:spLocks noChangeShapeType="1"/>
          </p:cNvSpPr>
          <p:nvPr/>
        </p:nvSpPr>
        <p:spPr bwMode="auto">
          <a:xfrm>
            <a:off x="2249333" y="22824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2" name="Line 14"/>
          <p:cNvSpPr>
            <a:spLocks noChangeShapeType="1"/>
          </p:cNvSpPr>
          <p:nvPr/>
        </p:nvSpPr>
        <p:spPr bwMode="auto">
          <a:xfrm>
            <a:off x="2249333" y="25437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3" name="Line 15"/>
          <p:cNvSpPr>
            <a:spLocks noChangeShapeType="1"/>
          </p:cNvSpPr>
          <p:nvPr/>
        </p:nvSpPr>
        <p:spPr bwMode="auto">
          <a:xfrm>
            <a:off x="2249333" y="28013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4" name="Line 16"/>
          <p:cNvSpPr>
            <a:spLocks noChangeShapeType="1"/>
          </p:cNvSpPr>
          <p:nvPr/>
        </p:nvSpPr>
        <p:spPr bwMode="auto">
          <a:xfrm>
            <a:off x="2249333" y="30626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5" name="Line 17"/>
          <p:cNvSpPr>
            <a:spLocks noChangeShapeType="1"/>
          </p:cNvSpPr>
          <p:nvPr/>
        </p:nvSpPr>
        <p:spPr bwMode="auto">
          <a:xfrm>
            <a:off x="2866072"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6" name="Line 18"/>
          <p:cNvSpPr>
            <a:spLocks noChangeShapeType="1"/>
          </p:cNvSpPr>
          <p:nvPr/>
        </p:nvSpPr>
        <p:spPr bwMode="auto">
          <a:xfrm>
            <a:off x="3536811"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7" name="Line 19"/>
          <p:cNvSpPr>
            <a:spLocks noChangeShapeType="1"/>
          </p:cNvSpPr>
          <p:nvPr/>
        </p:nvSpPr>
        <p:spPr bwMode="auto">
          <a:xfrm>
            <a:off x="3536811" y="2288056"/>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8" name="Line 20"/>
          <p:cNvSpPr>
            <a:spLocks noChangeShapeType="1"/>
          </p:cNvSpPr>
          <p:nvPr/>
        </p:nvSpPr>
        <p:spPr bwMode="auto">
          <a:xfrm>
            <a:off x="4749651" y="1761689"/>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9" name="Line 21"/>
          <p:cNvSpPr>
            <a:spLocks noChangeShapeType="1"/>
          </p:cNvSpPr>
          <p:nvPr/>
        </p:nvSpPr>
        <p:spPr bwMode="auto">
          <a:xfrm flipV="1">
            <a:off x="6005371" y="3059873"/>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0" name="Line 22"/>
          <p:cNvSpPr>
            <a:spLocks noChangeShapeType="1"/>
          </p:cNvSpPr>
          <p:nvPr/>
        </p:nvSpPr>
        <p:spPr bwMode="auto">
          <a:xfrm>
            <a:off x="5260230" y="2027672"/>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1" name="Rectangle 23"/>
          <p:cNvSpPr>
            <a:spLocks noChangeArrowheads="1"/>
          </p:cNvSpPr>
          <p:nvPr/>
        </p:nvSpPr>
        <p:spPr bwMode="auto">
          <a:xfrm>
            <a:off x="2215970"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92" name="Rectangle 24"/>
          <p:cNvSpPr>
            <a:spLocks noChangeArrowheads="1"/>
          </p:cNvSpPr>
          <p:nvPr/>
        </p:nvSpPr>
        <p:spPr bwMode="auto">
          <a:xfrm>
            <a:off x="2811476"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93" name="Rectangle 25"/>
          <p:cNvSpPr>
            <a:spLocks noChangeArrowheads="1"/>
          </p:cNvSpPr>
          <p:nvPr/>
        </p:nvSpPr>
        <p:spPr bwMode="auto">
          <a:xfrm>
            <a:off x="3445402"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94" name="Rectangle 26"/>
          <p:cNvSpPr>
            <a:spLocks noChangeArrowheads="1"/>
          </p:cNvSpPr>
          <p:nvPr/>
        </p:nvSpPr>
        <p:spPr bwMode="auto">
          <a:xfrm>
            <a:off x="468797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95" name="Rectangle 27"/>
          <p:cNvSpPr>
            <a:spLocks noChangeArrowheads="1"/>
          </p:cNvSpPr>
          <p:nvPr/>
        </p:nvSpPr>
        <p:spPr bwMode="auto">
          <a:xfrm>
            <a:off x="5195522"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96" name="Rectangle 28"/>
          <p:cNvSpPr>
            <a:spLocks noChangeArrowheads="1"/>
          </p:cNvSpPr>
          <p:nvPr/>
        </p:nvSpPr>
        <p:spPr bwMode="auto">
          <a:xfrm>
            <a:off x="594369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97" name="Rectangle 29"/>
          <p:cNvSpPr>
            <a:spLocks noChangeArrowheads="1"/>
          </p:cNvSpPr>
          <p:nvPr/>
        </p:nvSpPr>
        <p:spPr bwMode="auto">
          <a:xfrm>
            <a:off x="7034617"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98" name="Rectangle 30"/>
          <p:cNvSpPr>
            <a:spLocks noChangeArrowheads="1"/>
          </p:cNvSpPr>
          <p:nvPr/>
        </p:nvSpPr>
        <p:spPr bwMode="auto">
          <a:xfrm>
            <a:off x="2311007" y="1762924"/>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99" name="Rectangle 31"/>
          <p:cNvSpPr>
            <a:spLocks noChangeArrowheads="1"/>
          </p:cNvSpPr>
          <p:nvPr/>
        </p:nvSpPr>
        <p:spPr bwMode="auto">
          <a:xfrm>
            <a:off x="4787059" y="2028277"/>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100" name="Rectangle 32"/>
          <p:cNvSpPr>
            <a:spLocks noChangeArrowheads="1"/>
          </p:cNvSpPr>
          <p:nvPr/>
        </p:nvSpPr>
        <p:spPr bwMode="auto">
          <a:xfrm>
            <a:off x="2436378" y="2280891"/>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101" name="Rectangle 33"/>
          <p:cNvSpPr>
            <a:spLocks noChangeArrowheads="1"/>
          </p:cNvSpPr>
          <p:nvPr/>
        </p:nvSpPr>
        <p:spPr bwMode="auto">
          <a:xfrm>
            <a:off x="3793201" y="228089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102" name="Rectangle 34"/>
          <p:cNvSpPr>
            <a:spLocks noChangeArrowheads="1"/>
          </p:cNvSpPr>
          <p:nvPr/>
        </p:nvSpPr>
        <p:spPr bwMode="auto">
          <a:xfrm>
            <a:off x="3165342" y="2028277"/>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103" name="Rectangle 35"/>
          <p:cNvSpPr>
            <a:spLocks noChangeArrowheads="1"/>
          </p:cNvSpPr>
          <p:nvPr/>
        </p:nvSpPr>
        <p:spPr bwMode="auto">
          <a:xfrm>
            <a:off x="3681986" y="1762924"/>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104" name="Rectangle 36"/>
          <p:cNvSpPr>
            <a:spLocks noChangeArrowheads="1"/>
          </p:cNvSpPr>
          <p:nvPr/>
        </p:nvSpPr>
        <p:spPr bwMode="auto">
          <a:xfrm>
            <a:off x="5526438" y="1762924"/>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105" name="Rectangle 37"/>
          <p:cNvSpPr>
            <a:spLocks noChangeArrowheads="1"/>
          </p:cNvSpPr>
          <p:nvPr/>
        </p:nvSpPr>
        <p:spPr bwMode="auto">
          <a:xfrm>
            <a:off x="5845627" y="2028277"/>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106" name="Rectangle 38"/>
          <p:cNvSpPr>
            <a:spLocks noChangeArrowheads="1"/>
          </p:cNvSpPr>
          <p:nvPr/>
        </p:nvSpPr>
        <p:spPr bwMode="auto">
          <a:xfrm>
            <a:off x="6306662" y="304741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107" name="Rectangle 39"/>
          <p:cNvSpPr>
            <a:spLocks noChangeArrowheads="1"/>
          </p:cNvSpPr>
          <p:nvPr/>
        </p:nvSpPr>
        <p:spPr bwMode="auto">
          <a:xfrm>
            <a:off x="5302695" y="2280891"/>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108" name="Rectangle 40"/>
          <p:cNvSpPr>
            <a:spLocks noChangeArrowheads="1"/>
          </p:cNvSpPr>
          <p:nvPr/>
        </p:nvSpPr>
        <p:spPr bwMode="auto">
          <a:xfrm>
            <a:off x="4341189" y="2543292"/>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109" name="Rectangle 41"/>
          <p:cNvSpPr>
            <a:spLocks noChangeArrowheads="1"/>
          </p:cNvSpPr>
          <p:nvPr/>
        </p:nvSpPr>
        <p:spPr bwMode="auto">
          <a:xfrm>
            <a:off x="4178410" y="2802742"/>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110" name="Rectangle 42"/>
          <p:cNvSpPr>
            <a:spLocks noChangeArrowheads="1"/>
          </p:cNvSpPr>
          <p:nvPr/>
        </p:nvSpPr>
        <p:spPr bwMode="auto">
          <a:xfrm>
            <a:off x="2947967" y="3047411"/>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111" name="Rectangle 43"/>
          <p:cNvSpPr>
            <a:spLocks noChangeArrowheads="1"/>
          </p:cNvSpPr>
          <p:nvPr/>
        </p:nvSpPr>
        <p:spPr bwMode="auto">
          <a:xfrm>
            <a:off x="1915688" y="1525571"/>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112" name="Group 46"/>
          <p:cNvGrpSpPr>
            <a:grpSpLocks/>
          </p:cNvGrpSpPr>
          <p:nvPr/>
        </p:nvGrpSpPr>
        <p:grpSpPr bwMode="auto">
          <a:xfrm>
            <a:off x="2209902" y="3159734"/>
            <a:ext cx="83917" cy="41064"/>
            <a:chOff x="833" y="3024"/>
            <a:chExt cx="78" cy="51"/>
          </a:xfrm>
        </p:grpSpPr>
        <p:sp>
          <p:nvSpPr>
            <p:cNvPr id="113"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4"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5"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116" name="Group 50"/>
          <p:cNvGrpSpPr>
            <a:grpSpLocks/>
          </p:cNvGrpSpPr>
          <p:nvPr/>
        </p:nvGrpSpPr>
        <p:grpSpPr bwMode="auto">
          <a:xfrm>
            <a:off x="7220650" y="3165334"/>
            <a:ext cx="83917" cy="39198"/>
            <a:chOff x="5432" y="3030"/>
            <a:chExt cx="78" cy="51"/>
          </a:xfrm>
        </p:grpSpPr>
        <p:sp>
          <p:nvSpPr>
            <p:cNvPr id="117"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8"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19"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120" name="Rectangle 75"/>
          <p:cNvSpPr>
            <a:spLocks noChangeArrowheads="1"/>
          </p:cNvSpPr>
          <p:nvPr/>
        </p:nvSpPr>
        <p:spPr bwMode="auto">
          <a:xfrm>
            <a:off x="3955981" y="3388536"/>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121" name="Rectangle 80"/>
          <p:cNvSpPr>
            <a:spLocks noChangeArrowheads="1"/>
          </p:cNvSpPr>
          <p:nvPr/>
        </p:nvSpPr>
        <p:spPr bwMode="auto">
          <a:xfrm>
            <a:off x="3890261" y="3893287"/>
            <a:ext cx="2536716" cy="264116"/>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2" name="Rectangle 82"/>
          <p:cNvSpPr>
            <a:spLocks noChangeArrowheads="1"/>
          </p:cNvSpPr>
          <p:nvPr/>
        </p:nvSpPr>
        <p:spPr bwMode="auto">
          <a:xfrm>
            <a:off x="4253229" y="3888923"/>
            <a:ext cx="197154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数       据       部       分</a:t>
            </a:r>
          </a:p>
        </p:txBody>
      </p:sp>
      <p:sp>
        <p:nvSpPr>
          <p:cNvPr id="123" name="Rectangle 83"/>
          <p:cNvSpPr>
            <a:spLocks noChangeArrowheads="1"/>
          </p:cNvSpPr>
          <p:nvPr/>
        </p:nvSpPr>
        <p:spPr bwMode="auto">
          <a:xfrm>
            <a:off x="3110745" y="3888923"/>
            <a:ext cx="62998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a:t>
            </a:r>
          </a:p>
        </p:txBody>
      </p:sp>
      <p:sp>
        <p:nvSpPr>
          <p:cNvPr id="124" name="Rectangle 85"/>
          <p:cNvSpPr>
            <a:spLocks noChangeArrowheads="1"/>
          </p:cNvSpPr>
          <p:nvPr/>
        </p:nvSpPr>
        <p:spPr bwMode="auto">
          <a:xfrm>
            <a:off x="4254238" y="4178869"/>
            <a:ext cx="902898" cy="293871"/>
          </a:xfrm>
          <a:prstGeom prst="rect">
            <a:avLst/>
          </a:prstGeom>
          <a:solidFill>
            <a:srgbClr val="C3E3F9"/>
          </a:solidFill>
          <a:ln>
            <a:noFill/>
          </a:ln>
          <a:effectLst/>
        </p:spPr>
        <p:txBody>
          <a:bodyPr wrap="none" lIns="90488" tIns="44450" rIns="90488" bIns="44450">
            <a:spAutoFit/>
          </a:bodyPr>
          <a:lstStyle/>
          <a:p>
            <a:pPr defTabSz="762000" eaLnBrk="0" hangingPunct="0"/>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sp>
        <p:nvSpPr>
          <p:cNvPr id="125" name="AutoShape 97"/>
          <p:cNvSpPr>
            <a:spLocks/>
          </p:cNvSpPr>
          <p:nvPr/>
        </p:nvSpPr>
        <p:spPr bwMode="auto">
          <a:xfrm>
            <a:off x="2097554" y="1786887"/>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126" name="Group 100"/>
          <p:cNvGrpSpPr>
            <a:grpSpLocks/>
          </p:cNvGrpSpPr>
          <p:nvPr/>
        </p:nvGrpSpPr>
        <p:grpSpPr bwMode="auto">
          <a:xfrm>
            <a:off x="1912655" y="4199400"/>
            <a:ext cx="1059578" cy="454504"/>
            <a:chOff x="380" y="3475"/>
            <a:chExt cx="1048" cy="487"/>
          </a:xfrm>
        </p:grpSpPr>
        <p:sp>
          <p:nvSpPr>
            <p:cNvPr id="127" name="Line 98"/>
            <p:cNvSpPr>
              <a:spLocks noChangeShapeType="1"/>
            </p:cNvSpPr>
            <p:nvPr/>
          </p:nvSpPr>
          <p:spPr bwMode="auto">
            <a:xfrm flipV="1">
              <a:off x="1428" y="3475"/>
              <a:ext cx="0" cy="48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28" name="Rectangle 99"/>
            <p:cNvSpPr>
              <a:spLocks noChangeArrowheads="1"/>
            </p:cNvSpPr>
            <p:nvPr/>
          </p:nvSpPr>
          <p:spPr bwMode="auto">
            <a:xfrm>
              <a:off x="380" y="3582"/>
              <a:ext cx="845" cy="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CC"/>
                  </a:solidFill>
                  <a:latin typeface="微软雅黑" pitchFamily="34" charset="-122"/>
                  <a:ea typeface="微软雅黑" pitchFamily="34" charset="-122"/>
                </a:rPr>
                <a:t>发送在前</a:t>
              </a:r>
            </a:p>
          </p:txBody>
        </p:sp>
      </p:grpSp>
      <p:sp>
        <p:nvSpPr>
          <p:cNvPr id="129" name="矩形 128"/>
          <p:cNvSpPr/>
          <p:nvPr/>
        </p:nvSpPr>
        <p:spPr>
          <a:xfrm>
            <a:off x="1163588" y="1127693"/>
            <a:ext cx="6835526" cy="338554"/>
          </a:xfrm>
          <a:prstGeom prst="rect">
            <a:avLst/>
          </a:prstGeom>
          <a:solidFill>
            <a:srgbClr val="0000CC"/>
          </a:solidFill>
          <a:ln w="9525">
            <a:noFill/>
            <a:miter lim="800000"/>
            <a:headEnd/>
            <a:tailEnd/>
          </a:ln>
          <a:effectLst/>
        </p:spPr>
        <p:txBody>
          <a:bodyPr wrap="none">
            <a:spAutoFit/>
          </a:bodyPr>
          <a:lstStyle/>
          <a:p>
            <a:r>
              <a:rPr lang="zh-CN" altLang="en-US" sz="1600" b="1" dirty="0">
                <a:solidFill>
                  <a:schemeClr val="bg1"/>
                </a:solidFill>
                <a:latin typeface="微软雅黑" pitchFamily="34" charset="-122"/>
                <a:ea typeface="微软雅黑" pitchFamily="34" charset="-122"/>
              </a:rPr>
              <a:t>首部的前一部分是</a:t>
            </a:r>
            <a:r>
              <a:rPr lang="zh-CN" altLang="en-US" sz="1600" b="1" dirty="0">
                <a:solidFill>
                  <a:srgbClr val="FFFF00"/>
                </a:solidFill>
                <a:latin typeface="微软雅黑" pitchFamily="34" charset="-122"/>
                <a:ea typeface="微软雅黑" pitchFamily="34" charset="-122"/>
              </a:rPr>
              <a:t>固定长度</a:t>
            </a:r>
            <a:r>
              <a:rPr lang="zh-CN" altLang="en-US" sz="1600" b="1" dirty="0">
                <a:solidFill>
                  <a:schemeClr val="bg1"/>
                </a:solidFill>
                <a:latin typeface="微软雅黑" pitchFamily="34" charset="-122"/>
                <a:ea typeface="微软雅黑" pitchFamily="34" charset="-122"/>
              </a:rPr>
              <a:t>，</a:t>
            </a:r>
            <a:r>
              <a:rPr lang="zh-CN" altLang="en-US" sz="1600" b="1" dirty="0">
                <a:solidFill>
                  <a:srgbClr val="FFFF00"/>
                </a:solidFill>
                <a:latin typeface="微软雅黑" pitchFamily="34" charset="-122"/>
                <a:ea typeface="微软雅黑" pitchFamily="34" charset="-122"/>
              </a:rPr>
              <a:t>共 </a:t>
            </a:r>
            <a:r>
              <a:rPr lang="en-US" altLang="zh-CN" sz="1600" b="1" dirty="0">
                <a:solidFill>
                  <a:srgbClr val="FFFF00"/>
                </a:solidFill>
                <a:latin typeface="微软雅黑" pitchFamily="34" charset="-122"/>
                <a:ea typeface="微软雅黑" pitchFamily="34" charset="-122"/>
              </a:rPr>
              <a:t>20 </a:t>
            </a:r>
            <a:r>
              <a:rPr lang="zh-CN" altLang="en-US" sz="1600" b="1" dirty="0">
                <a:solidFill>
                  <a:srgbClr val="FFFF00"/>
                </a:solidFill>
                <a:latin typeface="微软雅黑" pitchFamily="34" charset="-122"/>
                <a:ea typeface="微软雅黑" pitchFamily="34" charset="-122"/>
              </a:rPr>
              <a:t>字节</a:t>
            </a:r>
            <a:r>
              <a:rPr lang="zh-CN" altLang="en-US" sz="1600" b="1" dirty="0">
                <a:solidFill>
                  <a:schemeClr val="bg1"/>
                </a:solidFill>
                <a:latin typeface="微软雅黑" pitchFamily="34" charset="-122"/>
                <a:ea typeface="微软雅黑" pitchFamily="34" charset="-122"/>
              </a:rPr>
              <a:t>，是所有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数据报必须具有的。</a:t>
            </a:r>
          </a:p>
        </p:txBody>
      </p:sp>
      <p:grpSp>
        <p:nvGrpSpPr>
          <p:cNvPr id="130" name="组合 129"/>
          <p:cNvGrpSpPr/>
          <p:nvPr/>
        </p:nvGrpSpPr>
        <p:grpSpPr>
          <a:xfrm>
            <a:off x="1444206" y="1744891"/>
            <a:ext cx="5822950" cy="2411581"/>
            <a:chOff x="1444206" y="1385131"/>
            <a:chExt cx="5822950" cy="2411581"/>
          </a:xfrm>
        </p:grpSpPr>
        <p:grpSp>
          <p:nvGrpSpPr>
            <p:cNvPr id="131" name="Group 94"/>
            <p:cNvGrpSpPr>
              <a:grpSpLocks/>
            </p:cNvGrpSpPr>
            <p:nvPr/>
          </p:nvGrpSpPr>
          <p:grpSpPr bwMode="auto">
            <a:xfrm>
              <a:off x="1444206" y="1385131"/>
              <a:ext cx="336679" cy="1566034"/>
              <a:chOff x="-127" y="845"/>
              <a:chExt cx="333" cy="1678"/>
            </a:xfrm>
          </p:grpSpPr>
          <p:sp>
            <p:nvSpPr>
              <p:cNvPr id="134"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35"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sp>
          <p:nvSpPr>
            <p:cNvPr id="132" name="Rectangle 92"/>
            <p:cNvSpPr>
              <a:spLocks noChangeArrowheads="1"/>
            </p:cNvSpPr>
            <p:nvPr/>
          </p:nvSpPr>
          <p:spPr bwMode="auto">
            <a:xfrm>
              <a:off x="2970210" y="3531662"/>
              <a:ext cx="925108" cy="26505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33" name="Rectangle 92"/>
            <p:cNvSpPr>
              <a:spLocks noChangeArrowheads="1"/>
            </p:cNvSpPr>
            <p:nvPr/>
          </p:nvSpPr>
          <p:spPr bwMode="auto">
            <a:xfrm>
              <a:off x="2248865" y="1397262"/>
              <a:ext cx="5018291" cy="130565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Tree>
    <p:extLst>
      <p:ext uri="{BB962C8B-B14F-4D97-AF65-F5344CB8AC3E}">
        <p14:creationId xmlns:p14="http://schemas.microsoft.com/office/powerpoint/2010/main" val="3158101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500"/>
                                  </p:stCondLst>
                                  <p:childTnLst>
                                    <p:anim calcmode="discrete" valueType="str">
                                      <p:cBhvr>
                                        <p:cTn id="6" dur="1000" fill="hold"/>
                                        <p:tgtEl>
                                          <p:spTgt spid="130"/>
                                        </p:tgtEl>
                                        <p:attrNameLst>
                                          <p:attrName>style.visibility</p:attrName>
                                        </p:attrNameLst>
                                      </p:cBhvr>
                                      <p:tavLst>
                                        <p:tav tm="0">
                                          <p:val>
                                            <p:strVal val="hidden"/>
                                          </p:val>
                                        </p:tav>
                                        <p:tav tm="50000">
                                          <p:val>
                                            <p:strVal val="visible"/>
                                          </p:val>
                                        </p:tav>
                                      </p:tavLst>
                                    </p:anim>
                                  </p:childTnLst>
                                </p:cTn>
                              </p:par>
                              <p:par>
                                <p:cTn id="7" presetID="42" presetClass="entr" presetSubtype="0" fill="hold" grpId="0" nodeType="withEffect">
                                  <p:stCondLst>
                                    <p:cond delay="0"/>
                                  </p:stCondLst>
                                  <p:childTnLst>
                                    <p:set>
                                      <p:cBhvr>
                                        <p:cTn id="8" dur="1" fill="hold">
                                          <p:stCondLst>
                                            <p:cond delay="0"/>
                                          </p:stCondLst>
                                        </p:cTn>
                                        <p:tgtEl>
                                          <p:spTgt spid="129"/>
                                        </p:tgtEl>
                                        <p:attrNameLst>
                                          <p:attrName>style.visibility</p:attrName>
                                        </p:attrNameLst>
                                      </p:cBhvr>
                                      <p:to>
                                        <p:strVal val="visible"/>
                                      </p:to>
                                    </p:set>
                                    <p:animEffect transition="in" filter="fade">
                                      <p:cBhvr>
                                        <p:cTn id="9" dur="1000"/>
                                        <p:tgtEl>
                                          <p:spTgt spid="129"/>
                                        </p:tgtEl>
                                      </p:cBhvr>
                                    </p:animEffect>
                                    <p:anim calcmode="lin" valueType="num">
                                      <p:cBhvr>
                                        <p:cTn id="10" dur="1000" fill="hold"/>
                                        <p:tgtEl>
                                          <p:spTgt spid="129"/>
                                        </p:tgtEl>
                                        <p:attrNameLst>
                                          <p:attrName>ppt_x</p:attrName>
                                        </p:attrNameLst>
                                      </p:cBhvr>
                                      <p:tavLst>
                                        <p:tav tm="0">
                                          <p:val>
                                            <p:strVal val="#ppt_x"/>
                                          </p:val>
                                        </p:tav>
                                        <p:tav tm="100000">
                                          <p:val>
                                            <p:strVal val="#ppt_x"/>
                                          </p:val>
                                        </p:tav>
                                      </p:tavLst>
                                    </p:anim>
                                    <p:anim calcmode="lin" valueType="num">
                                      <p:cBhvr>
                                        <p:cTn id="11" dur="1000" fill="hold"/>
                                        <p:tgtEl>
                                          <p:spTgt spid="1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59937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95101" y="567302"/>
            <a:ext cx="335380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4.1.7  IP </a:t>
            </a:r>
            <a:r>
              <a:rPr lang="zh-CN" altLang="en-US" sz="2400" b="1" dirty="0">
                <a:solidFill>
                  <a:schemeClr val="bg1"/>
                </a:solidFill>
                <a:latin typeface="微软雅黑" pitchFamily="34" charset="-122"/>
                <a:ea typeface="微软雅黑" pitchFamily="34" charset="-122"/>
              </a:rPr>
              <a:t>数据报的格式</a:t>
            </a:r>
          </a:p>
        </p:txBody>
      </p:sp>
      <p:sp>
        <p:nvSpPr>
          <p:cNvPr id="68" name="圆角矩形 67"/>
          <p:cNvSpPr/>
          <p:nvPr/>
        </p:nvSpPr>
        <p:spPr>
          <a:xfrm>
            <a:off x="946703" y="1045561"/>
            <a:ext cx="7254000" cy="367155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Rectangle 10"/>
          <p:cNvSpPr>
            <a:spLocks noChangeArrowheads="1"/>
          </p:cNvSpPr>
          <p:nvPr/>
        </p:nvSpPr>
        <p:spPr bwMode="auto">
          <a:xfrm>
            <a:off x="2252366" y="1757022"/>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0" name="Rectangle 44"/>
          <p:cNvSpPr>
            <a:spLocks noChangeArrowheads="1"/>
          </p:cNvSpPr>
          <p:nvPr/>
        </p:nvSpPr>
        <p:spPr bwMode="auto">
          <a:xfrm>
            <a:off x="2804398" y="1762924"/>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71" name="Rectangle 45"/>
          <p:cNvSpPr>
            <a:spLocks noChangeArrowheads="1"/>
          </p:cNvSpPr>
          <p:nvPr/>
        </p:nvSpPr>
        <p:spPr bwMode="auto">
          <a:xfrm>
            <a:off x="1805213" y="1998740"/>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36" name="Rectangle 54"/>
          <p:cNvSpPr>
            <a:spLocks noChangeArrowheads="1"/>
          </p:cNvSpPr>
          <p:nvPr/>
        </p:nvSpPr>
        <p:spPr bwMode="auto">
          <a:xfrm>
            <a:off x="1731621" y="2972145"/>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7" name="Rectangle 11"/>
          <p:cNvSpPr>
            <a:spLocks noChangeArrowheads="1"/>
          </p:cNvSpPr>
          <p:nvPr/>
        </p:nvSpPr>
        <p:spPr bwMode="auto">
          <a:xfrm>
            <a:off x="2261466" y="3317457"/>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38" name="Line 12"/>
          <p:cNvSpPr>
            <a:spLocks noChangeShapeType="1"/>
          </p:cNvSpPr>
          <p:nvPr/>
        </p:nvSpPr>
        <p:spPr bwMode="auto">
          <a:xfrm>
            <a:off x="2249333" y="2022072"/>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39" name="Line 13"/>
          <p:cNvSpPr>
            <a:spLocks noChangeShapeType="1"/>
          </p:cNvSpPr>
          <p:nvPr/>
        </p:nvSpPr>
        <p:spPr bwMode="auto">
          <a:xfrm>
            <a:off x="2249333" y="22824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0" name="Line 14"/>
          <p:cNvSpPr>
            <a:spLocks noChangeShapeType="1"/>
          </p:cNvSpPr>
          <p:nvPr/>
        </p:nvSpPr>
        <p:spPr bwMode="auto">
          <a:xfrm>
            <a:off x="2249333" y="25437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1" name="Line 15"/>
          <p:cNvSpPr>
            <a:spLocks noChangeShapeType="1"/>
          </p:cNvSpPr>
          <p:nvPr/>
        </p:nvSpPr>
        <p:spPr bwMode="auto">
          <a:xfrm>
            <a:off x="2249333" y="280135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2" name="Line 16"/>
          <p:cNvSpPr>
            <a:spLocks noChangeShapeType="1"/>
          </p:cNvSpPr>
          <p:nvPr/>
        </p:nvSpPr>
        <p:spPr bwMode="auto">
          <a:xfrm>
            <a:off x="2249333" y="3062673"/>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3" name="Line 17"/>
          <p:cNvSpPr>
            <a:spLocks noChangeShapeType="1"/>
          </p:cNvSpPr>
          <p:nvPr/>
        </p:nvSpPr>
        <p:spPr bwMode="auto">
          <a:xfrm>
            <a:off x="2866072"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4" name="Line 18"/>
          <p:cNvSpPr>
            <a:spLocks noChangeShapeType="1"/>
          </p:cNvSpPr>
          <p:nvPr/>
        </p:nvSpPr>
        <p:spPr bwMode="auto">
          <a:xfrm>
            <a:off x="3536811" y="1761689"/>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5" name="Line 19"/>
          <p:cNvSpPr>
            <a:spLocks noChangeShapeType="1"/>
          </p:cNvSpPr>
          <p:nvPr/>
        </p:nvSpPr>
        <p:spPr bwMode="auto">
          <a:xfrm>
            <a:off x="3536811" y="2288056"/>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6" name="Line 20"/>
          <p:cNvSpPr>
            <a:spLocks noChangeShapeType="1"/>
          </p:cNvSpPr>
          <p:nvPr/>
        </p:nvSpPr>
        <p:spPr bwMode="auto">
          <a:xfrm>
            <a:off x="4749651" y="1761689"/>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7" name="Line 21"/>
          <p:cNvSpPr>
            <a:spLocks noChangeShapeType="1"/>
          </p:cNvSpPr>
          <p:nvPr/>
        </p:nvSpPr>
        <p:spPr bwMode="auto">
          <a:xfrm flipV="1">
            <a:off x="6005371" y="3059873"/>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8" name="Line 22"/>
          <p:cNvSpPr>
            <a:spLocks noChangeShapeType="1"/>
          </p:cNvSpPr>
          <p:nvPr/>
        </p:nvSpPr>
        <p:spPr bwMode="auto">
          <a:xfrm>
            <a:off x="5260230" y="2027672"/>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9" name="Rectangle 23"/>
          <p:cNvSpPr>
            <a:spLocks noChangeArrowheads="1"/>
          </p:cNvSpPr>
          <p:nvPr/>
        </p:nvSpPr>
        <p:spPr bwMode="auto">
          <a:xfrm>
            <a:off x="2215970"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150" name="Rectangle 24"/>
          <p:cNvSpPr>
            <a:spLocks noChangeArrowheads="1"/>
          </p:cNvSpPr>
          <p:nvPr/>
        </p:nvSpPr>
        <p:spPr bwMode="auto">
          <a:xfrm>
            <a:off x="2811476"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151" name="Rectangle 25"/>
          <p:cNvSpPr>
            <a:spLocks noChangeArrowheads="1"/>
          </p:cNvSpPr>
          <p:nvPr/>
        </p:nvSpPr>
        <p:spPr bwMode="auto">
          <a:xfrm>
            <a:off x="3445402" y="1533970"/>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152" name="Rectangle 26"/>
          <p:cNvSpPr>
            <a:spLocks noChangeArrowheads="1"/>
          </p:cNvSpPr>
          <p:nvPr/>
        </p:nvSpPr>
        <p:spPr bwMode="auto">
          <a:xfrm>
            <a:off x="468797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153" name="Rectangle 27"/>
          <p:cNvSpPr>
            <a:spLocks noChangeArrowheads="1"/>
          </p:cNvSpPr>
          <p:nvPr/>
        </p:nvSpPr>
        <p:spPr bwMode="auto">
          <a:xfrm>
            <a:off x="5195522"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154" name="Rectangle 28"/>
          <p:cNvSpPr>
            <a:spLocks noChangeArrowheads="1"/>
          </p:cNvSpPr>
          <p:nvPr/>
        </p:nvSpPr>
        <p:spPr bwMode="auto">
          <a:xfrm>
            <a:off x="5943698"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155" name="Rectangle 29"/>
          <p:cNvSpPr>
            <a:spLocks noChangeArrowheads="1"/>
          </p:cNvSpPr>
          <p:nvPr/>
        </p:nvSpPr>
        <p:spPr bwMode="auto">
          <a:xfrm>
            <a:off x="7034617" y="1533970"/>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156" name="Rectangle 30"/>
          <p:cNvSpPr>
            <a:spLocks noChangeArrowheads="1"/>
          </p:cNvSpPr>
          <p:nvPr/>
        </p:nvSpPr>
        <p:spPr bwMode="auto">
          <a:xfrm>
            <a:off x="2311007" y="1762924"/>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157" name="Rectangle 31"/>
          <p:cNvSpPr>
            <a:spLocks noChangeArrowheads="1"/>
          </p:cNvSpPr>
          <p:nvPr/>
        </p:nvSpPr>
        <p:spPr bwMode="auto">
          <a:xfrm>
            <a:off x="4787059" y="2028277"/>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158" name="Rectangle 32"/>
          <p:cNvSpPr>
            <a:spLocks noChangeArrowheads="1"/>
          </p:cNvSpPr>
          <p:nvPr/>
        </p:nvSpPr>
        <p:spPr bwMode="auto">
          <a:xfrm>
            <a:off x="2436378" y="2280891"/>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159" name="Rectangle 33"/>
          <p:cNvSpPr>
            <a:spLocks noChangeArrowheads="1"/>
          </p:cNvSpPr>
          <p:nvPr/>
        </p:nvSpPr>
        <p:spPr bwMode="auto">
          <a:xfrm>
            <a:off x="3793201" y="228089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160" name="Rectangle 34"/>
          <p:cNvSpPr>
            <a:spLocks noChangeArrowheads="1"/>
          </p:cNvSpPr>
          <p:nvPr/>
        </p:nvSpPr>
        <p:spPr bwMode="auto">
          <a:xfrm>
            <a:off x="3165342" y="2028277"/>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161" name="Rectangle 35"/>
          <p:cNvSpPr>
            <a:spLocks noChangeArrowheads="1"/>
          </p:cNvSpPr>
          <p:nvPr/>
        </p:nvSpPr>
        <p:spPr bwMode="auto">
          <a:xfrm>
            <a:off x="3681986" y="1762924"/>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162" name="Rectangle 36"/>
          <p:cNvSpPr>
            <a:spLocks noChangeArrowheads="1"/>
          </p:cNvSpPr>
          <p:nvPr/>
        </p:nvSpPr>
        <p:spPr bwMode="auto">
          <a:xfrm>
            <a:off x="5526438" y="1762924"/>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163" name="Rectangle 37"/>
          <p:cNvSpPr>
            <a:spLocks noChangeArrowheads="1"/>
          </p:cNvSpPr>
          <p:nvPr/>
        </p:nvSpPr>
        <p:spPr bwMode="auto">
          <a:xfrm>
            <a:off x="5845627" y="2028277"/>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164" name="Rectangle 38"/>
          <p:cNvSpPr>
            <a:spLocks noChangeArrowheads="1"/>
          </p:cNvSpPr>
          <p:nvPr/>
        </p:nvSpPr>
        <p:spPr bwMode="auto">
          <a:xfrm>
            <a:off x="6306662" y="304741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165" name="Rectangle 39"/>
          <p:cNvSpPr>
            <a:spLocks noChangeArrowheads="1"/>
          </p:cNvSpPr>
          <p:nvPr/>
        </p:nvSpPr>
        <p:spPr bwMode="auto">
          <a:xfrm>
            <a:off x="5302695" y="2280891"/>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166" name="Rectangle 40"/>
          <p:cNvSpPr>
            <a:spLocks noChangeArrowheads="1"/>
          </p:cNvSpPr>
          <p:nvPr/>
        </p:nvSpPr>
        <p:spPr bwMode="auto">
          <a:xfrm>
            <a:off x="4341189" y="2543292"/>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167" name="Rectangle 41"/>
          <p:cNvSpPr>
            <a:spLocks noChangeArrowheads="1"/>
          </p:cNvSpPr>
          <p:nvPr/>
        </p:nvSpPr>
        <p:spPr bwMode="auto">
          <a:xfrm>
            <a:off x="4178410" y="2802742"/>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168" name="Rectangle 42"/>
          <p:cNvSpPr>
            <a:spLocks noChangeArrowheads="1"/>
          </p:cNvSpPr>
          <p:nvPr/>
        </p:nvSpPr>
        <p:spPr bwMode="auto">
          <a:xfrm>
            <a:off x="2947967" y="3047411"/>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169" name="Rectangle 43"/>
          <p:cNvSpPr>
            <a:spLocks noChangeArrowheads="1"/>
          </p:cNvSpPr>
          <p:nvPr/>
        </p:nvSpPr>
        <p:spPr bwMode="auto">
          <a:xfrm>
            <a:off x="1915688" y="1525571"/>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170" name="Group 46"/>
          <p:cNvGrpSpPr>
            <a:grpSpLocks/>
          </p:cNvGrpSpPr>
          <p:nvPr/>
        </p:nvGrpSpPr>
        <p:grpSpPr bwMode="auto">
          <a:xfrm>
            <a:off x="2209902" y="3159734"/>
            <a:ext cx="83917" cy="41064"/>
            <a:chOff x="833" y="3024"/>
            <a:chExt cx="78" cy="51"/>
          </a:xfrm>
        </p:grpSpPr>
        <p:sp>
          <p:nvSpPr>
            <p:cNvPr id="17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174" name="Group 50"/>
          <p:cNvGrpSpPr>
            <a:grpSpLocks/>
          </p:cNvGrpSpPr>
          <p:nvPr/>
        </p:nvGrpSpPr>
        <p:grpSpPr bwMode="auto">
          <a:xfrm>
            <a:off x="7220650" y="3165334"/>
            <a:ext cx="83917" cy="39198"/>
            <a:chOff x="5432" y="3030"/>
            <a:chExt cx="78" cy="51"/>
          </a:xfrm>
        </p:grpSpPr>
        <p:sp>
          <p:nvSpPr>
            <p:cNvPr id="17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178" name="Rectangle 75"/>
          <p:cNvSpPr>
            <a:spLocks noChangeArrowheads="1"/>
          </p:cNvSpPr>
          <p:nvPr/>
        </p:nvSpPr>
        <p:spPr bwMode="auto">
          <a:xfrm>
            <a:off x="3955981" y="3388536"/>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179" name="AutoShape 97"/>
          <p:cNvSpPr>
            <a:spLocks/>
          </p:cNvSpPr>
          <p:nvPr/>
        </p:nvSpPr>
        <p:spPr bwMode="auto">
          <a:xfrm>
            <a:off x="2097554" y="1786887"/>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0" name="矩形 179"/>
          <p:cNvSpPr/>
          <p:nvPr/>
        </p:nvSpPr>
        <p:spPr>
          <a:xfrm>
            <a:off x="3257912" y="1127693"/>
            <a:ext cx="2646878" cy="338554"/>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可选字段，其长度是</a:t>
            </a:r>
            <a:r>
              <a:rPr lang="zh-CN" altLang="en-US" sz="1600" b="1" dirty="0">
                <a:solidFill>
                  <a:srgbClr val="FFFF00"/>
                </a:solidFill>
                <a:latin typeface="微软雅黑" pitchFamily="34" charset="-122"/>
                <a:ea typeface="微软雅黑" pitchFamily="34" charset="-122"/>
              </a:rPr>
              <a:t>可变</a:t>
            </a:r>
            <a:r>
              <a:rPr lang="zh-CN" altLang="en-US" sz="1600" b="1" dirty="0">
                <a:solidFill>
                  <a:schemeClr val="bg1"/>
                </a:solidFill>
                <a:latin typeface="微软雅黑" pitchFamily="34" charset="-122"/>
                <a:ea typeface="微软雅黑" pitchFamily="34" charset="-122"/>
              </a:rPr>
              <a:t>的</a:t>
            </a:r>
          </a:p>
        </p:txBody>
      </p:sp>
      <p:grpSp>
        <p:nvGrpSpPr>
          <p:cNvPr id="181" name="组合 180"/>
          <p:cNvGrpSpPr/>
          <p:nvPr/>
        </p:nvGrpSpPr>
        <p:grpSpPr>
          <a:xfrm>
            <a:off x="1444206" y="1744891"/>
            <a:ext cx="5822950" cy="1566034"/>
            <a:chOff x="1444206" y="1385131"/>
            <a:chExt cx="5822950" cy="1566034"/>
          </a:xfrm>
        </p:grpSpPr>
        <p:grpSp>
          <p:nvGrpSpPr>
            <p:cNvPr id="182" name="Group 94"/>
            <p:cNvGrpSpPr>
              <a:grpSpLocks/>
            </p:cNvGrpSpPr>
            <p:nvPr/>
          </p:nvGrpSpPr>
          <p:grpSpPr bwMode="auto">
            <a:xfrm>
              <a:off x="1444206" y="1385131"/>
              <a:ext cx="336679" cy="1566034"/>
              <a:chOff x="-127" y="845"/>
              <a:chExt cx="333" cy="1678"/>
            </a:xfrm>
          </p:grpSpPr>
          <p:sp>
            <p:nvSpPr>
              <p:cNvPr id="184"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85"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sp>
          <p:nvSpPr>
            <p:cNvPr id="183" name="Rectangle 92"/>
            <p:cNvSpPr>
              <a:spLocks noChangeArrowheads="1"/>
            </p:cNvSpPr>
            <p:nvPr/>
          </p:nvSpPr>
          <p:spPr bwMode="auto">
            <a:xfrm flipV="1">
              <a:off x="2248865" y="2702913"/>
              <a:ext cx="5018291" cy="24825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204" name="Line 6"/>
          <p:cNvSpPr>
            <a:spLocks noChangeShapeType="1"/>
          </p:cNvSpPr>
          <p:nvPr/>
        </p:nvSpPr>
        <p:spPr bwMode="auto">
          <a:xfrm>
            <a:off x="2992453" y="4299261"/>
            <a:ext cx="345171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05" name="Rectangle 90"/>
          <p:cNvSpPr>
            <a:spLocks noChangeArrowheads="1"/>
          </p:cNvSpPr>
          <p:nvPr/>
        </p:nvSpPr>
        <p:spPr bwMode="auto">
          <a:xfrm>
            <a:off x="2973243" y="3893287"/>
            <a:ext cx="917019" cy="264116"/>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6" name="Rectangle 80"/>
          <p:cNvSpPr>
            <a:spLocks noChangeArrowheads="1"/>
          </p:cNvSpPr>
          <p:nvPr/>
        </p:nvSpPr>
        <p:spPr bwMode="auto">
          <a:xfrm>
            <a:off x="3890261" y="3893287"/>
            <a:ext cx="2536716" cy="264116"/>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7" name="Rectangle 82"/>
          <p:cNvSpPr>
            <a:spLocks noChangeArrowheads="1"/>
          </p:cNvSpPr>
          <p:nvPr/>
        </p:nvSpPr>
        <p:spPr bwMode="auto">
          <a:xfrm>
            <a:off x="4253229" y="3888923"/>
            <a:ext cx="1971541" cy="27443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数       据       部       分</a:t>
            </a:r>
          </a:p>
        </p:txBody>
      </p:sp>
      <p:sp>
        <p:nvSpPr>
          <p:cNvPr id="208" name="Rectangle 83"/>
          <p:cNvSpPr>
            <a:spLocks noChangeArrowheads="1"/>
          </p:cNvSpPr>
          <p:nvPr/>
        </p:nvSpPr>
        <p:spPr bwMode="auto">
          <a:xfrm>
            <a:off x="3110745" y="3888923"/>
            <a:ext cx="62998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a:t>
            </a:r>
          </a:p>
        </p:txBody>
      </p:sp>
      <p:sp>
        <p:nvSpPr>
          <p:cNvPr id="209" name="Rectangle 85"/>
          <p:cNvSpPr>
            <a:spLocks noChangeArrowheads="1"/>
          </p:cNvSpPr>
          <p:nvPr/>
        </p:nvSpPr>
        <p:spPr bwMode="auto">
          <a:xfrm>
            <a:off x="4254238" y="4178869"/>
            <a:ext cx="902898" cy="293871"/>
          </a:xfrm>
          <a:prstGeom prst="rect">
            <a:avLst/>
          </a:prstGeom>
          <a:solidFill>
            <a:srgbClr val="C3E3F9"/>
          </a:solidFill>
          <a:ln>
            <a:noFill/>
          </a:ln>
          <a:effectLst/>
        </p:spPr>
        <p:txBody>
          <a:bodyPr wrap="none" lIns="90488" tIns="44450" rIns="90488" bIns="44450">
            <a:spAutoFit/>
          </a:bodyPr>
          <a:lstStyle/>
          <a:p>
            <a:pPr defTabSz="762000" eaLnBrk="0" hangingPunct="0"/>
            <a:r>
              <a:rPr kumimoji="1" lang="en-US" altLang="zh-CN" sz="1200" b="1" dirty="0">
                <a:solidFill>
                  <a:srgbClr val="0000CC"/>
                </a:solidFill>
                <a:latin typeface="微软雅黑" pitchFamily="34" charset="-122"/>
                <a:ea typeface="微软雅黑" pitchFamily="34" charset="-122"/>
              </a:rPr>
              <a:t>IP </a:t>
            </a:r>
            <a:r>
              <a:rPr kumimoji="1" lang="zh-CN" altLang="en-US" sz="1200" b="1" dirty="0">
                <a:solidFill>
                  <a:srgbClr val="0000CC"/>
                </a:solidFill>
                <a:latin typeface="微软雅黑" pitchFamily="34" charset="-122"/>
                <a:ea typeface="微软雅黑" pitchFamily="34" charset="-122"/>
              </a:rPr>
              <a:t>数据报</a:t>
            </a:r>
          </a:p>
        </p:txBody>
      </p:sp>
      <p:grpSp>
        <p:nvGrpSpPr>
          <p:cNvPr id="210" name="Group 100"/>
          <p:cNvGrpSpPr>
            <a:grpSpLocks/>
          </p:cNvGrpSpPr>
          <p:nvPr/>
        </p:nvGrpSpPr>
        <p:grpSpPr bwMode="auto">
          <a:xfrm>
            <a:off x="1912655" y="4199400"/>
            <a:ext cx="1059578" cy="454504"/>
            <a:chOff x="380" y="3475"/>
            <a:chExt cx="1048" cy="487"/>
          </a:xfrm>
        </p:grpSpPr>
        <p:sp>
          <p:nvSpPr>
            <p:cNvPr id="211" name="Line 98"/>
            <p:cNvSpPr>
              <a:spLocks noChangeShapeType="1"/>
            </p:cNvSpPr>
            <p:nvPr/>
          </p:nvSpPr>
          <p:spPr bwMode="auto">
            <a:xfrm flipV="1">
              <a:off x="1428" y="3475"/>
              <a:ext cx="0" cy="48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12" name="Rectangle 99"/>
            <p:cNvSpPr>
              <a:spLocks noChangeArrowheads="1"/>
            </p:cNvSpPr>
            <p:nvPr/>
          </p:nvSpPr>
          <p:spPr bwMode="auto">
            <a:xfrm>
              <a:off x="380" y="3582"/>
              <a:ext cx="845" cy="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CC"/>
                  </a:solidFill>
                  <a:latin typeface="微软雅黑" pitchFamily="34" charset="-122"/>
                  <a:ea typeface="微软雅黑" pitchFamily="34" charset="-122"/>
                </a:rPr>
                <a:t>发送在前</a:t>
              </a:r>
            </a:p>
          </p:txBody>
        </p:sp>
      </p:grpSp>
      <p:sp>
        <p:nvSpPr>
          <p:cNvPr id="213" name="Rectangle 92"/>
          <p:cNvSpPr>
            <a:spLocks noChangeArrowheads="1"/>
          </p:cNvSpPr>
          <p:nvPr/>
        </p:nvSpPr>
        <p:spPr bwMode="auto">
          <a:xfrm>
            <a:off x="2970210" y="3891422"/>
            <a:ext cx="925108" cy="26505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593129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18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213"/>
                                        </p:tgtEl>
                                        <p:attrNameLst>
                                          <p:attrName>style.visibility</p:attrName>
                                        </p:attrNameLst>
                                      </p:cBhvr>
                                      <p:tavLst>
                                        <p:tav tm="0">
                                          <p:val>
                                            <p:strVal val="hidden"/>
                                          </p:val>
                                        </p:tav>
                                        <p:tav tm="50000">
                                          <p:val>
                                            <p:strVal val="visible"/>
                                          </p:val>
                                        </p:tav>
                                      </p:tavLst>
                                    </p:anim>
                                  </p:childTnLst>
                                </p:cTn>
                              </p:par>
                              <p:par>
                                <p:cTn id="9" presetID="42" presetClass="entr" presetSubtype="0" fill="hold" grpId="0" nodeType="withEffect">
                                  <p:stCondLst>
                                    <p:cond delay="0"/>
                                  </p:stCondLst>
                                  <p:childTnLst>
                                    <p:set>
                                      <p:cBhvr>
                                        <p:cTn id="10" dur="1" fill="hold">
                                          <p:stCondLst>
                                            <p:cond delay="0"/>
                                          </p:stCondLst>
                                        </p:cTn>
                                        <p:tgtEl>
                                          <p:spTgt spid="180"/>
                                        </p:tgtEl>
                                        <p:attrNameLst>
                                          <p:attrName>style.visibility</p:attrName>
                                        </p:attrNameLst>
                                      </p:cBhvr>
                                      <p:to>
                                        <p:strVal val="visible"/>
                                      </p:to>
                                    </p:set>
                                    <p:animEffect transition="in" filter="fade">
                                      <p:cBhvr>
                                        <p:cTn id="11" dur="1000"/>
                                        <p:tgtEl>
                                          <p:spTgt spid="180"/>
                                        </p:tgtEl>
                                      </p:cBhvr>
                                    </p:animEffect>
                                    <p:anim calcmode="lin" valueType="num">
                                      <p:cBhvr>
                                        <p:cTn id="12" dur="1000" fill="hold"/>
                                        <p:tgtEl>
                                          <p:spTgt spid="180"/>
                                        </p:tgtEl>
                                        <p:attrNameLst>
                                          <p:attrName>ppt_x</p:attrName>
                                        </p:attrNameLst>
                                      </p:cBhvr>
                                      <p:tavLst>
                                        <p:tav tm="0">
                                          <p:val>
                                            <p:strVal val="#ppt_x"/>
                                          </p:val>
                                        </p:tav>
                                        <p:tav tm="100000">
                                          <p:val>
                                            <p:strVal val="#ppt_x"/>
                                          </p:val>
                                        </p:tav>
                                      </p:tavLst>
                                    </p:anim>
                                    <p:anim calcmode="lin" valueType="num">
                                      <p:cBhvr>
                                        <p:cTn id="13" dur="1000" fill="hold"/>
                                        <p:tgtEl>
                                          <p:spTgt spid="18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 grpId="0" animBg="1"/>
      <p:bldP spid="213"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8" name="圆角矩形 7"/>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1" name="组合 60"/>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47"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9"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50" name="Group 50"/>
            <p:cNvGrpSpPr>
              <a:grpSpLocks/>
            </p:cNvGrpSpPr>
            <p:nvPr/>
          </p:nvGrpSpPr>
          <p:grpSpPr bwMode="auto">
            <a:xfrm>
              <a:off x="7169086" y="3305588"/>
              <a:ext cx="83917" cy="39198"/>
              <a:chOff x="5432" y="3030"/>
              <a:chExt cx="78" cy="51"/>
            </a:xfrm>
          </p:grpSpPr>
          <p:sp>
            <p:nvSpPr>
              <p:cNvPr id="51"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2"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3"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4"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5"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7" name="Group 94"/>
            <p:cNvGrpSpPr>
              <a:grpSpLocks/>
            </p:cNvGrpSpPr>
            <p:nvPr/>
          </p:nvGrpSpPr>
          <p:grpSpPr bwMode="auto">
            <a:xfrm>
              <a:off x="1392642" y="1885145"/>
              <a:ext cx="336679" cy="1566034"/>
              <a:chOff x="-127" y="845"/>
              <a:chExt cx="333" cy="1678"/>
            </a:xfrm>
          </p:grpSpPr>
          <p:sp>
            <p:nvSpPr>
              <p:cNvPr id="59"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0"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2" name="矩形 61"/>
          <p:cNvSpPr/>
          <p:nvPr/>
        </p:nvSpPr>
        <p:spPr>
          <a:xfrm>
            <a:off x="3006163" y="3505490"/>
            <a:ext cx="3685624"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版本</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位，指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协议的版本。</a:t>
            </a:r>
          </a:p>
          <a:p>
            <a:pPr algn="ctr"/>
            <a:r>
              <a:rPr lang="zh-CN" altLang="en-US" sz="1600" b="1" dirty="0">
                <a:solidFill>
                  <a:schemeClr val="bg1"/>
                </a:solidFill>
                <a:latin typeface="微软雅黑" pitchFamily="34" charset="-122"/>
                <a:ea typeface="微软雅黑" pitchFamily="34" charset="-122"/>
              </a:rPr>
              <a:t>目前的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协议版本号为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即 </a:t>
            </a:r>
            <a:r>
              <a:rPr lang="en-US" altLang="zh-CN" sz="1600" b="1" dirty="0">
                <a:solidFill>
                  <a:schemeClr val="bg1"/>
                </a:solidFill>
                <a:latin typeface="微软雅黑" pitchFamily="34" charset="-122"/>
                <a:ea typeface="微软雅黑" pitchFamily="34" charset="-122"/>
              </a:rPr>
              <a:t>IPv4)</a:t>
            </a:r>
            <a:r>
              <a:rPr lang="zh-CN" altLang="en-US" sz="1600" b="1" dirty="0">
                <a:solidFill>
                  <a:schemeClr val="bg1"/>
                </a:solidFill>
                <a:latin typeface="微软雅黑" pitchFamily="34" charset="-122"/>
                <a:ea typeface="微软雅黑" pitchFamily="34" charset="-122"/>
              </a:rPr>
              <a:t>。</a:t>
            </a:r>
          </a:p>
        </p:txBody>
      </p:sp>
      <p:sp>
        <p:nvSpPr>
          <p:cNvPr id="114" name="Rectangle 92"/>
          <p:cNvSpPr>
            <a:spLocks noChangeArrowheads="1"/>
          </p:cNvSpPr>
          <p:nvPr/>
        </p:nvSpPr>
        <p:spPr bwMode="auto">
          <a:xfrm flipV="1">
            <a:off x="2442280" y="1322244"/>
            <a:ext cx="616740"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2016346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4000" fill="hold" grpId="0" nodeType="clickEffect">
                                  <p:stCondLst>
                                    <p:cond delay="0"/>
                                  </p:stCondLst>
                                  <p:childTnLst>
                                    <p:anim calcmode="discrete" valueType="str">
                                      <p:cBhvr>
                                        <p:cTn id="6" dur="1000" fill="hold"/>
                                        <p:tgtEl>
                                          <p:spTgt spid="114"/>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114"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930874" y="3369695"/>
            <a:ext cx="3962944"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首部长度</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位，可表示的最大数值</a:t>
            </a:r>
          </a:p>
          <a:p>
            <a:pPr algn="ctr"/>
            <a:r>
              <a:rPr lang="zh-CN" altLang="en-US" sz="1600" b="1" dirty="0">
                <a:solidFill>
                  <a:schemeClr val="bg1"/>
                </a:solidFill>
                <a:latin typeface="微软雅黑" pitchFamily="34" charset="-122"/>
                <a:ea typeface="微软雅黑" pitchFamily="34" charset="-122"/>
              </a:rPr>
              <a:t>是 </a:t>
            </a:r>
            <a:r>
              <a:rPr lang="en-US" altLang="zh-CN" sz="1600" b="1" dirty="0">
                <a:solidFill>
                  <a:schemeClr val="bg1"/>
                </a:solidFill>
                <a:latin typeface="微软雅黑" pitchFamily="34" charset="-122"/>
                <a:ea typeface="微软雅黑" pitchFamily="34" charset="-122"/>
              </a:rPr>
              <a:t>15 </a:t>
            </a:r>
            <a:r>
              <a:rPr lang="zh-CN" altLang="en-US" sz="1600" b="1" dirty="0">
                <a:solidFill>
                  <a:schemeClr val="bg1"/>
                </a:solidFill>
                <a:latin typeface="微软雅黑" pitchFamily="34" charset="-122"/>
                <a:ea typeface="微软雅黑" pitchFamily="34" charset="-122"/>
              </a:rPr>
              <a:t>个单位</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一个单位为 </a:t>
            </a:r>
            <a:r>
              <a:rPr lang="en-US" altLang="zh-CN" sz="1600" b="1"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字节</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a:t>
            </a:r>
          </a:p>
          <a:p>
            <a:pPr algn="ctr"/>
            <a:r>
              <a:rPr lang="zh-CN" altLang="en-US" sz="1600" b="1" dirty="0">
                <a:solidFill>
                  <a:schemeClr val="bg1"/>
                </a:solidFill>
                <a:latin typeface="微软雅黑" pitchFamily="34" charset="-122"/>
                <a:ea typeface="微软雅黑" pitchFamily="34" charset="-122"/>
              </a:rPr>
              <a:t>因此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的首部长度的</a:t>
            </a:r>
            <a:r>
              <a:rPr lang="zh-CN" altLang="en-US" sz="1600" b="1" dirty="0">
                <a:solidFill>
                  <a:srgbClr val="FFFF00"/>
                </a:solidFill>
                <a:latin typeface="微软雅黑" pitchFamily="34" charset="-122"/>
                <a:ea typeface="微软雅黑" pitchFamily="34" charset="-122"/>
              </a:rPr>
              <a:t>最大值是 </a:t>
            </a:r>
            <a:r>
              <a:rPr lang="en-US" altLang="zh-CN" sz="1600" b="1" dirty="0">
                <a:solidFill>
                  <a:srgbClr val="FFFF00"/>
                </a:solidFill>
                <a:latin typeface="微软雅黑" pitchFamily="34" charset="-122"/>
                <a:ea typeface="微软雅黑" pitchFamily="34" charset="-122"/>
              </a:rPr>
              <a:t>60 </a:t>
            </a:r>
            <a:r>
              <a:rPr lang="zh-CN" altLang="en-US" sz="1600" b="1" dirty="0">
                <a:solidFill>
                  <a:srgbClr val="FFFF00"/>
                </a:solidFill>
                <a:latin typeface="微软雅黑" pitchFamily="34" charset="-122"/>
                <a:ea typeface="微软雅黑" pitchFamily="34" charset="-122"/>
              </a:rPr>
              <a:t>字节</a:t>
            </a:r>
            <a:r>
              <a:rPr lang="zh-CN" altLang="en-US" sz="1600" b="1" dirty="0">
                <a:solidFill>
                  <a:schemeClr val="bg1"/>
                </a:solidFill>
                <a:latin typeface="微软雅黑" pitchFamily="34" charset="-122"/>
                <a:ea typeface="微软雅黑" pitchFamily="34" charset="-122"/>
              </a:rPr>
              <a:t>。</a:t>
            </a:r>
          </a:p>
        </p:txBody>
      </p:sp>
      <p:sp>
        <p:nvSpPr>
          <p:cNvPr id="62" name="Rectangle 92"/>
          <p:cNvSpPr>
            <a:spLocks noChangeArrowheads="1"/>
          </p:cNvSpPr>
          <p:nvPr/>
        </p:nvSpPr>
        <p:spPr bwMode="auto">
          <a:xfrm flipV="1">
            <a:off x="3059018" y="1322242"/>
            <a:ext cx="670739"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48246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2148428" y="3371926"/>
            <a:ext cx="5545942"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区分服务</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8 </a:t>
            </a:r>
            <a:r>
              <a:rPr lang="zh-CN" altLang="en-US" sz="1600" b="1" dirty="0">
                <a:solidFill>
                  <a:schemeClr val="bg1"/>
                </a:solidFill>
                <a:latin typeface="微软雅黑" pitchFamily="34" charset="-122"/>
                <a:ea typeface="微软雅黑" pitchFamily="34" charset="-122"/>
              </a:rPr>
              <a:t>位，用来获得更好的服务。</a:t>
            </a:r>
          </a:p>
          <a:p>
            <a:pPr algn="ctr"/>
            <a:r>
              <a:rPr lang="zh-CN" altLang="en-US" sz="1600" b="1" dirty="0">
                <a:solidFill>
                  <a:schemeClr val="bg1"/>
                </a:solidFill>
                <a:latin typeface="微软雅黑" pitchFamily="34" charset="-122"/>
                <a:ea typeface="微软雅黑" pitchFamily="34" charset="-122"/>
              </a:rPr>
              <a:t>只有在使用区分服务（</a:t>
            </a:r>
            <a:r>
              <a:rPr lang="en-US" altLang="zh-CN" sz="1600" b="1" dirty="0" err="1">
                <a:solidFill>
                  <a:schemeClr val="bg1"/>
                </a:solidFill>
                <a:latin typeface="微软雅黑" pitchFamily="34" charset="-122"/>
                <a:ea typeface="微软雅黑" pitchFamily="34" charset="-122"/>
              </a:rPr>
              <a:t>DiffServ</a:t>
            </a:r>
            <a:r>
              <a:rPr lang="zh-CN" altLang="en-US" sz="1600" b="1" dirty="0">
                <a:solidFill>
                  <a:schemeClr val="bg1"/>
                </a:solidFill>
                <a:latin typeface="微软雅黑" pitchFamily="34" charset="-122"/>
                <a:ea typeface="微软雅黑" pitchFamily="34" charset="-122"/>
              </a:rPr>
              <a:t>）时，这个字段才起作用。</a:t>
            </a:r>
          </a:p>
          <a:p>
            <a:pPr algn="ctr"/>
            <a:r>
              <a:rPr lang="zh-CN" altLang="en-US" sz="1600" b="1" dirty="0">
                <a:solidFill>
                  <a:schemeClr val="bg1"/>
                </a:solidFill>
                <a:latin typeface="微软雅黑" pitchFamily="34" charset="-122"/>
                <a:ea typeface="微软雅黑" pitchFamily="34" charset="-122"/>
              </a:rPr>
              <a:t>在一般的情况下都不使用这个字段 </a:t>
            </a:r>
          </a:p>
        </p:txBody>
      </p:sp>
      <p:sp>
        <p:nvSpPr>
          <p:cNvPr id="60" name="Rectangle 92"/>
          <p:cNvSpPr>
            <a:spLocks noChangeArrowheads="1"/>
          </p:cNvSpPr>
          <p:nvPr/>
        </p:nvSpPr>
        <p:spPr bwMode="auto">
          <a:xfrm flipV="1">
            <a:off x="3729758" y="1322240"/>
            <a:ext cx="1212840"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30375390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390662" y="3369695"/>
            <a:ext cx="5043368"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总长度</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16 </a:t>
            </a:r>
            <a:r>
              <a:rPr lang="zh-CN" altLang="en-US" sz="1600" b="1" dirty="0">
                <a:solidFill>
                  <a:schemeClr val="bg1"/>
                </a:solidFill>
                <a:latin typeface="微软雅黑" pitchFamily="34" charset="-122"/>
                <a:ea typeface="微软雅黑" pitchFamily="34" charset="-122"/>
              </a:rPr>
              <a:t>位，指首部和数据之和的长度，</a:t>
            </a:r>
          </a:p>
          <a:p>
            <a:pPr algn="ctr"/>
            <a:r>
              <a:rPr lang="zh-CN" altLang="en-US" sz="1600" b="1" dirty="0">
                <a:solidFill>
                  <a:schemeClr val="bg1"/>
                </a:solidFill>
                <a:latin typeface="微软雅黑" pitchFamily="34" charset="-122"/>
                <a:ea typeface="微软雅黑" pitchFamily="34" charset="-122"/>
              </a:rPr>
              <a:t>单位为字节，因此数据报的最大长度为 </a:t>
            </a:r>
            <a:r>
              <a:rPr lang="en-US" altLang="zh-CN" sz="1600" b="1" dirty="0">
                <a:solidFill>
                  <a:schemeClr val="bg1"/>
                </a:solidFill>
                <a:latin typeface="微软雅黑" pitchFamily="34" charset="-122"/>
                <a:ea typeface="微软雅黑" pitchFamily="34" charset="-122"/>
              </a:rPr>
              <a:t>65535 </a:t>
            </a:r>
            <a:r>
              <a:rPr lang="zh-CN" altLang="en-US" sz="1600" b="1" dirty="0">
                <a:solidFill>
                  <a:schemeClr val="bg1"/>
                </a:solidFill>
                <a:latin typeface="微软雅黑" pitchFamily="34" charset="-122"/>
                <a:ea typeface="微软雅黑" pitchFamily="34" charset="-122"/>
              </a:rPr>
              <a:t>字节。</a:t>
            </a:r>
          </a:p>
          <a:p>
            <a:pPr algn="ctr"/>
            <a:r>
              <a:rPr lang="zh-CN" altLang="en-US" sz="1600" b="1" dirty="0">
                <a:solidFill>
                  <a:srgbClr val="FFFF00"/>
                </a:solidFill>
                <a:latin typeface="微软雅黑" pitchFamily="34" charset="-122"/>
                <a:ea typeface="微软雅黑" pitchFamily="34" charset="-122"/>
              </a:rPr>
              <a:t>总长度必须不超过最大传送单元 </a:t>
            </a:r>
            <a:r>
              <a:rPr lang="en-US" altLang="zh-CN" sz="1600" b="1" dirty="0">
                <a:solidFill>
                  <a:srgbClr val="FFFF00"/>
                </a:solidFill>
                <a:latin typeface="微软雅黑" pitchFamily="34" charset="-122"/>
                <a:ea typeface="微软雅黑" pitchFamily="34" charset="-122"/>
              </a:rPr>
              <a:t>MTU</a:t>
            </a:r>
            <a:r>
              <a:rPr lang="zh-CN" altLang="en-US" sz="1600" b="1" dirty="0">
                <a:solidFill>
                  <a:srgbClr val="FFFF00"/>
                </a:solidFill>
                <a:latin typeface="微软雅黑" pitchFamily="34" charset="-122"/>
                <a:ea typeface="微软雅黑" pitchFamily="34" charset="-122"/>
              </a:rPr>
              <a:t>。 </a:t>
            </a:r>
          </a:p>
        </p:txBody>
      </p:sp>
      <p:sp>
        <p:nvSpPr>
          <p:cNvPr id="62" name="Rectangle 92"/>
          <p:cNvSpPr>
            <a:spLocks noChangeArrowheads="1"/>
          </p:cNvSpPr>
          <p:nvPr/>
        </p:nvSpPr>
        <p:spPr bwMode="auto">
          <a:xfrm flipV="1">
            <a:off x="4942598" y="1322240"/>
            <a:ext cx="2517506"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195574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F2471E-8628-2A78-E177-B40C975C9E43}"/>
            </a:ext>
          </a:extLst>
        </p:cNvPr>
        <p:cNvGrpSpPr/>
        <p:nvPr/>
      </p:nvGrpSpPr>
      <p:grpSpPr>
        <a:xfrm>
          <a:off x="0" y="0"/>
          <a:ext cx="0" cy="0"/>
          <a:chOff x="0" y="0"/>
          <a:chExt cx="0" cy="0"/>
        </a:xfrm>
      </p:grpSpPr>
      <p:sp>
        <p:nvSpPr>
          <p:cNvPr id="7" name="AutoShape 5">
            <a:extLst>
              <a:ext uri="{FF2B5EF4-FFF2-40B4-BE49-F238E27FC236}">
                <a16:creationId xmlns:a16="http://schemas.microsoft.com/office/drawing/2014/main" id="{4CED4A12-3D2D-CFF8-E47F-6F6B2DB1BF4C}"/>
              </a:ext>
            </a:extLst>
          </p:cNvPr>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a:extLst>
              <a:ext uri="{FF2B5EF4-FFF2-40B4-BE49-F238E27FC236}">
                <a16:creationId xmlns:a16="http://schemas.microsoft.com/office/drawing/2014/main" id="{DCD75A03-FCD4-D1D8-D565-4BA41A597F06}"/>
              </a:ext>
            </a:extLst>
          </p:cNvPr>
          <p:cNvSpPr>
            <a:spLocks noChangeArrowheads="1"/>
          </p:cNvSpPr>
          <p:nvPr/>
        </p:nvSpPr>
        <p:spPr bwMode="auto">
          <a:xfrm>
            <a:off x="3553666" y="573764"/>
            <a:ext cx="20553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数据报的分片</a:t>
            </a:r>
          </a:p>
        </p:txBody>
      </p:sp>
      <p:sp>
        <p:nvSpPr>
          <p:cNvPr id="9" name="圆角矩形 8">
            <a:extLst>
              <a:ext uri="{FF2B5EF4-FFF2-40B4-BE49-F238E27FC236}">
                <a16:creationId xmlns:a16="http://schemas.microsoft.com/office/drawing/2014/main" id="{65329934-02ED-6532-299D-84FF404FC833}"/>
              </a:ext>
            </a:extLst>
          </p:cNvPr>
          <p:cNvSpPr/>
          <p:nvPr/>
        </p:nvSpPr>
        <p:spPr>
          <a:xfrm>
            <a:off x="556963" y="1044564"/>
            <a:ext cx="8048776" cy="17183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Freeform 2">
            <a:extLst>
              <a:ext uri="{FF2B5EF4-FFF2-40B4-BE49-F238E27FC236}">
                <a16:creationId xmlns:a16="http://schemas.microsoft.com/office/drawing/2014/main" id="{8B225AE0-37D8-10DD-CE31-BF27908546DE}"/>
              </a:ext>
            </a:extLst>
          </p:cNvPr>
          <p:cNvSpPr>
            <a:spLocks/>
          </p:cNvSpPr>
          <p:nvPr/>
        </p:nvSpPr>
        <p:spPr bwMode="auto">
          <a:xfrm>
            <a:off x="3120664" y="1815632"/>
            <a:ext cx="170724"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Freeform 3">
            <a:extLst>
              <a:ext uri="{FF2B5EF4-FFF2-40B4-BE49-F238E27FC236}">
                <a16:creationId xmlns:a16="http://schemas.microsoft.com/office/drawing/2014/main" id="{50AB0910-7217-96E8-3436-48BEF616A451}"/>
              </a:ext>
            </a:extLst>
          </p:cNvPr>
          <p:cNvSpPr>
            <a:spLocks/>
          </p:cNvSpPr>
          <p:nvPr/>
        </p:nvSpPr>
        <p:spPr bwMode="auto">
          <a:xfrm>
            <a:off x="5000809" y="1815632"/>
            <a:ext cx="116354" cy="289461"/>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4">
            <a:extLst>
              <a:ext uri="{FF2B5EF4-FFF2-40B4-BE49-F238E27FC236}">
                <a16:creationId xmlns:a16="http://schemas.microsoft.com/office/drawing/2014/main" id="{81EA722D-AC47-AEE9-4C64-3DBBF7AB6AB5}"/>
              </a:ext>
            </a:extLst>
          </p:cNvPr>
          <p:cNvSpPr>
            <a:spLocks noChangeShapeType="1"/>
          </p:cNvSpPr>
          <p:nvPr/>
        </p:nvSpPr>
        <p:spPr bwMode="auto">
          <a:xfrm rot="16200000">
            <a:off x="7110950" y="1959707"/>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3" name="Line 5">
            <a:extLst>
              <a:ext uri="{FF2B5EF4-FFF2-40B4-BE49-F238E27FC236}">
                <a16:creationId xmlns:a16="http://schemas.microsoft.com/office/drawing/2014/main" id="{C16678EB-D3A5-4EF7-79E0-F92A0DB2316E}"/>
              </a:ext>
            </a:extLst>
          </p:cNvPr>
          <p:cNvSpPr>
            <a:spLocks noChangeShapeType="1"/>
          </p:cNvSpPr>
          <p:nvPr/>
        </p:nvSpPr>
        <p:spPr bwMode="auto">
          <a:xfrm rot="16200000">
            <a:off x="1525973" y="1959707"/>
            <a:ext cx="290325" cy="21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4" name="Line 6">
            <a:extLst>
              <a:ext uri="{FF2B5EF4-FFF2-40B4-BE49-F238E27FC236}">
                <a16:creationId xmlns:a16="http://schemas.microsoft.com/office/drawing/2014/main" id="{609389FC-E158-7056-9E87-E6232C990289}"/>
              </a:ext>
            </a:extLst>
          </p:cNvPr>
          <p:cNvSpPr>
            <a:spLocks noChangeShapeType="1"/>
          </p:cNvSpPr>
          <p:nvPr/>
        </p:nvSpPr>
        <p:spPr bwMode="auto">
          <a:xfrm>
            <a:off x="1509111" y="2105957"/>
            <a:ext cx="1772490"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5" name="Line 11">
            <a:extLst>
              <a:ext uri="{FF2B5EF4-FFF2-40B4-BE49-F238E27FC236}">
                <a16:creationId xmlns:a16="http://schemas.microsoft.com/office/drawing/2014/main" id="{78A8F6C1-AEE7-EF63-F25A-420A9BDD5469}"/>
              </a:ext>
            </a:extLst>
          </p:cNvPr>
          <p:cNvSpPr>
            <a:spLocks noChangeShapeType="1"/>
          </p:cNvSpPr>
          <p:nvPr/>
        </p:nvSpPr>
        <p:spPr bwMode="auto">
          <a:xfrm>
            <a:off x="5484709" y="2105957"/>
            <a:ext cx="1987799"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6" name="Text Box 13">
            <a:extLst>
              <a:ext uri="{FF2B5EF4-FFF2-40B4-BE49-F238E27FC236}">
                <a16:creationId xmlns:a16="http://schemas.microsoft.com/office/drawing/2014/main" id="{603180F8-DBF5-3D91-F37B-7AD899EC2290}"/>
              </a:ext>
            </a:extLst>
          </p:cNvPr>
          <p:cNvSpPr txBox="1">
            <a:spLocks noChangeArrowheads="1"/>
          </p:cNvSpPr>
          <p:nvPr/>
        </p:nvSpPr>
        <p:spPr bwMode="auto">
          <a:xfrm>
            <a:off x="1414301" y="1159014"/>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1</a:t>
            </a:r>
            <a:endParaRPr kumimoji="1" lang="en-US" altLang="zh-CN" sz="1100" b="1" dirty="0">
              <a:latin typeface="微软雅黑" pitchFamily="34" charset="-122"/>
              <a:ea typeface="微软雅黑" pitchFamily="34" charset="-122"/>
            </a:endParaRPr>
          </a:p>
        </p:txBody>
      </p:sp>
      <p:sp>
        <p:nvSpPr>
          <p:cNvPr id="67" name="Text Box 14">
            <a:extLst>
              <a:ext uri="{FF2B5EF4-FFF2-40B4-BE49-F238E27FC236}">
                <a16:creationId xmlns:a16="http://schemas.microsoft.com/office/drawing/2014/main" id="{C6D70537-F985-2B7D-541C-482E78CAAAFD}"/>
              </a:ext>
            </a:extLst>
          </p:cNvPr>
          <p:cNvSpPr txBox="1">
            <a:spLocks noChangeArrowheads="1"/>
          </p:cNvSpPr>
          <p:nvPr/>
        </p:nvSpPr>
        <p:spPr bwMode="auto">
          <a:xfrm>
            <a:off x="6902125" y="1159014"/>
            <a:ext cx="68159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主机 </a:t>
            </a:r>
            <a:r>
              <a:rPr kumimoji="1" lang="en-US" altLang="zh-CN" sz="1100" b="1" dirty="0">
                <a:latin typeface="微软雅黑" pitchFamily="34" charset="-122"/>
                <a:ea typeface="微软雅黑" pitchFamily="34" charset="-122"/>
              </a:rPr>
              <a:t>H</a:t>
            </a:r>
            <a:r>
              <a:rPr kumimoji="1" lang="en-US" altLang="zh-CN" sz="1100" b="1" baseline="-25000" dirty="0">
                <a:latin typeface="微软雅黑" pitchFamily="34" charset="-122"/>
                <a:ea typeface="微软雅黑" pitchFamily="34" charset="-122"/>
              </a:rPr>
              <a:t>2</a:t>
            </a:r>
            <a:endParaRPr kumimoji="1" lang="en-US" altLang="zh-CN" sz="1100" b="1" dirty="0">
              <a:latin typeface="微软雅黑" pitchFamily="34" charset="-122"/>
              <a:ea typeface="微软雅黑" pitchFamily="34" charset="-122"/>
            </a:endParaRPr>
          </a:p>
        </p:txBody>
      </p:sp>
      <p:sp>
        <p:nvSpPr>
          <p:cNvPr id="68" name="Line 15">
            <a:extLst>
              <a:ext uri="{FF2B5EF4-FFF2-40B4-BE49-F238E27FC236}">
                <a16:creationId xmlns:a16="http://schemas.microsoft.com/office/drawing/2014/main" id="{7B20D9EC-46E5-EE9F-9FEC-D74A47C78E0A}"/>
              </a:ext>
            </a:extLst>
          </p:cNvPr>
          <p:cNvSpPr>
            <a:spLocks noChangeShapeType="1"/>
          </p:cNvSpPr>
          <p:nvPr/>
        </p:nvSpPr>
        <p:spPr bwMode="auto">
          <a:xfrm>
            <a:off x="3604564" y="2105957"/>
            <a:ext cx="1557182" cy="0"/>
          </a:xfrm>
          <a:prstGeom prst="line">
            <a:avLst/>
          </a:prstGeom>
          <a:noFill/>
          <a:ln w="5715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9" name="Freeform 16">
            <a:extLst>
              <a:ext uri="{FF2B5EF4-FFF2-40B4-BE49-F238E27FC236}">
                <a16:creationId xmlns:a16="http://schemas.microsoft.com/office/drawing/2014/main" id="{B1425A13-4BC0-A3C3-4029-4C68608DDA97}"/>
              </a:ext>
            </a:extLst>
          </p:cNvPr>
          <p:cNvSpPr>
            <a:spLocks/>
          </p:cNvSpPr>
          <p:nvPr/>
        </p:nvSpPr>
        <p:spPr bwMode="auto">
          <a:xfrm flipH="1">
            <a:off x="5484709" y="1815632"/>
            <a:ext cx="160938" cy="2903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0" name="Freeform 17">
            <a:extLst>
              <a:ext uri="{FF2B5EF4-FFF2-40B4-BE49-F238E27FC236}">
                <a16:creationId xmlns:a16="http://schemas.microsoft.com/office/drawing/2014/main" id="{88BC85B9-5A64-2A07-98CF-5A6FCB798AC6}"/>
              </a:ext>
            </a:extLst>
          </p:cNvPr>
          <p:cNvSpPr>
            <a:spLocks/>
          </p:cNvSpPr>
          <p:nvPr/>
        </p:nvSpPr>
        <p:spPr bwMode="auto">
          <a:xfrm flipH="1">
            <a:off x="3648060" y="1815632"/>
            <a:ext cx="117441" cy="291189"/>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99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1" name="Text Box 18">
            <a:extLst>
              <a:ext uri="{FF2B5EF4-FFF2-40B4-BE49-F238E27FC236}">
                <a16:creationId xmlns:a16="http://schemas.microsoft.com/office/drawing/2014/main" id="{2D92627B-13EB-66D7-F4B9-1B173C5D3A15}"/>
              </a:ext>
            </a:extLst>
          </p:cNvPr>
          <p:cNvSpPr txBox="1">
            <a:spLocks noChangeArrowheads="1"/>
          </p:cNvSpPr>
          <p:nvPr/>
        </p:nvSpPr>
        <p:spPr bwMode="auto">
          <a:xfrm>
            <a:off x="3092658" y="1456300"/>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1</a:t>
            </a:r>
          </a:p>
        </p:txBody>
      </p:sp>
      <p:pic>
        <p:nvPicPr>
          <p:cNvPr id="72" name="Picture 20">
            <a:extLst>
              <a:ext uri="{FF2B5EF4-FFF2-40B4-BE49-F238E27FC236}">
                <a16:creationId xmlns:a16="http://schemas.microsoft.com/office/drawing/2014/main" id="{8EEBA51F-4AB0-C806-4962-3B69866E50AB}"/>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54092" y="1677382"/>
            <a:ext cx="528485"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3" name="Picture 22">
            <a:extLst>
              <a:ext uri="{FF2B5EF4-FFF2-40B4-BE49-F238E27FC236}">
                <a16:creationId xmlns:a16="http://schemas.microsoft.com/office/drawing/2014/main" id="{64DB1C36-722F-6526-34D1-655352A208F2}"/>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83734" y="1665285"/>
            <a:ext cx="527397" cy="236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5" name="Text Box 25">
            <a:extLst>
              <a:ext uri="{FF2B5EF4-FFF2-40B4-BE49-F238E27FC236}">
                <a16:creationId xmlns:a16="http://schemas.microsoft.com/office/drawing/2014/main" id="{67060A07-BDE7-A27E-6033-B320744EF733}"/>
              </a:ext>
            </a:extLst>
          </p:cNvPr>
          <p:cNvSpPr txBox="1">
            <a:spLocks noChangeArrowheads="1"/>
          </p:cNvSpPr>
          <p:nvPr/>
        </p:nvSpPr>
        <p:spPr bwMode="auto">
          <a:xfrm>
            <a:off x="4963812" y="1459755"/>
            <a:ext cx="80502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路由器 </a:t>
            </a:r>
            <a:r>
              <a:rPr kumimoji="1" lang="en-US" altLang="zh-CN" sz="1100" b="1" dirty="0">
                <a:latin typeface="微软雅黑" pitchFamily="34" charset="-122"/>
                <a:ea typeface="微软雅黑" pitchFamily="34" charset="-122"/>
              </a:rPr>
              <a:t>R</a:t>
            </a:r>
            <a:r>
              <a:rPr kumimoji="1" lang="en-US" altLang="zh-CN" sz="1100" b="1" baseline="-25000" dirty="0">
                <a:latin typeface="微软雅黑" pitchFamily="34" charset="-122"/>
                <a:ea typeface="微软雅黑" pitchFamily="34" charset="-122"/>
              </a:rPr>
              <a:t>2</a:t>
            </a:r>
          </a:p>
        </p:txBody>
      </p:sp>
      <p:pic>
        <p:nvPicPr>
          <p:cNvPr id="85" name="Picture 246" descr="jisuanji">
            <a:extLst>
              <a:ext uri="{FF2B5EF4-FFF2-40B4-BE49-F238E27FC236}">
                <a16:creationId xmlns:a16="http://schemas.microsoft.com/office/drawing/2014/main" id="{721292DD-D59C-ECFF-6F7E-57F13FAF7EFC}"/>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444263" y="1399338"/>
            <a:ext cx="472829" cy="472829"/>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246" descr="jisuanji">
            <a:extLst>
              <a:ext uri="{FF2B5EF4-FFF2-40B4-BE49-F238E27FC236}">
                <a16:creationId xmlns:a16="http://schemas.microsoft.com/office/drawing/2014/main" id="{EB38CC4C-B896-1408-62D8-3E3CAD1CA8C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020272" y="1399338"/>
            <a:ext cx="472829" cy="472829"/>
          </a:xfrm>
          <a:prstGeom prst="rect">
            <a:avLst/>
          </a:prstGeom>
          <a:noFill/>
          <a:extLst>
            <a:ext uri="{909E8E84-426E-40DD-AFC4-6F175D3DCCD1}">
              <a14:hiddenFill xmlns:a14="http://schemas.microsoft.com/office/drawing/2010/main">
                <a:solidFill>
                  <a:srgbClr val="FFFFFF"/>
                </a:solidFill>
              </a14:hiddenFill>
            </a:ext>
          </a:extLst>
        </p:spPr>
      </p:pic>
      <p:grpSp>
        <p:nvGrpSpPr>
          <p:cNvPr id="94" name="组合 93">
            <a:extLst>
              <a:ext uri="{FF2B5EF4-FFF2-40B4-BE49-F238E27FC236}">
                <a16:creationId xmlns:a16="http://schemas.microsoft.com/office/drawing/2014/main" id="{0C74F7CE-2050-824A-D69F-09E74A3BC05D}"/>
              </a:ext>
            </a:extLst>
          </p:cNvPr>
          <p:cNvGrpSpPr/>
          <p:nvPr/>
        </p:nvGrpSpPr>
        <p:grpSpPr>
          <a:xfrm>
            <a:off x="1918938" y="1765605"/>
            <a:ext cx="1092659" cy="261610"/>
            <a:chOff x="1349622" y="2534596"/>
            <a:chExt cx="1092659" cy="261610"/>
          </a:xfrm>
        </p:grpSpPr>
        <p:sp>
          <p:nvSpPr>
            <p:cNvPr id="90" name="AutoShape 193">
              <a:extLst>
                <a:ext uri="{FF2B5EF4-FFF2-40B4-BE49-F238E27FC236}">
                  <a16:creationId xmlns:a16="http://schemas.microsoft.com/office/drawing/2014/main" id="{3E63C3A1-E845-682F-6951-33D4CC47109C}"/>
                </a:ext>
              </a:extLst>
            </p:cNvPr>
            <p:cNvSpPr>
              <a:spLocks noChangeArrowheads="1"/>
            </p:cNvSpPr>
            <p:nvPr/>
          </p:nvSpPr>
          <p:spPr bwMode="auto">
            <a:xfrm>
              <a:off x="2235516" y="2606169"/>
              <a:ext cx="206765" cy="128076"/>
            </a:xfrm>
            <a:prstGeom prst="rightArrow">
              <a:avLst>
                <a:gd name="adj1" fmla="val 50000"/>
                <a:gd name="adj2" fmla="val 54167"/>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91" name="Rectangle 190">
              <a:extLst>
                <a:ext uri="{FF2B5EF4-FFF2-40B4-BE49-F238E27FC236}">
                  <a16:creationId xmlns:a16="http://schemas.microsoft.com/office/drawing/2014/main" id="{9146B0F4-7B9A-2AAB-7870-0FF0EF2B919D}"/>
                </a:ext>
              </a:extLst>
            </p:cNvPr>
            <p:cNvSpPr>
              <a:spLocks noChangeArrowheads="1"/>
            </p:cNvSpPr>
            <p:nvPr/>
          </p:nvSpPr>
          <p:spPr bwMode="auto">
            <a:xfrm>
              <a:off x="1349622" y="2557500"/>
              <a:ext cx="943889" cy="224360"/>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dirty="0">
                <a:latin typeface="微软雅黑" panose="020B0503020204020204" pitchFamily="34" charset="-122"/>
                <a:ea typeface="微软雅黑" panose="020B0503020204020204" pitchFamily="34" charset="-122"/>
              </a:endParaRPr>
            </a:p>
          </p:txBody>
        </p:sp>
        <p:sp>
          <p:nvSpPr>
            <p:cNvPr id="93" name="Text Box 219">
              <a:extLst>
                <a:ext uri="{FF2B5EF4-FFF2-40B4-BE49-F238E27FC236}">
                  <a16:creationId xmlns:a16="http://schemas.microsoft.com/office/drawing/2014/main" id="{9D506206-4B8B-6DEA-B6BD-EC120CF19832}"/>
                </a:ext>
              </a:extLst>
            </p:cNvPr>
            <p:cNvSpPr txBox="1">
              <a:spLocks noChangeArrowheads="1"/>
            </p:cNvSpPr>
            <p:nvPr/>
          </p:nvSpPr>
          <p:spPr bwMode="auto">
            <a:xfrm>
              <a:off x="1461016" y="2534596"/>
              <a:ext cx="748923" cy="26161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zh-CN" altLang="en-US" sz="1100" b="1" dirty="0">
                  <a:latin typeface="微软雅黑" panose="020B0503020204020204" pitchFamily="34" charset="-122"/>
                  <a:ea typeface="微软雅黑" panose="020B0503020204020204" pitchFamily="34" charset="-122"/>
                </a:rPr>
                <a:t>数据报</a:t>
              </a:r>
              <a:endParaRPr lang="en-US" altLang="zh-CN" sz="1100" b="1" baseline="-25000" dirty="0">
                <a:latin typeface="微软雅黑" panose="020B0503020204020204" pitchFamily="34" charset="-122"/>
                <a:ea typeface="微软雅黑" panose="020B0503020204020204" pitchFamily="34" charset="-122"/>
              </a:endParaRPr>
            </a:p>
          </p:txBody>
        </p:sp>
      </p:grpSp>
      <p:sp>
        <p:nvSpPr>
          <p:cNvPr id="95" name="AutoShape 23">
            <a:extLst>
              <a:ext uri="{FF2B5EF4-FFF2-40B4-BE49-F238E27FC236}">
                <a16:creationId xmlns:a16="http://schemas.microsoft.com/office/drawing/2014/main" id="{274CAD9C-6042-69A9-5B3E-46B5D361735A}"/>
              </a:ext>
            </a:extLst>
          </p:cNvPr>
          <p:cNvSpPr>
            <a:spLocks noChangeArrowheads="1"/>
          </p:cNvSpPr>
          <p:nvPr/>
        </p:nvSpPr>
        <p:spPr bwMode="auto">
          <a:xfrm flipV="1">
            <a:off x="3971083" y="2276380"/>
            <a:ext cx="824144" cy="183094"/>
          </a:xfrm>
          <a:prstGeom prst="wedgeRoundRectCallout">
            <a:avLst>
              <a:gd name="adj1" fmla="val -21434"/>
              <a:gd name="adj2" fmla="val 99185"/>
              <a:gd name="adj3" fmla="val 16667"/>
            </a:avLst>
          </a:prstGeom>
          <a:solidFill>
            <a:srgbClr val="66FFFF"/>
          </a:solidFill>
          <a:ln w="9525">
            <a:solidFill>
              <a:schemeClr val="tx1"/>
            </a:solidFill>
            <a:miter lim="800000"/>
            <a:headEnd/>
            <a:tailEnd/>
          </a:ln>
          <a:effectLst/>
        </p:spPr>
        <p:txBody>
          <a:bodyPr rot="10800000" wrap="none" anchor="ctr"/>
          <a:lstStyle/>
          <a:p>
            <a:pPr algn="ctr"/>
            <a:r>
              <a:rPr kumimoji="1" lang="en-US" altLang="zh-CN" sz="1100" b="1" dirty="0">
                <a:latin typeface="微软雅黑" pitchFamily="34" charset="-122"/>
                <a:ea typeface="微软雅黑" pitchFamily="34" charset="-122"/>
              </a:rPr>
              <a:t>MTU</a:t>
            </a:r>
            <a:r>
              <a:rPr kumimoji="1" lang="zh-CN" altLang="en-US" sz="1100" b="1" dirty="0">
                <a:latin typeface="微软雅黑" pitchFamily="34" charset="-122"/>
                <a:ea typeface="微软雅黑" pitchFamily="34" charset="-122"/>
              </a:rPr>
              <a:t>变小</a:t>
            </a:r>
          </a:p>
        </p:txBody>
      </p:sp>
      <p:grpSp>
        <p:nvGrpSpPr>
          <p:cNvPr id="129" name="组合 128">
            <a:extLst>
              <a:ext uri="{FF2B5EF4-FFF2-40B4-BE49-F238E27FC236}">
                <a16:creationId xmlns:a16="http://schemas.microsoft.com/office/drawing/2014/main" id="{52C62F18-35EC-E202-A667-E913D57D8D20}"/>
              </a:ext>
            </a:extLst>
          </p:cNvPr>
          <p:cNvGrpSpPr/>
          <p:nvPr/>
        </p:nvGrpSpPr>
        <p:grpSpPr>
          <a:xfrm>
            <a:off x="3980253" y="1590560"/>
            <a:ext cx="816014" cy="486682"/>
            <a:chOff x="3980253" y="1590560"/>
            <a:chExt cx="816014" cy="486682"/>
          </a:xfrm>
        </p:grpSpPr>
        <p:grpSp>
          <p:nvGrpSpPr>
            <p:cNvPr id="100" name="组合 99">
              <a:extLst>
                <a:ext uri="{FF2B5EF4-FFF2-40B4-BE49-F238E27FC236}">
                  <a16:creationId xmlns:a16="http://schemas.microsoft.com/office/drawing/2014/main" id="{A6F70EB8-A9C6-6E5D-DE1D-ED1407512EE7}"/>
                </a:ext>
              </a:extLst>
            </p:cNvPr>
            <p:cNvGrpSpPr/>
            <p:nvPr/>
          </p:nvGrpSpPr>
          <p:grpSpPr>
            <a:xfrm>
              <a:off x="3980253" y="1590560"/>
              <a:ext cx="810106" cy="261610"/>
              <a:chOff x="1632175" y="2531461"/>
              <a:chExt cx="810106" cy="261610"/>
            </a:xfrm>
          </p:grpSpPr>
          <p:sp>
            <p:nvSpPr>
              <p:cNvPr id="101" name="AutoShape 193">
                <a:extLst>
                  <a:ext uri="{FF2B5EF4-FFF2-40B4-BE49-F238E27FC236}">
                    <a16:creationId xmlns:a16="http://schemas.microsoft.com/office/drawing/2014/main" id="{4F866177-5AA3-CC53-AE2B-A71629B9FE70}"/>
                  </a:ext>
                </a:extLst>
              </p:cNvPr>
              <p:cNvSpPr>
                <a:spLocks noChangeArrowheads="1"/>
              </p:cNvSpPr>
              <p:nvPr/>
            </p:nvSpPr>
            <p:spPr bwMode="auto">
              <a:xfrm>
                <a:off x="2235516" y="2606169"/>
                <a:ext cx="206765" cy="128076"/>
              </a:xfrm>
              <a:prstGeom prst="rightArrow">
                <a:avLst>
                  <a:gd name="adj1" fmla="val 50000"/>
                  <a:gd name="adj2" fmla="val 54167"/>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02" name="Rectangle 190">
                <a:extLst>
                  <a:ext uri="{FF2B5EF4-FFF2-40B4-BE49-F238E27FC236}">
                    <a16:creationId xmlns:a16="http://schemas.microsoft.com/office/drawing/2014/main" id="{9D46542D-4BC6-21E9-A311-7FFC142A6142}"/>
                  </a:ext>
                </a:extLst>
              </p:cNvPr>
              <p:cNvSpPr>
                <a:spLocks noChangeArrowheads="1"/>
              </p:cNvSpPr>
              <p:nvPr/>
            </p:nvSpPr>
            <p:spPr bwMode="auto">
              <a:xfrm>
                <a:off x="1712282" y="2562926"/>
                <a:ext cx="581228" cy="200086"/>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dirty="0">
                  <a:latin typeface="微软雅黑" panose="020B0503020204020204" pitchFamily="34" charset="-122"/>
                  <a:ea typeface="微软雅黑" panose="020B0503020204020204" pitchFamily="34" charset="-122"/>
                </a:endParaRPr>
              </a:p>
            </p:txBody>
          </p:sp>
          <p:sp>
            <p:nvSpPr>
              <p:cNvPr id="103" name="Text Box 219">
                <a:extLst>
                  <a:ext uri="{FF2B5EF4-FFF2-40B4-BE49-F238E27FC236}">
                    <a16:creationId xmlns:a16="http://schemas.microsoft.com/office/drawing/2014/main" id="{BA0C6C8A-A79B-6AA3-FBC5-0528060C08C1}"/>
                  </a:ext>
                </a:extLst>
              </p:cNvPr>
              <p:cNvSpPr txBox="1">
                <a:spLocks noChangeArrowheads="1"/>
              </p:cNvSpPr>
              <p:nvPr/>
            </p:nvSpPr>
            <p:spPr bwMode="auto">
              <a:xfrm>
                <a:off x="1632175" y="2531461"/>
                <a:ext cx="748923" cy="26161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zh-CN" altLang="en-US" sz="1100" b="1" dirty="0">
                    <a:latin typeface="微软雅黑" panose="020B0503020204020204" pitchFamily="34" charset="-122"/>
                    <a:ea typeface="微软雅黑" panose="020B0503020204020204" pitchFamily="34" charset="-122"/>
                  </a:rPr>
                  <a:t>数据报</a:t>
                </a:r>
                <a:endParaRPr lang="en-US" altLang="zh-CN" sz="1100" b="1" baseline="-25000" dirty="0">
                  <a:latin typeface="微软雅黑" panose="020B0503020204020204" pitchFamily="34" charset="-122"/>
                  <a:ea typeface="微软雅黑" panose="020B0503020204020204" pitchFamily="34" charset="-122"/>
                </a:endParaRPr>
              </a:p>
            </p:txBody>
          </p:sp>
        </p:grpSp>
        <p:grpSp>
          <p:nvGrpSpPr>
            <p:cNvPr id="112" name="组合 111">
              <a:extLst>
                <a:ext uri="{FF2B5EF4-FFF2-40B4-BE49-F238E27FC236}">
                  <a16:creationId xmlns:a16="http://schemas.microsoft.com/office/drawing/2014/main" id="{629676FD-532F-0B23-C4B0-6B483C31B1FD}"/>
                </a:ext>
              </a:extLst>
            </p:cNvPr>
            <p:cNvGrpSpPr/>
            <p:nvPr/>
          </p:nvGrpSpPr>
          <p:grpSpPr>
            <a:xfrm>
              <a:off x="3986161" y="1815632"/>
              <a:ext cx="810106" cy="261610"/>
              <a:chOff x="1632175" y="2531461"/>
              <a:chExt cx="810106" cy="261610"/>
            </a:xfrm>
          </p:grpSpPr>
          <p:sp>
            <p:nvSpPr>
              <p:cNvPr id="113" name="AutoShape 193">
                <a:extLst>
                  <a:ext uri="{FF2B5EF4-FFF2-40B4-BE49-F238E27FC236}">
                    <a16:creationId xmlns:a16="http://schemas.microsoft.com/office/drawing/2014/main" id="{FE97F9D2-5247-0316-33BC-30ECC1442010}"/>
                  </a:ext>
                </a:extLst>
              </p:cNvPr>
              <p:cNvSpPr>
                <a:spLocks noChangeArrowheads="1"/>
              </p:cNvSpPr>
              <p:nvPr/>
            </p:nvSpPr>
            <p:spPr bwMode="auto">
              <a:xfrm>
                <a:off x="2235516" y="2606169"/>
                <a:ext cx="206765" cy="128076"/>
              </a:xfrm>
              <a:prstGeom prst="rightArrow">
                <a:avLst>
                  <a:gd name="adj1" fmla="val 50000"/>
                  <a:gd name="adj2" fmla="val 54167"/>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Rectangle 190">
                <a:extLst>
                  <a:ext uri="{FF2B5EF4-FFF2-40B4-BE49-F238E27FC236}">
                    <a16:creationId xmlns:a16="http://schemas.microsoft.com/office/drawing/2014/main" id="{27112C72-A1B8-FF14-876B-623969326415}"/>
                  </a:ext>
                </a:extLst>
              </p:cNvPr>
              <p:cNvSpPr>
                <a:spLocks noChangeArrowheads="1"/>
              </p:cNvSpPr>
              <p:nvPr/>
            </p:nvSpPr>
            <p:spPr bwMode="auto">
              <a:xfrm>
                <a:off x="1712282" y="2562926"/>
                <a:ext cx="581228" cy="200086"/>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dirty="0">
                  <a:latin typeface="微软雅黑" panose="020B0503020204020204" pitchFamily="34" charset="-122"/>
                  <a:ea typeface="微软雅黑" panose="020B0503020204020204" pitchFamily="34" charset="-122"/>
                </a:endParaRPr>
              </a:p>
            </p:txBody>
          </p:sp>
          <p:sp>
            <p:nvSpPr>
              <p:cNvPr id="115" name="Text Box 219">
                <a:extLst>
                  <a:ext uri="{FF2B5EF4-FFF2-40B4-BE49-F238E27FC236}">
                    <a16:creationId xmlns:a16="http://schemas.microsoft.com/office/drawing/2014/main" id="{D1848B6D-5F95-7A00-E15B-4C54BFEAE752}"/>
                  </a:ext>
                </a:extLst>
              </p:cNvPr>
              <p:cNvSpPr txBox="1">
                <a:spLocks noChangeArrowheads="1"/>
              </p:cNvSpPr>
              <p:nvPr/>
            </p:nvSpPr>
            <p:spPr bwMode="auto">
              <a:xfrm>
                <a:off x="1632175" y="2531461"/>
                <a:ext cx="748923" cy="26161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zh-CN" altLang="en-US" sz="1100" b="1" dirty="0">
                    <a:latin typeface="微软雅黑" panose="020B0503020204020204" pitchFamily="34" charset="-122"/>
                    <a:ea typeface="微软雅黑" panose="020B0503020204020204" pitchFamily="34" charset="-122"/>
                  </a:rPr>
                  <a:t>数据报</a:t>
                </a:r>
                <a:endParaRPr lang="en-US" altLang="zh-CN" sz="1100" b="1" baseline="-25000" dirty="0">
                  <a:latin typeface="微软雅黑" panose="020B0503020204020204" pitchFamily="34" charset="-122"/>
                  <a:ea typeface="微软雅黑" panose="020B0503020204020204" pitchFamily="34" charset="-122"/>
                </a:endParaRPr>
              </a:p>
            </p:txBody>
          </p:sp>
        </p:grpSp>
      </p:grpSp>
      <p:grpSp>
        <p:nvGrpSpPr>
          <p:cNvPr id="130" name="组合 129">
            <a:extLst>
              <a:ext uri="{FF2B5EF4-FFF2-40B4-BE49-F238E27FC236}">
                <a16:creationId xmlns:a16="http://schemas.microsoft.com/office/drawing/2014/main" id="{11011100-0BC1-3C12-CA36-181D204F3E7E}"/>
              </a:ext>
            </a:extLst>
          </p:cNvPr>
          <p:cNvGrpSpPr/>
          <p:nvPr/>
        </p:nvGrpSpPr>
        <p:grpSpPr>
          <a:xfrm>
            <a:off x="5976366" y="1595715"/>
            <a:ext cx="816014" cy="486682"/>
            <a:chOff x="5976366" y="1595715"/>
            <a:chExt cx="816014" cy="486682"/>
          </a:xfrm>
        </p:grpSpPr>
        <p:grpSp>
          <p:nvGrpSpPr>
            <p:cNvPr id="116" name="组合 115">
              <a:extLst>
                <a:ext uri="{FF2B5EF4-FFF2-40B4-BE49-F238E27FC236}">
                  <a16:creationId xmlns:a16="http://schemas.microsoft.com/office/drawing/2014/main" id="{05CD152A-9BCD-C6D4-2285-9EB749B2EB40}"/>
                </a:ext>
              </a:extLst>
            </p:cNvPr>
            <p:cNvGrpSpPr/>
            <p:nvPr/>
          </p:nvGrpSpPr>
          <p:grpSpPr>
            <a:xfrm>
              <a:off x="5976366" y="1595715"/>
              <a:ext cx="810106" cy="261610"/>
              <a:chOff x="1632175" y="2531461"/>
              <a:chExt cx="810106" cy="261610"/>
            </a:xfrm>
          </p:grpSpPr>
          <p:sp>
            <p:nvSpPr>
              <p:cNvPr id="117" name="AutoShape 193">
                <a:extLst>
                  <a:ext uri="{FF2B5EF4-FFF2-40B4-BE49-F238E27FC236}">
                    <a16:creationId xmlns:a16="http://schemas.microsoft.com/office/drawing/2014/main" id="{9DEB59EC-0D5D-777D-6353-79660B01ECA1}"/>
                  </a:ext>
                </a:extLst>
              </p:cNvPr>
              <p:cNvSpPr>
                <a:spLocks noChangeArrowheads="1"/>
              </p:cNvSpPr>
              <p:nvPr/>
            </p:nvSpPr>
            <p:spPr bwMode="auto">
              <a:xfrm>
                <a:off x="2235516" y="2606169"/>
                <a:ext cx="206765" cy="128076"/>
              </a:xfrm>
              <a:prstGeom prst="rightArrow">
                <a:avLst>
                  <a:gd name="adj1" fmla="val 50000"/>
                  <a:gd name="adj2" fmla="val 54167"/>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8" name="Rectangle 190">
                <a:extLst>
                  <a:ext uri="{FF2B5EF4-FFF2-40B4-BE49-F238E27FC236}">
                    <a16:creationId xmlns:a16="http://schemas.microsoft.com/office/drawing/2014/main" id="{407C8312-BF8A-F96D-9D15-818DC3356590}"/>
                  </a:ext>
                </a:extLst>
              </p:cNvPr>
              <p:cNvSpPr>
                <a:spLocks noChangeArrowheads="1"/>
              </p:cNvSpPr>
              <p:nvPr/>
            </p:nvSpPr>
            <p:spPr bwMode="auto">
              <a:xfrm>
                <a:off x="1712282" y="2562926"/>
                <a:ext cx="581228" cy="200086"/>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dirty="0">
                  <a:latin typeface="微软雅黑" panose="020B0503020204020204" pitchFamily="34" charset="-122"/>
                  <a:ea typeface="微软雅黑" panose="020B0503020204020204" pitchFamily="34" charset="-122"/>
                </a:endParaRPr>
              </a:p>
            </p:txBody>
          </p:sp>
          <p:sp>
            <p:nvSpPr>
              <p:cNvPr id="119" name="Text Box 219">
                <a:extLst>
                  <a:ext uri="{FF2B5EF4-FFF2-40B4-BE49-F238E27FC236}">
                    <a16:creationId xmlns:a16="http://schemas.microsoft.com/office/drawing/2014/main" id="{808E9BEA-56DE-F569-A004-6319AE3C560A}"/>
                  </a:ext>
                </a:extLst>
              </p:cNvPr>
              <p:cNvSpPr txBox="1">
                <a:spLocks noChangeArrowheads="1"/>
              </p:cNvSpPr>
              <p:nvPr/>
            </p:nvSpPr>
            <p:spPr bwMode="auto">
              <a:xfrm>
                <a:off x="1632175" y="2531461"/>
                <a:ext cx="748923" cy="26161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zh-CN" altLang="en-US" sz="1100" b="1" dirty="0">
                    <a:latin typeface="微软雅黑" panose="020B0503020204020204" pitchFamily="34" charset="-122"/>
                    <a:ea typeface="微软雅黑" panose="020B0503020204020204" pitchFamily="34" charset="-122"/>
                  </a:rPr>
                  <a:t>数据报</a:t>
                </a:r>
                <a:endParaRPr lang="en-US" altLang="zh-CN" sz="1100" b="1" baseline="-25000" dirty="0">
                  <a:latin typeface="微软雅黑" panose="020B0503020204020204" pitchFamily="34" charset="-122"/>
                  <a:ea typeface="微软雅黑" panose="020B0503020204020204" pitchFamily="34" charset="-122"/>
                </a:endParaRPr>
              </a:p>
            </p:txBody>
          </p:sp>
        </p:grpSp>
        <p:grpSp>
          <p:nvGrpSpPr>
            <p:cNvPr id="120" name="组合 119">
              <a:extLst>
                <a:ext uri="{FF2B5EF4-FFF2-40B4-BE49-F238E27FC236}">
                  <a16:creationId xmlns:a16="http://schemas.microsoft.com/office/drawing/2014/main" id="{7C71B6F9-858A-00C7-47A1-40856160A3CB}"/>
                </a:ext>
              </a:extLst>
            </p:cNvPr>
            <p:cNvGrpSpPr/>
            <p:nvPr/>
          </p:nvGrpSpPr>
          <p:grpSpPr>
            <a:xfrm>
              <a:off x="5982274" y="1820787"/>
              <a:ext cx="810106" cy="261610"/>
              <a:chOff x="1632175" y="2531461"/>
              <a:chExt cx="810106" cy="261610"/>
            </a:xfrm>
          </p:grpSpPr>
          <p:sp>
            <p:nvSpPr>
              <p:cNvPr id="121" name="AutoShape 193">
                <a:extLst>
                  <a:ext uri="{FF2B5EF4-FFF2-40B4-BE49-F238E27FC236}">
                    <a16:creationId xmlns:a16="http://schemas.microsoft.com/office/drawing/2014/main" id="{432BA2FD-368D-99A3-84C6-C049EE7B1A4D}"/>
                  </a:ext>
                </a:extLst>
              </p:cNvPr>
              <p:cNvSpPr>
                <a:spLocks noChangeArrowheads="1"/>
              </p:cNvSpPr>
              <p:nvPr/>
            </p:nvSpPr>
            <p:spPr bwMode="auto">
              <a:xfrm>
                <a:off x="2235516" y="2606169"/>
                <a:ext cx="206765" cy="128076"/>
              </a:xfrm>
              <a:prstGeom prst="rightArrow">
                <a:avLst>
                  <a:gd name="adj1" fmla="val 50000"/>
                  <a:gd name="adj2" fmla="val 54167"/>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22" name="Rectangle 190">
                <a:extLst>
                  <a:ext uri="{FF2B5EF4-FFF2-40B4-BE49-F238E27FC236}">
                    <a16:creationId xmlns:a16="http://schemas.microsoft.com/office/drawing/2014/main" id="{F257B36C-AC78-B4B7-B859-09B8B016C165}"/>
                  </a:ext>
                </a:extLst>
              </p:cNvPr>
              <p:cNvSpPr>
                <a:spLocks noChangeArrowheads="1"/>
              </p:cNvSpPr>
              <p:nvPr/>
            </p:nvSpPr>
            <p:spPr bwMode="auto">
              <a:xfrm>
                <a:off x="1712282" y="2562926"/>
                <a:ext cx="581228" cy="200086"/>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dirty="0">
                  <a:latin typeface="微软雅黑" panose="020B0503020204020204" pitchFamily="34" charset="-122"/>
                  <a:ea typeface="微软雅黑" panose="020B0503020204020204" pitchFamily="34" charset="-122"/>
                </a:endParaRPr>
              </a:p>
            </p:txBody>
          </p:sp>
          <p:sp>
            <p:nvSpPr>
              <p:cNvPr id="123" name="Text Box 219">
                <a:extLst>
                  <a:ext uri="{FF2B5EF4-FFF2-40B4-BE49-F238E27FC236}">
                    <a16:creationId xmlns:a16="http://schemas.microsoft.com/office/drawing/2014/main" id="{82078D58-5531-FD45-94B7-713BC9D6EF3F}"/>
                  </a:ext>
                </a:extLst>
              </p:cNvPr>
              <p:cNvSpPr txBox="1">
                <a:spLocks noChangeArrowheads="1"/>
              </p:cNvSpPr>
              <p:nvPr/>
            </p:nvSpPr>
            <p:spPr bwMode="auto">
              <a:xfrm>
                <a:off x="1632175" y="2531461"/>
                <a:ext cx="748923" cy="26161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zh-CN" altLang="en-US" sz="1100" b="1" dirty="0">
                    <a:latin typeface="微软雅黑" panose="020B0503020204020204" pitchFamily="34" charset="-122"/>
                    <a:ea typeface="微软雅黑" panose="020B0503020204020204" pitchFamily="34" charset="-122"/>
                  </a:rPr>
                  <a:t>数据报</a:t>
                </a:r>
                <a:endParaRPr lang="en-US" altLang="zh-CN" sz="1100" b="1" baseline="-25000" dirty="0">
                  <a:latin typeface="微软雅黑" panose="020B0503020204020204" pitchFamily="34" charset="-122"/>
                  <a:ea typeface="微软雅黑" panose="020B0503020204020204" pitchFamily="34" charset="-122"/>
                </a:endParaRPr>
              </a:p>
            </p:txBody>
          </p:sp>
        </p:grpSp>
      </p:grpSp>
      <p:grpSp>
        <p:nvGrpSpPr>
          <p:cNvPr id="124" name="组合 123">
            <a:extLst>
              <a:ext uri="{FF2B5EF4-FFF2-40B4-BE49-F238E27FC236}">
                <a16:creationId xmlns:a16="http://schemas.microsoft.com/office/drawing/2014/main" id="{19A63527-6F36-4A38-8B37-C95E621BA336}"/>
              </a:ext>
            </a:extLst>
          </p:cNvPr>
          <p:cNvGrpSpPr/>
          <p:nvPr/>
        </p:nvGrpSpPr>
        <p:grpSpPr>
          <a:xfrm>
            <a:off x="6870638" y="1429706"/>
            <a:ext cx="1092659" cy="261610"/>
            <a:chOff x="1349622" y="2534596"/>
            <a:chExt cx="1092659" cy="261610"/>
          </a:xfrm>
        </p:grpSpPr>
        <p:sp>
          <p:nvSpPr>
            <p:cNvPr id="125" name="AutoShape 193">
              <a:extLst>
                <a:ext uri="{FF2B5EF4-FFF2-40B4-BE49-F238E27FC236}">
                  <a16:creationId xmlns:a16="http://schemas.microsoft.com/office/drawing/2014/main" id="{56E7FEEB-3EAE-9835-DD14-006CB013145E}"/>
                </a:ext>
              </a:extLst>
            </p:cNvPr>
            <p:cNvSpPr>
              <a:spLocks noChangeArrowheads="1"/>
            </p:cNvSpPr>
            <p:nvPr/>
          </p:nvSpPr>
          <p:spPr bwMode="auto">
            <a:xfrm>
              <a:off x="2235516" y="2606169"/>
              <a:ext cx="206765" cy="128076"/>
            </a:xfrm>
            <a:prstGeom prst="rightArrow">
              <a:avLst>
                <a:gd name="adj1" fmla="val 50000"/>
                <a:gd name="adj2" fmla="val 54167"/>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26" name="Rectangle 190">
              <a:extLst>
                <a:ext uri="{FF2B5EF4-FFF2-40B4-BE49-F238E27FC236}">
                  <a16:creationId xmlns:a16="http://schemas.microsoft.com/office/drawing/2014/main" id="{D9D02BE1-DE7B-291C-43EB-07FD9BC8EFCE}"/>
                </a:ext>
              </a:extLst>
            </p:cNvPr>
            <p:cNvSpPr>
              <a:spLocks noChangeArrowheads="1"/>
            </p:cNvSpPr>
            <p:nvPr/>
          </p:nvSpPr>
          <p:spPr bwMode="auto">
            <a:xfrm>
              <a:off x="1349622" y="2557500"/>
              <a:ext cx="943889" cy="224360"/>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r" eaLnBrk="1" hangingPunct="1"/>
              <a:endParaRPr lang="zh-CN" altLang="zh-CN" sz="1100" b="1" baseline="-25000" dirty="0">
                <a:latin typeface="微软雅黑" panose="020B0503020204020204" pitchFamily="34" charset="-122"/>
                <a:ea typeface="微软雅黑" panose="020B0503020204020204" pitchFamily="34" charset="-122"/>
              </a:endParaRPr>
            </a:p>
          </p:txBody>
        </p:sp>
        <p:sp>
          <p:nvSpPr>
            <p:cNvPr id="127" name="Text Box 219">
              <a:extLst>
                <a:ext uri="{FF2B5EF4-FFF2-40B4-BE49-F238E27FC236}">
                  <a16:creationId xmlns:a16="http://schemas.microsoft.com/office/drawing/2014/main" id="{EF8E8B5E-572D-BD27-A87A-E4DDC5F50F80}"/>
                </a:ext>
              </a:extLst>
            </p:cNvPr>
            <p:cNvSpPr txBox="1">
              <a:spLocks noChangeArrowheads="1"/>
            </p:cNvSpPr>
            <p:nvPr/>
          </p:nvSpPr>
          <p:spPr bwMode="auto">
            <a:xfrm>
              <a:off x="1461016" y="2534596"/>
              <a:ext cx="748923" cy="26161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IP</a:t>
              </a:r>
              <a:r>
                <a:rPr lang="zh-CN" altLang="en-US" sz="1100" b="1" dirty="0">
                  <a:latin typeface="微软雅黑" panose="020B0503020204020204" pitchFamily="34" charset="-122"/>
                  <a:ea typeface="微软雅黑" panose="020B0503020204020204" pitchFamily="34" charset="-122"/>
                </a:rPr>
                <a:t>数据报</a:t>
              </a:r>
              <a:endParaRPr lang="en-US" altLang="zh-CN" sz="1100" b="1" baseline="-25000" dirty="0">
                <a:latin typeface="微软雅黑" panose="020B0503020204020204" pitchFamily="34" charset="-122"/>
                <a:ea typeface="微软雅黑" panose="020B0503020204020204" pitchFamily="34" charset="-122"/>
              </a:endParaRPr>
            </a:p>
          </p:txBody>
        </p:sp>
      </p:grpSp>
      <p:sp>
        <p:nvSpPr>
          <p:cNvPr id="128" name="矩形 127">
            <a:extLst>
              <a:ext uri="{FF2B5EF4-FFF2-40B4-BE49-F238E27FC236}">
                <a16:creationId xmlns:a16="http://schemas.microsoft.com/office/drawing/2014/main" id="{96C2ABDC-9BF3-FF83-7A3A-8C91B872ED83}"/>
              </a:ext>
            </a:extLst>
          </p:cNvPr>
          <p:cNvSpPr/>
          <p:nvPr/>
        </p:nvSpPr>
        <p:spPr>
          <a:xfrm>
            <a:off x="953467" y="2933288"/>
            <a:ext cx="7237065" cy="1134734"/>
          </a:xfrm>
          <a:prstGeom prst="rect">
            <a:avLst/>
          </a:prstGeom>
        </p:spPr>
        <p:txBody>
          <a:bodyPr wrap="square">
            <a:spAutoFit/>
          </a:bodyPr>
          <a:lstStyle/>
          <a:p>
            <a:pPr marL="285750" indent="-285750">
              <a:lnSpc>
                <a:spcPts val="2800"/>
              </a:lnSpc>
              <a:buClr>
                <a:srgbClr val="990099"/>
              </a:buClr>
              <a:buFont typeface="Wingdings" panose="05000000000000000000" pitchFamily="2" charset="2"/>
              <a:buChar char="l"/>
            </a:pPr>
            <a:r>
              <a:rPr lang="zh-CN" altLang="en-US" b="1" dirty="0">
                <a:latin typeface="微软雅黑" pitchFamily="34" charset="-122"/>
                <a:ea typeface="微软雅黑" pitchFamily="34" charset="-122"/>
              </a:rPr>
              <a:t>数据报长度超过输出链路的</a:t>
            </a:r>
            <a:r>
              <a:rPr lang="en-US" altLang="zh-CN" b="1" dirty="0">
                <a:latin typeface="微软雅黑" pitchFamily="34" charset="-122"/>
                <a:ea typeface="微软雅黑" pitchFamily="34" charset="-122"/>
              </a:rPr>
              <a:t>MTU</a:t>
            </a:r>
            <a:r>
              <a:rPr lang="zh-CN" altLang="en-US" b="1" dirty="0">
                <a:latin typeface="微软雅黑" pitchFamily="34" charset="-122"/>
                <a:ea typeface="微软雅黑" pitchFamily="34" charset="-122"/>
              </a:rPr>
              <a:t>时需要进行分片处理。</a:t>
            </a:r>
            <a:endParaRPr lang="en-US" altLang="zh-CN" b="1" dirty="0">
              <a:latin typeface="微软雅黑" pitchFamily="34" charset="-122"/>
              <a:ea typeface="微软雅黑" pitchFamily="34" charset="-122"/>
            </a:endParaRPr>
          </a:p>
          <a:p>
            <a:pPr marL="285750" indent="-285750">
              <a:lnSpc>
                <a:spcPts val="2800"/>
              </a:lnSpc>
              <a:buClr>
                <a:srgbClr val="990099"/>
              </a:buClr>
              <a:buFont typeface="Wingdings" panose="05000000000000000000" pitchFamily="2" charset="2"/>
              <a:buChar char="l"/>
            </a:pPr>
            <a:r>
              <a:rPr lang="zh-CN" altLang="en-US" b="1" dirty="0">
                <a:latin typeface="微软雅黑" pitchFamily="34" charset="-122"/>
                <a:ea typeface="微软雅黑" pitchFamily="34" charset="-122"/>
              </a:rPr>
              <a:t>目的主机要把分片的数据报重新组装成为原来的数据报。</a:t>
            </a:r>
            <a:endParaRPr lang="en-US" altLang="zh-CN" b="1" dirty="0">
              <a:latin typeface="微软雅黑" pitchFamily="34" charset="-122"/>
              <a:ea typeface="微软雅黑" pitchFamily="34" charset="-122"/>
            </a:endParaRPr>
          </a:p>
          <a:p>
            <a:pPr marL="285750" indent="-285750">
              <a:lnSpc>
                <a:spcPts val="2800"/>
              </a:lnSpc>
              <a:buClr>
                <a:srgbClr val="990099"/>
              </a:buClr>
              <a:buFont typeface="Wingdings" panose="05000000000000000000" pitchFamily="2" charset="2"/>
              <a:buChar char="l"/>
            </a:pPr>
            <a:r>
              <a:rPr lang="zh-CN" altLang="en-US" b="1" dirty="0">
                <a:latin typeface="微软雅黑" pitchFamily="34" charset="-122"/>
                <a:ea typeface="微软雅黑" pitchFamily="34" charset="-122"/>
              </a:rPr>
              <a:t>到达目的主机之前的所有路由器，都不允许组装数据报片。</a:t>
            </a:r>
          </a:p>
        </p:txBody>
      </p:sp>
    </p:spTree>
    <p:custDataLst>
      <p:tags r:id="rId1"/>
    </p:custDataLst>
    <p:extLst>
      <p:ext uri="{BB962C8B-B14F-4D97-AF65-F5344CB8AC3E}">
        <p14:creationId xmlns:p14="http://schemas.microsoft.com/office/powerpoint/2010/main" val="3747166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94"/>
                                        </p:tgtEl>
                                        <p:attrNameLst>
                                          <p:attrName>style.visibility</p:attrName>
                                        </p:attrNameLst>
                                      </p:cBhvr>
                                      <p:to>
                                        <p:strVal val="visible"/>
                                      </p:to>
                                    </p:set>
                                    <p:animEffect transition="in" filter="wipe(left)">
                                      <p:cBhvr>
                                        <p:cTn id="7" dur="500"/>
                                        <p:tgtEl>
                                          <p:spTgt spid="94"/>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95"/>
                                        </p:tgtEl>
                                        <p:attrNameLst>
                                          <p:attrName>style.visibility</p:attrName>
                                        </p:attrNameLst>
                                      </p:cBhvr>
                                      <p:to>
                                        <p:strVal val="visible"/>
                                      </p:to>
                                    </p:set>
                                    <p:anim calcmode="lin" valueType="num">
                                      <p:cBhvr>
                                        <p:cTn id="12" dur="500" fill="hold"/>
                                        <p:tgtEl>
                                          <p:spTgt spid="95"/>
                                        </p:tgtEl>
                                        <p:attrNameLst>
                                          <p:attrName>ppt_w</p:attrName>
                                        </p:attrNameLst>
                                      </p:cBhvr>
                                      <p:tavLst>
                                        <p:tav tm="0">
                                          <p:val>
                                            <p:fltVal val="0"/>
                                          </p:val>
                                        </p:tav>
                                        <p:tav tm="100000">
                                          <p:val>
                                            <p:strVal val="#ppt_w"/>
                                          </p:val>
                                        </p:tav>
                                      </p:tavLst>
                                    </p:anim>
                                    <p:anim calcmode="lin" valueType="num">
                                      <p:cBhvr>
                                        <p:cTn id="13" dur="500" fill="hold"/>
                                        <p:tgtEl>
                                          <p:spTgt spid="95"/>
                                        </p:tgtEl>
                                        <p:attrNameLst>
                                          <p:attrName>ppt_h</p:attrName>
                                        </p:attrNameLst>
                                      </p:cBhvr>
                                      <p:tavLst>
                                        <p:tav tm="0">
                                          <p:val>
                                            <p:fltVal val="0"/>
                                          </p:val>
                                        </p:tav>
                                        <p:tav tm="100000">
                                          <p:val>
                                            <p:strVal val="#ppt_h"/>
                                          </p:val>
                                        </p:tav>
                                      </p:tavLst>
                                    </p:anim>
                                    <p:animEffect transition="in" filter="fade">
                                      <p:cBhvr>
                                        <p:cTn id="14" dur="500"/>
                                        <p:tgtEl>
                                          <p:spTgt spid="95"/>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129"/>
                                        </p:tgtEl>
                                        <p:attrNameLst>
                                          <p:attrName>style.visibility</p:attrName>
                                        </p:attrNameLst>
                                      </p:cBhvr>
                                      <p:to>
                                        <p:strVal val="visible"/>
                                      </p:to>
                                    </p:set>
                                    <p:animEffect transition="in" filter="wipe(left)">
                                      <p:cBhvr>
                                        <p:cTn id="19" dur="500"/>
                                        <p:tgtEl>
                                          <p:spTgt spid="129"/>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130"/>
                                        </p:tgtEl>
                                        <p:attrNameLst>
                                          <p:attrName>style.visibility</p:attrName>
                                        </p:attrNameLst>
                                      </p:cBhvr>
                                      <p:to>
                                        <p:strVal val="visible"/>
                                      </p:to>
                                    </p:set>
                                    <p:animEffect transition="in" filter="wipe(left)">
                                      <p:cBhvr>
                                        <p:cTn id="24" dur="500"/>
                                        <p:tgtEl>
                                          <p:spTgt spid="130"/>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24"/>
                                        </p:tgtEl>
                                        <p:attrNameLst>
                                          <p:attrName>style.visibility</p:attrName>
                                        </p:attrNameLst>
                                      </p:cBhvr>
                                      <p:to>
                                        <p:strVal val="visible"/>
                                      </p:to>
                                    </p:set>
                                    <p:animEffect transition="in" filter="wipe(left)">
                                      <p:cBhvr>
                                        <p:cTn id="29" dur="500"/>
                                        <p:tgtEl>
                                          <p:spTgt spid="124"/>
                                        </p:tgtEl>
                                      </p:cBhvr>
                                    </p:animEffect>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128">
                                            <p:txEl>
                                              <p:pRg st="2" end="2"/>
                                            </p:txEl>
                                          </p:spTgt>
                                        </p:tgtEl>
                                        <p:attrNameLst>
                                          <p:attrName>style.visibility</p:attrName>
                                        </p:attrNameLst>
                                      </p:cBhvr>
                                      <p:to>
                                        <p:strVal val="visible"/>
                                      </p:to>
                                    </p:set>
                                    <p:animEffect transition="in" filter="fade">
                                      <p:cBhvr>
                                        <p:cTn id="34" dur="1000"/>
                                        <p:tgtEl>
                                          <p:spTgt spid="128">
                                            <p:txEl>
                                              <p:pRg st="2" end="2"/>
                                            </p:txEl>
                                          </p:spTgt>
                                        </p:tgtEl>
                                      </p:cBhvr>
                                    </p:animEffect>
                                    <p:anim calcmode="lin" valueType="num">
                                      <p:cBhvr>
                                        <p:cTn id="35" dur="1000" fill="hold"/>
                                        <p:tgtEl>
                                          <p:spTgt spid="128">
                                            <p:txEl>
                                              <p:pRg st="2" end="2"/>
                                            </p:txEl>
                                          </p:spTgt>
                                        </p:tgtEl>
                                        <p:attrNameLst>
                                          <p:attrName>ppt_x</p:attrName>
                                        </p:attrNameLst>
                                      </p:cBhvr>
                                      <p:tavLst>
                                        <p:tav tm="0">
                                          <p:val>
                                            <p:strVal val="#ppt_x"/>
                                          </p:val>
                                        </p:tav>
                                        <p:tav tm="100000">
                                          <p:val>
                                            <p:strVal val="#ppt_x"/>
                                          </p:val>
                                        </p:tav>
                                      </p:tavLst>
                                    </p:anim>
                                    <p:anim calcmode="lin" valueType="num">
                                      <p:cBhvr>
                                        <p:cTn id="36" dur="1000" fill="hold"/>
                                        <p:tgtEl>
                                          <p:spTgt spid="128">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128" grpId="0" uiExpand="1" build="p"/>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686238" y="3579367"/>
            <a:ext cx="4370299" cy="338554"/>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标识、标志和片偏移 </a:t>
            </a:r>
            <a:r>
              <a:rPr lang="en-US" altLang="zh-CN" sz="1600" b="1" dirty="0">
                <a:solidFill>
                  <a:schemeClr val="bg1"/>
                </a:solidFill>
                <a:latin typeface="微软雅黑" pitchFamily="34" charset="-122"/>
                <a:ea typeface="微软雅黑" pitchFamily="34" charset="-122"/>
              </a:rPr>
              <a:t>3 </a:t>
            </a:r>
            <a:r>
              <a:rPr lang="zh-CN" altLang="en-US" sz="1600" b="1" dirty="0">
                <a:solidFill>
                  <a:schemeClr val="bg1"/>
                </a:solidFill>
                <a:latin typeface="微软雅黑" pitchFamily="34" charset="-122"/>
                <a:ea typeface="微软雅黑" pitchFamily="34" charset="-122"/>
              </a:rPr>
              <a:t>个字段用于分片操作。 </a:t>
            </a:r>
          </a:p>
        </p:txBody>
      </p:sp>
      <p:sp>
        <p:nvSpPr>
          <p:cNvPr id="62" name="Rectangle 92"/>
          <p:cNvSpPr>
            <a:spLocks noChangeArrowheads="1"/>
          </p:cNvSpPr>
          <p:nvPr/>
        </p:nvSpPr>
        <p:spPr bwMode="auto">
          <a:xfrm flipV="1">
            <a:off x="2443756" y="1591637"/>
            <a:ext cx="5010282"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90519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D5D800-1A25-530C-32C8-D627523A64D2}"/>
            </a:ext>
          </a:extLst>
        </p:cNvPr>
        <p:cNvGrpSpPr/>
        <p:nvPr/>
      </p:nvGrpSpPr>
      <p:grpSpPr>
        <a:xfrm>
          <a:off x="0" y="0"/>
          <a:ext cx="0" cy="0"/>
          <a:chOff x="0" y="0"/>
          <a:chExt cx="0" cy="0"/>
        </a:xfrm>
      </p:grpSpPr>
      <p:sp>
        <p:nvSpPr>
          <p:cNvPr id="7" name="AutoShape 5">
            <a:extLst>
              <a:ext uri="{FF2B5EF4-FFF2-40B4-BE49-F238E27FC236}">
                <a16:creationId xmlns:a16="http://schemas.microsoft.com/office/drawing/2014/main" id="{3BEAB171-A144-5780-8254-5239F2523838}"/>
              </a:ext>
            </a:extLst>
          </p:cNvPr>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a:extLst>
              <a:ext uri="{FF2B5EF4-FFF2-40B4-BE49-F238E27FC236}">
                <a16:creationId xmlns:a16="http://schemas.microsoft.com/office/drawing/2014/main" id="{2786D492-64AA-2290-0818-406BE4179F14}"/>
              </a:ext>
            </a:extLst>
          </p:cNvPr>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a:extLst>
              <a:ext uri="{FF2B5EF4-FFF2-40B4-BE49-F238E27FC236}">
                <a16:creationId xmlns:a16="http://schemas.microsoft.com/office/drawing/2014/main" id="{D4315B1D-1613-C171-57C0-A16E17B3FB3F}"/>
              </a:ext>
            </a:extLst>
          </p:cNvPr>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a:extLst>
              <a:ext uri="{FF2B5EF4-FFF2-40B4-BE49-F238E27FC236}">
                <a16:creationId xmlns:a16="http://schemas.microsoft.com/office/drawing/2014/main" id="{3E5840E1-F595-39AE-4DC8-CD6D07F52469}"/>
              </a:ext>
            </a:extLst>
          </p:cNvPr>
          <p:cNvGrpSpPr/>
          <p:nvPr/>
        </p:nvGrpSpPr>
        <p:grpSpPr>
          <a:xfrm>
            <a:off x="1637153" y="1084892"/>
            <a:ext cx="5962309" cy="2192261"/>
            <a:chOff x="1392642" y="1665825"/>
            <a:chExt cx="5962309" cy="2192261"/>
          </a:xfrm>
        </p:grpSpPr>
        <p:sp>
          <p:nvSpPr>
            <p:cNvPr id="11" name="Rectangle 10">
              <a:extLst>
                <a:ext uri="{FF2B5EF4-FFF2-40B4-BE49-F238E27FC236}">
                  <a16:creationId xmlns:a16="http://schemas.microsoft.com/office/drawing/2014/main" id="{4C353CB8-93B4-CADB-6675-03FE23051676}"/>
                </a:ext>
              </a:extLst>
            </p:cNvPr>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a:extLst>
                <a:ext uri="{FF2B5EF4-FFF2-40B4-BE49-F238E27FC236}">
                  <a16:creationId xmlns:a16="http://schemas.microsoft.com/office/drawing/2014/main" id="{75746FDE-6380-4A5C-ACD0-157091827150}"/>
                </a:ext>
              </a:extLst>
            </p:cNvPr>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a:extLst>
                <a:ext uri="{FF2B5EF4-FFF2-40B4-BE49-F238E27FC236}">
                  <a16:creationId xmlns:a16="http://schemas.microsoft.com/office/drawing/2014/main" id="{86936CF5-1F8B-5E8A-E09D-64A0561B0380}"/>
                </a:ext>
              </a:extLst>
            </p:cNvPr>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a:extLst>
                <a:ext uri="{FF2B5EF4-FFF2-40B4-BE49-F238E27FC236}">
                  <a16:creationId xmlns:a16="http://schemas.microsoft.com/office/drawing/2014/main" id="{C1263866-002E-2B00-4427-66108D83CE7A}"/>
                </a:ext>
              </a:extLst>
            </p:cNvPr>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a:extLst>
                <a:ext uri="{FF2B5EF4-FFF2-40B4-BE49-F238E27FC236}">
                  <a16:creationId xmlns:a16="http://schemas.microsoft.com/office/drawing/2014/main" id="{A75D6795-60CD-1B35-115F-84058F066D15}"/>
                </a:ext>
              </a:extLst>
            </p:cNvPr>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a:extLst>
                <a:ext uri="{FF2B5EF4-FFF2-40B4-BE49-F238E27FC236}">
                  <a16:creationId xmlns:a16="http://schemas.microsoft.com/office/drawing/2014/main" id="{5E3BA0DD-398F-0111-7287-39A96C275145}"/>
                </a:ext>
              </a:extLst>
            </p:cNvPr>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a:extLst>
                <a:ext uri="{FF2B5EF4-FFF2-40B4-BE49-F238E27FC236}">
                  <a16:creationId xmlns:a16="http://schemas.microsoft.com/office/drawing/2014/main" id="{A8D48AC3-6AED-74E7-00BB-B216EFD3BB18}"/>
                </a:ext>
              </a:extLst>
            </p:cNvPr>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a:extLst>
                <a:ext uri="{FF2B5EF4-FFF2-40B4-BE49-F238E27FC236}">
                  <a16:creationId xmlns:a16="http://schemas.microsoft.com/office/drawing/2014/main" id="{CF8EB45E-407F-67BB-C8EF-EE4F53D3C2B1}"/>
                </a:ext>
              </a:extLst>
            </p:cNvPr>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a:extLst>
                <a:ext uri="{FF2B5EF4-FFF2-40B4-BE49-F238E27FC236}">
                  <a16:creationId xmlns:a16="http://schemas.microsoft.com/office/drawing/2014/main" id="{4DC05BAF-6A0A-3820-334D-4A92033A78AF}"/>
                </a:ext>
              </a:extLst>
            </p:cNvPr>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a:extLst>
                <a:ext uri="{FF2B5EF4-FFF2-40B4-BE49-F238E27FC236}">
                  <a16:creationId xmlns:a16="http://schemas.microsoft.com/office/drawing/2014/main" id="{4541ED0F-D9C9-0A89-CA04-BA3D06056F14}"/>
                </a:ext>
              </a:extLst>
            </p:cNvPr>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a:extLst>
                <a:ext uri="{FF2B5EF4-FFF2-40B4-BE49-F238E27FC236}">
                  <a16:creationId xmlns:a16="http://schemas.microsoft.com/office/drawing/2014/main" id="{97C9478F-FB79-A130-530C-9C51DC25F524}"/>
                </a:ext>
              </a:extLst>
            </p:cNvPr>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a:extLst>
                <a:ext uri="{FF2B5EF4-FFF2-40B4-BE49-F238E27FC236}">
                  <a16:creationId xmlns:a16="http://schemas.microsoft.com/office/drawing/2014/main" id="{865A7AC1-22F0-DDB8-45BA-DD704BC71C5D}"/>
                </a:ext>
              </a:extLst>
            </p:cNvPr>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a:extLst>
                <a:ext uri="{FF2B5EF4-FFF2-40B4-BE49-F238E27FC236}">
                  <a16:creationId xmlns:a16="http://schemas.microsoft.com/office/drawing/2014/main" id="{F14BFB85-DD26-FA2D-F240-5995BD6B8E19}"/>
                </a:ext>
              </a:extLst>
            </p:cNvPr>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a:extLst>
                <a:ext uri="{FF2B5EF4-FFF2-40B4-BE49-F238E27FC236}">
                  <a16:creationId xmlns:a16="http://schemas.microsoft.com/office/drawing/2014/main" id="{5166A2A0-9E3E-7414-28FA-9061329C0C29}"/>
                </a:ext>
              </a:extLst>
            </p:cNvPr>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a:extLst>
                <a:ext uri="{FF2B5EF4-FFF2-40B4-BE49-F238E27FC236}">
                  <a16:creationId xmlns:a16="http://schemas.microsoft.com/office/drawing/2014/main" id="{E8277806-13DD-EBBC-B930-78B5116AB7A1}"/>
                </a:ext>
              </a:extLst>
            </p:cNvPr>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a:extLst>
                <a:ext uri="{FF2B5EF4-FFF2-40B4-BE49-F238E27FC236}">
                  <a16:creationId xmlns:a16="http://schemas.microsoft.com/office/drawing/2014/main" id="{4ED1A498-A2C2-B04E-F599-8D9312EAD6F6}"/>
                </a:ext>
              </a:extLst>
            </p:cNvPr>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a:extLst>
                <a:ext uri="{FF2B5EF4-FFF2-40B4-BE49-F238E27FC236}">
                  <a16:creationId xmlns:a16="http://schemas.microsoft.com/office/drawing/2014/main" id="{A8FC735D-F588-145D-1B30-BAD4F6D643F4}"/>
                </a:ext>
              </a:extLst>
            </p:cNvPr>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a:extLst>
                <a:ext uri="{FF2B5EF4-FFF2-40B4-BE49-F238E27FC236}">
                  <a16:creationId xmlns:a16="http://schemas.microsoft.com/office/drawing/2014/main" id="{901286EA-19C9-19C2-523E-56D8A715CBA6}"/>
                </a:ext>
              </a:extLst>
            </p:cNvPr>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a:extLst>
                <a:ext uri="{FF2B5EF4-FFF2-40B4-BE49-F238E27FC236}">
                  <a16:creationId xmlns:a16="http://schemas.microsoft.com/office/drawing/2014/main" id="{BB2DED9C-995B-D8AE-65B2-19C74735A630}"/>
                </a:ext>
              </a:extLst>
            </p:cNvPr>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a:extLst>
                <a:ext uri="{FF2B5EF4-FFF2-40B4-BE49-F238E27FC236}">
                  <a16:creationId xmlns:a16="http://schemas.microsoft.com/office/drawing/2014/main" id="{A0FD3019-99AA-DD94-506E-440E17F42F85}"/>
                </a:ext>
              </a:extLst>
            </p:cNvPr>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a:extLst>
                <a:ext uri="{FF2B5EF4-FFF2-40B4-BE49-F238E27FC236}">
                  <a16:creationId xmlns:a16="http://schemas.microsoft.com/office/drawing/2014/main" id="{7621A456-DF01-9A66-C4B0-B6CA6A1E6013}"/>
                </a:ext>
              </a:extLst>
            </p:cNvPr>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a:extLst>
                <a:ext uri="{FF2B5EF4-FFF2-40B4-BE49-F238E27FC236}">
                  <a16:creationId xmlns:a16="http://schemas.microsoft.com/office/drawing/2014/main" id="{82EFE7D6-9CDE-7D79-DC56-7B4B08B5EEF3}"/>
                </a:ext>
              </a:extLst>
            </p:cNvPr>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a:extLst>
                <a:ext uri="{FF2B5EF4-FFF2-40B4-BE49-F238E27FC236}">
                  <a16:creationId xmlns:a16="http://schemas.microsoft.com/office/drawing/2014/main" id="{3D4E8C4D-0428-06C0-7AC9-E2E1CE889926}"/>
                </a:ext>
              </a:extLst>
            </p:cNvPr>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a:extLst>
                <a:ext uri="{FF2B5EF4-FFF2-40B4-BE49-F238E27FC236}">
                  <a16:creationId xmlns:a16="http://schemas.microsoft.com/office/drawing/2014/main" id="{DD00EBAC-EA83-53DB-BA68-07F64A8B2B23}"/>
                </a:ext>
              </a:extLst>
            </p:cNvPr>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a:extLst>
                <a:ext uri="{FF2B5EF4-FFF2-40B4-BE49-F238E27FC236}">
                  <a16:creationId xmlns:a16="http://schemas.microsoft.com/office/drawing/2014/main" id="{4BB6A1D6-3E83-E914-DAB6-99DE9761F0FB}"/>
                </a:ext>
              </a:extLst>
            </p:cNvPr>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a:extLst>
                <a:ext uri="{FF2B5EF4-FFF2-40B4-BE49-F238E27FC236}">
                  <a16:creationId xmlns:a16="http://schemas.microsoft.com/office/drawing/2014/main" id="{4B241BC3-B9D4-311D-4BB5-E4FD84472CB0}"/>
                </a:ext>
              </a:extLst>
            </p:cNvPr>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a:extLst>
                <a:ext uri="{FF2B5EF4-FFF2-40B4-BE49-F238E27FC236}">
                  <a16:creationId xmlns:a16="http://schemas.microsoft.com/office/drawing/2014/main" id="{1A528EDC-B17A-5233-2FDC-0F019EC1AC19}"/>
                </a:ext>
              </a:extLst>
            </p:cNvPr>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a:extLst>
                <a:ext uri="{FF2B5EF4-FFF2-40B4-BE49-F238E27FC236}">
                  <a16:creationId xmlns:a16="http://schemas.microsoft.com/office/drawing/2014/main" id="{2EAD8811-AC50-7908-0F21-F737D301D027}"/>
                </a:ext>
              </a:extLst>
            </p:cNvPr>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a:extLst>
                <a:ext uri="{FF2B5EF4-FFF2-40B4-BE49-F238E27FC236}">
                  <a16:creationId xmlns:a16="http://schemas.microsoft.com/office/drawing/2014/main" id="{556B7888-26A7-B260-AE52-0908419C9F08}"/>
                </a:ext>
              </a:extLst>
            </p:cNvPr>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a:extLst>
                <a:ext uri="{FF2B5EF4-FFF2-40B4-BE49-F238E27FC236}">
                  <a16:creationId xmlns:a16="http://schemas.microsoft.com/office/drawing/2014/main" id="{02465E33-4A38-D2A0-9518-6B752018BDBC}"/>
                </a:ext>
              </a:extLst>
            </p:cNvPr>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a:extLst>
                <a:ext uri="{FF2B5EF4-FFF2-40B4-BE49-F238E27FC236}">
                  <a16:creationId xmlns:a16="http://schemas.microsoft.com/office/drawing/2014/main" id="{4B55E925-65C0-6E23-4348-EFDADB0EF863}"/>
                </a:ext>
              </a:extLst>
            </p:cNvPr>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a:extLst>
                <a:ext uri="{FF2B5EF4-FFF2-40B4-BE49-F238E27FC236}">
                  <a16:creationId xmlns:a16="http://schemas.microsoft.com/office/drawing/2014/main" id="{567A35E4-BF4F-20F0-AA58-CA64A2C0C4CA}"/>
                </a:ext>
              </a:extLst>
            </p:cNvPr>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a:extLst>
                <a:ext uri="{FF2B5EF4-FFF2-40B4-BE49-F238E27FC236}">
                  <a16:creationId xmlns:a16="http://schemas.microsoft.com/office/drawing/2014/main" id="{C95BC027-F708-EC61-2360-18C19791CA62}"/>
                </a:ext>
              </a:extLst>
            </p:cNvPr>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44" name="Rectangle 40">
              <a:extLst>
                <a:ext uri="{FF2B5EF4-FFF2-40B4-BE49-F238E27FC236}">
                  <a16:creationId xmlns:a16="http://schemas.microsoft.com/office/drawing/2014/main" id="{AA91D679-E8A1-D363-6310-6FE55D223D86}"/>
                </a:ext>
              </a:extLst>
            </p:cNvPr>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a:extLst>
                <a:ext uri="{FF2B5EF4-FFF2-40B4-BE49-F238E27FC236}">
                  <a16:creationId xmlns:a16="http://schemas.microsoft.com/office/drawing/2014/main" id="{7E19E262-938D-C216-15B6-50E3A976FF94}"/>
                </a:ext>
              </a:extLst>
            </p:cNvPr>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a:extLst>
                <a:ext uri="{FF2B5EF4-FFF2-40B4-BE49-F238E27FC236}">
                  <a16:creationId xmlns:a16="http://schemas.microsoft.com/office/drawing/2014/main" id="{EE86F5F1-0663-41EB-26BB-F58370706F08}"/>
                </a:ext>
              </a:extLst>
            </p:cNvPr>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a:extLst>
                <a:ext uri="{FF2B5EF4-FFF2-40B4-BE49-F238E27FC236}">
                  <a16:creationId xmlns:a16="http://schemas.microsoft.com/office/drawing/2014/main" id="{95D8C9AC-247E-595B-43AD-8C9B1C696E7D}"/>
                </a:ext>
              </a:extLst>
            </p:cNvPr>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a:extLst>
                <a:ext uri="{FF2B5EF4-FFF2-40B4-BE49-F238E27FC236}">
                  <a16:creationId xmlns:a16="http://schemas.microsoft.com/office/drawing/2014/main" id="{80D6EB55-1A10-D35F-3D29-B2C480543AFA}"/>
                </a:ext>
              </a:extLst>
            </p:cNvPr>
            <p:cNvGrpSpPr>
              <a:grpSpLocks/>
            </p:cNvGrpSpPr>
            <p:nvPr/>
          </p:nvGrpSpPr>
          <p:grpSpPr bwMode="auto">
            <a:xfrm>
              <a:off x="2158338" y="3299988"/>
              <a:ext cx="83917" cy="41064"/>
              <a:chOff x="833" y="3024"/>
              <a:chExt cx="78" cy="51"/>
            </a:xfrm>
          </p:grpSpPr>
          <p:sp>
            <p:nvSpPr>
              <p:cNvPr id="58" name="Rectangle 47">
                <a:extLst>
                  <a:ext uri="{FF2B5EF4-FFF2-40B4-BE49-F238E27FC236}">
                    <a16:creationId xmlns:a16="http://schemas.microsoft.com/office/drawing/2014/main" id="{569BAB3B-A9F5-6C4A-2EB0-6BCC1E52F9B8}"/>
                  </a:ext>
                </a:extLst>
              </p:cNvPr>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a:extLst>
                  <a:ext uri="{FF2B5EF4-FFF2-40B4-BE49-F238E27FC236}">
                    <a16:creationId xmlns:a16="http://schemas.microsoft.com/office/drawing/2014/main" id="{811C704A-6C1D-08F2-D475-9841C6E0625D}"/>
                  </a:ext>
                </a:extLst>
              </p:cNvPr>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a:extLst>
                  <a:ext uri="{FF2B5EF4-FFF2-40B4-BE49-F238E27FC236}">
                    <a16:creationId xmlns:a16="http://schemas.microsoft.com/office/drawing/2014/main" id="{D3CE9744-92A5-1C2B-F797-E6CFA49DE890}"/>
                  </a:ext>
                </a:extLst>
              </p:cNvPr>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a:extLst>
                <a:ext uri="{FF2B5EF4-FFF2-40B4-BE49-F238E27FC236}">
                  <a16:creationId xmlns:a16="http://schemas.microsoft.com/office/drawing/2014/main" id="{48D9404A-772F-FF8C-0820-0043785EDA12}"/>
                </a:ext>
              </a:extLst>
            </p:cNvPr>
            <p:cNvGrpSpPr>
              <a:grpSpLocks/>
            </p:cNvGrpSpPr>
            <p:nvPr/>
          </p:nvGrpSpPr>
          <p:grpSpPr bwMode="auto">
            <a:xfrm>
              <a:off x="7169086" y="3305588"/>
              <a:ext cx="83917" cy="39198"/>
              <a:chOff x="5432" y="3030"/>
              <a:chExt cx="78" cy="51"/>
            </a:xfrm>
          </p:grpSpPr>
          <p:sp>
            <p:nvSpPr>
              <p:cNvPr id="55" name="Rectangle 51">
                <a:extLst>
                  <a:ext uri="{FF2B5EF4-FFF2-40B4-BE49-F238E27FC236}">
                    <a16:creationId xmlns:a16="http://schemas.microsoft.com/office/drawing/2014/main" id="{2332697E-E1DA-89AB-9A26-153F7D6FDBD2}"/>
                  </a:ext>
                </a:extLst>
              </p:cNvPr>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a:extLst>
                  <a:ext uri="{FF2B5EF4-FFF2-40B4-BE49-F238E27FC236}">
                    <a16:creationId xmlns:a16="http://schemas.microsoft.com/office/drawing/2014/main" id="{7022B3CA-5BDC-7472-3479-22C980533347}"/>
                  </a:ext>
                </a:extLst>
              </p:cNvPr>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a:extLst>
                  <a:ext uri="{FF2B5EF4-FFF2-40B4-BE49-F238E27FC236}">
                    <a16:creationId xmlns:a16="http://schemas.microsoft.com/office/drawing/2014/main" id="{DE2A371B-C0A2-E9CF-8524-84E627C48D16}"/>
                  </a:ext>
                </a:extLst>
              </p:cNvPr>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a:extLst>
                <a:ext uri="{FF2B5EF4-FFF2-40B4-BE49-F238E27FC236}">
                  <a16:creationId xmlns:a16="http://schemas.microsoft.com/office/drawing/2014/main" id="{2E8699B8-4C0E-6582-68B9-28637537FB13}"/>
                </a:ext>
              </a:extLst>
            </p:cNvPr>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a:extLst>
                <a:ext uri="{FF2B5EF4-FFF2-40B4-BE49-F238E27FC236}">
                  <a16:creationId xmlns:a16="http://schemas.microsoft.com/office/drawing/2014/main" id="{22CB1804-5F90-9154-71B5-E080FE7331E2}"/>
                </a:ext>
              </a:extLst>
            </p:cNvPr>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a:extLst>
                <a:ext uri="{FF2B5EF4-FFF2-40B4-BE49-F238E27FC236}">
                  <a16:creationId xmlns:a16="http://schemas.microsoft.com/office/drawing/2014/main" id="{6D9EFE67-5636-F92F-EF98-1C4A6B723C19}"/>
                </a:ext>
              </a:extLst>
            </p:cNvPr>
            <p:cNvGrpSpPr>
              <a:grpSpLocks/>
            </p:cNvGrpSpPr>
            <p:nvPr/>
          </p:nvGrpSpPr>
          <p:grpSpPr bwMode="auto">
            <a:xfrm>
              <a:off x="1392642" y="1885145"/>
              <a:ext cx="336679" cy="1566034"/>
              <a:chOff x="-127" y="845"/>
              <a:chExt cx="333" cy="1678"/>
            </a:xfrm>
          </p:grpSpPr>
          <p:sp>
            <p:nvSpPr>
              <p:cNvPr id="53" name="Line 89">
                <a:extLst>
                  <a:ext uri="{FF2B5EF4-FFF2-40B4-BE49-F238E27FC236}">
                    <a16:creationId xmlns:a16="http://schemas.microsoft.com/office/drawing/2014/main" id="{F4809D5F-6FBE-1D3E-B80C-5E958A510DDC}"/>
                  </a:ext>
                </a:extLst>
              </p:cNvPr>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a:extLst>
                  <a:ext uri="{FF2B5EF4-FFF2-40B4-BE49-F238E27FC236}">
                    <a16:creationId xmlns:a16="http://schemas.microsoft.com/office/drawing/2014/main" id="{95ED4E67-1E93-0533-5BA2-D7CDA21E807E}"/>
                  </a:ext>
                </a:extLst>
              </p:cNvPr>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a:extLst>
              <a:ext uri="{FF2B5EF4-FFF2-40B4-BE49-F238E27FC236}">
                <a16:creationId xmlns:a16="http://schemas.microsoft.com/office/drawing/2014/main" id="{4002F88F-2A54-9A2A-29FE-06CC601EDF38}"/>
              </a:ext>
            </a:extLst>
          </p:cNvPr>
          <p:cNvSpPr/>
          <p:nvPr/>
        </p:nvSpPr>
        <p:spPr>
          <a:xfrm>
            <a:off x="2677599" y="3387638"/>
            <a:ext cx="4469493"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标识 </a:t>
            </a:r>
            <a:r>
              <a:rPr lang="en-US" altLang="zh-CN" sz="1600" b="1" dirty="0">
                <a:solidFill>
                  <a:schemeClr val="bg1"/>
                </a:solidFill>
                <a:latin typeface="微软雅黑" pitchFamily="34" charset="-122"/>
                <a:ea typeface="微软雅黑" pitchFamily="34" charset="-122"/>
              </a:rPr>
              <a:t>(identification) ——</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16 </a:t>
            </a:r>
            <a:r>
              <a:rPr lang="zh-CN" altLang="en-US" sz="1600" b="1" dirty="0">
                <a:solidFill>
                  <a:schemeClr val="bg1"/>
                </a:solidFill>
                <a:latin typeface="微软雅黑" pitchFamily="34" charset="-122"/>
                <a:ea typeface="微软雅黑" pitchFamily="34" charset="-122"/>
              </a:rPr>
              <a:t>位，</a:t>
            </a:r>
          </a:p>
          <a:p>
            <a:pPr algn="ctr"/>
            <a:r>
              <a:rPr lang="zh-CN" altLang="en-US" sz="1600" b="1" dirty="0">
                <a:solidFill>
                  <a:schemeClr val="bg1"/>
                </a:solidFill>
                <a:latin typeface="微软雅黑" pitchFamily="34" charset="-122"/>
                <a:ea typeface="微软雅黑" pitchFamily="34" charset="-122"/>
              </a:rPr>
              <a:t>它是一个计数器，用来产生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数据报的标识。 </a:t>
            </a:r>
          </a:p>
        </p:txBody>
      </p:sp>
      <p:sp>
        <p:nvSpPr>
          <p:cNvPr id="62" name="Rectangle 92">
            <a:extLst>
              <a:ext uri="{FF2B5EF4-FFF2-40B4-BE49-F238E27FC236}">
                <a16:creationId xmlns:a16="http://schemas.microsoft.com/office/drawing/2014/main" id="{02B4C737-773B-0ECB-0BC2-61F5F5585FCD}"/>
              </a:ext>
            </a:extLst>
          </p:cNvPr>
          <p:cNvSpPr>
            <a:spLocks noChangeArrowheads="1"/>
          </p:cNvSpPr>
          <p:nvPr/>
        </p:nvSpPr>
        <p:spPr bwMode="auto">
          <a:xfrm flipV="1">
            <a:off x="2443756" y="1591638"/>
            <a:ext cx="2517506"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5088727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2408917" y="3336009"/>
            <a:ext cx="5084293" cy="1246495"/>
          </a:xfrm>
          <a:prstGeom prst="rect">
            <a:avLst/>
          </a:prstGeom>
          <a:solidFill>
            <a:srgbClr val="0000CC"/>
          </a:solidFill>
          <a:ln w="9525">
            <a:noFill/>
            <a:miter lim="800000"/>
            <a:headEnd/>
            <a:tailEnd/>
          </a:ln>
          <a:effectLst/>
        </p:spPr>
        <p:txBody>
          <a:bodyPr wrap="square">
            <a:spAutoFit/>
          </a:bodyPr>
          <a:lstStyle/>
          <a:p>
            <a:pPr algn="ctr">
              <a:lnSpc>
                <a:spcPts val="1800"/>
              </a:lnSpc>
            </a:pPr>
            <a:r>
              <a:rPr lang="zh-CN" altLang="en-US" sz="1400" b="1" dirty="0">
                <a:solidFill>
                  <a:schemeClr val="bg1"/>
                </a:solidFill>
                <a:latin typeface="微软雅黑" pitchFamily="34" charset="-122"/>
                <a:ea typeface="微软雅黑" pitchFamily="34" charset="-122"/>
              </a:rPr>
              <a:t>标志</a:t>
            </a:r>
            <a:r>
              <a:rPr lang="en-US" altLang="zh-CN" sz="1400" b="1" dirty="0">
                <a:solidFill>
                  <a:schemeClr val="bg1"/>
                </a:solidFill>
                <a:latin typeface="微软雅黑" pitchFamily="34" charset="-122"/>
                <a:ea typeface="微软雅黑" pitchFamily="34" charset="-122"/>
              </a:rPr>
              <a:t>(flag) ——</a:t>
            </a:r>
            <a:r>
              <a:rPr lang="zh-CN" altLang="en-US" sz="1400" b="1" dirty="0">
                <a:solidFill>
                  <a:schemeClr val="bg1"/>
                </a:solidFill>
                <a:latin typeface="微软雅黑" pitchFamily="34" charset="-122"/>
                <a:ea typeface="微软雅黑" pitchFamily="34" charset="-122"/>
              </a:rPr>
              <a:t>占 </a:t>
            </a:r>
            <a:r>
              <a:rPr lang="en-US" altLang="zh-CN" sz="1400" b="1" dirty="0">
                <a:solidFill>
                  <a:schemeClr val="bg1"/>
                </a:solidFill>
                <a:latin typeface="微软雅黑" pitchFamily="34" charset="-122"/>
                <a:ea typeface="微软雅黑" pitchFamily="34" charset="-122"/>
              </a:rPr>
              <a:t>3 </a:t>
            </a:r>
            <a:r>
              <a:rPr lang="zh-CN" altLang="en-US" sz="1400" b="1" dirty="0">
                <a:solidFill>
                  <a:schemeClr val="bg1"/>
                </a:solidFill>
                <a:latin typeface="微软雅黑" pitchFamily="34" charset="-122"/>
                <a:ea typeface="微软雅黑" pitchFamily="34" charset="-122"/>
              </a:rPr>
              <a:t>位，目前只有前两位有意义。</a:t>
            </a:r>
          </a:p>
          <a:p>
            <a:pPr marL="285750" indent="-285750">
              <a:lnSpc>
                <a:spcPts val="1800"/>
              </a:lnSpc>
              <a:buFont typeface="Wingdings" panose="05000000000000000000" pitchFamily="2" charset="2"/>
              <a:buChar char="l"/>
            </a:pPr>
            <a:r>
              <a:rPr lang="zh-CN" altLang="en-US" sz="1400" b="1" dirty="0">
                <a:solidFill>
                  <a:schemeClr val="bg1"/>
                </a:solidFill>
                <a:latin typeface="微软雅黑" pitchFamily="34" charset="-122"/>
                <a:ea typeface="微软雅黑" pitchFamily="34" charset="-122"/>
              </a:rPr>
              <a:t>标志字段的最低位是 </a:t>
            </a:r>
            <a:r>
              <a:rPr lang="en-US" altLang="zh-CN" sz="1400" b="1" dirty="0">
                <a:solidFill>
                  <a:srgbClr val="FFFF00"/>
                </a:solidFill>
                <a:latin typeface="微软雅黑" pitchFamily="34" charset="-122"/>
                <a:ea typeface="微软雅黑" pitchFamily="34" charset="-122"/>
              </a:rPr>
              <a:t>MF</a:t>
            </a:r>
            <a:r>
              <a:rPr lang="en-US" altLang="zh-CN" sz="1400" b="1" dirty="0">
                <a:solidFill>
                  <a:schemeClr val="bg1"/>
                </a:solidFill>
                <a:latin typeface="微软雅黑" pitchFamily="34" charset="-122"/>
                <a:ea typeface="微软雅黑" pitchFamily="34" charset="-122"/>
              </a:rPr>
              <a:t> (More Fragment)</a:t>
            </a:r>
            <a:r>
              <a:rPr lang="zh-CN" altLang="en-US" sz="1400" b="1" dirty="0">
                <a:solidFill>
                  <a:schemeClr val="bg1"/>
                </a:solidFill>
                <a:latin typeface="微软雅黑" pitchFamily="34" charset="-122"/>
                <a:ea typeface="微软雅黑" pitchFamily="34" charset="-122"/>
              </a:rPr>
              <a:t>。</a:t>
            </a:r>
            <a:endParaRPr lang="en-US" altLang="zh-CN" sz="1400" b="1" dirty="0">
              <a:solidFill>
                <a:schemeClr val="bg1"/>
              </a:solidFill>
              <a:latin typeface="微软雅黑" pitchFamily="34" charset="-122"/>
              <a:ea typeface="微软雅黑" pitchFamily="34" charset="-122"/>
            </a:endParaRPr>
          </a:p>
          <a:p>
            <a:pPr indent="269875">
              <a:lnSpc>
                <a:spcPts val="1800"/>
              </a:lnSpc>
            </a:pPr>
            <a:r>
              <a:rPr lang="en-US" altLang="zh-CN" sz="1400" b="1" dirty="0">
                <a:solidFill>
                  <a:schemeClr val="bg1"/>
                </a:solidFill>
                <a:latin typeface="微软雅黑" pitchFamily="34" charset="-122"/>
                <a:ea typeface="微软雅黑" pitchFamily="34" charset="-122"/>
              </a:rPr>
              <a:t>MF=1 </a:t>
            </a:r>
            <a:r>
              <a:rPr lang="zh-CN" altLang="en-US" sz="1400" b="1" dirty="0">
                <a:solidFill>
                  <a:schemeClr val="bg1"/>
                </a:solidFill>
                <a:latin typeface="微软雅黑" pitchFamily="34" charset="-122"/>
                <a:ea typeface="微软雅黑" pitchFamily="34" charset="-122"/>
              </a:rPr>
              <a:t>表示后面还有分片，</a:t>
            </a:r>
            <a:r>
              <a:rPr lang="en-US" altLang="zh-CN" sz="1400" b="1" dirty="0">
                <a:solidFill>
                  <a:schemeClr val="bg1"/>
                </a:solidFill>
                <a:latin typeface="微软雅黑" pitchFamily="34" charset="-122"/>
                <a:ea typeface="微软雅黑" pitchFamily="34" charset="-122"/>
              </a:rPr>
              <a:t>MF=0 </a:t>
            </a:r>
            <a:r>
              <a:rPr lang="zh-CN" altLang="en-US" sz="1400" b="1" dirty="0">
                <a:solidFill>
                  <a:schemeClr val="bg1"/>
                </a:solidFill>
                <a:latin typeface="微软雅黑" pitchFamily="34" charset="-122"/>
                <a:ea typeface="微软雅黑" pitchFamily="34" charset="-122"/>
              </a:rPr>
              <a:t>表示最后一个分片。</a:t>
            </a:r>
          </a:p>
          <a:p>
            <a:pPr marL="285750" indent="-285750">
              <a:lnSpc>
                <a:spcPts val="1800"/>
              </a:lnSpc>
              <a:buFont typeface="Wingdings" panose="05000000000000000000" pitchFamily="2" charset="2"/>
              <a:buChar char="l"/>
            </a:pPr>
            <a:r>
              <a:rPr lang="zh-CN" altLang="en-US" sz="1400" b="1" dirty="0">
                <a:solidFill>
                  <a:schemeClr val="bg1"/>
                </a:solidFill>
                <a:latin typeface="微软雅黑" pitchFamily="34" charset="-122"/>
                <a:ea typeface="微软雅黑" pitchFamily="34" charset="-122"/>
              </a:rPr>
              <a:t>标志字段中间的一位是 </a:t>
            </a:r>
            <a:r>
              <a:rPr lang="en-US" altLang="zh-CN" sz="1400" b="1" dirty="0">
                <a:solidFill>
                  <a:srgbClr val="FFFF00"/>
                </a:solidFill>
                <a:latin typeface="微软雅黑" pitchFamily="34" charset="-122"/>
                <a:ea typeface="微软雅黑" pitchFamily="34" charset="-122"/>
              </a:rPr>
              <a:t>DF</a:t>
            </a:r>
            <a:r>
              <a:rPr lang="en-US" altLang="zh-CN" sz="1400" b="1" dirty="0">
                <a:solidFill>
                  <a:schemeClr val="bg1"/>
                </a:solidFill>
                <a:latin typeface="微软雅黑" pitchFamily="34" charset="-122"/>
                <a:ea typeface="微软雅黑" pitchFamily="34" charset="-122"/>
              </a:rPr>
              <a:t> (Don't Fragment) </a:t>
            </a:r>
            <a:r>
              <a:rPr lang="zh-CN" altLang="en-US" sz="1400" b="1" dirty="0">
                <a:solidFill>
                  <a:schemeClr val="bg1"/>
                </a:solidFill>
                <a:latin typeface="微软雅黑" pitchFamily="34" charset="-122"/>
                <a:ea typeface="微软雅黑" pitchFamily="34" charset="-122"/>
              </a:rPr>
              <a:t>。</a:t>
            </a:r>
            <a:endParaRPr lang="en-US" altLang="zh-CN" sz="1400" b="1" dirty="0">
              <a:solidFill>
                <a:schemeClr val="bg1"/>
              </a:solidFill>
              <a:latin typeface="微软雅黑" pitchFamily="34" charset="-122"/>
              <a:ea typeface="微软雅黑" pitchFamily="34" charset="-122"/>
            </a:endParaRPr>
          </a:p>
          <a:p>
            <a:pPr indent="269875">
              <a:lnSpc>
                <a:spcPts val="1800"/>
              </a:lnSpc>
            </a:pPr>
            <a:r>
              <a:rPr lang="zh-CN" altLang="en-US" sz="1400" b="1" dirty="0">
                <a:solidFill>
                  <a:schemeClr val="bg1"/>
                </a:solidFill>
                <a:latin typeface="微软雅黑" pitchFamily="34" charset="-122"/>
                <a:ea typeface="微软雅黑" pitchFamily="34" charset="-122"/>
              </a:rPr>
              <a:t>只有当 </a:t>
            </a:r>
            <a:r>
              <a:rPr lang="en-US" altLang="zh-CN" sz="1400" b="1" dirty="0">
                <a:solidFill>
                  <a:schemeClr val="bg1"/>
                </a:solidFill>
                <a:latin typeface="微软雅黑" pitchFamily="34" charset="-122"/>
                <a:ea typeface="微软雅黑" pitchFamily="34" charset="-122"/>
              </a:rPr>
              <a:t>DF=0 </a:t>
            </a:r>
            <a:r>
              <a:rPr lang="zh-CN" altLang="en-US" sz="1400" b="1" dirty="0">
                <a:solidFill>
                  <a:schemeClr val="bg1"/>
                </a:solidFill>
                <a:latin typeface="微软雅黑" pitchFamily="34" charset="-122"/>
                <a:ea typeface="微软雅黑" pitchFamily="34" charset="-122"/>
              </a:rPr>
              <a:t>时才允许分片。 </a:t>
            </a:r>
          </a:p>
        </p:txBody>
      </p:sp>
      <p:sp>
        <p:nvSpPr>
          <p:cNvPr id="60" name="Rectangle 92"/>
          <p:cNvSpPr>
            <a:spLocks noChangeArrowheads="1"/>
          </p:cNvSpPr>
          <p:nvPr/>
        </p:nvSpPr>
        <p:spPr bwMode="auto">
          <a:xfrm flipH="1" flipV="1">
            <a:off x="4961261" y="1591637"/>
            <a:ext cx="496205"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4622037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2573640" y="3369695"/>
            <a:ext cx="4695517" cy="830997"/>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片偏移</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13 </a:t>
            </a:r>
            <a:r>
              <a:rPr lang="zh-CN" altLang="en-US" sz="1600" b="1" dirty="0">
                <a:solidFill>
                  <a:schemeClr val="bg1"/>
                </a:solidFill>
                <a:latin typeface="微软雅黑" pitchFamily="34" charset="-122"/>
                <a:ea typeface="微软雅黑" pitchFamily="34" charset="-122"/>
              </a:rPr>
              <a:t>位，指出：较长的分组在分片后</a:t>
            </a:r>
          </a:p>
          <a:p>
            <a:pPr algn="ctr"/>
            <a:r>
              <a:rPr lang="zh-CN" altLang="en-US" sz="1600" b="1" dirty="0">
                <a:solidFill>
                  <a:schemeClr val="bg1"/>
                </a:solidFill>
                <a:latin typeface="微软雅黑" pitchFamily="34" charset="-122"/>
                <a:ea typeface="微软雅黑" pitchFamily="34" charset="-122"/>
              </a:rPr>
              <a:t>某片在原分组中的相对位置。</a:t>
            </a:r>
          </a:p>
          <a:p>
            <a:pPr algn="ctr"/>
            <a:r>
              <a:rPr lang="zh-CN" altLang="en-US" sz="1600" b="1" dirty="0">
                <a:solidFill>
                  <a:schemeClr val="bg1"/>
                </a:solidFill>
                <a:latin typeface="微软雅黑" pitchFamily="34" charset="-122"/>
                <a:ea typeface="微软雅黑" pitchFamily="34" charset="-122"/>
              </a:rPr>
              <a:t>片偏移以 </a:t>
            </a:r>
            <a:r>
              <a:rPr lang="en-US" altLang="zh-CN" sz="1600" b="1" dirty="0">
                <a:solidFill>
                  <a:srgbClr val="FFFF00"/>
                </a:solidFill>
                <a:latin typeface="微软雅黑" pitchFamily="34" charset="-122"/>
                <a:ea typeface="微软雅黑" pitchFamily="34" charset="-122"/>
              </a:rPr>
              <a:t>8 </a:t>
            </a:r>
            <a:r>
              <a:rPr lang="zh-CN" altLang="en-US" sz="1600" b="1" dirty="0">
                <a:solidFill>
                  <a:srgbClr val="FFFF00"/>
                </a:solidFill>
                <a:latin typeface="微软雅黑" pitchFamily="34" charset="-122"/>
                <a:ea typeface="微软雅黑" pitchFamily="34" charset="-122"/>
              </a:rPr>
              <a:t>个字节</a:t>
            </a:r>
            <a:r>
              <a:rPr lang="zh-CN" altLang="en-US" sz="1600" b="1" dirty="0">
                <a:solidFill>
                  <a:schemeClr val="bg1"/>
                </a:solidFill>
                <a:latin typeface="微软雅黑" pitchFamily="34" charset="-122"/>
                <a:ea typeface="微软雅黑" pitchFamily="34" charset="-122"/>
              </a:rPr>
              <a:t>为偏移单位。</a:t>
            </a:r>
          </a:p>
        </p:txBody>
      </p:sp>
      <p:sp>
        <p:nvSpPr>
          <p:cNvPr id="60" name="Rectangle 92"/>
          <p:cNvSpPr>
            <a:spLocks noChangeArrowheads="1"/>
          </p:cNvSpPr>
          <p:nvPr/>
        </p:nvSpPr>
        <p:spPr bwMode="auto">
          <a:xfrm flipV="1">
            <a:off x="5457465" y="1591636"/>
            <a:ext cx="2002638"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202691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3484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76076"/>
            <a:ext cx="4972836" cy="400110"/>
          </a:xfrm>
          <a:prstGeom prst="rect">
            <a:avLst/>
          </a:prstGeom>
        </p:spPr>
        <p:txBody>
          <a:bodyPr wrap="none">
            <a:spAutoFit/>
          </a:bodyPr>
          <a:lstStyle/>
          <a:p>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例</a:t>
            </a:r>
            <a:r>
              <a:rPr lang="en-US" altLang="zh-CN" sz="2000" b="1" dirty="0">
                <a:latin typeface="微软雅黑" pitchFamily="34" charset="-122"/>
                <a:ea typeface="微软雅黑" pitchFamily="34" charset="-122"/>
              </a:rPr>
              <a:t>】 IP </a:t>
            </a:r>
            <a:r>
              <a:rPr lang="zh-CN" altLang="en-US" sz="2000" b="1" dirty="0">
                <a:latin typeface="微软雅黑" pitchFamily="34" charset="-122"/>
                <a:ea typeface="微软雅黑" pitchFamily="34" charset="-122"/>
              </a:rPr>
              <a:t>数据报分片 </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假定使用固定首部</a:t>
            </a:r>
            <a:r>
              <a:rPr lang="en-US" altLang="zh-CN" sz="2000" b="1" dirty="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8" name="圆角矩形 7"/>
          <p:cNvSpPr/>
          <p:nvPr/>
        </p:nvSpPr>
        <p:spPr>
          <a:xfrm>
            <a:off x="556963" y="1023042"/>
            <a:ext cx="8041892" cy="36566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 name="组合 8"/>
          <p:cNvGrpSpPr/>
          <p:nvPr/>
        </p:nvGrpSpPr>
        <p:grpSpPr>
          <a:xfrm>
            <a:off x="1252831" y="1797916"/>
            <a:ext cx="3324816" cy="2881752"/>
            <a:chOff x="344488" y="2380134"/>
            <a:chExt cx="4755225" cy="4121546"/>
          </a:xfrm>
        </p:grpSpPr>
        <p:sp>
          <p:nvSpPr>
            <p:cNvPr id="10" name="Text Box 5"/>
            <p:cNvSpPr txBox="1">
              <a:spLocks noChangeArrowheads="1"/>
            </p:cNvSpPr>
            <p:nvPr/>
          </p:nvSpPr>
          <p:spPr bwMode="auto">
            <a:xfrm>
              <a:off x="704528" y="5445226"/>
              <a:ext cx="2066136" cy="10564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总长度 </a:t>
              </a:r>
              <a:r>
                <a:rPr kumimoji="1" lang="en-US" altLang="zh-CN" sz="1400" b="1" dirty="0">
                  <a:solidFill>
                    <a:srgbClr val="0000CC"/>
                  </a:solidFill>
                  <a:latin typeface="微软雅黑" pitchFamily="34" charset="-122"/>
                  <a:ea typeface="微软雅黑" pitchFamily="34" charset="-122"/>
                </a:rPr>
                <a:t>= 1500</a:t>
              </a:r>
            </a:p>
            <a:p>
              <a:r>
                <a:rPr kumimoji="1" lang="zh-CN" altLang="en-US" sz="1400" b="1" dirty="0">
                  <a:solidFill>
                    <a:srgbClr val="0000CC"/>
                  </a:solidFill>
                  <a:latin typeface="微软雅黑" pitchFamily="34" charset="-122"/>
                  <a:ea typeface="微软雅黑" pitchFamily="34" charset="-122"/>
                </a:rPr>
                <a:t>偏移 </a:t>
              </a:r>
              <a:r>
                <a:rPr kumimoji="1" lang="en-US" altLang="zh-CN" sz="1400" b="1" dirty="0">
                  <a:solidFill>
                    <a:srgbClr val="0000CC"/>
                  </a:solidFill>
                  <a:latin typeface="微软雅黑" pitchFamily="34" charset="-122"/>
                  <a:ea typeface="微软雅黑" pitchFamily="34" charset="-122"/>
                </a:rPr>
                <a:t>= 0/8 = 0</a:t>
              </a:r>
            </a:p>
            <a:p>
              <a:r>
                <a:rPr kumimoji="1" lang="en-US" altLang="zh-CN" sz="1400" b="1" dirty="0">
                  <a:solidFill>
                    <a:srgbClr val="0000CC"/>
                  </a:solidFill>
                  <a:latin typeface="微软雅黑" pitchFamily="34" charset="-122"/>
                  <a:ea typeface="微软雅黑" pitchFamily="34" charset="-122"/>
                </a:rPr>
                <a:t>MF = 1</a:t>
              </a:r>
            </a:p>
          </p:txBody>
        </p:sp>
        <p:sp>
          <p:nvSpPr>
            <p:cNvPr id="11" name="Rectangle 11"/>
            <p:cNvSpPr>
              <a:spLocks noChangeArrowheads="1"/>
            </p:cNvSpPr>
            <p:nvPr/>
          </p:nvSpPr>
          <p:spPr bwMode="auto">
            <a:xfrm>
              <a:off x="1295534" y="3869208"/>
              <a:ext cx="1900369" cy="463550"/>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 name="Line 12"/>
            <p:cNvSpPr>
              <a:spLocks noChangeShapeType="1"/>
            </p:cNvSpPr>
            <p:nvPr/>
          </p:nvSpPr>
          <p:spPr bwMode="auto">
            <a:xfrm>
              <a:off x="1484710"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13"/>
            <p:cNvSpPr>
              <a:spLocks noChangeShapeType="1"/>
            </p:cNvSpPr>
            <p:nvPr/>
          </p:nvSpPr>
          <p:spPr bwMode="auto">
            <a:xfrm>
              <a:off x="1675606"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Line 14"/>
            <p:cNvSpPr>
              <a:spLocks noChangeShapeType="1"/>
            </p:cNvSpPr>
            <p:nvPr/>
          </p:nvSpPr>
          <p:spPr bwMode="auto">
            <a:xfrm>
              <a:off x="1866504"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 name="Line 15"/>
            <p:cNvSpPr>
              <a:spLocks noChangeShapeType="1"/>
            </p:cNvSpPr>
            <p:nvPr/>
          </p:nvSpPr>
          <p:spPr bwMode="auto">
            <a:xfrm>
              <a:off x="3005006"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 name="Line 21"/>
            <p:cNvSpPr>
              <a:spLocks noChangeShapeType="1"/>
            </p:cNvSpPr>
            <p:nvPr/>
          </p:nvSpPr>
          <p:spPr bwMode="auto">
            <a:xfrm flipV="1">
              <a:off x="3101314"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 name="Text Box 30"/>
            <p:cNvSpPr txBox="1">
              <a:spLocks noChangeArrowheads="1"/>
            </p:cNvSpPr>
            <p:nvPr/>
          </p:nvSpPr>
          <p:spPr bwMode="auto">
            <a:xfrm>
              <a:off x="2629894" y="4625603"/>
              <a:ext cx="896885" cy="44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1479</a:t>
              </a:r>
            </a:p>
          </p:txBody>
        </p:sp>
        <p:sp>
          <p:nvSpPr>
            <p:cNvPr id="18" name="Text Box 33"/>
            <p:cNvSpPr txBox="1">
              <a:spLocks noChangeArrowheads="1"/>
            </p:cNvSpPr>
            <p:nvPr/>
          </p:nvSpPr>
          <p:spPr bwMode="auto">
            <a:xfrm>
              <a:off x="990013" y="5072535"/>
              <a:ext cx="1525071"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数据报片 </a:t>
              </a:r>
              <a:r>
                <a:rPr kumimoji="1" lang="en-US" altLang="zh-CN" sz="1400" b="1" dirty="0">
                  <a:solidFill>
                    <a:srgbClr val="CC00CC"/>
                  </a:solidFill>
                  <a:latin typeface="微软雅黑" pitchFamily="34" charset="-122"/>
                  <a:ea typeface="微软雅黑" pitchFamily="34" charset="-122"/>
                </a:rPr>
                <a:t>1</a:t>
              </a:r>
            </a:p>
          </p:txBody>
        </p:sp>
        <p:sp>
          <p:nvSpPr>
            <p:cNvPr id="19" name="Rectangle 36"/>
            <p:cNvSpPr>
              <a:spLocks noChangeArrowheads="1"/>
            </p:cNvSpPr>
            <p:nvPr/>
          </p:nvSpPr>
          <p:spPr bwMode="auto">
            <a:xfrm>
              <a:off x="344488" y="3869208"/>
              <a:ext cx="951045" cy="463550"/>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0" name="Line 39"/>
            <p:cNvSpPr>
              <a:spLocks noChangeShapeType="1"/>
            </p:cNvSpPr>
            <p:nvPr/>
          </p:nvSpPr>
          <p:spPr bwMode="auto">
            <a:xfrm flipV="1">
              <a:off x="1295534" y="2380134"/>
              <a:ext cx="1900369"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Line 40"/>
            <p:cNvSpPr>
              <a:spLocks noChangeShapeType="1"/>
            </p:cNvSpPr>
            <p:nvPr/>
          </p:nvSpPr>
          <p:spPr bwMode="auto">
            <a:xfrm flipV="1">
              <a:off x="3195903" y="2380134"/>
              <a:ext cx="1903810"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2" name="Text Box 59"/>
            <p:cNvSpPr txBox="1">
              <a:spLocks noChangeArrowheads="1"/>
            </p:cNvSpPr>
            <p:nvPr/>
          </p:nvSpPr>
          <p:spPr bwMode="auto">
            <a:xfrm>
              <a:off x="344488" y="3869209"/>
              <a:ext cx="1040474" cy="44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chemeClr val="bg1"/>
                  </a:solidFill>
                  <a:latin typeface="微软雅黑" pitchFamily="34" charset="-122"/>
                  <a:ea typeface="微软雅黑" pitchFamily="34" charset="-122"/>
                </a:rPr>
                <a:t>首部 </a:t>
              </a:r>
              <a:r>
                <a:rPr kumimoji="1" lang="en-US" altLang="zh-CN" sz="1400" b="1" dirty="0">
                  <a:solidFill>
                    <a:schemeClr val="bg1"/>
                  </a:solidFill>
                  <a:latin typeface="微软雅黑" pitchFamily="34" charset="-122"/>
                  <a:ea typeface="微软雅黑" pitchFamily="34" charset="-122"/>
                </a:rPr>
                <a:t>1</a:t>
              </a:r>
            </a:p>
          </p:txBody>
        </p:sp>
        <p:sp>
          <p:nvSpPr>
            <p:cNvPr id="23" name="Line 62"/>
            <p:cNvSpPr>
              <a:spLocks noChangeShapeType="1"/>
            </p:cNvSpPr>
            <p:nvPr/>
          </p:nvSpPr>
          <p:spPr bwMode="auto">
            <a:xfrm flipV="1">
              <a:off x="1384962"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4" name="Text Box 63"/>
            <p:cNvSpPr txBox="1">
              <a:spLocks noChangeArrowheads="1"/>
            </p:cNvSpPr>
            <p:nvPr/>
          </p:nvSpPr>
          <p:spPr bwMode="auto">
            <a:xfrm>
              <a:off x="564621" y="4626445"/>
              <a:ext cx="1011517"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字节 </a:t>
              </a:r>
              <a:r>
                <a:rPr kumimoji="1" lang="en-US" altLang="zh-CN" sz="1400" b="1" dirty="0">
                  <a:latin typeface="微软雅黑" pitchFamily="34" charset="-122"/>
                  <a:ea typeface="微软雅黑" pitchFamily="34" charset="-122"/>
                </a:rPr>
                <a:t>0</a:t>
              </a:r>
            </a:p>
          </p:txBody>
        </p:sp>
      </p:grpSp>
      <p:grpSp>
        <p:nvGrpSpPr>
          <p:cNvPr id="25" name="组合 24"/>
          <p:cNvGrpSpPr/>
          <p:nvPr/>
        </p:nvGrpSpPr>
        <p:grpSpPr>
          <a:xfrm>
            <a:off x="3557956" y="1797916"/>
            <a:ext cx="2349616" cy="2881750"/>
            <a:chOff x="3641329" y="2380134"/>
            <a:chExt cx="3360473" cy="4121543"/>
          </a:xfrm>
        </p:grpSpPr>
        <p:sp>
          <p:nvSpPr>
            <p:cNvPr id="26" name="Text Box 17"/>
            <p:cNvSpPr txBox="1">
              <a:spLocks noChangeArrowheads="1"/>
            </p:cNvSpPr>
            <p:nvPr/>
          </p:nvSpPr>
          <p:spPr bwMode="auto">
            <a:xfrm>
              <a:off x="3653972" y="5445223"/>
              <a:ext cx="2857102" cy="10564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总长度 </a:t>
              </a:r>
              <a:r>
                <a:rPr kumimoji="1" lang="en-US" altLang="zh-CN" sz="1400" b="1" dirty="0">
                  <a:solidFill>
                    <a:srgbClr val="0000CC"/>
                  </a:solidFill>
                  <a:latin typeface="微软雅黑" pitchFamily="34" charset="-122"/>
                  <a:ea typeface="微软雅黑" pitchFamily="34" charset="-122"/>
                </a:rPr>
                <a:t>= 1500</a:t>
              </a:r>
            </a:p>
            <a:p>
              <a:r>
                <a:rPr kumimoji="1" lang="zh-CN" altLang="en-US" sz="1400" b="1" dirty="0">
                  <a:solidFill>
                    <a:srgbClr val="0000CC"/>
                  </a:solidFill>
                  <a:latin typeface="微软雅黑" pitchFamily="34" charset="-122"/>
                  <a:ea typeface="微软雅黑" pitchFamily="34" charset="-122"/>
                </a:rPr>
                <a:t>偏移 </a:t>
              </a:r>
              <a:r>
                <a:rPr kumimoji="1" lang="en-US" altLang="zh-CN" sz="1400" b="1" dirty="0">
                  <a:solidFill>
                    <a:srgbClr val="0000CC"/>
                  </a:solidFill>
                  <a:latin typeface="微软雅黑" pitchFamily="34" charset="-122"/>
                  <a:ea typeface="微软雅黑" pitchFamily="34" charset="-122"/>
                </a:rPr>
                <a:t>= 1480/8 = 185</a:t>
              </a:r>
            </a:p>
            <a:p>
              <a:r>
                <a:rPr kumimoji="1" lang="en-US" altLang="zh-CN" sz="1400" b="1" dirty="0">
                  <a:solidFill>
                    <a:srgbClr val="0000CC"/>
                  </a:solidFill>
                  <a:latin typeface="微软雅黑" pitchFamily="34" charset="-122"/>
                  <a:ea typeface="微软雅黑" pitchFamily="34" charset="-122"/>
                </a:rPr>
                <a:t>MF = 1</a:t>
              </a:r>
            </a:p>
          </p:txBody>
        </p:sp>
        <p:sp>
          <p:nvSpPr>
            <p:cNvPr id="27" name="Line 22"/>
            <p:cNvSpPr>
              <a:spLocks noChangeShapeType="1"/>
            </p:cNvSpPr>
            <p:nvPr/>
          </p:nvSpPr>
          <p:spPr bwMode="auto">
            <a:xfrm flipV="1">
              <a:off x="4717918"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Line 23"/>
            <p:cNvSpPr>
              <a:spLocks noChangeShapeType="1"/>
            </p:cNvSpPr>
            <p:nvPr/>
          </p:nvSpPr>
          <p:spPr bwMode="auto">
            <a:xfrm flipV="1">
              <a:off x="6430831"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9" name="Text Box 26"/>
            <p:cNvSpPr txBox="1">
              <a:spLocks noChangeArrowheads="1"/>
            </p:cNvSpPr>
            <p:nvPr/>
          </p:nvSpPr>
          <p:spPr bwMode="auto">
            <a:xfrm>
              <a:off x="4246497" y="4660776"/>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1480</a:t>
              </a:r>
            </a:p>
          </p:txBody>
        </p:sp>
        <p:sp>
          <p:nvSpPr>
            <p:cNvPr id="30" name="Text Box 29"/>
            <p:cNvSpPr txBox="1">
              <a:spLocks noChangeArrowheads="1"/>
            </p:cNvSpPr>
            <p:nvPr/>
          </p:nvSpPr>
          <p:spPr bwMode="auto">
            <a:xfrm>
              <a:off x="5968920" y="4638550"/>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2959</a:t>
              </a:r>
            </a:p>
          </p:txBody>
        </p:sp>
        <p:sp>
          <p:nvSpPr>
            <p:cNvPr id="31" name="Rectangle 41"/>
            <p:cNvSpPr>
              <a:spLocks noChangeArrowheads="1"/>
            </p:cNvSpPr>
            <p:nvPr/>
          </p:nvSpPr>
          <p:spPr bwMode="auto">
            <a:xfrm>
              <a:off x="4625050" y="3869208"/>
              <a:ext cx="1900369" cy="463550"/>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2" name="Line 42"/>
            <p:cNvSpPr>
              <a:spLocks noChangeShapeType="1"/>
            </p:cNvSpPr>
            <p:nvPr/>
          </p:nvSpPr>
          <p:spPr bwMode="auto">
            <a:xfrm>
              <a:off x="4814227"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43"/>
            <p:cNvSpPr>
              <a:spLocks noChangeShapeType="1"/>
            </p:cNvSpPr>
            <p:nvPr/>
          </p:nvSpPr>
          <p:spPr bwMode="auto">
            <a:xfrm>
              <a:off x="5003404"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44"/>
            <p:cNvSpPr>
              <a:spLocks noChangeShapeType="1"/>
            </p:cNvSpPr>
            <p:nvPr/>
          </p:nvSpPr>
          <p:spPr bwMode="auto">
            <a:xfrm>
              <a:off x="5194300"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Line 45"/>
            <p:cNvSpPr>
              <a:spLocks noChangeShapeType="1"/>
            </p:cNvSpPr>
            <p:nvPr/>
          </p:nvSpPr>
          <p:spPr bwMode="auto">
            <a:xfrm>
              <a:off x="6334522"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Rectangle 46"/>
            <p:cNvSpPr>
              <a:spLocks noChangeArrowheads="1"/>
            </p:cNvSpPr>
            <p:nvPr/>
          </p:nvSpPr>
          <p:spPr bwMode="auto">
            <a:xfrm>
              <a:off x="3674004" y="3869208"/>
              <a:ext cx="951045" cy="463550"/>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Line 47"/>
            <p:cNvSpPr>
              <a:spLocks noChangeShapeType="1"/>
            </p:cNvSpPr>
            <p:nvPr/>
          </p:nvSpPr>
          <p:spPr bwMode="auto">
            <a:xfrm flipV="1">
              <a:off x="4625049" y="2380134"/>
              <a:ext cx="47466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8" name="Line 48"/>
            <p:cNvSpPr>
              <a:spLocks noChangeShapeType="1"/>
            </p:cNvSpPr>
            <p:nvPr/>
          </p:nvSpPr>
          <p:spPr bwMode="auto">
            <a:xfrm flipV="1">
              <a:off x="6525419" y="2380134"/>
              <a:ext cx="47638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Text Box 60"/>
            <p:cNvSpPr txBox="1">
              <a:spLocks noChangeArrowheads="1"/>
            </p:cNvSpPr>
            <p:nvPr/>
          </p:nvSpPr>
          <p:spPr bwMode="auto">
            <a:xfrm>
              <a:off x="3641329" y="3869210"/>
              <a:ext cx="1011517"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首部 </a:t>
              </a:r>
              <a:r>
                <a:rPr kumimoji="1" lang="en-US" altLang="zh-CN" sz="1400" b="1" dirty="0">
                  <a:solidFill>
                    <a:schemeClr val="bg1"/>
                  </a:solidFill>
                  <a:latin typeface="微软雅黑" pitchFamily="34" charset="-122"/>
                  <a:ea typeface="微软雅黑" pitchFamily="34" charset="-122"/>
                </a:rPr>
                <a:t>2</a:t>
              </a:r>
            </a:p>
          </p:txBody>
        </p:sp>
        <p:sp>
          <p:nvSpPr>
            <p:cNvPr id="40" name="Text Box 64"/>
            <p:cNvSpPr txBox="1">
              <a:spLocks noChangeArrowheads="1"/>
            </p:cNvSpPr>
            <p:nvPr/>
          </p:nvSpPr>
          <p:spPr bwMode="auto">
            <a:xfrm>
              <a:off x="4254178" y="5067770"/>
              <a:ext cx="1525072"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数据报片 </a:t>
              </a:r>
              <a:r>
                <a:rPr kumimoji="1" lang="en-US" altLang="zh-CN" sz="1400" b="1" dirty="0">
                  <a:solidFill>
                    <a:srgbClr val="CC00CC"/>
                  </a:solidFill>
                  <a:latin typeface="微软雅黑" pitchFamily="34" charset="-122"/>
                  <a:ea typeface="微软雅黑" pitchFamily="34" charset="-122"/>
                </a:rPr>
                <a:t>2</a:t>
              </a:r>
            </a:p>
          </p:txBody>
        </p:sp>
      </p:grpSp>
      <p:grpSp>
        <p:nvGrpSpPr>
          <p:cNvPr id="41" name="组合 40"/>
          <p:cNvGrpSpPr/>
          <p:nvPr/>
        </p:nvGrpSpPr>
        <p:grpSpPr>
          <a:xfrm>
            <a:off x="5834448" y="1797916"/>
            <a:ext cx="2024564" cy="2881750"/>
            <a:chOff x="6897216" y="2380134"/>
            <a:chExt cx="2895574" cy="4121543"/>
          </a:xfrm>
        </p:grpSpPr>
        <p:sp>
          <p:nvSpPr>
            <p:cNvPr id="42" name="Text Box 18"/>
            <p:cNvSpPr txBox="1">
              <a:spLocks noChangeArrowheads="1"/>
            </p:cNvSpPr>
            <p:nvPr/>
          </p:nvSpPr>
          <p:spPr bwMode="auto">
            <a:xfrm>
              <a:off x="6897216" y="5445223"/>
              <a:ext cx="2857100" cy="10564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总长度 </a:t>
              </a:r>
              <a:r>
                <a:rPr kumimoji="1" lang="en-US" altLang="zh-CN" sz="1400" b="1" dirty="0">
                  <a:solidFill>
                    <a:srgbClr val="0000CC"/>
                  </a:solidFill>
                  <a:latin typeface="微软雅黑" pitchFamily="34" charset="-122"/>
                  <a:ea typeface="微软雅黑" pitchFamily="34" charset="-122"/>
                </a:rPr>
                <a:t>= 860</a:t>
              </a:r>
            </a:p>
            <a:p>
              <a:r>
                <a:rPr kumimoji="1" lang="zh-CN" altLang="en-US" sz="1400" b="1" dirty="0">
                  <a:solidFill>
                    <a:srgbClr val="0000CC"/>
                  </a:solidFill>
                  <a:latin typeface="微软雅黑" pitchFamily="34" charset="-122"/>
                  <a:ea typeface="微软雅黑" pitchFamily="34" charset="-122"/>
                </a:rPr>
                <a:t>偏移 </a:t>
              </a:r>
              <a:r>
                <a:rPr kumimoji="1" lang="en-US" altLang="zh-CN" sz="1400" b="1" dirty="0">
                  <a:solidFill>
                    <a:srgbClr val="0000CC"/>
                  </a:solidFill>
                  <a:latin typeface="微软雅黑" pitchFamily="34" charset="-122"/>
                  <a:ea typeface="微软雅黑" pitchFamily="34" charset="-122"/>
                </a:rPr>
                <a:t>= 2960/8 = 370</a:t>
              </a:r>
            </a:p>
            <a:p>
              <a:r>
                <a:rPr kumimoji="1" lang="en-US" altLang="zh-CN" sz="1400" b="1" dirty="0">
                  <a:solidFill>
                    <a:srgbClr val="0000CC"/>
                  </a:solidFill>
                  <a:latin typeface="微软雅黑" pitchFamily="34" charset="-122"/>
                  <a:ea typeface="微软雅黑" pitchFamily="34" charset="-122"/>
                </a:rPr>
                <a:t>MF = 0</a:t>
              </a:r>
            </a:p>
          </p:txBody>
        </p:sp>
        <p:sp>
          <p:nvSpPr>
            <p:cNvPr id="43" name="Line 24"/>
            <p:cNvSpPr>
              <a:spLocks noChangeShapeType="1"/>
            </p:cNvSpPr>
            <p:nvPr/>
          </p:nvSpPr>
          <p:spPr bwMode="auto">
            <a:xfrm flipV="1">
              <a:off x="8126545"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4" name="Line 25"/>
            <p:cNvSpPr>
              <a:spLocks noChangeShapeType="1"/>
            </p:cNvSpPr>
            <p:nvPr/>
          </p:nvSpPr>
          <p:spPr bwMode="auto">
            <a:xfrm flipV="1">
              <a:off x="9380273"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5" name="Text Box 27"/>
            <p:cNvSpPr txBox="1">
              <a:spLocks noChangeArrowheads="1"/>
            </p:cNvSpPr>
            <p:nvPr/>
          </p:nvSpPr>
          <p:spPr bwMode="auto">
            <a:xfrm>
              <a:off x="7657655" y="4647828"/>
              <a:ext cx="896884"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2960</a:t>
              </a:r>
            </a:p>
          </p:txBody>
        </p:sp>
        <p:sp>
          <p:nvSpPr>
            <p:cNvPr id="46" name="Text Box 28"/>
            <p:cNvSpPr txBox="1">
              <a:spLocks noChangeArrowheads="1"/>
            </p:cNvSpPr>
            <p:nvPr/>
          </p:nvSpPr>
          <p:spPr bwMode="auto">
            <a:xfrm>
              <a:off x="8895905" y="4625602"/>
              <a:ext cx="896885"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3799</a:t>
              </a:r>
            </a:p>
          </p:txBody>
        </p:sp>
        <p:sp>
          <p:nvSpPr>
            <p:cNvPr id="47" name="Rectangle 49"/>
            <p:cNvSpPr>
              <a:spLocks noChangeArrowheads="1"/>
            </p:cNvSpPr>
            <p:nvPr/>
          </p:nvSpPr>
          <p:spPr bwMode="auto">
            <a:xfrm>
              <a:off x="8047436" y="3869208"/>
              <a:ext cx="1427427" cy="463550"/>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8" name="Line 50"/>
            <p:cNvSpPr>
              <a:spLocks noChangeShapeType="1"/>
            </p:cNvSpPr>
            <p:nvPr/>
          </p:nvSpPr>
          <p:spPr bwMode="auto">
            <a:xfrm>
              <a:off x="8238331"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Line 51"/>
            <p:cNvSpPr>
              <a:spLocks noChangeShapeType="1"/>
            </p:cNvSpPr>
            <p:nvPr/>
          </p:nvSpPr>
          <p:spPr bwMode="auto">
            <a:xfrm>
              <a:off x="8429229"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0" name="Line 52"/>
            <p:cNvSpPr>
              <a:spLocks noChangeShapeType="1"/>
            </p:cNvSpPr>
            <p:nvPr/>
          </p:nvSpPr>
          <p:spPr bwMode="auto">
            <a:xfrm>
              <a:off x="8620125"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1" name="Line 53"/>
            <p:cNvSpPr>
              <a:spLocks noChangeShapeType="1"/>
            </p:cNvSpPr>
            <p:nvPr/>
          </p:nvSpPr>
          <p:spPr bwMode="auto">
            <a:xfrm>
              <a:off x="9285685"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2" name="Rectangle 54"/>
            <p:cNvSpPr>
              <a:spLocks noChangeArrowheads="1"/>
            </p:cNvSpPr>
            <p:nvPr/>
          </p:nvSpPr>
          <p:spPr bwMode="auto">
            <a:xfrm>
              <a:off x="7098110" y="3869208"/>
              <a:ext cx="949325" cy="463550"/>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3" name="Line 55"/>
            <p:cNvSpPr>
              <a:spLocks noChangeShapeType="1"/>
            </p:cNvSpPr>
            <p:nvPr/>
          </p:nvSpPr>
          <p:spPr bwMode="auto">
            <a:xfrm flipH="1" flipV="1">
              <a:off x="8429229" y="2380134"/>
              <a:ext cx="104563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4" name="Line 56"/>
            <p:cNvSpPr>
              <a:spLocks noChangeShapeType="1"/>
            </p:cNvSpPr>
            <p:nvPr/>
          </p:nvSpPr>
          <p:spPr bwMode="auto">
            <a:xfrm flipH="1" flipV="1">
              <a:off x="7001802" y="2380134"/>
              <a:ext cx="104563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5" name="Text Box 61"/>
            <p:cNvSpPr txBox="1">
              <a:spLocks noChangeArrowheads="1"/>
            </p:cNvSpPr>
            <p:nvPr/>
          </p:nvSpPr>
          <p:spPr bwMode="auto">
            <a:xfrm>
              <a:off x="7065433" y="3869210"/>
              <a:ext cx="1011517"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首部 </a:t>
              </a:r>
              <a:r>
                <a:rPr kumimoji="1" lang="en-US" altLang="zh-CN" sz="1400" b="1" dirty="0">
                  <a:solidFill>
                    <a:schemeClr val="bg1"/>
                  </a:solidFill>
                  <a:latin typeface="微软雅黑" pitchFamily="34" charset="-122"/>
                  <a:ea typeface="微软雅黑" pitchFamily="34" charset="-122"/>
                </a:rPr>
                <a:t>3</a:t>
              </a:r>
            </a:p>
          </p:txBody>
        </p:sp>
        <p:sp>
          <p:nvSpPr>
            <p:cNvPr id="56" name="Text Box 65"/>
            <p:cNvSpPr txBox="1">
              <a:spLocks noChangeArrowheads="1"/>
            </p:cNvSpPr>
            <p:nvPr/>
          </p:nvSpPr>
          <p:spPr bwMode="auto">
            <a:xfrm>
              <a:off x="7450799" y="5067770"/>
              <a:ext cx="1525071" cy="44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数据报片 </a:t>
              </a:r>
              <a:r>
                <a:rPr kumimoji="1" lang="en-US" altLang="zh-CN" sz="1400" b="1" dirty="0">
                  <a:solidFill>
                    <a:srgbClr val="CC00CC"/>
                  </a:solidFill>
                  <a:latin typeface="微软雅黑" pitchFamily="34" charset="-122"/>
                  <a:ea typeface="微软雅黑" pitchFamily="34" charset="-122"/>
                </a:rPr>
                <a:t>3</a:t>
              </a:r>
            </a:p>
          </p:txBody>
        </p:sp>
      </p:grpSp>
      <p:sp>
        <p:nvSpPr>
          <p:cNvPr id="58" name="Rectangle 4"/>
          <p:cNvSpPr>
            <a:spLocks noChangeArrowheads="1"/>
          </p:cNvSpPr>
          <p:nvPr/>
        </p:nvSpPr>
        <p:spPr bwMode="auto">
          <a:xfrm>
            <a:off x="3246519" y="1473804"/>
            <a:ext cx="3659100" cy="324110"/>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9" name="Rectangle 6"/>
          <p:cNvSpPr>
            <a:spLocks noChangeArrowheads="1"/>
          </p:cNvSpPr>
          <p:nvPr/>
        </p:nvSpPr>
        <p:spPr bwMode="auto">
          <a:xfrm>
            <a:off x="2581557" y="1473804"/>
            <a:ext cx="4324062" cy="324110"/>
          </a:xfrm>
          <a:prstGeom prst="rect">
            <a:avLst/>
          </a:prstGeom>
          <a:solidFill>
            <a:srgbClr val="99FFCC"/>
          </a:solidFill>
          <a:ln w="19050">
            <a:solidFill>
              <a:schemeClr val="tx1"/>
            </a:solidFill>
            <a:miter lim="800000"/>
            <a:headEnd/>
            <a:tailEnd/>
          </a:ln>
          <a:effectLst/>
          <a:extLst>
            <a:ext uri="{AF507438-7753-43E0-B8FC-AC1667EBCBE1}">
              <a14:hiddenEffects xmlns:a14="http://schemas.microsoft.com/office/drawing/2010/main">
                <a:effectLst>
                  <a:outerShdw dist="28398" dir="1593903"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4" name="Text Box 16"/>
          <p:cNvSpPr txBox="1">
            <a:spLocks noChangeArrowheads="1"/>
          </p:cNvSpPr>
          <p:nvPr/>
        </p:nvSpPr>
        <p:spPr bwMode="auto">
          <a:xfrm>
            <a:off x="6923655" y="1399437"/>
            <a:ext cx="1091966" cy="501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CC"/>
                </a:solidFill>
                <a:latin typeface="微软雅黑" pitchFamily="34" charset="-122"/>
                <a:ea typeface="微软雅黑" pitchFamily="34" charset="-122"/>
              </a:rPr>
              <a:t>偏移 </a:t>
            </a:r>
            <a:r>
              <a:rPr kumimoji="1" lang="en-US" altLang="zh-CN" sz="1400" b="1">
                <a:solidFill>
                  <a:srgbClr val="0000CC"/>
                </a:solidFill>
                <a:latin typeface="微软雅黑" pitchFamily="34" charset="-122"/>
                <a:ea typeface="微软雅黑" pitchFamily="34" charset="-122"/>
              </a:rPr>
              <a:t>= 0/8</a:t>
            </a:r>
          </a:p>
          <a:p>
            <a:pPr>
              <a:lnSpc>
                <a:spcPct val="90000"/>
              </a:lnSpc>
            </a:pPr>
            <a:r>
              <a:rPr kumimoji="1" lang="en-US" altLang="zh-CN" sz="1400" b="1">
                <a:solidFill>
                  <a:srgbClr val="0000CC"/>
                </a:solidFill>
                <a:latin typeface="微软雅黑" pitchFamily="34" charset="-122"/>
                <a:ea typeface="微软雅黑" pitchFamily="34" charset="-122"/>
              </a:rPr>
              <a:t>= 0</a:t>
            </a:r>
          </a:p>
        </p:txBody>
      </p:sp>
      <p:sp>
        <p:nvSpPr>
          <p:cNvPr id="65" name="Line 19"/>
          <p:cNvSpPr>
            <a:spLocks noChangeShapeType="1"/>
          </p:cNvSpPr>
          <p:nvPr/>
        </p:nvSpPr>
        <p:spPr bwMode="auto">
          <a:xfrm flipV="1">
            <a:off x="6827458" y="1797915"/>
            <a:ext cx="0" cy="258622"/>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6" name="Line 20"/>
          <p:cNvSpPr>
            <a:spLocks noChangeShapeType="1"/>
          </p:cNvSpPr>
          <p:nvPr/>
        </p:nvSpPr>
        <p:spPr bwMode="auto">
          <a:xfrm flipV="1">
            <a:off x="3310251" y="1797915"/>
            <a:ext cx="0" cy="258622"/>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7" name="Text Box 31"/>
          <p:cNvSpPr txBox="1">
            <a:spLocks noChangeArrowheads="1"/>
          </p:cNvSpPr>
          <p:nvPr/>
        </p:nvSpPr>
        <p:spPr bwMode="auto">
          <a:xfrm>
            <a:off x="6517721" y="1975510"/>
            <a:ext cx="627095" cy="30777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3799</a:t>
            </a:r>
          </a:p>
        </p:txBody>
      </p:sp>
      <p:sp>
        <p:nvSpPr>
          <p:cNvPr id="68" name="Text Box 32"/>
          <p:cNvSpPr txBox="1">
            <a:spLocks noChangeArrowheads="1"/>
          </p:cNvSpPr>
          <p:nvPr/>
        </p:nvSpPr>
        <p:spPr bwMode="auto">
          <a:xfrm>
            <a:off x="1682184" y="1384591"/>
            <a:ext cx="90281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solidFill>
                  <a:srgbClr val="CC00CC"/>
                </a:solidFill>
                <a:latin typeface="微软雅黑" pitchFamily="34" charset="-122"/>
                <a:ea typeface="微软雅黑" pitchFamily="34" charset="-122"/>
              </a:rPr>
              <a:t>需分片的</a:t>
            </a:r>
          </a:p>
          <a:p>
            <a:pPr algn="ctr"/>
            <a:r>
              <a:rPr kumimoji="1" lang="zh-CN" altLang="en-US" sz="1400" b="1" dirty="0">
                <a:solidFill>
                  <a:srgbClr val="CC00CC"/>
                </a:solidFill>
                <a:latin typeface="微软雅黑" pitchFamily="34" charset="-122"/>
                <a:ea typeface="微软雅黑" pitchFamily="34" charset="-122"/>
              </a:rPr>
              <a:t>数据报</a:t>
            </a:r>
          </a:p>
        </p:txBody>
      </p:sp>
      <p:sp>
        <p:nvSpPr>
          <p:cNvPr id="69" name="Rectangle 76"/>
          <p:cNvSpPr>
            <a:spLocks noChangeArrowheads="1"/>
          </p:cNvSpPr>
          <p:nvPr/>
        </p:nvSpPr>
        <p:spPr bwMode="auto">
          <a:xfrm>
            <a:off x="2591579" y="1486014"/>
            <a:ext cx="646926" cy="311900"/>
          </a:xfrm>
          <a:prstGeom prst="rect">
            <a:avLst/>
          </a:prstGeom>
          <a:solidFill>
            <a:srgbClr val="0000FF"/>
          </a:solidFill>
          <a:ln>
            <a:no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Text Box 34"/>
          <p:cNvSpPr txBox="1">
            <a:spLocks noChangeArrowheads="1"/>
          </p:cNvSpPr>
          <p:nvPr/>
        </p:nvSpPr>
        <p:spPr bwMode="auto">
          <a:xfrm>
            <a:off x="2651300" y="1496309"/>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首部</a:t>
            </a:r>
          </a:p>
        </p:txBody>
      </p:sp>
      <p:sp>
        <p:nvSpPr>
          <p:cNvPr id="71" name="Line 35"/>
          <p:cNvSpPr>
            <a:spLocks noChangeShapeType="1"/>
          </p:cNvSpPr>
          <p:nvPr/>
        </p:nvSpPr>
        <p:spPr bwMode="auto">
          <a:xfrm>
            <a:off x="3246519" y="1473804"/>
            <a:ext cx="0" cy="3241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2" name="Line 37"/>
          <p:cNvSpPr>
            <a:spLocks noChangeShapeType="1"/>
          </p:cNvSpPr>
          <p:nvPr/>
        </p:nvSpPr>
        <p:spPr bwMode="auto">
          <a:xfrm>
            <a:off x="4577648" y="1473804"/>
            <a:ext cx="0" cy="3241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3" name="Line 38"/>
          <p:cNvSpPr>
            <a:spLocks noChangeShapeType="1"/>
          </p:cNvSpPr>
          <p:nvPr/>
        </p:nvSpPr>
        <p:spPr bwMode="auto">
          <a:xfrm>
            <a:off x="5907574" y="1473804"/>
            <a:ext cx="0" cy="3241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57"/>
          <p:cNvSpPr>
            <a:spLocks noChangeShapeType="1"/>
          </p:cNvSpPr>
          <p:nvPr/>
        </p:nvSpPr>
        <p:spPr bwMode="auto">
          <a:xfrm>
            <a:off x="3234495" y="1286209"/>
            <a:ext cx="3657896"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5" name="Text Box 58"/>
          <p:cNvSpPr txBox="1">
            <a:spLocks noChangeArrowheads="1"/>
          </p:cNvSpPr>
          <p:nvPr/>
        </p:nvSpPr>
        <p:spPr bwMode="auto">
          <a:xfrm>
            <a:off x="3913888" y="1126924"/>
            <a:ext cx="1989646" cy="30777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数据部分共 </a:t>
            </a:r>
            <a:r>
              <a:rPr kumimoji="1" lang="en-US" altLang="zh-CN" sz="1400" b="1" dirty="0">
                <a:solidFill>
                  <a:srgbClr val="0000CC"/>
                </a:solidFill>
                <a:latin typeface="微软雅黑" pitchFamily="34" charset="-122"/>
                <a:ea typeface="微软雅黑" pitchFamily="34" charset="-122"/>
              </a:rPr>
              <a:t>3800 </a:t>
            </a:r>
            <a:r>
              <a:rPr kumimoji="1" lang="zh-CN" altLang="en-US" sz="1400" b="1" dirty="0">
                <a:solidFill>
                  <a:srgbClr val="0000CC"/>
                </a:solidFill>
                <a:latin typeface="微软雅黑" pitchFamily="34" charset="-122"/>
                <a:ea typeface="微软雅黑" pitchFamily="34" charset="-122"/>
              </a:rPr>
              <a:t>字节</a:t>
            </a:r>
          </a:p>
        </p:txBody>
      </p:sp>
      <p:sp>
        <p:nvSpPr>
          <p:cNvPr id="76" name="Line 66"/>
          <p:cNvSpPr>
            <a:spLocks noChangeShapeType="1"/>
          </p:cNvSpPr>
          <p:nvPr/>
        </p:nvSpPr>
        <p:spPr bwMode="auto">
          <a:xfrm flipV="1">
            <a:off x="4631758" y="1797915"/>
            <a:ext cx="0" cy="258622"/>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7" name="Text Box 67"/>
          <p:cNvSpPr txBox="1">
            <a:spLocks noChangeArrowheads="1"/>
          </p:cNvSpPr>
          <p:nvPr/>
        </p:nvSpPr>
        <p:spPr bwMode="auto">
          <a:xfrm>
            <a:off x="4320252" y="1988830"/>
            <a:ext cx="627095" cy="30777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1480</a:t>
            </a:r>
          </a:p>
        </p:txBody>
      </p:sp>
      <p:sp>
        <p:nvSpPr>
          <p:cNvPr id="78" name="Line 68"/>
          <p:cNvSpPr>
            <a:spLocks noChangeShapeType="1"/>
          </p:cNvSpPr>
          <p:nvPr/>
        </p:nvSpPr>
        <p:spPr bwMode="auto">
          <a:xfrm flipV="1">
            <a:off x="5962887" y="1797915"/>
            <a:ext cx="0" cy="258622"/>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9" name="Text Box 69"/>
          <p:cNvSpPr txBox="1">
            <a:spLocks noChangeArrowheads="1"/>
          </p:cNvSpPr>
          <p:nvPr/>
        </p:nvSpPr>
        <p:spPr bwMode="auto">
          <a:xfrm>
            <a:off x="5653149" y="1988830"/>
            <a:ext cx="627095" cy="30777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2960</a:t>
            </a:r>
          </a:p>
        </p:txBody>
      </p:sp>
      <p:sp>
        <p:nvSpPr>
          <p:cNvPr id="82" name="Text Box 72"/>
          <p:cNvSpPr txBox="1">
            <a:spLocks noChangeArrowheads="1"/>
          </p:cNvSpPr>
          <p:nvPr/>
        </p:nvSpPr>
        <p:spPr bwMode="auto">
          <a:xfrm>
            <a:off x="2955149" y="2003258"/>
            <a:ext cx="707244" cy="30777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CC"/>
                </a:solidFill>
                <a:latin typeface="微软雅黑" pitchFamily="34" charset="-122"/>
                <a:ea typeface="微软雅黑" pitchFamily="34" charset="-122"/>
              </a:rPr>
              <a:t>字节 </a:t>
            </a:r>
            <a:r>
              <a:rPr kumimoji="1" lang="en-US" altLang="zh-CN" sz="1400" b="1">
                <a:solidFill>
                  <a:srgbClr val="0000CC"/>
                </a:solidFill>
                <a:latin typeface="微软雅黑" pitchFamily="34" charset="-122"/>
                <a:ea typeface="微软雅黑" pitchFamily="34" charset="-122"/>
              </a:rPr>
              <a:t>0</a:t>
            </a:r>
          </a:p>
        </p:txBody>
      </p:sp>
      <p:sp>
        <p:nvSpPr>
          <p:cNvPr id="3" name="文本框 2">
            <a:extLst>
              <a:ext uri="{FF2B5EF4-FFF2-40B4-BE49-F238E27FC236}">
                <a16:creationId xmlns:a16="http://schemas.microsoft.com/office/drawing/2014/main" id="{E83DF97F-7960-C40E-7BF1-D49B07E9F653}"/>
              </a:ext>
            </a:extLst>
          </p:cNvPr>
          <p:cNvSpPr txBox="1"/>
          <p:nvPr/>
        </p:nvSpPr>
        <p:spPr>
          <a:xfrm>
            <a:off x="1051376" y="1046850"/>
            <a:ext cx="1540203" cy="369332"/>
          </a:xfrm>
          <a:prstGeom prst="rect">
            <a:avLst/>
          </a:prstGeom>
          <a:noFill/>
        </p:spPr>
        <p:txBody>
          <a:bodyPr wrap="square">
            <a:spAutoFit/>
          </a:bodyPr>
          <a:lstStyle/>
          <a:p>
            <a:r>
              <a:rPr lang="en-US" altLang="zh-CN" b="1" dirty="0">
                <a:solidFill>
                  <a:srgbClr val="C00000"/>
                </a:solidFill>
              </a:rPr>
              <a:t>MTU = 1500</a:t>
            </a:r>
            <a:endParaRPr lang="zh-CN" altLang="en-US" b="1" dirty="0">
              <a:solidFill>
                <a:srgbClr val="C00000"/>
              </a:solidFill>
            </a:endParaRPr>
          </a:p>
        </p:txBody>
      </p:sp>
      <p:grpSp>
        <p:nvGrpSpPr>
          <p:cNvPr id="85" name="组合 84">
            <a:extLst>
              <a:ext uri="{FF2B5EF4-FFF2-40B4-BE49-F238E27FC236}">
                <a16:creationId xmlns:a16="http://schemas.microsoft.com/office/drawing/2014/main" id="{57D5029D-A961-31ED-909E-051B0D852E97}"/>
              </a:ext>
            </a:extLst>
          </p:cNvPr>
          <p:cNvGrpSpPr/>
          <p:nvPr/>
        </p:nvGrpSpPr>
        <p:grpSpPr>
          <a:xfrm>
            <a:off x="3448989" y="1487535"/>
            <a:ext cx="3387972" cy="310379"/>
            <a:chOff x="3448989" y="1487535"/>
            <a:chExt cx="3387972" cy="310379"/>
          </a:xfrm>
        </p:grpSpPr>
        <p:sp>
          <p:nvSpPr>
            <p:cNvPr id="7" name="文本框 6">
              <a:extLst>
                <a:ext uri="{FF2B5EF4-FFF2-40B4-BE49-F238E27FC236}">
                  <a16:creationId xmlns:a16="http://schemas.microsoft.com/office/drawing/2014/main" id="{7967A74E-D498-3C97-2031-DDE1141C2334}"/>
                </a:ext>
              </a:extLst>
            </p:cNvPr>
            <p:cNvSpPr txBox="1"/>
            <p:nvPr/>
          </p:nvSpPr>
          <p:spPr>
            <a:xfrm>
              <a:off x="3448989" y="1490137"/>
              <a:ext cx="9861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defRPr kumimoji="1" sz="1400" b="1">
                  <a:latin typeface="微软雅黑" pitchFamily="34" charset="-122"/>
                  <a:ea typeface="微软雅黑" pitchFamily="34" charset="-122"/>
                </a:defRPr>
              </a:lvl1pPr>
            </a:lstStyle>
            <a:p>
              <a:r>
                <a:rPr lang="en-US" altLang="zh-CN" dirty="0"/>
                <a:t>1480</a:t>
              </a:r>
              <a:r>
                <a:rPr lang="zh-CN" altLang="en-US" dirty="0"/>
                <a:t>字节</a:t>
              </a:r>
            </a:p>
          </p:txBody>
        </p:sp>
        <p:sp>
          <p:nvSpPr>
            <p:cNvPr id="83" name="文本框 82">
              <a:extLst>
                <a:ext uri="{FF2B5EF4-FFF2-40B4-BE49-F238E27FC236}">
                  <a16:creationId xmlns:a16="http://schemas.microsoft.com/office/drawing/2014/main" id="{7E42C2C5-4864-4B6F-5C3E-9169F620F902}"/>
                </a:ext>
              </a:extLst>
            </p:cNvPr>
            <p:cNvSpPr txBox="1"/>
            <p:nvPr/>
          </p:nvSpPr>
          <p:spPr>
            <a:xfrm>
              <a:off x="4778916" y="1487535"/>
              <a:ext cx="9861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defRPr kumimoji="1" sz="1400" b="1">
                  <a:latin typeface="微软雅黑" pitchFamily="34" charset="-122"/>
                  <a:ea typeface="微软雅黑" pitchFamily="34" charset="-122"/>
                </a:defRPr>
              </a:lvl1pPr>
            </a:lstStyle>
            <a:p>
              <a:r>
                <a:rPr lang="en-US" altLang="zh-CN" dirty="0"/>
                <a:t>1480</a:t>
              </a:r>
              <a:r>
                <a:rPr lang="zh-CN" altLang="en-US" dirty="0"/>
                <a:t>字节</a:t>
              </a:r>
            </a:p>
          </p:txBody>
        </p:sp>
        <p:sp>
          <p:nvSpPr>
            <p:cNvPr id="84" name="文本框 83">
              <a:extLst>
                <a:ext uri="{FF2B5EF4-FFF2-40B4-BE49-F238E27FC236}">
                  <a16:creationId xmlns:a16="http://schemas.microsoft.com/office/drawing/2014/main" id="{917525F4-41A4-51EA-7C37-8C74E8E47B61}"/>
                </a:ext>
              </a:extLst>
            </p:cNvPr>
            <p:cNvSpPr txBox="1"/>
            <p:nvPr/>
          </p:nvSpPr>
          <p:spPr>
            <a:xfrm>
              <a:off x="5961400" y="1489446"/>
              <a:ext cx="87556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defRPr kumimoji="1" sz="1400" b="1">
                  <a:latin typeface="微软雅黑" pitchFamily="34" charset="-122"/>
                  <a:ea typeface="微软雅黑" pitchFamily="34" charset="-122"/>
                </a:defRPr>
              </a:lvl1pPr>
            </a:lstStyle>
            <a:p>
              <a:r>
                <a:rPr lang="en-US" altLang="zh-CN" dirty="0"/>
                <a:t>840</a:t>
              </a:r>
              <a:r>
                <a:rPr lang="zh-CN" altLang="en-US" dirty="0"/>
                <a:t>字节</a:t>
              </a:r>
            </a:p>
          </p:txBody>
        </p:sp>
      </p:grpSp>
    </p:spTree>
    <p:custDataLst>
      <p:tags r:id="rId1"/>
    </p:custDataLst>
    <p:extLst>
      <p:ext uri="{BB962C8B-B14F-4D97-AF65-F5344CB8AC3E}">
        <p14:creationId xmlns:p14="http://schemas.microsoft.com/office/powerpoint/2010/main" val="21348187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75"/>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74"/>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35" presetClass="emph" presetSubtype="0" repeatCount="3000" fill="hold" grpId="0" nodeType="clickEffect">
                                  <p:stCondLst>
                                    <p:cond delay="0"/>
                                  </p:stCondLst>
                                  <p:childTnLst>
                                    <p:anim calcmode="discrete" valueType="str">
                                      <p:cBhvr>
                                        <p:cTn id="12"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35" presetClass="emph" presetSubtype="0" repeatCount="3000" fill="hold" nodeType="clickEffect">
                                  <p:stCondLst>
                                    <p:cond delay="0"/>
                                  </p:stCondLst>
                                  <p:childTnLst>
                                    <p:anim calcmode="discrete" valueType="str">
                                      <p:cBhvr>
                                        <p:cTn id="16" dur="1000" fill="hold"/>
                                        <p:tgtEl>
                                          <p:spTgt spid="85"/>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childTnLst>
                                </p:cTn>
                              </p:par>
                            </p:childTnLst>
                          </p:cTn>
                        </p:par>
                        <p:par>
                          <p:cTn id="21" fill="hold">
                            <p:stCondLst>
                              <p:cond delay="0"/>
                            </p:stCondLst>
                            <p:childTnLst>
                              <p:par>
                                <p:cTn id="22" presetID="22" presetClass="entr" presetSubtype="1"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up)">
                                      <p:cBhvr>
                                        <p:cTn id="24" dur="30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5"/>
                                        </p:tgtEl>
                                        <p:attrNameLst>
                                          <p:attrName>style.visibility</p:attrName>
                                        </p:attrNameLst>
                                      </p:cBhvr>
                                      <p:to>
                                        <p:strVal val="visible"/>
                                      </p:to>
                                    </p:set>
                                  </p:childTnLst>
                                </p:cTn>
                              </p:par>
                            </p:childTnLst>
                          </p:cTn>
                        </p:par>
                        <p:par>
                          <p:cTn id="29" fill="hold">
                            <p:stCondLst>
                              <p:cond delay="0"/>
                            </p:stCondLst>
                            <p:childTnLst>
                              <p:par>
                                <p:cTn id="30" presetID="22" presetClass="entr" presetSubtype="1" fill="hold"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up)">
                                      <p:cBhvr>
                                        <p:cTn id="32" dur="3000"/>
                                        <p:tgtEl>
                                          <p:spTgt spid="25"/>
                                        </p:tgtEl>
                                      </p:cBhvr>
                                    </p:animEffec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41"/>
                                        </p:tgtEl>
                                        <p:attrNameLst>
                                          <p:attrName>style.visibility</p:attrName>
                                        </p:attrNameLst>
                                      </p:cBhvr>
                                      <p:to>
                                        <p:strVal val="visible"/>
                                      </p:to>
                                    </p:set>
                                  </p:childTnLst>
                                </p:cTn>
                              </p:par>
                            </p:childTnLst>
                          </p:cTn>
                        </p:par>
                        <p:par>
                          <p:cTn id="37" fill="hold">
                            <p:stCondLst>
                              <p:cond delay="0"/>
                            </p:stCondLst>
                            <p:childTnLst>
                              <p:par>
                                <p:cTn id="38" presetID="22" presetClass="entr" presetSubtype="1" fill="hold" nodeType="afterEffect">
                                  <p:stCondLst>
                                    <p:cond delay="0"/>
                                  </p:stCondLst>
                                  <p:childTnLst>
                                    <p:set>
                                      <p:cBhvr>
                                        <p:cTn id="39" dur="1" fill="hold">
                                          <p:stCondLst>
                                            <p:cond delay="0"/>
                                          </p:stCondLst>
                                        </p:cTn>
                                        <p:tgtEl>
                                          <p:spTgt spid="41"/>
                                        </p:tgtEl>
                                        <p:attrNameLst>
                                          <p:attrName>style.visibility</p:attrName>
                                        </p:attrNameLst>
                                      </p:cBhvr>
                                      <p:to>
                                        <p:strVal val="visible"/>
                                      </p:to>
                                    </p:set>
                                    <p:animEffect transition="in" filter="wipe(up)">
                                      <p:cBhvr>
                                        <p:cTn id="40" dur="30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5" grpId="0" animBg="1"/>
      <p:bldP spid="3"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9" name="圆角矩形 8"/>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9"/>
          <p:cNvGrpSpPr/>
          <p:nvPr/>
        </p:nvGrpSpPr>
        <p:grpSpPr>
          <a:xfrm>
            <a:off x="1637153" y="1084892"/>
            <a:ext cx="5962309" cy="2192261"/>
            <a:chOff x="1392642" y="1665825"/>
            <a:chExt cx="5962309" cy="2192261"/>
          </a:xfrm>
        </p:grpSpPr>
        <p:sp>
          <p:nvSpPr>
            <p:cNvPr id="11"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2"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3"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4"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5"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7"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8"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9"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30"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31"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2"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3"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4"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5"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6"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7"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8"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9"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40"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41"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2"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3"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44"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5"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6"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7"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8" name="Group 46"/>
            <p:cNvGrpSpPr>
              <a:grpSpLocks/>
            </p:cNvGrpSpPr>
            <p:nvPr/>
          </p:nvGrpSpPr>
          <p:grpSpPr bwMode="auto">
            <a:xfrm>
              <a:off x="2158338" y="3299988"/>
              <a:ext cx="83917" cy="41064"/>
              <a:chOff x="833" y="3024"/>
              <a:chExt cx="78" cy="51"/>
            </a:xfrm>
          </p:grpSpPr>
          <p:sp>
            <p:nvSpPr>
              <p:cNvPr id="58"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9"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0"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9" name="Group 50"/>
            <p:cNvGrpSpPr>
              <a:grpSpLocks/>
            </p:cNvGrpSpPr>
            <p:nvPr/>
          </p:nvGrpSpPr>
          <p:grpSpPr bwMode="auto">
            <a:xfrm>
              <a:off x="7169086" y="3305588"/>
              <a:ext cx="83917" cy="39198"/>
              <a:chOff x="5432" y="3030"/>
              <a:chExt cx="78" cy="51"/>
            </a:xfrm>
          </p:grpSpPr>
          <p:sp>
            <p:nvSpPr>
              <p:cNvPr id="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50"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51"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2" name="Group 94"/>
            <p:cNvGrpSpPr>
              <a:grpSpLocks/>
            </p:cNvGrpSpPr>
            <p:nvPr/>
          </p:nvGrpSpPr>
          <p:grpSpPr bwMode="auto">
            <a:xfrm>
              <a:off x="1392642" y="1885145"/>
              <a:ext cx="336679" cy="1566034"/>
              <a:chOff x="-127" y="845"/>
              <a:chExt cx="333" cy="1678"/>
            </a:xfrm>
          </p:grpSpPr>
          <p:sp>
            <p:nvSpPr>
              <p:cNvPr id="53"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4"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61" name="矩形 60"/>
          <p:cNvSpPr/>
          <p:nvPr/>
        </p:nvSpPr>
        <p:spPr>
          <a:xfrm>
            <a:off x="2487334" y="3469278"/>
            <a:ext cx="4868129"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生存时间</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8 </a:t>
            </a:r>
            <a:r>
              <a:rPr lang="zh-CN" altLang="en-US" sz="1600" b="1" dirty="0">
                <a:solidFill>
                  <a:schemeClr val="bg1"/>
                </a:solidFill>
                <a:latin typeface="微软雅黑" pitchFamily="34" charset="-122"/>
                <a:ea typeface="微软雅黑" pitchFamily="34" charset="-122"/>
              </a:rPr>
              <a:t>位，记为 </a:t>
            </a:r>
            <a:r>
              <a:rPr lang="en-US" altLang="zh-CN" sz="1600" b="1" dirty="0">
                <a:solidFill>
                  <a:schemeClr val="bg1"/>
                </a:solidFill>
                <a:latin typeface="微软雅黑" pitchFamily="34" charset="-122"/>
                <a:ea typeface="微软雅黑" pitchFamily="34" charset="-122"/>
              </a:rPr>
              <a:t>TTL (Time To Live)</a:t>
            </a:r>
            <a:r>
              <a:rPr lang="zh-CN" altLang="en-US" sz="1600" b="1" dirty="0">
                <a:solidFill>
                  <a:schemeClr val="bg1"/>
                </a:solidFill>
                <a:latin typeface="微软雅黑" pitchFamily="34" charset="-122"/>
                <a:ea typeface="微软雅黑" pitchFamily="34" charset="-122"/>
              </a:rPr>
              <a:t>，</a:t>
            </a:r>
          </a:p>
          <a:p>
            <a:pPr algn="ctr"/>
            <a:r>
              <a:rPr lang="zh-CN" altLang="en-US" sz="1600" b="1" dirty="0">
                <a:solidFill>
                  <a:schemeClr val="bg1"/>
                </a:solidFill>
                <a:latin typeface="微软雅黑" pitchFamily="34" charset="-122"/>
                <a:ea typeface="微软雅黑" pitchFamily="34" charset="-122"/>
              </a:rPr>
              <a:t>指示数据报在网络中可通过的路由器数的最大值。</a:t>
            </a:r>
          </a:p>
        </p:txBody>
      </p:sp>
      <p:sp>
        <p:nvSpPr>
          <p:cNvPr id="62" name="Rectangle 92"/>
          <p:cNvSpPr>
            <a:spLocks noChangeArrowheads="1"/>
          </p:cNvSpPr>
          <p:nvPr/>
        </p:nvSpPr>
        <p:spPr bwMode="auto">
          <a:xfrm flipV="1">
            <a:off x="2453697" y="1855635"/>
            <a:ext cx="1276061"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1455667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2"/>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5"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36" name="圆角矩形 35"/>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p:cNvGrpSpPr/>
          <p:nvPr/>
        </p:nvGrpSpPr>
        <p:grpSpPr>
          <a:xfrm>
            <a:off x="1637153" y="1084892"/>
            <a:ext cx="5962309" cy="2192261"/>
            <a:chOff x="1392642" y="1665825"/>
            <a:chExt cx="5962309" cy="2192261"/>
          </a:xfrm>
        </p:grpSpPr>
        <p:sp>
          <p:nvSpPr>
            <p:cNvPr id="38"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9"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40"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41"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42"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3"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4"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5"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6"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7"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9"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0"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1"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2"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3"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55"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56"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57"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58"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59"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60"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61"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62"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63"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64"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65"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66"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67"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68"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69"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70"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71"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72"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73"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74"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75" name="Group 46"/>
            <p:cNvGrpSpPr>
              <a:grpSpLocks/>
            </p:cNvGrpSpPr>
            <p:nvPr/>
          </p:nvGrpSpPr>
          <p:grpSpPr bwMode="auto">
            <a:xfrm>
              <a:off x="2158338" y="3299988"/>
              <a:ext cx="83917" cy="41064"/>
              <a:chOff x="833" y="3024"/>
              <a:chExt cx="78" cy="51"/>
            </a:xfrm>
          </p:grpSpPr>
          <p:sp>
            <p:nvSpPr>
              <p:cNvPr id="85"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6"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7"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76" name="Group 50"/>
            <p:cNvGrpSpPr>
              <a:grpSpLocks/>
            </p:cNvGrpSpPr>
            <p:nvPr/>
          </p:nvGrpSpPr>
          <p:grpSpPr bwMode="auto">
            <a:xfrm>
              <a:off x="7169086" y="3305588"/>
              <a:ext cx="83917" cy="39198"/>
              <a:chOff x="5432" y="3030"/>
              <a:chExt cx="78" cy="51"/>
            </a:xfrm>
          </p:grpSpPr>
          <p:sp>
            <p:nvSpPr>
              <p:cNvPr id="82"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3"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4"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77"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78"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79" name="Group 94"/>
            <p:cNvGrpSpPr>
              <a:grpSpLocks/>
            </p:cNvGrpSpPr>
            <p:nvPr/>
          </p:nvGrpSpPr>
          <p:grpSpPr bwMode="auto">
            <a:xfrm>
              <a:off x="1392642" y="1885145"/>
              <a:ext cx="336679" cy="1566034"/>
              <a:chOff x="-127" y="845"/>
              <a:chExt cx="333" cy="1678"/>
            </a:xfrm>
          </p:grpSpPr>
          <p:sp>
            <p:nvSpPr>
              <p:cNvPr id="80"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81"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88" name="矩形 87"/>
          <p:cNvSpPr/>
          <p:nvPr/>
        </p:nvSpPr>
        <p:spPr>
          <a:xfrm>
            <a:off x="2123998" y="3469278"/>
            <a:ext cx="5594801"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协议</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8 </a:t>
            </a:r>
            <a:r>
              <a:rPr lang="zh-CN" altLang="en-US" sz="1600" b="1" dirty="0">
                <a:solidFill>
                  <a:schemeClr val="bg1"/>
                </a:solidFill>
                <a:latin typeface="微软雅黑" pitchFamily="34" charset="-122"/>
                <a:ea typeface="微软雅黑" pitchFamily="34" charset="-122"/>
              </a:rPr>
              <a:t>位，指出此数据报携带的数据使用何种协议，</a:t>
            </a:r>
          </a:p>
          <a:p>
            <a:pPr algn="ctr"/>
            <a:r>
              <a:rPr lang="zh-CN" altLang="en-US" sz="1600" b="1" dirty="0">
                <a:solidFill>
                  <a:schemeClr val="bg1"/>
                </a:solidFill>
                <a:latin typeface="微软雅黑" pitchFamily="34" charset="-122"/>
                <a:ea typeface="微软雅黑" pitchFamily="34" charset="-122"/>
              </a:rPr>
              <a:t>以便目的主机的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层将数据部分上交给那个处理过程</a:t>
            </a:r>
          </a:p>
        </p:txBody>
      </p:sp>
      <p:sp>
        <p:nvSpPr>
          <p:cNvPr id="89" name="Rectangle 92"/>
          <p:cNvSpPr>
            <a:spLocks noChangeArrowheads="1"/>
          </p:cNvSpPr>
          <p:nvPr/>
        </p:nvSpPr>
        <p:spPr bwMode="auto">
          <a:xfrm flipH="1" flipV="1">
            <a:off x="3729758" y="1855634"/>
            <a:ext cx="1221434"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4252932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89"/>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8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P spid="89"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6"/>
          <p:cNvSpPr>
            <a:spLocks noChangeArrowheads="1"/>
          </p:cNvSpPr>
          <p:nvPr/>
        </p:nvSpPr>
        <p:spPr bwMode="auto">
          <a:xfrm>
            <a:off x="2167869" y="63372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633725"/>
            <a:ext cx="8048776" cy="371891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Rectangle 4"/>
          <p:cNvSpPr>
            <a:spLocks noChangeArrowheads="1"/>
          </p:cNvSpPr>
          <p:nvPr/>
        </p:nvSpPr>
        <p:spPr bwMode="auto">
          <a:xfrm>
            <a:off x="1773858" y="1603375"/>
            <a:ext cx="5806747" cy="389895"/>
          </a:xfrm>
          <a:prstGeom prst="rect">
            <a:avLst/>
          </a:prstGeom>
          <a:solidFill>
            <a:srgbClr val="00FF99"/>
          </a:solidFill>
          <a:ln w="28575">
            <a:solidFill>
              <a:schemeClr val="tx1"/>
            </a:solidFill>
            <a:miter lim="800000"/>
            <a:headEnd/>
            <a:tailEnd/>
          </a:ln>
          <a:effectLst/>
        </p:spPr>
        <p:txBody>
          <a:bodyPr wrap="none" anchor="ctr"/>
          <a:lstStyle/>
          <a:p>
            <a:pPr algn="ctr"/>
            <a:endParaRPr kumimoji="1" lang="zh-CN" altLang="zh-CN" sz="1400" b="1">
              <a:solidFill>
                <a:srgbClr val="000099"/>
              </a:solidFill>
              <a:latin typeface="微软雅黑" pitchFamily="34" charset="-122"/>
              <a:ea typeface="微软雅黑" pitchFamily="34" charset="-122"/>
            </a:endParaRPr>
          </a:p>
        </p:txBody>
      </p:sp>
      <p:sp>
        <p:nvSpPr>
          <p:cNvPr id="62" name="Rectangle 5"/>
          <p:cNvSpPr>
            <a:spLocks noChangeArrowheads="1"/>
          </p:cNvSpPr>
          <p:nvPr/>
        </p:nvSpPr>
        <p:spPr bwMode="auto">
          <a:xfrm>
            <a:off x="1773858" y="1993271"/>
            <a:ext cx="5806747" cy="1081073"/>
          </a:xfrm>
          <a:prstGeom prst="rect">
            <a:avLst/>
          </a:prstGeom>
          <a:solidFill>
            <a:srgbClr val="00FFFF"/>
          </a:solidFill>
          <a:ln w="2857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3" name="Rectangle 11"/>
          <p:cNvSpPr>
            <a:spLocks noChangeArrowheads="1"/>
          </p:cNvSpPr>
          <p:nvPr/>
        </p:nvSpPr>
        <p:spPr bwMode="auto">
          <a:xfrm>
            <a:off x="2751961" y="2383166"/>
            <a:ext cx="3850543" cy="302268"/>
          </a:xfrm>
          <a:prstGeom prst="rect">
            <a:avLst/>
          </a:prstGeom>
          <a:solidFill>
            <a:srgbClr val="FFFF00"/>
          </a:solidFill>
          <a:ln w="19050">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4" name="Rectangle 6"/>
          <p:cNvSpPr>
            <a:spLocks noChangeArrowheads="1"/>
          </p:cNvSpPr>
          <p:nvPr/>
        </p:nvSpPr>
        <p:spPr bwMode="auto">
          <a:xfrm>
            <a:off x="2751962" y="2390357"/>
            <a:ext cx="855488" cy="291137"/>
          </a:xfrm>
          <a:prstGeom prst="rect">
            <a:avLst/>
          </a:prstGeom>
          <a:solidFill>
            <a:srgbClr val="0000FF"/>
          </a:solidFill>
          <a:ln>
            <a:noFill/>
          </a:ln>
          <a:effectLst/>
        </p:spPr>
        <p:txBody>
          <a:bodyPr wrap="none" anchor="ctr"/>
          <a:lstStyle/>
          <a:p>
            <a:endParaRPr lang="zh-CN" altLang="en-US" sz="1400" b="1">
              <a:latin typeface="微软雅黑" pitchFamily="34" charset="-122"/>
              <a:ea typeface="微软雅黑" pitchFamily="34" charset="-122"/>
            </a:endParaRPr>
          </a:p>
        </p:txBody>
      </p:sp>
      <p:sp>
        <p:nvSpPr>
          <p:cNvPr id="65" name="Text Box 7"/>
          <p:cNvSpPr txBox="1">
            <a:spLocks noChangeArrowheads="1"/>
          </p:cNvSpPr>
          <p:nvPr/>
        </p:nvSpPr>
        <p:spPr bwMode="auto">
          <a:xfrm>
            <a:off x="1908772" y="1654204"/>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传输层</a:t>
            </a:r>
          </a:p>
        </p:txBody>
      </p:sp>
      <p:sp>
        <p:nvSpPr>
          <p:cNvPr id="66" name="Text Box 8"/>
          <p:cNvSpPr txBox="1">
            <a:spLocks noChangeArrowheads="1"/>
          </p:cNvSpPr>
          <p:nvPr/>
        </p:nvSpPr>
        <p:spPr bwMode="auto">
          <a:xfrm>
            <a:off x="1908772" y="2299106"/>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网络层</a:t>
            </a:r>
          </a:p>
        </p:txBody>
      </p:sp>
      <p:sp>
        <p:nvSpPr>
          <p:cNvPr id="67" name="Line 9"/>
          <p:cNvSpPr>
            <a:spLocks noChangeShapeType="1"/>
          </p:cNvSpPr>
          <p:nvPr/>
        </p:nvSpPr>
        <p:spPr bwMode="auto">
          <a:xfrm>
            <a:off x="3613799" y="2383166"/>
            <a:ext cx="0" cy="3022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8" name="Text Box 10"/>
          <p:cNvSpPr txBox="1">
            <a:spLocks noChangeArrowheads="1"/>
          </p:cNvSpPr>
          <p:nvPr/>
        </p:nvSpPr>
        <p:spPr bwMode="auto">
          <a:xfrm>
            <a:off x="2706721" y="240364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首部</a:t>
            </a:r>
          </a:p>
        </p:txBody>
      </p:sp>
      <p:sp>
        <p:nvSpPr>
          <p:cNvPr id="69" name="Rectangle 13"/>
          <p:cNvSpPr>
            <a:spLocks noChangeArrowheads="1"/>
          </p:cNvSpPr>
          <p:nvPr/>
        </p:nvSpPr>
        <p:spPr bwMode="auto">
          <a:xfrm>
            <a:off x="4419107" y="1690018"/>
            <a:ext cx="689044"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0" name="Text Box 14"/>
          <p:cNvSpPr txBox="1">
            <a:spLocks noChangeArrowheads="1"/>
          </p:cNvSpPr>
          <p:nvPr/>
        </p:nvSpPr>
        <p:spPr bwMode="auto">
          <a:xfrm>
            <a:off x="4524704" y="1656642"/>
            <a:ext cx="52873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chemeClr val="bg1"/>
                </a:solidFill>
                <a:latin typeface="微软雅黑" pitchFamily="34" charset="-122"/>
                <a:ea typeface="微软雅黑" pitchFamily="34" charset="-122"/>
              </a:rPr>
              <a:t>TCP</a:t>
            </a:r>
          </a:p>
        </p:txBody>
      </p:sp>
      <p:sp>
        <p:nvSpPr>
          <p:cNvPr id="71" name="Rectangle 15"/>
          <p:cNvSpPr>
            <a:spLocks noChangeArrowheads="1"/>
          </p:cNvSpPr>
          <p:nvPr/>
        </p:nvSpPr>
        <p:spPr bwMode="auto">
          <a:xfrm>
            <a:off x="5280945" y="1690018"/>
            <a:ext cx="690112"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2" name="Text Box 16"/>
          <p:cNvSpPr txBox="1">
            <a:spLocks noChangeArrowheads="1"/>
          </p:cNvSpPr>
          <p:nvPr/>
        </p:nvSpPr>
        <p:spPr bwMode="auto">
          <a:xfrm>
            <a:off x="5371610" y="1650159"/>
            <a:ext cx="58541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chemeClr val="bg1"/>
                </a:solidFill>
                <a:latin typeface="微软雅黑" pitchFamily="34" charset="-122"/>
                <a:ea typeface="微软雅黑" pitchFamily="34" charset="-122"/>
              </a:rPr>
              <a:t>UDP</a:t>
            </a:r>
          </a:p>
        </p:txBody>
      </p:sp>
      <p:sp>
        <p:nvSpPr>
          <p:cNvPr id="73" name="Rectangle 17"/>
          <p:cNvSpPr>
            <a:spLocks noChangeArrowheads="1"/>
          </p:cNvSpPr>
          <p:nvPr/>
        </p:nvSpPr>
        <p:spPr bwMode="auto">
          <a:xfrm>
            <a:off x="2981286" y="2074006"/>
            <a:ext cx="690112"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4" name="Text Box 18"/>
          <p:cNvSpPr txBox="1">
            <a:spLocks noChangeArrowheads="1"/>
          </p:cNvSpPr>
          <p:nvPr/>
        </p:nvSpPr>
        <p:spPr bwMode="auto">
          <a:xfrm>
            <a:off x="3013483" y="2039646"/>
            <a:ext cx="66877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chemeClr val="bg1"/>
                </a:solidFill>
                <a:latin typeface="微软雅黑" pitchFamily="34" charset="-122"/>
                <a:ea typeface="微软雅黑" pitchFamily="34" charset="-122"/>
              </a:rPr>
              <a:t>ICMP</a:t>
            </a:r>
          </a:p>
        </p:txBody>
      </p:sp>
      <p:sp>
        <p:nvSpPr>
          <p:cNvPr id="75" name="Rectangle 19"/>
          <p:cNvSpPr>
            <a:spLocks noChangeArrowheads="1"/>
          </p:cNvSpPr>
          <p:nvPr/>
        </p:nvSpPr>
        <p:spPr bwMode="auto">
          <a:xfrm>
            <a:off x="3786594" y="2074006"/>
            <a:ext cx="689044"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6" name="Text Box 20"/>
          <p:cNvSpPr txBox="1">
            <a:spLocks noChangeArrowheads="1"/>
          </p:cNvSpPr>
          <p:nvPr/>
        </p:nvSpPr>
        <p:spPr bwMode="auto">
          <a:xfrm>
            <a:off x="3819857" y="2039646"/>
            <a:ext cx="6864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chemeClr val="bg1"/>
                </a:solidFill>
                <a:latin typeface="微软雅黑" pitchFamily="34" charset="-122"/>
                <a:ea typeface="微软雅黑" pitchFamily="34" charset="-122"/>
              </a:rPr>
              <a:t>IGMP</a:t>
            </a:r>
          </a:p>
        </p:txBody>
      </p:sp>
      <p:sp>
        <p:nvSpPr>
          <p:cNvPr id="77" name="Rectangle 21"/>
          <p:cNvSpPr>
            <a:spLocks noChangeArrowheads="1"/>
          </p:cNvSpPr>
          <p:nvPr/>
        </p:nvSpPr>
        <p:spPr bwMode="auto">
          <a:xfrm>
            <a:off x="6176917" y="2074006"/>
            <a:ext cx="689044" cy="216608"/>
          </a:xfrm>
          <a:prstGeom prst="rect">
            <a:avLst/>
          </a:prstGeom>
          <a:solidFill>
            <a:srgbClr val="00B050"/>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8" name="Text Box 22"/>
          <p:cNvSpPr txBox="1">
            <a:spLocks noChangeArrowheads="1"/>
          </p:cNvSpPr>
          <p:nvPr/>
        </p:nvSpPr>
        <p:spPr bwMode="auto">
          <a:xfrm>
            <a:off x="6203832" y="2033296"/>
            <a:ext cx="6591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chemeClr val="bg1"/>
                </a:solidFill>
                <a:latin typeface="微软雅黑" pitchFamily="34" charset="-122"/>
                <a:ea typeface="微软雅黑" pitchFamily="34" charset="-122"/>
              </a:rPr>
              <a:t>OSPF</a:t>
            </a:r>
          </a:p>
        </p:txBody>
      </p:sp>
      <p:sp>
        <p:nvSpPr>
          <p:cNvPr id="79" name="Line 25"/>
          <p:cNvSpPr>
            <a:spLocks noChangeShapeType="1"/>
          </p:cNvSpPr>
          <p:nvPr/>
        </p:nvSpPr>
        <p:spPr bwMode="auto">
          <a:xfrm flipV="1">
            <a:off x="5338544" y="1906627"/>
            <a:ext cx="287991" cy="605519"/>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0" name="Line 27"/>
          <p:cNvSpPr>
            <a:spLocks noChangeShapeType="1"/>
          </p:cNvSpPr>
          <p:nvPr/>
        </p:nvSpPr>
        <p:spPr bwMode="auto">
          <a:xfrm flipH="1" flipV="1">
            <a:off x="4762563" y="1906627"/>
            <a:ext cx="583449" cy="618319"/>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1" name="Line 28"/>
          <p:cNvSpPr>
            <a:spLocks noChangeShapeType="1"/>
          </p:cNvSpPr>
          <p:nvPr/>
        </p:nvSpPr>
        <p:spPr bwMode="auto">
          <a:xfrm flipH="1" flipV="1">
            <a:off x="4490572" y="2249262"/>
            <a:ext cx="875705" cy="287498"/>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2" name="Line 29"/>
          <p:cNvSpPr>
            <a:spLocks noChangeShapeType="1"/>
          </p:cNvSpPr>
          <p:nvPr/>
        </p:nvSpPr>
        <p:spPr bwMode="auto">
          <a:xfrm flipH="1" flipV="1">
            <a:off x="3494337" y="2299476"/>
            <a:ext cx="1869806" cy="23137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3" name="Line 30"/>
          <p:cNvSpPr>
            <a:spLocks noChangeShapeType="1"/>
          </p:cNvSpPr>
          <p:nvPr/>
        </p:nvSpPr>
        <p:spPr bwMode="auto">
          <a:xfrm flipV="1">
            <a:off x="5355609" y="2248278"/>
            <a:ext cx="803175" cy="277653"/>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4" name="Text Box 31"/>
          <p:cNvSpPr txBox="1">
            <a:spLocks noChangeArrowheads="1"/>
          </p:cNvSpPr>
          <p:nvPr/>
        </p:nvSpPr>
        <p:spPr bwMode="auto">
          <a:xfrm>
            <a:off x="3690747" y="2390357"/>
            <a:ext cx="93968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数 据 部 分</a:t>
            </a:r>
          </a:p>
        </p:txBody>
      </p:sp>
      <p:sp>
        <p:nvSpPr>
          <p:cNvPr id="85" name="Line 32"/>
          <p:cNvSpPr>
            <a:spLocks noChangeShapeType="1"/>
          </p:cNvSpPr>
          <p:nvPr/>
        </p:nvSpPr>
        <p:spPr bwMode="auto">
          <a:xfrm>
            <a:off x="2751961" y="2857735"/>
            <a:ext cx="385054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6" name="Text Box 33"/>
          <p:cNvSpPr txBox="1">
            <a:spLocks noChangeArrowheads="1"/>
          </p:cNvSpPr>
          <p:nvPr/>
        </p:nvSpPr>
        <p:spPr bwMode="auto">
          <a:xfrm>
            <a:off x="4245246" y="2709605"/>
            <a:ext cx="955711" cy="307777"/>
          </a:xfrm>
          <a:prstGeom prst="rect">
            <a:avLst/>
          </a:prstGeom>
          <a:solidFill>
            <a:srgbClr val="00FFFF"/>
          </a:solidFill>
          <a:ln>
            <a:noFill/>
          </a:ln>
          <a:effectLst/>
        </p:spPr>
        <p:txBody>
          <a:bodyPr wrap="none">
            <a:spAutoFit/>
          </a:bodyPr>
          <a:lstStyle/>
          <a:p>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数据报</a:t>
            </a:r>
          </a:p>
        </p:txBody>
      </p:sp>
      <p:grpSp>
        <p:nvGrpSpPr>
          <p:cNvPr id="87" name="Group 38"/>
          <p:cNvGrpSpPr>
            <a:grpSpLocks/>
          </p:cNvGrpSpPr>
          <p:nvPr/>
        </p:nvGrpSpPr>
        <p:grpSpPr bwMode="auto">
          <a:xfrm>
            <a:off x="3331141" y="2438303"/>
            <a:ext cx="2935372" cy="1439462"/>
            <a:chOff x="1618" y="2192"/>
            <a:chExt cx="2752" cy="1462"/>
          </a:xfrm>
          <a:solidFill>
            <a:schemeClr val="bg1"/>
          </a:solidFill>
        </p:grpSpPr>
        <p:sp>
          <p:nvSpPr>
            <p:cNvPr id="88" name="Rectangle 34"/>
            <p:cNvSpPr>
              <a:spLocks noChangeArrowheads="1"/>
            </p:cNvSpPr>
            <p:nvPr/>
          </p:nvSpPr>
          <p:spPr bwMode="auto">
            <a:xfrm>
              <a:off x="1618" y="2192"/>
              <a:ext cx="241" cy="210"/>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89" name="AutoShape 35"/>
            <p:cNvSpPr>
              <a:spLocks noChangeArrowheads="1"/>
            </p:cNvSpPr>
            <p:nvPr/>
          </p:nvSpPr>
          <p:spPr bwMode="auto">
            <a:xfrm>
              <a:off x="1937" y="3033"/>
              <a:ext cx="2374" cy="621"/>
            </a:xfrm>
            <a:prstGeom prst="wedgeRoundRectCallout">
              <a:avLst>
                <a:gd name="adj1" fmla="val -56617"/>
                <a:gd name="adj2" fmla="val -159839"/>
                <a:gd name="adj3" fmla="val 16667"/>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kumimoji="1" lang="zh-CN" altLang="zh-CN" sz="1400" b="1">
                <a:solidFill>
                  <a:srgbClr val="000099"/>
                </a:solidFill>
                <a:latin typeface="微软雅黑" pitchFamily="34" charset="-122"/>
                <a:ea typeface="微软雅黑" pitchFamily="34" charset="-122"/>
              </a:endParaRPr>
            </a:p>
          </p:txBody>
        </p:sp>
        <p:sp>
          <p:nvSpPr>
            <p:cNvPr id="90" name="Text Box 36"/>
            <p:cNvSpPr txBox="1">
              <a:spLocks noChangeArrowheads="1"/>
            </p:cNvSpPr>
            <p:nvPr/>
          </p:nvSpPr>
          <p:spPr bwMode="auto">
            <a:xfrm>
              <a:off x="1880" y="3051"/>
              <a:ext cx="2490" cy="594"/>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600" b="1" dirty="0">
                  <a:solidFill>
                    <a:srgbClr val="CC0099"/>
                  </a:solidFill>
                  <a:latin typeface="微软雅黑" pitchFamily="34" charset="-122"/>
                  <a:ea typeface="微软雅黑" pitchFamily="34" charset="-122"/>
                </a:rPr>
                <a:t>协议</a:t>
              </a:r>
              <a:r>
                <a:rPr kumimoji="1" lang="zh-CN" altLang="en-US" sz="1600" b="1" dirty="0">
                  <a:latin typeface="微软雅黑" pitchFamily="34" charset="-122"/>
                  <a:ea typeface="微软雅黑" pitchFamily="34" charset="-122"/>
                </a:rPr>
                <a:t>字段指出应将数据</a:t>
              </a:r>
            </a:p>
            <a:p>
              <a:pPr algn="ctr"/>
              <a:r>
                <a:rPr kumimoji="1" lang="zh-CN" altLang="en-US" sz="1600" b="1" dirty="0">
                  <a:latin typeface="微软雅黑" pitchFamily="34" charset="-122"/>
                  <a:ea typeface="微软雅黑" pitchFamily="34" charset="-122"/>
                </a:rPr>
                <a:t>部分交给哪一个协议去处理</a:t>
              </a:r>
            </a:p>
          </p:txBody>
        </p:sp>
      </p:grpSp>
      <p:sp>
        <p:nvSpPr>
          <p:cNvPr id="92" name="矩形 91"/>
          <p:cNvSpPr/>
          <p:nvPr/>
        </p:nvSpPr>
        <p:spPr>
          <a:xfrm>
            <a:off x="1274164" y="972861"/>
            <a:ext cx="6730584" cy="369332"/>
          </a:xfrm>
          <a:prstGeom prst="rect">
            <a:avLst/>
          </a:prstGeom>
          <a:solidFill>
            <a:srgbClr val="00B050"/>
          </a:solidFill>
          <a:ln w="9525">
            <a:noFill/>
            <a:miter lim="800000"/>
            <a:headEnd/>
            <a:tailEnd/>
          </a:ln>
          <a:effectLst/>
        </p:spPr>
        <p:txBody>
          <a:bodyPr wrap="square">
            <a:spAutoFit/>
          </a:bodyPr>
          <a:lstStyle/>
          <a:p>
            <a:pPr algn="ct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协议支持多种协议，</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数据报可以封装多种协议 </a:t>
            </a:r>
            <a:r>
              <a:rPr lang="en-US" altLang="zh-CN" b="1" dirty="0">
                <a:solidFill>
                  <a:schemeClr val="bg1"/>
                </a:solidFill>
                <a:latin typeface="微软雅黑" pitchFamily="34" charset="-122"/>
                <a:ea typeface="微软雅黑" pitchFamily="34" charset="-122"/>
              </a:rPr>
              <a:t>PDU</a:t>
            </a:r>
            <a:r>
              <a:rPr lang="zh-CN" altLang="en-US"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28909858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par>
                          <p:cTn id="7" fill="hold">
                            <p:stCondLst>
                              <p:cond delay="4000"/>
                            </p:stCondLst>
                            <p:childTnLst>
                              <p:par>
                                <p:cTn id="8" presetID="1" presetClass="entr" presetSubtype="0" fill="hold" grpId="0" nodeType="afterEffect">
                                  <p:stCondLst>
                                    <p:cond delay="250"/>
                                  </p:stCondLst>
                                  <p:childTnLst>
                                    <p:set>
                                      <p:cBhvr>
                                        <p:cTn id="9" dur="1" fill="hold">
                                          <p:stCondLst>
                                            <p:cond delay="0"/>
                                          </p:stCondLst>
                                        </p:cTn>
                                        <p:tgtEl>
                                          <p:spTgt spid="82"/>
                                        </p:tgtEl>
                                        <p:attrNameLst>
                                          <p:attrName>style.visibility</p:attrName>
                                        </p:attrNameLst>
                                      </p:cBhvr>
                                      <p:to>
                                        <p:strVal val="visible"/>
                                      </p:to>
                                    </p:set>
                                  </p:childTnLst>
                                </p:cTn>
                              </p:par>
                            </p:childTnLst>
                          </p:cTn>
                        </p:par>
                        <p:par>
                          <p:cTn id="10" fill="hold">
                            <p:stCondLst>
                              <p:cond delay="4250"/>
                            </p:stCondLst>
                            <p:childTnLst>
                              <p:par>
                                <p:cTn id="11" presetID="22" presetClass="entr" presetSubtype="2" fill="hold" grpId="1" nodeType="afterEffect">
                                  <p:stCondLst>
                                    <p:cond delay="0"/>
                                  </p:stCondLst>
                                  <p:childTnLst>
                                    <p:set>
                                      <p:cBhvr>
                                        <p:cTn id="12" dur="1" fill="hold">
                                          <p:stCondLst>
                                            <p:cond delay="0"/>
                                          </p:stCondLst>
                                        </p:cTn>
                                        <p:tgtEl>
                                          <p:spTgt spid="82"/>
                                        </p:tgtEl>
                                        <p:attrNameLst>
                                          <p:attrName>style.visibility</p:attrName>
                                        </p:attrNameLst>
                                      </p:cBhvr>
                                      <p:to>
                                        <p:strVal val="visible"/>
                                      </p:to>
                                    </p:set>
                                    <p:animEffect transition="in" filter="wipe(right)">
                                      <p:cBhvr>
                                        <p:cTn id="13" dur="1000"/>
                                        <p:tgtEl>
                                          <p:spTgt spid="82"/>
                                        </p:tgtEl>
                                      </p:cBhvr>
                                    </p:animEffect>
                                  </p:childTnLst>
                                </p:cTn>
                              </p:par>
                            </p:childTnLst>
                          </p:cTn>
                        </p:par>
                        <p:par>
                          <p:cTn id="14" fill="hold">
                            <p:stCondLst>
                              <p:cond delay="5250"/>
                            </p:stCondLst>
                            <p:childTnLst>
                              <p:par>
                                <p:cTn id="15" presetID="1" presetClass="entr" presetSubtype="0" fill="hold" grpId="0" nodeType="afterEffect">
                                  <p:stCondLst>
                                    <p:cond delay="0"/>
                                  </p:stCondLst>
                                  <p:childTnLst>
                                    <p:set>
                                      <p:cBhvr>
                                        <p:cTn id="16" dur="1" fill="hold">
                                          <p:stCondLst>
                                            <p:cond delay="0"/>
                                          </p:stCondLst>
                                        </p:cTn>
                                        <p:tgtEl>
                                          <p:spTgt spid="81"/>
                                        </p:tgtEl>
                                        <p:attrNameLst>
                                          <p:attrName>style.visibility</p:attrName>
                                        </p:attrNameLst>
                                      </p:cBhvr>
                                      <p:to>
                                        <p:strVal val="visible"/>
                                      </p:to>
                                    </p:set>
                                  </p:childTnLst>
                                </p:cTn>
                              </p:par>
                            </p:childTnLst>
                          </p:cTn>
                        </p:par>
                        <p:par>
                          <p:cTn id="17" fill="hold">
                            <p:stCondLst>
                              <p:cond delay="5250"/>
                            </p:stCondLst>
                            <p:childTnLst>
                              <p:par>
                                <p:cTn id="18" presetID="22" presetClass="entr" presetSubtype="2" fill="hold" grpId="1" nodeType="afterEffect">
                                  <p:stCondLst>
                                    <p:cond delay="0"/>
                                  </p:stCondLst>
                                  <p:childTnLst>
                                    <p:set>
                                      <p:cBhvr>
                                        <p:cTn id="19" dur="1" fill="hold">
                                          <p:stCondLst>
                                            <p:cond delay="0"/>
                                          </p:stCondLst>
                                        </p:cTn>
                                        <p:tgtEl>
                                          <p:spTgt spid="81"/>
                                        </p:tgtEl>
                                        <p:attrNameLst>
                                          <p:attrName>style.visibility</p:attrName>
                                        </p:attrNameLst>
                                      </p:cBhvr>
                                      <p:to>
                                        <p:strVal val="visible"/>
                                      </p:to>
                                    </p:set>
                                    <p:animEffect transition="in" filter="wipe(right)">
                                      <p:cBhvr>
                                        <p:cTn id="20" dur="1000"/>
                                        <p:tgtEl>
                                          <p:spTgt spid="81"/>
                                        </p:tgtEl>
                                      </p:cBhvr>
                                    </p:animEffect>
                                  </p:childTnLst>
                                </p:cTn>
                              </p:par>
                            </p:childTnLst>
                          </p:cTn>
                        </p:par>
                        <p:par>
                          <p:cTn id="21" fill="hold">
                            <p:stCondLst>
                              <p:cond delay="6250"/>
                            </p:stCondLst>
                            <p:childTnLst>
                              <p:par>
                                <p:cTn id="22" presetID="1" presetClass="entr" presetSubtype="0" fill="hold" grpId="0" nodeType="afterEffect">
                                  <p:stCondLst>
                                    <p:cond delay="0"/>
                                  </p:stCondLst>
                                  <p:childTnLst>
                                    <p:set>
                                      <p:cBhvr>
                                        <p:cTn id="23" dur="1" fill="hold">
                                          <p:stCondLst>
                                            <p:cond delay="0"/>
                                          </p:stCondLst>
                                        </p:cTn>
                                        <p:tgtEl>
                                          <p:spTgt spid="80"/>
                                        </p:tgtEl>
                                        <p:attrNameLst>
                                          <p:attrName>style.visibility</p:attrName>
                                        </p:attrNameLst>
                                      </p:cBhvr>
                                      <p:to>
                                        <p:strVal val="visible"/>
                                      </p:to>
                                    </p:set>
                                  </p:childTnLst>
                                </p:cTn>
                              </p:par>
                            </p:childTnLst>
                          </p:cTn>
                        </p:par>
                        <p:par>
                          <p:cTn id="24" fill="hold">
                            <p:stCondLst>
                              <p:cond delay="6250"/>
                            </p:stCondLst>
                            <p:childTnLst>
                              <p:par>
                                <p:cTn id="25" presetID="22" presetClass="entr" presetSubtype="4" fill="hold" grpId="1" nodeType="afterEffect">
                                  <p:stCondLst>
                                    <p:cond delay="0"/>
                                  </p:stCondLst>
                                  <p:childTnLst>
                                    <p:set>
                                      <p:cBhvr>
                                        <p:cTn id="26" dur="1" fill="hold">
                                          <p:stCondLst>
                                            <p:cond delay="0"/>
                                          </p:stCondLst>
                                        </p:cTn>
                                        <p:tgtEl>
                                          <p:spTgt spid="80"/>
                                        </p:tgtEl>
                                        <p:attrNameLst>
                                          <p:attrName>style.visibility</p:attrName>
                                        </p:attrNameLst>
                                      </p:cBhvr>
                                      <p:to>
                                        <p:strVal val="visible"/>
                                      </p:to>
                                    </p:set>
                                    <p:animEffect transition="in" filter="wipe(down)">
                                      <p:cBhvr>
                                        <p:cTn id="27" dur="1000"/>
                                        <p:tgtEl>
                                          <p:spTgt spid="80"/>
                                        </p:tgtEl>
                                      </p:cBhvr>
                                    </p:animEffect>
                                  </p:childTnLst>
                                </p:cTn>
                              </p:par>
                            </p:childTnLst>
                          </p:cTn>
                        </p:par>
                        <p:par>
                          <p:cTn id="28" fill="hold">
                            <p:stCondLst>
                              <p:cond delay="7250"/>
                            </p:stCondLst>
                            <p:childTnLst>
                              <p:par>
                                <p:cTn id="29" presetID="1" presetClass="entr" presetSubtype="0" fill="hold" grpId="0" nodeType="afterEffect">
                                  <p:stCondLst>
                                    <p:cond delay="0"/>
                                  </p:stCondLst>
                                  <p:childTnLst>
                                    <p:set>
                                      <p:cBhvr>
                                        <p:cTn id="30" dur="1" fill="hold">
                                          <p:stCondLst>
                                            <p:cond delay="0"/>
                                          </p:stCondLst>
                                        </p:cTn>
                                        <p:tgtEl>
                                          <p:spTgt spid="79"/>
                                        </p:tgtEl>
                                        <p:attrNameLst>
                                          <p:attrName>style.visibility</p:attrName>
                                        </p:attrNameLst>
                                      </p:cBhvr>
                                      <p:to>
                                        <p:strVal val="visible"/>
                                      </p:to>
                                    </p:set>
                                  </p:childTnLst>
                                </p:cTn>
                              </p:par>
                            </p:childTnLst>
                          </p:cTn>
                        </p:par>
                        <p:par>
                          <p:cTn id="31" fill="hold">
                            <p:stCondLst>
                              <p:cond delay="7250"/>
                            </p:stCondLst>
                            <p:childTnLst>
                              <p:par>
                                <p:cTn id="32" presetID="22" presetClass="entr" presetSubtype="4" fill="hold" grpId="1" nodeType="afterEffect">
                                  <p:stCondLst>
                                    <p:cond delay="0"/>
                                  </p:stCondLst>
                                  <p:childTnLst>
                                    <p:set>
                                      <p:cBhvr>
                                        <p:cTn id="33" dur="1" fill="hold">
                                          <p:stCondLst>
                                            <p:cond delay="0"/>
                                          </p:stCondLst>
                                        </p:cTn>
                                        <p:tgtEl>
                                          <p:spTgt spid="79"/>
                                        </p:tgtEl>
                                        <p:attrNameLst>
                                          <p:attrName>style.visibility</p:attrName>
                                        </p:attrNameLst>
                                      </p:cBhvr>
                                      <p:to>
                                        <p:strVal val="visible"/>
                                      </p:to>
                                    </p:set>
                                    <p:animEffect transition="in" filter="wipe(down)">
                                      <p:cBhvr>
                                        <p:cTn id="34" dur="1000"/>
                                        <p:tgtEl>
                                          <p:spTgt spid="79"/>
                                        </p:tgtEl>
                                      </p:cBhvr>
                                    </p:animEffect>
                                  </p:childTnLst>
                                </p:cTn>
                              </p:par>
                            </p:childTnLst>
                          </p:cTn>
                        </p:par>
                        <p:par>
                          <p:cTn id="35" fill="hold">
                            <p:stCondLst>
                              <p:cond delay="8250"/>
                            </p:stCondLst>
                            <p:childTnLst>
                              <p:par>
                                <p:cTn id="36" presetID="1" presetClass="entr" presetSubtype="0" fill="hold" grpId="0" nodeType="afterEffect">
                                  <p:stCondLst>
                                    <p:cond delay="0"/>
                                  </p:stCondLst>
                                  <p:childTnLst>
                                    <p:set>
                                      <p:cBhvr>
                                        <p:cTn id="37" dur="1" fill="hold">
                                          <p:stCondLst>
                                            <p:cond delay="0"/>
                                          </p:stCondLst>
                                        </p:cTn>
                                        <p:tgtEl>
                                          <p:spTgt spid="83"/>
                                        </p:tgtEl>
                                        <p:attrNameLst>
                                          <p:attrName>style.visibility</p:attrName>
                                        </p:attrNameLst>
                                      </p:cBhvr>
                                      <p:to>
                                        <p:strVal val="visible"/>
                                      </p:to>
                                    </p:set>
                                  </p:childTnLst>
                                </p:cTn>
                              </p:par>
                            </p:childTnLst>
                          </p:cTn>
                        </p:par>
                        <p:par>
                          <p:cTn id="38" fill="hold">
                            <p:stCondLst>
                              <p:cond delay="8250"/>
                            </p:stCondLst>
                            <p:childTnLst>
                              <p:par>
                                <p:cTn id="39" presetID="22" presetClass="entr" presetSubtype="8" fill="hold" grpId="1" nodeType="afterEffect">
                                  <p:stCondLst>
                                    <p:cond delay="0"/>
                                  </p:stCondLst>
                                  <p:childTnLst>
                                    <p:set>
                                      <p:cBhvr>
                                        <p:cTn id="40" dur="1" fill="hold">
                                          <p:stCondLst>
                                            <p:cond delay="0"/>
                                          </p:stCondLst>
                                        </p:cTn>
                                        <p:tgtEl>
                                          <p:spTgt spid="83"/>
                                        </p:tgtEl>
                                        <p:attrNameLst>
                                          <p:attrName>style.visibility</p:attrName>
                                        </p:attrNameLst>
                                      </p:cBhvr>
                                      <p:to>
                                        <p:strVal val="visible"/>
                                      </p:to>
                                    </p:set>
                                    <p:animEffect transition="in" filter="wipe(left)">
                                      <p:cBhvr>
                                        <p:cTn id="41" dur="10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79" grpId="1" animBg="1"/>
      <p:bldP spid="80" grpId="0" animBg="1"/>
      <p:bldP spid="80" grpId="1" animBg="1"/>
      <p:bldP spid="81" grpId="0" animBg="1"/>
      <p:bldP spid="81" grpId="1" animBg="1"/>
      <p:bldP spid="82" grpId="0" animBg="1"/>
      <p:bldP spid="82" grpId="1" animBg="1"/>
      <p:bldP spid="83" grpId="0" animBg="1"/>
      <p:bldP spid="83" grpId="1"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格 7"/>
          <p:cNvGraphicFramePr>
            <a:graphicFrameLocks noGrp="1"/>
          </p:cNvGraphicFramePr>
          <p:nvPr/>
        </p:nvGraphicFramePr>
        <p:xfrm>
          <a:off x="518329" y="1375850"/>
          <a:ext cx="8107341" cy="1996940"/>
        </p:xfrm>
        <a:graphic>
          <a:graphicData uri="http://schemas.openxmlformats.org/drawingml/2006/table">
            <a:tbl>
              <a:tblPr firstRow="1" firstCol="1">
                <a:tableStyleId>{00A15C55-8517-42AA-B614-E9B94910E393}</a:tableStyleId>
              </a:tblPr>
              <a:tblGrid>
                <a:gridCol w="770619">
                  <a:extLst>
                    <a:ext uri="{9D8B030D-6E8A-4147-A177-3AD203B41FA5}">
                      <a16:colId xmlns:a16="http://schemas.microsoft.com/office/drawing/2014/main" val="492773900"/>
                    </a:ext>
                  </a:extLst>
                </a:gridCol>
                <a:gridCol w="784728">
                  <a:extLst>
                    <a:ext uri="{9D8B030D-6E8A-4147-A177-3AD203B41FA5}">
                      <a16:colId xmlns:a16="http://schemas.microsoft.com/office/drawing/2014/main" val="2915053018"/>
                    </a:ext>
                  </a:extLst>
                </a:gridCol>
                <a:gridCol w="756511">
                  <a:extLst>
                    <a:ext uri="{9D8B030D-6E8A-4147-A177-3AD203B41FA5}">
                      <a16:colId xmlns:a16="http://schemas.microsoft.com/office/drawing/2014/main" val="2611645043"/>
                    </a:ext>
                  </a:extLst>
                </a:gridCol>
                <a:gridCol w="603562">
                  <a:extLst>
                    <a:ext uri="{9D8B030D-6E8A-4147-A177-3AD203B41FA5}">
                      <a16:colId xmlns:a16="http://schemas.microsoft.com/office/drawing/2014/main" val="4082806152"/>
                    </a:ext>
                  </a:extLst>
                </a:gridCol>
                <a:gridCol w="728856">
                  <a:extLst>
                    <a:ext uri="{9D8B030D-6E8A-4147-A177-3AD203B41FA5}">
                      <a16:colId xmlns:a16="http://schemas.microsoft.com/office/drawing/2014/main" val="4075642411"/>
                    </a:ext>
                  </a:extLst>
                </a:gridCol>
                <a:gridCol w="728856">
                  <a:extLst>
                    <a:ext uri="{9D8B030D-6E8A-4147-A177-3AD203B41FA5}">
                      <a16:colId xmlns:a16="http://schemas.microsoft.com/office/drawing/2014/main" val="3948079557"/>
                    </a:ext>
                  </a:extLst>
                </a:gridCol>
                <a:gridCol w="728856">
                  <a:extLst>
                    <a:ext uri="{9D8B030D-6E8A-4147-A177-3AD203B41FA5}">
                      <a16:colId xmlns:a16="http://schemas.microsoft.com/office/drawing/2014/main" val="3850063060"/>
                    </a:ext>
                  </a:extLst>
                </a:gridCol>
                <a:gridCol w="728856">
                  <a:extLst>
                    <a:ext uri="{9D8B030D-6E8A-4147-A177-3AD203B41FA5}">
                      <a16:colId xmlns:a16="http://schemas.microsoft.com/office/drawing/2014/main" val="479985350"/>
                    </a:ext>
                  </a:extLst>
                </a:gridCol>
                <a:gridCol w="685808">
                  <a:extLst>
                    <a:ext uri="{9D8B030D-6E8A-4147-A177-3AD203B41FA5}">
                      <a16:colId xmlns:a16="http://schemas.microsoft.com/office/drawing/2014/main" val="374653691"/>
                    </a:ext>
                  </a:extLst>
                </a:gridCol>
                <a:gridCol w="850490">
                  <a:extLst>
                    <a:ext uri="{9D8B030D-6E8A-4147-A177-3AD203B41FA5}">
                      <a16:colId xmlns:a16="http://schemas.microsoft.com/office/drawing/2014/main" val="3917342776"/>
                    </a:ext>
                  </a:extLst>
                </a:gridCol>
                <a:gridCol w="740199">
                  <a:extLst>
                    <a:ext uri="{9D8B030D-6E8A-4147-A177-3AD203B41FA5}">
                      <a16:colId xmlns:a16="http://schemas.microsoft.com/office/drawing/2014/main" val="2157057431"/>
                    </a:ext>
                  </a:extLst>
                </a:gridCol>
              </a:tblGrid>
              <a:tr h="901661">
                <a:tc>
                  <a:txBody>
                    <a:bodyPr/>
                    <a:lstStyle/>
                    <a:p>
                      <a:pPr algn="ctr">
                        <a:lnSpc>
                          <a:spcPts val="2400"/>
                        </a:lnSpc>
                        <a:spcAft>
                          <a:spcPts val="0"/>
                        </a:spcAft>
                      </a:pPr>
                      <a:r>
                        <a:rPr lang="zh-CN" sz="1400" b="1" kern="500" dirty="0">
                          <a:effectLst/>
                          <a:latin typeface="微软雅黑" panose="020B0503020204020204" pitchFamily="34" charset="-122"/>
                          <a:ea typeface="微软雅黑" panose="020B0503020204020204" pitchFamily="34" charset="-122"/>
                        </a:rPr>
                        <a:t>协议名</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ICMP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IGMP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IP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TCP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UDP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err="1">
                          <a:effectLst/>
                          <a:latin typeface="微软雅黑" panose="020B0503020204020204" pitchFamily="34" charset="-122"/>
                          <a:ea typeface="微软雅黑" panose="020B0503020204020204" pitchFamily="34" charset="-122"/>
                        </a:rPr>
                        <a:t>IPv6</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ESP</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AH</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ICMPv6</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OSPF</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743841133"/>
                  </a:ext>
                </a:extLst>
              </a:tr>
              <a:tr h="1095279">
                <a:tc>
                  <a:txBody>
                    <a:bodyPr/>
                    <a:lstStyle/>
                    <a:p>
                      <a:pPr algn="ctr">
                        <a:lnSpc>
                          <a:spcPts val="2400"/>
                        </a:lnSpc>
                        <a:spcAft>
                          <a:spcPts val="0"/>
                        </a:spcAft>
                      </a:pPr>
                      <a:r>
                        <a:rPr lang="zh-CN" sz="1400" b="1" kern="500" dirty="0">
                          <a:effectLst/>
                          <a:latin typeface="微软雅黑" panose="020B0503020204020204" pitchFamily="34" charset="-122"/>
                          <a:ea typeface="微软雅黑" panose="020B0503020204020204" pitchFamily="34" charset="-122"/>
                        </a:rPr>
                        <a:t>协议字段值</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1</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2</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4</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6</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17</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41</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50</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51</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a:effectLst/>
                          <a:latin typeface="微软雅黑" panose="020B0503020204020204" pitchFamily="34" charset="-122"/>
                          <a:ea typeface="微软雅黑" panose="020B0503020204020204" pitchFamily="34" charset="-122"/>
                        </a:rPr>
                        <a:t>58</a:t>
                      </a:r>
                      <a:endParaRPr lang="zh-CN" sz="14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2400"/>
                        </a:lnSpc>
                        <a:spcAft>
                          <a:spcPts val="0"/>
                        </a:spcAft>
                      </a:pPr>
                      <a:r>
                        <a:rPr lang="en-US" sz="1400" b="1" kern="500" dirty="0">
                          <a:effectLst/>
                          <a:latin typeface="微软雅黑" panose="020B0503020204020204" pitchFamily="34" charset="-122"/>
                          <a:ea typeface="微软雅黑" panose="020B0503020204020204" pitchFamily="34" charset="-122"/>
                        </a:rPr>
                        <a:t>89</a:t>
                      </a:r>
                      <a:endParaRPr lang="zh-CN" sz="14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54531033"/>
                  </a:ext>
                </a:extLst>
              </a:tr>
            </a:tbl>
          </a:graphicData>
        </a:graphic>
      </p:graphicFrame>
      <p:sp>
        <p:nvSpPr>
          <p:cNvPr id="12" name="矩形 11"/>
          <p:cNvSpPr/>
          <p:nvPr/>
        </p:nvSpPr>
        <p:spPr>
          <a:xfrm>
            <a:off x="2705621" y="1006518"/>
            <a:ext cx="3877985"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rPr>
              <a:t>常用的一些协议和相应的协议字段值</a:t>
            </a:r>
          </a:p>
        </p:txBody>
      </p:sp>
    </p:spTree>
    <p:extLst>
      <p:ext uri="{BB962C8B-B14F-4D97-AF65-F5344CB8AC3E}">
        <p14:creationId xmlns:p14="http://schemas.microsoft.com/office/powerpoint/2010/main" val="322183464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7" name="圆角矩形 6"/>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1637153" y="1084892"/>
            <a:ext cx="5962309" cy="2192261"/>
            <a:chOff x="1392642" y="1665825"/>
            <a:chExt cx="5962309" cy="2192261"/>
          </a:xfrm>
        </p:grpSpPr>
        <p:sp>
          <p:nvSpPr>
            <p:cNvPr id="9"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0"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11"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12"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13"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5"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26"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27"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28"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29"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30"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31"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32"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33"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34"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35"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36"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37"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38"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39"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40"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41"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42"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43"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44"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45"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46" name="Group 46"/>
            <p:cNvGrpSpPr>
              <a:grpSpLocks/>
            </p:cNvGrpSpPr>
            <p:nvPr/>
          </p:nvGrpSpPr>
          <p:grpSpPr bwMode="auto">
            <a:xfrm>
              <a:off x="2158338" y="3299988"/>
              <a:ext cx="83917" cy="41064"/>
              <a:chOff x="833" y="3024"/>
              <a:chExt cx="78" cy="51"/>
            </a:xfrm>
          </p:grpSpPr>
          <p:sp>
            <p:nvSpPr>
              <p:cNvPr id="5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47" name="Group 50"/>
            <p:cNvGrpSpPr>
              <a:grpSpLocks/>
            </p:cNvGrpSpPr>
            <p:nvPr/>
          </p:nvGrpSpPr>
          <p:grpSpPr bwMode="auto">
            <a:xfrm>
              <a:off x="7169086" y="3305588"/>
              <a:ext cx="83917" cy="39198"/>
              <a:chOff x="5432" y="3030"/>
              <a:chExt cx="78" cy="51"/>
            </a:xfrm>
          </p:grpSpPr>
          <p:sp>
            <p:nvSpPr>
              <p:cNvPr id="5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48"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49"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50" name="Group 94"/>
            <p:cNvGrpSpPr>
              <a:grpSpLocks/>
            </p:cNvGrpSpPr>
            <p:nvPr/>
          </p:nvGrpSpPr>
          <p:grpSpPr bwMode="auto">
            <a:xfrm>
              <a:off x="1392642" y="1885145"/>
              <a:ext cx="336679" cy="1566034"/>
              <a:chOff x="-127" y="845"/>
              <a:chExt cx="333" cy="1678"/>
            </a:xfrm>
          </p:grpSpPr>
          <p:sp>
            <p:nvSpPr>
              <p:cNvPr id="51"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52"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59" name="矩形 58"/>
          <p:cNvSpPr/>
          <p:nvPr/>
        </p:nvSpPr>
        <p:spPr>
          <a:xfrm>
            <a:off x="1759733" y="3469278"/>
            <a:ext cx="6323333" cy="584775"/>
          </a:xfrm>
          <a:prstGeom prst="rect">
            <a:avLst/>
          </a:prstGeom>
          <a:solidFill>
            <a:srgbClr val="0000CC"/>
          </a:solidFill>
          <a:ln w="9525">
            <a:noFill/>
            <a:miter lim="800000"/>
            <a:headEnd/>
            <a:tailEnd/>
          </a:ln>
          <a:effectLst/>
        </p:spPr>
        <p:txBody>
          <a:bodyPr wrap="none">
            <a:spAutoFit/>
          </a:bodyPr>
          <a:lstStyle/>
          <a:p>
            <a:pPr algn="ctr"/>
            <a:r>
              <a:rPr lang="zh-CN" altLang="en-US" sz="1600" b="1" dirty="0">
                <a:solidFill>
                  <a:schemeClr val="bg1"/>
                </a:solidFill>
                <a:latin typeface="微软雅黑" pitchFamily="34" charset="-122"/>
                <a:ea typeface="微软雅黑" pitchFamily="34" charset="-122"/>
              </a:rPr>
              <a:t>首部校验和</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占 </a:t>
            </a:r>
            <a:r>
              <a:rPr lang="en-US" altLang="zh-CN" sz="1600" b="1" dirty="0">
                <a:solidFill>
                  <a:schemeClr val="bg1"/>
                </a:solidFill>
                <a:latin typeface="微软雅黑" pitchFamily="34" charset="-122"/>
                <a:ea typeface="微软雅黑" pitchFamily="34" charset="-122"/>
              </a:rPr>
              <a:t>16 </a:t>
            </a:r>
            <a:r>
              <a:rPr lang="zh-CN" altLang="en-US" sz="1600" b="1" dirty="0">
                <a:solidFill>
                  <a:schemeClr val="bg1"/>
                </a:solidFill>
                <a:latin typeface="微软雅黑" pitchFamily="34" charset="-122"/>
                <a:ea typeface="微软雅黑" pitchFamily="34" charset="-122"/>
              </a:rPr>
              <a:t>位，只校验数据报的首部，</a:t>
            </a:r>
          </a:p>
          <a:p>
            <a:pPr algn="ctr"/>
            <a:r>
              <a:rPr lang="zh-CN" altLang="en-US" sz="1600" b="1" dirty="0">
                <a:solidFill>
                  <a:srgbClr val="FFFF00"/>
                </a:solidFill>
                <a:latin typeface="微软雅黑" pitchFamily="34" charset="-122"/>
                <a:ea typeface="微软雅黑" pitchFamily="34" charset="-122"/>
              </a:rPr>
              <a:t>不校验数据部分。</a:t>
            </a:r>
            <a:r>
              <a:rPr lang="zh-CN" altLang="en-US" sz="1600" b="1" dirty="0">
                <a:solidFill>
                  <a:schemeClr val="bg1"/>
                </a:solidFill>
                <a:latin typeface="微软雅黑" pitchFamily="34" charset="-122"/>
                <a:ea typeface="微软雅黑" pitchFamily="34" charset="-122"/>
              </a:rPr>
              <a:t>这里不采用 </a:t>
            </a:r>
            <a:r>
              <a:rPr lang="en-US" altLang="zh-CN" sz="1600" b="1" dirty="0">
                <a:solidFill>
                  <a:schemeClr val="bg1"/>
                </a:solidFill>
                <a:latin typeface="微软雅黑" pitchFamily="34" charset="-122"/>
                <a:ea typeface="微软雅黑" pitchFamily="34" charset="-122"/>
              </a:rPr>
              <a:t>CRC </a:t>
            </a:r>
            <a:r>
              <a:rPr lang="zh-CN" altLang="en-US" sz="1600" b="1" dirty="0">
                <a:solidFill>
                  <a:schemeClr val="bg1"/>
                </a:solidFill>
                <a:latin typeface="微软雅黑" pitchFamily="34" charset="-122"/>
                <a:ea typeface="微软雅黑" pitchFamily="34" charset="-122"/>
              </a:rPr>
              <a:t>校验码而采用简单的计算方法。 </a:t>
            </a:r>
          </a:p>
        </p:txBody>
      </p:sp>
      <p:sp>
        <p:nvSpPr>
          <p:cNvPr id="60" name="Rectangle 92"/>
          <p:cNvSpPr>
            <a:spLocks noChangeArrowheads="1"/>
          </p:cNvSpPr>
          <p:nvPr/>
        </p:nvSpPr>
        <p:spPr bwMode="auto">
          <a:xfrm flipV="1">
            <a:off x="4951192" y="1855633"/>
            <a:ext cx="2508912" cy="26134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168549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圆角矩形 11"/>
          <p:cNvSpPr/>
          <p:nvPr/>
        </p:nvSpPr>
        <p:spPr>
          <a:xfrm>
            <a:off x="556963" y="633725"/>
            <a:ext cx="8048776" cy="371891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Rectangle 66"/>
          <p:cNvSpPr>
            <a:spLocks noChangeArrowheads="1"/>
          </p:cNvSpPr>
          <p:nvPr/>
        </p:nvSpPr>
        <p:spPr bwMode="auto">
          <a:xfrm>
            <a:off x="4102040" y="3457735"/>
            <a:ext cx="1136515" cy="520751"/>
          </a:xfrm>
          <a:prstGeom prst="rect">
            <a:avLst/>
          </a:prstGeom>
          <a:solidFill>
            <a:srgbClr val="00FF99"/>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6" name="Text Box 4"/>
          <p:cNvSpPr txBox="1">
            <a:spLocks noChangeArrowheads="1"/>
          </p:cNvSpPr>
          <p:nvPr/>
        </p:nvSpPr>
        <p:spPr bwMode="auto">
          <a:xfrm>
            <a:off x="2094129" y="769558"/>
            <a:ext cx="1491032" cy="307777"/>
          </a:xfrm>
          <a:prstGeom prst="rect">
            <a:avLst/>
          </a:prstGeom>
          <a:solidFill>
            <a:srgbClr val="0000FF"/>
          </a:solidFill>
          <a:ln w="9525">
            <a:solidFill>
              <a:schemeClr val="folHlink"/>
            </a:solidFill>
            <a:miter lim="800000"/>
            <a:headEnd/>
            <a:tailEnd/>
          </a:ln>
          <a:effectLst/>
        </p:spPr>
        <p:txBody>
          <a:bodyPr>
            <a:spAutoFit/>
          </a:bodyPr>
          <a:lstStyle/>
          <a:p>
            <a:pPr algn="ctr"/>
            <a:r>
              <a:rPr kumimoji="1" lang="zh-CN" altLang="en-US" sz="1400" b="1" dirty="0">
                <a:solidFill>
                  <a:schemeClr val="bg1"/>
                </a:solidFill>
                <a:latin typeface="微软雅黑" pitchFamily="34" charset="-122"/>
                <a:ea typeface="微软雅黑" pitchFamily="34" charset="-122"/>
              </a:rPr>
              <a:t>发送端</a:t>
            </a:r>
          </a:p>
        </p:txBody>
      </p:sp>
      <p:sp>
        <p:nvSpPr>
          <p:cNvPr id="17" name="Text Box 5"/>
          <p:cNvSpPr txBox="1">
            <a:spLocks noChangeArrowheads="1"/>
          </p:cNvSpPr>
          <p:nvPr/>
        </p:nvSpPr>
        <p:spPr bwMode="auto">
          <a:xfrm>
            <a:off x="5682474" y="769558"/>
            <a:ext cx="1444791" cy="307777"/>
          </a:xfrm>
          <a:prstGeom prst="rect">
            <a:avLst/>
          </a:prstGeom>
          <a:solidFill>
            <a:srgbClr val="00B050"/>
          </a:solidFill>
          <a:ln w="9525">
            <a:solidFill>
              <a:schemeClr val="folHlink"/>
            </a:solidFill>
            <a:miter lim="800000"/>
            <a:headEnd/>
            <a:tailEnd/>
          </a:ln>
          <a:effectLst/>
        </p:spPr>
        <p:txBody>
          <a:bodyPr>
            <a:spAutoFit/>
          </a:bodyPr>
          <a:lstStyle/>
          <a:p>
            <a:pPr algn="ctr"/>
            <a:r>
              <a:rPr kumimoji="1" lang="zh-CN" altLang="en-US" sz="1400" b="1" dirty="0">
                <a:solidFill>
                  <a:schemeClr val="bg1"/>
                </a:solidFill>
                <a:latin typeface="微软雅黑" pitchFamily="34" charset="-122"/>
                <a:ea typeface="微软雅黑" pitchFamily="34" charset="-122"/>
              </a:rPr>
              <a:t>接收端</a:t>
            </a:r>
          </a:p>
        </p:txBody>
      </p:sp>
      <p:sp>
        <p:nvSpPr>
          <p:cNvPr id="18" name="Rectangle 6"/>
          <p:cNvSpPr>
            <a:spLocks noChangeArrowheads="1"/>
          </p:cNvSpPr>
          <p:nvPr/>
        </p:nvSpPr>
        <p:spPr bwMode="auto">
          <a:xfrm>
            <a:off x="2707601" y="1142336"/>
            <a:ext cx="874479" cy="177378"/>
          </a:xfrm>
          <a:prstGeom prst="rect">
            <a:avLst/>
          </a:prstGeom>
          <a:solidFill>
            <a:srgbClr val="0000CC"/>
          </a:solidFill>
          <a:ln w="9525">
            <a:solidFill>
              <a:schemeClr val="tx1"/>
            </a:solidFill>
            <a:miter lim="800000"/>
            <a:headEnd/>
            <a:tailEnd/>
          </a:ln>
          <a:effectLst/>
        </p:spPr>
        <p:txBody>
          <a:bodyPr wrap="none" anchor="ctr"/>
          <a:lstStyle/>
          <a:p>
            <a:pPr algn="ctr"/>
            <a:r>
              <a:rPr kumimoji="1" lang="en-US" altLang="zh-CN" sz="1200" b="1" dirty="0">
                <a:solidFill>
                  <a:schemeClr val="bg1"/>
                </a:solidFill>
                <a:latin typeface="微软雅黑" pitchFamily="34" charset="-122"/>
                <a:ea typeface="微软雅黑" pitchFamily="34" charset="-122"/>
              </a:rPr>
              <a:t>16 </a:t>
            </a:r>
            <a:r>
              <a:rPr kumimoji="1" lang="zh-CN" altLang="en-US" sz="1200" b="1" dirty="0">
                <a:solidFill>
                  <a:schemeClr val="bg1"/>
                </a:solidFill>
                <a:latin typeface="微软雅黑" pitchFamily="34" charset="-122"/>
                <a:ea typeface="微软雅黑" pitchFamily="34" charset="-122"/>
              </a:rPr>
              <a:t>位</a:t>
            </a:r>
          </a:p>
        </p:txBody>
      </p:sp>
      <p:sp>
        <p:nvSpPr>
          <p:cNvPr id="19" name="Text Box 7"/>
          <p:cNvSpPr txBox="1">
            <a:spLocks noChangeArrowheads="1"/>
          </p:cNvSpPr>
          <p:nvPr/>
        </p:nvSpPr>
        <p:spPr bwMode="auto">
          <a:xfrm>
            <a:off x="2261626" y="1106292"/>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1</a:t>
            </a:r>
          </a:p>
        </p:txBody>
      </p:sp>
      <p:sp>
        <p:nvSpPr>
          <p:cNvPr id="20" name="Rectangle 8"/>
          <p:cNvSpPr>
            <a:spLocks noChangeArrowheads="1"/>
          </p:cNvSpPr>
          <p:nvPr/>
        </p:nvSpPr>
        <p:spPr bwMode="auto">
          <a:xfrm>
            <a:off x="2707601" y="1391804"/>
            <a:ext cx="874479" cy="176429"/>
          </a:xfrm>
          <a:prstGeom prst="rect">
            <a:avLst/>
          </a:prstGeom>
          <a:solidFill>
            <a:srgbClr val="0000CC"/>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21" name="Text Box 9"/>
          <p:cNvSpPr txBox="1">
            <a:spLocks noChangeArrowheads="1"/>
          </p:cNvSpPr>
          <p:nvPr/>
        </p:nvSpPr>
        <p:spPr bwMode="auto">
          <a:xfrm>
            <a:off x="2261626" y="1354810"/>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字 </a:t>
            </a:r>
            <a:r>
              <a:rPr kumimoji="1" lang="en-US" altLang="zh-CN" sz="1100" b="1" dirty="0">
                <a:latin typeface="微软雅黑" pitchFamily="34" charset="-122"/>
                <a:ea typeface="微软雅黑" pitchFamily="34" charset="-122"/>
              </a:rPr>
              <a:t>2</a:t>
            </a:r>
          </a:p>
        </p:txBody>
      </p:sp>
      <p:grpSp>
        <p:nvGrpSpPr>
          <p:cNvPr id="22" name="Group 67"/>
          <p:cNvGrpSpPr>
            <a:grpSpLocks/>
          </p:cNvGrpSpPr>
          <p:nvPr/>
        </p:nvGrpSpPr>
        <p:grpSpPr bwMode="auto">
          <a:xfrm>
            <a:off x="2094129" y="1710515"/>
            <a:ext cx="1487950" cy="264644"/>
            <a:chOff x="295" y="1111"/>
            <a:chExt cx="1448" cy="279"/>
          </a:xfrm>
        </p:grpSpPr>
        <p:sp>
          <p:nvSpPr>
            <p:cNvPr id="23" name="Rectangle 10"/>
            <p:cNvSpPr>
              <a:spLocks noChangeArrowheads="1"/>
            </p:cNvSpPr>
            <p:nvPr/>
          </p:nvSpPr>
          <p:spPr bwMode="auto">
            <a:xfrm>
              <a:off x="892" y="1158"/>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200" b="1">
                  <a:solidFill>
                    <a:schemeClr val="bg1"/>
                  </a:solidFill>
                  <a:latin typeface="微软雅黑" pitchFamily="34" charset="-122"/>
                  <a:ea typeface="微软雅黑" pitchFamily="34" charset="-122"/>
                </a:rPr>
                <a:t>置为全 </a:t>
              </a:r>
              <a:r>
                <a:rPr kumimoji="1" lang="en-US" altLang="zh-CN" sz="1200" b="1">
                  <a:solidFill>
                    <a:schemeClr val="bg1"/>
                  </a:solidFill>
                  <a:latin typeface="微软雅黑" pitchFamily="34" charset="-122"/>
                  <a:ea typeface="微软雅黑" pitchFamily="34" charset="-122"/>
                </a:rPr>
                <a:t>0</a:t>
              </a:r>
            </a:p>
          </p:txBody>
        </p:sp>
        <p:sp>
          <p:nvSpPr>
            <p:cNvPr id="24" name="Text Box 11"/>
            <p:cNvSpPr txBox="1">
              <a:spLocks noChangeArrowheads="1"/>
            </p:cNvSpPr>
            <p:nvPr/>
          </p:nvSpPr>
          <p:spPr bwMode="auto">
            <a:xfrm>
              <a:off x="295" y="1111"/>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校验和</a:t>
              </a:r>
            </a:p>
          </p:txBody>
        </p:sp>
      </p:grpSp>
      <p:sp>
        <p:nvSpPr>
          <p:cNvPr id="25" name="Rectangle 12"/>
          <p:cNvSpPr>
            <a:spLocks noChangeArrowheads="1"/>
          </p:cNvSpPr>
          <p:nvPr/>
        </p:nvSpPr>
        <p:spPr bwMode="auto">
          <a:xfrm>
            <a:off x="2707601" y="2118389"/>
            <a:ext cx="874479" cy="177378"/>
          </a:xfrm>
          <a:prstGeom prst="rect">
            <a:avLst/>
          </a:prstGeom>
          <a:solidFill>
            <a:srgbClr val="0000CC"/>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26" name="Text Box 13"/>
          <p:cNvSpPr txBox="1">
            <a:spLocks noChangeArrowheads="1"/>
          </p:cNvSpPr>
          <p:nvPr/>
        </p:nvSpPr>
        <p:spPr bwMode="auto">
          <a:xfrm>
            <a:off x="2261626" y="2082345"/>
            <a:ext cx="462471"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n</a:t>
            </a:r>
          </a:p>
        </p:txBody>
      </p:sp>
      <p:grpSp>
        <p:nvGrpSpPr>
          <p:cNvPr id="27" name="Group 68"/>
          <p:cNvGrpSpPr>
            <a:grpSpLocks/>
          </p:cNvGrpSpPr>
          <p:nvPr/>
        </p:nvGrpSpPr>
        <p:grpSpPr bwMode="auto">
          <a:xfrm>
            <a:off x="1961570" y="2443740"/>
            <a:ext cx="1620510" cy="441073"/>
            <a:chOff x="166" y="1884"/>
            <a:chExt cx="1577" cy="465"/>
          </a:xfrm>
        </p:grpSpPr>
        <p:sp>
          <p:nvSpPr>
            <p:cNvPr id="28" name="Rectangle 14"/>
            <p:cNvSpPr>
              <a:spLocks noChangeArrowheads="1"/>
            </p:cNvSpPr>
            <p:nvPr/>
          </p:nvSpPr>
          <p:spPr bwMode="auto">
            <a:xfrm>
              <a:off x="892" y="2000"/>
              <a:ext cx="851" cy="188"/>
            </a:xfrm>
            <a:prstGeom prst="rect">
              <a:avLst/>
            </a:prstGeom>
            <a:solidFill>
              <a:srgbClr val="00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29" name="Text Box 15"/>
            <p:cNvSpPr txBox="1">
              <a:spLocks noChangeArrowheads="1"/>
            </p:cNvSpPr>
            <p:nvPr/>
          </p:nvSpPr>
          <p:spPr bwMode="auto">
            <a:xfrm>
              <a:off x="166" y="1884"/>
              <a:ext cx="743" cy="4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solidFill>
                    <a:srgbClr val="C00000"/>
                  </a:solidFill>
                  <a:latin typeface="微软雅黑" pitchFamily="34" charset="-122"/>
                  <a:ea typeface="微软雅黑" pitchFamily="34" charset="-122"/>
                </a:rPr>
                <a:t>反码算术</a:t>
              </a:r>
            </a:p>
            <a:p>
              <a:r>
                <a:rPr kumimoji="1" lang="zh-CN" altLang="en-US" sz="1100" b="1" dirty="0">
                  <a:solidFill>
                    <a:srgbClr val="C00000"/>
                  </a:solidFill>
                  <a:latin typeface="微软雅黑" pitchFamily="34" charset="-122"/>
                  <a:ea typeface="微软雅黑" pitchFamily="34" charset="-122"/>
                </a:rPr>
                <a:t>运算求和</a:t>
              </a:r>
            </a:p>
          </p:txBody>
        </p:sp>
      </p:grpSp>
      <p:sp>
        <p:nvSpPr>
          <p:cNvPr id="30" name="Text Box 19"/>
          <p:cNvSpPr txBox="1">
            <a:spLocks noChangeArrowheads="1"/>
          </p:cNvSpPr>
          <p:nvPr/>
        </p:nvSpPr>
        <p:spPr bwMode="auto">
          <a:xfrm>
            <a:off x="2936754" y="1519856"/>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31" name="Text Box 20"/>
          <p:cNvSpPr txBox="1">
            <a:spLocks noChangeArrowheads="1"/>
          </p:cNvSpPr>
          <p:nvPr/>
        </p:nvSpPr>
        <p:spPr bwMode="auto">
          <a:xfrm>
            <a:off x="2926478" y="1872715"/>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32" name="Line 21"/>
          <p:cNvSpPr>
            <a:spLocks noChangeShapeType="1"/>
          </p:cNvSpPr>
          <p:nvPr/>
        </p:nvSpPr>
        <p:spPr bwMode="auto">
          <a:xfrm>
            <a:off x="2151674" y="2377341"/>
            <a:ext cx="174998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33" name="Group 69"/>
          <p:cNvGrpSpPr>
            <a:grpSpLocks/>
          </p:cNvGrpSpPr>
          <p:nvPr/>
        </p:nvGrpSpPr>
        <p:grpSpPr bwMode="auto">
          <a:xfrm>
            <a:off x="2552437" y="2778579"/>
            <a:ext cx="671017" cy="314917"/>
            <a:chOff x="741" y="2237"/>
            <a:chExt cx="653" cy="332"/>
          </a:xfrm>
        </p:grpSpPr>
        <p:sp>
          <p:nvSpPr>
            <p:cNvPr id="34" name="AutoShape 18"/>
            <p:cNvSpPr>
              <a:spLocks noChangeArrowheads="1"/>
            </p:cNvSpPr>
            <p:nvPr/>
          </p:nvSpPr>
          <p:spPr bwMode="auto">
            <a:xfrm>
              <a:off x="1293" y="2253"/>
              <a:ext cx="101" cy="316"/>
            </a:xfrm>
            <a:prstGeom prst="downArrow">
              <a:avLst>
                <a:gd name="adj1" fmla="val 50000"/>
                <a:gd name="adj2" fmla="val 78218"/>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5" name="Text Box 22"/>
            <p:cNvSpPr txBox="1">
              <a:spLocks noChangeArrowheads="1"/>
            </p:cNvSpPr>
            <p:nvPr/>
          </p:nvSpPr>
          <p:spPr bwMode="auto">
            <a:xfrm>
              <a:off x="741" y="2237"/>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取反码</a:t>
              </a:r>
            </a:p>
          </p:txBody>
        </p:sp>
      </p:grpSp>
      <p:sp>
        <p:nvSpPr>
          <p:cNvPr id="36" name="AutoShape 23"/>
          <p:cNvSpPr>
            <a:spLocks/>
          </p:cNvSpPr>
          <p:nvPr/>
        </p:nvSpPr>
        <p:spPr bwMode="auto">
          <a:xfrm>
            <a:off x="2047888" y="1150874"/>
            <a:ext cx="103787" cy="1154379"/>
          </a:xfrm>
          <a:prstGeom prst="leftBrace">
            <a:avLst>
              <a:gd name="adj1" fmla="val 100412"/>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7" name="Text Box 24"/>
          <p:cNvSpPr txBox="1">
            <a:spLocks noChangeArrowheads="1"/>
          </p:cNvSpPr>
          <p:nvPr/>
        </p:nvSpPr>
        <p:spPr bwMode="auto">
          <a:xfrm>
            <a:off x="1756486" y="1222280"/>
            <a:ext cx="323209" cy="9696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数</a:t>
            </a:r>
          </a:p>
          <a:p>
            <a:r>
              <a:rPr kumimoji="1" lang="zh-CN" altLang="en-US" sz="1200" b="1" dirty="0">
                <a:latin typeface="微软雅黑" pitchFamily="34" charset="-122"/>
                <a:ea typeface="微软雅黑" pitchFamily="34" charset="-122"/>
              </a:rPr>
              <a:t>据</a:t>
            </a:r>
          </a:p>
          <a:p>
            <a:r>
              <a:rPr kumimoji="1" lang="zh-CN" altLang="en-US" sz="1200" b="1" dirty="0">
                <a:latin typeface="微软雅黑" pitchFamily="34" charset="-122"/>
                <a:ea typeface="微软雅黑" pitchFamily="34" charset="-122"/>
              </a:rPr>
              <a:t>报</a:t>
            </a:r>
          </a:p>
          <a:p>
            <a:r>
              <a:rPr kumimoji="1" lang="zh-CN" altLang="en-US" sz="1200" b="1" dirty="0">
                <a:latin typeface="微软雅黑" pitchFamily="34" charset="-122"/>
                <a:ea typeface="微软雅黑" pitchFamily="34" charset="-122"/>
              </a:rPr>
              <a:t>首</a:t>
            </a:r>
          </a:p>
          <a:p>
            <a:r>
              <a:rPr kumimoji="1" lang="zh-CN" altLang="en-US" sz="1200" b="1" dirty="0">
                <a:latin typeface="微软雅黑" pitchFamily="34" charset="-122"/>
                <a:ea typeface="微软雅黑" pitchFamily="34" charset="-122"/>
              </a:rPr>
              <a:t>部</a:t>
            </a:r>
          </a:p>
        </p:txBody>
      </p:sp>
      <p:sp>
        <p:nvSpPr>
          <p:cNvPr id="38" name="Rectangle 25"/>
          <p:cNvSpPr>
            <a:spLocks noChangeArrowheads="1"/>
          </p:cNvSpPr>
          <p:nvPr/>
        </p:nvSpPr>
        <p:spPr bwMode="auto">
          <a:xfrm>
            <a:off x="4107178" y="3007175"/>
            <a:ext cx="1131377" cy="443919"/>
          </a:xfrm>
          <a:prstGeom prst="rect">
            <a:avLst/>
          </a:prstGeom>
          <a:solidFill>
            <a:srgbClr val="00FFFF"/>
          </a:solidFill>
          <a:ln w="1905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39" name="Rectangle 26"/>
          <p:cNvSpPr>
            <a:spLocks noChangeArrowheads="1"/>
          </p:cNvSpPr>
          <p:nvPr/>
        </p:nvSpPr>
        <p:spPr bwMode="auto">
          <a:xfrm>
            <a:off x="4679546" y="3190245"/>
            <a:ext cx="553871" cy="80626"/>
          </a:xfrm>
          <a:prstGeom prst="rect">
            <a:avLst/>
          </a:prstGeom>
          <a:solidFill>
            <a:srgbClr val="CC00CC"/>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40" name="Text Box 27"/>
          <p:cNvSpPr txBox="1">
            <a:spLocks noChangeArrowheads="1"/>
          </p:cNvSpPr>
          <p:nvPr/>
        </p:nvSpPr>
        <p:spPr bwMode="auto">
          <a:xfrm>
            <a:off x="4234657" y="2716298"/>
            <a:ext cx="80679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数据报</a:t>
            </a:r>
          </a:p>
        </p:txBody>
      </p:sp>
      <p:sp>
        <p:nvSpPr>
          <p:cNvPr id="41" name="Line 28"/>
          <p:cNvSpPr>
            <a:spLocks noChangeShapeType="1"/>
          </p:cNvSpPr>
          <p:nvPr/>
        </p:nvSpPr>
        <p:spPr bwMode="auto">
          <a:xfrm>
            <a:off x="4107178" y="3095390"/>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2" name="Line 29"/>
          <p:cNvSpPr>
            <a:spLocks noChangeShapeType="1"/>
          </p:cNvSpPr>
          <p:nvPr/>
        </p:nvSpPr>
        <p:spPr bwMode="auto">
          <a:xfrm>
            <a:off x="4107178" y="3185501"/>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3" name="Line 30"/>
          <p:cNvSpPr>
            <a:spLocks noChangeShapeType="1"/>
          </p:cNvSpPr>
          <p:nvPr/>
        </p:nvSpPr>
        <p:spPr bwMode="auto">
          <a:xfrm>
            <a:off x="4107178" y="3273716"/>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4" name="Line 31"/>
          <p:cNvSpPr>
            <a:spLocks noChangeShapeType="1"/>
          </p:cNvSpPr>
          <p:nvPr/>
        </p:nvSpPr>
        <p:spPr bwMode="auto">
          <a:xfrm>
            <a:off x="4107178" y="3361931"/>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5" name="Line 32"/>
          <p:cNvSpPr>
            <a:spLocks noChangeShapeType="1"/>
          </p:cNvSpPr>
          <p:nvPr/>
        </p:nvSpPr>
        <p:spPr bwMode="auto">
          <a:xfrm>
            <a:off x="4107178" y="3451094"/>
            <a:ext cx="11313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6" name="Line 33"/>
          <p:cNvSpPr>
            <a:spLocks noChangeShapeType="1"/>
          </p:cNvSpPr>
          <p:nvPr/>
        </p:nvSpPr>
        <p:spPr bwMode="auto">
          <a:xfrm>
            <a:off x="4673380" y="3007175"/>
            <a:ext cx="0" cy="26654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7" name="Line 34"/>
          <p:cNvSpPr>
            <a:spLocks noChangeShapeType="1"/>
          </p:cNvSpPr>
          <p:nvPr/>
        </p:nvSpPr>
        <p:spPr bwMode="auto">
          <a:xfrm>
            <a:off x="4415455" y="3185501"/>
            <a:ext cx="0" cy="882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8" name="Line 35"/>
          <p:cNvSpPr>
            <a:spLocks noChangeShapeType="1"/>
          </p:cNvSpPr>
          <p:nvPr/>
        </p:nvSpPr>
        <p:spPr bwMode="auto">
          <a:xfrm>
            <a:off x="4415455" y="3007175"/>
            <a:ext cx="0" cy="882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9" name="Line 36"/>
          <p:cNvSpPr>
            <a:spLocks noChangeShapeType="1"/>
          </p:cNvSpPr>
          <p:nvPr/>
        </p:nvSpPr>
        <p:spPr bwMode="auto">
          <a:xfrm>
            <a:off x="4262344" y="3007175"/>
            <a:ext cx="0" cy="882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0" name="Line 37"/>
          <p:cNvSpPr>
            <a:spLocks noChangeShapeType="1"/>
          </p:cNvSpPr>
          <p:nvPr/>
        </p:nvSpPr>
        <p:spPr bwMode="auto">
          <a:xfrm>
            <a:off x="4759698" y="3095390"/>
            <a:ext cx="0" cy="9011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1" name="Line 38"/>
          <p:cNvSpPr>
            <a:spLocks noChangeShapeType="1"/>
          </p:cNvSpPr>
          <p:nvPr/>
        </p:nvSpPr>
        <p:spPr bwMode="auto">
          <a:xfrm>
            <a:off x="4930278" y="3361931"/>
            <a:ext cx="0" cy="89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52" name="Group 71"/>
          <p:cNvGrpSpPr>
            <a:grpSpLocks/>
          </p:cNvGrpSpPr>
          <p:nvPr/>
        </p:nvGrpSpPr>
        <p:grpSpPr bwMode="auto">
          <a:xfrm>
            <a:off x="2119819" y="3098235"/>
            <a:ext cx="1462261" cy="264644"/>
            <a:chOff x="320" y="2574"/>
            <a:chExt cx="1423" cy="279"/>
          </a:xfrm>
        </p:grpSpPr>
        <p:sp>
          <p:nvSpPr>
            <p:cNvPr id="53" name="Rectangle 16"/>
            <p:cNvSpPr>
              <a:spLocks noChangeArrowheads="1"/>
            </p:cNvSpPr>
            <p:nvPr/>
          </p:nvSpPr>
          <p:spPr bwMode="auto">
            <a:xfrm>
              <a:off x="892" y="2619"/>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54" name="Text Box 17"/>
            <p:cNvSpPr txBox="1">
              <a:spLocks noChangeArrowheads="1"/>
            </p:cNvSpPr>
            <p:nvPr/>
          </p:nvSpPr>
          <p:spPr bwMode="auto">
            <a:xfrm>
              <a:off x="320" y="2574"/>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校验和</a:t>
              </a:r>
            </a:p>
          </p:txBody>
        </p:sp>
      </p:grpSp>
      <p:sp>
        <p:nvSpPr>
          <p:cNvPr id="55" name="Line 39"/>
          <p:cNvSpPr>
            <a:spLocks noChangeShapeType="1"/>
          </p:cNvSpPr>
          <p:nvPr/>
        </p:nvSpPr>
        <p:spPr bwMode="auto">
          <a:xfrm>
            <a:off x="3593383" y="3236723"/>
            <a:ext cx="1388274" cy="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6" name="Rectangle 40"/>
          <p:cNvSpPr>
            <a:spLocks noChangeArrowheads="1"/>
          </p:cNvSpPr>
          <p:nvPr/>
        </p:nvSpPr>
        <p:spPr bwMode="auto">
          <a:xfrm>
            <a:off x="6243538" y="1142336"/>
            <a:ext cx="874479" cy="177378"/>
          </a:xfrm>
          <a:prstGeom prst="rect">
            <a:avLst/>
          </a:prstGeom>
          <a:solidFill>
            <a:srgbClr val="00B050"/>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57" name="Text Box 41"/>
          <p:cNvSpPr txBox="1">
            <a:spLocks noChangeArrowheads="1"/>
          </p:cNvSpPr>
          <p:nvPr/>
        </p:nvSpPr>
        <p:spPr bwMode="auto">
          <a:xfrm>
            <a:off x="5796537" y="1106292"/>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1</a:t>
            </a:r>
          </a:p>
        </p:txBody>
      </p:sp>
      <p:sp>
        <p:nvSpPr>
          <p:cNvPr id="58" name="Rectangle 42"/>
          <p:cNvSpPr>
            <a:spLocks noChangeArrowheads="1"/>
          </p:cNvSpPr>
          <p:nvPr/>
        </p:nvSpPr>
        <p:spPr bwMode="auto">
          <a:xfrm>
            <a:off x="6243538" y="1391804"/>
            <a:ext cx="874479" cy="176429"/>
          </a:xfrm>
          <a:prstGeom prst="rect">
            <a:avLst/>
          </a:prstGeom>
          <a:solidFill>
            <a:srgbClr val="00B050"/>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59" name="Text Box 43"/>
          <p:cNvSpPr txBox="1">
            <a:spLocks noChangeArrowheads="1"/>
          </p:cNvSpPr>
          <p:nvPr/>
        </p:nvSpPr>
        <p:spPr bwMode="auto">
          <a:xfrm>
            <a:off x="5796537" y="1354810"/>
            <a:ext cx="45787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字 </a:t>
            </a:r>
            <a:r>
              <a:rPr kumimoji="1" lang="en-US" altLang="zh-CN" sz="1100" b="1" dirty="0">
                <a:latin typeface="微软雅黑" pitchFamily="34" charset="-122"/>
                <a:ea typeface="微软雅黑" pitchFamily="34" charset="-122"/>
              </a:rPr>
              <a:t>2</a:t>
            </a:r>
          </a:p>
        </p:txBody>
      </p:sp>
      <p:grpSp>
        <p:nvGrpSpPr>
          <p:cNvPr id="60" name="Group 73"/>
          <p:cNvGrpSpPr>
            <a:grpSpLocks/>
          </p:cNvGrpSpPr>
          <p:nvPr/>
        </p:nvGrpSpPr>
        <p:grpSpPr bwMode="auto">
          <a:xfrm>
            <a:off x="5648563" y="1701978"/>
            <a:ext cx="1469454" cy="264644"/>
            <a:chOff x="3754" y="1102"/>
            <a:chExt cx="1430" cy="279"/>
          </a:xfrm>
        </p:grpSpPr>
        <p:sp>
          <p:nvSpPr>
            <p:cNvPr id="61" name="Rectangle 44"/>
            <p:cNvSpPr>
              <a:spLocks noChangeArrowheads="1"/>
            </p:cNvSpPr>
            <p:nvPr/>
          </p:nvSpPr>
          <p:spPr bwMode="auto">
            <a:xfrm>
              <a:off x="4333" y="1158"/>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62" name="Text Box 45"/>
            <p:cNvSpPr txBox="1">
              <a:spLocks noChangeArrowheads="1"/>
            </p:cNvSpPr>
            <p:nvPr/>
          </p:nvSpPr>
          <p:spPr bwMode="auto">
            <a:xfrm>
              <a:off x="3754" y="1102"/>
              <a:ext cx="60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校验和</a:t>
              </a:r>
            </a:p>
          </p:txBody>
        </p:sp>
      </p:grpSp>
      <p:sp>
        <p:nvSpPr>
          <p:cNvPr id="63" name="Rectangle 46"/>
          <p:cNvSpPr>
            <a:spLocks noChangeArrowheads="1"/>
          </p:cNvSpPr>
          <p:nvPr/>
        </p:nvSpPr>
        <p:spPr bwMode="auto">
          <a:xfrm>
            <a:off x="6243538" y="2118389"/>
            <a:ext cx="874479" cy="177378"/>
          </a:xfrm>
          <a:prstGeom prst="rect">
            <a:avLst/>
          </a:prstGeom>
          <a:solidFill>
            <a:srgbClr val="00B050"/>
          </a:solidFill>
          <a:ln w="9525">
            <a:solidFill>
              <a:schemeClr val="tx1"/>
            </a:solidFill>
            <a:miter lim="800000"/>
            <a:headEnd/>
            <a:tailEnd/>
          </a:ln>
          <a:effec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64" name="Text Box 47"/>
          <p:cNvSpPr txBox="1">
            <a:spLocks noChangeArrowheads="1"/>
          </p:cNvSpPr>
          <p:nvPr/>
        </p:nvSpPr>
        <p:spPr bwMode="auto">
          <a:xfrm>
            <a:off x="5796537" y="2082345"/>
            <a:ext cx="462471"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a:latin typeface="微软雅黑" pitchFamily="34" charset="-122"/>
                <a:ea typeface="微软雅黑" pitchFamily="34" charset="-122"/>
              </a:rPr>
              <a:t>字 </a:t>
            </a:r>
            <a:r>
              <a:rPr kumimoji="1" lang="en-US" altLang="zh-CN" sz="1100" b="1">
                <a:latin typeface="微软雅黑" pitchFamily="34" charset="-122"/>
                <a:ea typeface="微软雅黑" pitchFamily="34" charset="-122"/>
              </a:rPr>
              <a:t>n</a:t>
            </a:r>
          </a:p>
        </p:txBody>
      </p:sp>
      <p:grpSp>
        <p:nvGrpSpPr>
          <p:cNvPr id="65" name="Group 74"/>
          <p:cNvGrpSpPr>
            <a:grpSpLocks/>
          </p:cNvGrpSpPr>
          <p:nvPr/>
        </p:nvGrpSpPr>
        <p:grpSpPr bwMode="auto">
          <a:xfrm>
            <a:off x="5496480" y="2435203"/>
            <a:ext cx="1621537" cy="441073"/>
            <a:chOff x="3606" y="1875"/>
            <a:chExt cx="1578" cy="465"/>
          </a:xfrm>
        </p:grpSpPr>
        <p:sp>
          <p:nvSpPr>
            <p:cNvPr id="66" name="Rectangle 48"/>
            <p:cNvSpPr>
              <a:spLocks noChangeArrowheads="1"/>
            </p:cNvSpPr>
            <p:nvPr/>
          </p:nvSpPr>
          <p:spPr bwMode="auto">
            <a:xfrm>
              <a:off x="4333" y="2000"/>
              <a:ext cx="851" cy="188"/>
            </a:xfrm>
            <a:prstGeom prst="rect">
              <a:avLst/>
            </a:prstGeom>
            <a:solidFill>
              <a:srgbClr val="00B05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solidFill>
                    <a:schemeClr val="bg1"/>
                  </a:solidFill>
                  <a:latin typeface="微软雅黑" pitchFamily="34" charset="-122"/>
                  <a:ea typeface="微软雅黑" pitchFamily="34" charset="-122"/>
                </a:rPr>
                <a:t>16 </a:t>
              </a:r>
              <a:r>
                <a:rPr kumimoji="1" lang="zh-CN" altLang="en-US" sz="1200" b="1">
                  <a:solidFill>
                    <a:schemeClr val="bg1"/>
                  </a:solidFill>
                  <a:latin typeface="微软雅黑" pitchFamily="34" charset="-122"/>
                  <a:ea typeface="微软雅黑" pitchFamily="34" charset="-122"/>
                </a:rPr>
                <a:t>位</a:t>
              </a:r>
            </a:p>
          </p:txBody>
        </p:sp>
        <p:sp>
          <p:nvSpPr>
            <p:cNvPr id="67" name="Text Box 49"/>
            <p:cNvSpPr txBox="1">
              <a:spLocks noChangeArrowheads="1"/>
            </p:cNvSpPr>
            <p:nvPr/>
          </p:nvSpPr>
          <p:spPr bwMode="auto">
            <a:xfrm>
              <a:off x="3606" y="1875"/>
              <a:ext cx="743" cy="4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反码算术</a:t>
              </a:r>
            </a:p>
            <a:p>
              <a:r>
                <a:rPr kumimoji="1" lang="zh-CN" altLang="en-US" sz="1100" b="1" dirty="0">
                  <a:latin typeface="微软雅黑" pitchFamily="34" charset="-122"/>
                  <a:ea typeface="微软雅黑" pitchFamily="34" charset="-122"/>
                </a:rPr>
                <a:t>运算求和</a:t>
              </a:r>
            </a:p>
          </p:txBody>
        </p:sp>
      </p:grpSp>
      <p:grpSp>
        <p:nvGrpSpPr>
          <p:cNvPr id="68" name="Group 76"/>
          <p:cNvGrpSpPr>
            <a:grpSpLocks/>
          </p:cNvGrpSpPr>
          <p:nvPr/>
        </p:nvGrpSpPr>
        <p:grpSpPr bwMode="auto">
          <a:xfrm>
            <a:off x="5820171" y="3098235"/>
            <a:ext cx="1297846" cy="264644"/>
            <a:chOff x="3921" y="2574"/>
            <a:chExt cx="1263" cy="279"/>
          </a:xfrm>
        </p:grpSpPr>
        <p:sp>
          <p:nvSpPr>
            <p:cNvPr id="69" name="Rectangle 50"/>
            <p:cNvSpPr>
              <a:spLocks noChangeArrowheads="1"/>
            </p:cNvSpPr>
            <p:nvPr/>
          </p:nvSpPr>
          <p:spPr bwMode="auto">
            <a:xfrm>
              <a:off x="4333" y="2619"/>
              <a:ext cx="851" cy="186"/>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16 </a:t>
              </a:r>
              <a:r>
                <a:rPr kumimoji="1" lang="zh-CN" altLang="en-US" sz="1200" b="1" dirty="0">
                  <a:solidFill>
                    <a:schemeClr val="bg1"/>
                  </a:solidFill>
                  <a:latin typeface="微软雅黑" pitchFamily="34" charset="-122"/>
                  <a:ea typeface="微软雅黑" pitchFamily="34" charset="-122"/>
                </a:rPr>
                <a:t>位</a:t>
              </a:r>
            </a:p>
          </p:txBody>
        </p:sp>
        <p:sp>
          <p:nvSpPr>
            <p:cNvPr id="70" name="Text Box 51"/>
            <p:cNvSpPr txBox="1">
              <a:spLocks noChangeArrowheads="1"/>
            </p:cNvSpPr>
            <p:nvPr/>
          </p:nvSpPr>
          <p:spPr bwMode="auto">
            <a:xfrm>
              <a:off x="3921" y="2574"/>
              <a:ext cx="458"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itchFamily="34" charset="-122"/>
                  <a:ea typeface="微软雅黑" pitchFamily="34" charset="-122"/>
                </a:rPr>
                <a:t>结果</a:t>
              </a:r>
            </a:p>
          </p:txBody>
        </p:sp>
      </p:grpSp>
      <p:sp>
        <p:nvSpPr>
          <p:cNvPr id="71" name="Text Box 53"/>
          <p:cNvSpPr txBox="1">
            <a:spLocks noChangeArrowheads="1"/>
          </p:cNvSpPr>
          <p:nvPr/>
        </p:nvSpPr>
        <p:spPr bwMode="auto">
          <a:xfrm>
            <a:off x="6472690" y="1519856"/>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72" name="Text Box 54"/>
          <p:cNvSpPr txBox="1">
            <a:spLocks noChangeArrowheads="1"/>
          </p:cNvSpPr>
          <p:nvPr/>
        </p:nvSpPr>
        <p:spPr bwMode="auto">
          <a:xfrm>
            <a:off x="6462414" y="1872715"/>
            <a:ext cx="317088"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a:t>
            </a:r>
          </a:p>
        </p:txBody>
      </p:sp>
      <p:sp>
        <p:nvSpPr>
          <p:cNvPr id="73" name="Line 55"/>
          <p:cNvSpPr>
            <a:spLocks noChangeShapeType="1"/>
          </p:cNvSpPr>
          <p:nvPr/>
        </p:nvSpPr>
        <p:spPr bwMode="auto">
          <a:xfrm>
            <a:off x="5763653" y="2377341"/>
            <a:ext cx="167291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5" name="AutoShape 52"/>
          <p:cNvSpPr>
            <a:spLocks noChangeArrowheads="1"/>
          </p:cNvSpPr>
          <p:nvPr/>
        </p:nvSpPr>
        <p:spPr bwMode="auto">
          <a:xfrm>
            <a:off x="6654574" y="2793753"/>
            <a:ext cx="102759" cy="299740"/>
          </a:xfrm>
          <a:prstGeom prst="downArrow">
            <a:avLst>
              <a:gd name="adj1" fmla="val 50000"/>
              <a:gd name="adj2" fmla="val 79000"/>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7" name="AutoShape 57"/>
          <p:cNvSpPr>
            <a:spLocks/>
          </p:cNvSpPr>
          <p:nvPr/>
        </p:nvSpPr>
        <p:spPr bwMode="auto">
          <a:xfrm>
            <a:off x="5635204" y="1150874"/>
            <a:ext cx="102759" cy="1154379"/>
          </a:xfrm>
          <a:prstGeom prst="leftBrace">
            <a:avLst>
              <a:gd name="adj1" fmla="val 101417"/>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zh-CN" sz="1200" b="1">
              <a:latin typeface="微软雅黑" pitchFamily="34" charset="-122"/>
              <a:ea typeface="微软雅黑" pitchFamily="34" charset="-122"/>
            </a:endParaRPr>
          </a:p>
        </p:txBody>
      </p:sp>
      <p:sp>
        <p:nvSpPr>
          <p:cNvPr id="78" name="Text Box 58"/>
          <p:cNvSpPr txBox="1">
            <a:spLocks noChangeArrowheads="1"/>
          </p:cNvSpPr>
          <p:nvPr/>
        </p:nvSpPr>
        <p:spPr bwMode="auto">
          <a:xfrm>
            <a:off x="4312696" y="3585789"/>
            <a:ext cx="763949" cy="264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数据部分</a:t>
            </a:r>
          </a:p>
        </p:txBody>
      </p:sp>
      <p:sp>
        <p:nvSpPr>
          <p:cNvPr id="79" name="AutoShape 59"/>
          <p:cNvSpPr>
            <a:spLocks/>
          </p:cNvSpPr>
          <p:nvPr/>
        </p:nvSpPr>
        <p:spPr bwMode="auto">
          <a:xfrm>
            <a:off x="5238555" y="3015712"/>
            <a:ext cx="103786" cy="443919"/>
          </a:xfrm>
          <a:prstGeom prst="rightBrace">
            <a:avLst>
              <a:gd name="adj1" fmla="val 38614"/>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0" name="Freeform 60"/>
          <p:cNvSpPr>
            <a:spLocks/>
          </p:cNvSpPr>
          <p:nvPr/>
        </p:nvSpPr>
        <p:spPr bwMode="auto">
          <a:xfrm>
            <a:off x="5342341" y="1727588"/>
            <a:ext cx="293890" cy="1509135"/>
          </a:xfrm>
          <a:custGeom>
            <a:avLst/>
            <a:gdLst>
              <a:gd name="T0" fmla="*/ 0 w 464"/>
              <a:gd name="T1" fmla="*/ 1624 h 1624"/>
              <a:gd name="T2" fmla="*/ 56 w 464"/>
              <a:gd name="T3" fmla="*/ 1624 h 1624"/>
              <a:gd name="T4" fmla="*/ 56 w 464"/>
              <a:gd name="T5" fmla="*/ 0 h 1624"/>
              <a:gd name="T6" fmla="*/ 464 w 464"/>
              <a:gd name="T7" fmla="*/ 0 h 1624"/>
            </a:gdLst>
            <a:ahLst/>
            <a:cxnLst>
              <a:cxn ang="0">
                <a:pos x="T0" y="T1"/>
              </a:cxn>
              <a:cxn ang="0">
                <a:pos x="T2" y="T3"/>
              </a:cxn>
              <a:cxn ang="0">
                <a:pos x="T4" y="T5"/>
              </a:cxn>
              <a:cxn ang="0">
                <a:pos x="T6" y="T7"/>
              </a:cxn>
            </a:cxnLst>
            <a:rect l="0" t="0" r="r" b="b"/>
            <a:pathLst>
              <a:path w="464" h="1624">
                <a:moveTo>
                  <a:pt x="0" y="1624"/>
                </a:moveTo>
                <a:lnTo>
                  <a:pt x="56" y="1624"/>
                </a:lnTo>
                <a:lnTo>
                  <a:pt x="56" y="0"/>
                </a:lnTo>
                <a:lnTo>
                  <a:pt x="464" y="0"/>
                </a:lnTo>
              </a:path>
            </a:pathLst>
          </a:custGeom>
          <a:noFill/>
          <a:ln w="19050" cmpd="sng">
            <a:solidFill>
              <a:schemeClr val="tx1"/>
            </a:solidFill>
            <a:round/>
            <a:headEnd type="none" w="med" len="me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81" name="Group 77"/>
          <p:cNvGrpSpPr>
            <a:grpSpLocks/>
          </p:cNvGrpSpPr>
          <p:nvPr/>
        </p:nvGrpSpPr>
        <p:grpSpPr bwMode="auto">
          <a:xfrm>
            <a:off x="5944509" y="3381851"/>
            <a:ext cx="1603040" cy="829976"/>
            <a:chOff x="4042" y="2873"/>
            <a:chExt cx="1560" cy="875"/>
          </a:xfrm>
        </p:grpSpPr>
        <p:sp>
          <p:nvSpPr>
            <p:cNvPr id="82" name="AutoShape 61"/>
            <p:cNvSpPr>
              <a:spLocks noChangeArrowheads="1"/>
            </p:cNvSpPr>
            <p:nvPr/>
          </p:nvSpPr>
          <p:spPr bwMode="auto">
            <a:xfrm>
              <a:off x="4742" y="2873"/>
              <a:ext cx="101" cy="316"/>
            </a:xfrm>
            <a:prstGeom prst="downArrow">
              <a:avLst>
                <a:gd name="adj1" fmla="val 50000"/>
                <a:gd name="adj2" fmla="val 78218"/>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3" name="Rectangle 62"/>
            <p:cNvSpPr>
              <a:spLocks noChangeArrowheads="1"/>
            </p:cNvSpPr>
            <p:nvPr/>
          </p:nvSpPr>
          <p:spPr bwMode="auto">
            <a:xfrm>
              <a:off x="4042" y="3235"/>
              <a:ext cx="1560" cy="513"/>
            </a:xfrm>
            <a:prstGeom prst="rect">
              <a:avLst/>
            </a:prstGeom>
            <a:solidFill>
              <a:srgbClr val="00FFFF"/>
            </a:solidFill>
            <a:ln w="12700">
              <a:solidFill>
                <a:srgbClr val="333399"/>
              </a:solidFill>
              <a:miter lim="800000"/>
              <a:headEnd/>
              <a:tailEnd/>
            </a:ln>
            <a:effectLst/>
          </p:spPr>
          <p:txBody>
            <a:bodyPr wrap="none" anchor="ctr"/>
            <a:lstStyle/>
            <a:p>
              <a:r>
                <a:rPr kumimoji="1" lang="zh-CN" altLang="en-US" sz="1200" b="1" dirty="0">
                  <a:latin typeface="微软雅黑" pitchFamily="34" charset="-122"/>
                  <a:ea typeface="微软雅黑" pitchFamily="34" charset="-122"/>
                </a:rPr>
                <a:t>若结果为全</a:t>
              </a:r>
              <a:r>
                <a:rPr kumimoji="1" lang="en-US" altLang="zh-CN" sz="1200" b="1" dirty="0">
                  <a:latin typeface="微软雅黑" pitchFamily="34" charset="-122"/>
                  <a:ea typeface="微软雅黑" pitchFamily="34" charset="-122"/>
                </a:rPr>
                <a:t>1, </a:t>
              </a:r>
              <a:r>
                <a:rPr kumimoji="1" lang="zh-CN" altLang="en-US" sz="1200" b="1" dirty="0">
                  <a:latin typeface="微软雅黑" pitchFamily="34" charset="-122"/>
                  <a:ea typeface="微软雅黑" pitchFamily="34" charset="-122"/>
                </a:rPr>
                <a:t>则保留；</a:t>
              </a:r>
            </a:p>
            <a:p>
              <a:r>
                <a:rPr kumimoji="1" lang="zh-CN" altLang="en-US" sz="1200" b="1" dirty="0">
                  <a:latin typeface="微软雅黑" pitchFamily="34" charset="-122"/>
                  <a:ea typeface="微软雅黑" pitchFamily="34" charset="-122"/>
                </a:rPr>
                <a:t>否则，丢弃该数据报</a:t>
              </a:r>
            </a:p>
          </p:txBody>
        </p:sp>
      </p:grpSp>
      <p:grpSp>
        <p:nvGrpSpPr>
          <p:cNvPr id="84" name="Group 72"/>
          <p:cNvGrpSpPr>
            <a:grpSpLocks/>
          </p:cNvGrpSpPr>
          <p:nvPr/>
        </p:nvGrpSpPr>
        <p:grpSpPr bwMode="auto">
          <a:xfrm>
            <a:off x="2340751" y="3577253"/>
            <a:ext cx="1907207" cy="461942"/>
            <a:chOff x="535" y="3079"/>
            <a:chExt cx="1856" cy="487"/>
          </a:xfrm>
        </p:grpSpPr>
        <p:sp>
          <p:nvSpPr>
            <p:cNvPr id="85" name="Text Box 63"/>
            <p:cNvSpPr txBox="1">
              <a:spLocks noChangeArrowheads="1"/>
            </p:cNvSpPr>
            <p:nvPr/>
          </p:nvSpPr>
          <p:spPr bwMode="auto">
            <a:xfrm>
              <a:off x="535" y="3079"/>
              <a:ext cx="1528" cy="48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FF"/>
                  </a:solidFill>
                  <a:latin typeface="微软雅黑" pitchFamily="34" charset="-122"/>
                  <a:ea typeface="微软雅黑" pitchFamily="34" charset="-122"/>
                </a:rPr>
                <a:t>数据部分</a:t>
              </a:r>
            </a:p>
            <a:p>
              <a:pPr algn="ctr"/>
              <a:r>
                <a:rPr kumimoji="1" lang="zh-CN" altLang="en-US" sz="1200" b="1" dirty="0">
                  <a:solidFill>
                    <a:srgbClr val="0000FF"/>
                  </a:solidFill>
                  <a:latin typeface="微软雅黑" pitchFamily="34" charset="-122"/>
                  <a:ea typeface="微软雅黑" pitchFamily="34" charset="-122"/>
                </a:rPr>
                <a:t>不参与校验和的计算</a:t>
              </a:r>
            </a:p>
          </p:txBody>
        </p:sp>
        <p:sp>
          <p:nvSpPr>
            <p:cNvPr id="86" name="Line 64"/>
            <p:cNvSpPr>
              <a:spLocks noChangeShapeType="1"/>
            </p:cNvSpPr>
            <p:nvPr/>
          </p:nvSpPr>
          <p:spPr bwMode="auto">
            <a:xfrm>
              <a:off x="2020" y="3266"/>
              <a:ext cx="371" cy="0"/>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2" name="矩形 1"/>
          <p:cNvSpPr/>
          <p:nvPr/>
        </p:nvSpPr>
        <p:spPr>
          <a:xfrm>
            <a:off x="1064300" y="4362985"/>
            <a:ext cx="6777000"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数据报每经过一个路由器，路由器都要重新计算一下首部校验和</a:t>
            </a:r>
          </a:p>
        </p:txBody>
      </p:sp>
    </p:spTree>
    <p:custDataLst>
      <p:tags r:id="rId1"/>
    </p:custDataLst>
    <p:extLst>
      <p:ext uri="{BB962C8B-B14F-4D97-AF65-F5344CB8AC3E}">
        <p14:creationId xmlns:p14="http://schemas.microsoft.com/office/powerpoint/2010/main" val="1622794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2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84"/>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2000" fill="hold" nodeType="clickEffect">
                                  <p:stCondLst>
                                    <p:cond delay="0"/>
                                  </p:stCondLst>
                                  <p:childTnLst>
                                    <p:anim calcmode="discrete" valueType="str">
                                      <p:cBhvr>
                                        <p:cTn id="14" dur="1000" fill="hold"/>
                                        <p:tgtEl>
                                          <p:spTgt spid="27"/>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2000" fill="hold" nodeType="clickEffect">
                                  <p:stCondLst>
                                    <p:cond delay="0"/>
                                  </p:stCondLst>
                                  <p:childTnLst>
                                    <p:anim calcmode="discrete" valueType="str">
                                      <p:cBhvr>
                                        <p:cTn id="18" dur="1000" fill="hold"/>
                                        <p:tgtEl>
                                          <p:spTgt spid="33"/>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2000" fill="hold" nodeType="clickEffect">
                                  <p:stCondLst>
                                    <p:cond delay="0"/>
                                  </p:stCondLst>
                                  <p:childTnLst>
                                    <p:anim calcmode="discrete" valueType="str">
                                      <p:cBhvr>
                                        <p:cTn id="22" dur="1000" fill="hold"/>
                                        <p:tgtEl>
                                          <p:spTgt spid="52"/>
                                        </p:tgtEl>
                                        <p:attrNameLst>
                                          <p:attrName>style.visibility</p:attrName>
                                        </p:attrNameLst>
                                      </p:cBhvr>
                                      <p:tavLst>
                                        <p:tav tm="0">
                                          <p:val>
                                            <p:strVal val="hidden"/>
                                          </p:val>
                                        </p:tav>
                                        <p:tav tm="50000">
                                          <p:val>
                                            <p:strVal val="visible"/>
                                          </p:val>
                                        </p:tav>
                                      </p:tavLst>
                                    </p:anim>
                                  </p:childTnLst>
                                </p:cTn>
                              </p:par>
                            </p:childTnLst>
                          </p:cTn>
                        </p:par>
                        <p:par>
                          <p:cTn id="23" fill="hold">
                            <p:stCondLst>
                              <p:cond delay="2000"/>
                            </p:stCondLst>
                            <p:childTnLst>
                              <p:par>
                                <p:cTn id="24" presetID="1" presetClass="entr" presetSubtype="0" fill="hold" grpId="0" nodeType="afterEffect">
                                  <p:stCondLst>
                                    <p:cond delay="0"/>
                                  </p:stCondLst>
                                  <p:childTnLst>
                                    <p:set>
                                      <p:cBhvr>
                                        <p:cTn id="25" dur="1" fill="hold">
                                          <p:stCondLst>
                                            <p:cond delay="0"/>
                                          </p:stCondLst>
                                        </p:cTn>
                                        <p:tgtEl>
                                          <p:spTgt spid="55"/>
                                        </p:tgtEl>
                                        <p:attrNameLst>
                                          <p:attrName>style.visibility</p:attrName>
                                        </p:attrNameLst>
                                      </p:cBhvr>
                                      <p:to>
                                        <p:strVal val="visible"/>
                                      </p:to>
                                    </p:set>
                                  </p:childTnLst>
                                </p:cTn>
                              </p:par>
                            </p:childTnLst>
                          </p:cTn>
                        </p:par>
                        <p:par>
                          <p:cTn id="26" fill="hold">
                            <p:stCondLst>
                              <p:cond delay="2000"/>
                            </p:stCondLst>
                            <p:childTnLst>
                              <p:par>
                                <p:cTn id="27" presetID="22" presetClass="entr" presetSubtype="8" fill="hold" grpId="1" nodeType="afterEffect">
                                  <p:stCondLst>
                                    <p:cond delay="0"/>
                                  </p:stCondLst>
                                  <p:childTnLst>
                                    <p:set>
                                      <p:cBhvr>
                                        <p:cTn id="28" dur="1" fill="hold">
                                          <p:stCondLst>
                                            <p:cond delay="0"/>
                                          </p:stCondLst>
                                        </p:cTn>
                                        <p:tgtEl>
                                          <p:spTgt spid="55"/>
                                        </p:tgtEl>
                                        <p:attrNameLst>
                                          <p:attrName>style.visibility</p:attrName>
                                        </p:attrNameLst>
                                      </p:cBhvr>
                                      <p:to>
                                        <p:strVal val="visible"/>
                                      </p:to>
                                    </p:set>
                                    <p:animEffect transition="in" filter="wipe(left)">
                                      <p:cBhvr>
                                        <p:cTn id="29" dur="1000"/>
                                        <p:tgtEl>
                                          <p:spTgt spid="55"/>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emph" presetSubtype="0" repeatCount="2000" fill="hold" nodeType="clickEffect">
                                  <p:stCondLst>
                                    <p:cond delay="0"/>
                                  </p:stCondLst>
                                  <p:childTnLst>
                                    <p:anim calcmode="discrete" valueType="str">
                                      <p:cBhvr>
                                        <p:cTn id="33" dur="1000" fill="hold"/>
                                        <p:tgtEl>
                                          <p:spTgt spid="60"/>
                                        </p:tgtEl>
                                        <p:attrNameLst>
                                          <p:attrName>style.visibility</p:attrName>
                                        </p:attrNameLst>
                                      </p:cBhvr>
                                      <p:tavLst>
                                        <p:tav tm="0">
                                          <p:val>
                                            <p:strVal val="hidden"/>
                                          </p:val>
                                        </p:tav>
                                        <p:tav tm="50000">
                                          <p:val>
                                            <p:strVal val="visible"/>
                                          </p:val>
                                        </p:tav>
                                      </p:tavLst>
                                    </p:anim>
                                  </p:childTnLst>
                                </p:cTn>
                              </p:par>
                            </p:childTnLst>
                          </p:cTn>
                        </p:par>
                      </p:childTnLst>
                    </p:cTn>
                  </p:par>
                  <p:par>
                    <p:cTn id="34" fill="hold">
                      <p:stCondLst>
                        <p:cond delay="indefinite"/>
                      </p:stCondLst>
                      <p:childTnLst>
                        <p:par>
                          <p:cTn id="35" fill="hold">
                            <p:stCondLst>
                              <p:cond delay="0"/>
                            </p:stCondLst>
                            <p:childTnLst>
                              <p:par>
                                <p:cTn id="36" presetID="35" presetClass="emph" presetSubtype="0" repeatCount="2000" fill="hold" nodeType="clickEffect">
                                  <p:stCondLst>
                                    <p:cond delay="0"/>
                                  </p:stCondLst>
                                  <p:childTnLst>
                                    <p:anim calcmode="discrete" valueType="str">
                                      <p:cBhvr>
                                        <p:cTn id="37" dur="1000" fill="hold"/>
                                        <p:tgtEl>
                                          <p:spTgt spid="65"/>
                                        </p:tgtEl>
                                        <p:attrNameLst>
                                          <p:attrName>style.visibility</p:attrName>
                                        </p:attrNameLst>
                                      </p:cBhvr>
                                      <p:tavLst>
                                        <p:tav tm="0">
                                          <p:val>
                                            <p:strVal val="hidden"/>
                                          </p:val>
                                        </p:tav>
                                        <p:tav tm="50000">
                                          <p:val>
                                            <p:strVal val="visible"/>
                                          </p:val>
                                        </p:tav>
                                      </p:tavLst>
                                    </p:anim>
                                  </p:childTnLst>
                                </p:cTn>
                              </p:par>
                            </p:childTnLst>
                          </p:cTn>
                        </p:par>
                      </p:childTnLst>
                    </p:cTn>
                  </p:par>
                  <p:par>
                    <p:cTn id="38" fill="hold">
                      <p:stCondLst>
                        <p:cond delay="indefinite"/>
                      </p:stCondLst>
                      <p:childTnLst>
                        <p:par>
                          <p:cTn id="39" fill="hold">
                            <p:stCondLst>
                              <p:cond delay="0"/>
                            </p:stCondLst>
                            <p:childTnLst>
                              <p:par>
                                <p:cTn id="40" presetID="35" presetClass="emph" presetSubtype="0" repeatCount="2000" fill="hold" nodeType="clickEffect">
                                  <p:stCondLst>
                                    <p:cond delay="0"/>
                                  </p:stCondLst>
                                  <p:childTnLst>
                                    <p:anim calcmode="discrete" valueType="str">
                                      <p:cBhvr>
                                        <p:cTn id="41" dur="1000" fill="hold"/>
                                        <p:tgtEl>
                                          <p:spTgt spid="68"/>
                                        </p:tgtEl>
                                        <p:attrNameLst>
                                          <p:attrName>style.visibility</p:attrName>
                                        </p:attrNameLst>
                                      </p:cBhvr>
                                      <p:tavLst>
                                        <p:tav tm="0">
                                          <p:val>
                                            <p:strVal val="hidden"/>
                                          </p:val>
                                        </p:tav>
                                        <p:tav tm="50000">
                                          <p:val>
                                            <p:strVal val="visible"/>
                                          </p:val>
                                        </p:tav>
                                      </p:tavLst>
                                    </p:anim>
                                  </p:childTnLst>
                                </p:cTn>
                              </p:par>
                            </p:childTnLst>
                          </p:cTn>
                        </p:par>
                      </p:childTnLst>
                    </p:cTn>
                  </p:par>
                  <p:par>
                    <p:cTn id="42" fill="hold">
                      <p:stCondLst>
                        <p:cond delay="indefinite"/>
                      </p:stCondLst>
                      <p:childTnLst>
                        <p:par>
                          <p:cTn id="43" fill="hold">
                            <p:stCondLst>
                              <p:cond delay="0"/>
                            </p:stCondLst>
                            <p:childTnLst>
                              <p:par>
                                <p:cTn id="44" presetID="35" presetClass="emph" presetSubtype="0" repeatCount="2000" fill="hold" nodeType="clickEffect">
                                  <p:stCondLst>
                                    <p:cond delay="0"/>
                                  </p:stCondLst>
                                  <p:childTnLst>
                                    <p:anim calcmode="discrete" valueType="str">
                                      <p:cBhvr>
                                        <p:cTn id="45" dur="1000" fill="hold"/>
                                        <p:tgtEl>
                                          <p:spTgt spid="8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5" grpId="1"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AutoShape 5"/>
          <p:cNvSpPr>
            <a:spLocks noChangeArrowheads="1"/>
          </p:cNvSpPr>
          <p:nvPr/>
        </p:nvSpPr>
        <p:spPr bwMode="auto">
          <a:xfrm>
            <a:off x="556963" y="606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0" name="Rectangle 6"/>
          <p:cNvSpPr>
            <a:spLocks noChangeArrowheads="1"/>
          </p:cNvSpPr>
          <p:nvPr/>
        </p:nvSpPr>
        <p:spPr bwMode="auto">
          <a:xfrm>
            <a:off x="2167869" y="573764"/>
            <a:ext cx="48269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数据报首部的固定部分中的各字段</a:t>
            </a:r>
          </a:p>
        </p:txBody>
      </p:sp>
      <p:sp>
        <p:nvSpPr>
          <p:cNvPr id="21" name="圆角矩形 20"/>
          <p:cNvSpPr/>
          <p:nvPr/>
        </p:nvSpPr>
        <p:spPr>
          <a:xfrm>
            <a:off x="556963" y="104456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2" name="组合 21"/>
          <p:cNvGrpSpPr/>
          <p:nvPr/>
        </p:nvGrpSpPr>
        <p:grpSpPr>
          <a:xfrm>
            <a:off x="1637153" y="1084892"/>
            <a:ext cx="5962309" cy="2192261"/>
            <a:chOff x="1392642" y="1665825"/>
            <a:chExt cx="5962309" cy="2192261"/>
          </a:xfrm>
        </p:grpSpPr>
        <p:sp>
          <p:nvSpPr>
            <p:cNvPr id="23" name="Rectangle 10"/>
            <p:cNvSpPr>
              <a:spLocks noChangeArrowheads="1"/>
            </p:cNvSpPr>
            <p:nvPr/>
          </p:nvSpPr>
          <p:spPr bwMode="auto">
            <a:xfrm>
              <a:off x="2200802" y="1897276"/>
              <a:ext cx="5008725" cy="1553902"/>
            </a:xfrm>
            <a:prstGeom prst="rect">
              <a:avLst/>
            </a:prstGeom>
            <a:solidFill>
              <a:srgbClr val="99FFCC"/>
            </a:solidFill>
            <a:ln w="254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Rectangle 44"/>
            <p:cNvSpPr>
              <a:spLocks noChangeArrowheads="1"/>
            </p:cNvSpPr>
            <p:nvPr/>
          </p:nvSpPr>
          <p:spPr bwMode="auto">
            <a:xfrm>
              <a:off x="2752834" y="190317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首部长度</a:t>
              </a:r>
            </a:p>
          </p:txBody>
        </p:sp>
        <p:sp>
          <p:nvSpPr>
            <p:cNvPr id="25" name="Rectangle 45"/>
            <p:cNvSpPr>
              <a:spLocks noChangeArrowheads="1"/>
            </p:cNvSpPr>
            <p:nvPr/>
          </p:nvSpPr>
          <p:spPr bwMode="auto">
            <a:xfrm>
              <a:off x="1753649" y="2138994"/>
              <a:ext cx="336632" cy="754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1200" b="1" dirty="0">
                  <a:latin typeface="微软雅黑" pitchFamily="34" charset="-122"/>
                  <a:ea typeface="微软雅黑" pitchFamily="34" charset="-122"/>
                </a:rPr>
                <a:t>固</a:t>
              </a:r>
            </a:p>
            <a:p>
              <a:pPr defTabSz="762000" eaLnBrk="0" hangingPunct="0">
                <a:lnSpc>
                  <a:spcPct val="90000"/>
                </a:lnSpc>
              </a:pPr>
              <a:r>
                <a:rPr kumimoji="1" lang="zh-CN" altLang="en-US" sz="1200" b="1" dirty="0">
                  <a:latin typeface="微软雅黑" pitchFamily="34" charset="-122"/>
                  <a:ea typeface="微软雅黑" pitchFamily="34" charset="-122"/>
                </a:rPr>
                <a:t>定</a:t>
              </a:r>
            </a:p>
            <a:p>
              <a:pPr defTabSz="762000" eaLnBrk="0" hangingPunct="0">
                <a:lnSpc>
                  <a:spcPct val="90000"/>
                </a:lnSpc>
              </a:pPr>
              <a:r>
                <a:rPr kumimoji="1" lang="zh-CN" altLang="en-US" sz="1200" b="1" dirty="0">
                  <a:latin typeface="微软雅黑" pitchFamily="34" charset="-122"/>
                  <a:ea typeface="微软雅黑" pitchFamily="34" charset="-122"/>
                </a:rPr>
                <a:t>部</a:t>
              </a:r>
            </a:p>
            <a:p>
              <a:pPr defTabSz="762000" eaLnBrk="0" hangingPunct="0">
                <a:lnSpc>
                  <a:spcPct val="90000"/>
                </a:lnSpc>
              </a:pPr>
              <a:r>
                <a:rPr kumimoji="1" lang="zh-CN" altLang="en-US" sz="1200" b="1" dirty="0">
                  <a:latin typeface="微软雅黑" pitchFamily="34" charset="-122"/>
                  <a:ea typeface="微软雅黑" pitchFamily="34" charset="-122"/>
                </a:rPr>
                <a:t>分</a:t>
              </a:r>
            </a:p>
          </p:txBody>
        </p:sp>
        <p:sp>
          <p:nvSpPr>
            <p:cNvPr id="26" name="Rectangle 54"/>
            <p:cNvSpPr>
              <a:spLocks noChangeArrowheads="1"/>
            </p:cNvSpPr>
            <p:nvPr/>
          </p:nvSpPr>
          <p:spPr bwMode="auto">
            <a:xfrm>
              <a:off x="1680057" y="3112399"/>
              <a:ext cx="4905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可变</a:t>
              </a:r>
            </a:p>
            <a:p>
              <a:pPr defTabSz="762000" eaLnBrk="0" hangingPunct="0"/>
              <a:r>
                <a:rPr kumimoji="1" lang="zh-CN" altLang="en-US" sz="1200" b="1">
                  <a:latin typeface="微软雅黑" pitchFamily="34" charset="-122"/>
                  <a:ea typeface="微软雅黑" pitchFamily="34" charset="-122"/>
                </a:rPr>
                <a:t>部分</a:t>
              </a:r>
            </a:p>
          </p:txBody>
        </p:sp>
        <p:sp>
          <p:nvSpPr>
            <p:cNvPr id="27" name="Rectangle 11"/>
            <p:cNvSpPr>
              <a:spLocks noChangeArrowheads="1"/>
            </p:cNvSpPr>
            <p:nvPr/>
          </p:nvSpPr>
          <p:spPr bwMode="auto">
            <a:xfrm>
              <a:off x="2209902" y="3457711"/>
              <a:ext cx="4988504" cy="400375"/>
            </a:xfrm>
            <a:prstGeom prst="rect">
              <a:avLst/>
            </a:prstGeom>
            <a:solidFill>
              <a:srgbClr val="00FFFF"/>
            </a:solidFill>
            <a:ln w="28575">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8" name="Line 12"/>
            <p:cNvSpPr>
              <a:spLocks noChangeShapeType="1"/>
            </p:cNvSpPr>
            <p:nvPr/>
          </p:nvSpPr>
          <p:spPr bwMode="auto">
            <a:xfrm>
              <a:off x="2197769" y="2162326"/>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9" name="Line 13"/>
            <p:cNvSpPr>
              <a:spLocks noChangeShapeType="1"/>
            </p:cNvSpPr>
            <p:nvPr/>
          </p:nvSpPr>
          <p:spPr bwMode="auto">
            <a:xfrm>
              <a:off x="2197769" y="24227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0" name="Line 14"/>
            <p:cNvSpPr>
              <a:spLocks noChangeShapeType="1"/>
            </p:cNvSpPr>
            <p:nvPr/>
          </p:nvSpPr>
          <p:spPr bwMode="auto">
            <a:xfrm>
              <a:off x="2197769" y="26840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Line 15"/>
            <p:cNvSpPr>
              <a:spLocks noChangeShapeType="1"/>
            </p:cNvSpPr>
            <p:nvPr/>
          </p:nvSpPr>
          <p:spPr bwMode="auto">
            <a:xfrm>
              <a:off x="2197769" y="2941610"/>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2" name="Line 16"/>
            <p:cNvSpPr>
              <a:spLocks noChangeShapeType="1"/>
            </p:cNvSpPr>
            <p:nvPr/>
          </p:nvSpPr>
          <p:spPr bwMode="auto">
            <a:xfrm>
              <a:off x="2197769" y="3202927"/>
              <a:ext cx="50178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3" name="Line 17"/>
            <p:cNvSpPr>
              <a:spLocks noChangeShapeType="1"/>
            </p:cNvSpPr>
            <p:nvPr/>
          </p:nvSpPr>
          <p:spPr bwMode="auto">
            <a:xfrm>
              <a:off x="2814508"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4" name="Line 18"/>
            <p:cNvSpPr>
              <a:spLocks noChangeShapeType="1"/>
            </p:cNvSpPr>
            <p:nvPr/>
          </p:nvSpPr>
          <p:spPr bwMode="auto">
            <a:xfrm>
              <a:off x="3485247" y="1901943"/>
              <a:ext cx="0" cy="26038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Line 19"/>
            <p:cNvSpPr>
              <a:spLocks noChangeShapeType="1"/>
            </p:cNvSpPr>
            <p:nvPr/>
          </p:nvSpPr>
          <p:spPr bwMode="auto">
            <a:xfrm>
              <a:off x="3485247" y="2428310"/>
              <a:ext cx="0" cy="2538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6" name="Line 20"/>
            <p:cNvSpPr>
              <a:spLocks noChangeShapeType="1"/>
            </p:cNvSpPr>
            <p:nvPr/>
          </p:nvSpPr>
          <p:spPr bwMode="auto">
            <a:xfrm>
              <a:off x="4698087" y="1901943"/>
              <a:ext cx="0" cy="7802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7" name="Line 21"/>
            <p:cNvSpPr>
              <a:spLocks noChangeShapeType="1"/>
            </p:cNvSpPr>
            <p:nvPr/>
          </p:nvSpPr>
          <p:spPr bwMode="auto">
            <a:xfrm flipV="1">
              <a:off x="5953807" y="3200127"/>
              <a:ext cx="0" cy="259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Line 22"/>
            <p:cNvSpPr>
              <a:spLocks noChangeShapeType="1"/>
            </p:cNvSpPr>
            <p:nvPr/>
          </p:nvSpPr>
          <p:spPr bwMode="auto">
            <a:xfrm>
              <a:off x="5208666" y="2167926"/>
              <a:ext cx="0" cy="2547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9" name="Rectangle 23"/>
            <p:cNvSpPr>
              <a:spLocks noChangeArrowheads="1"/>
            </p:cNvSpPr>
            <p:nvPr/>
          </p:nvSpPr>
          <p:spPr bwMode="auto">
            <a:xfrm>
              <a:off x="2164406"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dirty="0">
                  <a:solidFill>
                    <a:srgbClr val="0000FF"/>
                  </a:solidFill>
                  <a:latin typeface="微软雅黑" pitchFamily="34" charset="-122"/>
                  <a:ea typeface="微软雅黑" pitchFamily="34" charset="-122"/>
                </a:rPr>
                <a:t>0</a:t>
              </a:r>
            </a:p>
          </p:txBody>
        </p:sp>
        <p:sp>
          <p:nvSpPr>
            <p:cNvPr id="40" name="Rectangle 24"/>
            <p:cNvSpPr>
              <a:spLocks noChangeArrowheads="1"/>
            </p:cNvSpPr>
            <p:nvPr/>
          </p:nvSpPr>
          <p:spPr bwMode="auto">
            <a:xfrm>
              <a:off x="2759912"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4</a:t>
              </a:r>
            </a:p>
          </p:txBody>
        </p:sp>
        <p:sp>
          <p:nvSpPr>
            <p:cNvPr id="41" name="Rectangle 25"/>
            <p:cNvSpPr>
              <a:spLocks noChangeArrowheads="1"/>
            </p:cNvSpPr>
            <p:nvPr/>
          </p:nvSpPr>
          <p:spPr bwMode="auto">
            <a:xfrm>
              <a:off x="3393838" y="1674224"/>
              <a:ext cx="27732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8</a:t>
              </a:r>
            </a:p>
          </p:txBody>
        </p:sp>
        <p:sp>
          <p:nvSpPr>
            <p:cNvPr id="42" name="Rectangle 26"/>
            <p:cNvSpPr>
              <a:spLocks noChangeArrowheads="1"/>
            </p:cNvSpPr>
            <p:nvPr/>
          </p:nvSpPr>
          <p:spPr bwMode="auto">
            <a:xfrm>
              <a:off x="463641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16</a:t>
              </a:r>
            </a:p>
          </p:txBody>
        </p:sp>
        <p:sp>
          <p:nvSpPr>
            <p:cNvPr id="43" name="Rectangle 27"/>
            <p:cNvSpPr>
              <a:spLocks noChangeArrowheads="1"/>
            </p:cNvSpPr>
            <p:nvPr/>
          </p:nvSpPr>
          <p:spPr bwMode="auto">
            <a:xfrm>
              <a:off x="5143958"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19</a:t>
              </a:r>
            </a:p>
          </p:txBody>
        </p:sp>
        <p:sp>
          <p:nvSpPr>
            <p:cNvPr id="44" name="Rectangle 28"/>
            <p:cNvSpPr>
              <a:spLocks noChangeArrowheads="1"/>
            </p:cNvSpPr>
            <p:nvPr/>
          </p:nvSpPr>
          <p:spPr bwMode="auto">
            <a:xfrm>
              <a:off x="5892134"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24</a:t>
              </a:r>
            </a:p>
          </p:txBody>
        </p:sp>
        <p:sp>
          <p:nvSpPr>
            <p:cNvPr id="45" name="Rectangle 29"/>
            <p:cNvSpPr>
              <a:spLocks noChangeArrowheads="1"/>
            </p:cNvSpPr>
            <p:nvPr/>
          </p:nvSpPr>
          <p:spPr bwMode="auto">
            <a:xfrm>
              <a:off x="6983053" y="1674224"/>
              <a:ext cx="37189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200" b="1">
                  <a:solidFill>
                    <a:srgbClr val="0000FF"/>
                  </a:solidFill>
                  <a:latin typeface="微软雅黑" pitchFamily="34" charset="-122"/>
                  <a:ea typeface="微软雅黑" pitchFamily="34" charset="-122"/>
                </a:rPr>
                <a:t>31</a:t>
              </a:r>
            </a:p>
          </p:txBody>
        </p:sp>
        <p:sp>
          <p:nvSpPr>
            <p:cNvPr id="46" name="Rectangle 30"/>
            <p:cNvSpPr>
              <a:spLocks noChangeArrowheads="1"/>
            </p:cNvSpPr>
            <p:nvPr/>
          </p:nvSpPr>
          <p:spPr bwMode="auto">
            <a:xfrm>
              <a:off x="2259443" y="1903178"/>
              <a:ext cx="537007"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 本</a:t>
              </a:r>
            </a:p>
          </p:txBody>
        </p:sp>
        <p:sp>
          <p:nvSpPr>
            <p:cNvPr id="47" name="Rectangle 31"/>
            <p:cNvSpPr>
              <a:spLocks noChangeArrowheads="1"/>
            </p:cNvSpPr>
            <p:nvPr/>
          </p:nvSpPr>
          <p:spPr bwMode="auto">
            <a:xfrm>
              <a:off x="4735495" y="2168531"/>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标志</a:t>
              </a:r>
            </a:p>
          </p:txBody>
        </p:sp>
        <p:sp>
          <p:nvSpPr>
            <p:cNvPr id="48" name="Rectangle 32"/>
            <p:cNvSpPr>
              <a:spLocks noChangeArrowheads="1"/>
            </p:cNvSpPr>
            <p:nvPr/>
          </p:nvSpPr>
          <p:spPr bwMode="auto">
            <a:xfrm>
              <a:off x="2384814" y="2421145"/>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生 存 时 间</a:t>
              </a:r>
            </a:p>
          </p:txBody>
        </p:sp>
        <p:sp>
          <p:nvSpPr>
            <p:cNvPr id="49" name="Rectangle 33"/>
            <p:cNvSpPr>
              <a:spLocks noChangeArrowheads="1"/>
            </p:cNvSpPr>
            <p:nvPr/>
          </p:nvSpPr>
          <p:spPr bwMode="auto">
            <a:xfrm>
              <a:off x="3741637" y="242114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协    议</a:t>
              </a:r>
            </a:p>
          </p:txBody>
        </p:sp>
        <p:sp>
          <p:nvSpPr>
            <p:cNvPr id="50" name="Rectangle 34"/>
            <p:cNvSpPr>
              <a:spLocks noChangeArrowheads="1"/>
            </p:cNvSpPr>
            <p:nvPr/>
          </p:nvSpPr>
          <p:spPr bwMode="auto">
            <a:xfrm>
              <a:off x="3113778" y="2168531"/>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标    识</a:t>
              </a:r>
            </a:p>
          </p:txBody>
        </p:sp>
        <p:sp>
          <p:nvSpPr>
            <p:cNvPr id="51" name="Rectangle 35"/>
            <p:cNvSpPr>
              <a:spLocks noChangeArrowheads="1"/>
            </p:cNvSpPr>
            <p:nvPr/>
          </p:nvSpPr>
          <p:spPr bwMode="auto">
            <a:xfrm>
              <a:off x="3630422" y="1903178"/>
              <a:ext cx="93775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区 分 服 务</a:t>
              </a:r>
            </a:p>
          </p:txBody>
        </p:sp>
        <p:sp>
          <p:nvSpPr>
            <p:cNvPr id="52" name="Rectangle 36"/>
            <p:cNvSpPr>
              <a:spLocks noChangeArrowheads="1"/>
            </p:cNvSpPr>
            <p:nvPr/>
          </p:nvSpPr>
          <p:spPr bwMode="auto">
            <a:xfrm>
              <a:off x="5474874" y="1903178"/>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总   长   度</a:t>
              </a:r>
            </a:p>
          </p:txBody>
        </p:sp>
        <p:sp>
          <p:nvSpPr>
            <p:cNvPr id="53" name="Rectangle 37"/>
            <p:cNvSpPr>
              <a:spLocks noChangeArrowheads="1"/>
            </p:cNvSpPr>
            <p:nvPr/>
          </p:nvSpPr>
          <p:spPr bwMode="auto">
            <a:xfrm>
              <a:off x="5794063" y="2168531"/>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片   偏   移</a:t>
              </a:r>
            </a:p>
          </p:txBody>
        </p:sp>
        <p:sp>
          <p:nvSpPr>
            <p:cNvPr id="54" name="Rectangle 38"/>
            <p:cNvSpPr>
              <a:spLocks noChangeArrowheads="1"/>
            </p:cNvSpPr>
            <p:nvPr/>
          </p:nvSpPr>
          <p:spPr bwMode="auto">
            <a:xfrm>
              <a:off x="6255098" y="3187665"/>
              <a:ext cx="6764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填    充</a:t>
              </a:r>
            </a:p>
          </p:txBody>
        </p:sp>
        <p:sp>
          <p:nvSpPr>
            <p:cNvPr id="55" name="Rectangle 39"/>
            <p:cNvSpPr>
              <a:spLocks noChangeArrowheads="1"/>
            </p:cNvSpPr>
            <p:nvPr/>
          </p:nvSpPr>
          <p:spPr bwMode="auto">
            <a:xfrm>
              <a:off x="5251131" y="2421145"/>
              <a:ext cx="151003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首   部   校   验   和</a:t>
              </a:r>
            </a:p>
          </p:txBody>
        </p:sp>
        <p:sp>
          <p:nvSpPr>
            <p:cNvPr id="56" name="Rectangle 40"/>
            <p:cNvSpPr>
              <a:spLocks noChangeArrowheads="1"/>
            </p:cNvSpPr>
            <p:nvPr/>
          </p:nvSpPr>
          <p:spPr bwMode="auto">
            <a:xfrm>
              <a:off x="4289625" y="2683546"/>
              <a:ext cx="92333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a:latin typeface="微软雅黑" pitchFamily="34" charset="-122"/>
                  <a:ea typeface="微软雅黑" pitchFamily="34" charset="-122"/>
                </a:rPr>
                <a:t>源   地   址</a:t>
              </a:r>
            </a:p>
          </p:txBody>
        </p:sp>
        <p:sp>
          <p:nvSpPr>
            <p:cNvPr id="57" name="Rectangle 41"/>
            <p:cNvSpPr>
              <a:spLocks noChangeArrowheads="1"/>
            </p:cNvSpPr>
            <p:nvPr/>
          </p:nvSpPr>
          <p:spPr bwMode="auto">
            <a:xfrm>
              <a:off x="4126846" y="2942996"/>
              <a:ext cx="1216681"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   的   地   址</a:t>
              </a:r>
            </a:p>
          </p:txBody>
        </p:sp>
        <p:sp>
          <p:nvSpPr>
            <p:cNvPr id="58" name="Rectangle 42"/>
            <p:cNvSpPr>
              <a:spLocks noChangeArrowheads="1"/>
            </p:cNvSpPr>
            <p:nvPr/>
          </p:nvSpPr>
          <p:spPr bwMode="auto">
            <a:xfrm>
              <a:off x="2896403" y="3187665"/>
              <a:ext cx="265136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0000FF"/>
                  </a:solidFill>
                  <a:latin typeface="微软雅黑" pitchFamily="34" charset="-122"/>
                  <a:ea typeface="微软雅黑" pitchFamily="34" charset="-122"/>
                </a:rPr>
                <a:t>可   选   字   段  （长   度   可   变）</a:t>
              </a:r>
            </a:p>
          </p:txBody>
        </p:sp>
        <p:sp>
          <p:nvSpPr>
            <p:cNvPr id="59" name="Rectangle 43"/>
            <p:cNvSpPr>
              <a:spLocks noChangeArrowheads="1"/>
            </p:cNvSpPr>
            <p:nvPr/>
          </p:nvSpPr>
          <p:spPr bwMode="auto">
            <a:xfrm>
              <a:off x="1864124" y="1665825"/>
              <a:ext cx="336632"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位</a:t>
              </a:r>
            </a:p>
          </p:txBody>
        </p:sp>
        <p:grpSp>
          <p:nvGrpSpPr>
            <p:cNvPr id="60" name="Group 46"/>
            <p:cNvGrpSpPr>
              <a:grpSpLocks/>
            </p:cNvGrpSpPr>
            <p:nvPr/>
          </p:nvGrpSpPr>
          <p:grpSpPr bwMode="auto">
            <a:xfrm>
              <a:off x="2158338" y="3299988"/>
              <a:ext cx="83917" cy="41064"/>
              <a:chOff x="833" y="3024"/>
              <a:chExt cx="78" cy="51"/>
            </a:xfrm>
          </p:grpSpPr>
          <p:sp>
            <p:nvSpPr>
              <p:cNvPr id="70"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1"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2"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grpSp>
          <p:nvGrpSpPr>
            <p:cNvPr id="61" name="Group 50"/>
            <p:cNvGrpSpPr>
              <a:grpSpLocks/>
            </p:cNvGrpSpPr>
            <p:nvPr/>
          </p:nvGrpSpPr>
          <p:grpSpPr bwMode="auto">
            <a:xfrm>
              <a:off x="7169086" y="3305588"/>
              <a:ext cx="83917" cy="39198"/>
              <a:chOff x="5432" y="3030"/>
              <a:chExt cx="78" cy="51"/>
            </a:xfrm>
          </p:grpSpPr>
          <p:sp>
            <p:nvSpPr>
              <p:cNvPr id="67"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8"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9"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sp>
          <p:nvSpPr>
            <p:cNvPr id="62" name="Rectangle 75"/>
            <p:cNvSpPr>
              <a:spLocks noChangeArrowheads="1"/>
            </p:cNvSpPr>
            <p:nvPr/>
          </p:nvSpPr>
          <p:spPr bwMode="auto">
            <a:xfrm>
              <a:off x="3904417" y="3528790"/>
              <a:ext cx="1852237" cy="27443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algn="ctr" defTabSz="762000" eaLnBrk="0" hangingPunct="0"/>
              <a:r>
                <a:rPr kumimoji="1" lang="zh-CN" altLang="en-US" sz="1200" b="1" dirty="0">
                  <a:latin typeface="微软雅黑" pitchFamily="34" charset="-122"/>
                  <a:ea typeface="微软雅黑" pitchFamily="34" charset="-122"/>
                </a:rPr>
                <a:t>数   据   部   分</a:t>
              </a:r>
            </a:p>
          </p:txBody>
        </p:sp>
        <p:sp>
          <p:nvSpPr>
            <p:cNvPr id="63" name="AutoShape 97"/>
            <p:cNvSpPr>
              <a:spLocks/>
            </p:cNvSpPr>
            <p:nvPr/>
          </p:nvSpPr>
          <p:spPr bwMode="auto">
            <a:xfrm>
              <a:off x="2045990" y="1927141"/>
              <a:ext cx="106160" cy="1270186"/>
            </a:xfrm>
            <a:prstGeom prst="leftBrace">
              <a:avLst>
                <a:gd name="adj1" fmla="val 10801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grpSp>
          <p:nvGrpSpPr>
            <p:cNvPr id="64" name="Group 94"/>
            <p:cNvGrpSpPr>
              <a:grpSpLocks/>
            </p:cNvGrpSpPr>
            <p:nvPr/>
          </p:nvGrpSpPr>
          <p:grpSpPr bwMode="auto">
            <a:xfrm>
              <a:off x="1392642" y="1885145"/>
              <a:ext cx="336679" cy="1566034"/>
              <a:chOff x="-127" y="845"/>
              <a:chExt cx="333" cy="1678"/>
            </a:xfrm>
          </p:grpSpPr>
          <p:sp>
            <p:nvSpPr>
              <p:cNvPr id="65" name="Line 89"/>
              <p:cNvSpPr>
                <a:spLocks noChangeShapeType="1"/>
              </p:cNvSpPr>
              <p:nvPr/>
            </p:nvSpPr>
            <p:spPr bwMode="auto">
              <a:xfrm>
                <a:off x="60" y="845"/>
                <a:ext cx="0" cy="1678"/>
              </a:xfrm>
              <a:prstGeom prst="line">
                <a:avLst/>
              </a:prstGeom>
              <a:noFill/>
              <a:ln w="1270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66" name="Rectangle 78"/>
              <p:cNvSpPr>
                <a:spLocks noChangeArrowheads="1"/>
              </p:cNvSpPr>
              <p:nvPr/>
            </p:nvSpPr>
            <p:spPr bwMode="auto">
              <a:xfrm>
                <a:off x="-127" y="1389"/>
                <a:ext cx="333" cy="49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solidFill>
                      <a:srgbClr val="CC00CC"/>
                    </a:solidFill>
                    <a:latin typeface="微软雅黑" pitchFamily="34" charset="-122"/>
                    <a:ea typeface="微软雅黑" pitchFamily="34" charset="-122"/>
                  </a:rPr>
                  <a:t>首</a:t>
                </a:r>
              </a:p>
              <a:p>
                <a:pPr defTabSz="762000" eaLnBrk="0" hangingPunct="0"/>
                <a:r>
                  <a:rPr kumimoji="1" lang="zh-CN" altLang="en-US" sz="1200" b="1" dirty="0">
                    <a:solidFill>
                      <a:srgbClr val="CC00CC"/>
                    </a:solidFill>
                    <a:latin typeface="微软雅黑" pitchFamily="34" charset="-122"/>
                    <a:ea typeface="微软雅黑" pitchFamily="34" charset="-122"/>
                  </a:rPr>
                  <a:t>部</a:t>
                </a:r>
              </a:p>
            </p:txBody>
          </p:sp>
        </p:grpSp>
      </p:grpSp>
      <p:sp>
        <p:nvSpPr>
          <p:cNvPr id="73" name="矩形 72"/>
          <p:cNvSpPr/>
          <p:nvPr/>
        </p:nvSpPr>
        <p:spPr>
          <a:xfrm>
            <a:off x="2442280" y="3469278"/>
            <a:ext cx="5017824" cy="338554"/>
          </a:xfrm>
          <a:prstGeom prst="rect">
            <a:avLst/>
          </a:prstGeom>
          <a:solidFill>
            <a:srgbClr val="0000CC"/>
          </a:solidFill>
          <a:ln w="9525">
            <a:noFill/>
            <a:miter lim="800000"/>
            <a:headEnd/>
            <a:tailEnd/>
          </a:ln>
          <a:effectLst/>
        </p:spPr>
        <p:txBody>
          <a:bodyPr wrap="square">
            <a:spAutoFit/>
          </a:bodyPr>
          <a:lstStyle/>
          <a:p>
            <a:pPr algn="ctr"/>
            <a:r>
              <a:rPr lang="zh-CN" altLang="en-US" sz="1600" b="1" dirty="0">
                <a:solidFill>
                  <a:schemeClr val="bg1"/>
                </a:solidFill>
                <a:latin typeface="微软雅黑" pitchFamily="34" charset="-122"/>
                <a:ea typeface="微软雅黑" pitchFamily="34" charset="-122"/>
              </a:rPr>
              <a:t>源地址和目的地址都各占 </a:t>
            </a:r>
            <a:r>
              <a:rPr lang="en-US" altLang="zh-CN" sz="1600" b="1" dirty="0">
                <a:solidFill>
                  <a:schemeClr val="bg1"/>
                </a:solidFill>
                <a:latin typeface="微软雅黑" pitchFamily="34" charset="-122"/>
                <a:ea typeface="微软雅黑" pitchFamily="34" charset="-122"/>
              </a:rPr>
              <a:t>32 </a:t>
            </a:r>
            <a:r>
              <a:rPr lang="zh-CN" altLang="en-US" sz="1600" b="1" dirty="0">
                <a:solidFill>
                  <a:schemeClr val="bg1"/>
                </a:solidFill>
                <a:latin typeface="微软雅黑" pitchFamily="34" charset="-122"/>
                <a:ea typeface="微软雅黑" pitchFamily="34" charset="-122"/>
              </a:rPr>
              <a:t>位。</a:t>
            </a:r>
          </a:p>
        </p:txBody>
      </p:sp>
      <p:sp>
        <p:nvSpPr>
          <p:cNvPr id="74" name="Rectangle 92"/>
          <p:cNvSpPr>
            <a:spLocks noChangeArrowheads="1"/>
          </p:cNvSpPr>
          <p:nvPr/>
        </p:nvSpPr>
        <p:spPr bwMode="auto">
          <a:xfrm flipV="1">
            <a:off x="2454413" y="2114646"/>
            <a:ext cx="5005691" cy="52185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24256603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withEffect">
                                  <p:stCondLst>
                                    <p:cond delay="0"/>
                                  </p:stCondLst>
                                  <p:childTnLst>
                                    <p:anim calcmode="discrete" valueType="str">
                                      <p:cBhvr>
                                        <p:cTn id="6" dur="1000" fill="hold"/>
                                        <p:tgtEl>
                                          <p:spTgt spid="74"/>
                                        </p:tgtEl>
                                        <p:attrNameLst>
                                          <p:attrName>style.visibility</p:attrName>
                                        </p:attrNameLst>
                                      </p:cBhvr>
                                      <p:tavLst>
                                        <p:tav tm="0">
                                          <p:val>
                                            <p:strVal val="hidden"/>
                                          </p:val>
                                        </p:tav>
                                        <p:tav tm="50000">
                                          <p:val>
                                            <p:strVal val="visible"/>
                                          </p:val>
                                        </p:tav>
                                      </p:tavLst>
                                    </p:anim>
                                  </p:childTnLst>
                                </p:cTn>
                              </p:par>
                              <p:par>
                                <p:cTn id="7" presetID="35" presetClass="emph" presetSubtype="0" repeatCount="4000" fill="hold" grpId="0" nodeType="withEffect">
                                  <p:stCondLst>
                                    <p:cond delay="0"/>
                                  </p:stCondLst>
                                  <p:childTnLst>
                                    <p:anim calcmode="discrete" valueType="str">
                                      <p:cBhvr>
                                        <p:cTn id="8" dur="1000" fill="hold"/>
                                        <p:tgtEl>
                                          <p:spTgt spid="7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4"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555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809070" y="572346"/>
            <a:ext cx="354456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2.  IP </a:t>
            </a:r>
            <a:r>
              <a:rPr lang="zh-CN" altLang="en-US" sz="2000" b="1" dirty="0">
                <a:solidFill>
                  <a:schemeClr val="bg1"/>
                </a:solidFill>
                <a:latin typeface="微软雅黑" pitchFamily="34" charset="-122"/>
                <a:ea typeface="微软雅黑" pitchFamily="34" charset="-122"/>
              </a:rPr>
              <a:t>数据报首部的可变部分</a:t>
            </a:r>
          </a:p>
        </p:txBody>
      </p:sp>
      <p:sp>
        <p:nvSpPr>
          <p:cNvPr id="7" name="Rectangle 68"/>
          <p:cNvSpPr>
            <a:spLocks noChangeArrowheads="1"/>
          </p:cNvSpPr>
          <p:nvPr/>
        </p:nvSpPr>
        <p:spPr bwMode="auto">
          <a:xfrm>
            <a:off x="448327" y="943894"/>
            <a:ext cx="8306380"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首部的可变部分就是一个选项字段，用来支持排错、测量以及安全等措施，内容很丰富。</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长度可变：</a:t>
            </a:r>
            <a:r>
              <a:rPr lang="zh-CN" altLang="en-US" sz="2000" b="1" dirty="0">
                <a:solidFill>
                  <a:srgbClr val="0000FF"/>
                </a:solidFill>
                <a:latin typeface="微软雅黑" pitchFamily="34" charset="-122"/>
                <a:ea typeface="微软雅黑" pitchFamily="34" charset="-122"/>
              </a:rPr>
              <a:t>从 </a:t>
            </a:r>
            <a:r>
              <a:rPr lang="en-US" altLang="zh-CN" sz="2000" b="1" dirty="0">
                <a:solidFill>
                  <a:srgbClr val="0000FF"/>
                </a:solidFill>
                <a:latin typeface="微软雅黑" pitchFamily="34" charset="-122"/>
                <a:ea typeface="微软雅黑" pitchFamily="34" charset="-122"/>
              </a:rPr>
              <a:t>1 </a:t>
            </a:r>
            <a:r>
              <a:rPr lang="zh-CN" altLang="en-US" sz="2000" b="1" dirty="0">
                <a:solidFill>
                  <a:srgbClr val="0000FF"/>
                </a:solidFill>
                <a:latin typeface="微软雅黑" pitchFamily="34" charset="-122"/>
                <a:ea typeface="微软雅黑" pitchFamily="34" charset="-122"/>
              </a:rPr>
              <a:t>个字节到 </a:t>
            </a:r>
            <a:r>
              <a:rPr lang="en-US" altLang="zh-CN" sz="2000" b="1" dirty="0">
                <a:solidFill>
                  <a:srgbClr val="0000FF"/>
                </a:solidFill>
                <a:latin typeface="微软雅黑" pitchFamily="34" charset="-122"/>
                <a:ea typeface="微软雅黑" pitchFamily="34" charset="-122"/>
              </a:rPr>
              <a:t>40 </a:t>
            </a:r>
            <a:r>
              <a:rPr lang="zh-CN" altLang="en-US" sz="2000" b="1" dirty="0">
                <a:solidFill>
                  <a:srgbClr val="0000FF"/>
                </a:solidFill>
                <a:latin typeface="微软雅黑" pitchFamily="34" charset="-122"/>
                <a:ea typeface="微软雅黑" pitchFamily="34" charset="-122"/>
              </a:rPr>
              <a:t>个字节不等</a:t>
            </a:r>
            <a:r>
              <a:rPr lang="zh-CN" altLang="en-US" sz="2000" b="1" dirty="0">
                <a:latin typeface="微软雅黑" pitchFamily="34" charset="-122"/>
                <a:ea typeface="微软雅黑" pitchFamily="34" charset="-122"/>
              </a:rPr>
              <a:t>，取决于所选择的项目。</a:t>
            </a:r>
          </a:p>
          <a:p>
            <a:pPr marL="268288" indent="-2682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增加了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数据报的功能，但这同时也使得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数据报的首部长度成为可变的，增加了每一个路由器处理数据报的开销。</a:t>
            </a:r>
          </a:p>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实际上这些选项很少被使用。</a:t>
            </a:r>
          </a:p>
        </p:txBody>
      </p:sp>
    </p:spTree>
    <p:custDataLst>
      <p:tags r:id="rId1"/>
    </p:custDataLst>
    <p:extLst>
      <p:ext uri="{BB962C8B-B14F-4D97-AF65-F5344CB8AC3E}">
        <p14:creationId xmlns:p14="http://schemas.microsoft.com/office/powerpoint/2010/main" val="673807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1000"/>
                                        <p:tgtEl>
                                          <p:spTgt spid="7">
                                            <p:txEl>
                                              <p:pRg st="0" end="0"/>
                                            </p:txEl>
                                          </p:spTgt>
                                        </p:tgtEl>
                                      </p:cBhvr>
                                    </p:animEffect>
                                    <p:anim calcmode="lin" valueType="num">
                                      <p:cBhvr>
                                        <p:cTn id="8"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
                                            <p:txEl>
                                              <p:pRg st="1" end="1"/>
                                            </p:txEl>
                                          </p:spTgt>
                                        </p:tgtEl>
                                        <p:attrNameLst>
                                          <p:attrName>style.visibility</p:attrName>
                                        </p:attrNameLst>
                                      </p:cBhvr>
                                      <p:to>
                                        <p:strVal val="visible"/>
                                      </p:to>
                                    </p:set>
                                    <p:animEffect transition="in" filter="fade">
                                      <p:cBhvr>
                                        <p:cTn id="14" dur="1000"/>
                                        <p:tgtEl>
                                          <p:spTgt spid="7">
                                            <p:txEl>
                                              <p:pRg st="1" end="1"/>
                                            </p:txEl>
                                          </p:spTgt>
                                        </p:tgtEl>
                                      </p:cBhvr>
                                    </p:animEffect>
                                    <p:anim calcmode="lin" valueType="num">
                                      <p:cBhvr>
                                        <p:cTn id="15"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xEl>
                                              <p:pRg st="2" end="2"/>
                                            </p:txEl>
                                          </p:spTgt>
                                        </p:tgtEl>
                                        <p:attrNameLst>
                                          <p:attrName>style.visibility</p:attrName>
                                        </p:attrNameLst>
                                      </p:cBhvr>
                                      <p:to>
                                        <p:strVal val="visible"/>
                                      </p:to>
                                    </p:set>
                                    <p:animEffect transition="in" filter="fade">
                                      <p:cBhvr>
                                        <p:cTn id="21" dur="1000"/>
                                        <p:tgtEl>
                                          <p:spTgt spid="7">
                                            <p:txEl>
                                              <p:pRg st="2" end="2"/>
                                            </p:txEl>
                                          </p:spTgt>
                                        </p:tgtEl>
                                      </p:cBhvr>
                                    </p:animEffect>
                                    <p:anim calcmode="lin" valueType="num">
                                      <p:cBhvr>
                                        <p:cTn id="22" dur="1000" fill="hold"/>
                                        <p:tgtEl>
                                          <p:spTgt spid="7">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7">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
                                            <p:txEl>
                                              <p:pRg st="3" end="3"/>
                                            </p:txEl>
                                          </p:spTgt>
                                        </p:tgtEl>
                                        <p:attrNameLst>
                                          <p:attrName>style.visibility</p:attrName>
                                        </p:attrNameLst>
                                      </p:cBhvr>
                                      <p:to>
                                        <p:strVal val="visible"/>
                                      </p:to>
                                    </p:set>
                                    <p:animEffect transition="in" filter="fade">
                                      <p:cBhvr>
                                        <p:cTn id="28" dur="1000"/>
                                        <p:tgtEl>
                                          <p:spTgt spid="7">
                                            <p:txEl>
                                              <p:pRg st="3" end="3"/>
                                            </p:txEl>
                                          </p:spTgt>
                                        </p:tgtEl>
                                      </p:cBhvr>
                                    </p:animEffect>
                                    <p:anim calcmode="lin" valueType="num">
                                      <p:cBhvr>
                                        <p:cTn id="29" dur="1000" fill="hold"/>
                                        <p:tgtEl>
                                          <p:spTgt spid="7">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7">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0">
            <a:extLst>
              <a:ext uri="{FF2B5EF4-FFF2-40B4-BE49-F238E27FC236}">
                <a16:creationId xmlns:a16="http://schemas.microsoft.com/office/drawing/2014/main" id="{C19E326F-5268-1E9D-B405-86848A120E2B}"/>
              </a:ext>
            </a:extLst>
          </p:cNvPr>
          <p:cNvSpPr>
            <a:spLocks noChangeArrowheads="1"/>
          </p:cNvSpPr>
          <p:nvPr/>
        </p:nvSpPr>
        <p:spPr bwMode="auto">
          <a:xfrm>
            <a:off x="2629135" y="3131680"/>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1" name="Rectangle 9"/>
          <p:cNvSpPr>
            <a:spLocks noChangeArrowheads="1"/>
          </p:cNvSpPr>
          <p:nvPr/>
        </p:nvSpPr>
        <p:spPr bwMode="auto">
          <a:xfrm>
            <a:off x="2629135" y="129509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2" name="Rectangle 10"/>
          <p:cNvSpPr>
            <a:spLocks noChangeArrowheads="1"/>
          </p:cNvSpPr>
          <p:nvPr/>
        </p:nvSpPr>
        <p:spPr bwMode="auto">
          <a:xfrm>
            <a:off x="2629135" y="190152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 name="Rectangle 11"/>
          <p:cNvSpPr>
            <a:spLocks noChangeArrowheads="1"/>
          </p:cNvSpPr>
          <p:nvPr/>
        </p:nvSpPr>
        <p:spPr bwMode="auto">
          <a:xfrm>
            <a:off x="2629135" y="2519059"/>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宋体" charset="-122"/>
            </a:endParaRPr>
          </a:p>
        </p:txBody>
      </p:sp>
      <p:sp>
        <p:nvSpPr>
          <p:cNvPr id="14" name="Line 16"/>
          <p:cNvSpPr>
            <a:spLocks noChangeShapeType="1"/>
          </p:cNvSpPr>
          <p:nvPr/>
        </p:nvSpPr>
        <p:spPr bwMode="auto">
          <a:xfrm>
            <a:off x="3637198" y="863446"/>
            <a:ext cx="0" cy="2899216"/>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 name="Rectangle 8"/>
          <p:cNvSpPr>
            <a:spLocks noChangeArrowheads="1"/>
          </p:cNvSpPr>
          <p:nvPr/>
        </p:nvSpPr>
        <p:spPr bwMode="auto">
          <a:xfrm>
            <a:off x="2700573" y="1260553"/>
            <a:ext cx="5574294" cy="22467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dist"/>
            <a:r>
              <a:rPr lang="en-US" altLang="zh-CN" sz="2000" b="1" dirty="0">
                <a:solidFill>
                  <a:schemeClr val="bg1"/>
                </a:solidFill>
                <a:latin typeface="微软雅黑" pitchFamily="34" charset="-122"/>
                <a:ea typeface="微软雅黑" pitchFamily="34" charset="-122"/>
              </a:rPr>
              <a:t>4.2.1                                       </a:t>
            </a:r>
            <a:r>
              <a:rPr lang="zh-CN" altLang="en-US" sz="2000" b="1" dirty="0">
                <a:solidFill>
                  <a:schemeClr val="bg1"/>
                </a:solidFill>
                <a:latin typeface="微软雅黑" pitchFamily="34" charset="-122"/>
                <a:ea typeface="微软雅黑" pitchFamily="34" charset="-122"/>
              </a:rPr>
              <a:t>基于终点的转发</a:t>
            </a:r>
            <a:endParaRPr lang="en-US" altLang="zh-CN" sz="2000" b="1" dirty="0">
              <a:solidFill>
                <a:schemeClr val="bg1"/>
              </a:solidFill>
              <a:latin typeface="微软雅黑" pitchFamily="34" charset="-122"/>
              <a:ea typeface="微软雅黑" pitchFamily="34" charset="-122"/>
            </a:endParaRPr>
          </a:p>
          <a:p>
            <a:pPr algn="dist"/>
            <a:endParaRPr lang="zh-CN" altLang="en-US" sz="2000" b="1" dirty="0">
              <a:solidFill>
                <a:schemeClr val="bg1"/>
              </a:solidFill>
              <a:latin typeface="微软雅黑" pitchFamily="34" charset="-122"/>
              <a:ea typeface="微软雅黑" pitchFamily="34" charset="-122"/>
            </a:endParaRPr>
          </a:p>
          <a:p>
            <a:pPr algn="dist"/>
            <a:r>
              <a:rPr lang="en-US" altLang="zh-CN" sz="2000" b="1" dirty="0">
                <a:solidFill>
                  <a:schemeClr val="bg1"/>
                </a:solidFill>
                <a:latin typeface="微软雅黑" pitchFamily="34" charset="-122"/>
                <a:ea typeface="微软雅黑" pitchFamily="34" charset="-122"/>
              </a:rPr>
              <a:t>4.2.2                                          </a:t>
            </a:r>
            <a:r>
              <a:rPr lang="zh-CN" altLang="en-US" sz="2000" b="1" dirty="0">
                <a:solidFill>
                  <a:schemeClr val="bg1"/>
                </a:solidFill>
                <a:latin typeface="微软雅黑" pitchFamily="34" charset="-122"/>
                <a:ea typeface="微软雅黑" pitchFamily="34" charset="-122"/>
              </a:rPr>
              <a:t>最长前缀匹配</a:t>
            </a:r>
            <a:endParaRPr lang="en-US" altLang="zh-CN" sz="2000" b="1" dirty="0">
              <a:solidFill>
                <a:schemeClr val="bg1"/>
              </a:solidFill>
              <a:latin typeface="微软雅黑" pitchFamily="34" charset="-122"/>
              <a:ea typeface="微软雅黑" pitchFamily="34" charset="-122"/>
            </a:endParaRPr>
          </a:p>
          <a:p>
            <a:pPr algn="dist"/>
            <a:endParaRPr lang="en-US" altLang="zh-CN" sz="2000" b="1" dirty="0">
              <a:solidFill>
                <a:schemeClr val="bg1"/>
              </a:solidFill>
              <a:latin typeface="微软雅黑" pitchFamily="34" charset="-122"/>
              <a:ea typeface="微软雅黑" pitchFamily="34" charset="-122"/>
            </a:endParaRPr>
          </a:p>
          <a:p>
            <a:pPr algn="dist"/>
            <a:r>
              <a:rPr lang="en-US" altLang="zh-CN" sz="2000" b="1" dirty="0">
                <a:solidFill>
                  <a:schemeClr val="bg1"/>
                </a:solidFill>
                <a:latin typeface="微软雅黑" pitchFamily="34" charset="-122"/>
                <a:ea typeface="微软雅黑" pitchFamily="34" charset="-122"/>
              </a:rPr>
              <a:t>4.2.3                             </a:t>
            </a:r>
            <a:r>
              <a:rPr lang="zh-CN" altLang="en-US" sz="2000" b="1" dirty="0">
                <a:solidFill>
                  <a:schemeClr val="bg1"/>
                </a:solidFill>
                <a:latin typeface="微软雅黑" pitchFamily="34" charset="-122"/>
                <a:ea typeface="微软雅黑" pitchFamily="34" charset="-122"/>
              </a:rPr>
              <a:t>查找转发表的简单归纳</a:t>
            </a:r>
            <a:endParaRPr lang="en-US" altLang="zh-CN" sz="2000" b="1" dirty="0">
              <a:solidFill>
                <a:schemeClr val="bg1"/>
              </a:solidFill>
              <a:latin typeface="微软雅黑" pitchFamily="34" charset="-122"/>
              <a:ea typeface="微软雅黑" pitchFamily="34" charset="-122"/>
            </a:endParaRPr>
          </a:p>
          <a:p>
            <a:pPr algn="dist"/>
            <a:endParaRPr lang="zh-CN" altLang="en-US" sz="2000" b="1" dirty="0">
              <a:solidFill>
                <a:schemeClr val="bg1"/>
              </a:solidFill>
              <a:latin typeface="微软雅黑" pitchFamily="34" charset="-122"/>
              <a:ea typeface="微软雅黑" pitchFamily="34" charset="-122"/>
            </a:endParaRPr>
          </a:p>
          <a:p>
            <a:pPr algn="dist"/>
            <a:r>
              <a:rPr lang="en-US" altLang="zh-CN" sz="2000" b="1" dirty="0">
                <a:solidFill>
                  <a:schemeClr val="bg1"/>
                </a:solidFill>
                <a:latin typeface="微软雅黑" pitchFamily="34" charset="-122"/>
                <a:ea typeface="微软雅黑" pitchFamily="34" charset="-122"/>
              </a:rPr>
              <a:t>4.2.4                         </a:t>
            </a:r>
            <a:r>
              <a:rPr lang="zh-CN" altLang="en-US" sz="2000" b="1" dirty="0">
                <a:solidFill>
                  <a:schemeClr val="bg1"/>
                </a:solidFill>
                <a:latin typeface="微软雅黑" pitchFamily="34" charset="-122"/>
                <a:ea typeface="微软雅黑" pitchFamily="34" charset="-122"/>
              </a:rPr>
              <a:t>使用二叉线索查找转发表</a:t>
            </a:r>
          </a:p>
        </p:txBody>
      </p:sp>
      <p:sp>
        <p:nvSpPr>
          <p:cNvPr id="16" name="Rectangle 27"/>
          <p:cNvSpPr>
            <a:spLocks noChangeArrowheads="1"/>
          </p:cNvSpPr>
          <p:nvPr/>
        </p:nvSpPr>
        <p:spPr bwMode="auto">
          <a:xfrm>
            <a:off x="639730" y="129509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7" name="Rectangle 29"/>
          <p:cNvSpPr>
            <a:spLocks noChangeArrowheads="1"/>
          </p:cNvSpPr>
          <p:nvPr/>
        </p:nvSpPr>
        <p:spPr bwMode="auto">
          <a:xfrm>
            <a:off x="648619" y="1390029"/>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a:t>
            </a:r>
            <a:r>
              <a:rPr lang="en-US" altLang="zh-CN" sz="2000" b="1" dirty="0">
                <a:solidFill>
                  <a:srgbClr val="FFFF00"/>
                </a:solidFill>
                <a:latin typeface="微软雅黑" pitchFamily="34" charset="-122"/>
                <a:ea typeface="微软雅黑" pitchFamily="34" charset="-122"/>
              </a:rPr>
              <a:t>2</a:t>
            </a:r>
            <a:endParaRPr lang="fr-FR" altLang="zh-CN" sz="2000" b="1" dirty="0">
              <a:solidFill>
                <a:srgbClr val="FFFF00"/>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层转发分组的过程</a:t>
            </a:r>
          </a:p>
        </p:txBody>
      </p:sp>
    </p:spTree>
    <p:custDataLst>
      <p:tags r:id="rId1"/>
    </p:custDataLst>
    <p:extLst>
      <p:ext uri="{BB962C8B-B14F-4D97-AF65-F5344CB8AC3E}">
        <p14:creationId xmlns:p14="http://schemas.microsoft.com/office/powerpoint/2010/main" val="34004138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1000" fill="hold"/>
                                        <p:tgtEl>
                                          <p:spTgt spid="13"/>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3000" fill="hold" grpId="0" nodeType="clickEffect">
                                  <p:stCondLst>
                                    <p:cond delay="0"/>
                                  </p:stCondLst>
                                  <p:childTnLst>
                                    <p:anim calcmode="discrete" valueType="str">
                                      <p:cBhvr>
                                        <p:cTn id="18"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 grpId="0" animBg="1"/>
      <p:bldP spid="12" grpId="0" animBg="1"/>
      <p:bldP spid="13"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8" name="Rectangle 6"/>
          <p:cNvSpPr>
            <a:spLocks noChangeArrowheads="1"/>
          </p:cNvSpPr>
          <p:nvPr/>
        </p:nvSpPr>
        <p:spPr bwMode="auto">
          <a:xfrm>
            <a:off x="2939184" y="571120"/>
            <a:ext cx="32656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4.2.1  </a:t>
            </a:r>
            <a:r>
              <a:rPr lang="zh-CN" altLang="en-US" sz="2400" b="1" dirty="0">
                <a:solidFill>
                  <a:schemeClr val="bg1"/>
                </a:solidFill>
                <a:latin typeface="微软雅黑" pitchFamily="34" charset="-122"/>
                <a:ea typeface="微软雅黑" pitchFamily="34" charset="-122"/>
              </a:rPr>
              <a:t>基于终点的转发</a:t>
            </a:r>
          </a:p>
        </p:txBody>
      </p:sp>
      <p:sp>
        <p:nvSpPr>
          <p:cNvPr id="19" name="Rectangle 8"/>
          <p:cNvSpPr>
            <a:spLocks noChangeArrowheads="1"/>
          </p:cNvSpPr>
          <p:nvPr/>
        </p:nvSpPr>
        <p:spPr bwMode="auto">
          <a:xfrm>
            <a:off x="545144" y="1016867"/>
            <a:ext cx="8053712" cy="938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分组在互联网中是</a:t>
            </a:r>
            <a:r>
              <a:rPr lang="zh-CN" altLang="en-US" sz="2000" b="1" dirty="0">
                <a:solidFill>
                  <a:srgbClr val="C00000"/>
                </a:solidFill>
                <a:latin typeface="微软雅黑" pitchFamily="34" charset="-122"/>
                <a:ea typeface="微软雅黑" pitchFamily="34" charset="-122"/>
              </a:rPr>
              <a:t>逐跳转发</a:t>
            </a:r>
            <a:r>
              <a:rPr lang="zh-CN" altLang="en-US" sz="2000" b="1" dirty="0">
                <a:latin typeface="微软雅黑" pitchFamily="34" charset="-122"/>
                <a:ea typeface="微软雅黑" pitchFamily="34" charset="-122"/>
              </a:rPr>
              <a:t>的。</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基于终点的转发：基于分组首部中的</a:t>
            </a:r>
            <a:r>
              <a:rPr lang="zh-CN" altLang="en-US" sz="2000" b="1" dirty="0">
                <a:solidFill>
                  <a:srgbClr val="C00000"/>
                </a:solidFill>
                <a:latin typeface="微软雅黑" pitchFamily="34" charset="-122"/>
                <a:ea typeface="微软雅黑" pitchFamily="34" charset="-122"/>
              </a:rPr>
              <a:t>目的地址</a:t>
            </a:r>
            <a:r>
              <a:rPr lang="zh-CN" altLang="en-US" sz="2000" b="1" dirty="0">
                <a:latin typeface="微软雅黑" pitchFamily="34" charset="-122"/>
                <a:ea typeface="微软雅黑" pitchFamily="34" charset="-122"/>
              </a:rPr>
              <a:t>传送和转发。</a:t>
            </a:r>
            <a:endParaRPr lang="en-US" altLang="zh-CN" sz="2000" b="1" dirty="0">
              <a:latin typeface="微软雅黑" pitchFamily="34" charset="-122"/>
              <a:ea typeface="微软雅黑" pitchFamily="34" charset="-122"/>
            </a:endParaRPr>
          </a:p>
        </p:txBody>
      </p:sp>
      <p:sp>
        <p:nvSpPr>
          <p:cNvPr id="5" name="圆角矩形 4"/>
          <p:cNvSpPr/>
          <p:nvPr/>
        </p:nvSpPr>
        <p:spPr>
          <a:xfrm>
            <a:off x="556963" y="1973310"/>
            <a:ext cx="8048776" cy="15939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a:p>
        </p:txBody>
      </p:sp>
      <p:grpSp>
        <p:nvGrpSpPr>
          <p:cNvPr id="9" name="组合 8"/>
          <p:cNvGrpSpPr/>
          <p:nvPr/>
        </p:nvGrpSpPr>
        <p:grpSpPr>
          <a:xfrm>
            <a:off x="645100" y="2179356"/>
            <a:ext cx="7879255" cy="1021469"/>
            <a:chOff x="645100" y="1324921"/>
            <a:chExt cx="7879255" cy="1021469"/>
          </a:xfrm>
        </p:grpSpPr>
        <p:sp>
          <p:nvSpPr>
            <p:cNvPr id="10" name="Line 4"/>
            <p:cNvSpPr>
              <a:spLocks noChangeShapeType="1"/>
            </p:cNvSpPr>
            <p:nvPr/>
          </p:nvSpPr>
          <p:spPr bwMode="auto">
            <a:xfrm>
              <a:off x="1157767" y="2098354"/>
              <a:ext cx="6853921"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rgbClr val="000099"/>
                </a:solidFill>
                <a:effectLst/>
                <a:uLnTx/>
                <a:uFillTx/>
                <a:latin typeface="微软雅黑" pitchFamily="34" charset="-122"/>
                <a:ea typeface="微软雅黑" pitchFamily="34" charset="-122"/>
              </a:endParaRPr>
            </a:p>
          </p:txBody>
        </p:sp>
        <p:sp>
          <p:nvSpPr>
            <p:cNvPr id="12" name="Rectangle 5"/>
            <p:cNvSpPr>
              <a:spLocks noChangeArrowheads="1"/>
            </p:cNvSpPr>
            <p:nvPr/>
          </p:nvSpPr>
          <p:spPr bwMode="auto">
            <a:xfrm>
              <a:off x="645100" y="1820020"/>
              <a:ext cx="704740"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zh-CN" altLang="en-US" sz="1400" b="1" kern="0" dirty="0">
                  <a:solidFill>
                    <a:schemeClr val="bg1"/>
                  </a:solidFill>
                  <a:latin typeface="微软雅黑" pitchFamily="34" charset="-122"/>
                  <a:ea typeface="微软雅黑" pitchFamily="34" charset="-122"/>
                </a:rPr>
                <a:t>源主机</a:t>
              </a:r>
              <a:endParaRPr lang="en-US" altLang="zh-CN" sz="1400" b="1" kern="0" dirty="0">
                <a:solidFill>
                  <a:schemeClr val="bg1"/>
                </a:solidFill>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H</a:t>
              </a:r>
              <a:r>
                <a:rPr kumimoji="0" lang="en-US" altLang="zh-CN"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rPr>
                <a:t>1</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13" name="Rectangle 6"/>
            <p:cNvSpPr>
              <a:spLocks noChangeArrowheads="1"/>
            </p:cNvSpPr>
            <p:nvPr/>
          </p:nvSpPr>
          <p:spPr bwMode="auto">
            <a:xfrm>
              <a:off x="1830024"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effectLst/>
                  <a:uLnTx/>
                  <a:uFillTx/>
                  <a:latin typeface="微软雅黑" pitchFamily="34" charset="-122"/>
                  <a:ea typeface="微软雅黑" pitchFamily="34" charset="-122"/>
                </a:rPr>
                <a:t>路由器</a:t>
              </a:r>
              <a:endParaRPr kumimoji="0" lang="en-US" altLang="zh-CN" sz="1400" b="1" i="0" u="none" strike="noStrike" kern="0" cap="none" spc="0" normalizeH="0" baseline="0" noProof="0" dirty="0">
                <a:ln>
                  <a:noFill/>
                </a:ln>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1</a:t>
              </a:r>
            </a:p>
          </p:txBody>
        </p:sp>
        <p:sp>
          <p:nvSpPr>
            <p:cNvPr id="14" name="Rectangle 7"/>
            <p:cNvSpPr>
              <a:spLocks noChangeArrowheads="1"/>
            </p:cNvSpPr>
            <p:nvPr/>
          </p:nvSpPr>
          <p:spPr bwMode="auto">
            <a:xfrm>
              <a:off x="4201286"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3</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5" name="Rectangle 8"/>
            <p:cNvSpPr>
              <a:spLocks noChangeArrowheads="1"/>
            </p:cNvSpPr>
            <p:nvPr/>
          </p:nvSpPr>
          <p:spPr bwMode="auto">
            <a:xfrm>
              <a:off x="5387623" y="1820020"/>
              <a:ext cx="704740"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4</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6" name="Rectangle 9"/>
            <p:cNvSpPr>
              <a:spLocks noChangeArrowheads="1"/>
            </p:cNvSpPr>
            <p:nvPr/>
          </p:nvSpPr>
          <p:spPr bwMode="auto">
            <a:xfrm>
              <a:off x="6572547"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5</a:t>
              </a:r>
              <a:endParaRPr kumimoji="0" lang="zh-CN" altLang="en-US" sz="1400" b="1" i="0" u="none" strike="noStrike" kern="0" cap="none" spc="0" normalizeH="0" baseline="0" noProof="0" dirty="0">
                <a:ln>
                  <a:noFill/>
                </a:ln>
                <a:effectLst/>
                <a:uLnTx/>
                <a:uFillTx/>
                <a:latin typeface="微软雅黑" pitchFamily="34" charset="-122"/>
                <a:ea typeface="微软雅黑" pitchFamily="34" charset="-122"/>
              </a:endParaRPr>
            </a:p>
          </p:txBody>
        </p:sp>
        <p:sp>
          <p:nvSpPr>
            <p:cNvPr id="17" name="Rectangle 10"/>
            <p:cNvSpPr>
              <a:spLocks noChangeArrowheads="1"/>
            </p:cNvSpPr>
            <p:nvPr/>
          </p:nvSpPr>
          <p:spPr bwMode="auto">
            <a:xfrm>
              <a:off x="7758884" y="1820020"/>
              <a:ext cx="765471" cy="526370"/>
            </a:xfrm>
            <a:prstGeom prst="rect">
              <a:avLst/>
            </a:prstGeom>
            <a:solidFill>
              <a:srgbClr val="0000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400" b="1" i="0" u="none" strike="noStrike" kern="0" cap="none" spc="0" normalizeH="0" baseline="0" noProof="0" dirty="0">
                  <a:ln>
                    <a:noFill/>
                  </a:ln>
                  <a:solidFill>
                    <a:schemeClr val="bg1"/>
                  </a:solidFill>
                  <a:effectLst/>
                  <a:uLnTx/>
                  <a:uFillTx/>
                  <a:latin typeface="微软雅黑" pitchFamily="34" charset="-122"/>
                  <a:ea typeface="微软雅黑" pitchFamily="34" charset="-122"/>
                </a:rPr>
                <a:t>目的主机</a:t>
              </a:r>
              <a:endParaRPr kumimoji="0" lang="en-US" altLang="zh-CN" sz="1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400" b="1" kern="0" dirty="0">
                  <a:solidFill>
                    <a:schemeClr val="bg1"/>
                  </a:solidFill>
                  <a:latin typeface="微软雅黑" pitchFamily="34" charset="-122"/>
                  <a:ea typeface="微软雅黑" pitchFamily="34" charset="-122"/>
                </a:rPr>
                <a:t>H</a:t>
              </a:r>
              <a:r>
                <a:rPr lang="en-US" altLang="zh-CN" sz="1400" b="1" kern="0" baseline="-25000" dirty="0">
                  <a:solidFill>
                    <a:schemeClr val="bg1"/>
                  </a:solidFill>
                  <a:latin typeface="微软雅黑" pitchFamily="34" charset="-122"/>
                  <a:ea typeface="微软雅黑" pitchFamily="34" charset="-122"/>
                </a:rPr>
                <a:t>2</a:t>
              </a:r>
              <a:endParaRPr kumimoji="0" lang="zh-CN" altLang="en-US" sz="1400" b="1" i="0" u="none" strike="noStrike" kern="0" cap="none" spc="0" normalizeH="0" baseline="-25000" noProof="0" dirty="0">
                <a:ln>
                  <a:noFill/>
                </a:ln>
                <a:solidFill>
                  <a:schemeClr val="bg1"/>
                </a:solidFill>
                <a:effectLst/>
                <a:uLnTx/>
                <a:uFillTx/>
                <a:latin typeface="微软雅黑" pitchFamily="34" charset="-122"/>
                <a:ea typeface="微软雅黑" pitchFamily="34" charset="-122"/>
              </a:endParaRPr>
            </a:p>
          </p:txBody>
        </p:sp>
        <p:sp>
          <p:nvSpPr>
            <p:cNvPr id="20" name="Rectangle 11"/>
            <p:cNvSpPr>
              <a:spLocks noChangeArrowheads="1"/>
            </p:cNvSpPr>
            <p:nvPr/>
          </p:nvSpPr>
          <p:spPr bwMode="auto">
            <a:xfrm>
              <a:off x="3016361" y="1820020"/>
              <a:ext cx="704741" cy="526370"/>
            </a:xfrm>
            <a:prstGeom prst="rect">
              <a:avLst/>
            </a:prstGeom>
            <a:solidFill>
              <a:srgbClr val="00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ctr">
                <a:defRPr/>
              </a:pPr>
              <a:r>
                <a:rPr lang="zh-CN" altLang="en-US" sz="1400" b="1" kern="0" dirty="0">
                  <a:latin typeface="微软雅黑" pitchFamily="34" charset="-122"/>
                  <a:ea typeface="微软雅黑" pitchFamily="34" charset="-122"/>
                </a:rPr>
                <a:t>路由器</a:t>
              </a:r>
              <a:endParaRPr lang="en-US" altLang="zh-CN" sz="1400" b="1" kern="0" dirty="0">
                <a:latin typeface="微软雅黑" pitchFamily="34" charset="-122"/>
                <a:ea typeface="微软雅黑" pitchFamily="34" charset="-122"/>
              </a:endParaRPr>
            </a:p>
            <a:p>
              <a:pPr lvl="0" algn="ctr">
                <a:defRPr/>
              </a:pPr>
              <a:r>
                <a:rPr lang="en-US" altLang="zh-CN" sz="1400" b="1" kern="0" dirty="0">
                  <a:latin typeface="微软雅黑" pitchFamily="34" charset="-122"/>
                  <a:ea typeface="微软雅黑" pitchFamily="34" charset="-122"/>
                </a:rPr>
                <a:t>R</a:t>
              </a:r>
              <a:r>
                <a:rPr lang="en-US" altLang="zh-CN" sz="1400" b="1" kern="0" baseline="-25000" dirty="0">
                  <a:latin typeface="微软雅黑" pitchFamily="34" charset="-122"/>
                  <a:ea typeface="微软雅黑" pitchFamily="34" charset="-122"/>
                </a:rPr>
                <a:t>2</a:t>
              </a:r>
            </a:p>
          </p:txBody>
        </p:sp>
        <p:grpSp>
          <p:nvGrpSpPr>
            <p:cNvPr id="21" name="组合 20"/>
            <p:cNvGrpSpPr/>
            <p:nvPr/>
          </p:nvGrpSpPr>
          <p:grpSpPr>
            <a:xfrm>
              <a:off x="1195777" y="1324921"/>
              <a:ext cx="856156" cy="940368"/>
              <a:chOff x="1204403" y="1807995"/>
              <a:chExt cx="856156" cy="940368"/>
            </a:xfrm>
          </p:grpSpPr>
          <p:sp>
            <p:nvSpPr>
              <p:cNvPr id="43" name="弧形 42"/>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4" name="TextBox 35"/>
              <p:cNvSpPr txBox="1"/>
              <p:nvPr/>
            </p:nvSpPr>
            <p:spPr>
              <a:xfrm>
                <a:off x="1455088" y="1807995"/>
                <a:ext cx="364202" cy="307777"/>
              </a:xfrm>
              <a:prstGeom prst="rect">
                <a:avLst/>
              </a:prstGeom>
              <a:solidFill>
                <a:srgbClr val="C3E3F9"/>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2" name="组合 21"/>
            <p:cNvGrpSpPr/>
            <p:nvPr/>
          </p:nvGrpSpPr>
          <p:grpSpPr>
            <a:xfrm>
              <a:off x="2346779" y="1324921"/>
              <a:ext cx="856156" cy="940368"/>
              <a:chOff x="1204403" y="1807995"/>
              <a:chExt cx="856156" cy="940368"/>
            </a:xfrm>
          </p:grpSpPr>
          <p:sp>
            <p:nvSpPr>
              <p:cNvPr id="41" name="弧形 40"/>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2" name="TextBox 35"/>
              <p:cNvSpPr txBox="1"/>
              <p:nvPr/>
            </p:nvSpPr>
            <p:spPr>
              <a:xfrm>
                <a:off x="1455088" y="1807995"/>
                <a:ext cx="364202" cy="307777"/>
              </a:xfrm>
              <a:prstGeom prst="rect">
                <a:avLst/>
              </a:prstGeom>
              <a:solidFill>
                <a:srgbClr val="C3E3F9"/>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3" name="组合 22"/>
            <p:cNvGrpSpPr/>
            <p:nvPr/>
          </p:nvGrpSpPr>
          <p:grpSpPr>
            <a:xfrm>
              <a:off x="3546083" y="1324921"/>
              <a:ext cx="856156" cy="940368"/>
              <a:chOff x="1204403" y="1807995"/>
              <a:chExt cx="856156" cy="940368"/>
            </a:xfrm>
          </p:grpSpPr>
          <p:sp>
            <p:nvSpPr>
              <p:cNvPr id="39" name="弧形 38"/>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0" name="TextBox 35"/>
              <p:cNvSpPr txBox="1"/>
              <p:nvPr/>
            </p:nvSpPr>
            <p:spPr>
              <a:xfrm>
                <a:off x="1455088" y="1807995"/>
                <a:ext cx="364202" cy="307777"/>
              </a:xfrm>
              <a:prstGeom prst="rect">
                <a:avLst/>
              </a:prstGeom>
              <a:solidFill>
                <a:srgbClr val="C3E3F9"/>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4" name="组合 23"/>
            <p:cNvGrpSpPr/>
            <p:nvPr/>
          </p:nvGrpSpPr>
          <p:grpSpPr>
            <a:xfrm>
              <a:off x="4697085" y="1324921"/>
              <a:ext cx="856156" cy="940368"/>
              <a:chOff x="1204403" y="1807995"/>
              <a:chExt cx="856156" cy="940368"/>
            </a:xfrm>
          </p:grpSpPr>
          <p:sp>
            <p:nvSpPr>
              <p:cNvPr id="37" name="弧形 36"/>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38" name="TextBox 35"/>
              <p:cNvSpPr txBox="1"/>
              <p:nvPr/>
            </p:nvSpPr>
            <p:spPr>
              <a:xfrm>
                <a:off x="1455088" y="1807995"/>
                <a:ext cx="364202" cy="307777"/>
              </a:xfrm>
              <a:prstGeom prst="rect">
                <a:avLst/>
              </a:prstGeom>
              <a:solidFill>
                <a:srgbClr val="C3E3F9"/>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5" name="组合 24"/>
            <p:cNvGrpSpPr/>
            <p:nvPr/>
          </p:nvGrpSpPr>
          <p:grpSpPr>
            <a:xfrm>
              <a:off x="5888545" y="1324921"/>
              <a:ext cx="856156" cy="940368"/>
              <a:chOff x="1204403" y="1807995"/>
              <a:chExt cx="856156" cy="940368"/>
            </a:xfrm>
          </p:grpSpPr>
          <p:sp>
            <p:nvSpPr>
              <p:cNvPr id="35" name="弧形 34"/>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36" name="TextBox 35"/>
              <p:cNvSpPr txBox="1"/>
              <p:nvPr/>
            </p:nvSpPr>
            <p:spPr>
              <a:xfrm>
                <a:off x="1455088" y="1807995"/>
                <a:ext cx="364202" cy="307777"/>
              </a:xfrm>
              <a:prstGeom prst="rect">
                <a:avLst/>
              </a:prstGeom>
              <a:solidFill>
                <a:srgbClr val="C3E3F9"/>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grpSp>
          <p:nvGrpSpPr>
            <p:cNvPr id="26" name="组合 25"/>
            <p:cNvGrpSpPr/>
            <p:nvPr/>
          </p:nvGrpSpPr>
          <p:grpSpPr>
            <a:xfrm>
              <a:off x="7039547" y="1324921"/>
              <a:ext cx="856156" cy="940368"/>
              <a:chOff x="1204403" y="1807995"/>
              <a:chExt cx="856156" cy="940368"/>
            </a:xfrm>
          </p:grpSpPr>
          <p:sp>
            <p:nvSpPr>
              <p:cNvPr id="33" name="弧形 32"/>
              <p:cNvSpPr/>
              <p:nvPr/>
            </p:nvSpPr>
            <p:spPr>
              <a:xfrm rot="20188801">
                <a:off x="1204403" y="1945477"/>
                <a:ext cx="856156" cy="802886"/>
              </a:xfrm>
              <a:prstGeom prst="arc">
                <a:avLst>
                  <a:gd name="adj1" fmla="val 13238966"/>
                  <a:gd name="adj2" fmla="val 712977"/>
                </a:avLst>
              </a:prstGeom>
              <a:ln w="19050">
                <a:solidFill>
                  <a:srgbClr val="0000CC"/>
                </a:solidFill>
                <a:headEnd type="none" w="med" len="med"/>
                <a:tailEnd type="triangle" w="sm"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34" name="TextBox 35"/>
              <p:cNvSpPr txBox="1"/>
              <p:nvPr/>
            </p:nvSpPr>
            <p:spPr>
              <a:xfrm>
                <a:off x="1455088" y="1807995"/>
                <a:ext cx="364202" cy="307777"/>
              </a:xfrm>
              <a:prstGeom prst="rect">
                <a:avLst/>
              </a:prstGeom>
              <a:solidFill>
                <a:schemeClr val="bg1"/>
              </a:solidFill>
            </p:spPr>
            <p:txBody>
              <a:bodyPr wrap="none" rtlCol="0">
                <a:spAutoFit/>
              </a:bodyPr>
              <a:lstStyle/>
              <a:p>
                <a:r>
                  <a:rPr lang="zh-CN" altLang="en-US" sz="1400" b="1" dirty="0">
                    <a:latin typeface="微软雅黑" panose="020B0503020204020204" pitchFamily="34" charset="-122"/>
                    <a:ea typeface="微软雅黑" panose="020B0503020204020204" pitchFamily="34" charset="-122"/>
                  </a:rPr>
                  <a:t>跳</a:t>
                </a:r>
              </a:p>
            </p:txBody>
          </p:sp>
        </p:grpSp>
        <p:sp>
          <p:nvSpPr>
            <p:cNvPr id="27" name="Rectangle 21"/>
            <p:cNvSpPr>
              <a:spLocks noChangeArrowheads="1"/>
            </p:cNvSpPr>
            <p:nvPr/>
          </p:nvSpPr>
          <p:spPr bwMode="auto">
            <a:xfrm>
              <a:off x="138613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28" name="Rectangle 21"/>
            <p:cNvSpPr>
              <a:spLocks noChangeArrowheads="1"/>
            </p:cNvSpPr>
            <p:nvPr/>
          </p:nvSpPr>
          <p:spPr bwMode="auto">
            <a:xfrm>
              <a:off x="2566352"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29" name="Rectangle 21"/>
            <p:cNvSpPr>
              <a:spLocks noChangeArrowheads="1"/>
            </p:cNvSpPr>
            <p:nvPr/>
          </p:nvSpPr>
          <p:spPr bwMode="auto">
            <a:xfrm>
              <a:off x="376729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30" name="Rectangle 21"/>
            <p:cNvSpPr>
              <a:spLocks noChangeArrowheads="1"/>
            </p:cNvSpPr>
            <p:nvPr/>
          </p:nvSpPr>
          <p:spPr bwMode="auto">
            <a:xfrm>
              <a:off x="4947514"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31" name="Rectangle 21"/>
            <p:cNvSpPr>
              <a:spLocks noChangeArrowheads="1"/>
            </p:cNvSpPr>
            <p:nvPr/>
          </p:nvSpPr>
          <p:spPr bwMode="auto">
            <a:xfrm>
              <a:off x="613140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sp>
          <p:nvSpPr>
            <p:cNvPr id="32" name="Rectangle 21"/>
            <p:cNvSpPr>
              <a:spLocks noChangeArrowheads="1"/>
            </p:cNvSpPr>
            <p:nvPr/>
          </p:nvSpPr>
          <p:spPr bwMode="auto">
            <a:xfrm>
              <a:off x="7311621" y="1822507"/>
              <a:ext cx="406997" cy="234884"/>
            </a:xfrm>
            <a:prstGeom prst="rect">
              <a:avLst/>
            </a:prstGeom>
            <a:solidFill>
              <a:srgbClr val="FFC000"/>
            </a:solidFill>
            <a:ln w="9525">
              <a:noFill/>
              <a:miter lim="800000"/>
              <a:headEnd/>
              <a:tailEnd/>
            </a:ln>
            <a:effectLst/>
          </p:spPr>
          <p:txBody>
            <a:bodyPr wrap="none" anchor="ctr"/>
            <a:lstStyle/>
            <a:p>
              <a:pPr lvl="0" algn="ctr">
                <a:defRPr/>
              </a:pPr>
              <a:r>
                <a:rPr lang="en-US" altLang="zh-CN" sz="700" b="1" kern="0" dirty="0">
                  <a:solidFill>
                    <a:srgbClr val="000066"/>
                  </a:solidFill>
                  <a:ea typeface="黑体" pitchFamily="2" charset="-122"/>
                </a:rPr>
                <a:t>IP </a:t>
              </a:r>
              <a:r>
                <a:rPr lang="zh-CN" altLang="en-US" sz="700" b="1" kern="0" dirty="0">
                  <a:solidFill>
                    <a:srgbClr val="000066"/>
                  </a:solidFill>
                  <a:ea typeface="黑体" pitchFamily="2" charset="-122"/>
                </a:rPr>
                <a:t>数据报</a:t>
              </a:r>
              <a:endParaRPr kumimoji="0" lang="zh-CN" altLang="en-US" sz="700" b="1" i="0" u="none" strike="noStrike" kern="0" cap="none" spc="0" normalizeH="0" baseline="0" noProof="0" dirty="0">
                <a:ln>
                  <a:noFill/>
                </a:ln>
                <a:solidFill>
                  <a:srgbClr val="000066"/>
                </a:solidFill>
                <a:effectLst/>
                <a:uLnTx/>
                <a:uFillTx/>
                <a:ea typeface="黑体" pitchFamily="2" charset="-122"/>
              </a:endParaRPr>
            </a:p>
          </p:txBody>
        </p:sp>
      </p:grpSp>
      <p:grpSp>
        <p:nvGrpSpPr>
          <p:cNvPr id="3" name="组合 2"/>
          <p:cNvGrpSpPr/>
          <p:nvPr/>
        </p:nvGrpSpPr>
        <p:grpSpPr>
          <a:xfrm>
            <a:off x="1559922" y="3205968"/>
            <a:ext cx="5987060" cy="338554"/>
            <a:chOff x="1559922" y="3985455"/>
            <a:chExt cx="5987060" cy="338554"/>
          </a:xfrm>
        </p:grpSpPr>
        <p:sp>
          <p:nvSpPr>
            <p:cNvPr id="2" name="矩形 1"/>
            <p:cNvSpPr/>
            <p:nvPr/>
          </p:nvSpPr>
          <p:spPr>
            <a:xfrm>
              <a:off x="1559922"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2" name="矩形 51"/>
            <p:cNvSpPr/>
            <p:nvPr/>
          </p:nvSpPr>
          <p:spPr>
            <a:xfrm>
              <a:off x="2744036"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3" name="矩形 52"/>
            <p:cNvSpPr/>
            <p:nvPr/>
          </p:nvSpPr>
          <p:spPr>
            <a:xfrm>
              <a:off x="3956216"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4" name="矩形 53"/>
            <p:cNvSpPr/>
            <p:nvPr/>
          </p:nvSpPr>
          <p:spPr>
            <a:xfrm>
              <a:off x="5140330"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sp>
          <p:nvSpPr>
            <p:cNvPr id="55" name="矩形 54"/>
            <p:cNvSpPr/>
            <p:nvPr/>
          </p:nvSpPr>
          <p:spPr>
            <a:xfrm>
              <a:off x="6336394" y="3985455"/>
              <a:ext cx="1210588" cy="338554"/>
            </a:xfrm>
            <a:prstGeom prst="rect">
              <a:avLst/>
            </a:prstGeom>
          </p:spPr>
          <p:txBody>
            <a:bodyPr wrap="none">
              <a:spAutoFit/>
            </a:bodyPr>
            <a:lstStyle/>
            <a:p>
              <a:r>
                <a:rPr lang="zh-CN" altLang="en-US" sz="1600" b="1" dirty="0">
                  <a:solidFill>
                    <a:srgbClr val="C00000"/>
                  </a:solidFill>
                  <a:latin typeface="微软雅黑" panose="020B0503020204020204" pitchFamily="34" charset="-122"/>
                  <a:ea typeface="微软雅黑" panose="020B0503020204020204" pitchFamily="34" charset="-122"/>
                </a:rPr>
                <a:t>查找转发表</a:t>
              </a:r>
            </a:p>
          </p:txBody>
        </p:sp>
      </p:grpSp>
    </p:spTree>
    <p:custDataLst>
      <p:tags r:id="rId1"/>
    </p:custDataLst>
    <p:extLst>
      <p:ext uri="{BB962C8B-B14F-4D97-AF65-F5344CB8AC3E}">
        <p14:creationId xmlns:p14="http://schemas.microsoft.com/office/powerpoint/2010/main" val="42336822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9">
                                            <p:txEl>
                                              <p:pRg st="0" end="0"/>
                                            </p:txEl>
                                          </p:spTgt>
                                        </p:tgtEl>
                                        <p:attrNameLst>
                                          <p:attrName>style.visibility</p:attrName>
                                        </p:attrNameLst>
                                      </p:cBhvr>
                                      <p:to>
                                        <p:strVal val="visible"/>
                                      </p:to>
                                    </p:set>
                                    <p:animEffect transition="in" filter="fade">
                                      <p:cBhvr>
                                        <p:cTn id="7" dur="1000"/>
                                        <p:tgtEl>
                                          <p:spTgt spid="19">
                                            <p:txEl>
                                              <p:pRg st="0" end="0"/>
                                            </p:txEl>
                                          </p:spTgt>
                                        </p:tgtEl>
                                      </p:cBhvr>
                                    </p:animEffect>
                                    <p:anim calcmode="lin" valueType="num">
                                      <p:cBhvr>
                                        <p:cTn id="8" dur="10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left)">
                                      <p:cBhvr>
                                        <p:cTn id="13" dur="3000"/>
                                        <p:tgtEl>
                                          <p:spTgt spid="9"/>
                                        </p:tgtEl>
                                      </p:cBhvr>
                                    </p:animEffect>
                                  </p:childTnLst>
                                </p:cTn>
                              </p:par>
                              <p:par>
                                <p:cTn id="14" presetID="22" presetClass="entr" presetSubtype="8" fill="hold" nodeType="withEffect">
                                  <p:stCondLst>
                                    <p:cond delay="500"/>
                                  </p:stCondLst>
                                  <p:childTnLst>
                                    <p:set>
                                      <p:cBhvr>
                                        <p:cTn id="15" dur="1" fill="hold">
                                          <p:stCondLst>
                                            <p:cond delay="0"/>
                                          </p:stCondLst>
                                        </p:cTn>
                                        <p:tgtEl>
                                          <p:spTgt spid="3"/>
                                        </p:tgtEl>
                                        <p:attrNameLst>
                                          <p:attrName>style.visibility</p:attrName>
                                        </p:attrNameLst>
                                      </p:cBhvr>
                                      <p:to>
                                        <p:strVal val="visible"/>
                                      </p:to>
                                    </p:set>
                                    <p:animEffect transition="in" filter="wipe(left)">
                                      <p:cBhvr>
                                        <p:cTn id="16" dur="175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9">
                                            <p:txEl>
                                              <p:pRg st="1" end="1"/>
                                            </p:txEl>
                                          </p:spTgt>
                                        </p:tgtEl>
                                        <p:attrNameLst>
                                          <p:attrName>style.visibility</p:attrName>
                                        </p:attrNameLst>
                                      </p:cBhvr>
                                      <p:to>
                                        <p:strVal val="visible"/>
                                      </p:to>
                                    </p:set>
                                    <p:animEffect transition="in" filter="fade">
                                      <p:cBhvr>
                                        <p:cTn id="21" dur="1000"/>
                                        <p:tgtEl>
                                          <p:spTgt spid="19">
                                            <p:txEl>
                                              <p:pRg st="1" end="1"/>
                                            </p:txEl>
                                          </p:spTgt>
                                        </p:tgtEl>
                                      </p:cBhvr>
                                    </p:animEffect>
                                    <p:anim calcmode="lin" valueType="num">
                                      <p:cBhvr>
                                        <p:cTn id="22" dur="1000" fill="hold"/>
                                        <p:tgtEl>
                                          <p:spTgt spid="19">
                                            <p:txEl>
                                              <p:pRg st="1" end="1"/>
                                            </p:txEl>
                                          </p:spTgt>
                                        </p:tgtEl>
                                        <p:attrNameLst>
                                          <p:attrName>ppt_x</p:attrName>
                                        </p:attrNameLst>
                                      </p:cBhvr>
                                      <p:tavLst>
                                        <p:tav tm="0">
                                          <p:val>
                                            <p:strVal val="#ppt_x"/>
                                          </p:val>
                                        </p:tav>
                                        <p:tav tm="100000">
                                          <p:val>
                                            <p:strVal val="#ppt_x"/>
                                          </p:val>
                                        </p:tav>
                                      </p:tavLst>
                                    </p:anim>
                                    <p:anim calcmode="lin" valueType="num">
                                      <p:cBhvr>
                                        <p:cTn id="23" dur="1000" fill="hold"/>
                                        <p:tgtEl>
                                          <p:spTgt spid="19">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uiExpand="1" build="p"/>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圆角矩形 65"/>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椭圆 3"/>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aphicFrame>
        <p:nvGraphicFramePr>
          <p:cNvPr id="8" name="Group 125"/>
          <p:cNvGraphicFramePr>
            <a:graphicFrameLocks noGrp="1"/>
          </p:cNvGraphicFramePr>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grpSp>
        <p:nvGrpSpPr>
          <p:cNvPr id="5" name="组合 62"/>
          <p:cNvGrpSpPr/>
          <p:nvPr/>
        </p:nvGrpSpPr>
        <p:grpSpPr>
          <a:xfrm>
            <a:off x="354487" y="816458"/>
            <a:ext cx="7304424" cy="3440748"/>
            <a:chOff x="354487" y="816458"/>
            <a:chExt cx="7304424" cy="3440748"/>
          </a:xfrm>
        </p:grpSpPr>
        <p:grpSp>
          <p:nvGrpSpPr>
            <p:cNvPr id="24" name="组合 67"/>
            <p:cNvGrpSpPr/>
            <p:nvPr/>
          </p:nvGrpSpPr>
          <p:grpSpPr>
            <a:xfrm>
              <a:off x="354487" y="816458"/>
              <a:ext cx="7304424" cy="3440748"/>
              <a:chOff x="354487" y="816458"/>
              <a:chExt cx="7304424" cy="3440748"/>
            </a:xfrm>
          </p:grpSpPr>
          <p:sp>
            <p:nvSpPr>
              <p:cNvPr id="65" name="直角三角形 64"/>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椭圆 1"/>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3" name="椭圆 2"/>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6" name="Text Box 20"/>
              <p:cNvSpPr txBox="1">
                <a:spLocks noChangeArrowheads="1"/>
              </p:cNvSpPr>
              <p:nvPr/>
            </p:nvSpPr>
            <p:spPr bwMode="auto">
              <a:xfrm>
                <a:off x="2456408" y="2039834"/>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7" name="Text Box 25"/>
              <p:cNvSpPr txBox="1">
                <a:spLocks noChangeArrowheads="1"/>
              </p:cNvSpPr>
              <p:nvPr/>
            </p:nvSpPr>
            <p:spPr bwMode="auto">
              <a:xfrm>
                <a:off x="3732139" y="1824581"/>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1"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2"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13" name="Picture 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 Box 9"/>
              <p:cNvSpPr txBox="1">
                <a:spLocks noChangeArrowheads="1"/>
              </p:cNvSpPr>
              <p:nvPr/>
            </p:nvSpPr>
            <p:spPr bwMode="auto">
              <a:xfrm>
                <a:off x="2171247" y="912225"/>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15" name="Text Box 23"/>
              <p:cNvSpPr txBox="1">
                <a:spLocks noChangeArrowheads="1"/>
              </p:cNvSpPr>
              <p:nvPr/>
            </p:nvSpPr>
            <p:spPr bwMode="auto">
              <a:xfrm>
                <a:off x="3839945" y="816458"/>
                <a:ext cx="1225389"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源主机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1</a:t>
                </a:r>
              </a:p>
            </p:txBody>
          </p:sp>
          <p:sp>
            <p:nvSpPr>
              <p:cNvPr id="16" name="Text Box 10"/>
              <p:cNvSpPr txBox="1">
                <a:spLocks noChangeArrowheads="1"/>
              </p:cNvSpPr>
              <p:nvPr/>
            </p:nvSpPr>
            <p:spPr bwMode="auto">
              <a:xfrm>
                <a:off x="590769" y="1099476"/>
                <a:ext cx="17267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17"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8"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0"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21"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22" name="Picture 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1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 name="Group 18"/>
              <p:cNvGrpSpPr>
                <a:grpSpLocks/>
              </p:cNvGrpSpPr>
              <p:nvPr/>
            </p:nvGrpSpPr>
            <p:grpSpPr bwMode="auto">
              <a:xfrm>
                <a:off x="3943605" y="2125684"/>
                <a:ext cx="531842" cy="303367"/>
                <a:chOff x="864" y="1824"/>
                <a:chExt cx="432" cy="288"/>
              </a:xfrm>
            </p:grpSpPr>
            <p:pic>
              <p:nvPicPr>
                <p:cNvPr id="25" name="Picture 3"/>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6" name="Picture 1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27" name="Picture 1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 name="Text Box 22"/>
              <p:cNvSpPr txBox="1">
                <a:spLocks noChangeArrowheads="1"/>
              </p:cNvSpPr>
              <p:nvPr/>
            </p:nvSpPr>
            <p:spPr bwMode="auto">
              <a:xfrm>
                <a:off x="2853215" y="2404897"/>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128.1.2.129</a:t>
                </a:r>
              </a:p>
            </p:txBody>
          </p:sp>
          <p:sp>
            <p:nvSpPr>
              <p:cNvPr id="29"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30" name="Text Box 26"/>
              <p:cNvSpPr txBox="1">
                <a:spLocks noChangeArrowheads="1"/>
              </p:cNvSpPr>
              <p:nvPr/>
            </p:nvSpPr>
            <p:spPr bwMode="auto">
              <a:xfrm>
                <a:off x="4178194" y="2368936"/>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31"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0" name="Group 28"/>
              <p:cNvGrpSpPr>
                <a:grpSpLocks/>
              </p:cNvGrpSpPr>
              <p:nvPr/>
            </p:nvGrpSpPr>
            <p:grpSpPr bwMode="auto">
              <a:xfrm>
                <a:off x="3032567" y="3427224"/>
                <a:ext cx="531841" cy="303366"/>
                <a:chOff x="864" y="1824"/>
                <a:chExt cx="432" cy="288"/>
              </a:xfrm>
            </p:grpSpPr>
            <p:pic>
              <p:nvPicPr>
                <p:cNvPr id="33" name="Picture 29"/>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4" name="Picture 30"/>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35"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36"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37" name="Picture 1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39" name="Text Box 39"/>
              <p:cNvSpPr txBox="1">
                <a:spLocks noChangeArrowheads="1"/>
              </p:cNvSpPr>
              <p:nvPr/>
            </p:nvSpPr>
            <p:spPr bwMode="auto">
              <a:xfrm>
                <a:off x="5888875" y="3027938"/>
                <a:ext cx="1435376"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目的主机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2</a:t>
                </a:r>
              </a:p>
            </p:txBody>
          </p:sp>
          <p:sp>
            <p:nvSpPr>
              <p:cNvPr id="40"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41"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42"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43" name="Text Box 44"/>
              <p:cNvSpPr txBox="1">
                <a:spLocks noChangeArrowheads="1"/>
              </p:cNvSpPr>
              <p:nvPr/>
            </p:nvSpPr>
            <p:spPr bwMode="auto">
              <a:xfrm>
                <a:off x="3533879" y="3217524"/>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pic>
            <p:nvPicPr>
              <p:cNvPr id="44" name="Picture 3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46"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47"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48"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5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5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5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9"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70"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1"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72"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61" name="组合 68"/>
          <p:cNvGrpSpPr/>
          <p:nvPr/>
        </p:nvGrpSpPr>
        <p:grpSpPr>
          <a:xfrm>
            <a:off x="1172946" y="1165057"/>
            <a:ext cx="6897628" cy="3551016"/>
            <a:chOff x="1172946" y="1165057"/>
            <a:chExt cx="6897628" cy="3551016"/>
          </a:xfrm>
        </p:grpSpPr>
        <p:sp>
          <p:nvSpPr>
            <p:cNvPr id="67" name="矩形 66"/>
            <p:cNvSpPr/>
            <p:nvPr/>
          </p:nvSpPr>
          <p:spPr>
            <a:xfrm>
              <a:off x="1172946" y="4346741"/>
              <a:ext cx="6897628" cy="369332"/>
            </a:xfrm>
            <a:prstGeom prst="rect">
              <a:avLst/>
            </a:prstGeom>
          </p:spPr>
          <p:txBody>
            <a:bodyPr wrap="square">
              <a:spAutoFit/>
            </a:bodyPr>
            <a:lstStyle/>
            <a:p>
              <a:pPr algn="ctr"/>
              <a:r>
                <a:rPr lang="zh-CN" altLang="en-US" b="1" dirty="0">
                  <a:solidFill>
                    <a:srgbClr val="C00000"/>
                  </a:solidFill>
                  <a:latin typeface="微软雅黑" panose="020B0503020204020204" pitchFamily="34" charset="-122"/>
                  <a:ea typeface="微软雅黑" panose="020B0503020204020204" pitchFamily="34" charset="-122"/>
                </a:rPr>
                <a:t>主机 </a:t>
              </a:r>
              <a:r>
                <a:rPr lang="en-US" altLang="zh-CN" b="1" dirty="0">
                  <a:solidFill>
                    <a:srgbClr val="C00000"/>
                  </a:solidFill>
                  <a:latin typeface="微软雅黑" panose="020B0503020204020204" pitchFamily="34" charset="-122"/>
                  <a:ea typeface="微软雅黑" panose="020B0503020204020204" pitchFamily="34" charset="-122"/>
                </a:rPr>
                <a:t>H</a:t>
              </a:r>
              <a:r>
                <a:rPr lang="en-US" altLang="zh-CN" b="1" baseline="-25000" dirty="0">
                  <a:solidFill>
                    <a:srgbClr val="C00000"/>
                  </a:solidFill>
                  <a:latin typeface="微软雅黑" panose="020B0503020204020204" pitchFamily="34" charset="-122"/>
                  <a:ea typeface="微软雅黑" panose="020B0503020204020204" pitchFamily="34" charset="-122"/>
                </a:rPr>
                <a:t>1</a:t>
              </a:r>
              <a:r>
                <a:rPr lang="en-US" altLang="zh-CN" b="1" dirty="0">
                  <a:solidFill>
                    <a:srgbClr val="C00000"/>
                  </a:solidFill>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发送出的、目的地址是 </a:t>
              </a:r>
              <a:r>
                <a:rPr lang="en-US" altLang="zh-CN" b="1" dirty="0">
                  <a:solidFill>
                    <a:srgbClr val="C00000"/>
                  </a:solidFill>
                  <a:latin typeface="微软雅黑" panose="020B0503020204020204" pitchFamily="34" charset="-122"/>
                  <a:ea typeface="微软雅黑" panose="020B0503020204020204" pitchFamily="34" charset="-122"/>
                </a:rPr>
                <a:t>128.1.2.132 </a:t>
              </a:r>
              <a:r>
                <a:rPr lang="zh-CN" altLang="en-US" b="1" dirty="0">
                  <a:solidFill>
                    <a:srgbClr val="C00000"/>
                  </a:solidFill>
                  <a:latin typeface="微软雅黑" panose="020B0503020204020204" pitchFamily="34" charset="-122"/>
                  <a:ea typeface="微软雅黑" panose="020B0503020204020204" pitchFamily="34" charset="-122"/>
                </a:rPr>
                <a:t>的分组是如何转发的？</a:t>
              </a:r>
            </a:p>
          </p:txBody>
        </p:sp>
        <p:sp>
          <p:nvSpPr>
            <p:cNvPr id="49" name="Line 126"/>
            <p:cNvSpPr>
              <a:spLocks noChangeShapeType="1"/>
            </p:cNvSpPr>
            <p:nvPr/>
          </p:nvSpPr>
          <p:spPr bwMode="auto">
            <a:xfrm>
              <a:off x="3730473" y="1165057"/>
              <a:ext cx="1829419" cy="1971537"/>
            </a:xfrm>
            <a:prstGeom prst="line">
              <a:avLst/>
            </a:prstGeom>
            <a:noFill/>
            <a:ln w="57150" cap="rnd">
              <a:solidFill>
                <a:srgbClr val="C00000">
                  <a:alpha val="96000"/>
                </a:srgbClr>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Tree>
    <p:custDataLst>
      <p:tags r:id="rId1"/>
    </p:custDataLst>
    <p:extLst>
      <p:ext uri="{BB962C8B-B14F-4D97-AF65-F5344CB8AC3E}">
        <p14:creationId xmlns:p14="http://schemas.microsoft.com/office/powerpoint/2010/main" val="4278786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1064302" y="1393027"/>
            <a:ext cx="7150307" cy="3059130"/>
          </a:xfrm>
          <a:prstGeom prst="rect">
            <a:avLst/>
          </a:prstGeom>
          <a:solidFill>
            <a:srgbClr val="C3E3F9"/>
          </a:solidFill>
          <a:ln w="28575">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Text Box 64"/>
          <p:cNvSpPr txBox="1">
            <a:spLocks noChangeArrowheads="1"/>
          </p:cNvSpPr>
          <p:nvPr/>
        </p:nvSpPr>
        <p:spPr bwMode="auto">
          <a:xfrm>
            <a:off x="2159286" y="1583274"/>
            <a:ext cx="4753224" cy="7591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lvl="0">
              <a:lnSpc>
                <a:spcPts val="2600"/>
              </a:lnSpc>
              <a:defRPr/>
            </a:pPr>
            <a:r>
              <a:rPr lang="en-US" altLang="zh-CN" b="1" kern="0" dirty="0">
                <a:latin typeface="微软雅黑" pitchFamily="34" charset="-122"/>
                <a:ea typeface="微软雅黑" pitchFamily="34" charset="-122"/>
              </a:rPr>
              <a:t>N</a:t>
            </a:r>
            <a:r>
              <a:rPr lang="en-US" altLang="zh-CN" b="1" kern="0" baseline="-25000" dirty="0">
                <a:latin typeface="微软雅黑" pitchFamily="34" charset="-122"/>
                <a:ea typeface="微软雅黑" pitchFamily="34" charset="-122"/>
              </a:rPr>
              <a:t>1</a:t>
            </a:r>
            <a:r>
              <a:rPr lang="en-US" altLang="zh-CN" b="1" kern="0" dirty="0">
                <a:latin typeface="微软雅黑" pitchFamily="34" charset="-122"/>
                <a:ea typeface="微软雅黑" pitchFamily="34" charset="-122"/>
              </a:rPr>
              <a:t> </a:t>
            </a:r>
            <a:r>
              <a:rPr lang="zh-CN" altLang="en-US" b="1" kern="0" dirty="0">
                <a:latin typeface="微软雅黑" pitchFamily="34" charset="-122"/>
                <a:ea typeface="微软雅黑" pitchFamily="34" charset="-122"/>
              </a:rPr>
              <a:t>的网络地址为 </a:t>
            </a:r>
            <a:r>
              <a:rPr lang="en-US" altLang="zh-CN" b="1" kern="0" dirty="0">
                <a:solidFill>
                  <a:srgbClr val="C00000"/>
                </a:solidFill>
                <a:latin typeface="微软雅黑" pitchFamily="34" charset="-122"/>
                <a:ea typeface="微软雅黑" pitchFamily="34" charset="-122"/>
              </a:rPr>
              <a:t>128.1.2.192</a:t>
            </a:r>
            <a:endPar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endParaRPr>
          </a:p>
          <a:p>
            <a:pPr lvl="0">
              <a:lnSpc>
                <a:spcPts val="2600"/>
              </a:lnSpc>
              <a:defRPr/>
            </a:pPr>
            <a:r>
              <a:rPr kumimoji="0" lang="en-US" altLang="zh-CN" b="1" i="0" u="none" strike="noStrike" kern="0" cap="none" spc="0" normalizeH="0" baseline="0" noProof="0" dirty="0">
                <a:ln>
                  <a:noFill/>
                </a:ln>
                <a:effectLst/>
                <a:uLnTx/>
                <a:uFillTx/>
                <a:latin typeface="微软雅黑" pitchFamily="34" charset="-122"/>
                <a:ea typeface="微软雅黑" pitchFamily="34" charset="-122"/>
              </a:rPr>
              <a:t>N</a:t>
            </a:r>
            <a:r>
              <a:rPr kumimoji="0" lang="en-US" altLang="zh-CN" b="1" i="0" u="none" strike="noStrike" kern="0" cap="none" spc="0" normalizeH="0" baseline="-25000" noProof="0" dirty="0">
                <a:ln>
                  <a:noFill/>
                </a:ln>
                <a:effectLst/>
                <a:uLnTx/>
                <a:uFillTx/>
                <a:latin typeface="微软雅黑" pitchFamily="34" charset="-122"/>
                <a:ea typeface="微软雅黑" pitchFamily="34" charset="-122"/>
              </a:rPr>
              <a:t>1</a:t>
            </a:r>
            <a:r>
              <a:rPr kumimoji="0" lang="en-US" altLang="zh-CN" b="1" i="0" u="none" strike="noStrike" kern="0" cap="none" spc="0" normalizeH="0" baseline="0" noProof="0" dirty="0">
                <a:ln>
                  <a:noFill/>
                </a:ln>
                <a:effectLst/>
                <a:uLnTx/>
                <a:uFillTx/>
                <a:latin typeface="微软雅黑" pitchFamily="34" charset="-122"/>
                <a:ea typeface="微软雅黑" pitchFamily="34" charset="-122"/>
              </a:rPr>
              <a:t> </a:t>
            </a:r>
            <a:r>
              <a:rPr kumimoji="0" lang="zh-CN" altLang="en-US" b="1" i="0" u="none" strike="noStrike" kern="0" cap="none" spc="0" normalizeH="0" baseline="0" noProof="0" dirty="0">
                <a:ln>
                  <a:noFill/>
                </a:ln>
                <a:effectLst/>
                <a:uLnTx/>
                <a:uFillTx/>
                <a:latin typeface="微软雅黑" pitchFamily="34" charset="-122"/>
                <a:ea typeface="微软雅黑" pitchFamily="34" charset="-122"/>
              </a:rPr>
              <a:t>的网络掩码为 </a:t>
            </a:r>
            <a:r>
              <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rPr>
              <a:t>/26 </a:t>
            </a:r>
            <a:r>
              <a:rPr kumimoji="0" lang="en-US" altLang="zh-CN" b="1" i="0" u="none" strike="noStrike" kern="0" cap="none" spc="0" normalizeH="0" baseline="0" noProof="0" dirty="0">
                <a:ln>
                  <a:noFill/>
                </a:ln>
                <a:effectLst/>
                <a:uLnTx/>
                <a:uFillTx/>
                <a:latin typeface="微软雅黑" pitchFamily="34" charset="-122"/>
                <a:ea typeface="微软雅黑" pitchFamily="34" charset="-122"/>
              </a:rPr>
              <a:t>= 255.255.255.192 </a:t>
            </a:r>
            <a:endParaRPr kumimoji="0" lang="zh-CN" altLang="en-US" b="1" i="0" u="none" strike="noStrike" kern="0" cap="none" spc="0" normalizeH="0" baseline="0" noProof="0" dirty="0">
              <a:ln>
                <a:noFill/>
              </a:ln>
              <a:effectLst/>
              <a:uLnTx/>
              <a:uFillTx/>
              <a:latin typeface="微软雅黑" pitchFamily="34" charset="-122"/>
              <a:ea typeface="微软雅黑" pitchFamily="34" charset="-122"/>
            </a:endParaRPr>
          </a:p>
        </p:txBody>
      </p:sp>
      <p:grpSp>
        <p:nvGrpSpPr>
          <p:cNvPr id="5" name="组合 4"/>
          <p:cNvGrpSpPr/>
          <p:nvPr/>
        </p:nvGrpSpPr>
        <p:grpSpPr>
          <a:xfrm>
            <a:off x="3613546" y="2410057"/>
            <a:ext cx="2228581" cy="1200006"/>
            <a:chOff x="3613546" y="2110175"/>
            <a:chExt cx="2228581" cy="1200006"/>
          </a:xfrm>
        </p:grpSpPr>
        <p:sp>
          <p:nvSpPr>
            <p:cNvPr id="10" name="Text Box 72"/>
            <p:cNvSpPr txBox="1">
              <a:spLocks noChangeArrowheads="1"/>
            </p:cNvSpPr>
            <p:nvPr/>
          </p:nvSpPr>
          <p:spPr bwMode="auto">
            <a:xfrm>
              <a:off x="3628136" y="2110175"/>
              <a:ext cx="2093843" cy="7591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2600"/>
                </a:lnSpc>
                <a:defRPr/>
              </a:pPr>
              <a:r>
                <a:rPr lang="en-US" altLang="zh-CN" b="1" kern="0" dirty="0">
                  <a:solidFill>
                    <a:srgbClr val="CC0099"/>
                  </a:solidFill>
                  <a:latin typeface="微软雅黑" pitchFamily="34" charset="-122"/>
                  <a:ea typeface="微软雅黑" pitchFamily="34" charset="-122"/>
                </a:rPr>
                <a:t>128.  1  .  </a:t>
              </a:r>
              <a:r>
                <a:rPr lang="en-US" altLang="zh-CN" sz="500" b="1" kern="0" dirty="0">
                  <a:solidFill>
                    <a:srgbClr val="CC0099"/>
                  </a:solidFill>
                  <a:latin typeface="微软雅黑" pitchFamily="34" charset="-122"/>
                  <a:ea typeface="微软雅黑" pitchFamily="34" charset="-122"/>
                </a:rPr>
                <a:t> </a:t>
              </a:r>
              <a:r>
                <a:rPr lang="en-US" altLang="zh-CN" b="1" kern="0" dirty="0">
                  <a:solidFill>
                    <a:srgbClr val="CC0099"/>
                  </a:solidFill>
                  <a:latin typeface="微软雅黑" pitchFamily="34" charset="-122"/>
                  <a:ea typeface="微软雅黑" pitchFamily="34" charset="-122"/>
                </a:rPr>
                <a:t>2  .132</a:t>
              </a:r>
            </a:p>
            <a:p>
              <a:pPr marL="0" marR="0" lvl="0" indent="0" defTabSz="914400" eaLnBrk="1" fontAlgn="auto" latinLnBrk="0" hangingPunct="1">
                <a:lnSpc>
                  <a:spcPts val="2600"/>
                </a:lnSpc>
                <a:spcBef>
                  <a:spcPts val="0"/>
                </a:spcBef>
                <a:spcAft>
                  <a:spcPts val="0"/>
                </a:spcAft>
                <a:buClrTx/>
                <a:buSzTx/>
                <a:buFontTx/>
                <a:buNone/>
                <a:tabLst/>
                <a:defRPr/>
              </a:pPr>
              <a:r>
                <a:rPr kumimoji="0" lang="en-US" altLang="zh-CN" b="1" i="0" u="none" strike="noStrike" kern="0" cap="none" spc="0" normalizeH="0" baseline="0" noProof="0" dirty="0">
                  <a:ln>
                    <a:noFill/>
                  </a:ln>
                  <a:solidFill>
                    <a:srgbClr val="0000FF"/>
                  </a:solidFill>
                  <a:effectLst/>
                  <a:uLnTx/>
                  <a:uFillTx/>
                  <a:latin typeface="微软雅黑" pitchFamily="34" charset="-122"/>
                  <a:ea typeface="微软雅黑" pitchFamily="34" charset="-122"/>
                </a:rPr>
                <a:t>255.255.255.192</a:t>
              </a:r>
            </a:p>
          </p:txBody>
        </p:sp>
        <p:sp>
          <p:nvSpPr>
            <p:cNvPr id="11" name="Text Box 73"/>
            <p:cNvSpPr txBox="1">
              <a:spLocks noChangeArrowheads="1"/>
            </p:cNvSpPr>
            <p:nvPr/>
          </p:nvSpPr>
          <p:spPr bwMode="auto">
            <a:xfrm>
              <a:off x="3628136" y="2940878"/>
              <a:ext cx="2101832" cy="3693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b="1" i="0" u="none" strike="noStrike" kern="0" cap="none" spc="0" normalizeH="0" baseline="0" noProof="0" dirty="0">
                  <a:ln>
                    <a:noFill/>
                  </a:ln>
                  <a:solidFill>
                    <a:srgbClr val="0000FF"/>
                  </a:solidFill>
                  <a:effectLst/>
                  <a:uLnTx/>
                  <a:uFillTx/>
                  <a:latin typeface="微软雅黑" pitchFamily="34" charset="-122"/>
                  <a:ea typeface="微软雅黑" pitchFamily="34" charset="-122"/>
                </a:rPr>
                <a:t>128.  1  .  </a:t>
              </a:r>
              <a:r>
                <a:rPr kumimoji="0" lang="en-US" altLang="zh-CN" sz="700" b="1" i="0" u="none" strike="noStrike" kern="0" cap="none" spc="0" normalizeH="0" baseline="0" noProof="0" dirty="0">
                  <a:ln>
                    <a:noFill/>
                  </a:ln>
                  <a:solidFill>
                    <a:srgbClr val="0000FF"/>
                  </a:solidFill>
                  <a:effectLst/>
                  <a:uLnTx/>
                  <a:uFillTx/>
                  <a:latin typeface="微软雅黑" pitchFamily="34" charset="-122"/>
                  <a:ea typeface="微软雅黑" pitchFamily="34" charset="-122"/>
                </a:rPr>
                <a:t> </a:t>
              </a:r>
              <a:r>
                <a:rPr kumimoji="0" lang="en-US" altLang="zh-CN" b="1" i="0" u="none" strike="noStrike" kern="0" cap="none" spc="0" normalizeH="0" baseline="0" noProof="0" dirty="0">
                  <a:ln>
                    <a:noFill/>
                  </a:ln>
                  <a:solidFill>
                    <a:srgbClr val="0000FF"/>
                  </a:solidFill>
                  <a:effectLst/>
                  <a:uLnTx/>
                  <a:uFillTx/>
                  <a:latin typeface="微软雅黑" pitchFamily="34" charset="-122"/>
                  <a:ea typeface="微软雅黑" pitchFamily="34" charset="-122"/>
                </a:rPr>
                <a:t>2  .128</a:t>
              </a:r>
            </a:p>
          </p:txBody>
        </p:sp>
        <p:sp>
          <p:nvSpPr>
            <p:cNvPr id="12" name="Line 74"/>
            <p:cNvSpPr>
              <a:spLocks noChangeShapeType="1"/>
            </p:cNvSpPr>
            <p:nvPr/>
          </p:nvSpPr>
          <p:spPr bwMode="auto">
            <a:xfrm>
              <a:off x="3613546" y="2873401"/>
              <a:ext cx="2228581"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b="1" i="0" u="none" strike="noStrike" kern="0" cap="none" spc="0" normalizeH="0" baseline="0" noProof="0">
                <a:ln>
                  <a:noFill/>
                </a:ln>
                <a:solidFill>
                  <a:srgbClr val="0000CC"/>
                </a:solidFill>
                <a:effectLst/>
                <a:uLnTx/>
                <a:uFillTx/>
                <a:latin typeface="微软雅黑" pitchFamily="34" charset="-122"/>
                <a:ea typeface="微软雅黑" pitchFamily="34" charset="-122"/>
              </a:endParaRPr>
            </a:p>
          </p:txBody>
        </p:sp>
      </p:grpSp>
      <p:sp>
        <p:nvSpPr>
          <p:cNvPr id="13" name="Text Box 75"/>
          <p:cNvSpPr txBox="1">
            <a:spLocks noChangeArrowheads="1"/>
          </p:cNvSpPr>
          <p:nvPr/>
        </p:nvSpPr>
        <p:spPr bwMode="auto">
          <a:xfrm>
            <a:off x="1319312" y="2454738"/>
            <a:ext cx="2294234" cy="707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r" defTabSz="914400" eaLnBrk="1" fontAlgn="auto" latinLnBrk="0" hangingPunct="1">
              <a:lnSpc>
                <a:spcPts val="24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00000"/>
                </a:solidFill>
                <a:effectLst/>
                <a:uLnTx/>
                <a:uFillTx/>
                <a:latin typeface="微软雅黑" pitchFamily="34" charset="-122"/>
                <a:ea typeface="微软雅黑" pitchFamily="34" charset="-122"/>
              </a:rPr>
              <a:t>目的地址与网络掩码</a:t>
            </a:r>
            <a:endPar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endParaRPr>
          </a:p>
          <a:p>
            <a:pPr marL="0" marR="0" lvl="0" indent="0" algn="r" defTabSz="914400" eaLnBrk="1" fontAlgn="auto" latinLnBrk="0" hangingPunct="1">
              <a:lnSpc>
                <a:spcPts val="24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00000"/>
                </a:solidFill>
                <a:effectLst/>
                <a:uLnTx/>
                <a:uFillTx/>
                <a:latin typeface="微软雅黑" pitchFamily="34" charset="-122"/>
                <a:ea typeface="微软雅黑" pitchFamily="34" charset="-122"/>
              </a:rPr>
              <a:t>逐比特 </a:t>
            </a:r>
            <a:r>
              <a:rPr kumimoji="0" lang="en-US" altLang="zh-CN" b="1" i="0" u="none" strike="noStrike" kern="0" cap="none" spc="0" normalizeH="0" baseline="0" noProof="0" dirty="0">
                <a:ln>
                  <a:noFill/>
                </a:ln>
                <a:solidFill>
                  <a:srgbClr val="C00000"/>
                </a:solidFill>
                <a:effectLst/>
                <a:uLnTx/>
                <a:uFillTx/>
                <a:latin typeface="微软雅黑" pitchFamily="34" charset="-122"/>
                <a:ea typeface="微软雅黑" pitchFamily="34" charset="-122"/>
              </a:rPr>
              <a:t>AND</a:t>
            </a:r>
            <a:endParaRPr kumimoji="0" lang="zh-CN" altLang="en-US" b="1" i="0" u="none" strike="noStrike" kern="0" cap="none" spc="0" normalizeH="0" baseline="0" noProof="0" dirty="0">
              <a:ln>
                <a:noFill/>
              </a:ln>
              <a:solidFill>
                <a:srgbClr val="C00000"/>
              </a:solidFill>
              <a:effectLst/>
              <a:uLnTx/>
              <a:uFillTx/>
              <a:latin typeface="微软雅黑" pitchFamily="34" charset="-122"/>
              <a:ea typeface="微软雅黑" pitchFamily="34" charset="-122"/>
            </a:endParaRPr>
          </a:p>
        </p:txBody>
      </p:sp>
      <p:sp>
        <p:nvSpPr>
          <p:cNvPr id="16" name="Text Box 78"/>
          <p:cNvSpPr txBox="1">
            <a:spLocks noChangeArrowheads="1"/>
          </p:cNvSpPr>
          <p:nvPr/>
        </p:nvSpPr>
        <p:spPr bwMode="auto">
          <a:xfrm>
            <a:off x="5840992" y="3149049"/>
            <a:ext cx="20425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400"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  </a:t>
            </a:r>
            <a:r>
              <a:rPr kumimoji="0" lang="en-US" altLang="zh-CN"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H</a:t>
            </a:r>
            <a:r>
              <a:rPr kumimoji="0" lang="en-US" altLang="zh-CN" b="1" i="0" u="none" strike="noStrike" kern="0" cap="none" spc="0" normalizeH="0" baseline="-25000" noProof="0" dirty="0">
                <a:ln>
                  <a:noFill/>
                </a:ln>
                <a:solidFill>
                  <a:srgbClr val="CC0099"/>
                </a:solidFill>
                <a:effectLst/>
                <a:uLnTx/>
                <a:uFillTx/>
                <a:latin typeface="微软雅黑" pitchFamily="34" charset="-122"/>
                <a:ea typeface="微软雅黑" pitchFamily="34" charset="-122"/>
                <a:sym typeface="Symbol" pitchFamily="18" charset="2"/>
              </a:rPr>
              <a:t>1</a:t>
            </a:r>
            <a:r>
              <a:rPr kumimoji="0" lang="en-US" altLang="zh-CN"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 </a:t>
            </a:r>
            <a:r>
              <a:rPr kumimoji="0" lang="zh-CN" altLang="en-US" b="1" i="0" u="none" strike="noStrike" kern="0" cap="none" spc="0" normalizeH="0" baseline="0" noProof="0" dirty="0">
                <a:ln>
                  <a:noFill/>
                </a:ln>
                <a:solidFill>
                  <a:srgbClr val="CC0099"/>
                </a:solidFill>
                <a:effectLst/>
                <a:uLnTx/>
                <a:uFillTx/>
                <a:latin typeface="微软雅黑" pitchFamily="34" charset="-122"/>
                <a:ea typeface="微软雅黑" pitchFamily="34" charset="-122"/>
                <a:sym typeface="Symbol" pitchFamily="18" charset="2"/>
              </a:rPr>
              <a:t>的网络地址</a:t>
            </a:r>
          </a:p>
        </p:txBody>
      </p:sp>
      <p:sp>
        <p:nvSpPr>
          <p:cNvPr id="19" name="矩形 18"/>
          <p:cNvSpPr/>
          <p:nvPr/>
        </p:nvSpPr>
        <p:spPr>
          <a:xfrm>
            <a:off x="1841928" y="3627344"/>
            <a:ext cx="5575852" cy="826637"/>
          </a:xfrm>
          <a:prstGeom prst="rect">
            <a:avLst/>
          </a:prstGeom>
        </p:spPr>
        <p:txBody>
          <a:bodyPr wrap="square">
            <a:spAutoFit/>
          </a:bodyPr>
          <a:lstStyle/>
          <a:p>
            <a:pPr algn="ctr">
              <a:lnSpc>
                <a:spcPts val="3000"/>
              </a:lnSpc>
            </a:pPr>
            <a:r>
              <a:rPr lang="en-US" altLang="zh-CN" sz="2000" b="1" dirty="0">
                <a:latin typeface="微软雅黑" panose="020B0503020204020204" pitchFamily="34" charset="-122"/>
                <a:ea typeface="微软雅黑" panose="020B0503020204020204" pitchFamily="34" charset="-122"/>
              </a:rPr>
              <a:t>128.1.2.132 </a:t>
            </a:r>
            <a:r>
              <a:rPr lang="zh-CN" altLang="en-US" sz="2000" b="1" dirty="0">
                <a:latin typeface="微软雅黑" panose="020B0503020204020204" pitchFamily="34" charset="-122"/>
                <a:ea typeface="微软雅黑" panose="020B0503020204020204" pitchFamily="34" charset="-122"/>
              </a:rPr>
              <a:t>不在本地网络上。</a:t>
            </a:r>
            <a:endParaRPr lang="en-US" altLang="zh-CN" sz="2000" b="1" dirty="0">
              <a:latin typeface="微软雅黑" panose="020B0503020204020204" pitchFamily="34" charset="-122"/>
              <a:ea typeface="微软雅黑" panose="020B0503020204020204" pitchFamily="34" charset="-122"/>
            </a:endParaRPr>
          </a:p>
          <a:p>
            <a:pPr algn="ctr">
              <a:lnSpc>
                <a:spcPts val="3000"/>
              </a:lnSpc>
            </a:pPr>
            <a:r>
              <a:rPr lang="zh-CN" altLang="en-US" sz="2000" b="1" dirty="0">
                <a:latin typeface="微软雅黑" panose="020B0503020204020204" pitchFamily="34" charset="-122"/>
                <a:ea typeface="微软雅黑" panose="020B0503020204020204" pitchFamily="34" charset="-122"/>
              </a:rPr>
              <a:t>源主机 </a:t>
            </a:r>
            <a:r>
              <a:rPr lang="en-US" altLang="zh-CN" sz="2000" b="1" dirty="0">
                <a:latin typeface="微软雅黑" panose="020B0503020204020204" pitchFamily="34" charset="-122"/>
                <a:ea typeface="微软雅黑" panose="020B0503020204020204" pitchFamily="34" charset="-122"/>
              </a:rPr>
              <a:t>H</a:t>
            </a:r>
            <a:r>
              <a:rPr lang="en-US" altLang="zh-CN" sz="2000" b="1" baseline="-25000" dirty="0">
                <a:latin typeface="微软雅黑" panose="020B0503020204020204" pitchFamily="34" charset="-122"/>
                <a:ea typeface="微软雅黑" panose="020B0503020204020204" pitchFamily="34" charset="-122"/>
              </a:rPr>
              <a:t>1</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必须把分组发送给路由器 </a:t>
            </a:r>
            <a:r>
              <a:rPr lang="en-US" altLang="zh-CN" sz="2000" b="1" dirty="0">
                <a:latin typeface="微软雅黑" panose="020B0503020204020204" pitchFamily="34" charset="-122"/>
                <a:ea typeface="微软雅黑" panose="020B0503020204020204" pitchFamily="34" charset="-122"/>
              </a:rPr>
              <a:t>R</a:t>
            </a:r>
            <a:r>
              <a:rPr lang="en-US" altLang="zh-CN" sz="2000" b="1" baseline="-25000" dirty="0">
                <a:latin typeface="微软雅黑" panose="020B0503020204020204" pitchFamily="34" charset="-122"/>
                <a:ea typeface="微软雅黑" panose="020B0503020204020204" pitchFamily="34" charset="-122"/>
              </a:rPr>
              <a:t>1</a:t>
            </a:r>
            <a:r>
              <a:rPr lang="zh-CN" altLang="en-US" sz="2000" b="1" dirty="0">
                <a:latin typeface="微软雅黑" panose="020B0503020204020204" pitchFamily="34" charset="-122"/>
                <a:ea typeface="微软雅黑" panose="020B0503020204020204" pitchFamily="34" charset="-122"/>
              </a:rPr>
              <a:t>。</a:t>
            </a:r>
          </a:p>
        </p:txBody>
      </p:sp>
      <p:sp>
        <p:nvSpPr>
          <p:cNvPr id="2" name="Text Box 155"/>
          <p:cNvSpPr txBox="1">
            <a:spLocks noChangeArrowheads="1"/>
          </p:cNvSpPr>
          <p:nvPr/>
        </p:nvSpPr>
        <p:spPr bwMode="auto">
          <a:xfrm>
            <a:off x="1333007" y="610084"/>
            <a:ext cx="6593695" cy="680507"/>
          </a:xfrm>
          <a:prstGeom prst="rect">
            <a:avLst/>
          </a:prstGeom>
          <a:solidFill>
            <a:srgbClr val="000099"/>
          </a:solidFill>
          <a:ln w="9525">
            <a:no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 </a:t>
            </a:r>
            <a:r>
              <a:rPr lang="en-US" altLang="zh-CN" b="1" dirty="0">
                <a:solidFill>
                  <a:schemeClr val="bg1"/>
                </a:solidFill>
                <a:latin typeface="微软雅黑" pitchFamily="34" charset="-122"/>
                <a:ea typeface="微软雅黑" pitchFamily="34" charset="-122"/>
              </a:rPr>
              <a:t>H</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首先检查 </a:t>
            </a:r>
            <a:r>
              <a:rPr lang="en-US" altLang="zh-CN" b="1" dirty="0">
                <a:solidFill>
                  <a:srgbClr val="FFFF00"/>
                </a:solidFill>
                <a:latin typeface="微软雅黑" pitchFamily="34" charset="-122"/>
                <a:ea typeface="微软雅黑" pitchFamily="34" charset="-122"/>
              </a:rPr>
              <a:t>128.1.2.132</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是否连接在本网络上。</a:t>
            </a:r>
          </a:p>
          <a:p>
            <a:pPr algn="ctr">
              <a:lnSpc>
                <a:spcPct val="110000"/>
              </a:lnSpc>
            </a:pPr>
            <a:r>
              <a:rPr lang="zh-CN" altLang="en-US" b="1" dirty="0">
                <a:solidFill>
                  <a:schemeClr val="bg1"/>
                </a:solidFill>
                <a:latin typeface="微软雅黑" pitchFamily="34" charset="-122"/>
                <a:ea typeface="微软雅黑" pitchFamily="34" charset="-122"/>
              </a:rPr>
              <a:t>如果是，则直接交付；否则，就送交路由器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p>
        </p:txBody>
      </p:sp>
    </p:spTree>
    <p:custDataLst>
      <p:tags r:id="rId1"/>
    </p:custDataLst>
    <p:extLst>
      <p:ext uri="{BB962C8B-B14F-4D97-AF65-F5344CB8AC3E}">
        <p14:creationId xmlns:p14="http://schemas.microsoft.com/office/powerpoint/2010/main" val="4125539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13"/>
                                        </p:tgtEl>
                                        <p:attrNameLst>
                                          <p:attrName>style.visibility</p:attrName>
                                        </p:attrNameLst>
                                      </p:cBhvr>
                                      <p:to>
                                        <p:strVal val="visible"/>
                                      </p:to>
                                    </p:set>
                                  </p:childTnLst>
                                </p:cTn>
                              </p:par>
                            </p:childTnLst>
                          </p:cTn>
                        </p:par>
                        <p:par>
                          <p:cTn id="14" fill="hold">
                            <p:stCondLst>
                              <p:cond delay="0"/>
                            </p:stCondLst>
                            <p:childTnLst>
                              <p:par>
                                <p:cTn id="15" presetID="22" presetClass="entr" presetSubtype="1" fill="hold" nodeType="after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10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16"/>
                                        </p:tgtEl>
                                        <p:attrNameLst>
                                          <p:attrName>style.visibility</p:attrName>
                                        </p:attrNameLst>
                                      </p:cBhvr>
                                      <p:to>
                                        <p:strVal val="visible"/>
                                      </p:to>
                                    </p:set>
                                  </p:childTnLst>
                                </p:cTn>
                              </p:par>
                            </p:childTnLst>
                          </p:cTn>
                        </p:par>
                        <p:par>
                          <p:cTn id="22" fill="hold">
                            <p:stCondLst>
                              <p:cond delay="0"/>
                            </p:stCondLst>
                            <p:childTnLst>
                              <p:par>
                                <p:cTn id="23" presetID="35" presetClass="emph" presetSubtype="0" repeatCount="3000" fill="hold" grpId="1" nodeType="afterEffect">
                                  <p:stCondLst>
                                    <p:cond delay="0"/>
                                  </p:stCondLst>
                                  <p:childTnLst>
                                    <p:anim calcmode="discrete" valueType="str">
                                      <p:cBhvr>
                                        <p:cTn id="24" dur="1000" fill="hold"/>
                                        <p:tgtEl>
                                          <p:spTgt spid="16"/>
                                        </p:tgtEl>
                                        <p:attrNameLst>
                                          <p:attrName>style.visibility</p:attrName>
                                        </p:attrNameLst>
                                      </p:cBhvr>
                                      <p:tavLst>
                                        <p:tav tm="0">
                                          <p:val>
                                            <p:strVal val="hidden"/>
                                          </p:val>
                                        </p:tav>
                                        <p:tav tm="50000">
                                          <p:val>
                                            <p:strVal val="visible"/>
                                          </p:val>
                                        </p:tav>
                                      </p:tavLst>
                                    </p:anim>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6" grpId="0"/>
      <p:bldP spid="16" grpId="1"/>
      <p:bldP spid="19" grpId="0"/>
      <p:bldP spid="2"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68" name="Group 125"/>
          <p:cNvGraphicFramePr>
            <a:graphicFrameLocks noGrp="1"/>
          </p:cNvGraphicFramePr>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1" name="Text Box 155"/>
          <p:cNvSpPr txBox="1">
            <a:spLocks noChangeArrowheads="1"/>
          </p:cNvSpPr>
          <p:nvPr/>
        </p:nvSpPr>
        <p:spPr bwMode="auto">
          <a:xfrm>
            <a:off x="1196430" y="4333600"/>
            <a:ext cx="6864206" cy="397032"/>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128.1.2.132</a:t>
            </a:r>
            <a:r>
              <a:rPr lang="en-US" altLang="zh-CN" b="1" dirty="0">
                <a:solidFill>
                  <a:schemeClr val="bg1"/>
                </a:solidFill>
                <a:latin typeface="微软雅黑" pitchFamily="34" charset="-122"/>
                <a:ea typeface="微软雅黑" pitchFamily="34" charset="-122"/>
              </a:rPr>
              <a:t>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255.255.255.192 = 128.1.2.128     </a:t>
            </a:r>
            <a:r>
              <a:rPr lang="zh-CN" altLang="en-US" b="1" dirty="0">
                <a:solidFill>
                  <a:srgbClr val="FFFF00"/>
                </a:solidFill>
                <a:latin typeface="微软雅黑" pitchFamily="34" charset="-122"/>
                <a:ea typeface="微软雅黑" pitchFamily="34" charset="-122"/>
              </a:rPr>
              <a:t>不匹配</a:t>
            </a:r>
            <a:r>
              <a:rPr lang="en-US" altLang="zh-CN" b="1" dirty="0">
                <a:solidFill>
                  <a:srgbClr val="FFFF00"/>
                </a:solidFill>
                <a:latin typeface="微软雅黑" pitchFamily="34" charset="-122"/>
                <a:ea typeface="微软雅黑" pitchFamily="34" charset="-122"/>
              </a:rPr>
              <a:t>!</a:t>
            </a:r>
          </a:p>
        </p:txBody>
      </p:sp>
      <p:sp>
        <p:nvSpPr>
          <p:cNvPr id="57" name="Line 66"/>
          <p:cNvSpPr>
            <a:spLocks noChangeShapeType="1"/>
          </p:cNvSpPr>
          <p:nvPr/>
        </p:nvSpPr>
        <p:spPr bwMode="auto">
          <a:xfrm>
            <a:off x="5637655" y="171917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354487" y="816458"/>
            <a:ext cx="7304424" cy="3440748"/>
            <a:chOff x="354487" y="816458"/>
            <a:chExt cx="7304424" cy="3440748"/>
          </a:xfrm>
        </p:grpSpPr>
        <p:grpSp>
          <p:nvGrpSpPr>
            <p:cNvPr id="5" name="组合 68"/>
            <p:cNvGrpSpPr/>
            <p:nvPr/>
          </p:nvGrpSpPr>
          <p:grpSpPr>
            <a:xfrm>
              <a:off x="354487" y="816458"/>
              <a:ext cx="7304424" cy="3440748"/>
              <a:chOff x="354487" y="816458"/>
              <a:chExt cx="7304424" cy="3440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74" name="Text Box 25"/>
              <p:cNvSpPr txBox="1">
                <a:spLocks noChangeArrowheads="1"/>
              </p:cNvSpPr>
              <p:nvPr/>
            </p:nvSpPr>
            <p:spPr bwMode="auto">
              <a:xfrm>
                <a:off x="3732139" y="1824581"/>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80" name="Text Box 23"/>
              <p:cNvSpPr txBox="1">
                <a:spLocks noChangeArrowheads="1"/>
              </p:cNvSpPr>
              <p:nvPr/>
            </p:nvSpPr>
            <p:spPr bwMode="auto">
              <a:xfrm>
                <a:off x="3839945" y="816458"/>
                <a:ext cx="1225389"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源主机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1</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128.1.2.129</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7"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0" name="Text Box 39"/>
              <p:cNvSpPr txBox="1">
                <a:spLocks noChangeArrowheads="1"/>
              </p:cNvSpPr>
              <p:nvPr/>
            </p:nvSpPr>
            <p:spPr bwMode="auto">
              <a:xfrm>
                <a:off x="5888875" y="3027938"/>
                <a:ext cx="1435376"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目的主机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2</a:t>
                </a: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pic>
            <p:nvPicPr>
              <p:cNvPr id="105" name="Picture 3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8"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1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9"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0"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2" name="任意多边形 1"/>
          <p:cNvSpPr/>
          <p:nvPr/>
        </p:nvSpPr>
        <p:spPr>
          <a:xfrm>
            <a:off x="3147431" y="1274164"/>
            <a:ext cx="720031" cy="584616"/>
          </a:xfrm>
          <a:custGeom>
            <a:avLst/>
            <a:gdLst>
              <a:gd name="connsiteX0" fmla="*/ 630090 w 720031"/>
              <a:gd name="connsiteY0" fmla="*/ 0 h 584616"/>
              <a:gd name="connsiteX1" fmla="*/ 503 w 720031"/>
              <a:gd name="connsiteY1" fmla="*/ 269823 h 584616"/>
              <a:gd name="connsiteX2" fmla="*/ 720031 w 720031"/>
              <a:gd name="connsiteY2" fmla="*/ 584616 h 584616"/>
              <a:gd name="connsiteX3" fmla="*/ 720031 w 720031"/>
              <a:gd name="connsiteY3" fmla="*/ 584616 h 584616"/>
            </a:gdLst>
            <a:ahLst/>
            <a:cxnLst>
              <a:cxn ang="0">
                <a:pos x="connsiteX0" y="connsiteY0"/>
              </a:cxn>
              <a:cxn ang="0">
                <a:pos x="connsiteX1" y="connsiteY1"/>
              </a:cxn>
              <a:cxn ang="0">
                <a:pos x="connsiteX2" y="connsiteY2"/>
              </a:cxn>
              <a:cxn ang="0">
                <a:pos x="connsiteX3" y="connsiteY3"/>
              </a:cxn>
            </a:cxnLst>
            <a:rect l="l" t="t" r="r" b="b"/>
            <a:pathLst>
              <a:path w="720031" h="584616">
                <a:moveTo>
                  <a:pt x="630090" y="0"/>
                </a:moveTo>
                <a:cubicBezTo>
                  <a:pt x="307801" y="86193"/>
                  <a:pt x="-14487" y="172387"/>
                  <a:pt x="503" y="269823"/>
                </a:cubicBezTo>
                <a:cubicBezTo>
                  <a:pt x="15493" y="367259"/>
                  <a:pt x="720031" y="584616"/>
                  <a:pt x="720031" y="584616"/>
                </a:cubicBezTo>
                <a:lnTo>
                  <a:pt x="720031" y="584616"/>
                </a:lnTo>
              </a:path>
            </a:pathLst>
          </a:custGeom>
          <a:noFill/>
          <a:ln w="38100">
            <a:solidFill>
              <a:srgbClr val="CC0000"/>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AutoShape 63"/>
          <p:cNvSpPr>
            <a:spLocks noChangeArrowheads="1"/>
          </p:cNvSpPr>
          <p:nvPr/>
        </p:nvSpPr>
        <p:spPr bwMode="auto">
          <a:xfrm>
            <a:off x="5047836" y="1543263"/>
            <a:ext cx="547288" cy="142367"/>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Tree>
    <p:custDataLst>
      <p:tags r:id="rId1"/>
    </p:custDataLst>
    <p:extLst>
      <p:ext uri="{BB962C8B-B14F-4D97-AF65-F5344CB8AC3E}">
        <p14:creationId xmlns:p14="http://schemas.microsoft.com/office/powerpoint/2010/main" val="12988961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1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28"/>
                                        </p:tgtEl>
                                        <p:attrNameLst>
                                          <p:attrName>style.visibility</p:attrName>
                                        </p:attrNameLst>
                                      </p:cBhvr>
                                      <p:to>
                                        <p:strVal val="visible"/>
                                      </p:to>
                                    </p:set>
                                  </p:childTnLst>
                                </p:cTn>
                              </p:par>
                              <p:par>
                                <p:cTn id="12" presetID="10" presetClass="entr" presetSubtype="0" fill="hold" grpId="0" nodeType="withEffect">
                                  <p:stCondLst>
                                    <p:cond delay="0"/>
                                  </p:stCondLst>
                                  <p:childTnLst>
                                    <p:set>
                                      <p:cBhvr>
                                        <p:cTn id="13" dur="1" fill="hold">
                                          <p:stCondLst>
                                            <p:cond delay="0"/>
                                          </p:stCondLst>
                                        </p:cTn>
                                        <p:tgtEl>
                                          <p:spTgt spid="57"/>
                                        </p:tgtEl>
                                        <p:attrNameLst>
                                          <p:attrName>style.visibility</p:attrName>
                                        </p:attrNameLst>
                                      </p:cBhvr>
                                      <p:to>
                                        <p:strVal val="visible"/>
                                      </p:to>
                                    </p:set>
                                    <p:animEffect transition="in" filter="fade">
                                      <p:cBhvr>
                                        <p:cTn id="14" dur="500"/>
                                        <p:tgtEl>
                                          <p:spTgt spid="57"/>
                                        </p:tgtEl>
                                      </p:cBhvr>
                                    </p:animEffect>
                                  </p:childTnLst>
                                </p:cTn>
                              </p:par>
                            </p:childTnLst>
                          </p:cTn>
                        </p:par>
                        <p:par>
                          <p:cTn id="15" fill="hold">
                            <p:stCondLst>
                              <p:cond delay="500"/>
                            </p:stCondLst>
                            <p:childTnLst>
                              <p:par>
                                <p:cTn id="16" presetID="35" presetClass="emph" presetSubtype="0" repeatCount="3000" fill="hold" grpId="1" nodeType="afterEffect">
                                  <p:stCondLst>
                                    <p:cond delay="0"/>
                                  </p:stCondLst>
                                  <p:childTnLst>
                                    <p:anim calcmode="discrete" valueType="str">
                                      <p:cBhvr>
                                        <p:cTn id="17" dur="1000" fill="hold"/>
                                        <p:tgtEl>
                                          <p:spTgt spid="128"/>
                                        </p:tgtEl>
                                        <p:attrNameLst>
                                          <p:attrName>style.visibility</p:attrName>
                                        </p:attrNameLst>
                                      </p:cBhvr>
                                      <p:tavLst>
                                        <p:tav tm="0">
                                          <p:val>
                                            <p:strVal val="hidden"/>
                                          </p:val>
                                        </p:tav>
                                        <p:tav tm="50000">
                                          <p:val>
                                            <p:strVal val="visible"/>
                                          </p:val>
                                        </p:tav>
                                      </p:tavLst>
                                    </p:anim>
                                  </p:childTnLst>
                                </p:cTn>
                              </p:par>
                            </p:childTnLst>
                          </p:cTn>
                        </p:par>
                        <p:par>
                          <p:cTn id="18" fill="hold">
                            <p:stCondLst>
                              <p:cond delay="3500"/>
                            </p:stCondLst>
                            <p:childTnLst>
                              <p:par>
                                <p:cTn id="19" presetID="22" presetClass="entr" presetSubtype="1" fill="hold" grpId="0" nodeType="afterEffect">
                                  <p:stCondLst>
                                    <p:cond delay="0"/>
                                  </p:stCondLst>
                                  <p:childTnLst>
                                    <p:set>
                                      <p:cBhvr>
                                        <p:cTn id="20" dur="1" fill="hold">
                                          <p:stCondLst>
                                            <p:cond delay="0"/>
                                          </p:stCondLst>
                                        </p:cTn>
                                        <p:tgtEl>
                                          <p:spTgt spid="51"/>
                                        </p:tgtEl>
                                        <p:attrNameLst>
                                          <p:attrName>style.visibility</p:attrName>
                                        </p:attrNameLst>
                                      </p:cBhvr>
                                      <p:to>
                                        <p:strVal val="visible"/>
                                      </p:to>
                                    </p:set>
                                    <p:animEffect transition="in" filter="wipe(up)">
                                      <p:cBhvr>
                                        <p:cTn id="21"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7" grpId="0" animBg="1"/>
      <p:bldP spid="2" grpId="0" animBg="1"/>
      <p:bldP spid="128" grpId="0" animBg="1"/>
      <p:bldP spid="128" grpId="1"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圆角矩形 66"/>
          <p:cNvSpPr/>
          <p:nvPr/>
        </p:nvSpPr>
        <p:spPr>
          <a:xfrm>
            <a:off x="344776" y="633725"/>
            <a:ext cx="8469440" cy="37291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68" name="Group 125"/>
          <p:cNvGraphicFramePr>
            <a:graphicFrameLocks noGrp="1"/>
          </p:cNvGraphicFramePr>
          <p:nvPr/>
        </p:nvGraphicFramePr>
        <p:xfrm>
          <a:off x="5544358" y="1184245"/>
          <a:ext cx="2790174" cy="1076799"/>
        </p:xfrm>
        <a:graphic>
          <a:graphicData uri="http://schemas.openxmlformats.org/drawingml/2006/table">
            <a:tbl>
              <a:tblPr/>
              <a:tblGrid>
                <a:gridCol w="1543446">
                  <a:extLst>
                    <a:ext uri="{9D8B030D-6E8A-4147-A177-3AD203B41FA5}">
                      <a16:colId xmlns:a16="http://schemas.microsoft.com/office/drawing/2014/main" val="20000"/>
                    </a:ext>
                  </a:extLst>
                </a:gridCol>
                <a:gridCol w="1246728">
                  <a:extLst>
                    <a:ext uri="{9D8B030D-6E8A-4147-A177-3AD203B41FA5}">
                      <a16:colId xmlns:a16="http://schemas.microsoft.com/office/drawing/2014/main" val="20001"/>
                    </a:ext>
                  </a:extLst>
                </a:gridCol>
              </a:tblGrid>
              <a:tr h="2869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78982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128.1.3.64/26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128.1.2.128/26</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128.1.2.192/26</a:t>
                      </a:r>
                    </a:p>
                  </a:txBody>
                  <a:tcPr marL="91431" marR="91431"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R</a:t>
                      </a:r>
                      <a:r>
                        <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rPr>
                        <a:t>2</a:t>
                      </a: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txBody>
                  <a:tcPr marL="91431" marR="91431"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51" name="Text Box 155"/>
          <p:cNvSpPr txBox="1">
            <a:spLocks noChangeArrowheads="1"/>
          </p:cNvSpPr>
          <p:nvPr/>
        </p:nvSpPr>
        <p:spPr bwMode="auto">
          <a:xfrm>
            <a:off x="1196428" y="4333600"/>
            <a:ext cx="6865200" cy="375809"/>
          </a:xfrm>
          <a:prstGeom prst="rect">
            <a:avLst/>
          </a:prstGeom>
          <a:solidFill>
            <a:srgbClr val="0070C0"/>
          </a:solidFill>
          <a:ln w="9525">
            <a:noFill/>
            <a:miter lim="800000"/>
            <a:headEnd/>
            <a:tailEnd/>
          </a:ln>
          <a:effectLst/>
        </p:spPr>
        <p:txBody>
          <a:bodyPr wrap="square">
            <a:spAutoFit/>
          </a:bodyPr>
          <a:lstStyle/>
          <a:p>
            <a:pPr algn="ctr">
              <a:lnSpc>
                <a:spcPct val="110000"/>
              </a:lnSpc>
            </a:pPr>
            <a:r>
              <a:rPr lang="en-US" altLang="zh-CN" b="1" dirty="0">
                <a:solidFill>
                  <a:srgbClr val="FFFF00"/>
                </a:solidFill>
                <a:latin typeface="微软雅黑" pitchFamily="34" charset="-122"/>
                <a:ea typeface="微软雅黑" pitchFamily="34" charset="-122"/>
              </a:rPr>
              <a:t>128.1.2.132</a:t>
            </a:r>
            <a:r>
              <a:rPr lang="en-US" altLang="zh-CN" b="1" dirty="0">
                <a:solidFill>
                  <a:schemeClr val="bg1"/>
                </a:solidFill>
                <a:latin typeface="微软雅黑" pitchFamily="34" charset="-122"/>
                <a:ea typeface="微软雅黑" pitchFamily="34" charset="-122"/>
              </a:rPr>
              <a:t> </a:t>
            </a:r>
            <a:r>
              <a:rPr lang="en-US" altLang="zh-CN" b="1" dirty="0">
                <a:solidFill>
                  <a:schemeClr val="accent6"/>
                </a:solidFill>
                <a:latin typeface="微软雅黑" pitchFamily="34" charset="-122"/>
                <a:ea typeface="微软雅黑" pitchFamily="34" charset="-122"/>
              </a:rPr>
              <a:t>AND</a:t>
            </a:r>
            <a:r>
              <a:rPr lang="en-US" altLang="zh-CN" b="1" dirty="0">
                <a:solidFill>
                  <a:schemeClr val="bg1"/>
                </a:solidFill>
                <a:latin typeface="微软雅黑" pitchFamily="34" charset="-122"/>
                <a:ea typeface="微软雅黑" pitchFamily="34" charset="-122"/>
              </a:rPr>
              <a:t> 255.255.255.192 = 128.1.2.128     </a:t>
            </a:r>
            <a:r>
              <a:rPr lang="zh-CN" altLang="en-US" b="1" dirty="0">
                <a:solidFill>
                  <a:srgbClr val="FFFF00"/>
                </a:solidFill>
                <a:latin typeface="微软雅黑" pitchFamily="34" charset="-122"/>
                <a:ea typeface="微软雅黑" pitchFamily="34" charset="-122"/>
              </a:rPr>
              <a:t>匹配</a:t>
            </a:r>
            <a:r>
              <a:rPr lang="en-US" altLang="zh-CN" b="1" dirty="0">
                <a:solidFill>
                  <a:srgbClr val="FFFF00"/>
                </a:solidFill>
                <a:latin typeface="微软雅黑" pitchFamily="34" charset="-122"/>
                <a:ea typeface="微软雅黑" pitchFamily="34" charset="-122"/>
              </a:rPr>
              <a:t>!</a:t>
            </a:r>
          </a:p>
        </p:txBody>
      </p:sp>
      <p:sp>
        <p:nvSpPr>
          <p:cNvPr id="57" name="Line 66"/>
          <p:cNvSpPr>
            <a:spLocks noChangeShapeType="1"/>
          </p:cNvSpPr>
          <p:nvPr/>
        </p:nvSpPr>
        <p:spPr bwMode="auto">
          <a:xfrm>
            <a:off x="5637655" y="1944029"/>
            <a:ext cx="136275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椭圆 119"/>
          <p:cNvSpPr/>
          <p:nvPr/>
        </p:nvSpPr>
        <p:spPr bwMode="auto">
          <a:xfrm rot="20475920">
            <a:off x="1042029" y="910124"/>
            <a:ext cx="3351723" cy="1002368"/>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grpSp>
        <p:nvGrpSpPr>
          <p:cNvPr id="2" name="组合 1"/>
          <p:cNvGrpSpPr/>
          <p:nvPr/>
        </p:nvGrpSpPr>
        <p:grpSpPr>
          <a:xfrm>
            <a:off x="354487" y="816458"/>
            <a:ext cx="7304424" cy="3440748"/>
            <a:chOff x="354487" y="816458"/>
            <a:chExt cx="7304424" cy="3440748"/>
          </a:xfrm>
        </p:grpSpPr>
        <p:grpSp>
          <p:nvGrpSpPr>
            <p:cNvPr id="4" name="组合 68"/>
            <p:cNvGrpSpPr/>
            <p:nvPr/>
          </p:nvGrpSpPr>
          <p:grpSpPr>
            <a:xfrm>
              <a:off x="354487" y="816458"/>
              <a:ext cx="7304424" cy="3440748"/>
              <a:chOff x="354487" y="816458"/>
              <a:chExt cx="7304424" cy="3440748"/>
            </a:xfrm>
          </p:grpSpPr>
          <p:sp>
            <p:nvSpPr>
              <p:cNvPr id="70" name="直角三角形 69"/>
              <p:cNvSpPr/>
              <p:nvPr/>
            </p:nvSpPr>
            <p:spPr>
              <a:xfrm rot="16200000">
                <a:off x="4357107" y="1079129"/>
                <a:ext cx="1089992" cy="1274054"/>
              </a:xfrm>
              <a:prstGeom prst="rtTriangle">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bwMode="auto">
              <a:xfrm>
                <a:off x="3607791" y="2535299"/>
                <a:ext cx="3716460" cy="1197252"/>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2" name="椭圆 71"/>
              <p:cNvSpPr/>
              <p:nvPr/>
            </p:nvSpPr>
            <p:spPr bwMode="auto">
              <a:xfrm rot="16200000">
                <a:off x="883716" y="2425929"/>
                <a:ext cx="1925637" cy="1736917"/>
              </a:xfrm>
              <a:prstGeom prst="ellipse">
                <a:avLst/>
              </a:prstGeom>
              <a:solidFill>
                <a:srgbClr val="FFFF66"/>
              </a:solidFill>
              <a:ln w="9525" cap="flat" cmpd="sng" algn="ctr">
                <a:solidFill>
                  <a:schemeClr val="tx1"/>
                </a:solidFill>
                <a:prstDash val="dash"/>
                <a:round/>
                <a:headEnd type="none" w="med" len="med"/>
                <a:tailEnd type="none" w="med" len="med"/>
              </a:ln>
              <a:effectLst/>
            </p:spPr>
            <p:txBody>
              <a:bodyPr/>
              <a:lstStyle/>
              <a:p>
                <a:pPr>
                  <a:defRPr/>
                </a:pPr>
                <a:endParaRPr lang="zh-CN" altLang="en-US" sz="1600" b="1">
                  <a:latin typeface="微软雅黑" panose="020B0503020204020204" pitchFamily="34" charset="-122"/>
                  <a:ea typeface="微软雅黑" panose="020B0503020204020204" pitchFamily="34" charset="-122"/>
                </a:endParaRPr>
              </a:p>
            </p:txBody>
          </p:sp>
          <p:sp>
            <p:nvSpPr>
              <p:cNvPr id="73" name="Text Box 20"/>
              <p:cNvSpPr txBox="1">
                <a:spLocks noChangeArrowheads="1"/>
              </p:cNvSpPr>
              <p:nvPr/>
            </p:nvSpPr>
            <p:spPr bwMode="auto">
              <a:xfrm>
                <a:off x="2456408" y="2039834"/>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128.1.2.193</a:t>
                </a:r>
              </a:p>
            </p:txBody>
          </p:sp>
          <p:sp>
            <p:nvSpPr>
              <p:cNvPr id="74" name="Text Box 25"/>
              <p:cNvSpPr txBox="1">
                <a:spLocks noChangeArrowheads="1"/>
              </p:cNvSpPr>
              <p:nvPr/>
            </p:nvSpPr>
            <p:spPr bwMode="auto">
              <a:xfrm>
                <a:off x="3732139" y="1824581"/>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75" name="Line 19"/>
              <p:cNvSpPr>
                <a:spLocks noChangeShapeType="1"/>
              </p:cNvSpPr>
              <p:nvPr/>
            </p:nvSpPr>
            <p:spPr bwMode="auto">
              <a:xfrm>
                <a:off x="2775735" y="1678638"/>
                <a:ext cx="1301162" cy="55733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6" name="Line 16"/>
              <p:cNvSpPr>
                <a:spLocks noChangeShapeType="1"/>
              </p:cNvSpPr>
              <p:nvPr/>
            </p:nvSpPr>
            <p:spPr bwMode="auto">
              <a:xfrm flipH="1">
                <a:off x="1638141" y="1656270"/>
                <a:ext cx="947995" cy="2530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77" name="Line 8"/>
              <p:cNvSpPr>
                <a:spLocks noChangeShapeType="1"/>
              </p:cNvSpPr>
              <p:nvPr/>
            </p:nvSpPr>
            <p:spPr bwMode="auto">
              <a:xfrm flipH="1">
                <a:off x="2658440" y="1101262"/>
                <a:ext cx="956029" cy="5536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78" name="Picture 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93961" y="824458"/>
                <a:ext cx="345456"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 Box 9"/>
              <p:cNvSpPr txBox="1">
                <a:spLocks noChangeArrowheads="1"/>
              </p:cNvSpPr>
              <p:nvPr/>
            </p:nvSpPr>
            <p:spPr bwMode="auto">
              <a:xfrm>
                <a:off x="2171247" y="912225"/>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128.1.2.194</a:t>
                </a:r>
              </a:p>
            </p:txBody>
          </p:sp>
          <p:sp>
            <p:nvSpPr>
              <p:cNvPr id="80" name="Text Box 23"/>
              <p:cNvSpPr txBox="1">
                <a:spLocks noChangeArrowheads="1"/>
              </p:cNvSpPr>
              <p:nvPr/>
            </p:nvSpPr>
            <p:spPr bwMode="auto">
              <a:xfrm>
                <a:off x="3839945" y="816458"/>
                <a:ext cx="1225389"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源主机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1</a:t>
                </a:r>
              </a:p>
            </p:txBody>
          </p:sp>
          <p:sp>
            <p:nvSpPr>
              <p:cNvPr id="81" name="Text Box 10"/>
              <p:cNvSpPr txBox="1">
                <a:spLocks noChangeArrowheads="1"/>
              </p:cNvSpPr>
              <p:nvPr/>
            </p:nvSpPr>
            <p:spPr bwMode="auto">
              <a:xfrm>
                <a:off x="590769" y="1099476"/>
                <a:ext cx="172675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128.1.2.192/26</a:t>
                </a:r>
              </a:p>
            </p:txBody>
          </p:sp>
          <p:sp>
            <p:nvSpPr>
              <p:cNvPr id="82" name="Line 45"/>
              <p:cNvSpPr>
                <a:spLocks noChangeShapeType="1"/>
              </p:cNvSpPr>
              <p:nvPr/>
            </p:nvSpPr>
            <p:spPr bwMode="auto">
              <a:xfrm flipH="1" flipV="1">
                <a:off x="2294019" y="3312971"/>
                <a:ext cx="808348" cy="2236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3" name="Line 41"/>
              <p:cNvSpPr>
                <a:spLocks noChangeShapeType="1"/>
              </p:cNvSpPr>
              <p:nvPr/>
            </p:nvSpPr>
            <p:spPr bwMode="auto">
              <a:xfrm flipH="1">
                <a:off x="4263353" y="2793929"/>
                <a:ext cx="1332012" cy="433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4" name="Line 33"/>
              <p:cNvSpPr>
                <a:spLocks noChangeShapeType="1"/>
              </p:cNvSpPr>
              <p:nvPr/>
            </p:nvSpPr>
            <p:spPr bwMode="auto">
              <a:xfrm flipH="1">
                <a:off x="2051398" y="3354911"/>
                <a:ext cx="88372" cy="5228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5" name="Line 32"/>
              <p:cNvSpPr>
                <a:spLocks noChangeShapeType="1"/>
              </p:cNvSpPr>
              <p:nvPr/>
            </p:nvSpPr>
            <p:spPr bwMode="auto">
              <a:xfrm flipH="1">
                <a:off x="3297683" y="2900177"/>
                <a:ext cx="819453" cy="6696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86" name="Line 21"/>
              <p:cNvSpPr>
                <a:spLocks noChangeShapeType="1"/>
              </p:cNvSpPr>
              <p:nvPr/>
            </p:nvSpPr>
            <p:spPr bwMode="auto">
              <a:xfrm>
                <a:off x="4207116" y="2371732"/>
                <a:ext cx="1607" cy="4627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87" name="Picture 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74653" y="3753341"/>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19621" y="1719179"/>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18"/>
              <p:cNvGrpSpPr>
                <a:grpSpLocks/>
              </p:cNvGrpSpPr>
              <p:nvPr/>
            </p:nvGrpSpPr>
            <p:grpSpPr bwMode="auto">
              <a:xfrm>
                <a:off x="3943605" y="2125684"/>
                <a:ext cx="531842" cy="303367"/>
                <a:chOff x="864" y="1824"/>
                <a:chExt cx="432" cy="288"/>
              </a:xfrm>
            </p:grpSpPr>
            <p:pic>
              <p:nvPicPr>
                <p:cNvPr id="126" name="Picture 3"/>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7" name="Picture 1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pic>
            <p:nvPicPr>
              <p:cNvPr id="90" name="Picture 1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02173" y="2589821"/>
                <a:ext cx="345456"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 Box 22"/>
              <p:cNvSpPr txBox="1">
                <a:spLocks noChangeArrowheads="1"/>
              </p:cNvSpPr>
              <p:nvPr/>
            </p:nvSpPr>
            <p:spPr bwMode="auto">
              <a:xfrm>
                <a:off x="2853215" y="2404897"/>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128.1.2.129</a:t>
                </a:r>
              </a:p>
            </p:txBody>
          </p:sp>
          <p:sp>
            <p:nvSpPr>
              <p:cNvPr id="92" name="Text Box 24"/>
              <p:cNvSpPr txBox="1">
                <a:spLocks noChangeArrowheads="1"/>
              </p:cNvSpPr>
              <p:nvPr/>
            </p:nvSpPr>
            <p:spPr bwMode="auto">
              <a:xfrm>
                <a:off x="4108734" y="1835693"/>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1</a:t>
                </a:r>
              </a:p>
            </p:txBody>
          </p:sp>
          <p:sp>
            <p:nvSpPr>
              <p:cNvPr id="93" name="Text Box 26"/>
              <p:cNvSpPr txBox="1">
                <a:spLocks noChangeArrowheads="1"/>
              </p:cNvSpPr>
              <p:nvPr/>
            </p:nvSpPr>
            <p:spPr bwMode="auto">
              <a:xfrm>
                <a:off x="4178194" y="2368936"/>
                <a:ext cx="311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94" name="Line 27"/>
              <p:cNvSpPr>
                <a:spLocks noChangeShapeType="1"/>
              </p:cNvSpPr>
              <p:nvPr/>
            </p:nvSpPr>
            <p:spPr bwMode="auto">
              <a:xfrm>
                <a:off x="4263353" y="2837267"/>
                <a:ext cx="1307911" cy="4627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nvGrpSpPr>
              <p:cNvPr id="6" name="Group 28"/>
              <p:cNvGrpSpPr>
                <a:grpSpLocks/>
              </p:cNvGrpSpPr>
              <p:nvPr/>
            </p:nvGrpSpPr>
            <p:grpSpPr bwMode="auto">
              <a:xfrm>
                <a:off x="3032567" y="3427224"/>
                <a:ext cx="531841" cy="303366"/>
                <a:chOff x="864" y="1824"/>
                <a:chExt cx="432" cy="288"/>
              </a:xfrm>
            </p:grpSpPr>
            <p:pic>
              <p:nvPicPr>
                <p:cNvPr id="124" name="Picture 29"/>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25" name="Picture 30"/>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96" name="Text Box 31"/>
              <p:cNvSpPr txBox="1">
                <a:spLocks noChangeArrowheads="1"/>
              </p:cNvSpPr>
              <p:nvPr/>
            </p:nvSpPr>
            <p:spPr bwMode="auto">
              <a:xfrm>
                <a:off x="3511384" y="348314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solidFill>
                      <a:srgbClr val="CC0066"/>
                    </a:solidFill>
                    <a:latin typeface="微软雅黑" panose="020B0503020204020204" pitchFamily="34" charset="-122"/>
                    <a:ea typeface="微软雅黑" panose="020B0503020204020204" pitchFamily="34" charset="-122"/>
                  </a:rPr>
                  <a:t>R</a:t>
                </a:r>
                <a:r>
                  <a:rPr lang="en-US" altLang="zh-CN" sz="1600" b="1" baseline="-25000" dirty="0">
                    <a:solidFill>
                      <a:srgbClr val="CC0066"/>
                    </a:solidFill>
                    <a:latin typeface="微软雅黑" panose="020B0503020204020204" pitchFamily="34" charset="-122"/>
                    <a:ea typeface="微软雅黑" panose="020B0503020204020204" pitchFamily="34" charset="-122"/>
                  </a:rPr>
                  <a:t>2</a:t>
                </a:r>
              </a:p>
            </p:txBody>
          </p:sp>
          <p:sp>
            <p:nvSpPr>
              <p:cNvPr id="97" name="Line 35"/>
              <p:cNvSpPr>
                <a:spLocks noChangeShapeType="1"/>
              </p:cNvSpPr>
              <p:nvPr/>
            </p:nvSpPr>
            <p:spPr bwMode="auto">
              <a:xfrm flipH="1">
                <a:off x="2147804" y="2732799"/>
                <a:ext cx="36955" cy="5801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b="1">
                  <a:latin typeface="微软雅黑" panose="020B0503020204020204" pitchFamily="34" charset="-122"/>
                  <a:ea typeface="微软雅黑" panose="020B0503020204020204" pitchFamily="34" charset="-122"/>
                </a:endParaRPr>
              </a:p>
            </p:txBody>
          </p:sp>
          <p:pic>
            <p:nvPicPr>
              <p:cNvPr id="98" name="Picture 1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39129" y="3034385"/>
                <a:ext cx="345455" cy="310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 Box 37"/>
              <p:cNvSpPr txBox="1">
                <a:spLocks noChangeArrowheads="1"/>
              </p:cNvSpPr>
              <p:nvPr/>
            </p:nvSpPr>
            <p:spPr bwMode="auto">
              <a:xfrm>
                <a:off x="5909138" y="2500740"/>
                <a:ext cx="1749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128.1.2.128/26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0" name="Text Box 39"/>
              <p:cNvSpPr txBox="1">
                <a:spLocks noChangeArrowheads="1"/>
              </p:cNvSpPr>
              <p:nvPr/>
            </p:nvSpPr>
            <p:spPr bwMode="auto">
              <a:xfrm>
                <a:off x="5888875" y="3027938"/>
                <a:ext cx="1435376" cy="338554"/>
              </a:xfrm>
              <a:prstGeom prst="rect">
                <a:avLst/>
              </a:prstGeom>
              <a:solidFill>
                <a:srgbClr val="00FFFF"/>
              </a:solidFill>
              <a:ln w="9525">
                <a:solidFill>
                  <a:schemeClr val="tx1"/>
                </a:solidFill>
                <a:miter lim="800000"/>
                <a:headEnd/>
                <a:tailEnd/>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目的主机 </a:t>
                </a:r>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2</a:t>
                </a:r>
              </a:p>
            </p:txBody>
          </p:sp>
          <p:sp>
            <p:nvSpPr>
              <p:cNvPr id="101" name="Text Box 40"/>
              <p:cNvSpPr txBox="1">
                <a:spLocks noChangeArrowheads="1"/>
              </p:cNvSpPr>
              <p:nvPr/>
            </p:nvSpPr>
            <p:spPr bwMode="auto">
              <a:xfrm>
                <a:off x="4856211" y="3344975"/>
                <a:ext cx="1392398"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128.1.2.132</a:t>
                </a:r>
              </a:p>
            </p:txBody>
          </p:sp>
          <p:sp>
            <p:nvSpPr>
              <p:cNvPr id="102" name="Text Box 42"/>
              <p:cNvSpPr txBox="1">
                <a:spLocks noChangeArrowheads="1"/>
              </p:cNvSpPr>
              <p:nvPr/>
            </p:nvSpPr>
            <p:spPr bwMode="auto">
              <a:xfrm>
                <a:off x="3269292" y="313659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baseline="-25000" dirty="0">
                  <a:latin typeface="微软雅黑" panose="020B0503020204020204" pitchFamily="34" charset="-122"/>
                  <a:ea typeface="微软雅黑" panose="020B0503020204020204" pitchFamily="34" charset="-122"/>
                </a:endParaRPr>
              </a:p>
            </p:txBody>
          </p:sp>
          <p:sp>
            <p:nvSpPr>
              <p:cNvPr id="103" name="Text Box 43"/>
              <p:cNvSpPr txBox="1">
                <a:spLocks noChangeArrowheads="1"/>
              </p:cNvSpPr>
              <p:nvPr/>
            </p:nvSpPr>
            <p:spPr bwMode="auto">
              <a:xfrm>
                <a:off x="2804933" y="3156474"/>
                <a:ext cx="315083"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baseline="-25000" dirty="0">
                  <a:latin typeface="微软雅黑" panose="020B0503020204020204" pitchFamily="34" charset="-122"/>
                  <a:ea typeface="微软雅黑" panose="020B0503020204020204" pitchFamily="34" charset="-122"/>
                </a:endParaRPr>
              </a:p>
            </p:txBody>
          </p:sp>
          <p:sp>
            <p:nvSpPr>
              <p:cNvPr id="104" name="Text Box 44"/>
              <p:cNvSpPr txBox="1">
                <a:spLocks noChangeArrowheads="1"/>
              </p:cNvSpPr>
              <p:nvPr/>
            </p:nvSpPr>
            <p:spPr bwMode="auto">
              <a:xfrm>
                <a:off x="3533879" y="3217524"/>
                <a:ext cx="137569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128.1.2.130</a:t>
                </a:r>
              </a:p>
            </p:txBody>
          </p:sp>
          <p:pic>
            <p:nvPicPr>
              <p:cNvPr id="105" name="Picture 3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19263" y="2489547"/>
                <a:ext cx="347062" cy="31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 Box 46"/>
              <p:cNvSpPr txBox="1">
                <a:spLocks noChangeArrowheads="1"/>
              </p:cNvSpPr>
              <p:nvPr/>
            </p:nvSpPr>
            <p:spPr bwMode="auto">
              <a:xfrm>
                <a:off x="1508068" y="3842425"/>
                <a:ext cx="44325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H</a:t>
                </a:r>
                <a:r>
                  <a:rPr lang="en-US" altLang="zh-CN" sz="1600" b="1" baseline="-25000" dirty="0">
                    <a:latin typeface="微软雅黑" panose="020B0503020204020204" pitchFamily="34" charset="-122"/>
                    <a:ea typeface="微软雅黑" panose="020B0503020204020204" pitchFamily="34" charset="-122"/>
                  </a:rPr>
                  <a:t>3</a:t>
                </a:r>
              </a:p>
            </p:txBody>
          </p:sp>
          <p:sp>
            <p:nvSpPr>
              <p:cNvPr id="107" name="Text Box 48"/>
              <p:cNvSpPr txBox="1">
                <a:spLocks noChangeArrowheads="1"/>
              </p:cNvSpPr>
              <p:nvPr/>
            </p:nvSpPr>
            <p:spPr bwMode="auto">
              <a:xfrm>
                <a:off x="2285477" y="3692457"/>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128.1.3.65</a:t>
                </a:r>
              </a:p>
            </p:txBody>
          </p:sp>
          <p:sp>
            <p:nvSpPr>
              <p:cNvPr id="108" name="Text Box 38"/>
              <p:cNvSpPr txBox="1">
                <a:spLocks noChangeArrowheads="1"/>
              </p:cNvSpPr>
              <p:nvPr/>
            </p:nvSpPr>
            <p:spPr bwMode="auto">
              <a:xfrm>
                <a:off x="354487" y="2757515"/>
                <a:ext cx="16001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子网前缀</a:t>
                </a:r>
                <a:endParaRPr lang="en-US" altLang="zh-CN" sz="1600" b="1" dirty="0">
                  <a:latin typeface="微软雅黑" panose="020B0503020204020204" pitchFamily="34" charset="-122"/>
                  <a:ea typeface="微软雅黑" panose="020B0503020204020204" pitchFamily="34" charset="-122"/>
                </a:endParaRPr>
              </a:p>
              <a:p>
                <a:pPr algn="ctr" eaLnBrk="1" hangingPunct="1"/>
                <a:r>
                  <a:rPr lang="en-US" altLang="zh-CN" sz="1600" b="1" dirty="0">
                    <a:solidFill>
                      <a:srgbClr val="0000FF"/>
                    </a:solidFill>
                    <a:latin typeface="微软雅黑" panose="020B0503020204020204" pitchFamily="34" charset="-122"/>
                    <a:ea typeface="微软雅黑" panose="020B0503020204020204" pitchFamily="34" charset="-122"/>
                  </a:rPr>
                  <a:t>128.1.3.64/26</a:t>
                </a:r>
                <a:endParaRPr lang="en-US" altLang="zh-CN" sz="1600" b="1" baseline="-25000" dirty="0">
                  <a:solidFill>
                    <a:srgbClr val="0000FF"/>
                  </a:solidFill>
                  <a:latin typeface="微软雅黑" panose="020B0503020204020204" pitchFamily="34" charset="-122"/>
                  <a:ea typeface="微软雅黑" panose="020B0503020204020204" pitchFamily="34" charset="-122"/>
                </a:endParaRPr>
              </a:p>
            </p:txBody>
          </p:sp>
          <p:sp>
            <p:nvSpPr>
              <p:cNvPr id="109" name="Text Box 47"/>
              <p:cNvSpPr txBox="1">
                <a:spLocks noChangeArrowheads="1"/>
              </p:cNvSpPr>
              <p:nvPr/>
            </p:nvSpPr>
            <p:spPr bwMode="auto">
              <a:xfrm>
                <a:off x="783205" y="3498904"/>
                <a:ext cx="12490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128.1.3.66</a:t>
                </a:r>
              </a:p>
            </p:txBody>
          </p:sp>
          <p:sp>
            <p:nvSpPr>
              <p:cNvPr id="110" name="椭圆 67"/>
              <p:cNvSpPr>
                <a:spLocks noChangeArrowheads="1"/>
              </p:cNvSpPr>
              <p:nvPr/>
            </p:nvSpPr>
            <p:spPr bwMode="auto">
              <a:xfrm>
                <a:off x="2872438" y="3447105"/>
                <a:ext cx="72305"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1" name="椭圆 68"/>
              <p:cNvSpPr>
                <a:spLocks noChangeArrowheads="1"/>
              </p:cNvSpPr>
              <p:nvPr/>
            </p:nvSpPr>
            <p:spPr bwMode="auto">
              <a:xfrm>
                <a:off x="5415407" y="3222106"/>
                <a:ext cx="73911"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2" name="椭圆 69"/>
              <p:cNvSpPr>
                <a:spLocks noChangeArrowheads="1"/>
              </p:cNvSpPr>
              <p:nvPr/>
            </p:nvSpPr>
            <p:spPr bwMode="auto">
              <a:xfrm>
                <a:off x="3540306" y="3316782"/>
                <a:ext cx="73911"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3" name="椭圆 70"/>
              <p:cNvSpPr>
                <a:spLocks noChangeArrowheads="1"/>
              </p:cNvSpPr>
              <p:nvPr/>
            </p:nvSpPr>
            <p:spPr bwMode="auto">
              <a:xfrm>
                <a:off x="2046577" y="3633113"/>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4" name="椭圆 71"/>
              <p:cNvSpPr>
                <a:spLocks noChangeArrowheads="1"/>
              </p:cNvSpPr>
              <p:nvPr/>
            </p:nvSpPr>
            <p:spPr bwMode="auto">
              <a:xfrm>
                <a:off x="4163733" y="2501747"/>
                <a:ext cx="73911" cy="62910"/>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5" name="椭圆 72"/>
              <p:cNvSpPr>
                <a:spLocks noChangeArrowheads="1"/>
              </p:cNvSpPr>
              <p:nvPr/>
            </p:nvSpPr>
            <p:spPr bwMode="auto">
              <a:xfrm>
                <a:off x="3792649" y="2084212"/>
                <a:ext cx="72305" cy="62911"/>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6" name="椭圆 73"/>
              <p:cNvSpPr>
                <a:spLocks noChangeArrowheads="1"/>
              </p:cNvSpPr>
              <p:nvPr/>
            </p:nvSpPr>
            <p:spPr bwMode="auto">
              <a:xfrm>
                <a:off x="3418443" y="1171162"/>
                <a:ext cx="72304" cy="6430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17" name="Text Box 10"/>
              <p:cNvSpPr txBox="1">
                <a:spLocks noChangeArrowheads="1"/>
              </p:cNvSpPr>
              <p:nvPr/>
            </p:nvSpPr>
            <p:spPr bwMode="auto">
              <a:xfrm>
                <a:off x="1323351" y="861428"/>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118" name="Text Box 37"/>
              <p:cNvSpPr txBox="1">
                <a:spLocks noChangeArrowheads="1"/>
              </p:cNvSpPr>
              <p:nvPr/>
            </p:nvSpPr>
            <p:spPr bwMode="auto">
              <a:xfrm>
                <a:off x="6571928" y="2245549"/>
                <a:ext cx="5704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2 </a:t>
                </a:r>
              </a:p>
            </p:txBody>
          </p:sp>
          <p:sp>
            <p:nvSpPr>
              <p:cNvPr id="119" name="Text Box 38"/>
              <p:cNvSpPr txBox="1">
                <a:spLocks noChangeArrowheads="1"/>
              </p:cNvSpPr>
              <p:nvPr/>
            </p:nvSpPr>
            <p:spPr bwMode="auto">
              <a:xfrm>
                <a:off x="908984" y="2489487"/>
                <a:ext cx="449746"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N</a:t>
                </a:r>
                <a:r>
                  <a:rPr lang="en-US" altLang="zh-CN" sz="1600" b="1" baseline="-25000" dirty="0">
                    <a:latin typeface="微软雅黑" panose="020B0503020204020204" pitchFamily="34" charset="-122"/>
                    <a:ea typeface="微软雅黑" panose="020B0503020204020204" pitchFamily="34" charset="-122"/>
                  </a:rPr>
                  <a:t>3</a:t>
                </a:r>
              </a:p>
            </p:txBody>
          </p:sp>
          <p:sp>
            <p:nvSpPr>
              <p:cNvPr id="123" name="Text Box 98"/>
              <p:cNvSpPr txBox="1">
                <a:spLocks noChangeArrowheads="1"/>
              </p:cNvSpPr>
              <p:nvPr/>
            </p:nvSpPr>
            <p:spPr bwMode="auto">
              <a:xfrm>
                <a:off x="6138447" y="884729"/>
                <a:ext cx="15135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的部分转发表</a:t>
                </a:r>
                <a:endParaRPr lang="zh-CN" altLang="en-US" sz="1400" b="1" baseline="-25000" dirty="0">
                  <a:latin typeface="微软雅黑" panose="020B0503020204020204" pitchFamily="34" charset="-122"/>
                  <a:ea typeface="微软雅黑" panose="020B0503020204020204" pitchFamily="34" charset="-122"/>
                </a:endParaRPr>
              </a:p>
            </p:txBody>
          </p:sp>
        </p:grpSp>
        <p:pic>
          <p:nvPicPr>
            <p:cNvPr id="128"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887487" y="315983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922705" y="2689821"/>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2"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394672" y="1507068"/>
              <a:ext cx="5810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130" name="任意多边形 129"/>
          <p:cNvSpPr/>
          <p:nvPr/>
        </p:nvSpPr>
        <p:spPr>
          <a:xfrm>
            <a:off x="4487288" y="2442641"/>
            <a:ext cx="1057969" cy="655366"/>
          </a:xfrm>
          <a:custGeom>
            <a:avLst/>
            <a:gdLst>
              <a:gd name="connsiteX0" fmla="*/ 2833 w 1057969"/>
              <a:gd name="connsiteY0" fmla="*/ 0 h 655366"/>
              <a:gd name="connsiteX1" fmla="*/ 17823 w 1057969"/>
              <a:gd name="connsiteY1" fmla="*/ 164892 h 655366"/>
              <a:gd name="connsiteX2" fmla="*/ 137744 w 1057969"/>
              <a:gd name="connsiteY2" fmla="*/ 314793 h 655366"/>
              <a:gd name="connsiteX3" fmla="*/ 977194 w 1057969"/>
              <a:gd name="connsiteY3" fmla="*/ 629587 h 655366"/>
              <a:gd name="connsiteX4" fmla="*/ 977194 w 1057969"/>
              <a:gd name="connsiteY4" fmla="*/ 614597 h 655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7969" h="655366">
                <a:moveTo>
                  <a:pt x="2833" y="0"/>
                </a:moveTo>
                <a:cubicBezTo>
                  <a:pt x="-915" y="56213"/>
                  <a:pt x="-4662" y="112427"/>
                  <a:pt x="17823" y="164892"/>
                </a:cubicBezTo>
                <a:cubicBezTo>
                  <a:pt x="40308" y="217358"/>
                  <a:pt x="-22151" y="237344"/>
                  <a:pt x="137744" y="314793"/>
                </a:cubicBezTo>
                <a:cubicBezTo>
                  <a:pt x="297639" y="392242"/>
                  <a:pt x="977194" y="629587"/>
                  <a:pt x="977194" y="629587"/>
                </a:cubicBezTo>
                <a:cubicBezTo>
                  <a:pt x="1117102" y="679554"/>
                  <a:pt x="1047148" y="647075"/>
                  <a:pt x="977194" y="614597"/>
                </a:cubicBezTo>
              </a:path>
            </a:pathLst>
          </a:custGeom>
          <a:noFill/>
          <a:ln w="38100">
            <a:solidFill>
              <a:srgbClr val="CC0000"/>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任意多边形 128"/>
          <p:cNvSpPr/>
          <p:nvPr/>
        </p:nvSpPr>
        <p:spPr>
          <a:xfrm>
            <a:off x="3147431" y="1274164"/>
            <a:ext cx="720031" cy="584616"/>
          </a:xfrm>
          <a:custGeom>
            <a:avLst/>
            <a:gdLst>
              <a:gd name="connsiteX0" fmla="*/ 630090 w 720031"/>
              <a:gd name="connsiteY0" fmla="*/ 0 h 584616"/>
              <a:gd name="connsiteX1" fmla="*/ 503 w 720031"/>
              <a:gd name="connsiteY1" fmla="*/ 269823 h 584616"/>
              <a:gd name="connsiteX2" fmla="*/ 720031 w 720031"/>
              <a:gd name="connsiteY2" fmla="*/ 584616 h 584616"/>
              <a:gd name="connsiteX3" fmla="*/ 720031 w 720031"/>
              <a:gd name="connsiteY3" fmla="*/ 584616 h 584616"/>
            </a:gdLst>
            <a:ahLst/>
            <a:cxnLst>
              <a:cxn ang="0">
                <a:pos x="connsiteX0" y="connsiteY0"/>
              </a:cxn>
              <a:cxn ang="0">
                <a:pos x="connsiteX1" y="connsiteY1"/>
              </a:cxn>
              <a:cxn ang="0">
                <a:pos x="connsiteX2" y="connsiteY2"/>
              </a:cxn>
              <a:cxn ang="0">
                <a:pos x="connsiteX3" y="connsiteY3"/>
              </a:cxn>
            </a:cxnLst>
            <a:rect l="l" t="t" r="r" b="b"/>
            <a:pathLst>
              <a:path w="720031" h="584616">
                <a:moveTo>
                  <a:pt x="630090" y="0"/>
                </a:moveTo>
                <a:cubicBezTo>
                  <a:pt x="307801" y="86193"/>
                  <a:pt x="-14487" y="172387"/>
                  <a:pt x="503" y="269823"/>
                </a:cubicBezTo>
                <a:cubicBezTo>
                  <a:pt x="15493" y="367259"/>
                  <a:pt x="720031" y="584616"/>
                  <a:pt x="720031" y="584616"/>
                </a:cubicBezTo>
                <a:lnTo>
                  <a:pt x="720031" y="584616"/>
                </a:lnTo>
              </a:path>
            </a:pathLst>
          </a:custGeom>
          <a:noFill/>
          <a:ln w="38100">
            <a:solidFill>
              <a:srgbClr val="CC0000"/>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AutoShape 63"/>
          <p:cNvSpPr>
            <a:spLocks noChangeArrowheads="1"/>
          </p:cNvSpPr>
          <p:nvPr/>
        </p:nvSpPr>
        <p:spPr bwMode="auto">
          <a:xfrm>
            <a:off x="5047836" y="1783103"/>
            <a:ext cx="547288" cy="142367"/>
          </a:xfrm>
          <a:prstGeom prst="rightArrow">
            <a:avLst>
              <a:gd name="adj1" fmla="val 50000"/>
              <a:gd name="adj2" fmla="val 66728"/>
            </a:avLst>
          </a:prstGeom>
          <a:solidFill>
            <a:srgbClr val="FFFF00"/>
          </a:solidFill>
          <a:ln w="12700">
            <a:solidFill>
              <a:schemeClr val="tx1"/>
            </a:solidFill>
            <a:miter lim="800000"/>
            <a:headEnd/>
            <a:tailEnd/>
          </a:ln>
          <a:effectLst/>
        </p:spPr>
        <p:txBody>
          <a:bodyPr wrap="none" anchor="ctr"/>
          <a:lstStyle/>
          <a:p>
            <a:endParaRPr lang="zh-CN" altLang="en-US">
              <a:solidFill>
                <a:srgbClr val="CC00CC"/>
              </a:solidFill>
            </a:endParaRPr>
          </a:p>
        </p:txBody>
      </p:sp>
      <p:sp>
        <p:nvSpPr>
          <p:cNvPr id="121" name="Text Box 155"/>
          <p:cNvSpPr txBox="1">
            <a:spLocks noChangeArrowheads="1"/>
          </p:cNvSpPr>
          <p:nvPr/>
        </p:nvSpPr>
        <p:spPr bwMode="auto">
          <a:xfrm>
            <a:off x="1196428" y="4680631"/>
            <a:ext cx="6865200" cy="375809"/>
          </a:xfrm>
          <a:prstGeom prst="rect">
            <a:avLst/>
          </a:prstGeom>
          <a:solidFill>
            <a:srgbClr val="0070C0"/>
          </a:solidFill>
          <a:ln w="9525">
            <a:noFill/>
            <a:miter lim="800000"/>
            <a:headEnd/>
            <a:tailEnd/>
          </a:ln>
          <a:effectLst/>
        </p:spPr>
        <p:txBody>
          <a:bodyPr wrap="square">
            <a:spAutoFit/>
          </a:bodyPr>
          <a:lstStyle/>
          <a:p>
            <a:pPr algn="ctr">
              <a:lnSpc>
                <a:spcPct val="110000"/>
              </a:lnSpc>
            </a:pPr>
            <a:r>
              <a:rPr lang="zh-CN" altLang="en-US" b="1" dirty="0">
                <a:solidFill>
                  <a:schemeClr val="bg1"/>
                </a:solidFill>
                <a:latin typeface="微软雅黑" pitchFamily="34" charset="-122"/>
                <a:ea typeface="微软雅黑" pitchFamily="34" charset="-122"/>
              </a:rPr>
              <a:t>进行分组的直接交付（通过路由器 </a:t>
            </a:r>
            <a:r>
              <a:rPr lang="en-US" altLang="zh-CN" b="1" dirty="0">
                <a:solidFill>
                  <a:schemeClr val="bg1"/>
                </a:solidFill>
                <a:latin typeface="微软雅黑" pitchFamily="34" charset="-122"/>
                <a:ea typeface="微软雅黑" pitchFamily="34" charset="-122"/>
              </a:rPr>
              <a:t>R</a:t>
            </a:r>
            <a:r>
              <a:rPr lang="en-US" altLang="zh-CN" b="1" baseline="-25000" dirty="0">
                <a:solidFill>
                  <a:schemeClr val="bg1"/>
                </a:solidFill>
                <a:latin typeface="微软雅黑" pitchFamily="34" charset="-122"/>
                <a:ea typeface="微软雅黑" pitchFamily="34" charset="-122"/>
              </a:rPr>
              <a:t>1</a:t>
            </a:r>
            <a:r>
              <a:rPr lang="en-US" altLang="zh-CN" b="1" dirty="0">
                <a:solidFill>
                  <a:schemeClr val="bg1"/>
                </a:solidFill>
                <a:latin typeface="微软雅黑" pitchFamily="34" charset="-122"/>
                <a:ea typeface="微软雅黑" pitchFamily="34" charset="-122"/>
              </a:rPr>
              <a:t> </a:t>
            </a:r>
            <a:r>
              <a:rPr lang="zh-CN" altLang="en-US" b="1" dirty="0">
                <a:solidFill>
                  <a:schemeClr val="bg1"/>
                </a:solidFill>
                <a:latin typeface="微软雅黑" pitchFamily="34" charset="-122"/>
                <a:ea typeface="微软雅黑" pitchFamily="34" charset="-122"/>
              </a:rPr>
              <a:t>的接口 </a:t>
            </a:r>
            <a:r>
              <a:rPr lang="en-US" altLang="zh-CN" b="1" dirty="0">
                <a:solidFill>
                  <a:schemeClr val="bg1"/>
                </a:solidFill>
                <a:latin typeface="微软雅黑" pitchFamily="34" charset="-122"/>
                <a:ea typeface="微软雅黑" pitchFamily="34" charset="-122"/>
              </a:rPr>
              <a:t>1</a:t>
            </a:r>
            <a:r>
              <a:rPr lang="zh-CN" altLang="en-US" b="1" dirty="0">
                <a:solidFill>
                  <a:schemeClr val="bg1"/>
                </a:solidFill>
                <a:latin typeface="微软雅黑" pitchFamily="34" charset="-122"/>
                <a:ea typeface="微软雅黑" pitchFamily="34" charset="-122"/>
              </a:rPr>
              <a:t>）。</a:t>
            </a:r>
            <a:endParaRPr lang="en-US" altLang="zh-CN" b="1" dirty="0">
              <a:solidFill>
                <a:schemeClr val="bg1"/>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3310574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0"/>
                                  </p:stCondLst>
                                  <p:childTnLst>
                                    <p:anim calcmode="discrete" valueType="str">
                                      <p:cBhvr>
                                        <p:cTn id="9" dur="1000" fill="hold"/>
                                        <p:tgtEl>
                                          <p:spTgt spid="66"/>
                                        </p:tgtEl>
                                        <p:attrNameLst>
                                          <p:attrName>style.visibility</p:attrName>
                                        </p:attrNameLst>
                                      </p:cBhvr>
                                      <p:tavLst>
                                        <p:tav tm="0">
                                          <p:val>
                                            <p:strVal val="hidden"/>
                                          </p:val>
                                        </p:tav>
                                        <p:tav tm="50000">
                                          <p:val>
                                            <p:strVal val="visible"/>
                                          </p:val>
                                        </p:tav>
                                      </p:tavLst>
                                    </p:anim>
                                  </p:childTnLst>
                                </p:cTn>
                              </p:par>
                            </p:childTnLst>
                          </p:cTn>
                        </p:par>
                        <p:par>
                          <p:cTn id="10" fill="hold">
                            <p:stCondLst>
                              <p:cond delay="3000"/>
                            </p:stCondLst>
                            <p:childTnLst>
                              <p:par>
                                <p:cTn id="11" presetID="22" presetClass="entr" presetSubtype="1" fill="hold" grpId="0" nodeType="afterEffect">
                                  <p:stCondLst>
                                    <p:cond delay="0"/>
                                  </p:stCondLst>
                                  <p:childTnLst>
                                    <p:set>
                                      <p:cBhvr>
                                        <p:cTn id="12" dur="1" fill="hold">
                                          <p:stCondLst>
                                            <p:cond delay="0"/>
                                          </p:stCondLst>
                                        </p:cTn>
                                        <p:tgtEl>
                                          <p:spTgt spid="51">
                                            <p:bg/>
                                          </p:spTgt>
                                        </p:tgtEl>
                                        <p:attrNameLst>
                                          <p:attrName>style.visibility</p:attrName>
                                        </p:attrNameLst>
                                      </p:cBhvr>
                                      <p:to>
                                        <p:strVal val="visible"/>
                                      </p:to>
                                    </p:set>
                                    <p:animEffect transition="in" filter="wipe(up)">
                                      <p:cBhvr>
                                        <p:cTn id="13" dur="1000"/>
                                        <p:tgtEl>
                                          <p:spTgt spid="51">
                                            <p:bg/>
                                          </p:spTgt>
                                        </p:tgtEl>
                                      </p:cBhvr>
                                    </p:animEffect>
                                  </p:childTnLst>
                                </p:cTn>
                              </p:par>
                            </p:childTnLst>
                          </p:cTn>
                        </p:par>
                        <p:par>
                          <p:cTn id="14" fill="hold">
                            <p:stCondLst>
                              <p:cond delay="4000"/>
                            </p:stCondLst>
                            <p:childTnLst>
                              <p:par>
                                <p:cTn id="15" presetID="22" presetClass="entr" presetSubtype="1" fill="hold" grpId="0" nodeType="afterEffect">
                                  <p:stCondLst>
                                    <p:cond delay="0"/>
                                  </p:stCondLst>
                                  <p:childTnLst>
                                    <p:set>
                                      <p:cBhvr>
                                        <p:cTn id="16" dur="1" fill="hold">
                                          <p:stCondLst>
                                            <p:cond delay="0"/>
                                          </p:stCondLst>
                                        </p:cTn>
                                        <p:tgtEl>
                                          <p:spTgt spid="51">
                                            <p:txEl>
                                              <p:pRg st="0" end="0"/>
                                            </p:txEl>
                                          </p:spTgt>
                                        </p:tgtEl>
                                        <p:attrNameLst>
                                          <p:attrName>style.visibility</p:attrName>
                                        </p:attrNameLst>
                                      </p:cBhvr>
                                      <p:to>
                                        <p:strVal val="visible"/>
                                      </p:to>
                                    </p:set>
                                    <p:animEffect transition="in" filter="wipe(up)">
                                      <p:cBhvr>
                                        <p:cTn id="17" dur="1000"/>
                                        <p:tgtEl>
                                          <p:spTgt spid="51">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21">
                                            <p:bg/>
                                          </p:spTgt>
                                        </p:tgtEl>
                                        <p:attrNameLst>
                                          <p:attrName>style.visibility</p:attrName>
                                        </p:attrNameLst>
                                      </p:cBhvr>
                                      <p:to>
                                        <p:strVal val="visible"/>
                                      </p:to>
                                    </p:set>
                                    <p:animEffect transition="in" filter="wipe(up)">
                                      <p:cBhvr>
                                        <p:cTn id="22" dur="1000"/>
                                        <p:tgtEl>
                                          <p:spTgt spid="121">
                                            <p:bg/>
                                          </p:spTgt>
                                        </p:tgtEl>
                                      </p:cBhvr>
                                    </p:animEffect>
                                  </p:childTnLst>
                                </p:cTn>
                              </p:par>
                            </p:childTnLst>
                          </p:cTn>
                        </p:par>
                        <p:par>
                          <p:cTn id="23" fill="hold">
                            <p:stCondLst>
                              <p:cond delay="1000"/>
                            </p:stCondLst>
                            <p:childTnLst>
                              <p:par>
                                <p:cTn id="24" presetID="22" presetClass="entr" presetSubtype="1" fill="hold" grpId="0" nodeType="afterEffect">
                                  <p:stCondLst>
                                    <p:cond delay="0"/>
                                  </p:stCondLst>
                                  <p:childTnLst>
                                    <p:set>
                                      <p:cBhvr>
                                        <p:cTn id="25" dur="1" fill="hold">
                                          <p:stCondLst>
                                            <p:cond delay="0"/>
                                          </p:stCondLst>
                                        </p:cTn>
                                        <p:tgtEl>
                                          <p:spTgt spid="121">
                                            <p:txEl>
                                              <p:pRg st="0" end="0"/>
                                            </p:txEl>
                                          </p:spTgt>
                                        </p:tgtEl>
                                        <p:attrNameLst>
                                          <p:attrName>style.visibility</p:attrName>
                                        </p:attrNameLst>
                                      </p:cBhvr>
                                      <p:to>
                                        <p:strVal val="visible"/>
                                      </p:to>
                                    </p:set>
                                    <p:animEffect transition="in" filter="wipe(up)">
                                      <p:cBhvr>
                                        <p:cTn id="26" dur="1000"/>
                                        <p:tgtEl>
                                          <p:spTgt spid="121">
                                            <p:txEl>
                                              <p:pRg st="0" end="0"/>
                                            </p:txEl>
                                          </p:spTgt>
                                        </p:tgtEl>
                                      </p:cBhvr>
                                    </p:animEffect>
                                  </p:childTnLst>
                                </p:cTn>
                              </p:par>
                            </p:childTnLst>
                          </p:cTn>
                        </p:par>
                        <p:par>
                          <p:cTn id="27" fill="hold">
                            <p:stCondLst>
                              <p:cond delay="2000"/>
                            </p:stCondLst>
                            <p:childTnLst>
                              <p:par>
                                <p:cTn id="28" presetID="22" presetClass="entr" presetSubtype="8" fill="hold" grpId="0" nodeType="afterEffect">
                                  <p:stCondLst>
                                    <p:cond delay="0"/>
                                  </p:stCondLst>
                                  <p:childTnLst>
                                    <p:set>
                                      <p:cBhvr>
                                        <p:cTn id="29" dur="1" fill="hold">
                                          <p:stCondLst>
                                            <p:cond delay="0"/>
                                          </p:stCondLst>
                                        </p:cTn>
                                        <p:tgtEl>
                                          <p:spTgt spid="130"/>
                                        </p:tgtEl>
                                        <p:attrNameLst>
                                          <p:attrName>style.visibility</p:attrName>
                                        </p:attrNameLst>
                                      </p:cBhvr>
                                      <p:to>
                                        <p:strVal val="visible"/>
                                      </p:to>
                                    </p:set>
                                    <p:animEffect transition="in" filter="wipe(left)">
                                      <p:cBhvr>
                                        <p:cTn id="30" dur="20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build="p" animBg="1"/>
      <p:bldP spid="130" grpId="0" animBg="1"/>
      <p:bldP spid="66" grpId="0" animBg="1"/>
      <p:bldP spid="66" grpId="1" animBg="1"/>
      <p:bldP spid="121" grpId="0" build="p"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8"/>
          <p:cNvSpPr>
            <a:spLocks noChangeArrowheads="1"/>
          </p:cNvSpPr>
          <p:nvPr/>
        </p:nvSpPr>
        <p:spPr bwMode="auto">
          <a:xfrm>
            <a:off x="545143" y="1039691"/>
            <a:ext cx="8053711" cy="2163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时，在查找转发表时可能会得到</a:t>
            </a:r>
            <a:r>
              <a:rPr lang="zh-CN" altLang="en-US" sz="2000" b="1" dirty="0">
                <a:solidFill>
                  <a:srgbClr val="C00000"/>
                </a:solidFill>
                <a:latin typeface="微软雅黑" pitchFamily="34" charset="-122"/>
                <a:ea typeface="微软雅黑" pitchFamily="34" charset="-122"/>
              </a:rPr>
              <a:t>不止一个匹配结果。 </a:t>
            </a:r>
          </a:p>
          <a:p>
            <a:pPr marL="357188" indent="-3571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最长前缀匹配 </a:t>
            </a:r>
            <a:r>
              <a:rPr lang="en-US" altLang="zh-CN" sz="2000" b="1" dirty="0">
                <a:latin typeface="微软雅黑" pitchFamily="34" charset="-122"/>
                <a:ea typeface="微软雅黑" pitchFamily="34" charset="-122"/>
              </a:rPr>
              <a:t>(longest-prefix matching) </a:t>
            </a:r>
            <a:r>
              <a:rPr lang="zh-CN" altLang="en-US" sz="2000" b="1" dirty="0">
                <a:solidFill>
                  <a:srgbClr val="C00000"/>
                </a:solidFill>
                <a:latin typeface="微软雅黑" pitchFamily="34" charset="-122"/>
                <a:ea typeface="微软雅黑" pitchFamily="34" charset="-122"/>
              </a:rPr>
              <a:t>原则：</a:t>
            </a:r>
            <a:r>
              <a:rPr lang="zh-CN" altLang="en-US" sz="2000" b="1" dirty="0">
                <a:latin typeface="微软雅黑" pitchFamily="34" charset="-122"/>
                <a:ea typeface="微软雅黑" pitchFamily="34" charset="-122"/>
              </a:rPr>
              <a:t>选择前缀最长的一个作为匹配的前缀。</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网络前缀越长，其地址块就越小，因而路由就越具体。</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使用最长前缀匹配可以尽可能利用路由聚合减少路由表的项目</a:t>
            </a:r>
            <a:endParaRPr lang="en-US" altLang="zh-CN" sz="2000" b="1" dirty="0">
              <a:latin typeface="微软雅黑" pitchFamily="34" charset="-122"/>
              <a:ea typeface="微软雅黑" pitchFamily="34" charset="-122"/>
            </a:endParaRPr>
          </a:p>
        </p:txBody>
      </p:sp>
      <p:sp>
        <p:nvSpPr>
          <p:cNvPr id="8"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9" name="Rectangle 6"/>
          <p:cNvSpPr>
            <a:spLocks noChangeArrowheads="1"/>
          </p:cNvSpPr>
          <p:nvPr/>
        </p:nvSpPr>
        <p:spPr bwMode="auto">
          <a:xfrm>
            <a:off x="3093072" y="571120"/>
            <a:ext cx="29578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4.2.2  </a:t>
            </a:r>
            <a:r>
              <a:rPr lang="zh-CN" altLang="en-US" sz="2400" b="1" dirty="0">
                <a:solidFill>
                  <a:schemeClr val="bg1"/>
                </a:solidFill>
                <a:latin typeface="微软雅黑" pitchFamily="34" charset="-122"/>
                <a:ea typeface="微软雅黑" pitchFamily="34" charset="-122"/>
              </a:rPr>
              <a:t>最长前缀匹配</a:t>
            </a:r>
          </a:p>
        </p:txBody>
      </p:sp>
    </p:spTree>
    <p:custDataLst>
      <p:tags r:id="rId1"/>
    </p:custDataLst>
    <p:extLst>
      <p:ext uri="{BB962C8B-B14F-4D97-AF65-F5344CB8AC3E}">
        <p14:creationId xmlns:p14="http://schemas.microsoft.com/office/powerpoint/2010/main" val="13010136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anim calcmode="lin" valueType="num">
                                      <p:cBhvr>
                                        <p:cTn id="8"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xEl>
                                              <p:pRg st="1" end="1"/>
                                            </p:txEl>
                                          </p:spTgt>
                                        </p:tgtEl>
                                        <p:attrNameLst>
                                          <p:attrName>style.visibility</p:attrName>
                                        </p:attrNameLst>
                                      </p:cBhvr>
                                      <p:to>
                                        <p:strVal val="visible"/>
                                      </p:to>
                                    </p:set>
                                    <p:animEffect transition="in" filter="fade">
                                      <p:cBhvr>
                                        <p:cTn id="14" dur="1000"/>
                                        <p:tgtEl>
                                          <p:spTgt spid="5">
                                            <p:txEl>
                                              <p:pRg st="1" end="1"/>
                                            </p:txEl>
                                          </p:spTgt>
                                        </p:tgtEl>
                                      </p:cBhvr>
                                    </p:animEffect>
                                    <p:anim calcmode="lin" valueType="num">
                                      <p:cBhvr>
                                        <p:cTn id="15"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xEl>
                                              <p:pRg st="2" end="2"/>
                                            </p:txEl>
                                          </p:spTgt>
                                        </p:tgtEl>
                                        <p:attrNameLst>
                                          <p:attrName>style.visibility</p:attrName>
                                        </p:attrNameLst>
                                      </p:cBhvr>
                                      <p:to>
                                        <p:strVal val="visible"/>
                                      </p:to>
                                    </p:set>
                                    <p:animEffect transition="in" filter="fade">
                                      <p:cBhvr>
                                        <p:cTn id="21" dur="1000"/>
                                        <p:tgtEl>
                                          <p:spTgt spid="5">
                                            <p:txEl>
                                              <p:pRg st="2" end="2"/>
                                            </p:txEl>
                                          </p:spTgt>
                                        </p:tgtEl>
                                      </p:cBhvr>
                                    </p:animEffect>
                                    <p:anim calcmode="lin" valueType="num">
                                      <p:cBhvr>
                                        <p:cTn id="22" dur="10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5">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5">
                                            <p:txEl>
                                              <p:pRg st="3" end="3"/>
                                            </p:txEl>
                                          </p:spTgt>
                                        </p:tgtEl>
                                        <p:attrNameLst>
                                          <p:attrName>style.visibility</p:attrName>
                                        </p:attrNameLst>
                                      </p:cBhvr>
                                      <p:to>
                                        <p:strVal val="visible"/>
                                      </p:to>
                                    </p:set>
                                    <p:animEffect transition="in" filter="fade">
                                      <p:cBhvr>
                                        <p:cTn id="28" dur="1000"/>
                                        <p:tgtEl>
                                          <p:spTgt spid="5">
                                            <p:txEl>
                                              <p:pRg st="3" end="3"/>
                                            </p:txEl>
                                          </p:spTgt>
                                        </p:tgtEl>
                                      </p:cBhvr>
                                    </p:animEffect>
                                    <p:anim calcmode="lin" valueType="num">
                                      <p:cBhvr>
                                        <p:cTn id="29" dur="1000" fill="hold"/>
                                        <p:tgtEl>
                                          <p:spTgt spid="5">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5">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圆角矩形 9">
            <a:extLst>
              <a:ext uri="{FF2B5EF4-FFF2-40B4-BE49-F238E27FC236}">
                <a16:creationId xmlns:a16="http://schemas.microsoft.com/office/drawing/2014/main" id="{AB0260B6-CD50-1C35-4727-E16982720E01}"/>
              </a:ext>
            </a:extLst>
          </p:cNvPr>
          <p:cNvSpPr/>
          <p:nvPr/>
        </p:nvSpPr>
        <p:spPr>
          <a:xfrm>
            <a:off x="85264" y="528768"/>
            <a:ext cx="8950360" cy="39172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Line 32">
            <a:extLst>
              <a:ext uri="{FF2B5EF4-FFF2-40B4-BE49-F238E27FC236}">
                <a16:creationId xmlns:a16="http://schemas.microsoft.com/office/drawing/2014/main" id="{C758BA06-F738-34B0-4440-438A4400A69A}"/>
              </a:ext>
            </a:extLst>
          </p:cNvPr>
          <p:cNvSpPr>
            <a:spLocks noChangeShapeType="1"/>
          </p:cNvSpPr>
          <p:nvPr/>
        </p:nvSpPr>
        <p:spPr bwMode="auto">
          <a:xfrm flipH="1" flipV="1">
            <a:off x="1117258" y="2151306"/>
            <a:ext cx="762667" cy="126628"/>
          </a:xfrm>
          <a:prstGeom prst="line">
            <a:avLst/>
          </a:prstGeom>
          <a:noFill/>
          <a:ln w="28575">
            <a:solidFill>
              <a:schemeClr val="tx1"/>
            </a:solidFill>
            <a:round/>
            <a:headEnd/>
            <a:tailEnd/>
          </a:ln>
        </p:spPr>
        <p:txBody>
          <a:bodyPr/>
          <a:lstStyle/>
          <a:p>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 name="椭圆 2">
            <a:extLst>
              <a:ext uri="{FF2B5EF4-FFF2-40B4-BE49-F238E27FC236}">
                <a16:creationId xmlns:a16="http://schemas.microsoft.com/office/drawing/2014/main" id="{AF2B2D9F-2E81-9BFE-DFEC-9A766D97098A}"/>
              </a:ext>
            </a:extLst>
          </p:cNvPr>
          <p:cNvSpPr/>
          <p:nvPr/>
        </p:nvSpPr>
        <p:spPr>
          <a:xfrm>
            <a:off x="3266989" y="1556086"/>
            <a:ext cx="2275723" cy="2785357"/>
          </a:xfrm>
          <a:prstGeom prst="ellipse">
            <a:avLst/>
          </a:prstGeom>
          <a:solidFill>
            <a:srgbClr val="FFFF00"/>
          </a:solidFill>
          <a:ln w="9525">
            <a:prstDash val="dash"/>
            <a:extLst>
              <a:ext uri="{C807C97D-BFC1-408E-A445-0C87EB9F89A2}">
                <ask:lineSketchStyleProps xmlns:ask="http://schemas.microsoft.com/office/drawing/2018/sketchyshapes" sd="879248734">
                  <a:custGeom>
                    <a:avLst/>
                    <a:gdLst>
                      <a:gd name="connsiteX0" fmla="*/ 0 w 2321338"/>
                      <a:gd name="connsiteY0" fmla="*/ 1487787 h 2975574"/>
                      <a:gd name="connsiteX1" fmla="*/ 1160669 w 2321338"/>
                      <a:gd name="connsiteY1" fmla="*/ 0 h 2975574"/>
                      <a:gd name="connsiteX2" fmla="*/ 2321338 w 2321338"/>
                      <a:gd name="connsiteY2" fmla="*/ 1487787 h 2975574"/>
                      <a:gd name="connsiteX3" fmla="*/ 1160669 w 2321338"/>
                      <a:gd name="connsiteY3" fmla="*/ 2975574 h 2975574"/>
                      <a:gd name="connsiteX4" fmla="*/ 0 w 2321338"/>
                      <a:gd name="connsiteY4" fmla="*/ 1487787 h 2975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1338" h="2975574" extrusionOk="0">
                        <a:moveTo>
                          <a:pt x="0" y="1487787"/>
                        </a:moveTo>
                        <a:cubicBezTo>
                          <a:pt x="-92583" y="557234"/>
                          <a:pt x="568948" y="-17899"/>
                          <a:pt x="1160669" y="0"/>
                        </a:cubicBezTo>
                        <a:cubicBezTo>
                          <a:pt x="1590087" y="118890"/>
                          <a:pt x="2361474" y="654128"/>
                          <a:pt x="2321338" y="1487787"/>
                        </a:cubicBezTo>
                        <a:cubicBezTo>
                          <a:pt x="2290268" y="2247523"/>
                          <a:pt x="1761700" y="3100005"/>
                          <a:pt x="1160669" y="2975574"/>
                        </a:cubicBezTo>
                        <a:cubicBezTo>
                          <a:pt x="592382" y="2875238"/>
                          <a:pt x="33633" y="2306701"/>
                          <a:pt x="0" y="1487787"/>
                        </a:cubicBezTo>
                        <a:close/>
                      </a:path>
                    </a:pathLst>
                  </a:custGeom>
                  <ask:type>
                    <ask:lineSketchNone/>
                  </ask:type>
                </ask:lineSketchStyleProps>
              </a:ext>
            </a:extLs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4" name="任意多边形 20">
            <a:extLst>
              <a:ext uri="{FF2B5EF4-FFF2-40B4-BE49-F238E27FC236}">
                <a16:creationId xmlns:a16="http://schemas.microsoft.com/office/drawing/2014/main" id="{2B6FE73D-98BE-D736-6EDD-6C7CC5602E28}"/>
              </a:ext>
            </a:extLst>
          </p:cNvPr>
          <p:cNvSpPr/>
          <p:nvPr/>
        </p:nvSpPr>
        <p:spPr bwMode="auto">
          <a:xfrm>
            <a:off x="240365" y="2360191"/>
            <a:ext cx="2844327" cy="442417"/>
          </a:xfrm>
          <a:custGeom>
            <a:avLst/>
            <a:gdLst>
              <a:gd name="connsiteX0" fmla="*/ 0 w 2820473"/>
              <a:gd name="connsiteY0" fmla="*/ 425002 h 425002"/>
              <a:gd name="connsiteX1" fmla="*/ 1397357 w 2820473"/>
              <a:gd name="connsiteY1" fmla="*/ 0 h 425002"/>
              <a:gd name="connsiteX2" fmla="*/ 2820473 w 2820473"/>
              <a:gd name="connsiteY2" fmla="*/ 418563 h 425002"/>
              <a:gd name="connsiteX3" fmla="*/ 0 w 2820473"/>
              <a:gd name="connsiteY3" fmla="*/ 425002 h 425002"/>
              <a:gd name="connsiteX0" fmla="*/ 0 w 3718970"/>
              <a:gd name="connsiteY0" fmla="*/ 409099 h 418563"/>
              <a:gd name="connsiteX1" fmla="*/ 2295854 w 3718970"/>
              <a:gd name="connsiteY1" fmla="*/ 0 h 418563"/>
              <a:gd name="connsiteX2" fmla="*/ 3718970 w 3718970"/>
              <a:gd name="connsiteY2" fmla="*/ 418563 h 418563"/>
              <a:gd name="connsiteX3" fmla="*/ 0 w 3718970"/>
              <a:gd name="connsiteY3" fmla="*/ 409099 h 418563"/>
              <a:gd name="connsiteX0" fmla="*/ 0 w 2844327"/>
              <a:gd name="connsiteY0" fmla="*/ 409099 h 418563"/>
              <a:gd name="connsiteX1" fmla="*/ 2295854 w 2844327"/>
              <a:gd name="connsiteY1" fmla="*/ 0 h 418563"/>
              <a:gd name="connsiteX2" fmla="*/ 2844327 w 2844327"/>
              <a:gd name="connsiteY2" fmla="*/ 418563 h 418563"/>
              <a:gd name="connsiteX3" fmla="*/ 0 w 2844327"/>
              <a:gd name="connsiteY3" fmla="*/ 409099 h 418563"/>
              <a:gd name="connsiteX0" fmla="*/ 0 w 2844327"/>
              <a:gd name="connsiteY0" fmla="*/ 464758 h 474222"/>
              <a:gd name="connsiteX1" fmla="*/ 1731312 w 2844327"/>
              <a:gd name="connsiteY1" fmla="*/ 0 h 474222"/>
              <a:gd name="connsiteX2" fmla="*/ 2844327 w 2844327"/>
              <a:gd name="connsiteY2" fmla="*/ 474222 h 474222"/>
              <a:gd name="connsiteX3" fmla="*/ 0 w 2844327"/>
              <a:gd name="connsiteY3" fmla="*/ 464758 h 474222"/>
              <a:gd name="connsiteX0" fmla="*/ 0 w 2844327"/>
              <a:gd name="connsiteY0" fmla="*/ 432953 h 442417"/>
              <a:gd name="connsiteX1" fmla="*/ 1667701 w 2844327"/>
              <a:gd name="connsiteY1" fmla="*/ 0 h 442417"/>
              <a:gd name="connsiteX2" fmla="*/ 2844327 w 2844327"/>
              <a:gd name="connsiteY2" fmla="*/ 442417 h 442417"/>
              <a:gd name="connsiteX3" fmla="*/ 0 w 2844327"/>
              <a:gd name="connsiteY3" fmla="*/ 432953 h 442417"/>
            </a:gdLst>
            <a:ahLst/>
            <a:cxnLst>
              <a:cxn ang="0">
                <a:pos x="connsiteX0" y="connsiteY0"/>
              </a:cxn>
              <a:cxn ang="0">
                <a:pos x="connsiteX1" y="connsiteY1"/>
              </a:cxn>
              <a:cxn ang="0">
                <a:pos x="connsiteX2" y="connsiteY2"/>
              </a:cxn>
              <a:cxn ang="0">
                <a:pos x="connsiteX3" y="connsiteY3"/>
              </a:cxn>
            </a:cxnLst>
            <a:rect l="l" t="t" r="r" b="b"/>
            <a:pathLst>
              <a:path w="2844327" h="442417">
                <a:moveTo>
                  <a:pt x="0" y="432953"/>
                </a:moveTo>
                <a:lnTo>
                  <a:pt x="1667701" y="0"/>
                </a:lnTo>
                <a:lnTo>
                  <a:pt x="2844327" y="442417"/>
                </a:lnTo>
                <a:lnTo>
                  <a:pt x="0" y="432953"/>
                </a:lnTo>
                <a:close/>
              </a:path>
            </a:pathLst>
          </a:cu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lin ang="162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14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5" name="Line 32">
            <a:extLst>
              <a:ext uri="{FF2B5EF4-FFF2-40B4-BE49-F238E27FC236}">
                <a16:creationId xmlns:a16="http://schemas.microsoft.com/office/drawing/2014/main" id="{888DEFF4-9A93-F68D-6E4B-150D353FFF2B}"/>
              </a:ext>
            </a:extLst>
          </p:cNvPr>
          <p:cNvSpPr>
            <a:spLocks noChangeShapeType="1"/>
          </p:cNvSpPr>
          <p:nvPr/>
        </p:nvSpPr>
        <p:spPr bwMode="auto">
          <a:xfrm flipH="1" flipV="1">
            <a:off x="2013578" y="2346679"/>
            <a:ext cx="2134590" cy="736041"/>
          </a:xfrm>
          <a:prstGeom prst="line">
            <a:avLst/>
          </a:prstGeom>
          <a:noFill/>
          <a:ln w="28575">
            <a:solidFill>
              <a:schemeClr val="tx1"/>
            </a:solidFill>
            <a:round/>
            <a:headEnd/>
            <a:tailEnd/>
          </a:ln>
        </p:spPr>
        <p:txBody>
          <a:bodyPr/>
          <a:lstStyle/>
          <a:p>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6" name="Text Box 25">
            <a:extLst>
              <a:ext uri="{FF2B5EF4-FFF2-40B4-BE49-F238E27FC236}">
                <a16:creationId xmlns:a16="http://schemas.microsoft.com/office/drawing/2014/main" id="{06EA42F4-C344-5DB2-9FC9-0FE7E795EBE2}"/>
              </a:ext>
            </a:extLst>
          </p:cNvPr>
          <p:cNvSpPr txBox="1">
            <a:spLocks noChangeArrowheads="1"/>
          </p:cNvSpPr>
          <p:nvPr/>
        </p:nvSpPr>
        <p:spPr bwMode="auto">
          <a:xfrm>
            <a:off x="2114540" y="1856466"/>
            <a:ext cx="295274" cy="307777"/>
          </a:xfrm>
          <a:prstGeom prst="rect">
            <a:avLst/>
          </a:prstGeom>
          <a:noFill/>
          <a:ln w="9525">
            <a:noFill/>
            <a:miter lim="800000"/>
            <a:headEnd/>
            <a:tailEnd/>
          </a:ln>
        </p:spPr>
        <p:txBody>
          <a:bodyPr wrap="none">
            <a:spAutoFit/>
          </a:bodyPr>
          <a:lstStyle/>
          <a:p>
            <a:r>
              <a:rPr lang="en-US" altLang="zh-CN" sz="1400" b="1" dirty="0">
                <a:latin typeface="微软雅黑" panose="020B0503020204020204" pitchFamily="34" charset="-122"/>
                <a:ea typeface="微软雅黑" panose="020B0503020204020204" pitchFamily="34" charset="-122"/>
                <a:cs typeface="Times New Roman" panose="02020603050405020304" pitchFamily="18" charset="0"/>
              </a:rPr>
              <a:t>1</a:t>
            </a:r>
            <a:endParaRPr lang="en-US" altLang="zh-CN" sz="14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aphicFrame>
        <p:nvGraphicFramePr>
          <p:cNvPr id="7" name="Group 125">
            <a:extLst>
              <a:ext uri="{FF2B5EF4-FFF2-40B4-BE49-F238E27FC236}">
                <a16:creationId xmlns:a16="http://schemas.microsoft.com/office/drawing/2014/main" id="{8D7A0265-2C57-AF92-6956-B2C9C484F0FF}"/>
              </a:ext>
            </a:extLst>
          </p:cNvPr>
          <p:cNvGraphicFramePr>
            <a:graphicFrameLocks noGrp="1"/>
          </p:cNvGraphicFramePr>
          <p:nvPr/>
        </p:nvGraphicFramePr>
        <p:xfrm>
          <a:off x="256838" y="2815944"/>
          <a:ext cx="2814910" cy="1150938"/>
        </p:xfrm>
        <a:graphic>
          <a:graphicData uri="http://schemas.openxmlformats.org/drawingml/2006/table">
            <a:tbl>
              <a:tblPr/>
              <a:tblGrid>
                <a:gridCol w="1415429">
                  <a:extLst>
                    <a:ext uri="{9D8B030D-6E8A-4147-A177-3AD203B41FA5}">
                      <a16:colId xmlns:a16="http://schemas.microsoft.com/office/drawing/2014/main" val="20000"/>
                    </a:ext>
                  </a:extLst>
                </a:gridCol>
                <a:gridCol w="1399481">
                  <a:extLst>
                    <a:ext uri="{9D8B030D-6E8A-4147-A177-3AD203B41FA5}">
                      <a16:colId xmlns:a16="http://schemas.microsoft.com/office/drawing/2014/main" val="20001"/>
                    </a:ext>
                  </a:extLst>
                </a:gridCol>
              </a:tblGrid>
              <a:tr h="29527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0"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前缀匹配</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1" lang="zh-CN" altLang="en-US" sz="1400" b="0"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下一跳</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855663">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0"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128.1.24.0/24</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0"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128.1.24.0/22</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0"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sym typeface="Symbol"/>
                        </a:rPr>
                        <a:t></a:t>
                      </a:r>
                      <a:endPar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0"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0"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1</a:t>
                      </a:r>
                    </a:p>
                    <a:p>
                      <a:pPr marL="0" marR="0" lvl="0" indent="0" algn="l" defTabSz="914400" rtl="0" eaLnBrk="1" fontAlgn="base" latinLnBrk="0" hangingPunct="1">
                        <a:lnSpc>
                          <a:spcPct val="90000"/>
                        </a:lnSpc>
                        <a:spcBef>
                          <a:spcPct val="20000"/>
                        </a:spcBef>
                        <a:spcAft>
                          <a:spcPct val="0"/>
                        </a:spcAft>
                        <a:buClrTx/>
                        <a:buSzTx/>
                        <a:buFontTx/>
                        <a:buNone/>
                        <a:tabLst/>
                      </a:pPr>
                      <a:r>
                        <a:rPr kumimoji="1" lang="zh-CN" altLang="en-US" sz="1400" b="0"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直接，接口 </a:t>
                      </a:r>
                      <a:r>
                        <a:rPr kumimoji="1" lang="en-US" altLang="zh-CN" sz="1400" b="0"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0</a:t>
                      </a:r>
                    </a:p>
                    <a:p>
                      <a:pPr marL="0" marR="0" lvl="0" indent="0" algn="l" defTabSz="914400" rtl="0" eaLnBrk="1" fontAlgn="base" latinLnBrk="0" hangingPunct="1">
                        <a:lnSpc>
                          <a:spcPct val="90000"/>
                        </a:lnSpc>
                        <a:spcBef>
                          <a:spcPct val="20000"/>
                        </a:spcBef>
                        <a:spcAft>
                          <a:spcPct val="0"/>
                        </a:spcAft>
                        <a:buClrTx/>
                        <a:buSzTx/>
                        <a:buFontTx/>
                        <a:buNone/>
                        <a:tabLst/>
                      </a:pPr>
                      <a:r>
                        <a:rPr kumimoji="1" lang="en-US" altLang="zh-CN" sz="1400" b="0"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rPr>
                        <a:t>         </a:t>
                      </a:r>
                      <a:r>
                        <a:rPr kumimoji="1" lang="en-US" altLang="zh-CN" sz="1400" b="1" i="0" u="none" strike="noStrike" cap="none" normalizeH="0" baseline="0" dirty="0">
                          <a:ln>
                            <a:noFill/>
                          </a:ln>
                          <a:solidFill>
                            <a:schemeClr val="tx1"/>
                          </a:solidFill>
                          <a:effectLst/>
                          <a:latin typeface="微软雅黑" panose="020B0503020204020204" pitchFamily="34" charset="-122"/>
                          <a:ea typeface="微软雅黑" panose="020B0503020204020204" pitchFamily="34" charset="-122"/>
                          <a:sym typeface="Symbol"/>
                        </a:rPr>
                        <a:t></a:t>
                      </a:r>
                      <a:endParaRPr kumimoji="1" lang="en-US" altLang="zh-CN" sz="1400" b="1" i="0" u="none" strike="noStrike" cap="none" normalizeH="0" baseline="-25000" dirty="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bl>
          </a:graphicData>
        </a:graphic>
      </p:graphicFrame>
      <p:sp>
        <p:nvSpPr>
          <p:cNvPr id="8" name="Text Box 98">
            <a:extLst>
              <a:ext uri="{FF2B5EF4-FFF2-40B4-BE49-F238E27FC236}">
                <a16:creationId xmlns:a16="http://schemas.microsoft.com/office/drawing/2014/main" id="{D1A5C336-CA11-61CB-4863-F2BDE979FDCD}"/>
              </a:ext>
            </a:extLst>
          </p:cNvPr>
          <p:cNvSpPr txBox="1">
            <a:spLocks noChangeArrowheads="1"/>
          </p:cNvSpPr>
          <p:nvPr/>
        </p:nvSpPr>
        <p:spPr bwMode="auto">
          <a:xfrm>
            <a:off x="334142" y="4002890"/>
            <a:ext cx="2589060" cy="307777"/>
          </a:xfrm>
          <a:prstGeom prst="rect">
            <a:avLst/>
          </a:prstGeom>
          <a:noFill/>
          <a:ln w="9525">
            <a:noFill/>
            <a:miter lim="800000"/>
            <a:headEnd/>
            <a:tailEnd/>
          </a:ln>
        </p:spPr>
        <p:txBody>
          <a:bodyPr wrap="square">
            <a:spAutoFit/>
          </a:bodyPr>
          <a:lstStyle/>
          <a:p>
            <a:pPr algn="ctr"/>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路由器 </a:t>
            </a: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R </a:t>
            </a:r>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的部分转发表</a:t>
            </a:r>
            <a:endParaRPr lang="zh-CN" altLang="en-US" sz="1400"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9" name="Line 19">
            <a:extLst>
              <a:ext uri="{FF2B5EF4-FFF2-40B4-BE49-F238E27FC236}">
                <a16:creationId xmlns:a16="http://schemas.microsoft.com/office/drawing/2014/main" id="{0C6D1E61-E856-748D-F35C-26B6613B0A29}"/>
              </a:ext>
            </a:extLst>
          </p:cNvPr>
          <p:cNvSpPr>
            <a:spLocks noChangeShapeType="1"/>
          </p:cNvSpPr>
          <p:nvPr/>
        </p:nvSpPr>
        <p:spPr bwMode="auto">
          <a:xfrm flipH="1">
            <a:off x="2013579" y="677595"/>
            <a:ext cx="14150" cy="1431063"/>
          </a:xfrm>
          <a:prstGeom prst="line">
            <a:avLst/>
          </a:prstGeom>
          <a:noFill/>
          <a:ln w="28575">
            <a:solidFill>
              <a:schemeClr val="tx1"/>
            </a:solidFill>
            <a:round/>
            <a:headEnd/>
            <a:tailEnd/>
          </a:ln>
        </p:spPr>
        <p:txBody>
          <a:bodyPr/>
          <a:lstStyle/>
          <a:p>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1" name="Line 32">
            <a:extLst>
              <a:ext uri="{FF2B5EF4-FFF2-40B4-BE49-F238E27FC236}">
                <a16:creationId xmlns:a16="http://schemas.microsoft.com/office/drawing/2014/main" id="{4B04F0DE-9B1D-281B-EF5F-185235FAA71F}"/>
              </a:ext>
            </a:extLst>
          </p:cNvPr>
          <p:cNvSpPr>
            <a:spLocks noChangeShapeType="1"/>
          </p:cNvSpPr>
          <p:nvPr/>
        </p:nvSpPr>
        <p:spPr bwMode="auto">
          <a:xfrm flipH="1">
            <a:off x="2123282" y="2193016"/>
            <a:ext cx="1877864" cy="0"/>
          </a:xfrm>
          <a:prstGeom prst="line">
            <a:avLst/>
          </a:prstGeom>
          <a:noFill/>
          <a:ln w="28575">
            <a:solidFill>
              <a:schemeClr val="tx1"/>
            </a:solidFill>
            <a:round/>
            <a:headEnd/>
            <a:tailEnd/>
          </a:ln>
        </p:spPr>
        <p:txBody>
          <a:bodyPr/>
          <a:lstStyle/>
          <a:p>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13" name="Picture 3">
            <a:extLst>
              <a:ext uri="{FF2B5EF4-FFF2-40B4-BE49-F238E27FC236}">
                <a16:creationId xmlns:a16="http://schemas.microsoft.com/office/drawing/2014/main" id="{B1E4C9BC-FBCA-FF3F-1845-027FA7215E8C}"/>
              </a:ext>
            </a:extLst>
          </p:cNvPr>
          <p:cNvPicPr>
            <a:picLocks noChangeArrowheads="1"/>
          </p:cNvPicPr>
          <p:nvPr/>
        </p:nvPicPr>
        <p:blipFill>
          <a:blip r:embed="rId4" cstate="print"/>
          <a:srcRect/>
          <a:stretch>
            <a:fillRect/>
          </a:stretch>
        </p:blipFill>
        <p:spPr bwMode="auto">
          <a:xfrm>
            <a:off x="1698621" y="2085295"/>
            <a:ext cx="525463" cy="344488"/>
          </a:xfrm>
          <a:prstGeom prst="rect">
            <a:avLst/>
          </a:prstGeom>
          <a:noFill/>
          <a:ln w="12699">
            <a:noFill/>
            <a:miter lim="800000"/>
            <a:headEnd/>
            <a:tailEnd/>
          </a:ln>
        </p:spPr>
      </p:pic>
      <p:pic>
        <p:nvPicPr>
          <p:cNvPr id="14" name="Picture 12">
            <a:extLst>
              <a:ext uri="{FF2B5EF4-FFF2-40B4-BE49-F238E27FC236}">
                <a16:creationId xmlns:a16="http://schemas.microsoft.com/office/drawing/2014/main" id="{1964CCF3-4E48-C1F0-7F43-45BDA73B9898}"/>
              </a:ext>
            </a:extLst>
          </p:cNvPr>
          <p:cNvPicPr>
            <a:picLocks noChangeArrowheads="1"/>
          </p:cNvPicPr>
          <p:nvPr/>
        </p:nvPicPr>
        <p:blipFill>
          <a:blip r:embed="rId4" cstate="print"/>
          <a:srcRect/>
          <a:stretch>
            <a:fillRect/>
          </a:stretch>
        </p:blipFill>
        <p:spPr bwMode="auto">
          <a:xfrm>
            <a:off x="1698621" y="2085295"/>
            <a:ext cx="525463" cy="344488"/>
          </a:xfrm>
          <a:prstGeom prst="rect">
            <a:avLst/>
          </a:prstGeom>
          <a:noFill/>
          <a:ln w="12699">
            <a:noFill/>
            <a:miter lim="800000"/>
            <a:headEnd/>
            <a:tailEnd/>
          </a:ln>
        </p:spPr>
      </p:pic>
      <p:sp>
        <p:nvSpPr>
          <p:cNvPr id="15" name="Text Box 24">
            <a:extLst>
              <a:ext uri="{FF2B5EF4-FFF2-40B4-BE49-F238E27FC236}">
                <a16:creationId xmlns:a16="http://schemas.microsoft.com/office/drawing/2014/main" id="{5E045EB4-6F37-FA3C-F8E0-06512F5D19A3}"/>
              </a:ext>
            </a:extLst>
          </p:cNvPr>
          <p:cNvSpPr txBox="1">
            <a:spLocks noChangeArrowheads="1"/>
          </p:cNvSpPr>
          <p:nvPr/>
        </p:nvSpPr>
        <p:spPr bwMode="auto">
          <a:xfrm>
            <a:off x="1523851" y="1834574"/>
            <a:ext cx="309700" cy="307777"/>
          </a:xfrm>
          <a:prstGeom prst="rect">
            <a:avLst/>
          </a:prstGeom>
          <a:noFill/>
          <a:ln w="9525">
            <a:noFill/>
            <a:miter lim="800000"/>
            <a:headEnd/>
            <a:tailEnd/>
          </a:ln>
        </p:spPr>
        <p:txBody>
          <a:bodyPr wrap="none">
            <a:spAutoFit/>
          </a:bodyPr>
          <a:lstStyle/>
          <a:p>
            <a:r>
              <a:rPr lang="en-US" altLang="zh-CN" sz="1400" b="1" dirty="0">
                <a:latin typeface="微软雅黑" panose="020B0503020204020204" pitchFamily="34" charset="-122"/>
                <a:ea typeface="微软雅黑" panose="020B0503020204020204" pitchFamily="34" charset="-122"/>
                <a:cs typeface="Times New Roman" panose="02020603050405020304" pitchFamily="18" charset="0"/>
              </a:rPr>
              <a:t>R</a:t>
            </a:r>
            <a:endParaRPr lang="en-US" altLang="zh-CN" sz="14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6" name="Text Box 26">
            <a:extLst>
              <a:ext uri="{FF2B5EF4-FFF2-40B4-BE49-F238E27FC236}">
                <a16:creationId xmlns:a16="http://schemas.microsoft.com/office/drawing/2014/main" id="{431903A1-FC94-9486-8555-752632D0162E}"/>
              </a:ext>
            </a:extLst>
          </p:cNvPr>
          <p:cNvSpPr txBox="1">
            <a:spLocks noChangeArrowheads="1"/>
          </p:cNvSpPr>
          <p:nvPr/>
        </p:nvSpPr>
        <p:spPr bwMode="auto">
          <a:xfrm>
            <a:off x="2176177" y="2169302"/>
            <a:ext cx="295274" cy="307777"/>
          </a:xfrm>
          <a:prstGeom prst="rect">
            <a:avLst/>
          </a:prstGeom>
          <a:noFill/>
          <a:ln w="9525">
            <a:noFill/>
            <a:miter lim="800000"/>
            <a:headEnd/>
            <a:tailEnd/>
          </a:ln>
        </p:spPr>
        <p:txBody>
          <a:bodyPr wrap="none">
            <a:spAutoFit/>
          </a:bodyPr>
          <a:lstStyle/>
          <a:p>
            <a:r>
              <a:rPr lang="en-US" altLang="zh-CN" sz="1400" b="1" dirty="0">
                <a:latin typeface="微软雅黑" panose="020B0503020204020204" pitchFamily="34" charset="-122"/>
                <a:ea typeface="微软雅黑" panose="020B0503020204020204" pitchFamily="34" charset="-122"/>
                <a:cs typeface="Times New Roman" panose="02020603050405020304" pitchFamily="18" charset="0"/>
              </a:rPr>
              <a:t>0</a:t>
            </a:r>
            <a:endParaRPr lang="en-US" altLang="zh-CN" sz="14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7" name="椭圆 68">
            <a:extLst>
              <a:ext uri="{FF2B5EF4-FFF2-40B4-BE49-F238E27FC236}">
                <a16:creationId xmlns:a16="http://schemas.microsoft.com/office/drawing/2014/main" id="{F02D20CC-65D1-736D-5A68-1360D819F11E}"/>
              </a:ext>
            </a:extLst>
          </p:cNvPr>
          <p:cNvSpPr>
            <a:spLocks noChangeArrowheads="1"/>
          </p:cNvSpPr>
          <p:nvPr/>
        </p:nvSpPr>
        <p:spPr bwMode="auto">
          <a:xfrm>
            <a:off x="2188734" y="2384689"/>
            <a:ext cx="73025" cy="73025"/>
          </a:xfrm>
          <a:prstGeom prst="ellipse">
            <a:avLst/>
          </a:prstGeom>
          <a:solidFill>
            <a:schemeClr val="bg1"/>
          </a:solidFill>
          <a:ln w="9525" algn="ctr">
            <a:solidFill>
              <a:schemeClr val="tx1"/>
            </a:solidFill>
            <a:round/>
            <a:headEnd/>
            <a:tailEnd/>
          </a:ln>
        </p:spPr>
        <p:txBody>
          <a:bodyPr/>
          <a:lstStyle/>
          <a:p>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8" name="椭圆 71">
            <a:extLst>
              <a:ext uri="{FF2B5EF4-FFF2-40B4-BE49-F238E27FC236}">
                <a16:creationId xmlns:a16="http://schemas.microsoft.com/office/drawing/2014/main" id="{3467EA47-B842-D53E-ED42-ACC61F9EC051}"/>
              </a:ext>
            </a:extLst>
          </p:cNvPr>
          <p:cNvSpPr>
            <a:spLocks noChangeArrowheads="1"/>
          </p:cNvSpPr>
          <p:nvPr/>
        </p:nvSpPr>
        <p:spPr bwMode="auto">
          <a:xfrm>
            <a:off x="2239627" y="2151306"/>
            <a:ext cx="73025" cy="71437"/>
          </a:xfrm>
          <a:prstGeom prst="ellipse">
            <a:avLst/>
          </a:prstGeom>
          <a:solidFill>
            <a:schemeClr val="bg1"/>
          </a:solidFill>
          <a:ln w="9525" algn="ctr">
            <a:solidFill>
              <a:schemeClr val="tx1"/>
            </a:solidFill>
            <a:round/>
            <a:headEnd/>
            <a:tailEnd/>
          </a:ln>
        </p:spPr>
        <p:txBody>
          <a:bodyPr/>
          <a:lstStyle/>
          <a:p>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9" name="椭圆 18">
            <a:extLst>
              <a:ext uri="{FF2B5EF4-FFF2-40B4-BE49-F238E27FC236}">
                <a16:creationId xmlns:a16="http://schemas.microsoft.com/office/drawing/2014/main" id="{EEF9DA85-6A90-C416-0BEE-EA2AB5423898}"/>
              </a:ext>
            </a:extLst>
          </p:cNvPr>
          <p:cNvSpPr/>
          <p:nvPr/>
        </p:nvSpPr>
        <p:spPr bwMode="auto">
          <a:xfrm rot="16200000">
            <a:off x="3913914" y="1468045"/>
            <a:ext cx="938563" cy="1425988"/>
          </a:xfrm>
          <a:prstGeom prst="ellipse">
            <a:avLst/>
          </a:prstGeom>
          <a:solidFill>
            <a:schemeClr val="accent3">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0" name="Text Box 38">
            <a:extLst>
              <a:ext uri="{FF2B5EF4-FFF2-40B4-BE49-F238E27FC236}">
                <a16:creationId xmlns:a16="http://schemas.microsoft.com/office/drawing/2014/main" id="{4CA7CB7A-85F2-537F-766C-CF9BC4EA089A}"/>
              </a:ext>
            </a:extLst>
          </p:cNvPr>
          <p:cNvSpPr txBox="1">
            <a:spLocks noChangeArrowheads="1"/>
          </p:cNvSpPr>
          <p:nvPr/>
        </p:nvSpPr>
        <p:spPr bwMode="auto">
          <a:xfrm>
            <a:off x="3723655" y="1871268"/>
            <a:ext cx="1343638" cy="523220"/>
          </a:xfrm>
          <a:prstGeom prst="rect">
            <a:avLst/>
          </a:prstGeom>
          <a:noFill/>
          <a:ln w="9525">
            <a:noFill/>
            <a:miter lim="800000"/>
            <a:headEnd/>
            <a:tailEnd/>
          </a:ln>
        </p:spPr>
        <p:txBody>
          <a:bodyPr wrap="none">
            <a:spAutoFit/>
          </a:bodyPr>
          <a:lstStyle/>
          <a:p>
            <a:pPr algn="ctr"/>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部门 </a:t>
            </a: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A</a:t>
            </a:r>
            <a:r>
              <a:rPr lang="en-US" altLang="zh-CN" sz="1400" baseline="-25000" dirty="0">
                <a:latin typeface="微软雅黑" panose="020B0503020204020204" pitchFamily="34" charset="-122"/>
                <a:ea typeface="微软雅黑" panose="020B0503020204020204" pitchFamily="34" charset="-122"/>
                <a:cs typeface="Times New Roman" panose="02020603050405020304" pitchFamily="18" charset="0"/>
              </a:rPr>
              <a:t>1</a:t>
            </a:r>
          </a:p>
          <a:p>
            <a:pPr algn="ct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128.1.24.0/24</a:t>
            </a:r>
            <a:endParaRPr lang="en-US" altLang="zh-CN" sz="1400"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1" name="椭圆 20">
            <a:extLst>
              <a:ext uri="{FF2B5EF4-FFF2-40B4-BE49-F238E27FC236}">
                <a16:creationId xmlns:a16="http://schemas.microsoft.com/office/drawing/2014/main" id="{2D17AE69-3224-1536-2299-EB3878FDA590}"/>
              </a:ext>
            </a:extLst>
          </p:cNvPr>
          <p:cNvSpPr/>
          <p:nvPr/>
        </p:nvSpPr>
        <p:spPr bwMode="auto">
          <a:xfrm rot="16200000">
            <a:off x="3740412" y="2678880"/>
            <a:ext cx="1312497" cy="1537751"/>
          </a:xfrm>
          <a:prstGeom prst="ellipse">
            <a:avLst/>
          </a:prstGeom>
          <a:solidFill>
            <a:schemeClr val="accent2">
              <a:lumMod val="20000"/>
              <a:lumOff val="8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2" name="Text Box 38">
            <a:extLst>
              <a:ext uri="{FF2B5EF4-FFF2-40B4-BE49-F238E27FC236}">
                <a16:creationId xmlns:a16="http://schemas.microsoft.com/office/drawing/2014/main" id="{0EB0F0AA-F975-D4FA-9CE6-9627F7E8637C}"/>
              </a:ext>
            </a:extLst>
          </p:cNvPr>
          <p:cNvSpPr txBox="1">
            <a:spLocks noChangeArrowheads="1"/>
          </p:cNvSpPr>
          <p:nvPr/>
        </p:nvSpPr>
        <p:spPr bwMode="auto">
          <a:xfrm>
            <a:off x="3710242" y="2847084"/>
            <a:ext cx="1416382" cy="954107"/>
          </a:xfrm>
          <a:prstGeom prst="rect">
            <a:avLst/>
          </a:prstGeom>
          <a:noFill/>
          <a:ln w="9525">
            <a:noFill/>
            <a:miter lim="800000"/>
            <a:headEnd/>
            <a:tailEnd/>
          </a:ln>
        </p:spPr>
        <p:txBody>
          <a:bodyPr wrap="square">
            <a:spAutoFit/>
          </a:bodyPr>
          <a:lstStyle/>
          <a:p>
            <a:pPr algn="ctr"/>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部门 </a:t>
            </a: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A</a:t>
            </a:r>
            <a:r>
              <a:rPr lang="en-US" altLang="zh-CN" sz="1400" baseline="-25000" dirty="0">
                <a:latin typeface="微软雅黑" panose="020B0503020204020204" pitchFamily="34" charset="-122"/>
                <a:ea typeface="微软雅黑" panose="020B0503020204020204" pitchFamily="34" charset="-122"/>
                <a:cs typeface="Times New Roman" panose="02020603050405020304" pitchFamily="18" charset="0"/>
              </a:rPr>
              <a:t>2</a:t>
            </a:r>
          </a:p>
          <a:p>
            <a:pPr algn="ct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128.1.25.0/24</a:t>
            </a:r>
          </a:p>
          <a:p>
            <a:pPr algn="ct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128.1.26.0/24</a:t>
            </a:r>
          </a:p>
          <a:p>
            <a:pPr algn="ct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128.1.27.0/24</a:t>
            </a:r>
          </a:p>
        </p:txBody>
      </p:sp>
      <p:sp>
        <p:nvSpPr>
          <p:cNvPr id="26" name="TextBox 5">
            <a:extLst>
              <a:ext uri="{FF2B5EF4-FFF2-40B4-BE49-F238E27FC236}">
                <a16:creationId xmlns:a16="http://schemas.microsoft.com/office/drawing/2014/main" id="{7BA99B3C-96DC-C1D1-359D-B91727E5D832}"/>
              </a:ext>
            </a:extLst>
          </p:cNvPr>
          <p:cNvSpPr txBox="1"/>
          <p:nvPr/>
        </p:nvSpPr>
        <p:spPr>
          <a:xfrm>
            <a:off x="5677391" y="1233887"/>
            <a:ext cx="3026791" cy="307777"/>
          </a:xfrm>
          <a:prstGeom prst="rect">
            <a:avLst/>
          </a:prstGeom>
          <a:noFill/>
          <a:ln>
            <a:noFill/>
          </a:ln>
        </p:spPr>
        <p:txBody>
          <a:bodyPr wrap="none" rtlCol="0">
            <a:spAutoFit/>
          </a:bodyPr>
          <a:lstStyle/>
          <a:p>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128.1.24.0/22</a:t>
            </a:r>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（含 </a:t>
            </a: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4 </a:t>
            </a:r>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个 </a:t>
            </a: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/24 </a:t>
            </a:r>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前缀）</a:t>
            </a:r>
          </a:p>
        </p:txBody>
      </p:sp>
      <p:sp>
        <p:nvSpPr>
          <p:cNvPr id="28" name="矩形 27">
            <a:extLst>
              <a:ext uri="{FF2B5EF4-FFF2-40B4-BE49-F238E27FC236}">
                <a16:creationId xmlns:a16="http://schemas.microsoft.com/office/drawing/2014/main" id="{D7464290-89DA-BCF5-9326-03864C74451A}"/>
              </a:ext>
            </a:extLst>
          </p:cNvPr>
          <p:cNvSpPr/>
          <p:nvPr/>
        </p:nvSpPr>
        <p:spPr>
          <a:xfrm>
            <a:off x="7473032" y="1988782"/>
            <a:ext cx="1175658" cy="243444"/>
          </a:xfrm>
          <a:prstGeom prst="rect">
            <a:avLst/>
          </a:prstGeom>
          <a:solidFill>
            <a:schemeClr val="accent3">
              <a:lumMod val="40000"/>
              <a:lumOff val="6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9" name="TextBox 18">
            <a:extLst>
              <a:ext uri="{FF2B5EF4-FFF2-40B4-BE49-F238E27FC236}">
                <a16:creationId xmlns:a16="http://schemas.microsoft.com/office/drawing/2014/main" id="{D18A9233-BFD3-BF77-B5C8-C9ED29C115A8}"/>
              </a:ext>
            </a:extLst>
          </p:cNvPr>
          <p:cNvSpPr txBox="1"/>
          <p:nvPr/>
        </p:nvSpPr>
        <p:spPr>
          <a:xfrm>
            <a:off x="7386340" y="1958816"/>
            <a:ext cx="1343638" cy="307777"/>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128.1.24.0/24</a:t>
            </a:r>
            <a:endParaRPr lang="zh-CN" altLang="en-US" sz="14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0" name="任意多边形 20">
            <a:extLst>
              <a:ext uri="{FF2B5EF4-FFF2-40B4-BE49-F238E27FC236}">
                <a16:creationId xmlns:a16="http://schemas.microsoft.com/office/drawing/2014/main" id="{42881A96-563D-BEFF-C87C-6BF541298986}"/>
              </a:ext>
            </a:extLst>
          </p:cNvPr>
          <p:cNvSpPr/>
          <p:nvPr/>
        </p:nvSpPr>
        <p:spPr>
          <a:xfrm>
            <a:off x="5746028" y="2395440"/>
            <a:ext cx="1189973" cy="233820"/>
          </a:xfrm>
          <a:custGeom>
            <a:avLst/>
            <a:gdLst>
              <a:gd name="connsiteX0" fmla="*/ 4175 w 1189973"/>
              <a:gd name="connsiteY0" fmla="*/ 233820 h 233820"/>
              <a:gd name="connsiteX1" fmla="*/ 0 w 1189973"/>
              <a:gd name="connsiteY1" fmla="*/ 4176 h 233820"/>
              <a:gd name="connsiteX2" fmla="*/ 1189973 w 1189973"/>
              <a:gd name="connsiteY2" fmla="*/ 0 h 233820"/>
              <a:gd name="connsiteX3" fmla="*/ 1189973 w 1189973"/>
              <a:gd name="connsiteY3" fmla="*/ 225469 h 233820"/>
            </a:gdLst>
            <a:ahLst/>
            <a:cxnLst>
              <a:cxn ang="0">
                <a:pos x="connsiteX0" y="connsiteY0"/>
              </a:cxn>
              <a:cxn ang="0">
                <a:pos x="connsiteX1" y="connsiteY1"/>
              </a:cxn>
              <a:cxn ang="0">
                <a:pos x="connsiteX2" y="connsiteY2"/>
              </a:cxn>
              <a:cxn ang="0">
                <a:pos x="connsiteX3" y="connsiteY3"/>
              </a:cxn>
            </a:cxnLst>
            <a:rect l="l" t="t" r="r" b="b"/>
            <a:pathLst>
              <a:path w="1189973" h="233820">
                <a:moveTo>
                  <a:pt x="4175" y="233820"/>
                </a:moveTo>
                <a:cubicBezTo>
                  <a:pt x="2783" y="157272"/>
                  <a:pt x="1392" y="80724"/>
                  <a:pt x="0" y="4176"/>
                </a:cubicBezTo>
                <a:lnTo>
                  <a:pt x="1189973" y="0"/>
                </a:lnTo>
                <a:lnTo>
                  <a:pt x="1189973" y="225469"/>
                </a:lnTo>
              </a:path>
            </a:pathLst>
          </a:custGeom>
          <a:solidFill>
            <a:schemeClr val="accent3">
              <a:lumMod val="40000"/>
              <a:lumOff val="60000"/>
            </a:schemeClr>
          </a:solid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1" name="矩形 30">
            <a:extLst>
              <a:ext uri="{FF2B5EF4-FFF2-40B4-BE49-F238E27FC236}">
                <a16:creationId xmlns:a16="http://schemas.microsoft.com/office/drawing/2014/main" id="{261807C8-C482-FFA8-19D8-7EBECE7F82B6}"/>
              </a:ext>
            </a:extLst>
          </p:cNvPr>
          <p:cNvSpPr/>
          <p:nvPr/>
        </p:nvSpPr>
        <p:spPr>
          <a:xfrm>
            <a:off x="5750803" y="2624426"/>
            <a:ext cx="1185062" cy="719167"/>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2" name="直接连接符 31">
            <a:extLst>
              <a:ext uri="{FF2B5EF4-FFF2-40B4-BE49-F238E27FC236}">
                <a16:creationId xmlns:a16="http://schemas.microsoft.com/office/drawing/2014/main" id="{2AE56EFB-8ABA-7DAE-0BB8-CE85BB2D246C}"/>
              </a:ext>
            </a:extLst>
          </p:cNvPr>
          <p:cNvCxnSpPr/>
          <p:nvPr/>
        </p:nvCxnSpPr>
        <p:spPr>
          <a:xfrm>
            <a:off x="5750803" y="2623513"/>
            <a:ext cx="115212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TextBox 4">
            <a:extLst>
              <a:ext uri="{FF2B5EF4-FFF2-40B4-BE49-F238E27FC236}">
                <a16:creationId xmlns:a16="http://schemas.microsoft.com/office/drawing/2014/main" id="{679930F9-AFCA-4867-5E90-69BA887C0ADA}"/>
              </a:ext>
            </a:extLst>
          </p:cNvPr>
          <p:cNvSpPr txBox="1"/>
          <p:nvPr/>
        </p:nvSpPr>
        <p:spPr>
          <a:xfrm>
            <a:off x="5671146" y="2365779"/>
            <a:ext cx="1343638" cy="1031051"/>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128.1.24.0/24</a:t>
            </a:r>
          </a:p>
          <a:p>
            <a:pPr>
              <a:spcBef>
                <a:spcPts val="300"/>
              </a:spcBef>
            </a:pP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128.1.25.0/24</a:t>
            </a:r>
          </a:p>
          <a:p>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128.1.26.0/24</a:t>
            </a:r>
            <a:endParaRPr lang="zh-CN" altLang="en-US" sz="1400" dirty="0">
              <a:latin typeface="微软雅黑" panose="020B0503020204020204" pitchFamily="34" charset="-122"/>
              <a:ea typeface="微软雅黑" panose="020B0503020204020204" pitchFamily="34" charset="-122"/>
              <a:cs typeface="Times New Roman" panose="02020603050405020304" pitchFamily="18" charset="0"/>
            </a:endParaRPr>
          </a:p>
          <a:p>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128.1.27.0/24</a:t>
            </a:r>
            <a:endParaRPr lang="zh-CN" altLang="en-US" sz="14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4" name="矩形 33">
            <a:extLst>
              <a:ext uri="{FF2B5EF4-FFF2-40B4-BE49-F238E27FC236}">
                <a16:creationId xmlns:a16="http://schemas.microsoft.com/office/drawing/2014/main" id="{7272C9B0-7B54-9DC5-9F19-072D7264E509}"/>
              </a:ext>
            </a:extLst>
          </p:cNvPr>
          <p:cNvSpPr/>
          <p:nvPr/>
        </p:nvSpPr>
        <p:spPr>
          <a:xfrm>
            <a:off x="5768395" y="1281442"/>
            <a:ext cx="1175658" cy="24344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5" name="TextBox 3">
            <a:extLst>
              <a:ext uri="{FF2B5EF4-FFF2-40B4-BE49-F238E27FC236}">
                <a16:creationId xmlns:a16="http://schemas.microsoft.com/office/drawing/2014/main" id="{B25A1325-874E-69A3-7E58-7F8F4EAF7C8B}"/>
              </a:ext>
            </a:extLst>
          </p:cNvPr>
          <p:cNvSpPr txBox="1"/>
          <p:nvPr/>
        </p:nvSpPr>
        <p:spPr>
          <a:xfrm>
            <a:off x="5681047" y="995136"/>
            <a:ext cx="1673856" cy="307777"/>
          </a:xfrm>
          <a:prstGeom prst="rect">
            <a:avLst/>
          </a:prstGeom>
          <a:noFill/>
        </p:spPr>
        <p:txBody>
          <a:bodyPr wrap="none" rtlCol="0">
            <a:spAutoFit/>
          </a:bodyPr>
          <a:lstStyle/>
          <a:p>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公司 </a:t>
            </a: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A </a:t>
            </a:r>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的网络前缀</a:t>
            </a:r>
          </a:p>
        </p:txBody>
      </p:sp>
      <p:sp>
        <p:nvSpPr>
          <p:cNvPr id="38" name="矩形 37">
            <a:extLst>
              <a:ext uri="{FF2B5EF4-FFF2-40B4-BE49-F238E27FC236}">
                <a16:creationId xmlns:a16="http://schemas.microsoft.com/office/drawing/2014/main" id="{A1AAC367-76B0-9E88-A62A-A5BC4A186416}"/>
              </a:ext>
            </a:extLst>
          </p:cNvPr>
          <p:cNvSpPr/>
          <p:nvPr/>
        </p:nvSpPr>
        <p:spPr>
          <a:xfrm>
            <a:off x="7506146" y="3376248"/>
            <a:ext cx="1175658" cy="243444"/>
          </a:xfrm>
          <a:prstGeom prst="rect">
            <a:avLst/>
          </a:prstGeom>
          <a:solidFill>
            <a:schemeClr val="accent2">
              <a:lumMod val="20000"/>
              <a:lumOff val="80000"/>
            </a:scheme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 name="TextBox 14">
            <a:extLst>
              <a:ext uri="{FF2B5EF4-FFF2-40B4-BE49-F238E27FC236}">
                <a16:creationId xmlns:a16="http://schemas.microsoft.com/office/drawing/2014/main" id="{DDA33BF6-3A63-D7E0-1AD6-499233BD4F26}"/>
              </a:ext>
            </a:extLst>
          </p:cNvPr>
          <p:cNvSpPr txBox="1"/>
          <p:nvPr/>
        </p:nvSpPr>
        <p:spPr>
          <a:xfrm>
            <a:off x="7422156" y="3343593"/>
            <a:ext cx="1343638" cy="307777"/>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128.1.24.0/22</a:t>
            </a:r>
            <a:endParaRPr lang="zh-CN" altLang="en-US" sz="14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66" name="组合 65">
            <a:extLst>
              <a:ext uri="{FF2B5EF4-FFF2-40B4-BE49-F238E27FC236}">
                <a16:creationId xmlns:a16="http://schemas.microsoft.com/office/drawing/2014/main" id="{019EE0F1-614C-9552-5C54-D28678CBC142}"/>
              </a:ext>
            </a:extLst>
          </p:cNvPr>
          <p:cNvGrpSpPr/>
          <p:nvPr/>
        </p:nvGrpSpPr>
        <p:grpSpPr>
          <a:xfrm>
            <a:off x="6949052" y="2666529"/>
            <a:ext cx="642434" cy="830953"/>
            <a:chOff x="6949052" y="2666529"/>
            <a:chExt cx="642434" cy="830953"/>
          </a:xfrm>
        </p:grpSpPr>
        <p:sp>
          <p:nvSpPr>
            <p:cNvPr id="27" name="TextBox 24">
              <a:extLst>
                <a:ext uri="{FF2B5EF4-FFF2-40B4-BE49-F238E27FC236}">
                  <a16:creationId xmlns:a16="http://schemas.microsoft.com/office/drawing/2014/main" id="{FFB69347-3D80-3F99-B846-A73D5CCBBDA4}"/>
                </a:ext>
              </a:extLst>
            </p:cNvPr>
            <p:cNvSpPr txBox="1"/>
            <p:nvPr/>
          </p:nvSpPr>
          <p:spPr>
            <a:xfrm>
              <a:off x="7047747" y="2805448"/>
              <a:ext cx="543739" cy="307777"/>
            </a:xfrm>
            <a:prstGeom prst="rect">
              <a:avLst/>
            </a:prstGeom>
            <a:noFill/>
          </p:spPr>
          <p:txBody>
            <a:bodyPr wrap="none" rtlCol="0">
              <a:spAutoFit/>
            </a:bodyPr>
            <a:lstStyle/>
            <a:p>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聚合</a:t>
              </a:r>
            </a:p>
          </p:txBody>
        </p:sp>
        <p:sp>
          <p:nvSpPr>
            <p:cNvPr id="36" name="右大括号 35">
              <a:extLst>
                <a:ext uri="{FF2B5EF4-FFF2-40B4-BE49-F238E27FC236}">
                  <a16:creationId xmlns:a16="http://schemas.microsoft.com/office/drawing/2014/main" id="{7302D79B-D1F7-138B-9B59-220381E48FDF}"/>
                </a:ext>
              </a:extLst>
            </p:cNvPr>
            <p:cNvSpPr/>
            <p:nvPr/>
          </p:nvSpPr>
          <p:spPr>
            <a:xfrm>
              <a:off x="6949052" y="2666529"/>
              <a:ext cx="97895" cy="653545"/>
            </a:xfrm>
            <a:prstGeom prst="rightBrace">
              <a:avLst>
                <a:gd name="adj1" fmla="val 86238"/>
                <a:gd name="adj2"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40" name="直接箭头连接符 39">
              <a:extLst>
                <a:ext uri="{FF2B5EF4-FFF2-40B4-BE49-F238E27FC236}">
                  <a16:creationId xmlns:a16="http://schemas.microsoft.com/office/drawing/2014/main" id="{7A01BC51-60E3-0D75-4D86-EA26D9DB4D8C}"/>
                </a:ext>
              </a:extLst>
            </p:cNvPr>
            <p:cNvCxnSpPr>
              <a:cxnSpLocks/>
              <a:stCxn id="36" idx="1"/>
              <a:endCxn id="39" idx="1"/>
            </p:cNvCxnSpPr>
            <p:nvPr/>
          </p:nvCxnSpPr>
          <p:spPr>
            <a:xfrm>
              <a:off x="7046947" y="2993302"/>
              <a:ext cx="375209" cy="504180"/>
            </a:xfrm>
            <a:prstGeom prst="straightConnector1">
              <a:avLst/>
            </a:prstGeom>
            <a:ln w="28575">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grpSp>
      <p:sp>
        <p:nvSpPr>
          <p:cNvPr id="41" name="TextBox 25">
            <a:extLst>
              <a:ext uri="{FF2B5EF4-FFF2-40B4-BE49-F238E27FC236}">
                <a16:creationId xmlns:a16="http://schemas.microsoft.com/office/drawing/2014/main" id="{1EACA989-3E72-8A1B-1522-9ACD41F0BDE8}"/>
              </a:ext>
            </a:extLst>
          </p:cNvPr>
          <p:cNvSpPr txBox="1"/>
          <p:nvPr/>
        </p:nvSpPr>
        <p:spPr>
          <a:xfrm>
            <a:off x="7621206" y="1662362"/>
            <a:ext cx="793807" cy="307777"/>
          </a:xfrm>
          <a:prstGeom prst="rect">
            <a:avLst/>
          </a:prstGeom>
          <a:noFill/>
        </p:spPr>
        <p:txBody>
          <a:bodyPr wrap="none" rtlCol="0">
            <a:spAutoFit/>
          </a:bodyPr>
          <a:lstStyle/>
          <a:p>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部门 </a:t>
            </a: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A</a:t>
            </a:r>
            <a:r>
              <a:rPr lang="en-US" altLang="zh-CN" sz="1400" baseline="-25000" dirty="0">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42" name="TextBox 26">
            <a:extLst>
              <a:ext uri="{FF2B5EF4-FFF2-40B4-BE49-F238E27FC236}">
                <a16:creationId xmlns:a16="http://schemas.microsoft.com/office/drawing/2014/main" id="{CBDF1D89-55CE-4720-877F-5BBEE1FFD6BC}"/>
              </a:ext>
            </a:extLst>
          </p:cNvPr>
          <p:cNvSpPr txBox="1"/>
          <p:nvPr/>
        </p:nvSpPr>
        <p:spPr>
          <a:xfrm>
            <a:off x="7615125" y="3047139"/>
            <a:ext cx="793807" cy="307777"/>
          </a:xfrm>
          <a:prstGeom prst="rect">
            <a:avLst/>
          </a:prstGeom>
          <a:noFill/>
        </p:spPr>
        <p:txBody>
          <a:bodyPr wrap="none" rtlCol="0">
            <a:spAutoFit/>
          </a:bodyPr>
          <a:lstStyle/>
          <a:p>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部门 </a:t>
            </a: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A</a:t>
            </a:r>
            <a:r>
              <a:rPr lang="en-US" altLang="zh-CN" sz="1400" baseline="-25000" dirty="0">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43" name="TextBox 28">
            <a:extLst>
              <a:ext uri="{FF2B5EF4-FFF2-40B4-BE49-F238E27FC236}">
                <a16:creationId xmlns:a16="http://schemas.microsoft.com/office/drawing/2014/main" id="{3486B1A2-3E80-6E4A-CCCD-317DAA761E67}"/>
              </a:ext>
            </a:extLst>
          </p:cNvPr>
          <p:cNvSpPr txBox="1"/>
          <p:nvPr/>
        </p:nvSpPr>
        <p:spPr>
          <a:xfrm>
            <a:off x="7232200" y="3626002"/>
            <a:ext cx="1879041" cy="307777"/>
          </a:xfrm>
          <a:prstGeom prst="rect">
            <a:avLst/>
          </a:prstGeom>
          <a:noFill/>
        </p:spPr>
        <p:txBody>
          <a:bodyPr wrap="none" rtlCol="0">
            <a:spAutoFit/>
          </a:bodyPr>
          <a:lstStyle/>
          <a:p>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不含地址 </a:t>
            </a: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128.1.24.1 </a:t>
            </a:r>
            <a:endParaRPr lang="zh-CN" altLang="en-US" sz="14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44" name="TextBox 35">
            <a:extLst>
              <a:ext uri="{FF2B5EF4-FFF2-40B4-BE49-F238E27FC236}">
                <a16:creationId xmlns:a16="http://schemas.microsoft.com/office/drawing/2014/main" id="{86867DA5-D40F-7DC2-6FD9-DEAE516DC13D}"/>
              </a:ext>
            </a:extLst>
          </p:cNvPr>
          <p:cNvSpPr txBox="1"/>
          <p:nvPr/>
        </p:nvSpPr>
        <p:spPr>
          <a:xfrm>
            <a:off x="7232200" y="2245794"/>
            <a:ext cx="1646605" cy="307777"/>
          </a:xfrm>
          <a:prstGeom prst="rect">
            <a:avLst/>
          </a:prstGeom>
          <a:noFill/>
        </p:spPr>
        <p:txBody>
          <a:bodyPr wrap="none" rtlCol="0">
            <a:spAutoFit/>
          </a:bodyPr>
          <a:lstStyle/>
          <a:p>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含地址 </a:t>
            </a: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128.1.24.1</a:t>
            </a:r>
            <a:endParaRPr lang="zh-CN" altLang="en-US" sz="14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45" name="直接箭头连接符 44">
            <a:extLst>
              <a:ext uri="{FF2B5EF4-FFF2-40B4-BE49-F238E27FC236}">
                <a16:creationId xmlns:a16="http://schemas.microsoft.com/office/drawing/2014/main" id="{9CFB4E4D-8125-4D54-9476-2F7666EBD686}"/>
              </a:ext>
            </a:extLst>
          </p:cNvPr>
          <p:cNvCxnSpPr>
            <a:cxnSpLocks/>
            <a:endCxn id="29" idx="1"/>
          </p:cNvCxnSpPr>
          <p:nvPr/>
        </p:nvCxnSpPr>
        <p:spPr>
          <a:xfrm flipV="1">
            <a:off x="6931866" y="2112705"/>
            <a:ext cx="454474" cy="446274"/>
          </a:xfrm>
          <a:prstGeom prst="straightConnector1">
            <a:avLst/>
          </a:prstGeom>
          <a:ln w="28575">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46" name="箭头: 下 45">
            <a:extLst>
              <a:ext uri="{FF2B5EF4-FFF2-40B4-BE49-F238E27FC236}">
                <a16:creationId xmlns:a16="http://schemas.microsoft.com/office/drawing/2014/main" id="{94E0D21A-F52C-3BB4-EE98-CA9013DBAC98}"/>
              </a:ext>
            </a:extLst>
          </p:cNvPr>
          <p:cNvSpPr/>
          <p:nvPr/>
        </p:nvSpPr>
        <p:spPr>
          <a:xfrm>
            <a:off x="6224677" y="1556087"/>
            <a:ext cx="232104" cy="839351"/>
          </a:xfrm>
          <a:prstGeom prst="downArrow">
            <a:avLst>
              <a:gd name="adj1" fmla="val 50000"/>
              <a:gd name="adj2" fmla="val 121941"/>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47" name="直接箭头连接符 46">
            <a:extLst>
              <a:ext uri="{FF2B5EF4-FFF2-40B4-BE49-F238E27FC236}">
                <a16:creationId xmlns:a16="http://schemas.microsoft.com/office/drawing/2014/main" id="{E24E09BC-1A41-0FF1-83DB-F09534218013}"/>
              </a:ext>
            </a:extLst>
          </p:cNvPr>
          <p:cNvCxnSpPr>
            <a:cxnSpLocks/>
          </p:cNvCxnSpPr>
          <p:nvPr/>
        </p:nvCxnSpPr>
        <p:spPr bwMode="auto">
          <a:xfrm flipH="1">
            <a:off x="5211590" y="1525751"/>
            <a:ext cx="722128" cy="395548"/>
          </a:xfrm>
          <a:prstGeom prst="straightConnector1">
            <a:avLst/>
          </a:prstGeom>
          <a:solidFill>
            <a:schemeClr val="accent1"/>
          </a:solidFill>
          <a:ln w="9525" cap="flat" cmpd="sng" algn="ctr">
            <a:solidFill>
              <a:schemeClr val="tx1"/>
            </a:solidFill>
            <a:prstDash val="solid"/>
            <a:round/>
            <a:headEnd type="none" w="med" len="med"/>
            <a:tailEnd type="triangle" w="sm" len="lg"/>
          </a:ln>
          <a:effectLst/>
        </p:spPr>
      </p:cxnSp>
      <p:sp>
        <p:nvSpPr>
          <p:cNvPr id="51" name="TextBox 3">
            <a:extLst>
              <a:ext uri="{FF2B5EF4-FFF2-40B4-BE49-F238E27FC236}">
                <a16:creationId xmlns:a16="http://schemas.microsoft.com/office/drawing/2014/main" id="{54D14481-02D8-610B-3A2D-92FF52D51F31}"/>
              </a:ext>
            </a:extLst>
          </p:cNvPr>
          <p:cNvSpPr txBox="1"/>
          <p:nvPr/>
        </p:nvSpPr>
        <p:spPr>
          <a:xfrm>
            <a:off x="4283653" y="1251706"/>
            <a:ext cx="723275" cy="307777"/>
          </a:xfrm>
          <a:prstGeom prst="rect">
            <a:avLst/>
          </a:prstGeom>
          <a:noFill/>
        </p:spPr>
        <p:txBody>
          <a:bodyPr wrap="none" rtlCol="0">
            <a:spAutoFit/>
          </a:bodyPr>
          <a:lstStyle/>
          <a:p>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公司 </a:t>
            </a: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A</a:t>
            </a:r>
            <a:endParaRPr lang="zh-CN" altLang="en-US" sz="14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52" name="文本框 51">
            <a:extLst>
              <a:ext uri="{FF2B5EF4-FFF2-40B4-BE49-F238E27FC236}">
                <a16:creationId xmlns:a16="http://schemas.microsoft.com/office/drawing/2014/main" id="{2795748D-5168-5394-143A-8AB224580698}"/>
              </a:ext>
            </a:extLst>
          </p:cNvPr>
          <p:cNvSpPr txBox="1"/>
          <p:nvPr/>
        </p:nvSpPr>
        <p:spPr>
          <a:xfrm rot="546062">
            <a:off x="747552" y="1950975"/>
            <a:ext cx="330540" cy="307777"/>
          </a:xfrm>
          <a:prstGeom prst="rect">
            <a:avLst/>
          </a:prstGeom>
          <a:noFill/>
        </p:spPr>
        <p:txBody>
          <a:bodyPr wrap="none" rtlCol="0">
            <a:spAutoFit/>
          </a:bodyPr>
          <a:lstStyle/>
          <a:p>
            <a:r>
              <a:rPr lang="en-US" altLang="zh-CN" sz="1400" dirty="0">
                <a:latin typeface="微软雅黑" panose="020B0503020204020204" pitchFamily="34" charset="-122"/>
                <a:ea typeface="微软雅黑" panose="020B0503020204020204" pitchFamily="34" charset="-122"/>
                <a:sym typeface="Symbol" panose="05050102010706020507" pitchFamily="18" charset="2"/>
              </a:rPr>
              <a:t>…</a:t>
            </a:r>
            <a:endParaRPr lang="zh-CN" altLang="en-US" sz="1400" dirty="0">
              <a:latin typeface="微软雅黑" panose="020B0503020204020204" pitchFamily="34" charset="-122"/>
              <a:ea typeface="微软雅黑" panose="020B0503020204020204" pitchFamily="34" charset="-122"/>
            </a:endParaRPr>
          </a:p>
        </p:txBody>
      </p:sp>
      <p:grpSp>
        <p:nvGrpSpPr>
          <p:cNvPr id="68" name="组合 67">
            <a:extLst>
              <a:ext uri="{FF2B5EF4-FFF2-40B4-BE49-F238E27FC236}">
                <a16:creationId xmlns:a16="http://schemas.microsoft.com/office/drawing/2014/main" id="{0912A7BE-0F14-4AF4-9951-247DF8DE55D9}"/>
              </a:ext>
            </a:extLst>
          </p:cNvPr>
          <p:cNvGrpSpPr/>
          <p:nvPr/>
        </p:nvGrpSpPr>
        <p:grpSpPr>
          <a:xfrm>
            <a:off x="2086443" y="965638"/>
            <a:ext cx="2529829" cy="915900"/>
            <a:chOff x="2086443" y="965638"/>
            <a:chExt cx="2529829" cy="915900"/>
          </a:xfrm>
        </p:grpSpPr>
        <p:grpSp>
          <p:nvGrpSpPr>
            <p:cNvPr id="67" name="组合 66">
              <a:extLst>
                <a:ext uri="{FF2B5EF4-FFF2-40B4-BE49-F238E27FC236}">
                  <a16:creationId xmlns:a16="http://schemas.microsoft.com/office/drawing/2014/main" id="{F1D9C32A-5A35-D3DF-0FA3-C5EB055CCDCB}"/>
                </a:ext>
              </a:extLst>
            </p:cNvPr>
            <p:cNvGrpSpPr/>
            <p:nvPr/>
          </p:nvGrpSpPr>
          <p:grpSpPr>
            <a:xfrm>
              <a:off x="2086443" y="995591"/>
              <a:ext cx="2351741" cy="885947"/>
              <a:chOff x="2086443" y="995591"/>
              <a:chExt cx="2351741" cy="885947"/>
            </a:xfrm>
          </p:grpSpPr>
          <p:cxnSp>
            <p:nvCxnSpPr>
              <p:cNvPr id="23" name="直接箭头连接符 22">
                <a:extLst>
                  <a:ext uri="{FF2B5EF4-FFF2-40B4-BE49-F238E27FC236}">
                    <a16:creationId xmlns:a16="http://schemas.microsoft.com/office/drawing/2014/main" id="{93D29FC1-E25C-E3D9-6805-D54017825EE6}"/>
                  </a:ext>
                </a:extLst>
              </p:cNvPr>
              <p:cNvCxnSpPr/>
              <p:nvPr/>
            </p:nvCxnSpPr>
            <p:spPr bwMode="auto">
              <a:xfrm flipH="1">
                <a:off x="2146495" y="1370737"/>
                <a:ext cx="4943" cy="510801"/>
              </a:xfrm>
              <a:prstGeom prst="straightConnector1">
                <a:avLst/>
              </a:prstGeom>
              <a:solidFill>
                <a:schemeClr val="accent1"/>
              </a:solidFill>
              <a:ln w="28575" cap="flat" cmpd="sng" algn="ctr">
                <a:solidFill>
                  <a:schemeClr val="tx1"/>
                </a:solidFill>
                <a:prstDash val="solid"/>
                <a:round/>
                <a:headEnd type="none" w="med" len="med"/>
                <a:tailEnd type="triangle" w="sm" len="lg"/>
              </a:ln>
              <a:effectLst/>
            </p:spPr>
          </p:cxnSp>
          <p:sp>
            <p:nvSpPr>
              <p:cNvPr id="25" name="矩形 24">
                <a:extLst>
                  <a:ext uri="{FF2B5EF4-FFF2-40B4-BE49-F238E27FC236}">
                    <a16:creationId xmlns:a16="http://schemas.microsoft.com/office/drawing/2014/main" id="{04DEA27A-E15C-7945-B8FB-3444A1798A38}"/>
                  </a:ext>
                </a:extLst>
              </p:cNvPr>
              <p:cNvSpPr/>
              <p:nvPr/>
            </p:nvSpPr>
            <p:spPr bwMode="auto">
              <a:xfrm>
                <a:off x="2086443" y="1119527"/>
                <a:ext cx="144016" cy="360040"/>
              </a:xfrm>
              <a:prstGeom prst="rect">
                <a:avLst/>
              </a:prstGeom>
              <a:solidFill>
                <a:schemeClr val="bg1">
                  <a:lumMod val="85000"/>
                </a:schemeClr>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1400" b="0" i="0" u="none" strike="noStrike" cap="none" normalizeH="0" baseline="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48" name="矩形 47">
                <a:extLst>
                  <a:ext uri="{FF2B5EF4-FFF2-40B4-BE49-F238E27FC236}">
                    <a16:creationId xmlns:a16="http://schemas.microsoft.com/office/drawing/2014/main" id="{2E39F391-0BC1-7E9A-2585-34225EF8A0D6}"/>
                  </a:ext>
                </a:extLst>
              </p:cNvPr>
              <p:cNvSpPr/>
              <p:nvPr/>
            </p:nvSpPr>
            <p:spPr>
              <a:xfrm>
                <a:off x="2086534" y="1386639"/>
                <a:ext cx="142778" cy="45719"/>
              </a:xfrm>
              <a:prstGeom prst="rect">
                <a:avLst/>
              </a:prstGeom>
              <a:solidFill>
                <a:srgbClr val="00B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49" name="矩形 48">
                <a:extLst>
                  <a:ext uri="{FF2B5EF4-FFF2-40B4-BE49-F238E27FC236}">
                    <a16:creationId xmlns:a16="http://schemas.microsoft.com/office/drawing/2014/main" id="{9EE91CDF-825E-0E7C-F6FB-BBDF3615A379}"/>
                  </a:ext>
                </a:extLst>
              </p:cNvPr>
              <p:cNvSpPr/>
              <p:nvPr/>
            </p:nvSpPr>
            <p:spPr>
              <a:xfrm>
                <a:off x="2496231" y="995591"/>
                <a:ext cx="1941953" cy="254442"/>
              </a:xfrm>
              <a:prstGeom prst="rect">
                <a:avLst/>
              </a:prstGeom>
              <a:solidFill>
                <a:srgbClr val="00B0F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sz="1400">
                  <a:noFill/>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50" name="直接箭头连接符 49">
                <a:extLst>
                  <a:ext uri="{FF2B5EF4-FFF2-40B4-BE49-F238E27FC236}">
                    <a16:creationId xmlns:a16="http://schemas.microsoft.com/office/drawing/2014/main" id="{010D2306-ECEE-29A4-C3DB-1B8829F7723D}"/>
                  </a:ext>
                </a:extLst>
              </p:cNvPr>
              <p:cNvCxnSpPr>
                <a:cxnSpLocks/>
              </p:cNvCxnSpPr>
              <p:nvPr/>
            </p:nvCxnSpPr>
            <p:spPr bwMode="auto">
              <a:xfrm flipH="1">
                <a:off x="2218325" y="1233887"/>
                <a:ext cx="300312" cy="176572"/>
              </a:xfrm>
              <a:prstGeom prst="straightConnector1">
                <a:avLst/>
              </a:prstGeom>
              <a:solidFill>
                <a:schemeClr val="accent1"/>
              </a:solidFill>
              <a:ln w="9525" cap="flat" cmpd="sng" algn="ctr">
                <a:solidFill>
                  <a:schemeClr val="tx1"/>
                </a:solidFill>
                <a:prstDash val="solid"/>
                <a:round/>
                <a:headEnd type="none" w="med" len="med"/>
                <a:tailEnd type="triangle" w="sm" len="lg"/>
              </a:ln>
              <a:effectLst/>
            </p:spPr>
          </p:cxnSp>
        </p:grpSp>
        <p:sp>
          <p:nvSpPr>
            <p:cNvPr id="24" name="TextBox 72">
              <a:extLst>
                <a:ext uri="{FF2B5EF4-FFF2-40B4-BE49-F238E27FC236}">
                  <a16:creationId xmlns:a16="http://schemas.microsoft.com/office/drawing/2014/main" id="{D58B19F8-6ADB-B7BD-8733-50BE845FE85F}"/>
                </a:ext>
              </a:extLst>
            </p:cNvPr>
            <p:cNvSpPr txBox="1"/>
            <p:nvPr/>
          </p:nvSpPr>
          <p:spPr>
            <a:xfrm>
              <a:off x="2340549" y="965638"/>
              <a:ext cx="2275723" cy="307777"/>
            </a:xfrm>
            <a:prstGeom prst="rect">
              <a:avLst/>
            </a:prstGeom>
            <a:noFill/>
          </p:spPr>
          <p:txBody>
            <a:bodyPr wrap="square" rtlCol="0">
              <a:spAutoFit/>
            </a:bodyPr>
            <a:lstStyle/>
            <a:p>
              <a:pPr algn="ctr"/>
              <a:r>
                <a:rPr lang="zh-CN" altLang="en-US" sz="1400" dirty="0">
                  <a:latin typeface="微软雅黑" panose="020B0503020204020204" pitchFamily="34" charset="-122"/>
                  <a:ea typeface="微软雅黑" panose="020B0503020204020204" pitchFamily="34" charset="-122"/>
                  <a:cs typeface="Times New Roman" panose="02020603050405020304" pitchFamily="18" charset="0"/>
                </a:rPr>
                <a:t>目的地址 </a:t>
              </a:r>
              <a:r>
                <a:rPr lang="en-US" altLang="zh-CN" sz="1400" dirty="0">
                  <a:latin typeface="微软雅黑" panose="020B0503020204020204" pitchFamily="34" charset="-122"/>
                  <a:ea typeface="微软雅黑" panose="020B0503020204020204" pitchFamily="34" charset="-122"/>
                  <a:cs typeface="Times New Roman" panose="02020603050405020304" pitchFamily="18" charset="0"/>
                </a:rPr>
                <a:t>=128.1.24.1</a:t>
              </a:r>
              <a:endParaRPr lang="zh-CN" altLang="en-US" sz="14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sp>
        <p:nvSpPr>
          <p:cNvPr id="62" name="文本框 61">
            <a:extLst>
              <a:ext uri="{FF2B5EF4-FFF2-40B4-BE49-F238E27FC236}">
                <a16:creationId xmlns:a16="http://schemas.microsoft.com/office/drawing/2014/main" id="{AB4BFC10-C2E6-1B9B-9725-DF442134BF54}"/>
              </a:ext>
            </a:extLst>
          </p:cNvPr>
          <p:cNvSpPr txBox="1"/>
          <p:nvPr/>
        </p:nvSpPr>
        <p:spPr>
          <a:xfrm>
            <a:off x="233631" y="641727"/>
            <a:ext cx="1332646" cy="369332"/>
          </a:xfrm>
          <a:prstGeom prst="rect">
            <a:avLst/>
          </a:prstGeom>
          <a:noFill/>
        </p:spPr>
        <p:txBody>
          <a:bodyPr wrap="square">
            <a:spAutoFit/>
          </a:bodyPr>
          <a:lstStyle/>
          <a:p>
            <a:r>
              <a:rPr lang="zh-CN" altLang="zh-CN" sz="1800" dirty="0">
                <a:effectLst/>
                <a:latin typeface="微软雅黑" panose="020B0503020204020204" pitchFamily="34" charset="-122"/>
                <a:ea typeface="微软雅黑" panose="020B0503020204020204" pitchFamily="34" charset="-122"/>
                <a:cs typeface="Times New Roman" panose="02020603050405020304" pitchFamily="18" charset="0"/>
              </a:rPr>
              <a:t>【例</a:t>
            </a:r>
            <a:r>
              <a:rPr lang="en-US" altLang="zh-CN" sz="1800" dirty="0">
                <a:effectLst/>
                <a:latin typeface="微软雅黑" panose="020B0503020204020204" pitchFamily="34" charset="-122"/>
                <a:ea typeface="微软雅黑" panose="020B0503020204020204" pitchFamily="34" charset="-122"/>
              </a:rPr>
              <a:t>4-2</a:t>
            </a:r>
            <a:r>
              <a:rPr lang="zh-CN" altLang="zh-CN" sz="18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dirty="0">
              <a:latin typeface="微软雅黑" panose="020B0503020204020204" pitchFamily="34" charset="-122"/>
              <a:ea typeface="微软雅黑" panose="020B0503020204020204" pitchFamily="34" charset="-122"/>
            </a:endParaRPr>
          </a:p>
        </p:txBody>
      </p:sp>
      <p:cxnSp>
        <p:nvCxnSpPr>
          <p:cNvPr id="70" name="直接连接符 69">
            <a:extLst>
              <a:ext uri="{FF2B5EF4-FFF2-40B4-BE49-F238E27FC236}">
                <a16:creationId xmlns:a16="http://schemas.microsoft.com/office/drawing/2014/main" id="{604244A9-1021-4246-ACF2-B68F84F147E7}"/>
              </a:ext>
            </a:extLst>
          </p:cNvPr>
          <p:cNvCxnSpPr/>
          <p:nvPr/>
        </p:nvCxnSpPr>
        <p:spPr>
          <a:xfrm>
            <a:off x="334142" y="3343593"/>
            <a:ext cx="2502464" cy="11323"/>
          </a:xfrm>
          <a:prstGeom prst="line">
            <a:avLst/>
          </a:prstGeom>
        </p:spPr>
        <p:style>
          <a:lnRef idx="2">
            <a:schemeClr val="accent6"/>
          </a:lnRef>
          <a:fillRef idx="0">
            <a:schemeClr val="accent6"/>
          </a:fillRef>
          <a:effectRef idx="1">
            <a:schemeClr val="accent6"/>
          </a:effectRef>
          <a:fontRef idx="minor">
            <a:schemeClr val="tx1"/>
          </a:fontRef>
        </p:style>
      </p:cxnSp>
      <p:sp>
        <p:nvSpPr>
          <p:cNvPr id="73" name="任意多边形: 形状 72">
            <a:extLst>
              <a:ext uri="{FF2B5EF4-FFF2-40B4-BE49-F238E27FC236}">
                <a16:creationId xmlns:a16="http://schemas.microsoft.com/office/drawing/2014/main" id="{FC412077-4C3D-4AF0-5180-A454D414F18E}"/>
              </a:ext>
            </a:extLst>
          </p:cNvPr>
          <p:cNvSpPr/>
          <p:nvPr/>
        </p:nvSpPr>
        <p:spPr>
          <a:xfrm>
            <a:off x="2138660" y="1474839"/>
            <a:ext cx="1651675" cy="757387"/>
          </a:xfrm>
          <a:custGeom>
            <a:avLst/>
            <a:gdLst>
              <a:gd name="connsiteX0" fmla="*/ 17502 w 1654572"/>
              <a:gd name="connsiteY0" fmla="*/ 0 h 710464"/>
              <a:gd name="connsiteX1" fmla="*/ 17502 w 1654572"/>
              <a:gd name="connsiteY1" fmla="*/ 511277 h 710464"/>
              <a:gd name="connsiteX2" fmla="*/ 199398 w 1654572"/>
              <a:gd name="connsiteY2" fmla="*/ 693174 h 710464"/>
              <a:gd name="connsiteX3" fmla="*/ 459953 w 1654572"/>
              <a:gd name="connsiteY3" fmla="*/ 703006 h 710464"/>
              <a:gd name="connsiteX4" fmla="*/ 1654572 w 1654572"/>
              <a:gd name="connsiteY4" fmla="*/ 707922 h 710464"/>
              <a:gd name="connsiteX0" fmla="*/ 17158 w 1654228"/>
              <a:gd name="connsiteY0" fmla="*/ 0 h 707922"/>
              <a:gd name="connsiteX1" fmla="*/ 17158 w 1654228"/>
              <a:gd name="connsiteY1" fmla="*/ 511277 h 707922"/>
              <a:gd name="connsiteX2" fmla="*/ 194138 w 1654228"/>
              <a:gd name="connsiteY2" fmla="*/ 683342 h 707922"/>
              <a:gd name="connsiteX3" fmla="*/ 459609 w 1654228"/>
              <a:gd name="connsiteY3" fmla="*/ 703006 h 707922"/>
              <a:gd name="connsiteX4" fmla="*/ 1654228 w 1654228"/>
              <a:gd name="connsiteY4" fmla="*/ 707922 h 707922"/>
              <a:gd name="connsiteX0" fmla="*/ 8235 w 1645305"/>
              <a:gd name="connsiteY0" fmla="*/ 0 h 707922"/>
              <a:gd name="connsiteX1" fmla="*/ 27900 w 1645305"/>
              <a:gd name="connsiteY1" fmla="*/ 506360 h 707922"/>
              <a:gd name="connsiteX2" fmla="*/ 185215 w 1645305"/>
              <a:gd name="connsiteY2" fmla="*/ 683342 h 707922"/>
              <a:gd name="connsiteX3" fmla="*/ 450686 w 1645305"/>
              <a:gd name="connsiteY3" fmla="*/ 703006 h 707922"/>
              <a:gd name="connsiteX4" fmla="*/ 1645305 w 1645305"/>
              <a:gd name="connsiteY4" fmla="*/ 707922 h 707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5305" h="707922">
                <a:moveTo>
                  <a:pt x="8235" y="0"/>
                </a:moveTo>
                <a:cubicBezTo>
                  <a:pt x="-6923" y="197874"/>
                  <a:pt x="-1597" y="392470"/>
                  <a:pt x="27900" y="506360"/>
                </a:cubicBezTo>
                <a:cubicBezTo>
                  <a:pt x="57397" y="620250"/>
                  <a:pt x="114751" y="650568"/>
                  <a:pt x="185215" y="683342"/>
                </a:cubicBezTo>
                <a:cubicBezTo>
                  <a:pt x="255679" y="716116"/>
                  <a:pt x="450686" y="703006"/>
                  <a:pt x="450686" y="703006"/>
                </a:cubicBezTo>
                <a:lnTo>
                  <a:pt x="1645305" y="707922"/>
                </a:lnTo>
              </a:path>
            </a:pathLst>
          </a:cu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p>
        </p:txBody>
      </p:sp>
      <p:sp>
        <p:nvSpPr>
          <p:cNvPr id="75" name="文本框 74">
            <a:extLst>
              <a:ext uri="{FF2B5EF4-FFF2-40B4-BE49-F238E27FC236}">
                <a16:creationId xmlns:a16="http://schemas.microsoft.com/office/drawing/2014/main" id="{B799A285-B63D-1734-F53C-CD56880F7E9F}"/>
              </a:ext>
            </a:extLst>
          </p:cNvPr>
          <p:cNvSpPr txBox="1"/>
          <p:nvPr/>
        </p:nvSpPr>
        <p:spPr>
          <a:xfrm>
            <a:off x="3627785" y="4495314"/>
            <a:ext cx="2385667" cy="375809"/>
          </a:xfrm>
          <a:prstGeom prst="rect">
            <a:avLst/>
          </a:prstGeom>
          <a:solidFill>
            <a:srgbClr val="0070C0"/>
          </a:solidFill>
          <a:ln w="9525">
            <a:noFill/>
            <a:miter lim="800000"/>
            <a:headEnd/>
            <a:tailEnd/>
          </a:ln>
          <a:effectLst/>
        </p:spPr>
        <p:txBody>
          <a:bodyPr wrap="square">
            <a:spAutoFit/>
          </a:bodyPr>
          <a:lstStyle>
            <a:defPPr>
              <a:defRPr lang="zh-CN"/>
            </a:defPPr>
            <a:lvl1pPr algn="ctr">
              <a:lnSpc>
                <a:spcPct val="110000"/>
              </a:lnSpc>
              <a:defRPr b="1">
                <a:solidFill>
                  <a:srgbClr val="FFFF00"/>
                </a:solidFill>
                <a:latin typeface="微软雅黑" pitchFamily="34" charset="-122"/>
                <a:ea typeface="微软雅黑" pitchFamily="34" charset="-122"/>
              </a:defRPr>
            </a:lvl1pPr>
          </a:lstStyle>
          <a:p>
            <a:r>
              <a:rPr lang="zh-CN" altLang="en-US" dirty="0">
                <a:solidFill>
                  <a:schemeClr val="bg1"/>
                </a:solidFill>
              </a:rPr>
              <a:t>仅选择最长前缀匹配</a:t>
            </a:r>
          </a:p>
        </p:txBody>
      </p:sp>
    </p:spTree>
    <p:custDataLst>
      <p:tags r:id="rId1"/>
    </p:custDataLst>
    <p:extLst>
      <p:ext uri="{BB962C8B-B14F-4D97-AF65-F5344CB8AC3E}">
        <p14:creationId xmlns:p14="http://schemas.microsoft.com/office/powerpoint/2010/main" val="37679843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22"/>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nodeType="clickEffect">
                                  <p:stCondLst>
                                    <p:cond delay="0"/>
                                  </p:stCondLst>
                                  <p:childTnLst>
                                    <p:anim calcmode="discrete" valueType="str">
                                      <p:cBhvr>
                                        <p:cTn id="14" dur="1000" fill="hold"/>
                                        <p:tgtEl>
                                          <p:spTgt spid="66"/>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3000" fill="hold" grpId="0" nodeType="clickEffect">
                                  <p:stCondLst>
                                    <p:cond delay="0"/>
                                  </p:stCondLst>
                                  <p:childTnLst>
                                    <p:anim calcmode="discrete" valueType="str">
                                      <p:cBhvr>
                                        <p:cTn id="18"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3000" fill="hold" grpId="0" nodeType="clickEffect">
                                  <p:stCondLst>
                                    <p:cond delay="0"/>
                                  </p:stCondLst>
                                  <p:childTnLst>
                                    <p:anim calcmode="discrete" valueType="str">
                                      <p:cBhvr>
                                        <p:cTn id="22"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par>
                    <p:cTn id="23" fill="hold">
                      <p:stCondLst>
                        <p:cond delay="indefinite"/>
                      </p:stCondLst>
                      <p:childTnLst>
                        <p:par>
                          <p:cTn id="24" fill="hold">
                            <p:stCondLst>
                              <p:cond delay="0"/>
                            </p:stCondLst>
                            <p:childTnLst>
                              <p:par>
                                <p:cTn id="25" presetID="35" presetClass="emph" presetSubtype="0" repeatCount="3000" fill="hold" grpId="0" nodeType="clickEffect">
                                  <p:stCondLst>
                                    <p:cond delay="0"/>
                                  </p:stCondLst>
                                  <p:childTnLst>
                                    <p:anim calcmode="discrete" valueType="str">
                                      <p:cBhvr>
                                        <p:cTn id="26" dur="1000" fill="hold"/>
                                        <p:tgtEl>
                                          <p:spTgt spid="29"/>
                                        </p:tgtEl>
                                        <p:attrNameLst>
                                          <p:attrName>style.visibility</p:attrName>
                                        </p:attrNameLst>
                                      </p:cBhvr>
                                      <p:tavLst>
                                        <p:tav tm="0">
                                          <p:val>
                                            <p:strVal val="hidden"/>
                                          </p:val>
                                        </p:tav>
                                        <p:tav tm="50000">
                                          <p:val>
                                            <p:strVal val="visible"/>
                                          </p:val>
                                        </p:tav>
                                      </p:tavLst>
                                    </p:anim>
                                  </p:childTnLst>
                                </p:cTn>
                              </p:par>
                            </p:childTnLst>
                          </p:cTn>
                        </p:par>
                      </p:childTnLst>
                    </p:cTn>
                  </p:par>
                  <p:par>
                    <p:cTn id="27" fill="hold">
                      <p:stCondLst>
                        <p:cond delay="indefinite"/>
                      </p:stCondLst>
                      <p:childTnLst>
                        <p:par>
                          <p:cTn id="28" fill="hold">
                            <p:stCondLst>
                              <p:cond delay="0"/>
                            </p:stCondLst>
                            <p:childTnLst>
                              <p:par>
                                <p:cTn id="29" presetID="35" presetClass="emph" presetSubtype="0" repeatCount="3000" fill="hold" nodeType="clickEffect">
                                  <p:stCondLst>
                                    <p:cond delay="0"/>
                                  </p:stCondLst>
                                  <p:childTnLst>
                                    <p:anim calcmode="discrete" valueType="str">
                                      <p:cBhvr>
                                        <p:cTn id="30" dur="1000" fill="hold"/>
                                        <p:tgtEl>
                                          <p:spTgt spid="68"/>
                                        </p:tgtEl>
                                        <p:attrNameLst>
                                          <p:attrName>style.visibility</p:attrName>
                                        </p:attrNameLst>
                                      </p:cBhvr>
                                      <p:tavLst>
                                        <p:tav tm="0">
                                          <p:val>
                                            <p:strVal val="hidden"/>
                                          </p:val>
                                        </p:tav>
                                        <p:tav tm="50000">
                                          <p:val>
                                            <p:strVal val="visible"/>
                                          </p:val>
                                        </p:tav>
                                      </p:tavLst>
                                    </p:anim>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70"/>
                                        </p:tgtEl>
                                        <p:attrNameLst>
                                          <p:attrName>style.visibility</p:attrName>
                                        </p:attrNameLst>
                                      </p:cBhvr>
                                      <p:to>
                                        <p:strVal val="visible"/>
                                      </p:to>
                                    </p:set>
                                    <p:animEffect transition="in" filter="wipe(left)">
                                      <p:cBhvr>
                                        <p:cTn id="35" dur="500"/>
                                        <p:tgtEl>
                                          <p:spTgt spid="70"/>
                                        </p:tgtEl>
                                      </p:cBhvr>
                                    </p:animEffect>
                                  </p:childTnLst>
                                </p:cTn>
                              </p:par>
                              <p:par>
                                <p:cTn id="36" presetID="53" presetClass="entr" presetSubtype="16" fill="hold" grpId="0" nodeType="withEffect">
                                  <p:stCondLst>
                                    <p:cond delay="0"/>
                                  </p:stCondLst>
                                  <p:childTnLst>
                                    <p:set>
                                      <p:cBhvr>
                                        <p:cTn id="37" dur="1" fill="hold">
                                          <p:stCondLst>
                                            <p:cond delay="0"/>
                                          </p:stCondLst>
                                        </p:cTn>
                                        <p:tgtEl>
                                          <p:spTgt spid="75"/>
                                        </p:tgtEl>
                                        <p:attrNameLst>
                                          <p:attrName>style.visibility</p:attrName>
                                        </p:attrNameLst>
                                      </p:cBhvr>
                                      <p:to>
                                        <p:strVal val="visible"/>
                                      </p:to>
                                    </p:set>
                                    <p:anim calcmode="lin" valueType="num">
                                      <p:cBhvr>
                                        <p:cTn id="38" dur="500" fill="hold"/>
                                        <p:tgtEl>
                                          <p:spTgt spid="75"/>
                                        </p:tgtEl>
                                        <p:attrNameLst>
                                          <p:attrName>ppt_w</p:attrName>
                                        </p:attrNameLst>
                                      </p:cBhvr>
                                      <p:tavLst>
                                        <p:tav tm="0">
                                          <p:val>
                                            <p:fltVal val="0"/>
                                          </p:val>
                                        </p:tav>
                                        <p:tav tm="100000">
                                          <p:val>
                                            <p:strVal val="#ppt_w"/>
                                          </p:val>
                                        </p:tav>
                                      </p:tavLst>
                                    </p:anim>
                                    <p:anim calcmode="lin" valueType="num">
                                      <p:cBhvr>
                                        <p:cTn id="39" dur="500" fill="hold"/>
                                        <p:tgtEl>
                                          <p:spTgt spid="75"/>
                                        </p:tgtEl>
                                        <p:attrNameLst>
                                          <p:attrName>ppt_h</p:attrName>
                                        </p:attrNameLst>
                                      </p:cBhvr>
                                      <p:tavLst>
                                        <p:tav tm="0">
                                          <p:val>
                                            <p:fltVal val="0"/>
                                          </p:val>
                                        </p:tav>
                                        <p:tav tm="100000">
                                          <p:val>
                                            <p:strVal val="#ppt_h"/>
                                          </p:val>
                                        </p:tav>
                                      </p:tavLst>
                                    </p:anim>
                                    <p:animEffect transition="in" filter="fade">
                                      <p:cBhvr>
                                        <p:cTn id="40" dur="500"/>
                                        <p:tgtEl>
                                          <p:spTgt spid="75"/>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73"/>
                                        </p:tgtEl>
                                        <p:attrNameLst>
                                          <p:attrName>style.visibility</p:attrName>
                                        </p:attrNameLst>
                                      </p:cBhvr>
                                      <p:to>
                                        <p:strVal val="visible"/>
                                      </p:to>
                                    </p:set>
                                    <p:animEffect transition="in" filter="wipe(left)">
                                      <p:cBhvr>
                                        <p:cTn id="45"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6" grpId="0"/>
      <p:bldP spid="29" grpId="0"/>
      <p:bldP spid="39" grpId="0"/>
      <p:bldP spid="43" grpId="0"/>
      <p:bldP spid="73" grpId="0" animBg="1"/>
      <p:bldP spid="75"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1421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922084" y="581006"/>
            <a:ext cx="33185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转发表中的 </a:t>
            </a: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种特殊的路由</a:t>
            </a:r>
          </a:p>
        </p:txBody>
      </p:sp>
      <p:sp>
        <p:nvSpPr>
          <p:cNvPr id="5" name="Rectangle 68"/>
          <p:cNvSpPr>
            <a:spLocks noChangeArrowheads="1"/>
          </p:cNvSpPr>
          <p:nvPr/>
        </p:nvSpPr>
        <p:spPr bwMode="auto">
          <a:xfrm>
            <a:off x="556963" y="981522"/>
            <a:ext cx="8197744" cy="35966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主机路由 </a:t>
            </a:r>
            <a:r>
              <a:rPr lang="en-US" altLang="zh-CN" sz="2000" b="1" dirty="0">
                <a:solidFill>
                  <a:srgbClr val="C00000"/>
                </a:solidFill>
                <a:latin typeface="微软雅黑" pitchFamily="34" charset="-122"/>
                <a:ea typeface="微软雅黑" pitchFamily="34" charset="-122"/>
              </a:rPr>
              <a:t>(host route) </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又叫做</a:t>
            </a:r>
            <a:r>
              <a:rPr lang="zh-CN" altLang="en-US" sz="2000" b="1" dirty="0">
                <a:solidFill>
                  <a:srgbClr val="0000FF"/>
                </a:solidFill>
                <a:latin typeface="微软雅黑" pitchFamily="34" charset="-122"/>
                <a:ea typeface="微软雅黑" pitchFamily="34" charset="-122"/>
              </a:rPr>
              <a:t>特定主机路由。</a:t>
            </a:r>
            <a:endParaRPr lang="en-US" altLang="zh-CN" sz="2000" b="1" dirty="0">
              <a:solidFill>
                <a:srgbClr val="0000FF"/>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是对特定目的主机的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地址专门指明的一个路由。</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网络前缀就是 </a:t>
            </a:r>
            <a:r>
              <a:rPr lang="en-US" altLang="zh-CN" sz="2000" b="1" dirty="0" err="1">
                <a:solidFill>
                  <a:srgbClr val="0000FF"/>
                </a:solidFill>
                <a:latin typeface="微软雅黑" pitchFamily="34" charset="-122"/>
                <a:ea typeface="微软雅黑" pitchFamily="34" charset="-122"/>
              </a:rPr>
              <a:t>a.b.c.d</a:t>
            </a:r>
            <a:r>
              <a:rPr lang="en-US" altLang="zh-CN" sz="2000" b="1" dirty="0">
                <a:solidFill>
                  <a:srgbClr val="0000FF"/>
                </a:solidFill>
                <a:latin typeface="微软雅黑" pitchFamily="34" charset="-122"/>
                <a:ea typeface="微软雅黑" pitchFamily="34" charset="-122"/>
              </a:rPr>
              <a:t>/32</a:t>
            </a:r>
            <a:r>
              <a:rPr lang="zh-CN" altLang="en-US" sz="2000" b="1" dirty="0">
                <a:solidFill>
                  <a:srgbClr val="0000FF"/>
                </a:solidFill>
                <a:latin typeface="微软雅黑" pitchFamily="34" charset="-122"/>
                <a:ea typeface="微软雅黑" pitchFamily="34" charset="-122"/>
              </a:rPr>
              <a:t>。</a:t>
            </a:r>
            <a:endParaRPr lang="en-US" altLang="zh-CN" sz="2000" b="1" dirty="0">
              <a:solidFill>
                <a:srgbClr val="0000FF"/>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只有目的地址是特定主机的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a:t>
            </a:r>
            <a:r>
              <a:rPr lang="en-US" altLang="zh-CN" sz="2000" b="1" dirty="0" err="1">
                <a:latin typeface="微软雅黑" pitchFamily="34" charset="-122"/>
                <a:ea typeface="微软雅黑" pitchFamily="34" charset="-122"/>
              </a:rPr>
              <a:t>a.b.c.d</a:t>
            </a:r>
            <a:r>
              <a:rPr lang="zh-CN" altLang="en-US" sz="2000" b="1" dirty="0">
                <a:latin typeface="微软雅黑" pitchFamily="34" charset="-122"/>
                <a:ea typeface="微软雅黑" pitchFamily="34" charset="-122"/>
              </a:rPr>
              <a:t>的分组才能匹配该前缀。</a:t>
            </a:r>
            <a:endParaRPr lang="en-US" altLang="zh-CN" sz="2000" b="1" dirty="0">
              <a:latin typeface="微软雅黑" pitchFamily="34" charset="-122"/>
              <a:ea typeface="微软雅黑" pitchFamily="34" charset="-122"/>
            </a:endParaRPr>
          </a:p>
          <a:p>
            <a:pPr marL="268288" indent="-2682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默认路由 </a:t>
            </a:r>
            <a:r>
              <a:rPr lang="en-US" altLang="zh-CN" sz="2000" b="1" dirty="0">
                <a:solidFill>
                  <a:srgbClr val="C00000"/>
                </a:solidFill>
                <a:latin typeface="微软雅黑" pitchFamily="34" charset="-122"/>
                <a:ea typeface="微软雅黑" pitchFamily="34" charset="-122"/>
              </a:rPr>
              <a:t>(default route)</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对于任何目的地址，没有其他可匹配的路由项目时匹配默认路由。</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用特殊前缀 </a:t>
            </a:r>
            <a:r>
              <a:rPr lang="en-US" altLang="zh-CN" sz="2000" b="1" dirty="0">
                <a:solidFill>
                  <a:srgbClr val="0000FF"/>
                </a:solidFill>
                <a:latin typeface="微软雅黑" pitchFamily="34" charset="-122"/>
                <a:ea typeface="微软雅黑" pitchFamily="34" charset="-122"/>
              </a:rPr>
              <a:t>0.0.0.0/0</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表示，会与任何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地址匹配，但由于匹配长度为</a:t>
            </a:r>
            <a:r>
              <a:rPr lang="en-US" altLang="zh-CN" sz="2000" b="1" dirty="0">
                <a:latin typeface="微软雅黑" pitchFamily="34" charset="-122"/>
                <a:ea typeface="微软雅黑" pitchFamily="34" charset="-122"/>
              </a:rPr>
              <a:t>0</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14125820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fade">
                                      <p:cBhvr>
                                        <p:cTn id="7" dur="1000"/>
                                        <p:tgtEl>
                                          <p:spTgt spid="5">
                                            <p:txEl>
                                              <p:pRg st="1" end="1"/>
                                            </p:txEl>
                                          </p:spTgt>
                                        </p:tgtEl>
                                      </p:cBhvr>
                                    </p:animEffect>
                                    <p:anim calcmode="lin" valueType="num">
                                      <p:cBhvr>
                                        <p:cTn id="8"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xEl>
                                              <p:pRg st="2" end="2"/>
                                            </p:txEl>
                                          </p:spTgt>
                                        </p:tgtEl>
                                        <p:attrNameLst>
                                          <p:attrName>style.visibility</p:attrName>
                                        </p:attrNameLst>
                                      </p:cBhvr>
                                      <p:to>
                                        <p:strVal val="visible"/>
                                      </p:to>
                                    </p:set>
                                    <p:animEffect transition="in" filter="fade">
                                      <p:cBhvr>
                                        <p:cTn id="14" dur="1000"/>
                                        <p:tgtEl>
                                          <p:spTgt spid="5">
                                            <p:txEl>
                                              <p:pRg st="2" end="2"/>
                                            </p:txEl>
                                          </p:spTgt>
                                        </p:tgtEl>
                                      </p:cBhvr>
                                    </p:animEffect>
                                    <p:anim calcmode="lin" valueType="num">
                                      <p:cBhvr>
                                        <p:cTn id="15" dur="10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5">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xEl>
                                              <p:pRg st="3" end="3"/>
                                            </p:txEl>
                                          </p:spTgt>
                                        </p:tgtEl>
                                        <p:attrNameLst>
                                          <p:attrName>style.visibility</p:attrName>
                                        </p:attrNameLst>
                                      </p:cBhvr>
                                      <p:to>
                                        <p:strVal val="visible"/>
                                      </p:to>
                                    </p:set>
                                    <p:animEffect transition="in" filter="fade">
                                      <p:cBhvr>
                                        <p:cTn id="21" dur="1000"/>
                                        <p:tgtEl>
                                          <p:spTgt spid="5">
                                            <p:txEl>
                                              <p:pRg st="3" end="3"/>
                                            </p:txEl>
                                          </p:spTgt>
                                        </p:tgtEl>
                                      </p:cBhvr>
                                    </p:animEffect>
                                    <p:anim calcmode="lin" valueType="num">
                                      <p:cBhvr>
                                        <p:cTn id="22" dur="1000" fill="hold"/>
                                        <p:tgtEl>
                                          <p:spTgt spid="5">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5">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5">
                                            <p:txEl>
                                              <p:pRg st="4" end="4"/>
                                            </p:txEl>
                                          </p:spTgt>
                                        </p:tgtEl>
                                        <p:attrNameLst>
                                          <p:attrName>style.visibility</p:attrName>
                                        </p:attrNameLst>
                                      </p:cBhvr>
                                      <p:to>
                                        <p:strVal val="visible"/>
                                      </p:to>
                                    </p:set>
                                    <p:animEffect transition="in" filter="fade">
                                      <p:cBhvr>
                                        <p:cTn id="28" dur="1000"/>
                                        <p:tgtEl>
                                          <p:spTgt spid="5">
                                            <p:txEl>
                                              <p:pRg st="4" end="4"/>
                                            </p:txEl>
                                          </p:spTgt>
                                        </p:tgtEl>
                                      </p:cBhvr>
                                    </p:animEffect>
                                    <p:anim calcmode="lin" valueType="num">
                                      <p:cBhvr>
                                        <p:cTn id="29" dur="1000" fill="hold"/>
                                        <p:tgtEl>
                                          <p:spTgt spid="5">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5">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
                                            <p:txEl>
                                              <p:pRg st="6" end="6"/>
                                            </p:txEl>
                                          </p:spTgt>
                                        </p:tgtEl>
                                        <p:attrNameLst>
                                          <p:attrName>style.visibility</p:attrName>
                                        </p:attrNameLst>
                                      </p:cBhvr>
                                      <p:to>
                                        <p:strVal val="visible"/>
                                      </p:to>
                                    </p:set>
                                    <p:animEffect transition="in" filter="fade">
                                      <p:cBhvr>
                                        <p:cTn id="35" dur="1000"/>
                                        <p:tgtEl>
                                          <p:spTgt spid="5">
                                            <p:txEl>
                                              <p:pRg st="6" end="6"/>
                                            </p:txEl>
                                          </p:spTgt>
                                        </p:tgtEl>
                                      </p:cBhvr>
                                    </p:animEffect>
                                    <p:anim calcmode="lin" valueType="num">
                                      <p:cBhvr>
                                        <p:cTn id="36" dur="1000" fill="hold"/>
                                        <p:tgtEl>
                                          <p:spTgt spid="5">
                                            <p:txEl>
                                              <p:pRg st="6" end="6"/>
                                            </p:txEl>
                                          </p:spTgt>
                                        </p:tgtEl>
                                        <p:attrNameLst>
                                          <p:attrName>ppt_x</p:attrName>
                                        </p:attrNameLst>
                                      </p:cBhvr>
                                      <p:tavLst>
                                        <p:tav tm="0">
                                          <p:val>
                                            <p:strVal val="#ppt_x"/>
                                          </p:val>
                                        </p:tav>
                                        <p:tav tm="100000">
                                          <p:val>
                                            <p:strVal val="#ppt_x"/>
                                          </p:val>
                                        </p:tav>
                                      </p:tavLst>
                                    </p:anim>
                                    <p:anim calcmode="lin" valueType="num">
                                      <p:cBhvr>
                                        <p:cTn id="37" dur="1000" fill="hold"/>
                                        <p:tgtEl>
                                          <p:spTgt spid="5">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5">
                                            <p:txEl>
                                              <p:pRg st="7" end="7"/>
                                            </p:txEl>
                                          </p:spTgt>
                                        </p:tgtEl>
                                        <p:attrNameLst>
                                          <p:attrName>style.visibility</p:attrName>
                                        </p:attrNameLst>
                                      </p:cBhvr>
                                      <p:to>
                                        <p:strVal val="visible"/>
                                      </p:to>
                                    </p:set>
                                    <p:animEffect transition="in" filter="fade">
                                      <p:cBhvr>
                                        <p:cTn id="42" dur="1000"/>
                                        <p:tgtEl>
                                          <p:spTgt spid="5">
                                            <p:txEl>
                                              <p:pRg st="7" end="7"/>
                                            </p:txEl>
                                          </p:spTgt>
                                        </p:tgtEl>
                                      </p:cBhvr>
                                    </p:animEffect>
                                    <p:anim calcmode="lin" valueType="num">
                                      <p:cBhvr>
                                        <p:cTn id="43" dur="1000" fill="hold"/>
                                        <p:tgtEl>
                                          <p:spTgt spid="5">
                                            <p:txEl>
                                              <p:pRg st="7" end="7"/>
                                            </p:txEl>
                                          </p:spTgt>
                                        </p:tgtEl>
                                        <p:attrNameLst>
                                          <p:attrName>ppt_x</p:attrName>
                                        </p:attrNameLst>
                                      </p:cBhvr>
                                      <p:tavLst>
                                        <p:tav tm="0">
                                          <p:val>
                                            <p:strVal val="#ppt_x"/>
                                          </p:val>
                                        </p:tav>
                                        <p:tav tm="100000">
                                          <p:val>
                                            <p:strVal val="#ppt_x"/>
                                          </p:val>
                                        </p:tav>
                                      </p:tavLst>
                                    </p:anim>
                                    <p:anim calcmode="lin" valueType="num">
                                      <p:cBhvr>
                                        <p:cTn id="44" dur="1000" fill="hold"/>
                                        <p:tgtEl>
                                          <p:spTgt spid="5">
                                            <p:txEl>
                                              <p:pRg st="7" end="7"/>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219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719575" y="588754"/>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默认路由举例</a:t>
            </a:r>
          </a:p>
        </p:txBody>
      </p:sp>
      <p:sp>
        <p:nvSpPr>
          <p:cNvPr id="7" name="圆角矩形 6"/>
          <p:cNvSpPr/>
          <p:nvPr/>
        </p:nvSpPr>
        <p:spPr>
          <a:xfrm>
            <a:off x="556963" y="1059553"/>
            <a:ext cx="8048776" cy="228147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Line 4"/>
          <p:cNvSpPr>
            <a:spLocks noChangeShapeType="1"/>
          </p:cNvSpPr>
          <p:nvPr/>
        </p:nvSpPr>
        <p:spPr bwMode="auto">
          <a:xfrm flipV="1">
            <a:off x="4975616" y="1432111"/>
            <a:ext cx="453405" cy="22610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0" name="Line 5"/>
          <p:cNvSpPr>
            <a:spLocks noChangeShapeType="1"/>
          </p:cNvSpPr>
          <p:nvPr/>
        </p:nvSpPr>
        <p:spPr bwMode="auto">
          <a:xfrm flipV="1">
            <a:off x="4652499" y="1714015"/>
            <a:ext cx="259536" cy="22610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1" name="Line 6"/>
          <p:cNvSpPr>
            <a:spLocks noChangeShapeType="1"/>
          </p:cNvSpPr>
          <p:nvPr/>
        </p:nvSpPr>
        <p:spPr bwMode="auto">
          <a:xfrm flipV="1">
            <a:off x="4858877" y="2084437"/>
            <a:ext cx="743167" cy="1347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2" name="Line 7"/>
          <p:cNvSpPr>
            <a:spLocks noChangeShapeType="1"/>
          </p:cNvSpPr>
          <p:nvPr/>
        </p:nvSpPr>
        <p:spPr bwMode="auto">
          <a:xfrm flipH="1">
            <a:off x="4006267" y="2165255"/>
            <a:ext cx="387739" cy="39543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3" name="Line 8"/>
          <p:cNvSpPr>
            <a:spLocks noChangeShapeType="1"/>
          </p:cNvSpPr>
          <p:nvPr/>
        </p:nvSpPr>
        <p:spPr bwMode="auto">
          <a:xfrm>
            <a:off x="4652500" y="2221059"/>
            <a:ext cx="193869" cy="39543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9"/>
          <p:cNvSpPr>
            <a:spLocks noChangeShapeType="1"/>
          </p:cNvSpPr>
          <p:nvPr/>
        </p:nvSpPr>
        <p:spPr bwMode="auto">
          <a:xfrm flipV="1">
            <a:off x="3746733" y="2109452"/>
            <a:ext cx="518027" cy="5580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pic>
        <p:nvPicPr>
          <p:cNvPr id="75"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105904" y="2029595"/>
            <a:ext cx="337709" cy="169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6" name="Text Box 31"/>
          <p:cNvSpPr txBox="1">
            <a:spLocks noChangeArrowheads="1"/>
          </p:cNvSpPr>
          <p:nvPr/>
        </p:nvSpPr>
        <p:spPr bwMode="auto">
          <a:xfrm>
            <a:off x="5053940" y="175726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CC"/>
                </a:solidFill>
                <a:latin typeface="微软雅黑" pitchFamily="34" charset="-122"/>
                <a:ea typeface="微软雅黑" pitchFamily="34" charset="-122"/>
              </a:rPr>
              <a:t>R</a:t>
            </a:r>
            <a:r>
              <a:rPr lang="en-US" altLang="zh-CN" sz="1400" b="1" baseline="-25000">
                <a:solidFill>
                  <a:srgbClr val="0000CC"/>
                </a:solidFill>
                <a:latin typeface="微软雅黑" pitchFamily="34" charset="-122"/>
                <a:ea typeface="微软雅黑" pitchFamily="34" charset="-122"/>
              </a:rPr>
              <a:t>1</a:t>
            </a:r>
          </a:p>
        </p:txBody>
      </p:sp>
      <p:graphicFrame>
        <p:nvGraphicFramePr>
          <p:cNvPr id="77" name="Object 32"/>
          <p:cNvGraphicFramePr>
            <a:graphicFrameLocks noChangeAspect="1"/>
          </p:cNvGraphicFramePr>
          <p:nvPr/>
        </p:nvGraphicFramePr>
        <p:xfrm>
          <a:off x="5558347" y="1629981"/>
          <a:ext cx="2004120" cy="1190156"/>
        </p:xfrm>
        <a:graphic>
          <a:graphicData uri="http://schemas.openxmlformats.org/presentationml/2006/ole">
            <mc:AlternateContent xmlns:mc="http://schemas.openxmlformats.org/markup-compatibility/2006">
              <mc:Choice xmlns:v="urn:schemas-microsoft-com:vml" Requires="v">
                <p:oleObj name="Visio" r:id="rId5" imgW="1689885" imgH="964337" progId="">
                  <p:embed/>
                </p:oleObj>
              </mc:Choice>
              <mc:Fallback>
                <p:oleObj name="Visio" r:id="rId5" imgW="1689885" imgH="964337" progId="">
                  <p:embed/>
                  <p:pic>
                    <p:nvPicPr>
                      <p:cNvPr id="77" name="Object 3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58347" y="1629981"/>
                        <a:ext cx="2004120" cy="1190156"/>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8" name="Text Box 33"/>
          <p:cNvSpPr txBox="1">
            <a:spLocks noChangeArrowheads="1"/>
          </p:cNvSpPr>
          <p:nvPr/>
        </p:nvSpPr>
        <p:spPr bwMode="auto">
          <a:xfrm>
            <a:off x="6169329" y="2020936"/>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互联网</a:t>
            </a:r>
            <a:endParaRPr lang="zh-CN" altLang="en-US" sz="1400" b="1" baseline="-25000" dirty="0">
              <a:latin typeface="微软雅黑" pitchFamily="34" charset="-122"/>
              <a:ea typeface="微软雅黑" pitchFamily="34" charset="-122"/>
            </a:endParaRPr>
          </a:p>
        </p:txBody>
      </p:sp>
      <p:sp>
        <p:nvSpPr>
          <p:cNvPr id="80" name="Text Box 40"/>
          <p:cNvSpPr txBox="1">
            <a:spLocks noChangeArrowheads="1"/>
          </p:cNvSpPr>
          <p:nvPr/>
        </p:nvSpPr>
        <p:spPr bwMode="auto">
          <a:xfrm>
            <a:off x="1860412" y="1405325"/>
            <a:ext cx="10823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CC"/>
                </a:solidFill>
                <a:latin typeface="微软雅黑" pitchFamily="34" charset="-122"/>
                <a:ea typeface="微软雅黑" pitchFamily="34" charset="-122"/>
              </a:rPr>
              <a:t>主机路由表</a:t>
            </a:r>
            <a:endParaRPr lang="zh-CN" altLang="en-US" sz="1400" b="1" baseline="-25000" dirty="0">
              <a:solidFill>
                <a:srgbClr val="0000CC"/>
              </a:solidFill>
              <a:latin typeface="微软雅黑" pitchFamily="34" charset="-122"/>
              <a:ea typeface="微软雅黑" pitchFamily="34" charset="-122"/>
            </a:endParaRPr>
          </a:p>
        </p:txBody>
      </p:sp>
      <p:sp>
        <p:nvSpPr>
          <p:cNvPr id="81" name="Freeform 41"/>
          <p:cNvSpPr>
            <a:spLocks/>
          </p:cNvSpPr>
          <p:nvPr/>
        </p:nvSpPr>
        <p:spPr bwMode="auto">
          <a:xfrm>
            <a:off x="3255830" y="1685151"/>
            <a:ext cx="417942" cy="886123"/>
          </a:xfrm>
          <a:custGeom>
            <a:avLst/>
            <a:gdLst>
              <a:gd name="T0" fmla="*/ 4 w 368"/>
              <a:gd name="T1" fmla="*/ 0 h 524"/>
              <a:gd name="T2" fmla="*/ 368 w 368"/>
              <a:gd name="T3" fmla="*/ 256 h 524"/>
              <a:gd name="T4" fmla="*/ 367 w 368"/>
              <a:gd name="T5" fmla="*/ 277 h 524"/>
              <a:gd name="T6" fmla="*/ 0 w 368"/>
              <a:gd name="T7" fmla="*/ 524 h 524"/>
              <a:gd name="T8" fmla="*/ 4 w 368"/>
              <a:gd name="T9" fmla="*/ 0 h 524"/>
            </a:gdLst>
            <a:ahLst/>
            <a:cxnLst>
              <a:cxn ang="0">
                <a:pos x="T0" y="T1"/>
              </a:cxn>
              <a:cxn ang="0">
                <a:pos x="T2" y="T3"/>
              </a:cxn>
              <a:cxn ang="0">
                <a:pos x="T4" y="T5"/>
              </a:cxn>
              <a:cxn ang="0">
                <a:pos x="T6" y="T7"/>
              </a:cxn>
              <a:cxn ang="0">
                <a:pos x="T8" y="T9"/>
              </a:cxn>
            </a:cxnLst>
            <a:rect l="0" t="0" r="r" b="b"/>
            <a:pathLst>
              <a:path w="368" h="524">
                <a:moveTo>
                  <a:pt x="4" y="0"/>
                </a:moveTo>
                <a:lnTo>
                  <a:pt x="368" y="256"/>
                </a:lnTo>
                <a:lnTo>
                  <a:pt x="367" y="277"/>
                </a:lnTo>
                <a:lnTo>
                  <a:pt x="0" y="524"/>
                </a:lnTo>
                <a:lnTo>
                  <a:pt x="4" y="0"/>
                </a:lnTo>
                <a:close/>
              </a:path>
            </a:pathLst>
          </a:custGeom>
          <a:gradFill>
            <a:gsLst>
              <a:gs pos="0">
                <a:srgbClr val="00FFFF"/>
              </a:gs>
              <a:gs pos="100000">
                <a:srgbClr val="0000CC"/>
              </a:gs>
            </a:gsLst>
            <a:lin ang="0" scaled="0"/>
          </a:gradFill>
          <a:ln>
            <a:noFill/>
          </a:ln>
          <a:effectLst/>
        </p:spPr>
        <p:txBody>
          <a:bodyPr/>
          <a:lstStyle/>
          <a:p>
            <a:endParaRPr lang="zh-CN" altLang="en-US" sz="1400" b="1">
              <a:solidFill>
                <a:srgbClr val="0000CC"/>
              </a:solidFill>
              <a:latin typeface="微软雅黑" pitchFamily="34" charset="-122"/>
              <a:ea typeface="微软雅黑" pitchFamily="34" charset="-122"/>
            </a:endParaRPr>
          </a:p>
        </p:txBody>
      </p:sp>
      <p:grpSp>
        <p:nvGrpSpPr>
          <p:cNvPr id="84" name="Group 44"/>
          <p:cNvGrpSpPr>
            <a:grpSpLocks/>
          </p:cNvGrpSpPr>
          <p:nvPr/>
        </p:nvGrpSpPr>
        <p:grpSpPr bwMode="auto">
          <a:xfrm>
            <a:off x="5105904" y="1206973"/>
            <a:ext cx="717109" cy="425262"/>
            <a:chOff x="1776" y="2768"/>
            <a:chExt cx="1824" cy="736"/>
          </a:xfrm>
          <a:solidFill>
            <a:srgbClr val="00B0F0"/>
          </a:solidFill>
        </p:grpSpPr>
        <p:grpSp>
          <p:nvGrpSpPr>
            <p:cNvPr id="85" name="Group 45"/>
            <p:cNvGrpSpPr>
              <a:grpSpLocks/>
            </p:cNvGrpSpPr>
            <p:nvPr/>
          </p:nvGrpSpPr>
          <p:grpSpPr bwMode="auto">
            <a:xfrm>
              <a:off x="1787" y="2783"/>
              <a:ext cx="1813" cy="721"/>
              <a:chOff x="1787" y="2783"/>
              <a:chExt cx="1813" cy="721"/>
            </a:xfrm>
            <a:grpFill/>
          </p:grpSpPr>
          <p:sp>
            <p:nvSpPr>
              <p:cNvPr id="95" name="Oval 46"/>
              <p:cNvSpPr>
                <a:spLocks noChangeArrowheads="1"/>
              </p:cNvSpPr>
              <p:nvPr/>
            </p:nvSpPr>
            <p:spPr bwMode="auto">
              <a:xfrm>
                <a:off x="2413" y="2783"/>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6" name="Oval 47"/>
              <p:cNvSpPr>
                <a:spLocks noChangeArrowheads="1"/>
              </p:cNvSpPr>
              <p:nvPr/>
            </p:nvSpPr>
            <p:spPr bwMode="auto">
              <a:xfrm>
                <a:off x="1974" y="2863"/>
                <a:ext cx="593"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7" name="Oval 48"/>
              <p:cNvSpPr>
                <a:spLocks noChangeArrowheads="1"/>
              </p:cNvSpPr>
              <p:nvPr/>
            </p:nvSpPr>
            <p:spPr bwMode="auto">
              <a:xfrm>
                <a:off x="1787" y="3045"/>
                <a:ext cx="396" cy="23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8" name="Oval 49"/>
              <p:cNvSpPr>
                <a:spLocks noChangeArrowheads="1"/>
              </p:cNvSpPr>
              <p:nvPr/>
            </p:nvSpPr>
            <p:spPr bwMode="auto">
              <a:xfrm>
                <a:off x="1908" y="3154"/>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9" name="Oval 50"/>
              <p:cNvSpPr>
                <a:spLocks noChangeArrowheads="1"/>
              </p:cNvSpPr>
              <p:nvPr/>
            </p:nvSpPr>
            <p:spPr bwMode="auto">
              <a:xfrm>
                <a:off x="2347" y="3198"/>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0" name="Oval 51"/>
              <p:cNvSpPr>
                <a:spLocks noChangeArrowheads="1"/>
              </p:cNvSpPr>
              <p:nvPr/>
            </p:nvSpPr>
            <p:spPr bwMode="auto">
              <a:xfrm>
                <a:off x="2941" y="2870"/>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1" name="Oval 52"/>
              <p:cNvSpPr>
                <a:spLocks noChangeArrowheads="1"/>
              </p:cNvSpPr>
              <p:nvPr/>
            </p:nvSpPr>
            <p:spPr bwMode="auto">
              <a:xfrm>
                <a:off x="3029" y="3023"/>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2" name="Oval 53"/>
              <p:cNvSpPr>
                <a:spLocks noChangeArrowheads="1"/>
              </p:cNvSpPr>
              <p:nvPr/>
            </p:nvSpPr>
            <p:spPr bwMode="auto">
              <a:xfrm>
                <a:off x="2974" y="3074"/>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3" name="Oval 54"/>
              <p:cNvSpPr>
                <a:spLocks noChangeArrowheads="1"/>
              </p:cNvSpPr>
              <p:nvPr/>
            </p:nvSpPr>
            <p:spPr bwMode="auto">
              <a:xfrm>
                <a:off x="2117" y="2957"/>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86" name="Oval 55"/>
            <p:cNvSpPr>
              <a:spLocks noChangeArrowheads="1"/>
            </p:cNvSpPr>
            <p:nvPr/>
          </p:nvSpPr>
          <p:spPr bwMode="auto">
            <a:xfrm>
              <a:off x="2402" y="2768"/>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7" name="Oval 56"/>
            <p:cNvSpPr>
              <a:spLocks noChangeArrowheads="1"/>
            </p:cNvSpPr>
            <p:nvPr/>
          </p:nvSpPr>
          <p:spPr bwMode="auto">
            <a:xfrm>
              <a:off x="1963" y="2848"/>
              <a:ext cx="593" cy="29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8" name="Oval 57"/>
            <p:cNvSpPr>
              <a:spLocks noChangeArrowheads="1"/>
            </p:cNvSpPr>
            <p:nvPr/>
          </p:nvSpPr>
          <p:spPr bwMode="auto">
            <a:xfrm>
              <a:off x="1776" y="3030"/>
              <a:ext cx="396" cy="23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9" name="Oval 58"/>
            <p:cNvSpPr>
              <a:spLocks noChangeArrowheads="1"/>
            </p:cNvSpPr>
            <p:nvPr/>
          </p:nvSpPr>
          <p:spPr bwMode="auto">
            <a:xfrm>
              <a:off x="1897" y="3140"/>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0" name="Oval 59"/>
            <p:cNvSpPr>
              <a:spLocks noChangeArrowheads="1"/>
            </p:cNvSpPr>
            <p:nvPr/>
          </p:nvSpPr>
          <p:spPr bwMode="auto">
            <a:xfrm>
              <a:off x="2336" y="3183"/>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1" name="Oval 60"/>
            <p:cNvSpPr>
              <a:spLocks noChangeArrowheads="1"/>
            </p:cNvSpPr>
            <p:nvPr/>
          </p:nvSpPr>
          <p:spPr bwMode="auto">
            <a:xfrm>
              <a:off x="2930" y="2855"/>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2" name="Oval 61"/>
            <p:cNvSpPr>
              <a:spLocks noChangeArrowheads="1"/>
            </p:cNvSpPr>
            <p:nvPr/>
          </p:nvSpPr>
          <p:spPr bwMode="auto">
            <a:xfrm>
              <a:off x="3018" y="3008"/>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3" name="Oval 62"/>
            <p:cNvSpPr>
              <a:spLocks noChangeArrowheads="1"/>
            </p:cNvSpPr>
            <p:nvPr/>
          </p:nvSpPr>
          <p:spPr bwMode="auto">
            <a:xfrm>
              <a:off x="2963" y="3059"/>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4" name="Oval 63"/>
            <p:cNvSpPr>
              <a:spLocks noChangeArrowheads="1"/>
            </p:cNvSpPr>
            <p:nvPr/>
          </p:nvSpPr>
          <p:spPr bwMode="auto">
            <a:xfrm>
              <a:off x="2106" y="2943"/>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04" name="Text Box 64"/>
          <p:cNvSpPr txBox="1">
            <a:spLocks noChangeArrowheads="1"/>
          </p:cNvSpPr>
          <p:nvPr/>
        </p:nvSpPr>
        <p:spPr bwMode="auto">
          <a:xfrm>
            <a:off x="5292478" y="1261814"/>
            <a:ext cx="4106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N</a:t>
            </a:r>
            <a:r>
              <a:rPr lang="en-US" altLang="zh-CN" sz="1400" b="1" baseline="-25000">
                <a:latin typeface="微软雅黑" pitchFamily="34" charset="-122"/>
                <a:ea typeface="微软雅黑" pitchFamily="34" charset="-122"/>
              </a:rPr>
              <a:t>2</a:t>
            </a:r>
          </a:p>
        </p:txBody>
      </p:sp>
      <p:pic>
        <p:nvPicPr>
          <p:cNvPr id="105" name="Picture 6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81746" y="1602409"/>
            <a:ext cx="338751" cy="1683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6" name="Text Box 66"/>
          <p:cNvSpPr txBox="1">
            <a:spLocks noChangeArrowheads="1"/>
          </p:cNvSpPr>
          <p:nvPr/>
        </p:nvSpPr>
        <p:spPr bwMode="auto">
          <a:xfrm>
            <a:off x="4626442" y="130602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CC"/>
                </a:solidFill>
                <a:latin typeface="微软雅黑" pitchFamily="34" charset="-122"/>
                <a:ea typeface="微软雅黑" pitchFamily="34" charset="-122"/>
              </a:rPr>
              <a:t>R</a:t>
            </a:r>
            <a:r>
              <a:rPr lang="en-US" altLang="zh-CN" sz="1400" b="1" baseline="-25000" dirty="0">
                <a:solidFill>
                  <a:srgbClr val="0000CC"/>
                </a:solidFill>
                <a:latin typeface="微软雅黑" pitchFamily="34" charset="-122"/>
                <a:ea typeface="微软雅黑" pitchFamily="34" charset="-122"/>
              </a:rPr>
              <a:t>2</a:t>
            </a:r>
          </a:p>
        </p:txBody>
      </p:sp>
      <p:grpSp>
        <p:nvGrpSpPr>
          <p:cNvPr id="107" name="Group 44"/>
          <p:cNvGrpSpPr>
            <a:grpSpLocks/>
          </p:cNvGrpSpPr>
          <p:nvPr/>
        </p:nvGrpSpPr>
        <p:grpSpPr bwMode="auto">
          <a:xfrm>
            <a:off x="4085442" y="1773668"/>
            <a:ext cx="872414" cy="556337"/>
            <a:chOff x="1776" y="2768"/>
            <a:chExt cx="1824" cy="736"/>
          </a:xfrm>
          <a:solidFill>
            <a:srgbClr val="00B0F0"/>
          </a:solidFill>
        </p:grpSpPr>
        <p:grpSp>
          <p:nvGrpSpPr>
            <p:cNvPr id="108" name="Group 45"/>
            <p:cNvGrpSpPr>
              <a:grpSpLocks/>
            </p:cNvGrpSpPr>
            <p:nvPr/>
          </p:nvGrpSpPr>
          <p:grpSpPr bwMode="auto">
            <a:xfrm>
              <a:off x="1787" y="2783"/>
              <a:ext cx="1813" cy="721"/>
              <a:chOff x="1787" y="2783"/>
              <a:chExt cx="1813" cy="721"/>
            </a:xfrm>
            <a:grpFill/>
          </p:grpSpPr>
          <p:sp>
            <p:nvSpPr>
              <p:cNvPr id="118" name="Oval 46"/>
              <p:cNvSpPr>
                <a:spLocks noChangeArrowheads="1"/>
              </p:cNvSpPr>
              <p:nvPr/>
            </p:nvSpPr>
            <p:spPr bwMode="auto">
              <a:xfrm>
                <a:off x="2413" y="2783"/>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9" name="Oval 47"/>
              <p:cNvSpPr>
                <a:spLocks noChangeArrowheads="1"/>
              </p:cNvSpPr>
              <p:nvPr/>
            </p:nvSpPr>
            <p:spPr bwMode="auto">
              <a:xfrm>
                <a:off x="1974" y="2863"/>
                <a:ext cx="593"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0" name="Oval 48"/>
              <p:cNvSpPr>
                <a:spLocks noChangeArrowheads="1"/>
              </p:cNvSpPr>
              <p:nvPr/>
            </p:nvSpPr>
            <p:spPr bwMode="auto">
              <a:xfrm>
                <a:off x="1787" y="3045"/>
                <a:ext cx="396" cy="23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1" name="Oval 49"/>
              <p:cNvSpPr>
                <a:spLocks noChangeArrowheads="1"/>
              </p:cNvSpPr>
              <p:nvPr/>
            </p:nvSpPr>
            <p:spPr bwMode="auto">
              <a:xfrm>
                <a:off x="1908" y="3154"/>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2" name="Oval 50"/>
              <p:cNvSpPr>
                <a:spLocks noChangeArrowheads="1"/>
              </p:cNvSpPr>
              <p:nvPr/>
            </p:nvSpPr>
            <p:spPr bwMode="auto">
              <a:xfrm>
                <a:off x="2347" y="3198"/>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3" name="Oval 51"/>
              <p:cNvSpPr>
                <a:spLocks noChangeArrowheads="1"/>
              </p:cNvSpPr>
              <p:nvPr/>
            </p:nvSpPr>
            <p:spPr bwMode="auto">
              <a:xfrm>
                <a:off x="2941" y="2870"/>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4" name="Oval 52"/>
              <p:cNvSpPr>
                <a:spLocks noChangeArrowheads="1"/>
              </p:cNvSpPr>
              <p:nvPr/>
            </p:nvSpPr>
            <p:spPr bwMode="auto">
              <a:xfrm>
                <a:off x="3029" y="3023"/>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5" name="Oval 53"/>
              <p:cNvSpPr>
                <a:spLocks noChangeArrowheads="1"/>
              </p:cNvSpPr>
              <p:nvPr/>
            </p:nvSpPr>
            <p:spPr bwMode="auto">
              <a:xfrm>
                <a:off x="2974" y="3074"/>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6" name="Oval 54"/>
              <p:cNvSpPr>
                <a:spLocks noChangeArrowheads="1"/>
              </p:cNvSpPr>
              <p:nvPr/>
            </p:nvSpPr>
            <p:spPr bwMode="auto">
              <a:xfrm>
                <a:off x="2117" y="2957"/>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09" name="Oval 55"/>
            <p:cNvSpPr>
              <a:spLocks noChangeArrowheads="1"/>
            </p:cNvSpPr>
            <p:nvPr/>
          </p:nvSpPr>
          <p:spPr bwMode="auto">
            <a:xfrm>
              <a:off x="2402" y="2768"/>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0" name="Oval 56"/>
            <p:cNvSpPr>
              <a:spLocks noChangeArrowheads="1"/>
            </p:cNvSpPr>
            <p:nvPr/>
          </p:nvSpPr>
          <p:spPr bwMode="auto">
            <a:xfrm>
              <a:off x="1963" y="2848"/>
              <a:ext cx="593" cy="29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1" name="Oval 57"/>
            <p:cNvSpPr>
              <a:spLocks noChangeArrowheads="1"/>
            </p:cNvSpPr>
            <p:nvPr/>
          </p:nvSpPr>
          <p:spPr bwMode="auto">
            <a:xfrm>
              <a:off x="1776" y="3030"/>
              <a:ext cx="396" cy="23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2" name="Oval 58"/>
            <p:cNvSpPr>
              <a:spLocks noChangeArrowheads="1"/>
            </p:cNvSpPr>
            <p:nvPr/>
          </p:nvSpPr>
          <p:spPr bwMode="auto">
            <a:xfrm>
              <a:off x="1897" y="3140"/>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3" name="Oval 59"/>
            <p:cNvSpPr>
              <a:spLocks noChangeArrowheads="1"/>
            </p:cNvSpPr>
            <p:nvPr/>
          </p:nvSpPr>
          <p:spPr bwMode="auto">
            <a:xfrm>
              <a:off x="2336" y="3183"/>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4" name="Oval 60"/>
            <p:cNvSpPr>
              <a:spLocks noChangeArrowheads="1"/>
            </p:cNvSpPr>
            <p:nvPr/>
          </p:nvSpPr>
          <p:spPr bwMode="auto">
            <a:xfrm>
              <a:off x="2930" y="2855"/>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5" name="Oval 61"/>
            <p:cNvSpPr>
              <a:spLocks noChangeArrowheads="1"/>
            </p:cNvSpPr>
            <p:nvPr/>
          </p:nvSpPr>
          <p:spPr bwMode="auto">
            <a:xfrm>
              <a:off x="3018" y="3008"/>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6" name="Oval 62"/>
            <p:cNvSpPr>
              <a:spLocks noChangeArrowheads="1"/>
            </p:cNvSpPr>
            <p:nvPr/>
          </p:nvSpPr>
          <p:spPr bwMode="auto">
            <a:xfrm>
              <a:off x="2963" y="3059"/>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7" name="Oval 63"/>
            <p:cNvSpPr>
              <a:spLocks noChangeArrowheads="1"/>
            </p:cNvSpPr>
            <p:nvPr/>
          </p:nvSpPr>
          <p:spPr bwMode="auto">
            <a:xfrm>
              <a:off x="2106" y="2943"/>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27" name="Text Box 30"/>
          <p:cNvSpPr txBox="1">
            <a:spLocks noChangeArrowheads="1"/>
          </p:cNvSpPr>
          <p:nvPr/>
        </p:nvSpPr>
        <p:spPr bwMode="auto">
          <a:xfrm>
            <a:off x="4348742" y="1892753"/>
            <a:ext cx="4106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N</a:t>
            </a:r>
            <a:r>
              <a:rPr lang="en-US" altLang="zh-CN" sz="1400" b="1" baseline="-25000" dirty="0">
                <a:latin typeface="微软雅黑" pitchFamily="34" charset="-122"/>
                <a:ea typeface="微软雅黑" pitchFamily="34" charset="-122"/>
              </a:rPr>
              <a:t>1</a:t>
            </a:r>
          </a:p>
        </p:txBody>
      </p:sp>
      <p:sp>
        <p:nvSpPr>
          <p:cNvPr id="128" name="Rectangle 36"/>
          <p:cNvSpPr>
            <a:spLocks noChangeArrowheads="1"/>
          </p:cNvSpPr>
          <p:nvPr/>
        </p:nvSpPr>
        <p:spPr bwMode="auto">
          <a:xfrm>
            <a:off x="1514007" y="1688038"/>
            <a:ext cx="1741823" cy="87072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32" name="Line 39"/>
          <p:cNvSpPr>
            <a:spLocks noChangeShapeType="1"/>
          </p:cNvSpPr>
          <p:nvPr/>
        </p:nvSpPr>
        <p:spPr bwMode="auto">
          <a:xfrm>
            <a:off x="2609598" y="1688038"/>
            <a:ext cx="3127" cy="8591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2" name="组合 1"/>
          <p:cNvGrpSpPr/>
          <p:nvPr/>
        </p:nvGrpSpPr>
        <p:grpSpPr>
          <a:xfrm>
            <a:off x="1514007" y="1909328"/>
            <a:ext cx="1741823" cy="425263"/>
            <a:chOff x="1834120" y="1909328"/>
            <a:chExt cx="1421710" cy="425263"/>
          </a:xfrm>
        </p:grpSpPr>
        <p:sp>
          <p:nvSpPr>
            <p:cNvPr id="130" name="Line 37"/>
            <p:cNvSpPr>
              <a:spLocks noChangeShapeType="1"/>
            </p:cNvSpPr>
            <p:nvPr/>
          </p:nvSpPr>
          <p:spPr bwMode="auto">
            <a:xfrm>
              <a:off x="1834120" y="1909328"/>
              <a:ext cx="1421710" cy="0"/>
            </a:xfrm>
            <a:prstGeom prst="line">
              <a:avLst/>
            </a:prstGeom>
            <a:ln>
              <a:solidFill>
                <a:schemeClr val="tx1"/>
              </a:solidFill>
              <a:headEnd/>
              <a:tailEnd/>
            </a:ln>
          </p:spPr>
          <p:style>
            <a:lnRef idx="1">
              <a:schemeClr val="dk1"/>
            </a:lnRef>
            <a:fillRef idx="0">
              <a:schemeClr val="dk1"/>
            </a:fillRef>
            <a:effectRef idx="0">
              <a:schemeClr val="dk1"/>
            </a:effectRef>
            <a:fontRef idx="minor">
              <a:schemeClr val="tx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1" name="Line 38"/>
            <p:cNvSpPr>
              <a:spLocks noChangeShapeType="1"/>
            </p:cNvSpPr>
            <p:nvPr/>
          </p:nvSpPr>
          <p:spPr bwMode="auto">
            <a:xfrm>
              <a:off x="1834120" y="2130619"/>
              <a:ext cx="14217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3" name="Line 67"/>
            <p:cNvSpPr>
              <a:spLocks noChangeShapeType="1"/>
            </p:cNvSpPr>
            <p:nvPr/>
          </p:nvSpPr>
          <p:spPr bwMode="auto">
            <a:xfrm>
              <a:off x="1834120" y="2334591"/>
              <a:ext cx="14217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36" name="矩形 135"/>
          <p:cNvSpPr/>
          <p:nvPr/>
        </p:nvSpPr>
        <p:spPr>
          <a:xfrm>
            <a:off x="1001438" y="3385219"/>
            <a:ext cx="7360078" cy="753220"/>
          </a:xfrm>
          <a:prstGeom prst="rect">
            <a:avLst/>
          </a:prstGeom>
        </p:spPr>
        <p:txBody>
          <a:bodyPr wrap="square">
            <a:spAutoFit/>
          </a:bodyPr>
          <a:lstStyle/>
          <a:p>
            <a:pPr>
              <a:lnSpc>
                <a:spcPts val="2700"/>
              </a:lnSpc>
            </a:pPr>
            <a:r>
              <a:rPr lang="zh-CN" altLang="en-US" b="1" dirty="0">
                <a:latin typeface="微软雅黑" pitchFamily="34" charset="-122"/>
                <a:ea typeface="微软雅黑" pitchFamily="34" charset="-122"/>
              </a:rPr>
              <a:t>只要目的网络不是 </a:t>
            </a:r>
            <a:r>
              <a:rPr lang="en-US" altLang="zh-CN" b="1" dirty="0">
                <a:latin typeface="微软雅黑" pitchFamily="34" charset="-122"/>
                <a:ea typeface="微软雅黑" pitchFamily="34" charset="-122"/>
              </a:rPr>
              <a:t>N</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N</a:t>
            </a:r>
            <a:r>
              <a:rPr lang="en-US" altLang="zh-CN" b="1" baseline="-25000" dirty="0">
                <a:latin typeface="微软雅黑" pitchFamily="34" charset="-122"/>
                <a:ea typeface="微软雅黑" pitchFamily="34" charset="-122"/>
              </a:rPr>
              <a:t>2</a:t>
            </a:r>
            <a:r>
              <a:rPr lang="zh-CN" altLang="en-US" b="1" dirty="0">
                <a:latin typeface="微软雅黑" pitchFamily="34" charset="-122"/>
                <a:ea typeface="微软雅黑" pitchFamily="34" charset="-122"/>
              </a:rPr>
              <a:t>，就一律选择默认路由，把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数据报先间接交付默认路由器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zh-CN" altLang="en-US" b="1" dirty="0">
                <a:latin typeface="微软雅黑" pitchFamily="34" charset="-122"/>
                <a:ea typeface="微软雅黑" pitchFamily="34" charset="-122"/>
              </a:rPr>
              <a:t>，让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再转发给下一个路由器。 </a:t>
            </a:r>
          </a:p>
        </p:txBody>
      </p:sp>
      <p:sp>
        <p:nvSpPr>
          <p:cNvPr id="137" name="矩形 136"/>
          <p:cNvSpPr/>
          <p:nvPr/>
        </p:nvSpPr>
        <p:spPr>
          <a:xfrm>
            <a:off x="2068643" y="2945065"/>
            <a:ext cx="5171606" cy="369332"/>
          </a:xfrm>
          <a:prstGeom prst="rect">
            <a:avLst/>
          </a:prstGeom>
        </p:spPr>
        <p:txBody>
          <a:bodyPr wrap="square">
            <a:spAutoFit/>
          </a:bodyPr>
          <a:lstStyle/>
          <a:p>
            <a:pPr algn="ctr"/>
            <a:r>
              <a:rPr lang="zh-CN" altLang="zh-CN" b="1" dirty="0">
                <a:latin typeface="微软雅黑" pitchFamily="34" charset="-122"/>
                <a:ea typeface="微软雅黑" pitchFamily="34" charset="-122"/>
              </a:rPr>
              <a:t>路由器</a:t>
            </a:r>
            <a:r>
              <a:rPr lang="en-US" altLang="zh-CN" b="1" dirty="0">
                <a:latin typeface="微软雅黑" pitchFamily="34" charset="-122"/>
                <a:ea typeface="微软雅黑" pitchFamily="34" charset="-122"/>
              </a:rPr>
              <a:t> R</a:t>
            </a:r>
            <a:r>
              <a:rPr lang="en-US" altLang="zh-CN" b="1" baseline="-25000" dirty="0">
                <a:latin typeface="微软雅黑" pitchFamily="34" charset="-122"/>
                <a:ea typeface="微软雅黑" pitchFamily="34" charset="-122"/>
              </a:rPr>
              <a:t>1 </a:t>
            </a:r>
            <a:r>
              <a:rPr lang="zh-CN" altLang="zh-CN" b="1" dirty="0">
                <a:latin typeface="微软雅黑" pitchFamily="34" charset="-122"/>
                <a:ea typeface="微软雅黑" pitchFamily="34" charset="-122"/>
              </a:rPr>
              <a:t>充当</a:t>
            </a:r>
            <a:r>
              <a:rPr lang="zh-CN" altLang="en-US" b="1" dirty="0">
                <a:latin typeface="微软雅黑" pitchFamily="34" charset="-122"/>
                <a:ea typeface="微软雅黑" pitchFamily="34" charset="-122"/>
              </a:rPr>
              <a:t>到达互联网</a:t>
            </a:r>
            <a:r>
              <a:rPr lang="zh-CN" altLang="zh-CN" b="1" dirty="0">
                <a:latin typeface="微软雅黑" pitchFamily="34" charset="-122"/>
                <a:ea typeface="微软雅黑" pitchFamily="34" charset="-122"/>
              </a:rPr>
              <a:t>的默认路由器</a:t>
            </a:r>
            <a:endParaRPr lang="zh-CN" altLang="en-US" b="1" dirty="0">
              <a:latin typeface="微软雅黑" pitchFamily="34" charset="-122"/>
              <a:ea typeface="微软雅黑" pitchFamily="34" charset="-122"/>
            </a:endParaRPr>
          </a:p>
        </p:txBody>
      </p:sp>
      <p:sp>
        <p:nvSpPr>
          <p:cNvPr id="138" name="Text Box 35"/>
          <p:cNvSpPr txBox="1">
            <a:spLocks noChangeArrowheads="1"/>
          </p:cNvSpPr>
          <p:nvPr/>
        </p:nvSpPr>
        <p:spPr bwMode="auto">
          <a:xfrm>
            <a:off x="1539180" y="1647509"/>
            <a:ext cx="1710415" cy="9787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120000"/>
              </a:lnSpc>
            </a:pPr>
            <a:r>
              <a:rPr lang="zh-CN" altLang="en-US" sz="1200" b="1" dirty="0">
                <a:latin typeface="微软雅黑" pitchFamily="34" charset="-122"/>
                <a:ea typeface="微软雅黑" pitchFamily="34" charset="-122"/>
              </a:rPr>
              <a:t>  网络前缀        下一跳</a:t>
            </a:r>
          </a:p>
          <a:p>
            <a:pPr>
              <a:lnSpc>
                <a:spcPct val="120000"/>
              </a:lnSpc>
            </a:pPr>
            <a:r>
              <a:rPr lang="zh-CN" altLang="en-US" sz="1200" b="1" dirty="0">
                <a:latin typeface="微软雅黑" pitchFamily="34" charset="-122"/>
                <a:ea typeface="微软雅黑" pitchFamily="34" charset="-122"/>
              </a:rPr>
              <a:t>      </a:t>
            </a:r>
            <a:r>
              <a:rPr lang="en-US" altLang="zh-CN" sz="1200" b="1" dirty="0">
                <a:latin typeface="微软雅黑" pitchFamily="34" charset="-122"/>
                <a:ea typeface="微软雅黑" pitchFamily="34" charset="-122"/>
              </a:rPr>
              <a:t>N</a:t>
            </a:r>
            <a:r>
              <a:rPr lang="en-US" altLang="zh-CN" sz="1200" b="1" baseline="-25000" dirty="0">
                <a:latin typeface="微软雅黑" pitchFamily="34" charset="-122"/>
                <a:ea typeface="微软雅黑" pitchFamily="34" charset="-122"/>
              </a:rPr>
              <a:t>1</a:t>
            </a:r>
            <a:r>
              <a:rPr lang="en-US" altLang="zh-CN" sz="1200" b="1" dirty="0">
                <a:latin typeface="微软雅黑" pitchFamily="34" charset="-122"/>
                <a:ea typeface="微软雅黑" pitchFamily="34" charset="-122"/>
              </a:rPr>
              <a:t>               </a:t>
            </a:r>
            <a:r>
              <a:rPr lang="zh-CN" altLang="en-US" sz="1200" b="1" dirty="0">
                <a:latin typeface="微软雅黑" pitchFamily="34" charset="-122"/>
                <a:ea typeface="微软雅黑" pitchFamily="34" charset="-122"/>
              </a:rPr>
              <a:t>直接 </a:t>
            </a:r>
          </a:p>
          <a:p>
            <a:pPr>
              <a:lnSpc>
                <a:spcPct val="120000"/>
              </a:lnSpc>
            </a:pPr>
            <a:r>
              <a:rPr lang="zh-CN" altLang="en-US" sz="1200" b="1" dirty="0">
                <a:latin typeface="微软雅黑" pitchFamily="34" charset="-122"/>
                <a:ea typeface="微软雅黑" pitchFamily="34" charset="-122"/>
              </a:rPr>
              <a:t>      </a:t>
            </a:r>
            <a:r>
              <a:rPr lang="en-US" altLang="zh-CN" sz="1200" b="1" dirty="0">
                <a:latin typeface="微软雅黑" pitchFamily="34" charset="-122"/>
                <a:ea typeface="微软雅黑" pitchFamily="34" charset="-122"/>
              </a:rPr>
              <a:t>N</a:t>
            </a:r>
            <a:r>
              <a:rPr lang="en-US" altLang="zh-CN" sz="1200" b="1" baseline="-25000" dirty="0">
                <a:latin typeface="微软雅黑" pitchFamily="34" charset="-122"/>
                <a:ea typeface="微软雅黑" pitchFamily="34" charset="-122"/>
              </a:rPr>
              <a:t>2</a:t>
            </a:r>
            <a:r>
              <a:rPr lang="en-US" altLang="zh-CN" sz="1200" b="1" dirty="0">
                <a:latin typeface="微软雅黑" pitchFamily="34" charset="-122"/>
                <a:ea typeface="微软雅黑" pitchFamily="34" charset="-122"/>
              </a:rPr>
              <a:t>               R</a:t>
            </a:r>
            <a:r>
              <a:rPr lang="en-US" altLang="zh-CN" sz="1200" b="1" baseline="-25000" dirty="0">
                <a:latin typeface="微软雅黑" pitchFamily="34" charset="-122"/>
                <a:ea typeface="微软雅黑" pitchFamily="34" charset="-122"/>
              </a:rPr>
              <a:t>2</a:t>
            </a:r>
          </a:p>
          <a:p>
            <a:pPr>
              <a:lnSpc>
                <a:spcPct val="120000"/>
              </a:lnSpc>
            </a:pPr>
            <a:r>
              <a:rPr lang="en-US" altLang="zh-CN" sz="1200" b="1" dirty="0">
                <a:latin typeface="微软雅黑" pitchFamily="34" charset="-122"/>
                <a:ea typeface="微软雅黑" pitchFamily="34" charset="-122"/>
              </a:rPr>
              <a:t>  0.0.0.0/0</a:t>
            </a:r>
            <a:r>
              <a:rPr lang="zh-CN" altLang="en-US" sz="1200" b="1" dirty="0">
                <a:latin typeface="微软雅黑" pitchFamily="34" charset="-122"/>
                <a:ea typeface="微软雅黑" pitchFamily="34" charset="-122"/>
              </a:rPr>
              <a:t>         </a:t>
            </a:r>
            <a:r>
              <a:rPr lang="en-US" altLang="zh-CN" sz="1200" b="1" dirty="0">
                <a:latin typeface="微软雅黑" pitchFamily="34" charset="-122"/>
                <a:ea typeface="微软雅黑" pitchFamily="34" charset="-122"/>
              </a:rPr>
              <a:t>R</a:t>
            </a:r>
            <a:r>
              <a:rPr lang="en-US" altLang="zh-CN" sz="1200" b="1" baseline="-25000" dirty="0">
                <a:latin typeface="微软雅黑" pitchFamily="34" charset="-122"/>
                <a:ea typeface="微软雅黑" pitchFamily="34" charset="-122"/>
              </a:rPr>
              <a:t>1</a:t>
            </a:r>
          </a:p>
        </p:txBody>
      </p:sp>
      <p:pic>
        <p:nvPicPr>
          <p:cNvPr id="139" name="Picture 246" descr="jisuanji"/>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52444" y="1984580"/>
            <a:ext cx="370473" cy="370473"/>
          </a:xfrm>
          <a:prstGeom prst="rect">
            <a:avLst/>
          </a:prstGeom>
          <a:noFill/>
          <a:extLst>
            <a:ext uri="{909E8E84-426E-40DD-AFC4-6F175D3DCCD1}">
              <a14:hiddenFill xmlns:a14="http://schemas.microsoft.com/office/drawing/2010/main">
                <a:solidFill>
                  <a:srgbClr val="FFFFFF"/>
                </a:solidFill>
              </a14:hiddenFill>
            </a:ext>
          </a:extLst>
        </p:spPr>
      </p:pic>
      <p:pic>
        <p:nvPicPr>
          <p:cNvPr id="140" name="Picture 246" descr="jisuanji"/>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779912" y="2454772"/>
            <a:ext cx="370473" cy="370473"/>
          </a:xfrm>
          <a:prstGeom prst="rect">
            <a:avLst/>
          </a:prstGeom>
          <a:noFill/>
          <a:extLst>
            <a:ext uri="{909E8E84-426E-40DD-AFC4-6F175D3DCCD1}">
              <a14:hiddenFill xmlns:a14="http://schemas.microsoft.com/office/drawing/2010/main">
                <a:solidFill>
                  <a:srgbClr val="FFFFFF"/>
                </a:solidFill>
              </a14:hiddenFill>
            </a:ext>
          </a:extLst>
        </p:spPr>
      </p:pic>
      <p:pic>
        <p:nvPicPr>
          <p:cNvPr id="141" name="Picture 246" descr="jisuanji"/>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644008" y="2454772"/>
            <a:ext cx="370473" cy="370473"/>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1811541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5000" fill="hold" grpId="0" nodeType="clickEffect">
                                  <p:stCondLst>
                                    <p:cond delay="0"/>
                                  </p:stCondLst>
                                  <p:childTnLst>
                                    <p:anim calcmode="discrete" valueType="str">
                                      <p:cBhvr>
                                        <p:cTn id="6" dur="1000" fill="hold"/>
                                        <p:tgtEl>
                                          <p:spTgt spid="13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7"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D0F226-7419-E9FD-CA54-3735F0C9CBF9}"/>
            </a:ext>
          </a:extLst>
        </p:cNvPr>
        <p:cNvGrpSpPr/>
        <p:nvPr/>
      </p:nvGrpSpPr>
      <p:grpSpPr>
        <a:xfrm>
          <a:off x="0" y="0"/>
          <a:ext cx="0" cy="0"/>
          <a:chOff x="0" y="0"/>
          <a:chExt cx="0" cy="0"/>
        </a:xfrm>
      </p:grpSpPr>
      <p:sp>
        <p:nvSpPr>
          <p:cNvPr id="8" name="AutoShape 5">
            <a:extLst>
              <a:ext uri="{FF2B5EF4-FFF2-40B4-BE49-F238E27FC236}">
                <a16:creationId xmlns:a16="http://schemas.microsoft.com/office/drawing/2014/main" id="{D77EE1F7-C031-88EC-07A4-1CD6FDE82896}"/>
              </a:ext>
            </a:extLst>
          </p:cNvPr>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9" name="Rectangle 6">
            <a:extLst>
              <a:ext uri="{FF2B5EF4-FFF2-40B4-BE49-F238E27FC236}">
                <a16:creationId xmlns:a16="http://schemas.microsoft.com/office/drawing/2014/main" id="{3C17EDA5-677F-2DBF-BF47-2623CA3C26FB}"/>
              </a:ext>
            </a:extLst>
          </p:cNvPr>
          <p:cNvSpPr>
            <a:spLocks noChangeArrowheads="1"/>
          </p:cNvSpPr>
          <p:nvPr/>
        </p:nvSpPr>
        <p:spPr bwMode="auto">
          <a:xfrm>
            <a:off x="2477519" y="571120"/>
            <a:ext cx="41889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4.2.3  </a:t>
            </a:r>
            <a:r>
              <a:rPr lang="zh-CN" altLang="en-US" sz="2400" b="1" dirty="0">
                <a:solidFill>
                  <a:schemeClr val="bg1"/>
                </a:solidFill>
                <a:latin typeface="微软雅黑" pitchFamily="34" charset="-122"/>
                <a:ea typeface="微软雅黑" pitchFamily="34" charset="-122"/>
              </a:rPr>
              <a:t>查找转发表的简单归纳</a:t>
            </a:r>
          </a:p>
        </p:txBody>
      </p:sp>
      <p:sp>
        <p:nvSpPr>
          <p:cNvPr id="2" name="矩形 1">
            <a:extLst>
              <a:ext uri="{FF2B5EF4-FFF2-40B4-BE49-F238E27FC236}">
                <a16:creationId xmlns:a16="http://schemas.microsoft.com/office/drawing/2014/main" id="{FEEB068E-6652-20EF-7204-575E86B14FB5}"/>
              </a:ext>
            </a:extLst>
          </p:cNvPr>
          <p:cNvSpPr/>
          <p:nvPr/>
        </p:nvSpPr>
        <p:spPr>
          <a:xfrm>
            <a:off x="401724" y="1392030"/>
            <a:ext cx="2104035" cy="441235"/>
          </a:xfrm>
          <a:prstGeom prst="rect">
            <a:avLst/>
          </a:prstGeom>
          <a:solidFill>
            <a:srgbClr val="000099"/>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提取目的地址 </a:t>
            </a:r>
            <a:r>
              <a:rPr lang="en-US" altLang="zh-CN" sz="1400" b="1" dirty="0">
                <a:solidFill>
                  <a:schemeClr val="bg1"/>
                </a:solidFill>
                <a:latin typeface="微软雅黑" panose="020B0503020204020204" pitchFamily="34" charset="-122"/>
                <a:ea typeface="微软雅黑" panose="020B0503020204020204" pitchFamily="34" charset="-122"/>
              </a:rPr>
              <a:t>IP </a:t>
            </a:r>
            <a:r>
              <a:rPr lang="zh-CN" altLang="en-US" sz="1400" b="1" dirty="0">
                <a:solidFill>
                  <a:schemeClr val="bg1"/>
                </a:solidFill>
                <a:latin typeface="微软雅黑" panose="020B0503020204020204" pitchFamily="34" charset="-122"/>
                <a:ea typeface="微软雅黑" panose="020B0503020204020204" pitchFamily="34" charset="-122"/>
              </a:rPr>
              <a:t>地址</a:t>
            </a:r>
            <a:r>
              <a:rPr lang="en-US" altLang="zh-CN" sz="1400" b="1" dirty="0">
                <a:solidFill>
                  <a:schemeClr val="bg1"/>
                </a:solidFill>
                <a:latin typeface="微软雅黑" panose="020B0503020204020204" pitchFamily="34" charset="-122"/>
                <a:ea typeface="微软雅黑" panose="020B0503020204020204" pitchFamily="34" charset="-122"/>
              </a:rPr>
              <a:t> D</a:t>
            </a:r>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3" name="菱形 2">
            <a:extLst>
              <a:ext uri="{FF2B5EF4-FFF2-40B4-BE49-F238E27FC236}">
                <a16:creationId xmlns:a16="http://schemas.microsoft.com/office/drawing/2014/main" id="{7C0B47C4-5E11-F4E8-D6FE-D442197C65B0}"/>
              </a:ext>
            </a:extLst>
          </p:cNvPr>
          <p:cNvSpPr/>
          <p:nvPr/>
        </p:nvSpPr>
        <p:spPr>
          <a:xfrm>
            <a:off x="4357449" y="2239001"/>
            <a:ext cx="2104034" cy="546168"/>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与本行前缀匹配？</a:t>
            </a:r>
          </a:p>
        </p:txBody>
      </p:sp>
      <p:sp>
        <p:nvSpPr>
          <p:cNvPr id="4" name="菱形 3">
            <a:extLst>
              <a:ext uri="{FF2B5EF4-FFF2-40B4-BE49-F238E27FC236}">
                <a16:creationId xmlns:a16="http://schemas.microsoft.com/office/drawing/2014/main" id="{D20F72BD-AECC-8E82-E9FB-085B12C1E955}"/>
              </a:ext>
            </a:extLst>
          </p:cNvPr>
          <p:cNvSpPr/>
          <p:nvPr/>
        </p:nvSpPr>
        <p:spPr>
          <a:xfrm>
            <a:off x="4357449" y="3086758"/>
            <a:ext cx="2104034" cy="546168"/>
          </a:xfrm>
          <a:prstGeom prst="diamond">
            <a:avLst/>
          </a:prstGeom>
          <a:solidFill>
            <a:srgbClr val="00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转发表还有下一行？</a:t>
            </a:r>
          </a:p>
        </p:txBody>
      </p:sp>
      <p:sp>
        <p:nvSpPr>
          <p:cNvPr id="7" name="矩形 6">
            <a:extLst>
              <a:ext uri="{FF2B5EF4-FFF2-40B4-BE49-F238E27FC236}">
                <a16:creationId xmlns:a16="http://schemas.microsoft.com/office/drawing/2014/main" id="{5B648D10-60F0-4221-D00A-F0EB7AA361A2}"/>
              </a:ext>
            </a:extLst>
          </p:cNvPr>
          <p:cNvSpPr/>
          <p:nvPr/>
        </p:nvSpPr>
        <p:spPr>
          <a:xfrm>
            <a:off x="6466437" y="3927627"/>
            <a:ext cx="2219913" cy="441235"/>
          </a:xfrm>
          <a:prstGeom prst="rect">
            <a:avLst/>
          </a:prstGeom>
          <a:solidFill>
            <a:srgbClr val="990099"/>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根据下一跳转发分组</a:t>
            </a:r>
          </a:p>
        </p:txBody>
      </p:sp>
      <p:sp>
        <p:nvSpPr>
          <p:cNvPr id="10" name="矩形 9">
            <a:extLst>
              <a:ext uri="{FF2B5EF4-FFF2-40B4-BE49-F238E27FC236}">
                <a16:creationId xmlns:a16="http://schemas.microsoft.com/office/drawing/2014/main" id="{4A77D4C6-99FC-D2E7-2015-11D93BD30F87}"/>
              </a:ext>
            </a:extLst>
          </p:cNvPr>
          <p:cNvSpPr/>
          <p:nvPr/>
        </p:nvSpPr>
        <p:spPr>
          <a:xfrm>
            <a:off x="4422480" y="3927628"/>
            <a:ext cx="1978926" cy="441235"/>
          </a:xfrm>
          <a:prstGeom prst="rect">
            <a:avLst/>
          </a:prstGeom>
          <a:solidFill>
            <a:srgbClr val="009900"/>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丢弃分组</a:t>
            </a:r>
          </a:p>
        </p:txBody>
      </p:sp>
      <p:cxnSp>
        <p:nvCxnSpPr>
          <p:cNvPr id="11" name="直接箭头连接符 10">
            <a:extLst>
              <a:ext uri="{FF2B5EF4-FFF2-40B4-BE49-F238E27FC236}">
                <a16:creationId xmlns:a16="http://schemas.microsoft.com/office/drawing/2014/main" id="{28D6A629-F67B-6389-A29B-0F2147EF2C6B}"/>
              </a:ext>
            </a:extLst>
          </p:cNvPr>
          <p:cNvCxnSpPr/>
          <p:nvPr/>
        </p:nvCxnSpPr>
        <p:spPr>
          <a:xfrm flipH="1">
            <a:off x="5411943" y="2785169"/>
            <a:ext cx="1" cy="301589"/>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2" name="直接箭头连接符 11">
            <a:extLst>
              <a:ext uri="{FF2B5EF4-FFF2-40B4-BE49-F238E27FC236}">
                <a16:creationId xmlns:a16="http://schemas.microsoft.com/office/drawing/2014/main" id="{431299A3-4599-20AA-E6A9-71534B41DCDC}"/>
              </a:ext>
            </a:extLst>
          </p:cNvPr>
          <p:cNvCxnSpPr/>
          <p:nvPr/>
        </p:nvCxnSpPr>
        <p:spPr>
          <a:xfrm>
            <a:off x="5411943" y="3632926"/>
            <a:ext cx="0" cy="30159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13" name="矩形 12">
            <a:extLst>
              <a:ext uri="{FF2B5EF4-FFF2-40B4-BE49-F238E27FC236}">
                <a16:creationId xmlns:a16="http://schemas.microsoft.com/office/drawing/2014/main" id="{877C98B2-8309-6D29-BE61-1214F39A164F}"/>
              </a:ext>
            </a:extLst>
          </p:cNvPr>
          <p:cNvSpPr/>
          <p:nvPr/>
        </p:nvSpPr>
        <p:spPr>
          <a:xfrm>
            <a:off x="401724" y="2174485"/>
            <a:ext cx="2104034" cy="441235"/>
          </a:xfrm>
          <a:prstGeom prst="rect">
            <a:avLst/>
          </a:prstGeom>
          <a:solidFill>
            <a:srgbClr val="000099"/>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检查转发表的第一行</a:t>
            </a:r>
          </a:p>
        </p:txBody>
      </p:sp>
      <p:cxnSp>
        <p:nvCxnSpPr>
          <p:cNvPr id="14" name="直接箭头连接符 13">
            <a:extLst>
              <a:ext uri="{FF2B5EF4-FFF2-40B4-BE49-F238E27FC236}">
                <a16:creationId xmlns:a16="http://schemas.microsoft.com/office/drawing/2014/main" id="{7EDC91A2-9E99-8E26-628F-5546BB07F11C}"/>
              </a:ext>
            </a:extLst>
          </p:cNvPr>
          <p:cNvCxnSpPr>
            <a:cxnSpLocks/>
            <a:stCxn id="2" idx="2"/>
            <a:endCxn id="13" idx="0"/>
          </p:cNvCxnSpPr>
          <p:nvPr/>
        </p:nvCxnSpPr>
        <p:spPr>
          <a:xfrm flipH="1">
            <a:off x="1453741" y="1833265"/>
            <a:ext cx="1" cy="34122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5" name="肘形连接符 47">
            <a:extLst>
              <a:ext uri="{FF2B5EF4-FFF2-40B4-BE49-F238E27FC236}">
                <a16:creationId xmlns:a16="http://schemas.microsoft.com/office/drawing/2014/main" id="{181485C4-5430-80BE-935B-009CA5A7B3CE}"/>
              </a:ext>
            </a:extLst>
          </p:cNvPr>
          <p:cNvCxnSpPr>
            <a:cxnSpLocks/>
            <a:stCxn id="13" idx="2"/>
            <a:endCxn id="26" idx="0"/>
          </p:cNvCxnSpPr>
          <p:nvPr/>
        </p:nvCxnSpPr>
        <p:spPr>
          <a:xfrm rot="5400000" flipH="1" flipV="1">
            <a:off x="2813065" y="19320"/>
            <a:ext cx="1237075" cy="3955725"/>
          </a:xfrm>
          <a:prstGeom prst="bentConnector5">
            <a:avLst>
              <a:gd name="adj1" fmla="val -18479"/>
              <a:gd name="adj2" fmla="val 46086"/>
              <a:gd name="adj3" fmla="val 118479"/>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17" name="肘形连接符 57">
            <a:extLst>
              <a:ext uri="{FF2B5EF4-FFF2-40B4-BE49-F238E27FC236}">
                <a16:creationId xmlns:a16="http://schemas.microsoft.com/office/drawing/2014/main" id="{52E7EDEA-7CD7-B398-5112-896C2423D692}"/>
              </a:ext>
            </a:extLst>
          </p:cNvPr>
          <p:cNvCxnSpPr>
            <a:cxnSpLocks/>
            <a:stCxn id="3" idx="3"/>
            <a:endCxn id="7" idx="0"/>
          </p:cNvCxnSpPr>
          <p:nvPr/>
        </p:nvCxnSpPr>
        <p:spPr>
          <a:xfrm>
            <a:off x="6461483" y="2512085"/>
            <a:ext cx="1114911" cy="1415542"/>
          </a:xfrm>
          <a:prstGeom prst="bentConnector2">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20" name="矩形 19">
            <a:extLst>
              <a:ext uri="{FF2B5EF4-FFF2-40B4-BE49-F238E27FC236}">
                <a16:creationId xmlns:a16="http://schemas.microsoft.com/office/drawing/2014/main" id="{FD1C097D-B4CD-D068-6BE3-1C182199CEBC}"/>
              </a:ext>
            </a:extLst>
          </p:cNvPr>
          <p:cNvSpPr/>
          <p:nvPr/>
        </p:nvSpPr>
        <p:spPr>
          <a:xfrm>
            <a:off x="6772090" y="2237570"/>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是</a:t>
            </a:r>
            <a:endParaRPr lang="zh-CN" altLang="en-US" sz="1400" dirty="0"/>
          </a:p>
        </p:txBody>
      </p:sp>
      <p:sp>
        <p:nvSpPr>
          <p:cNvPr id="21" name="矩形 20">
            <a:extLst>
              <a:ext uri="{FF2B5EF4-FFF2-40B4-BE49-F238E27FC236}">
                <a16:creationId xmlns:a16="http://schemas.microsoft.com/office/drawing/2014/main" id="{280C1301-FAA1-263D-A4F5-7CBB019F7B6B}"/>
              </a:ext>
            </a:extLst>
          </p:cNvPr>
          <p:cNvSpPr/>
          <p:nvPr/>
        </p:nvSpPr>
        <p:spPr>
          <a:xfrm>
            <a:off x="5075813" y="2763421"/>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否</a:t>
            </a:r>
            <a:endParaRPr lang="zh-CN" altLang="en-US" sz="1400" dirty="0"/>
          </a:p>
        </p:txBody>
      </p:sp>
      <p:sp>
        <p:nvSpPr>
          <p:cNvPr id="22" name="矩形 21">
            <a:extLst>
              <a:ext uri="{FF2B5EF4-FFF2-40B4-BE49-F238E27FC236}">
                <a16:creationId xmlns:a16="http://schemas.microsoft.com/office/drawing/2014/main" id="{D62CDC23-6888-816C-4B2A-D099C1D05DA7}"/>
              </a:ext>
            </a:extLst>
          </p:cNvPr>
          <p:cNvSpPr/>
          <p:nvPr/>
        </p:nvSpPr>
        <p:spPr>
          <a:xfrm>
            <a:off x="5087069" y="3629832"/>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否</a:t>
            </a:r>
            <a:endParaRPr lang="zh-CN" altLang="en-US" sz="1400" dirty="0"/>
          </a:p>
        </p:txBody>
      </p:sp>
      <p:sp>
        <p:nvSpPr>
          <p:cNvPr id="24" name="矩形 23">
            <a:extLst>
              <a:ext uri="{FF2B5EF4-FFF2-40B4-BE49-F238E27FC236}">
                <a16:creationId xmlns:a16="http://schemas.microsoft.com/office/drawing/2014/main" id="{53DEDE2E-32F2-BAE6-902C-BA33F9210AC0}"/>
              </a:ext>
            </a:extLst>
          </p:cNvPr>
          <p:cNvSpPr/>
          <p:nvPr/>
        </p:nvSpPr>
        <p:spPr>
          <a:xfrm>
            <a:off x="3998201" y="3083617"/>
            <a:ext cx="364202" cy="307777"/>
          </a:xfrm>
          <a:prstGeom prst="rect">
            <a:avLst/>
          </a:prstGeom>
        </p:spPr>
        <p:txBody>
          <a:bodyPr wrap="none">
            <a:spAutoFit/>
          </a:bodyPr>
          <a:lstStyle/>
          <a:p>
            <a:r>
              <a:rPr lang="zh-CN" altLang="en-US" sz="1400" b="1" dirty="0">
                <a:latin typeface="微软雅黑" pitchFamily="34" charset="-122"/>
                <a:ea typeface="微软雅黑" pitchFamily="34" charset="-122"/>
              </a:rPr>
              <a:t>是</a:t>
            </a:r>
            <a:endParaRPr lang="zh-CN" altLang="en-US" sz="1400" dirty="0"/>
          </a:p>
        </p:txBody>
      </p:sp>
      <p:sp>
        <p:nvSpPr>
          <p:cNvPr id="26" name="矩形 25">
            <a:extLst>
              <a:ext uri="{FF2B5EF4-FFF2-40B4-BE49-F238E27FC236}">
                <a16:creationId xmlns:a16="http://schemas.microsoft.com/office/drawing/2014/main" id="{59A18E0A-CCFC-0FF2-C805-578B3B4FC685}"/>
              </a:ext>
            </a:extLst>
          </p:cNvPr>
          <p:cNvSpPr/>
          <p:nvPr/>
        </p:nvSpPr>
        <p:spPr>
          <a:xfrm>
            <a:off x="3959360" y="1378645"/>
            <a:ext cx="2900211" cy="441235"/>
          </a:xfrm>
          <a:prstGeom prst="rect">
            <a:avLst/>
          </a:prstGeom>
          <a:solidFill>
            <a:srgbClr val="000099"/>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子网掩码与 </a:t>
            </a:r>
            <a:r>
              <a:rPr lang="en-US" altLang="zh-CN" sz="1400" b="1" dirty="0">
                <a:solidFill>
                  <a:schemeClr val="bg1"/>
                </a:solidFill>
                <a:latin typeface="微软雅黑" panose="020B0503020204020204" pitchFamily="34" charset="-122"/>
                <a:ea typeface="微软雅黑" panose="020B0503020204020204" pitchFamily="34" charset="-122"/>
              </a:rPr>
              <a:t>D </a:t>
            </a:r>
            <a:r>
              <a:rPr lang="zh-CN" altLang="en-US" sz="1400" b="1" dirty="0">
                <a:solidFill>
                  <a:schemeClr val="bg1"/>
                </a:solidFill>
                <a:latin typeface="微软雅黑" panose="020B0503020204020204" pitchFamily="34" charset="-122"/>
                <a:ea typeface="微软雅黑" panose="020B0503020204020204" pitchFamily="34" charset="-122"/>
              </a:rPr>
              <a:t>按位 </a:t>
            </a:r>
            <a:r>
              <a:rPr lang="en-US" altLang="zh-CN" sz="1400" b="1" dirty="0">
                <a:solidFill>
                  <a:schemeClr val="bg1"/>
                </a:solidFill>
                <a:latin typeface="微软雅黑" panose="020B0503020204020204" pitchFamily="34" charset="-122"/>
                <a:ea typeface="微软雅黑" panose="020B0503020204020204" pitchFamily="34" charset="-122"/>
              </a:rPr>
              <a:t>AND </a:t>
            </a:r>
            <a:r>
              <a:rPr lang="zh-CN" altLang="en-US" sz="1400" b="1" dirty="0">
                <a:solidFill>
                  <a:schemeClr val="bg1"/>
                </a:solidFill>
                <a:latin typeface="微软雅黑" panose="020B0503020204020204" pitchFamily="34" charset="-122"/>
                <a:ea typeface="微软雅黑" panose="020B0503020204020204" pitchFamily="34" charset="-122"/>
              </a:rPr>
              <a:t>运算</a:t>
            </a:r>
          </a:p>
        </p:txBody>
      </p:sp>
      <p:sp>
        <p:nvSpPr>
          <p:cNvPr id="36" name="矩形 35">
            <a:extLst>
              <a:ext uri="{FF2B5EF4-FFF2-40B4-BE49-F238E27FC236}">
                <a16:creationId xmlns:a16="http://schemas.microsoft.com/office/drawing/2014/main" id="{D64A1346-44C8-574B-060F-2C1C525AFB87}"/>
              </a:ext>
            </a:extLst>
          </p:cNvPr>
          <p:cNvSpPr/>
          <p:nvPr/>
        </p:nvSpPr>
        <p:spPr>
          <a:xfrm>
            <a:off x="2686980" y="3139224"/>
            <a:ext cx="1182363" cy="441235"/>
          </a:xfrm>
          <a:prstGeom prst="rect">
            <a:avLst/>
          </a:prstGeom>
          <a:solidFill>
            <a:srgbClr val="000099"/>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检查转发表的下一行</a:t>
            </a:r>
          </a:p>
        </p:txBody>
      </p:sp>
      <p:cxnSp>
        <p:nvCxnSpPr>
          <p:cNvPr id="50" name="直接箭头连接符 49">
            <a:extLst>
              <a:ext uri="{FF2B5EF4-FFF2-40B4-BE49-F238E27FC236}">
                <a16:creationId xmlns:a16="http://schemas.microsoft.com/office/drawing/2014/main" id="{9C4CBCE0-A420-0C25-3680-865056135589}"/>
              </a:ext>
            </a:extLst>
          </p:cNvPr>
          <p:cNvCxnSpPr>
            <a:stCxn id="4" idx="1"/>
            <a:endCxn id="36" idx="3"/>
          </p:cNvCxnSpPr>
          <p:nvPr/>
        </p:nvCxnSpPr>
        <p:spPr>
          <a:xfrm flipH="1">
            <a:off x="3869343" y="3359842"/>
            <a:ext cx="488106" cy="0"/>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52" name="直接箭头连接符 51">
            <a:extLst>
              <a:ext uri="{FF2B5EF4-FFF2-40B4-BE49-F238E27FC236}">
                <a16:creationId xmlns:a16="http://schemas.microsoft.com/office/drawing/2014/main" id="{E1906A3B-3324-FF9D-B9E5-39B421C3A575}"/>
              </a:ext>
            </a:extLst>
          </p:cNvPr>
          <p:cNvCxnSpPr>
            <a:stCxn id="36" idx="0"/>
          </p:cNvCxnSpPr>
          <p:nvPr/>
        </p:nvCxnSpPr>
        <p:spPr>
          <a:xfrm flipH="1" flipV="1">
            <a:off x="3278161" y="2846439"/>
            <a:ext cx="1" cy="292785"/>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cxnSp>
        <p:nvCxnSpPr>
          <p:cNvPr id="55" name="直接箭头连接符 54">
            <a:extLst>
              <a:ext uri="{FF2B5EF4-FFF2-40B4-BE49-F238E27FC236}">
                <a16:creationId xmlns:a16="http://schemas.microsoft.com/office/drawing/2014/main" id="{1ADB63D1-0E8C-3CF0-96FA-2FC654B97305}"/>
              </a:ext>
            </a:extLst>
          </p:cNvPr>
          <p:cNvCxnSpPr>
            <a:stCxn id="26" idx="2"/>
            <a:endCxn id="3" idx="0"/>
          </p:cNvCxnSpPr>
          <p:nvPr/>
        </p:nvCxnSpPr>
        <p:spPr>
          <a:xfrm>
            <a:off x="5409466" y="1819880"/>
            <a:ext cx="0" cy="419121"/>
          </a:xfrm>
          <a:prstGeom prst="straightConnector1">
            <a:avLst/>
          </a:prstGeom>
          <a:ln w="19050">
            <a:solidFill>
              <a:srgbClr val="000099"/>
            </a:solidFill>
            <a:tailEnd type="triangle"/>
          </a:ln>
        </p:spPr>
        <p:style>
          <a:lnRef idx="1">
            <a:schemeClr val="accent1"/>
          </a:lnRef>
          <a:fillRef idx="0">
            <a:schemeClr val="accent1"/>
          </a:fillRef>
          <a:effectRef idx="0">
            <a:schemeClr val="accent1"/>
          </a:effectRef>
          <a:fontRef idx="minor">
            <a:schemeClr val="tx1"/>
          </a:fontRef>
        </p:style>
      </p:cxnSp>
      <p:sp>
        <p:nvSpPr>
          <p:cNvPr id="58" name="文本框 57">
            <a:extLst>
              <a:ext uri="{FF2B5EF4-FFF2-40B4-BE49-F238E27FC236}">
                <a16:creationId xmlns:a16="http://schemas.microsoft.com/office/drawing/2014/main" id="{4EC946B9-D962-E7E1-4570-7E18E0BF7A6D}"/>
              </a:ext>
            </a:extLst>
          </p:cNvPr>
          <p:cNvSpPr txBox="1"/>
          <p:nvPr/>
        </p:nvSpPr>
        <p:spPr>
          <a:xfrm>
            <a:off x="459150" y="3999530"/>
            <a:ext cx="3436083" cy="369332"/>
          </a:xfrm>
          <a:prstGeom prst="rect">
            <a:avLst/>
          </a:prstGeom>
          <a:noFill/>
        </p:spPr>
        <p:txBody>
          <a:bodyPr wrap="square">
            <a:spAutoFit/>
          </a:bodyPr>
          <a:lstStyle/>
          <a:p>
            <a:r>
              <a:rPr lang="zh-CN" altLang="en-US" dirty="0">
                <a:solidFill>
                  <a:srgbClr val="C00000"/>
                </a:solidFill>
                <a:latin typeface="微软雅黑" panose="020B0503020204020204" pitchFamily="34" charset="-122"/>
                <a:ea typeface="微软雅黑" panose="020B0503020204020204" pitchFamily="34" charset="-122"/>
              </a:rPr>
              <a:t>假定转发表按照前缀的长短排序</a:t>
            </a:r>
          </a:p>
        </p:txBody>
      </p:sp>
    </p:spTree>
    <p:custDataLst>
      <p:tags r:id="rId1"/>
    </p:custDataLst>
    <p:extLst>
      <p:ext uri="{BB962C8B-B14F-4D97-AF65-F5344CB8AC3E}">
        <p14:creationId xmlns:p14="http://schemas.microsoft.com/office/powerpoint/2010/main" val="3295564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58"/>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2"/>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nodeType="withEffect">
                                  <p:stCondLst>
                                    <p:cond delay="0"/>
                                  </p:stCondLst>
                                  <p:childTnLst>
                                    <p:anim calcmode="discrete" valueType="str">
                                      <p:cBhvr>
                                        <p:cTn id="12" dur="1000" fill="hold"/>
                                        <p:tgtEl>
                                          <p:spTgt spid="14"/>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35" presetClass="emph" presetSubtype="0" repeatCount="3000" fill="hold" grpId="0" nodeType="clickEffect">
                                  <p:stCondLst>
                                    <p:cond delay="0"/>
                                  </p:stCondLst>
                                  <p:childTnLst>
                                    <p:anim calcmode="discrete" valueType="str">
                                      <p:cBhvr>
                                        <p:cTn id="16" dur="1000" fill="hold"/>
                                        <p:tgtEl>
                                          <p:spTgt spid="13"/>
                                        </p:tgtEl>
                                        <p:attrNameLst>
                                          <p:attrName>style.visibility</p:attrName>
                                        </p:attrNameLst>
                                      </p:cBhvr>
                                      <p:tavLst>
                                        <p:tav tm="0">
                                          <p:val>
                                            <p:strVal val="hidden"/>
                                          </p:val>
                                        </p:tav>
                                        <p:tav tm="50000">
                                          <p:val>
                                            <p:strVal val="visible"/>
                                          </p:val>
                                        </p:tav>
                                      </p:tavLst>
                                    </p:anim>
                                  </p:childTnLst>
                                </p:cTn>
                              </p:par>
                              <p:par>
                                <p:cTn id="17" presetID="35" presetClass="emph" presetSubtype="0" repeatCount="3000" fill="hold" nodeType="withEffect">
                                  <p:stCondLst>
                                    <p:cond delay="0"/>
                                  </p:stCondLst>
                                  <p:childTnLst>
                                    <p:anim calcmode="discrete" valueType="str">
                                      <p:cBhvr>
                                        <p:cTn id="18" dur="1000" fill="hold"/>
                                        <p:tgtEl>
                                          <p:spTgt spid="15"/>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3000" fill="hold" grpId="0" nodeType="clickEffect">
                                  <p:stCondLst>
                                    <p:cond delay="0"/>
                                  </p:stCondLst>
                                  <p:childTnLst>
                                    <p:anim calcmode="discrete" valueType="str">
                                      <p:cBhvr>
                                        <p:cTn id="22" dur="1000" fill="hold"/>
                                        <p:tgtEl>
                                          <p:spTgt spid="26"/>
                                        </p:tgtEl>
                                        <p:attrNameLst>
                                          <p:attrName>style.visibility</p:attrName>
                                        </p:attrNameLst>
                                      </p:cBhvr>
                                      <p:tavLst>
                                        <p:tav tm="0">
                                          <p:val>
                                            <p:strVal val="hidden"/>
                                          </p:val>
                                        </p:tav>
                                        <p:tav tm="50000">
                                          <p:val>
                                            <p:strVal val="visible"/>
                                          </p:val>
                                        </p:tav>
                                      </p:tavLst>
                                    </p:anim>
                                  </p:childTnLst>
                                </p:cTn>
                              </p:par>
                              <p:par>
                                <p:cTn id="23" presetID="35" presetClass="emph" presetSubtype="0" repeatCount="3000" fill="hold" nodeType="withEffect">
                                  <p:stCondLst>
                                    <p:cond delay="0"/>
                                  </p:stCondLst>
                                  <p:childTnLst>
                                    <p:anim calcmode="discrete" valueType="str">
                                      <p:cBhvr>
                                        <p:cTn id="24" dur="1000" fill="hold"/>
                                        <p:tgtEl>
                                          <p:spTgt spid="55"/>
                                        </p:tgtEl>
                                        <p:attrNameLst>
                                          <p:attrName>style.visibility</p:attrName>
                                        </p:attrNameLst>
                                      </p:cBhvr>
                                      <p:tavLst>
                                        <p:tav tm="0">
                                          <p:val>
                                            <p:strVal val="hidden"/>
                                          </p:val>
                                        </p:tav>
                                        <p:tav tm="50000">
                                          <p:val>
                                            <p:strVal val="visible"/>
                                          </p:val>
                                        </p:tav>
                                      </p:tavLst>
                                    </p:anim>
                                  </p:childTnLst>
                                </p:cTn>
                              </p:par>
                            </p:childTnLst>
                          </p:cTn>
                        </p:par>
                      </p:childTnLst>
                    </p:cTn>
                  </p:par>
                  <p:par>
                    <p:cTn id="25" fill="hold">
                      <p:stCondLst>
                        <p:cond delay="indefinite"/>
                      </p:stCondLst>
                      <p:childTnLst>
                        <p:par>
                          <p:cTn id="26" fill="hold">
                            <p:stCondLst>
                              <p:cond delay="0"/>
                            </p:stCondLst>
                            <p:childTnLst>
                              <p:par>
                                <p:cTn id="27" presetID="35" presetClass="emph" presetSubtype="0" repeatCount="3000" fill="hold" grpId="0" nodeType="clickEffect">
                                  <p:stCondLst>
                                    <p:cond delay="0"/>
                                  </p:stCondLst>
                                  <p:childTnLst>
                                    <p:anim calcmode="discrete" valueType="str">
                                      <p:cBhvr>
                                        <p:cTn id="28" dur="1000" fill="hold"/>
                                        <p:tgtEl>
                                          <p:spTgt spid="3"/>
                                        </p:tgtEl>
                                        <p:attrNameLst>
                                          <p:attrName>style.visibility</p:attrName>
                                        </p:attrNameLst>
                                      </p:cBhvr>
                                      <p:tavLst>
                                        <p:tav tm="0">
                                          <p:val>
                                            <p:strVal val="hidden"/>
                                          </p:val>
                                        </p:tav>
                                        <p:tav tm="50000">
                                          <p:val>
                                            <p:strVal val="visible"/>
                                          </p:val>
                                        </p:tav>
                                      </p:tavLst>
                                    </p:anim>
                                  </p:childTnLst>
                                </p:cTn>
                              </p:par>
                              <p:par>
                                <p:cTn id="29" presetID="35" presetClass="emph" presetSubtype="0" repeatCount="3000" fill="hold" grpId="0" nodeType="withEffect">
                                  <p:stCondLst>
                                    <p:cond delay="0"/>
                                  </p:stCondLst>
                                  <p:childTnLst>
                                    <p:anim calcmode="discrete" valueType="str">
                                      <p:cBhvr>
                                        <p:cTn id="30" dur="1000" fill="hold"/>
                                        <p:tgtEl>
                                          <p:spTgt spid="20"/>
                                        </p:tgtEl>
                                        <p:attrNameLst>
                                          <p:attrName>style.visibility</p:attrName>
                                        </p:attrNameLst>
                                      </p:cBhvr>
                                      <p:tavLst>
                                        <p:tav tm="0">
                                          <p:val>
                                            <p:strVal val="hidden"/>
                                          </p:val>
                                        </p:tav>
                                        <p:tav tm="50000">
                                          <p:val>
                                            <p:strVal val="visible"/>
                                          </p:val>
                                        </p:tav>
                                      </p:tavLst>
                                    </p:anim>
                                  </p:childTnLst>
                                </p:cTn>
                              </p:par>
                              <p:par>
                                <p:cTn id="31" presetID="35" presetClass="emph" presetSubtype="0" repeatCount="3000" fill="hold" nodeType="withEffect">
                                  <p:stCondLst>
                                    <p:cond delay="0"/>
                                  </p:stCondLst>
                                  <p:childTnLst>
                                    <p:anim calcmode="discrete" valueType="str">
                                      <p:cBhvr>
                                        <p:cTn id="32" dur="1000" fill="hold"/>
                                        <p:tgtEl>
                                          <p:spTgt spid="17"/>
                                        </p:tgtEl>
                                        <p:attrNameLst>
                                          <p:attrName>style.visibility</p:attrName>
                                        </p:attrNameLst>
                                      </p:cBhvr>
                                      <p:tavLst>
                                        <p:tav tm="0">
                                          <p:val>
                                            <p:strVal val="hidden"/>
                                          </p:val>
                                        </p:tav>
                                        <p:tav tm="50000">
                                          <p:val>
                                            <p:strVal val="visible"/>
                                          </p:val>
                                        </p:tav>
                                      </p:tavLst>
                                    </p:anim>
                                  </p:childTnLst>
                                </p:cTn>
                              </p:par>
                            </p:childTnLst>
                          </p:cTn>
                        </p:par>
                      </p:childTnLst>
                    </p:cTn>
                  </p:par>
                  <p:par>
                    <p:cTn id="33" fill="hold">
                      <p:stCondLst>
                        <p:cond delay="indefinite"/>
                      </p:stCondLst>
                      <p:childTnLst>
                        <p:par>
                          <p:cTn id="34" fill="hold">
                            <p:stCondLst>
                              <p:cond delay="0"/>
                            </p:stCondLst>
                            <p:childTnLst>
                              <p:par>
                                <p:cTn id="35" presetID="35" presetClass="emph" presetSubtype="0" repeatCount="3000" fill="hold" grpId="0" nodeType="clickEffect">
                                  <p:stCondLst>
                                    <p:cond delay="0"/>
                                  </p:stCondLst>
                                  <p:childTnLst>
                                    <p:anim calcmode="discrete" valueType="str">
                                      <p:cBhvr>
                                        <p:cTn id="36"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37" fill="hold">
                      <p:stCondLst>
                        <p:cond delay="indefinite"/>
                      </p:stCondLst>
                      <p:childTnLst>
                        <p:par>
                          <p:cTn id="38" fill="hold">
                            <p:stCondLst>
                              <p:cond delay="0"/>
                            </p:stCondLst>
                            <p:childTnLst>
                              <p:par>
                                <p:cTn id="39" presetID="35" presetClass="emph" presetSubtype="0" repeatCount="3000" fill="hold" grpId="0" nodeType="clickEffect">
                                  <p:stCondLst>
                                    <p:cond delay="0"/>
                                  </p:stCondLst>
                                  <p:childTnLst>
                                    <p:anim calcmode="discrete" valueType="str">
                                      <p:cBhvr>
                                        <p:cTn id="40" dur="1000" fill="hold"/>
                                        <p:tgtEl>
                                          <p:spTgt spid="21"/>
                                        </p:tgtEl>
                                        <p:attrNameLst>
                                          <p:attrName>style.visibility</p:attrName>
                                        </p:attrNameLst>
                                      </p:cBhvr>
                                      <p:tavLst>
                                        <p:tav tm="0">
                                          <p:val>
                                            <p:strVal val="hidden"/>
                                          </p:val>
                                        </p:tav>
                                        <p:tav tm="50000">
                                          <p:val>
                                            <p:strVal val="visible"/>
                                          </p:val>
                                        </p:tav>
                                      </p:tavLst>
                                    </p:anim>
                                  </p:childTnLst>
                                </p:cTn>
                              </p:par>
                              <p:par>
                                <p:cTn id="41" presetID="35" presetClass="emph" presetSubtype="0" repeatCount="3000" fill="hold" nodeType="withEffect">
                                  <p:stCondLst>
                                    <p:cond delay="0"/>
                                  </p:stCondLst>
                                  <p:childTnLst>
                                    <p:anim calcmode="discrete" valueType="str">
                                      <p:cBhvr>
                                        <p:cTn id="42" dur="1000" fill="hold"/>
                                        <p:tgtEl>
                                          <p:spTgt spid="11"/>
                                        </p:tgtEl>
                                        <p:attrNameLst>
                                          <p:attrName>style.visibility</p:attrName>
                                        </p:attrNameLst>
                                      </p:cBhvr>
                                      <p:tavLst>
                                        <p:tav tm="0">
                                          <p:val>
                                            <p:strVal val="hidden"/>
                                          </p:val>
                                        </p:tav>
                                        <p:tav tm="50000">
                                          <p:val>
                                            <p:strVal val="visible"/>
                                          </p:val>
                                        </p:tav>
                                      </p:tavLst>
                                    </p:anim>
                                  </p:childTnLst>
                                </p:cTn>
                              </p:par>
                              <p:par>
                                <p:cTn id="43" presetID="35" presetClass="emph" presetSubtype="0" repeatCount="3000" fill="hold" grpId="0" nodeType="withEffect">
                                  <p:stCondLst>
                                    <p:cond delay="0"/>
                                  </p:stCondLst>
                                  <p:childTnLst>
                                    <p:anim calcmode="discrete" valueType="str">
                                      <p:cBhvr>
                                        <p:cTn id="44" dur="1000" fill="hold"/>
                                        <p:tgtEl>
                                          <p:spTgt spid="4"/>
                                        </p:tgtEl>
                                        <p:attrNameLst>
                                          <p:attrName>style.visibility</p:attrName>
                                        </p:attrNameLst>
                                      </p:cBhvr>
                                      <p:tavLst>
                                        <p:tav tm="0">
                                          <p:val>
                                            <p:strVal val="hidden"/>
                                          </p:val>
                                        </p:tav>
                                        <p:tav tm="50000">
                                          <p:val>
                                            <p:strVal val="visible"/>
                                          </p:val>
                                        </p:tav>
                                      </p:tavLst>
                                    </p:anim>
                                  </p:childTnLst>
                                </p:cTn>
                              </p:par>
                              <p:par>
                                <p:cTn id="45" presetID="35" presetClass="emph" presetSubtype="0" repeatCount="3000" fill="hold" nodeType="withEffect">
                                  <p:stCondLst>
                                    <p:cond delay="0"/>
                                  </p:stCondLst>
                                  <p:childTnLst>
                                    <p:anim calcmode="discrete" valueType="str">
                                      <p:cBhvr>
                                        <p:cTn id="46" dur="1000" fill="hold"/>
                                        <p:tgtEl>
                                          <p:spTgt spid="50"/>
                                        </p:tgtEl>
                                        <p:attrNameLst>
                                          <p:attrName>style.visibility</p:attrName>
                                        </p:attrNameLst>
                                      </p:cBhvr>
                                      <p:tavLst>
                                        <p:tav tm="0">
                                          <p:val>
                                            <p:strVal val="hidden"/>
                                          </p:val>
                                        </p:tav>
                                        <p:tav tm="50000">
                                          <p:val>
                                            <p:strVal val="visible"/>
                                          </p:val>
                                        </p:tav>
                                      </p:tavLst>
                                    </p:anim>
                                  </p:childTnLst>
                                </p:cTn>
                              </p:par>
                              <p:par>
                                <p:cTn id="47" presetID="35" presetClass="emph" presetSubtype="0" repeatCount="3000" fill="hold" grpId="0" nodeType="withEffect">
                                  <p:stCondLst>
                                    <p:cond delay="0"/>
                                  </p:stCondLst>
                                  <p:childTnLst>
                                    <p:anim calcmode="discrete" valueType="str">
                                      <p:cBhvr>
                                        <p:cTn id="48" dur="1000" fill="hold"/>
                                        <p:tgtEl>
                                          <p:spTgt spid="24"/>
                                        </p:tgtEl>
                                        <p:attrNameLst>
                                          <p:attrName>style.visibility</p:attrName>
                                        </p:attrNameLst>
                                      </p:cBhvr>
                                      <p:tavLst>
                                        <p:tav tm="0">
                                          <p:val>
                                            <p:strVal val="hidden"/>
                                          </p:val>
                                        </p:tav>
                                        <p:tav tm="50000">
                                          <p:val>
                                            <p:strVal val="visible"/>
                                          </p:val>
                                        </p:tav>
                                      </p:tavLst>
                                    </p:anim>
                                  </p:childTnLst>
                                </p:cTn>
                              </p:par>
                            </p:childTnLst>
                          </p:cTn>
                        </p:par>
                      </p:childTnLst>
                    </p:cTn>
                  </p:par>
                  <p:par>
                    <p:cTn id="49" fill="hold">
                      <p:stCondLst>
                        <p:cond delay="indefinite"/>
                      </p:stCondLst>
                      <p:childTnLst>
                        <p:par>
                          <p:cTn id="50" fill="hold">
                            <p:stCondLst>
                              <p:cond delay="0"/>
                            </p:stCondLst>
                            <p:childTnLst>
                              <p:par>
                                <p:cTn id="51" presetID="35" presetClass="emph" presetSubtype="0" repeatCount="3000" fill="hold" grpId="0" nodeType="clickEffect">
                                  <p:stCondLst>
                                    <p:cond delay="0"/>
                                  </p:stCondLst>
                                  <p:childTnLst>
                                    <p:anim calcmode="discrete" valueType="str">
                                      <p:cBhvr>
                                        <p:cTn id="52" dur="1000" fill="hold"/>
                                        <p:tgtEl>
                                          <p:spTgt spid="36"/>
                                        </p:tgtEl>
                                        <p:attrNameLst>
                                          <p:attrName>style.visibility</p:attrName>
                                        </p:attrNameLst>
                                      </p:cBhvr>
                                      <p:tavLst>
                                        <p:tav tm="0">
                                          <p:val>
                                            <p:strVal val="hidden"/>
                                          </p:val>
                                        </p:tav>
                                        <p:tav tm="50000">
                                          <p:val>
                                            <p:strVal val="visible"/>
                                          </p:val>
                                        </p:tav>
                                      </p:tavLst>
                                    </p:anim>
                                  </p:childTnLst>
                                </p:cTn>
                              </p:par>
                              <p:par>
                                <p:cTn id="53" presetID="35" presetClass="emph" presetSubtype="0" repeatCount="3000" fill="hold" nodeType="withEffect">
                                  <p:stCondLst>
                                    <p:cond delay="0"/>
                                  </p:stCondLst>
                                  <p:childTnLst>
                                    <p:anim calcmode="discrete" valueType="str">
                                      <p:cBhvr>
                                        <p:cTn id="54" dur="1000" fill="hold"/>
                                        <p:tgtEl>
                                          <p:spTgt spid="52"/>
                                        </p:tgtEl>
                                        <p:attrNameLst>
                                          <p:attrName>style.visibility</p:attrName>
                                        </p:attrNameLst>
                                      </p:cBhvr>
                                      <p:tavLst>
                                        <p:tav tm="0">
                                          <p:val>
                                            <p:strVal val="hidden"/>
                                          </p:val>
                                        </p:tav>
                                        <p:tav tm="50000">
                                          <p:val>
                                            <p:strVal val="visible"/>
                                          </p:val>
                                        </p:tav>
                                      </p:tavLst>
                                    </p:anim>
                                  </p:childTnLst>
                                </p:cTn>
                              </p:par>
                            </p:childTnLst>
                          </p:cTn>
                        </p:par>
                      </p:childTnLst>
                    </p:cTn>
                  </p:par>
                  <p:par>
                    <p:cTn id="55" fill="hold">
                      <p:stCondLst>
                        <p:cond delay="indefinite"/>
                      </p:stCondLst>
                      <p:childTnLst>
                        <p:par>
                          <p:cTn id="56" fill="hold">
                            <p:stCondLst>
                              <p:cond delay="0"/>
                            </p:stCondLst>
                            <p:childTnLst>
                              <p:par>
                                <p:cTn id="57" presetID="35" presetClass="emph" presetSubtype="0" repeatCount="3000" fill="hold" grpId="0" nodeType="clickEffect">
                                  <p:stCondLst>
                                    <p:cond delay="0"/>
                                  </p:stCondLst>
                                  <p:childTnLst>
                                    <p:anim calcmode="discrete" valueType="str">
                                      <p:cBhvr>
                                        <p:cTn id="58" dur="1000" fill="hold"/>
                                        <p:tgtEl>
                                          <p:spTgt spid="22"/>
                                        </p:tgtEl>
                                        <p:attrNameLst>
                                          <p:attrName>style.visibility</p:attrName>
                                        </p:attrNameLst>
                                      </p:cBhvr>
                                      <p:tavLst>
                                        <p:tav tm="0">
                                          <p:val>
                                            <p:strVal val="hidden"/>
                                          </p:val>
                                        </p:tav>
                                        <p:tav tm="50000">
                                          <p:val>
                                            <p:strVal val="visible"/>
                                          </p:val>
                                        </p:tav>
                                      </p:tavLst>
                                    </p:anim>
                                  </p:childTnLst>
                                </p:cTn>
                              </p:par>
                              <p:par>
                                <p:cTn id="59" presetID="35" presetClass="emph" presetSubtype="0" repeatCount="3000" fill="hold" grpId="0" nodeType="withEffect">
                                  <p:stCondLst>
                                    <p:cond delay="0"/>
                                  </p:stCondLst>
                                  <p:childTnLst>
                                    <p:anim calcmode="discrete" valueType="str">
                                      <p:cBhvr>
                                        <p:cTn id="60" dur="1000" fill="hold"/>
                                        <p:tgtEl>
                                          <p:spTgt spid="10"/>
                                        </p:tgtEl>
                                        <p:attrNameLst>
                                          <p:attrName>style.visibility</p:attrName>
                                        </p:attrNameLst>
                                      </p:cBhvr>
                                      <p:tavLst>
                                        <p:tav tm="0">
                                          <p:val>
                                            <p:strVal val="hidden"/>
                                          </p:val>
                                        </p:tav>
                                        <p:tav tm="50000">
                                          <p:val>
                                            <p:strVal val="visible"/>
                                          </p:val>
                                        </p:tav>
                                      </p:tavLst>
                                    </p:anim>
                                  </p:childTnLst>
                                </p:cTn>
                              </p:par>
                              <p:par>
                                <p:cTn id="61" presetID="35" presetClass="emph" presetSubtype="0" repeatCount="3000" fill="hold" nodeType="withEffect">
                                  <p:stCondLst>
                                    <p:cond delay="0"/>
                                  </p:stCondLst>
                                  <p:childTnLst>
                                    <p:anim calcmode="discrete" valueType="str">
                                      <p:cBhvr>
                                        <p:cTn id="62"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7" grpId="0" animBg="1"/>
      <p:bldP spid="10" grpId="0" animBg="1"/>
      <p:bldP spid="13" grpId="0" animBg="1"/>
      <p:bldP spid="20" grpId="0"/>
      <p:bldP spid="21" grpId="0"/>
      <p:bldP spid="22" grpId="0"/>
      <p:bldP spid="24" grpId="0"/>
      <p:bldP spid="26" grpId="0" animBg="1"/>
      <p:bldP spid="36" grpId="0" animBg="1"/>
      <p:bldP spid="58"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369317" y="571120"/>
            <a:ext cx="440537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4.2.4 </a:t>
            </a:r>
            <a:r>
              <a:rPr lang="zh-CN" altLang="en-US" sz="2400" b="1" dirty="0">
                <a:solidFill>
                  <a:schemeClr val="bg1"/>
                </a:solidFill>
                <a:latin typeface="微软雅黑" pitchFamily="34" charset="-122"/>
                <a:ea typeface="微软雅黑" pitchFamily="34" charset="-122"/>
              </a:rPr>
              <a:t>使用二叉线索查找转发表</a:t>
            </a:r>
          </a:p>
        </p:txBody>
      </p:sp>
      <p:sp>
        <p:nvSpPr>
          <p:cNvPr id="4" name="Rectangle 8"/>
          <p:cNvSpPr>
            <a:spLocks noChangeArrowheads="1"/>
          </p:cNvSpPr>
          <p:nvPr/>
        </p:nvSpPr>
        <p:spPr bwMode="auto">
          <a:xfrm>
            <a:off x="545143" y="1181180"/>
            <a:ext cx="8053711" cy="25867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当转发表的项目数很大时，怎样设法减小转发表的查找时间就成为一个非常重要的问题。</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一种简单的查找算法就是先将转发表中的表项按前缀长度，从大到小排序，从最长的前缀开始查找。</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这种简单算法的明显缺点就是查找的次数太多。最坏的情况是转发表中没有这个路由，需要遍历完转发表中全部的表项。</a:t>
            </a:r>
          </a:p>
        </p:txBody>
      </p:sp>
    </p:spTree>
    <p:custDataLst>
      <p:tags r:id="rId1"/>
    </p:custDataLst>
    <p:extLst>
      <p:ext uri="{BB962C8B-B14F-4D97-AF65-F5344CB8AC3E}">
        <p14:creationId xmlns:p14="http://schemas.microsoft.com/office/powerpoint/2010/main" val="2198410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29C6DE-10A6-3E0C-3041-19F07975F522}"/>
            </a:ext>
          </a:extLst>
        </p:cNvPr>
        <p:cNvGrpSpPr/>
        <p:nvPr/>
      </p:nvGrpSpPr>
      <p:grpSpPr>
        <a:xfrm>
          <a:off x="0" y="0"/>
          <a:ext cx="0" cy="0"/>
          <a:chOff x="0" y="0"/>
          <a:chExt cx="0" cy="0"/>
        </a:xfrm>
      </p:grpSpPr>
      <p:sp>
        <p:nvSpPr>
          <p:cNvPr id="5" name="AutoShape 5">
            <a:extLst>
              <a:ext uri="{FF2B5EF4-FFF2-40B4-BE49-F238E27FC236}">
                <a16:creationId xmlns:a16="http://schemas.microsoft.com/office/drawing/2014/main" id="{BE5E5CC8-53C0-0FE2-0C17-A3547B8B8175}"/>
              </a:ext>
            </a:extLst>
          </p:cNvPr>
          <p:cNvSpPr>
            <a:spLocks noChangeArrowheads="1"/>
          </p:cNvSpPr>
          <p:nvPr/>
        </p:nvSpPr>
        <p:spPr bwMode="auto">
          <a:xfrm>
            <a:off x="545144" y="61198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BE45A13D-DA28-687A-685F-CE65CFCC7B9C}"/>
              </a:ext>
            </a:extLst>
          </p:cNvPr>
          <p:cNvSpPr>
            <a:spLocks noChangeArrowheads="1"/>
          </p:cNvSpPr>
          <p:nvPr/>
        </p:nvSpPr>
        <p:spPr bwMode="auto">
          <a:xfrm>
            <a:off x="2369317" y="571120"/>
            <a:ext cx="440537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4.2.4 </a:t>
            </a:r>
            <a:r>
              <a:rPr lang="zh-CN" altLang="en-US" sz="2400" b="1" dirty="0">
                <a:solidFill>
                  <a:schemeClr val="bg1"/>
                </a:solidFill>
                <a:latin typeface="微软雅黑" pitchFamily="34" charset="-122"/>
                <a:ea typeface="微软雅黑" pitchFamily="34" charset="-122"/>
              </a:rPr>
              <a:t>使用二叉线索查找转发表</a:t>
            </a:r>
          </a:p>
        </p:txBody>
      </p:sp>
      <p:sp>
        <p:nvSpPr>
          <p:cNvPr id="4" name="Rectangle 8">
            <a:extLst>
              <a:ext uri="{FF2B5EF4-FFF2-40B4-BE49-F238E27FC236}">
                <a16:creationId xmlns:a16="http://schemas.microsoft.com/office/drawing/2014/main" id="{61DE9BEA-1F2B-5F13-5BE9-48CE9B584541}"/>
              </a:ext>
            </a:extLst>
          </p:cNvPr>
          <p:cNvSpPr>
            <a:spLocks noChangeArrowheads="1"/>
          </p:cNvSpPr>
          <p:nvPr/>
        </p:nvSpPr>
        <p:spPr bwMode="auto">
          <a:xfrm>
            <a:off x="545143" y="1122190"/>
            <a:ext cx="8053711" cy="3433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二叉线索 </a:t>
            </a:r>
            <a:r>
              <a:rPr lang="en-US" altLang="zh-CN" sz="2000" b="1" dirty="0">
                <a:latin typeface="微软雅黑" pitchFamily="34" charset="-122"/>
                <a:ea typeface="微软雅黑" pitchFamily="34" charset="-122"/>
              </a:rPr>
              <a:t>(binary </a:t>
            </a:r>
            <a:r>
              <a:rPr lang="en-US" altLang="zh-CN" sz="2000" b="1" dirty="0" err="1">
                <a:latin typeface="微软雅黑" pitchFamily="34" charset="-122"/>
                <a:ea typeface="微软雅黑" pitchFamily="34" charset="-122"/>
              </a:rPr>
              <a:t>trie</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：一种特殊结构的树，可以快速在转发表中找到匹配的叶节点。</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从二叉线索的根节点</a:t>
            </a:r>
            <a:r>
              <a:rPr lang="zh-CN" altLang="en-US" sz="2000" b="1" dirty="0">
                <a:solidFill>
                  <a:srgbClr val="C00000"/>
                </a:solidFill>
                <a:latin typeface="微软雅黑" pitchFamily="34" charset="-122"/>
                <a:ea typeface="微软雅黑" pitchFamily="34" charset="-122"/>
              </a:rPr>
              <a:t>自顶向下</a:t>
            </a:r>
            <a:r>
              <a:rPr lang="zh-CN" altLang="en-US" sz="2000" b="1" dirty="0">
                <a:latin typeface="微软雅黑" pitchFamily="34" charset="-122"/>
                <a:ea typeface="微软雅黑" pitchFamily="34" charset="-122"/>
              </a:rPr>
              <a:t>的深度最多有 </a:t>
            </a:r>
            <a:r>
              <a:rPr lang="en-US" altLang="zh-CN" sz="2000" b="1" dirty="0">
                <a:solidFill>
                  <a:srgbClr val="C00000"/>
                </a:solidFill>
                <a:latin typeface="微软雅黑" pitchFamily="34" charset="-122"/>
                <a:ea typeface="微软雅黑" pitchFamily="34" charset="-122"/>
              </a:rPr>
              <a:t>32</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层，每一层对应于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地址中的一位。</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地址中从左到右的比特值决定了从根节点逐层向下层延伸的路径，而</a:t>
            </a:r>
            <a:r>
              <a:rPr lang="zh-CN" altLang="en-US" sz="2000" b="1" dirty="0">
                <a:solidFill>
                  <a:srgbClr val="C00000"/>
                </a:solidFill>
                <a:latin typeface="微软雅黑" pitchFamily="34" charset="-122"/>
                <a:ea typeface="微软雅黑" pitchFamily="34" charset="-122"/>
              </a:rPr>
              <a:t>二叉线索中的各个路径就代表转发表中存放的各个地址</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为简化二叉线索的结构，可以用</a:t>
            </a:r>
            <a:r>
              <a:rPr lang="zh-CN" altLang="en-US" sz="2000" b="1" dirty="0">
                <a:solidFill>
                  <a:srgbClr val="C00000"/>
                </a:solidFill>
                <a:latin typeface="微软雅黑" pitchFamily="34" charset="-122"/>
                <a:ea typeface="微软雅黑" pitchFamily="34" charset="-122"/>
              </a:rPr>
              <a:t>唯一前缀 </a:t>
            </a:r>
            <a:r>
              <a:rPr lang="en-US" altLang="zh-CN" sz="2000" b="1" dirty="0">
                <a:latin typeface="微软雅黑" pitchFamily="34" charset="-122"/>
                <a:ea typeface="微软雅黑" pitchFamily="34" charset="-122"/>
              </a:rPr>
              <a:t>(unique prefix) </a:t>
            </a:r>
            <a:r>
              <a:rPr lang="zh-CN" altLang="en-US" sz="2000" b="1" dirty="0">
                <a:latin typeface="微软雅黑" pitchFamily="34" charset="-122"/>
                <a:ea typeface="微软雅黑" pitchFamily="34" charset="-122"/>
              </a:rPr>
              <a:t>来构造二叉线索。</a:t>
            </a:r>
          </a:p>
        </p:txBody>
      </p:sp>
    </p:spTree>
    <p:custDataLst>
      <p:tags r:id="rId1"/>
    </p:custDataLst>
    <p:extLst>
      <p:ext uri="{BB962C8B-B14F-4D97-AF65-F5344CB8AC3E}">
        <p14:creationId xmlns:p14="http://schemas.microsoft.com/office/powerpoint/2010/main" val="232907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 name="矩形 12"/>
          <p:cNvSpPr/>
          <p:nvPr/>
        </p:nvSpPr>
        <p:spPr>
          <a:xfrm>
            <a:off x="682385" y="3073260"/>
            <a:ext cx="7766343" cy="1040285"/>
          </a:xfrm>
          <a:prstGeom prst="rect">
            <a:avLst/>
          </a:prstGeom>
          <a:solidFill>
            <a:srgbClr val="00FF99"/>
          </a:solidFill>
          <a:ln>
            <a:solidFill>
              <a:srgbClr val="000099"/>
            </a:solidFill>
          </a:ln>
        </p:spPr>
        <p:txBody>
          <a:bodyPr wrap="square">
            <a:spAutoFit/>
          </a:bodyPr>
          <a:lstStyle/>
          <a:p>
            <a:pPr>
              <a:lnSpc>
                <a:spcPct val="110000"/>
              </a:lnSpc>
            </a:pPr>
            <a:r>
              <a:rPr lang="zh-CN" altLang="en-US" sz="1400" b="1" dirty="0">
                <a:solidFill>
                  <a:srgbClr val="0000FF"/>
                </a:solidFill>
                <a:latin typeface="微软雅黑" pitchFamily="34" charset="-122"/>
                <a:ea typeface="微软雅黑" pitchFamily="34" charset="-122"/>
              </a:rPr>
              <a:t>规则：</a:t>
            </a:r>
            <a:r>
              <a:rPr lang="zh-CN" altLang="en-US" sz="1400" b="1" dirty="0">
                <a:latin typeface="微软雅黑" pitchFamily="34" charset="-122"/>
                <a:ea typeface="微软雅黑" pitchFamily="34" charset="-122"/>
              </a:rPr>
              <a:t>先检查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地址左边的第一位，如为 </a:t>
            </a:r>
            <a:r>
              <a:rPr lang="en-US" altLang="zh-CN" sz="1400" b="1" dirty="0">
                <a:latin typeface="微软雅黑" pitchFamily="34" charset="-122"/>
                <a:ea typeface="微软雅黑" pitchFamily="34" charset="-122"/>
              </a:rPr>
              <a:t>0</a:t>
            </a:r>
            <a:r>
              <a:rPr lang="zh-CN" altLang="en-US" sz="1400" b="1" dirty="0">
                <a:latin typeface="微软雅黑" pitchFamily="34" charset="-122"/>
                <a:ea typeface="微软雅黑" pitchFamily="34" charset="-122"/>
              </a:rPr>
              <a:t>，则第一层的节点就在根节点的左下方；如为 </a:t>
            </a: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，则在右下方。然后再检查地址的第二位，构造出第二层的节点。依此类推，直到唯一前缀的最后一位。每个叶节点代表一个唯一前缀。</a:t>
            </a:r>
            <a:endParaRPr lang="en-US" altLang="zh-CN" sz="1400" b="1" dirty="0">
              <a:latin typeface="微软雅黑" pitchFamily="34" charset="-122"/>
              <a:ea typeface="微软雅黑" pitchFamily="34" charset="-122"/>
            </a:endParaRPr>
          </a:p>
          <a:p>
            <a:pPr>
              <a:lnSpc>
                <a:spcPct val="110000"/>
              </a:lnSpc>
            </a:pPr>
            <a:r>
              <a:rPr lang="zh-CN" altLang="en-US" sz="1400" b="1" dirty="0">
                <a:latin typeface="微软雅黑" pitchFamily="34" charset="-122"/>
                <a:ea typeface="微软雅黑" pitchFamily="34" charset="-122"/>
              </a:rPr>
              <a:t>为检查网络前缀是否匹配，必须使二叉线索中的每一个叶节点</a:t>
            </a:r>
            <a:r>
              <a:rPr lang="zh-CN" altLang="en-US" sz="1400" b="1" dirty="0">
                <a:solidFill>
                  <a:srgbClr val="C00000"/>
                </a:solidFill>
                <a:latin typeface="微软雅黑" pitchFamily="34" charset="-122"/>
                <a:ea typeface="微软雅黑" pitchFamily="34" charset="-122"/>
              </a:rPr>
              <a:t>包含</a:t>
            </a:r>
            <a:r>
              <a:rPr lang="zh-CN" altLang="en-US" sz="1400" b="1" dirty="0">
                <a:latin typeface="微软雅黑" pitchFamily="34" charset="-122"/>
                <a:ea typeface="微软雅黑" pitchFamily="34" charset="-122"/>
              </a:rPr>
              <a:t>所对应的网络前缀和子网掩码。</a:t>
            </a:r>
          </a:p>
        </p:txBody>
      </p:sp>
      <p:sp>
        <p:nvSpPr>
          <p:cNvPr id="14" name="Text Box 4"/>
          <p:cNvSpPr txBox="1">
            <a:spLocks noChangeArrowheads="1"/>
          </p:cNvSpPr>
          <p:nvPr/>
        </p:nvSpPr>
        <p:spPr bwMode="auto">
          <a:xfrm>
            <a:off x="607293" y="1159625"/>
            <a:ext cx="5525872" cy="18128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1400" b="1" dirty="0">
                <a:latin typeface="微软雅黑" pitchFamily="34" charset="-122"/>
                <a:ea typeface="微软雅黑" pitchFamily="34" charset="-122"/>
              </a:rPr>
              <a:t>                     </a:t>
            </a:r>
            <a:r>
              <a:rPr kumimoji="1" lang="en-US" altLang="zh-CN" sz="1600" b="1" dirty="0">
                <a:latin typeface="微软雅黑" pitchFamily="34" charset="-122"/>
                <a:ea typeface="微软雅黑" pitchFamily="34" charset="-122"/>
              </a:rPr>
              <a:t>32 </a:t>
            </a:r>
            <a:r>
              <a:rPr kumimoji="1" lang="zh-CN" altLang="en-US" sz="1600" b="1" dirty="0">
                <a:latin typeface="微软雅黑" pitchFamily="34" charset="-122"/>
                <a:ea typeface="微软雅黑" pitchFamily="34" charset="-122"/>
              </a:rPr>
              <a:t>位的 </a:t>
            </a:r>
            <a:r>
              <a:rPr kumimoji="1" lang="en-US" altLang="zh-CN" sz="1600" b="1" dirty="0">
                <a:latin typeface="微软雅黑" pitchFamily="34" charset="-122"/>
                <a:ea typeface="微软雅黑" pitchFamily="34" charset="-122"/>
              </a:rPr>
              <a:t>IP </a:t>
            </a:r>
            <a:r>
              <a:rPr kumimoji="1" lang="zh-CN" altLang="en-US" sz="1600" b="1" dirty="0">
                <a:latin typeface="微软雅黑" pitchFamily="34" charset="-122"/>
                <a:ea typeface="微软雅黑" pitchFamily="34" charset="-122"/>
              </a:rPr>
              <a:t>地址                              唯一前缀</a:t>
            </a:r>
          </a:p>
          <a:p>
            <a:pPr>
              <a:lnSpc>
                <a:spcPct val="130000"/>
              </a:lnSpc>
            </a:pPr>
            <a:r>
              <a:rPr kumimoji="1" lang="en-US" altLang="zh-CN" sz="1400" b="1" dirty="0">
                <a:solidFill>
                  <a:srgbClr val="0000CC"/>
                </a:solidFill>
                <a:latin typeface="微软雅黑" pitchFamily="34" charset="-122"/>
                <a:ea typeface="微软雅黑" pitchFamily="34" charset="-122"/>
              </a:rPr>
              <a:t>  </a:t>
            </a:r>
            <a:r>
              <a:rPr kumimoji="1" lang="en-US" altLang="zh-CN" sz="1400" b="1" dirty="0">
                <a:solidFill>
                  <a:srgbClr val="0000FF"/>
                </a:solidFill>
                <a:latin typeface="微软雅黑" pitchFamily="34" charset="-122"/>
                <a:ea typeface="微软雅黑" pitchFamily="34" charset="-122"/>
              </a:rPr>
              <a:t>01000110 00000000 00000000 00000000	0100</a:t>
            </a:r>
          </a:p>
          <a:p>
            <a:pPr>
              <a:lnSpc>
                <a:spcPct val="130000"/>
              </a:lnSpc>
            </a:pPr>
            <a:r>
              <a:rPr kumimoji="1" lang="en-US" altLang="zh-CN" sz="1400" b="1" dirty="0">
                <a:solidFill>
                  <a:srgbClr val="0000FF"/>
                </a:solidFill>
                <a:latin typeface="微软雅黑" pitchFamily="34" charset="-122"/>
                <a:ea typeface="微软雅黑" pitchFamily="34" charset="-122"/>
              </a:rPr>
              <a:t>  01010110 00000000 00000000 00000000	0101</a:t>
            </a:r>
          </a:p>
          <a:p>
            <a:pPr>
              <a:lnSpc>
                <a:spcPct val="130000"/>
              </a:lnSpc>
            </a:pPr>
            <a:r>
              <a:rPr kumimoji="1" lang="en-US" altLang="zh-CN" sz="1400" b="1" dirty="0">
                <a:solidFill>
                  <a:srgbClr val="0000FF"/>
                </a:solidFill>
                <a:latin typeface="微软雅黑" pitchFamily="34" charset="-122"/>
                <a:ea typeface="微软雅黑" pitchFamily="34" charset="-122"/>
              </a:rPr>
              <a:t>  01100001 00000000 00000000 00000000	011</a:t>
            </a:r>
          </a:p>
          <a:p>
            <a:pPr>
              <a:lnSpc>
                <a:spcPct val="130000"/>
              </a:lnSpc>
            </a:pPr>
            <a:r>
              <a:rPr kumimoji="1" lang="en-US" altLang="zh-CN" sz="1400" b="1" dirty="0">
                <a:solidFill>
                  <a:srgbClr val="0000FF"/>
                </a:solidFill>
                <a:latin typeface="微软雅黑" pitchFamily="34" charset="-122"/>
                <a:ea typeface="微软雅黑" pitchFamily="34" charset="-122"/>
              </a:rPr>
              <a:t>  10110000 00000010 00000000 00000000	10110</a:t>
            </a:r>
          </a:p>
          <a:p>
            <a:pPr>
              <a:lnSpc>
                <a:spcPct val="130000"/>
              </a:lnSpc>
            </a:pPr>
            <a:r>
              <a:rPr kumimoji="1" lang="en-US" altLang="zh-CN" sz="1400" b="1" dirty="0">
                <a:solidFill>
                  <a:srgbClr val="0000FF"/>
                </a:solidFill>
                <a:latin typeface="微软雅黑" pitchFamily="34" charset="-122"/>
                <a:ea typeface="微软雅黑" pitchFamily="34" charset="-122"/>
              </a:rPr>
              <a:t>  10111011 00001010 00000000 00000000	10111</a:t>
            </a:r>
            <a:endParaRPr kumimoji="1" lang="en-US" altLang="zh-CN" sz="1400" b="1" dirty="0">
              <a:solidFill>
                <a:srgbClr val="0000CC"/>
              </a:solidFill>
              <a:latin typeface="微软雅黑" pitchFamily="34" charset="-122"/>
              <a:ea typeface="微软雅黑" pitchFamily="34" charset="-122"/>
            </a:endParaRPr>
          </a:p>
        </p:txBody>
      </p:sp>
      <p:sp>
        <p:nvSpPr>
          <p:cNvPr id="46"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2634346" y="582227"/>
            <a:ext cx="3894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用 </a:t>
            </a:r>
            <a:r>
              <a:rPr lang="en-US" altLang="zh-CN" sz="2000" b="1" dirty="0">
                <a:solidFill>
                  <a:schemeClr val="bg1"/>
                </a:solidFill>
                <a:latin typeface="微软雅黑" pitchFamily="34" charset="-122"/>
                <a:ea typeface="微软雅黑" pitchFamily="34" charset="-122"/>
              </a:rPr>
              <a:t>5 </a:t>
            </a:r>
            <a:r>
              <a:rPr lang="zh-CN" altLang="en-US" sz="2000" b="1" dirty="0">
                <a:solidFill>
                  <a:schemeClr val="bg1"/>
                </a:solidFill>
                <a:latin typeface="微软雅黑" pitchFamily="34" charset="-122"/>
                <a:ea typeface="微软雅黑" pitchFamily="34" charset="-122"/>
              </a:rPr>
              <a:t>个唯一前缀构成的二叉线索</a:t>
            </a:r>
          </a:p>
        </p:txBody>
      </p:sp>
      <p:grpSp>
        <p:nvGrpSpPr>
          <p:cNvPr id="4" name="组合 3">
            <a:extLst>
              <a:ext uri="{FF2B5EF4-FFF2-40B4-BE49-F238E27FC236}">
                <a16:creationId xmlns:a16="http://schemas.microsoft.com/office/drawing/2014/main" id="{955BF1D6-AA20-8CCE-3C0F-B09453806EA1}"/>
              </a:ext>
            </a:extLst>
          </p:cNvPr>
          <p:cNvGrpSpPr/>
          <p:nvPr/>
        </p:nvGrpSpPr>
        <p:grpSpPr>
          <a:xfrm>
            <a:off x="6375275" y="1309581"/>
            <a:ext cx="1842271" cy="1595833"/>
            <a:chOff x="6375275" y="1309581"/>
            <a:chExt cx="1842271" cy="1595833"/>
          </a:xfrm>
        </p:grpSpPr>
        <p:sp>
          <p:nvSpPr>
            <p:cNvPr id="78" name="Freeform 7"/>
            <p:cNvSpPr>
              <a:spLocks/>
            </p:cNvSpPr>
            <p:nvPr/>
          </p:nvSpPr>
          <p:spPr bwMode="auto">
            <a:xfrm>
              <a:off x="6478712" y="1406453"/>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0" name="Freeform 6"/>
            <p:cNvSpPr>
              <a:spLocks/>
            </p:cNvSpPr>
            <p:nvPr/>
          </p:nvSpPr>
          <p:spPr bwMode="auto">
            <a:xfrm>
              <a:off x="7228904" y="1413031"/>
              <a:ext cx="840563" cy="1442907"/>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1" name="Line 8"/>
            <p:cNvSpPr>
              <a:spLocks noChangeShapeType="1"/>
            </p:cNvSpPr>
            <p:nvPr/>
          </p:nvSpPr>
          <p:spPr bwMode="auto">
            <a:xfrm flipH="1">
              <a:off x="7799442" y="2557281"/>
              <a:ext cx="121947" cy="29865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2" name="Text Box 9"/>
            <p:cNvSpPr txBox="1">
              <a:spLocks noChangeArrowheads="1"/>
            </p:cNvSpPr>
            <p:nvPr/>
          </p:nvSpPr>
          <p:spPr bwMode="auto">
            <a:xfrm>
              <a:off x="6375275" y="222624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83" name="Text Box 10"/>
            <p:cNvSpPr txBox="1">
              <a:spLocks noChangeArrowheads="1"/>
            </p:cNvSpPr>
            <p:nvPr/>
          </p:nvSpPr>
          <p:spPr bwMode="auto">
            <a:xfrm>
              <a:off x="6571261" y="19338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84" name="Text Box 11"/>
            <p:cNvSpPr txBox="1">
              <a:spLocks noChangeArrowheads="1"/>
            </p:cNvSpPr>
            <p:nvPr/>
          </p:nvSpPr>
          <p:spPr bwMode="auto">
            <a:xfrm>
              <a:off x="7599100" y="252759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85" name="Text Box 12"/>
            <p:cNvSpPr txBox="1">
              <a:spLocks noChangeArrowheads="1"/>
            </p:cNvSpPr>
            <p:nvPr/>
          </p:nvSpPr>
          <p:spPr bwMode="auto">
            <a:xfrm>
              <a:off x="6680143" y="13095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86" name="Line 13"/>
            <p:cNvSpPr>
              <a:spLocks noChangeShapeType="1"/>
            </p:cNvSpPr>
            <p:nvPr/>
          </p:nvSpPr>
          <p:spPr bwMode="auto">
            <a:xfrm flipH="1">
              <a:off x="6540775" y="2277516"/>
              <a:ext cx="124125" cy="2860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7" name="Freeform 14"/>
            <p:cNvSpPr>
              <a:spLocks/>
            </p:cNvSpPr>
            <p:nvPr/>
          </p:nvSpPr>
          <p:spPr bwMode="auto">
            <a:xfrm>
              <a:off x="6919681" y="2004047"/>
              <a:ext cx="182921" cy="273469"/>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19050">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8" name="Text Box 15"/>
            <p:cNvSpPr txBox="1">
              <a:spLocks noChangeArrowheads="1"/>
            </p:cNvSpPr>
            <p:nvPr/>
          </p:nvSpPr>
          <p:spPr bwMode="auto">
            <a:xfrm>
              <a:off x="7938810" y="255548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89" name="Text Box 16"/>
            <p:cNvSpPr txBox="1">
              <a:spLocks noChangeArrowheads="1"/>
            </p:cNvSpPr>
            <p:nvPr/>
          </p:nvSpPr>
          <p:spPr bwMode="auto">
            <a:xfrm>
              <a:off x="7028710" y="1910724"/>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90" name="Text Box 17"/>
            <p:cNvSpPr txBox="1">
              <a:spLocks noChangeArrowheads="1"/>
            </p:cNvSpPr>
            <p:nvPr/>
          </p:nvSpPr>
          <p:spPr bwMode="auto">
            <a:xfrm>
              <a:off x="6743294" y="2259524"/>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1" name="Text Box 18"/>
            <p:cNvSpPr txBox="1">
              <a:spLocks noChangeArrowheads="1"/>
            </p:cNvSpPr>
            <p:nvPr/>
          </p:nvSpPr>
          <p:spPr bwMode="auto">
            <a:xfrm>
              <a:off x="6671432" y="166311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2" name="Text Box 19"/>
            <p:cNvSpPr txBox="1">
              <a:spLocks noChangeArrowheads="1"/>
            </p:cNvSpPr>
            <p:nvPr/>
          </p:nvSpPr>
          <p:spPr bwMode="auto">
            <a:xfrm>
              <a:off x="7625232" y="135186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3" name="Text Box 20"/>
            <p:cNvSpPr txBox="1">
              <a:spLocks noChangeArrowheads="1"/>
            </p:cNvSpPr>
            <p:nvPr/>
          </p:nvSpPr>
          <p:spPr bwMode="auto">
            <a:xfrm>
              <a:off x="7801620" y="22568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4" name="Text Box 21"/>
            <p:cNvSpPr txBox="1">
              <a:spLocks noChangeArrowheads="1"/>
            </p:cNvSpPr>
            <p:nvPr/>
          </p:nvSpPr>
          <p:spPr bwMode="auto">
            <a:xfrm>
              <a:off x="7638298" y="195187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95" name="Text Box 22"/>
            <p:cNvSpPr txBox="1">
              <a:spLocks noChangeArrowheads="1"/>
            </p:cNvSpPr>
            <p:nvPr/>
          </p:nvSpPr>
          <p:spPr bwMode="auto">
            <a:xfrm>
              <a:off x="7642653" y="16325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96" name="Oval 23"/>
            <p:cNvSpPr>
              <a:spLocks noChangeArrowheads="1"/>
            </p:cNvSpPr>
            <p:nvPr/>
          </p:nvSpPr>
          <p:spPr bwMode="auto">
            <a:xfrm>
              <a:off x="7553370"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7" name="Oval 24"/>
            <p:cNvSpPr>
              <a:spLocks noChangeArrowheads="1"/>
            </p:cNvSpPr>
            <p:nvPr/>
          </p:nvSpPr>
          <p:spPr bwMode="auto">
            <a:xfrm>
              <a:off x="6867418"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8" name="Oval 25"/>
            <p:cNvSpPr>
              <a:spLocks noChangeArrowheads="1"/>
            </p:cNvSpPr>
            <p:nvPr/>
          </p:nvSpPr>
          <p:spPr bwMode="auto">
            <a:xfrm>
              <a:off x="6442781" y="166760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9" name="Oval 26"/>
            <p:cNvSpPr>
              <a:spLocks noChangeArrowheads="1"/>
            </p:cNvSpPr>
            <p:nvPr/>
          </p:nvSpPr>
          <p:spPr bwMode="auto">
            <a:xfrm>
              <a:off x="7742824" y="2246031"/>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0" name="Oval 27"/>
            <p:cNvSpPr>
              <a:spLocks noChangeArrowheads="1"/>
            </p:cNvSpPr>
            <p:nvPr/>
          </p:nvSpPr>
          <p:spPr bwMode="auto">
            <a:xfrm>
              <a:off x="7880014" y="2525796"/>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1" name="Oval 28"/>
            <p:cNvSpPr>
              <a:spLocks noChangeArrowheads="1"/>
            </p:cNvSpPr>
            <p:nvPr/>
          </p:nvSpPr>
          <p:spPr bwMode="auto">
            <a:xfrm>
              <a:off x="6638768" y="2239734"/>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2" name="Oval 29"/>
            <p:cNvSpPr>
              <a:spLocks noChangeArrowheads="1"/>
            </p:cNvSpPr>
            <p:nvPr/>
          </p:nvSpPr>
          <p:spPr bwMode="auto">
            <a:xfrm>
              <a:off x="8010672" y="1661312"/>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3" name="Oval 30"/>
            <p:cNvSpPr>
              <a:spLocks noChangeArrowheads="1"/>
            </p:cNvSpPr>
            <p:nvPr/>
          </p:nvSpPr>
          <p:spPr bwMode="auto">
            <a:xfrm>
              <a:off x="7183174" y="137524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4" name="Rectangle 31"/>
            <p:cNvSpPr>
              <a:spLocks noChangeArrowheads="1"/>
            </p:cNvSpPr>
            <p:nvPr/>
          </p:nvSpPr>
          <p:spPr bwMode="auto">
            <a:xfrm>
              <a:off x="6481979" y="2513203"/>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5" name="Rectangle 32"/>
            <p:cNvSpPr>
              <a:spLocks noChangeArrowheads="1"/>
            </p:cNvSpPr>
            <p:nvPr/>
          </p:nvSpPr>
          <p:spPr bwMode="auto">
            <a:xfrm>
              <a:off x="6795557" y="2507805"/>
              <a:ext cx="104526" cy="989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6" name="Rectangle 33"/>
            <p:cNvSpPr>
              <a:spLocks noChangeArrowheads="1"/>
            </p:cNvSpPr>
            <p:nvPr/>
          </p:nvSpPr>
          <p:spPr bwMode="auto">
            <a:xfrm>
              <a:off x="7037273" y="2227140"/>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7" name="Rectangle 34"/>
            <p:cNvSpPr>
              <a:spLocks noChangeArrowheads="1"/>
            </p:cNvSpPr>
            <p:nvPr/>
          </p:nvSpPr>
          <p:spPr bwMode="auto">
            <a:xfrm>
              <a:off x="8017204"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8" name="Rectangle 35"/>
            <p:cNvSpPr>
              <a:spLocks noChangeArrowheads="1"/>
            </p:cNvSpPr>
            <p:nvPr/>
          </p:nvSpPr>
          <p:spPr bwMode="auto">
            <a:xfrm>
              <a:off x="7749357"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grpSp>
    </p:spTree>
    <p:custDataLst>
      <p:tags r:id="rId1"/>
    </p:custDataLst>
    <p:extLst>
      <p:ext uri="{BB962C8B-B14F-4D97-AF65-F5344CB8AC3E}">
        <p14:creationId xmlns:p14="http://schemas.microsoft.com/office/powerpoint/2010/main" val="1552240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4"/>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1CB131-79ED-F566-FF09-587E323AA662}"/>
            </a:ext>
          </a:extLst>
        </p:cNvPr>
        <p:cNvGrpSpPr/>
        <p:nvPr/>
      </p:nvGrpSpPr>
      <p:grpSpPr>
        <a:xfrm>
          <a:off x="0" y="0"/>
          <a:ext cx="0" cy="0"/>
          <a:chOff x="0" y="0"/>
          <a:chExt cx="0" cy="0"/>
        </a:xfrm>
      </p:grpSpPr>
      <p:sp>
        <p:nvSpPr>
          <p:cNvPr id="8" name="圆角矩形 7">
            <a:extLst>
              <a:ext uri="{FF2B5EF4-FFF2-40B4-BE49-F238E27FC236}">
                <a16:creationId xmlns:a16="http://schemas.microsoft.com/office/drawing/2014/main" id="{54CDE1E3-3AAA-E74C-F8A8-C59E53531013}"/>
              </a:ext>
            </a:extLst>
          </p:cNvPr>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 name="矩形 12">
            <a:extLst>
              <a:ext uri="{FF2B5EF4-FFF2-40B4-BE49-F238E27FC236}">
                <a16:creationId xmlns:a16="http://schemas.microsoft.com/office/drawing/2014/main" id="{72EEC4DD-45B8-8B4F-116E-7632CBE3C735}"/>
              </a:ext>
            </a:extLst>
          </p:cNvPr>
          <p:cNvSpPr/>
          <p:nvPr/>
        </p:nvSpPr>
        <p:spPr>
          <a:xfrm>
            <a:off x="682385" y="3073260"/>
            <a:ext cx="7766343" cy="1040285"/>
          </a:xfrm>
          <a:prstGeom prst="rect">
            <a:avLst/>
          </a:prstGeom>
          <a:solidFill>
            <a:srgbClr val="00FF99"/>
          </a:solidFill>
          <a:ln>
            <a:solidFill>
              <a:srgbClr val="000099"/>
            </a:solidFill>
          </a:ln>
        </p:spPr>
        <p:txBody>
          <a:bodyPr wrap="square">
            <a:spAutoFit/>
          </a:bodyPr>
          <a:lstStyle/>
          <a:p>
            <a:pPr>
              <a:lnSpc>
                <a:spcPct val="110000"/>
              </a:lnSpc>
            </a:pPr>
            <a:r>
              <a:rPr lang="zh-CN" altLang="en-US" sz="1400" b="1" dirty="0">
                <a:solidFill>
                  <a:srgbClr val="0000FF"/>
                </a:solidFill>
                <a:latin typeface="微软雅黑" pitchFamily="34" charset="-122"/>
                <a:ea typeface="微软雅黑" pitchFamily="34" charset="-122"/>
              </a:rPr>
              <a:t>规则：</a:t>
            </a:r>
            <a:r>
              <a:rPr lang="zh-CN" altLang="en-US" sz="1400" b="1" dirty="0">
                <a:latin typeface="微软雅黑" pitchFamily="34" charset="-122"/>
                <a:ea typeface="微软雅黑" pitchFamily="34" charset="-122"/>
              </a:rPr>
              <a:t>先检查 </a:t>
            </a:r>
            <a:r>
              <a:rPr lang="en-US" altLang="zh-CN" sz="1400" b="1" dirty="0">
                <a:latin typeface="微软雅黑" pitchFamily="34" charset="-122"/>
                <a:ea typeface="微软雅黑" pitchFamily="34" charset="-122"/>
              </a:rPr>
              <a:t>IP </a:t>
            </a:r>
            <a:r>
              <a:rPr lang="zh-CN" altLang="en-US" sz="1400" b="1" dirty="0">
                <a:latin typeface="微软雅黑" pitchFamily="34" charset="-122"/>
                <a:ea typeface="微软雅黑" pitchFamily="34" charset="-122"/>
              </a:rPr>
              <a:t>地址左边的第一位，如为 </a:t>
            </a:r>
            <a:r>
              <a:rPr lang="en-US" altLang="zh-CN" sz="1400" b="1" dirty="0">
                <a:latin typeface="微软雅黑" pitchFamily="34" charset="-122"/>
                <a:ea typeface="微软雅黑" pitchFamily="34" charset="-122"/>
              </a:rPr>
              <a:t>0</a:t>
            </a:r>
            <a:r>
              <a:rPr lang="zh-CN" altLang="en-US" sz="1400" b="1" dirty="0">
                <a:latin typeface="微软雅黑" pitchFamily="34" charset="-122"/>
                <a:ea typeface="微软雅黑" pitchFamily="34" charset="-122"/>
              </a:rPr>
              <a:t>，则第一层的节点就在根节点的左下方；如为 </a:t>
            </a: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，则在右下方。然后再检查地址的第二位，构造出第二层的节点。依此类推，直到唯一前缀的最后一位。每个叶节点代表一个唯一前缀。</a:t>
            </a:r>
            <a:endParaRPr lang="en-US" altLang="zh-CN" sz="1400" b="1" dirty="0">
              <a:latin typeface="微软雅黑" pitchFamily="34" charset="-122"/>
              <a:ea typeface="微软雅黑" pitchFamily="34" charset="-122"/>
            </a:endParaRPr>
          </a:p>
          <a:p>
            <a:pPr>
              <a:lnSpc>
                <a:spcPct val="110000"/>
              </a:lnSpc>
            </a:pPr>
            <a:r>
              <a:rPr lang="zh-CN" altLang="en-US" sz="1400" b="1" dirty="0">
                <a:latin typeface="微软雅黑" pitchFamily="34" charset="-122"/>
                <a:ea typeface="微软雅黑" pitchFamily="34" charset="-122"/>
              </a:rPr>
              <a:t>为检查网络前缀是否匹配，必须使二叉线索中的每一个叶节点</a:t>
            </a:r>
            <a:r>
              <a:rPr lang="zh-CN" altLang="en-US" sz="1400" b="1" dirty="0">
                <a:solidFill>
                  <a:srgbClr val="C00000"/>
                </a:solidFill>
                <a:latin typeface="微软雅黑" pitchFamily="34" charset="-122"/>
                <a:ea typeface="微软雅黑" pitchFamily="34" charset="-122"/>
              </a:rPr>
              <a:t>包含</a:t>
            </a:r>
            <a:r>
              <a:rPr lang="zh-CN" altLang="en-US" sz="1400" b="1" dirty="0">
                <a:latin typeface="微软雅黑" pitchFamily="34" charset="-122"/>
                <a:ea typeface="微软雅黑" pitchFamily="34" charset="-122"/>
              </a:rPr>
              <a:t>所对应的网络前缀和子网掩码。</a:t>
            </a:r>
          </a:p>
        </p:txBody>
      </p:sp>
      <p:sp>
        <p:nvSpPr>
          <p:cNvPr id="14" name="Text Box 4">
            <a:extLst>
              <a:ext uri="{FF2B5EF4-FFF2-40B4-BE49-F238E27FC236}">
                <a16:creationId xmlns:a16="http://schemas.microsoft.com/office/drawing/2014/main" id="{3A231CC3-6C18-BA3A-01F5-75EB64AC1642}"/>
              </a:ext>
            </a:extLst>
          </p:cNvPr>
          <p:cNvSpPr txBox="1">
            <a:spLocks noChangeArrowheads="1"/>
          </p:cNvSpPr>
          <p:nvPr/>
        </p:nvSpPr>
        <p:spPr bwMode="auto">
          <a:xfrm>
            <a:off x="607293" y="1159625"/>
            <a:ext cx="5525872" cy="18128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1400" b="1" dirty="0">
                <a:latin typeface="微软雅黑" pitchFamily="34" charset="-122"/>
                <a:ea typeface="微软雅黑" pitchFamily="34" charset="-122"/>
              </a:rPr>
              <a:t>                     </a:t>
            </a:r>
            <a:r>
              <a:rPr kumimoji="1" lang="en-US" altLang="zh-CN" sz="1600" b="1" dirty="0">
                <a:latin typeface="微软雅黑" pitchFamily="34" charset="-122"/>
                <a:ea typeface="微软雅黑" pitchFamily="34" charset="-122"/>
              </a:rPr>
              <a:t>32 </a:t>
            </a:r>
            <a:r>
              <a:rPr kumimoji="1" lang="zh-CN" altLang="en-US" sz="1600" b="1" dirty="0">
                <a:latin typeface="微软雅黑" pitchFamily="34" charset="-122"/>
                <a:ea typeface="微软雅黑" pitchFamily="34" charset="-122"/>
              </a:rPr>
              <a:t>位的 </a:t>
            </a:r>
            <a:r>
              <a:rPr kumimoji="1" lang="en-US" altLang="zh-CN" sz="1600" b="1" dirty="0">
                <a:latin typeface="微软雅黑" pitchFamily="34" charset="-122"/>
                <a:ea typeface="微软雅黑" pitchFamily="34" charset="-122"/>
              </a:rPr>
              <a:t>IP </a:t>
            </a:r>
            <a:r>
              <a:rPr kumimoji="1" lang="zh-CN" altLang="en-US" sz="1600" b="1" dirty="0">
                <a:latin typeface="微软雅黑" pitchFamily="34" charset="-122"/>
                <a:ea typeface="微软雅黑" pitchFamily="34" charset="-122"/>
              </a:rPr>
              <a:t>地址                              唯一前缀</a:t>
            </a:r>
          </a:p>
          <a:p>
            <a:pPr>
              <a:lnSpc>
                <a:spcPct val="130000"/>
              </a:lnSpc>
            </a:pPr>
            <a:r>
              <a:rPr kumimoji="1" lang="en-US" altLang="zh-CN" sz="1400" b="1" dirty="0">
                <a:solidFill>
                  <a:srgbClr val="0000CC"/>
                </a:solidFill>
                <a:latin typeface="微软雅黑" pitchFamily="34" charset="-122"/>
                <a:ea typeface="微软雅黑" pitchFamily="34" charset="-122"/>
              </a:rPr>
              <a:t>  </a:t>
            </a:r>
            <a:r>
              <a:rPr kumimoji="1" lang="en-US" altLang="zh-CN" sz="1400" b="1" dirty="0">
                <a:solidFill>
                  <a:srgbClr val="0000FF"/>
                </a:solidFill>
                <a:latin typeface="微软雅黑" pitchFamily="34" charset="-122"/>
                <a:ea typeface="微软雅黑" pitchFamily="34" charset="-122"/>
              </a:rPr>
              <a:t>01000110 00000000 00000000 00000000	0100</a:t>
            </a:r>
          </a:p>
          <a:p>
            <a:pPr>
              <a:lnSpc>
                <a:spcPct val="130000"/>
              </a:lnSpc>
            </a:pPr>
            <a:r>
              <a:rPr kumimoji="1" lang="en-US" altLang="zh-CN" sz="1400" b="1" dirty="0">
                <a:solidFill>
                  <a:srgbClr val="0000FF"/>
                </a:solidFill>
                <a:latin typeface="微软雅黑" pitchFamily="34" charset="-122"/>
                <a:ea typeface="微软雅黑" pitchFamily="34" charset="-122"/>
              </a:rPr>
              <a:t>  01010110 00000000 00000000 00000000	0101</a:t>
            </a:r>
          </a:p>
          <a:p>
            <a:pPr>
              <a:lnSpc>
                <a:spcPct val="130000"/>
              </a:lnSpc>
            </a:pPr>
            <a:r>
              <a:rPr kumimoji="1" lang="en-US" altLang="zh-CN" sz="1400" b="1" dirty="0">
                <a:solidFill>
                  <a:srgbClr val="0000FF"/>
                </a:solidFill>
                <a:latin typeface="微软雅黑" pitchFamily="34" charset="-122"/>
                <a:ea typeface="微软雅黑" pitchFamily="34" charset="-122"/>
              </a:rPr>
              <a:t>  01100001 00000000 00000000 00000000	011</a:t>
            </a:r>
          </a:p>
          <a:p>
            <a:pPr>
              <a:lnSpc>
                <a:spcPct val="130000"/>
              </a:lnSpc>
            </a:pPr>
            <a:r>
              <a:rPr kumimoji="1" lang="en-US" altLang="zh-CN" sz="1400" b="1" dirty="0">
                <a:solidFill>
                  <a:srgbClr val="0000FF"/>
                </a:solidFill>
                <a:latin typeface="微软雅黑" pitchFamily="34" charset="-122"/>
                <a:ea typeface="微软雅黑" pitchFamily="34" charset="-122"/>
              </a:rPr>
              <a:t>  10110000 00000010 00000000 00000000	10110</a:t>
            </a:r>
          </a:p>
          <a:p>
            <a:pPr>
              <a:lnSpc>
                <a:spcPct val="130000"/>
              </a:lnSpc>
            </a:pPr>
            <a:r>
              <a:rPr kumimoji="1" lang="en-US" altLang="zh-CN" sz="1400" b="1" dirty="0">
                <a:solidFill>
                  <a:srgbClr val="0000FF"/>
                </a:solidFill>
                <a:latin typeface="微软雅黑" pitchFamily="34" charset="-122"/>
                <a:ea typeface="微软雅黑" pitchFamily="34" charset="-122"/>
              </a:rPr>
              <a:t>  10111011 00001010 00000000 00000000	10111</a:t>
            </a:r>
            <a:endParaRPr kumimoji="1" lang="en-US" altLang="zh-CN" sz="1400" b="1" dirty="0">
              <a:solidFill>
                <a:srgbClr val="0000CC"/>
              </a:solidFill>
              <a:latin typeface="微软雅黑" pitchFamily="34" charset="-122"/>
              <a:ea typeface="微软雅黑" pitchFamily="34" charset="-122"/>
            </a:endParaRPr>
          </a:p>
        </p:txBody>
      </p:sp>
      <p:sp>
        <p:nvSpPr>
          <p:cNvPr id="46" name="AutoShape 5">
            <a:extLst>
              <a:ext uri="{FF2B5EF4-FFF2-40B4-BE49-F238E27FC236}">
                <a16:creationId xmlns:a16="http://schemas.microsoft.com/office/drawing/2014/main" id="{B345B686-8AAE-C0F9-34AF-51251164C0BA}"/>
              </a:ext>
            </a:extLst>
          </p:cNvPr>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a:extLst>
              <a:ext uri="{FF2B5EF4-FFF2-40B4-BE49-F238E27FC236}">
                <a16:creationId xmlns:a16="http://schemas.microsoft.com/office/drawing/2014/main" id="{EAE25E58-8554-9C54-B6BC-C509F239ABF9}"/>
              </a:ext>
            </a:extLst>
          </p:cNvPr>
          <p:cNvSpPr>
            <a:spLocks noChangeArrowheads="1"/>
          </p:cNvSpPr>
          <p:nvPr/>
        </p:nvSpPr>
        <p:spPr bwMode="auto">
          <a:xfrm>
            <a:off x="2634346" y="582227"/>
            <a:ext cx="3894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用 </a:t>
            </a:r>
            <a:r>
              <a:rPr lang="en-US" altLang="zh-CN" sz="2000" b="1" dirty="0">
                <a:solidFill>
                  <a:schemeClr val="bg1"/>
                </a:solidFill>
                <a:latin typeface="微软雅黑" pitchFamily="34" charset="-122"/>
                <a:ea typeface="微软雅黑" pitchFamily="34" charset="-122"/>
              </a:rPr>
              <a:t>5 </a:t>
            </a:r>
            <a:r>
              <a:rPr lang="zh-CN" altLang="en-US" sz="2000" b="1" dirty="0">
                <a:solidFill>
                  <a:schemeClr val="bg1"/>
                </a:solidFill>
                <a:latin typeface="微软雅黑" pitchFamily="34" charset="-122"/>
                <a:ea typeface="微软雅黑" pitchFamily="34" charset="-122"/>
              </a:rPr>
              <a:t>个唯一前缀构成的二叉线索</a:t>
            </a:r>
          </a:p>
        </p:txBody>
      </p:sp>
      <p:sp>
        <p:nvSpPr>
          <p:cNvPr id="3" name="Freeform 7">
            <a:extLst>
              <a:ext uri="{FF2B5EF4-FFF2-40B4-BE49-F238E27FC236}">
                <a16:creationId xmlns:a16="http://schemas.microsoft.com/office/drawing/2014/main" id="{9B04940A-D2DE-2D03-4DF5-22E7E99F7B95}"/>
              </a:ext>
            </a:extLst>
          </p:cNvPr>
          <p:cNvSpPr>
            <a:spLocks/>
          </p:cNvSpPr>
          <p:nvPr/>
        </p:nvSpPr>
        <p:spPr bwMode="auto">
          <a:xfrm>
            <a:off x="6478204" y="1406453"/>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78" name="Freeform 7">
            <a:extLst>
              <a:ext uri="{FF2B5EF4-FFF2-40B4-BE49-F238E27FC236}">
                <a16:creationId xmlns:a16="http://schemas.microsoft.com/office/drawing/2014/main" id="{AC8AB4A7-3681-A2F4-0BF6-BD8CBA981C9A}"/>
              </a:ext>
            </a:extLst>
          </p:cNvPr>
          <p:cNvSpPr>
            <a:spLocks/>
          </p:cNvSpPr>
          <p:nvPr/>
        </p:nvSpPr>
        <p:spPr bwMode="auto">
          <a:xfrm>
            <a:off x="6478712" y="1406453"/>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0" name="Freeform 6">
            <a:extLst>
              <a:ext uri="{FF2B5EF4-FFF2-40B4-BE49-F238E27FC236}">
                <a16:creationId xmlns:a16="http://schemas.microsoft.com/office/drawing/2014/main" id="{0C45BD2E-0F9E-E8A5-D47D-73B83165E143}"/>
              </a:ext>
            </a:extLst>
          </p:cNvPr>
          <p:cNvSpPr>
            <a:spLocks/>
          </p:cNvSpPr>
          <p:nvPr/>
        </p:nvSpPr>
        <p:spPr bwMode="auto">
          <a:xfrm>
            <a:off x="7228904" y="1413031"/>
            <a:ext cx="840563" cy="1442907"/>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1" name="Line 8">
            <a:extLst>
              <a:ext uri="{FF2B5EF4-FFF2-40B4-BE49-F238E27FC236}">
                <a16:creationId xmlns:a16="http://schemas.microsoft.com/office/drawing/2014/main" id="{417B489D-5B7B-5BA8-F82C-936A6C24E067}"/>
              </a:ext>
            </a:extLst>
          </p:cNvPr>
          <p:cNvSpPr>
            <a:spLocks noChangeShapeType="1"/>
          </p:cNvSpPr>
          <p:nvPr/>
        </p:nvSpPr>
        <p:spPr bwMode="auto">
          <a:xfrm flipH="1">
            <a:off x="7799442" y="2557281"/>
            <a:ext cx="121947" cy="29865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2" name="Text Box 9">
            <a:extLst>
              <a:ext uri="{FF2B5EF4-FFF2-40B4-BE49-F238E27FC236}">
                <a16:creationId xmlns:a16="http://schemas.microsoft.com/office/drawing/2014/main" id="{437E1481-CE6E-9642-CDAF-B270907747C5}"/>
              </a:ext>
            </a:extLst>
          </p:cNvPr>
          <p:cNvSpPr txBox="1">
            <a:spLocks noChangeArrowheads="1"/>
          </p:cNvSpPr>
          <p:nvPr/>
        </p:nvSpPr>
        <p:spPr bwMode="auto">
          <a:xfrm>
            <a:off x="6375275" y="222624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83" name="Text Box 10">
            <a:extLst>
              <a:ext uri="{FF2B5EF4-FFF2-40B4-BE49-F238E27FC236}">
                <a16:creationId xmlns:a16="http://schemas.microsoft.com/office/drawing/2014/main" id="{05A3B658-A15E-B238-E6CF-5B673F236F3F}"/>
              </a:ext>
            </a:extLst>
          </p:cNvPr>
          <p:cNvSpPr txBox="1">
            <a:spLocks noChangeArrowheads="1"/>
          </p:cNvSpPr>
          <p:nvPr/>
        </p:nvSpPr>
        <p:spPr bwMode="auto">
          <a:xfrm>
            <a:off x="6571261" y="19338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84" name="Text Box 11">
            <a:extLst>
              <a:ext uri="{FF2B5EF4-FFF2-40B4-BE49-F238E27FC236}">
                <a16:creationId xmlns:a16="http://schemas.microsoft.com/office/drawing/2014/main" id="{DA644F72-0BCF-80F8-D1AA-FFA8AE4E608A}"/>
              </a:ext>
            </a:extLst>
          </p:cNvPr>
          <p:cNvSpPr txBox="1">
            <a:spLocks noChangeArrowheads="1"/>
          </p:cNvSpPr>
          <p:nvPr/>
        </p:nvSpPr>
        <p:spPr bwMode="auto">
          <a:xfrm>
            <a:off x="7599100" y="252759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85" name="Text Box 12">
            <a:extLst>
              <a:ext uri="{FF2B5EF4-FFF2-40B4-BE49-F238E27FC236}">
                <a16:creationId xmlns:a16="http://schemas.microsoft.com/office/drawing/2014/main" id="{AC1247ED-4C69-0A6F-B65B-D25DC8259483}"/>
              </a:ext>
            </a:extLst>
          </p:cNvPr>
          <p:cNvSpPr txBox="1">
            <a:spLocks noChangeArrowheads="1"/>
          </p:cNvSpPr>
          <p:nvPr/>
        </p:nvSpPr>
        <p:spPr bwMode="auto">
          <a:xfrm>
            <a:off x="6680143" y="13095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86" name="Line 13">
            <a:extLst>
              <a:ext uri="{FF2B5EF4-FFF2-40B4-BE49-F238E27FC236}">
                <a16:creationId xmlns:a16="http://schemas.microsoft.com/office/drawing/2014/main" id="{31B950F7-93C3-FDDF-B035-A648C8259880}"/>
              </a:ext>
            </a:extLst>
          </p:cNvPr>
          <p:cNvSpPr>
            <a:spLocks noChangeShapeType="1"/>
          </p:cNvSpPr>
          <p:nvPr/>
        </p:nvSpPr>
        <p:spPr bwMode="auto">
          <a:xfrm flipH="1">
            <a:off x="6540775" y="2277516"/>
            <a:ext cx="124125" cy="2860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7" name="Freeform 14">
            <a:extLst>
              <a:ext uri="{FF2B5EF4-FFF2-40B4-BE49-F238E27FC236}">
                <a16:creationId xmlns:a16="http://schemas.microsoft.com/office/drawing/2014/main" id="{A630E5A4-30AD-DC90-F11E-416800B21F85}"/>
              </a:ext>
            </a:extLst>
          </p:cNvPr>
          <p:cNvSpPr>
            <a:spLocks/>
          </p:cNvSpPr>
          <p:nvPr/>
        </p:nvSpPr>
        <p:spPr bwMode="auto">
          <a:xfrm>
            <a:off x="6919681" y="2004047"/>
            <a:ext cx="182921" cy="273469"/>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19050">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88" name="Text Box 15">
            <a:extLst>
              <a:ext uri="{FF2B5EF4-FFF2-40B4-BE49-F238E27FC236}">
                <a16:creationId xmlns:a16="http://schemas.microsoft.com/office/drawing/2014/main" id="{E6B24604-7C99-CFC3-D7D7-2E9F1FF82754}"/>
              </a:ext>
            </a:extLst>
          </p:cNvPr>
          <p:cNvSpPr txBox="1">
            <a:spLocks noChangeArrowheads="1"/>
          </p:cNvSpPr>
          <p:nvPr/>
        </p:nvSpPr>
        <p:spPr bwMode="auto">
          <a:xfrm>
            <a:off x="7938810" y="255548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89" name="Text Box 16">
            <a:extLst>
              <a:ext uri="{FF2B5EF4-FFF2-40B4-BE49-F238E27FC236}">
                <a16:creationId xmlns:a16="http://schemas.microsoft.com/office/drawing/2014/main" id="{7D2B8618-A590-9C12-C559-5FF30539E60A}"/>
              </a:ext>
            </a:extLst>
          </p:cNvPr>
          <p:cNvSpPr txBox="1">
            <a:spLocks noChangeArrowheads="1"/>
          </p:cNvSpPr>
          <p:nvPr/>
        </p:nvSpPr>
        <p:spPr bwMode="auto">
          <a:xfrm>
            <a:off x="6940369" y="193118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90" name="Text Box 17">
            <a:extLst>
              <a:ext uri="{FF2B5EF4-FFF2-40B4-BE49-F238E27FC236}">
                <a16:creationId xmlns:a16="http://schemas.microsoft.com/office/drawing/2014/main" id="{011231ED-1CCA-01EF-EFEA-E57AD7885E60}"/>
              </a:ext>
            </a:extLst>
          </p:cNvPr>
          <p:cNvSpPr txBox="1">
            <a:spLocks noChangeArrowheads="1"/>
          </p:cNvSpPr>
          <p:nvPr/>
        </p:nvSpPr>
        <p:spPr bwMode="auto">
          <a:xfrm>
            <a:off x="6743294" y="2259524"/>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1" name="Text Box 18">
            <a:extLst>
              <a:ext uri="{FF2B5EF4-FFF2-40B4-BE49-F238E27FC236}">
                <a16:creationId xmlns:a16="http://schemas.microsoft.com/office/drawing/2014/main" id="{5E1A1744-DD22-DFEF-41DD-412B73EE4E3D}"/>
              </a:ext>
            </a:extLst>
          </p:cNvPr>
          <p:cNvSpPr txBox="1">
            <a:spLocks noChangeArrowheads="1"/>
          </p:cNvSpPr>
          <p:nvPr/>
        </p:nvSpPr>
        <p:spPr bwMode="auto">
          <a:xfrm>
            <a:off x="6671432" y="166311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92" name="Text Box 19">
            <a:extLst>
              <a:ext uri="{FF2B5EF4-FFF2-40B4-BE49-F238E27FC236}">
                <a16:creationId xmlns:a16="http://schemas.microsoft.com/office/drawing/2014/main" id="{3541D070-96C9-AB28-85FC-A0941258257B}"/>
              </a:ext>
            </a:extLst>
          </p:cNvPr>
          <p:cNvSpPr txBox="1">
            <a:spLocks noChangeArrowheads="1"/>
          </p:cNvSpPr>
          <p:nvPr/>
        </p:nvSpPr>
        <p:spPr bwMode="auto">
          <a:xfrm>
            <a:off x="7625232" y="135186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3" name="Text Box 20">
            <a:extLst>
              <a:ext uri="{FF2B5EF4-FFF2-40B4-BE49-F238E27FC236}">
                <a16:creationId xmlns:a16="http://schemas.microsoft.com/office/drawing/2014/main" id="{EB517F0C-C6C1-DD3A-E5D2-F5095D9A5EC0}"/>
              </a:ext>
            </a:extLst>
          </p:cNvPr>
          <p:cNvSpPr txBox="1">
            <a:spLocks noChangeArrowheads="1"/>
          </p:cNvSpPr>
          <p:nvPr/>
        </p:nvSpPr>
        <p:spPr bwMode="auto">
          <a:xfrm>
            <a:off x="7801620" y="22568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94" name="Text Box 21">
            <a:extLst>
              <a:ext uri="{FF2B5EF4-FFF2-40B4-BE49-F238E27FC236}">
                <a16:creationId xmlns:a16="http://schemas.microsoft.com/office/drawing/2014/main" id="{72262746-E5B8-5D33-5D9A-876C8573AD1C}"/>
              </a:ext>
            </a:extLst>
          </p:cNvPr>
          <p:cNvSpPr txBox="1">
            <a:spLocks noChangeArrowheads="1"/>
          </p:cNvSpPr>
          <p:nvPr/>
        </p:nvSpPr>
        <p:spPr bwMode="auto">
          <a:xfrm>
            <a:off x="7638298" y="195187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95" name="Text Box 22">
            <a:extLst>
              <a:ext uri="{FF2B5EF4-FFF2-40B4-BE49-F238E27FC236}">
                <a16:creationId xmlns:a16="http://schemas.microsoft.com/office/drawing/2014/main" id="{6216980F-40BE-0722-BB13-AD270FA4D128}"/>
              </a:ext>
            </a:extLst>
          </p:cNvPr>
          <p:cNvSpPr txBox="1">
            <a:spLocks noChangeArrowheads="1"/>
          </p:cNvSpPr>
          <p:nvPr/>
        </p:nvSpPr>
        <p:spPr bwMode="auto">
          <a:xfrm>
            <a:off x="7642653" y="16325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96" name="Oval 23">
            <a:extLst>
              <a:ext uri="{FF2B5EF4-FFF2-40B4-BE49-F238E27FC236}">
                <a16:creationId xmlns:a16="http://schemas.microsoft.com/office/drawing/2014/main" id="{CFB922A3-32AD-1ECB-224A-C6A37CBC72E0}"/>
              </a:ext>
            </a:extLst>
          </p:cNvPr>
          <p:cNvSpPr>
            <a:spLocks noChangeArrowheads="1"/>
          </p:cNvSpPr>
          <p:nvPr/>
        </p:nvSpPr>
        <p:spPr bwMode="auto">
          <a:xfrm>
            <a:off x="7553370"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7" name="Oval 24">
            <a:extLst>
              <a:ext uri="{FF2B5EF4-FFF2-40B4-BE49-F238E27FC236}">
                <a16:creationId xmlns:a16="http://schemas.microsoft.com/office/drawing/2014/main" id="{484E0F69-A5B6-5DE2-FC68-F7061B7C80AC}"/>
              </a:ext>
            </a:extLst>
          </p:cNvPr>
          <p:cNvSpPr>
            <a:spLocks noChangeArrowheads="1"/>
          </p:cNvSpPr>
          <p:nvPr/>
        </p:nvSpPr>
        <p:spPr bwMode="auto">
          <a:xfrm>
            <a:off x="6867418"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8" name="Oval 25">
            <a:extLst>
              <a:ext uri="{FF2B5EF4-FFF2-40B4-BE49-F238E27FC236}">
                <a16:creationId xmlns:a16="http://schemas.microsoft.com/office/drawing/2014/main" id="{25AE73FB-FD71-5DE0-E676-D768D147496E}"/>
              </a:ext>
            </a:extLst>
          </p:cNvPr>
          <p:cNvSpPr>
            <a:spLocks noChangeArrowheads="1"/>
          </p:cNvSpPr>
          <p:nvPr/>
        </p:nvSpPr>
        <p:spPr bwMode="auto">
          <a:xfrm>
            <a:off x="6442781" y="166760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99" name="Oval 26">
            <a:extLst>
              <a:ext uri="{FF2B5EF4-FFF2-40B4-BE49-F238E27FC236}">
                <a16:creationId xmlns:a16="http://schemas.microsoft.com/office/drawing/2014/main" id="{E0CAEF6C-E59C-9B9B-0784-6F25FCB9667F}"/>
              </a:ext>
            </a:extLst>
          </p:cNvPr>
          <p:cNvSpPr>
            <a:spLocks noChangeArrowheads="1"/>
          </p:cNvSpPr>
          <p:nvPr/>
        </p:nvSpPr>
        <p:spPr bwMode="auto">
          <a:xfrm>
            <a:off x="7742824" y="2246031"/>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0" name="Oval 27">
            <a:extLst>
              <a:ext uri="{FF2B5EF4-FFF2-40B4-BE49-F238E27FC236}">
                <a16:creationId xmlns:a16="http://schemas.microsoft.com/office/drawing/2014/main" id="{63F1AD88-8982-276B-B6EB-434317A3EA76}"/>
              </a:ext>
            </a:extLst>
          </p:cNvPr>
          <p:cNvSpPr>
            <a:spLocks noChangeArrowheads="1"/>
          </p:cNvSpPr>
          <p:nvPr/>
        </p:nvSpPr>
        <p:spPr bwMode="auto">
          <a:xfrm>
            <a:off x="7880014" y="2525796"/>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1" name="Oval 28">
            <a:extLst>
              <a:ext uri="{FF2B5EF4-FFF2-40B4-BE49-F238E27FC236}">
                <a16:creationId xmlns:a16="http://schemas.microsoft.com/office/drawing/2014/main" id="{C2D2DBDA-DDDB-3155-1CA5-31EF85AE2B8E}"/>
              </a:ext>
            </a:extLst>
          </p:cNvPr>
          <p:cNvSpPr>
            <a:spLocks noChangeArrowheads="1"/>
          </p:cNvSpPr>
          <p:nvPr/>
        </p:nvSpPr>
        <p:spPr bwMode="auto">
          <a:xfrm>
            <a:off x="6638768" y="2239734"/>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2" name="Oval 29">
            <a:extLst>
              <a:ext uri="{FF2B5EF4-FFF2-40B4-BE49-F238E27FC236}">
                <a16:creationId xmlns:a16="http://schemas.microsoft.com/office/drawing/2014/main" id="{93C8FAF1-0BD9-4406-9FC6-6790BA379833}"/>
              </a:ext>
            </a:extLst>
          </p:cNvPr>
          <p:cNvSpPr>
            <a:spLocks noChangeArrowheads="1"/>
          </p:cNvSpPr>
          <p:nvPr/>
        </p:nvSpPr>
        <p:spPr bwMode="auto">
          <a:xfrm>
            <a:off x="8010672" y="1661312"/>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3" name="Oval 30">
            <a:extLst>
              <a:ext uri="{FF2B5EF4-FFF2-40B4-BE49-F238E27FC236}">
                <a16:creationId xmlns:a16="http://schemas.microsoft.com/office/drawing/2014/main" id="{43067AA3-88ED-4405-EC28-D51F9002A7FD}"/>
              </a:ext>
            </a:extLst>
          </p:cNvPr>
          <p:cNvSpPr>
            <a:spLocks noChangeArrowheads="1"/>
          </p:cNvSpPr>
          <p:nvPr/>
        </p:nvSpPr>
        <p:spPr bwMode="auto">
          <a:xfrm>
            <a:off x="7183174" y="137524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4" name="Rectangle 31">
            <a:extLst>
              <a:ext uri="{FF2B5EF4-FFF2-40B4-BE49-F238E27FC236}">
                <a16:creationId xmlns:a16="http://schemas.microsoft.com/office/drawing/2014/main" id="{03F3FC9D-742A-8CDA-A85E-228CA83A0ECD}"/>
              </a:ext>
            </a:extLst>
          </p:cNvPr>
          <p:cNvSpPr>
            <a:spLocks noChangeArrowheads="1"/>
          </p:cNvSpPr>
          <p:nvPr/>
        </p:nvSpPr>
        <p:spPr bwMode="auto">
          <a:xfrm>
            <a:off x="6481979" y="2513203"/>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5" name="Rectangle 32">
            <a:extLst>
              <a:ext uri="{FF2B5EF4-FFF2-40B4-BE49-F238E27FC236}">
                <a16:creationId xmlns:a16="http://schemas.microsoft.com/office/drawing/2014/main" id="{7F7F90B0-D448-09FF-2501-686C236F259B}"/>
              </a:ext>
            </a:extLst>
          </p:cNvPr>
          <p:cNvSpPr>
            <a:spLocks noChangeArrowheads="1"/>
          </p:cNvSpPr>
          <p:nvPr/>
        </p:nvSpPr>
        <p:spPr bwMode="auto">
          <a:xfrm>
            <a:off x="6795557" y="2507805"/>
            <a:ext cx="104526" cy="989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6" name="Rectangle 33">
            <a:extLst>
              <a:ext uri="{FF2B5EF4-FFF2-40B4-BE49-F238E27FC236}">
                <a16:creationId xmlns:a16="http://schemas.microsoft.com/office/drawing/2014/main" id="{CDAEC2B3-8A0F-90DC-D9D2-8A1092E7490F}"/>
              </a:ext>
            </a:extLst>
          </p:cNvPr>
          <p:cNvSpPr>
            <a:spLocks noChangeArrowheads="1"/>
          </p:cNvSpPr>
          <p:nvPr/>
        </p:nvSpPr>
        <p:spPr bwMode="auto">
          <a:xfrm>
            <a:off x="7037273" y="2227140"/>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7" name="Rectangle 34">
            <a:extLst>
              <a:ext uri="{FF2B5EF4-FFF2-40B4-BE49-F238E27FC236}">
                <a16:creationId xmlns:a16="http://schemas.microsoft.com/office/drawing/2014/main" id="{F3C760E0-A5B5-CF6F-F31A-B71A2BAEE9E0}"/>
              </a:ext>
            </a:extLst>
          </p:cNvPr>
          <p:cNvSpPr>
            <a:spLocks noChangeArrowheads="1"/>
          </p:cNvSpPr>
          <p:nvPr/>
        </p:nvSpPr>
        <p:spPr bwMode="auto">
          <a:xfrm>
            <a:off x="8017204"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108" name="Rectangle 35">
            <a:extLst>
              <a:ext uri="{FF2B5EF4-FFF2-40B4-BE49-F238E27FC236}">
                <a16:creationId xmlns:a16="http://schemas.microsoft.com/office/drawing/2014/main" id="{FFC962A4-BA51-45B2-6D79-0A2EDF1082C3}"/>
              </a:ext>
            </a:extLst>
          </p:cNvPr>
          <p:cNvSpPr>
            <a:spLocks noChangeArrowheads="1"/>
          </p:cNvSpPr>
          <p:nvPr/>
        </p:nvSpPr>
        <p:spPr bwMode="auto">
          <a:xfrm>
            <a:off x="7749357"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cxnSp>
        <p:nvCxnSpPr>
          <p:cNvPr id="4" name="直接连接符 3">
            <a:extLst>
              <a:ext uri="{FF2B5EF4-FFF2-40B4-BE49-F238E27FC236}">
                <a16:creationId xmlns:a16="http://schemas.microsoft.com/office/drawing/2014/main" id="{50B79DC8-5E65-5E2F-814A-E2B2E4A1D14E}"/>
              </a:ext>
            </a:extLst>
          </p:cNvPr>
          <p:cNvCxnSpPr>
            <a:cxnSpLocks/>
          </p:cNvCxnSpPr>
          <p:nvPr/>
        </p:nvCxnSpPr>
        <p:spPr>
          <a:xfrm>
            <a:off x="5245510" y="2039425"/>
            <a:ext cx="471949" cy="0"/>
          </a:xfrm>
          <a:prstGeom prst="line">
            <a:avLst/>
          </a:prstGeom>
        </p:spPr>
        <p:style>
          <a:lnRef idx="2">
            <a:schemeClr val="accent6"/>
          </a:lnRef>
          <a:fillRef idx="0">
            <a:schemeClr val="accent6"/>
          </a:fillRef>
          <a:effectRef idx="1">
            <a:schemeClr val="accent6"/>
          </a:effectRef>
          <a:fontRef idx="minor">
            <a:schemeClr val="tx1"/>
          </a:fontRef>
        </p:style>
      </p:cxnSp>
    </p:spTree>
    <p:custDataLst>
      <p:tags r:id="rId1"/>
    </p:custDataLst>
    <p:extLst>
      <p:ext uri="{BB962C8B-B14F-4D97-AF65-F5344CB8AC3E}">
        <p14:creationId xmlns:p14="http://schemas.microsoft.com/office/powerpoint/2010/main" val="3442180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grpId="0" nodeType="clickEffect">
                                  <p:stCondLst>
                                    <p:cond delay="0"/>
                                  </p:stCondLst>
                                  <p:childTnLst>
                                    <p:anim calcmode="discrete" valueType="str">
                                      <p:cBhvr>
                                        <p:cTn id="6" dur="1000" fill="hold"/>
                                        <p:tgtEl>
                                          <p:spTgt spid="101"/>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grpId="0" nodeType="clickEffect">
                                  <p:stCondLst>
                                    <p:cond delay="0"/>
                                  </p:stCondLst>
                                  <p:childTnLst>
                                    <p:anim calcmode="discrete" valueType="str">
                                      <p:cBhvr>
                                        <p:cTn id="10" dur="1000" fill="hold"/>
                                        <p:tgtEl>
                                          <p:spTgt spid="105"/>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2000" fill="hold" grpId="0" nodeType="clickEffect">
                                  <p:stCondLst>
                                    <p:cond delay="0"/>
                                  </p:stCondLst>
                                  <p:childTnLst>
                                    <p:anim calcmode="discrete" valueType="str">
                                      <p:cBhvr>
                                        <p:cTn id="14" dur="1000" fill="hold"/>
                                        <p:tgtEl>
                                          <p:spTgt spid="91"/>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2000" fill="hold" grpId="0" nodeType="clickEffect">
                                  <p:stCondLst>
                                    <p:cond delay="0"/>
                                  </p:stCondLst>
                                  <p:childTnLst>
                                    <p:anim calcmode="discrete" valueType="str">
                                      <p:cBhvr>
                                        <p:cTn id="18" dur="1000" fill="hold"/>
                                        <p:tgtEl>
                                          <p:spTgt spid="85"/>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2000" fill="hold" grpId="0" nodeType="clickEffect">
                                  <p:stCondLst>
                                    <p:cond delay="0"/>
                                  </p:stCondLst>
                                  <p:childTnLst>
                                    <p:anim calcmode="discrete" valueType="str">
                                      <p:cBhvr>
                                        <p:cTn id="22" dur="1000" fill="hold"/>
                                        <p:tgtEl>
                                          <p:spTgt spid="98"/>
                                        </p:tgtEl>
                                        <p:attrNameLst>
                                          <p:attrName>style.visibility</p:attrName>
                                        </p:attrNameLst>
                                      </p:cBhvr>
                                      <p:tavLst>
                                        <p:tav tm="0">
                                          <p:val>
                                            <p:strVal val="hidden"/>
                                          </p:val>
                                        </p:tav>
                                        <p:tav tm="50000">
                                          <p:val>
                                            <p:strVal val="visible"/>
                                          </p:val>
                                        </p:tav>
                                      </p:tavLst>
                                    </p:anim>
                                  </p:childTnLst>
                                </p:cTn>
                              </p:par>
                            </p:childTnLst>
                          </p:cTn>
                        </p:par>
                      </p:childTnLst>
                    </p:cTn>
                  </p:par>
                  <p:par>
                    <p:cTn id="23" fill="hold">
                      <p:stCondLst>
                        <p:cond delay="indefinite"/>
                      </p:stCondLst>
                      <p:childTnLst>
                        <p:par>
                          <p:cTn id="24" fill="hold">
                            <p:stCondLst>
                              <p:cond delay="0"/>
                            </p:stCondLst>
                            <p:childTnLst>
                              <p:par>
                                <p:cTn id="25" presetID="35" presetClass="emph" presetSubtype="0" repeatCount="2000" fill="hold" grpId="0" nodeType="clickEffect">
                                  <p:stCondLst>
                                    <p:cond delay="0"/>
                                  </p:stCondLst>
                                  <p:childTnLst>
                                    <p:anim calcmode="discrete" valueType="str">
                                      <p:cBhvr>
                                        <p:cTn id="26" dur="1000" fill="hold"/>
                                        <p:tgtEl>
                                          <p:spTgt spid="92"/>
                                        </p:tgtEl>
                                        <p:attrNameLst>
                                          <p:attrName>style.visibility</p:attrName>
                                        </p:attrNameLst>
                                      </p:cBhvr>
                                      <p:tavLst>
                                        <p:tav tm="0">
                                          <p:val>
                                            <p:strVal val="hidden"/>
                                          </p:val>
                                        </p:tav>
                                        <p:tav tm="50000">
                                          <p:val>
                                            <p:strVal val="visible"/>
                                          </p:val>
                                        </p:tav>
                                      </p:tavLst>
                                    </p:anim>
                                  </p:childTnLst>
                                </p:cTn>
                              </p:par>
                            </p:childTnLst>
                          </p:cTn>
                        </p:par>
                      </p:childTnLst>
                    </p:cTn>
                  </p:par>
                  <p:par>
                    <p:cTn id="27" fill="hold">
                      <p:stCondLst>
                        <p:cond delay="indefinite"/>
                      </p:stCondLst>
                      <p:childTnLst>
                        <p:par>
                          <p:cTn id="28" fill="hold">
                            <p:stCondLst>
                              <p:cond delay="0"/>
                            </p:stCondLst>
                            <p:childTnLst>
                              <p:par>
                                <p:cTn id="29" presetID="35" presetClass="emph" presetSubtype="0" repeatCount="2000" fill="hold" grpId="0" nodeType="clickEffect">
                                  <p:stCondLst>
                                    <p:cond delay="0"/>
                                  </p:stCondLst>
                                  <p:childTnLst>
                                    <p:anim calcmode="discrete" valueType="str">
                                      <p:cBhvr>
                                        <p:cTn id="30" dur="1000" fill="hold"/>
                                        <p:tgtEl>
                                          <p:spTgt spid="102"/>
                                        </p:tgtEl>
                                        <p:attrNameLst>
                                          <p:attrName>style.visibility</p:attrName>
                                        </p:attrNameLst>
                                      </p:cBhvr>
                                      <p:tavLst>
                                        <p:tav tm="0">
                                          <p:val>
                                            <p:strVal val="hidden"/>
                                          </p:val>
                                        </p:tav>
                                        <p:tav tm="50000">
                                          <p:val>
                                            <p:strVal val="visible"/>
                                          </p:val>
                                        </p:tav>
                                      </p:tavLst>
                                    </p:anim>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
                                        </p:tgtEl>
                                        <p:attrNameLst>
                                          <p:attrName>style.visibility</p:attrName>
                                        </p:attrNameLst>
                                      </p:cBhvr>
                                      <p:to>
                                        <p:strVal val="visible"/>
                                      </p:to>
                                    </p:set>
                                  </p:childTnLst>
                                </p:cTn>
                              </p:par>
                              <p:par>
                                <p:cTn id="35" presetID="1" presetClass="exit" presetSubtype="0" fill="hold" grpId="0" nodeType="withEffect">
                                  <p:stCondLst>
                                    <p:cond delay="0"/>
                                  </p:stCondLst>
                                  <p:childTnLst>
                                    <p:set>
                                      <p:cBhvr>
                                        <p:cTn id="36" dur="1" fill="hold">
                                          <p:stCondLst>
                                            <p:cond delay="0"/>
                                          </p:stCondLst>
                                        </p:cTn>
                                        <p:tgtEl>
                                          <p:spTgt spid="78"/>
                                        </p:tgtEl>
                                        <p:attrNameLst>
                                          <p:attrName>style.visibility</p:attrName>
                                        </p:attrNameLst>
                                      </p:cBhvr>
                                      <p:to>
                                        <p:strVal val="hidden"/>
                                      </p:to>
                                    </p:set>
                                  </p:childTnLst>
                                </p:cTn>
                              </p:par>
                            </p:childTnLst>
                          </p:cTn>
                        </p:par>
                        <p:par>
                          <p:cTn id="37" fill="hold">
                            <p:stCondLst>
                              <p:cond delay="0"/>
                            </p:stCondLst>
                            <p:childTnLst>
                              <p:par>
                                <p:cTn id="38" presetID="35" presetClass="emph" presetSubtype="0" repeatCount="3000" fill="hold" grpId="1" nodeType="afterEffect">
                                  <p:stCondLst>
                                    <p:cond delay="0"/>
                                  </p:stCondLst>
                                  <p:childTnLst>
                                    <p:anim calcmode="discrete" valueType="str">
                                      <p:cBhvr>
                                        <p:cTn id="39" dur="1000" fill="hold"/>
                                        <p:tgtEl>
                                          <p:spTgt spid="3"/>
                                        </p:tgtEl>
                                        <p:attrNameLst>
                                          <p:attrName>style.visibility</p:attrName>
                                        </p:attrNameLst>
                                      </p:cBhvr>
                                      <p:tavLst>
                                        <p:tav tm="0">
                                          <p:val>
                                            <p:strVal val="hidden"/>
                                          </p:val>
                                        </p:tav>
                                        <p:tav tm="50000">
                                          <p:val>
                                            <p:strVal val="visible"/>
                                          </p:val>
                                        </p:tav>
                                      </p:tavLst>
                                    </p:anim>
                                  </p:childTnLst>
                                </p:cTn>
                              </p:par>
                              <p:par>
                                <p:cTn id="40" presetID="1" presetClass="entr" presetSubtype="0" fill="hold" nodeType="withEffect">
                                  <p:stCondLst>
                                    <p:cond delay="0"/>
                                  </p:stCondLst>
                                  <p:childTnLst>
                                    <p:set>
                                      <p:cBhvr>
                                        <p:cTn id="41" dur="1" fill="hold">
                                          <p:stCondLst>
                                            <p:cond delay="0"/>
                                          </p:stCondLst>
                                        </p:cTn>
                                        <p:tgtEl>
                                          <p:spTgt spid="4"/>
                                        </p:tgtEl>
                                        <p:attrNameLst>
                                          <p:attrName>style.visibility</p:attrName>
                                        </p:attrNameLst>
                                      </p:cBhvr>
                                      <p:to>
                                        <p:strVal val="visible"/>
                                      </p:to>
                                    </p:set>
                                  </p:childTnLst>
                                </p:cTn>
                              </p:par>
                            </p:childTnLst>
                          </p:cTn>
                        </p:par>
                        <p:par>
                          <p:cTn id="42" fill="hold">
                            <p:stCondLst>
                              <p:cond delay="3000"/>
                            </p:stCondLst>
                            <p:childTnLst>
                              <p:par>
                                <p:cTn id="43" presetID="35" presetClass="emph" presetSubtype="0" repeatCount="3000" fill="hold" nodeType="afterEffect">
                                  <p:stCondLst>
                                    <p:cond delay="0"/>
                                  </p:stCondLst>
                                  <p:childTnLst>
                                    <p:anim calcmode="discrete" valueType="str">
                                      <p:cBhvr>
                                        <p:cTn id="44"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78" grpId="0" animBg="1"/>
      <p:bldP spid="85" grpId="0"/>
      <p:bldP spid="91" grpId="0"/>
      <p:bldP spid="92" grpId="0"/>
      <p:bldP spid="98" grpId="0" animBg="1"/>
      <p:bldP spid="101" grpId="0" animBg="1"/>
      <p:bldP spid="102" grpId="0" animBg="1"/>
      <p:bldP spid="105"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 name="矩形 12"/>
          <p:cNvSpPr/>
          <p:nvPr/>
        </p:nvSpPr>
        <p:spPr>
          <a:xfrm>
            <a:off x="1065211" y="2501018"/>
            <a:ext cx="4433248" cy="615168"/>
          </a:xfrm>
          <a:prstGeom prst="rect">
            <a:avLst/>
          </a:prstGeom>
          <a:solidFill>
            <a:srgbClr val="00FF99"/>
          </a:solidFill>
          <a:ln>
            <a:solidFill>
              <a:srgbClr val="000099"/>
            </a:solidFill>
          </a:ln>
        </p:spPr>
        <p:txBody>
          <a:bodyPr wrap="square">
            <a:spAutoFit/>
          </a:bodyPr>
          <a:lstStyle/>
          <a:p>
            <a:pPr>
              <a:lnSpc>
                <a:spcPct val="110000"/>
              </a:lnSpc>
            </a:pPr>
            <a:r>
              <a:rPr lang="zh-CN" altLang="en-US" sz="1600" b="1" dirty="0">
                <a:latin typeface="微软雅黑" pitchFamily="34" charset="-122"/>
                <a:ea typeface="微软雅黑" pitchFamily="34" charset="-122"/>
              </a:rPr>
              <a:t>查到第三个字符 </a:t>
            </a:r>
            <a:r>
              <a:rPr lang="en-US" altLang="zh-CN" sz="1600" b="1" dirty="0">
                <a:latin typeface="微软雅黑" pitchFamily="34" charset="-122"/>
                <a:ea typeface="微软雅黑" pitchFamily="34" charset="-122"/>
              </a:rPr>
              <a:t>0 </a:t>
            </a:r>
            <a:r>
              <a:rPr lang="zh-CN" altLang="en-US" sz="1600" b="1" dirty="0">
                <a:latin typeface="微软雅黑" pitchFamily="34" charset="-122"/>
                <a:ea typeface="微软雅黑" pitchFamily="34" charset="-122"/>
              </a:rPr>
              <a:t>时，在二叉线索中找不到匹配的。说明这个地址不在这个二叉线索中。</a:t>
            </a:r>
            <a:endParaRPr lang="en-US" altLang="zh-CN" sz="1600" b="1" dirty="0">
              <a:latin typeface="微软雅黑" pitchFamily="34" charset="-122"/>
              <a:ea typeface="微软雅黑" pitchFamily="34" charset="-122"/>
            </a:endParaRPr>
          </a:p>
        </p:txBody>
      </p:sp>
      <p:sp>
        <p:nvSpPr>
          <p:cNvPr id="14" name="Text Box 4"/>
          <p:cNvSpPr txBox="1">
            <a:spLocks noChangeArrowheads="1"/>
          </p:cNvSpPr>
          <p:nvPr/>
        </p:nvSpPr>
        <p:spPr bwMode="auto">
          <a:xfrm>
            <a:off x="975990" y="1351400"/>
            <a:ext cx="4419800" cy="7325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1600" b="1" dirty="0">
                <a:latin typeface="微软雅黑" pitchFamily="34" charset="-122"/>
                <a:ea typeface="微软雅黑" pitchFamily="34" charset="-122"/>
              </a:rPr>
              <a:t>                     32 </a:t>
            </a:r>
            <a:r>
              <a:rPr kumimoji="1" lang="zh-CN" altLang="en-US" sz="1600" b="1" dirty="0">
                <a:latin typeface="微软雅黑" pitchFamily="34" charset="-122"/>
                <a:ea typeface="微软雅黑" pitchFamily="34" charset="-122"/>
              </a:rPr>
              <a:t>位的 </a:t>
            </a:r>
            <a:r>
              <a:rPr kumimoji="1" lang="en-US" altLang="zh-CN" sz="1600" b="1" dirty="0">
                <a:latin typeface="微软雅黑" pitchFamily="34" charset="-122"/>
                <a:ea typeface="微软雅黑" pitchFamily="34" charset="-122"/>
              </a:rPr>
              <a:t>IP </a:t>
            </a:r>
            <a:r>
              <a:rPr kumimoji="1" lang="zh-CN" altLang="en-US" sz="1600" b="1" dirty="0">
                <a:latin typeface="微软雅黑" pitchFamily="34" charset="-122"/>
                <a:ea typeface="微软雅黑" pitchFamily="34" charset="-122"/>
              </a:rPr>
              <a:t>地址</a:t>
            </a:r>
          </a:p>
          <a:p>
            <a:pPr>
              <a:lnSpc>
                <a:spcPct val="130000"/>
              </a:lnSpc>
            </a:pPr>
            <a:r>
              <a:rPr kumimoji="1" lang="en-US" altLang="zh-CN" sz="1600" b="1" dirty="0">
                <a:solidFill>
                  <a:srgbClr val="0000FF"/>
                </a:solidFill>
                <a:latin typeface="微软雅黑" pitchFamily="34" charset="-122"/>
                <a:ea typeface="微软雅黑" pitchFamily="34" charset="-122"/>
              </a:rPr>
              <a:t>10011011 01111010 00000000 00000000</a:t>
            </a:r>
            <a:endParaRPr kumimoji="1" lang="en-US" altLang="zh-CN" sz="1600" b="1" dirty="0">
              <a:solidFill>
                <a:srgbClr val="0000CC"/>
              </a:solidFill>
              <a:latin typeface="微软雅黑" pitchFamily="34" charset="-122"/>
              <a:ea typeface="微软雅黑" pitchFamily="34" charset="-122"/>
            </a:endParaRPr>
          </a:p>
        </p:txBody>
      </p:sp>
      <p:sp>
        <p:nvSpPr>
          <p:cNvPr id="46"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2953350" y="582227"/>
            <a:ext cx="32560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在二叉线索中查找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cxnSp>
        <p:nvCxnSpPr>
          <p:cNvPr id="4" name="直接连接符 3">
            <a:extLst>
              <a:ext uri="{FF2B5EF4-FFF2-40B4-BE49-F238E27FC236}">
                <a16:creationId xmlns:a16="http://schemas.microsoft.com/office/drawing/2014/main" id="{06CAE129-37AF-A5CC-D790-D33B877959E8}"/>
              </a:ext>
            </a:extLst>
          </p:cNvPr>
          <p:cNvCxnSpPr>
            <a:cxnSpLocks/>
          </p:cNvCxnSpPr>
          <p:nvPr/>
        </p:nvCxnSpPr>
        <p:spPr>
          <a:xfrm>
            <a:off x="1058078" y="1993571"/>
            <a:ext cx="372516" cy="0"/>
          </a:xfrm>
          <a:prstGeom prst="line">
            <a:avLst/>
          </a:prstGeom>
        </p:spPr>
        <p:style>
          <a:lnRef idx="2">
            <a:schemeClr val="accent6"/>
          </a:lnRef>
          <a:fillRef idx="0">
            <a:schemeClr val="accent6"/>
          </a:fillRef>
          <a:effectRef idx="1">
            <a:schemeClr val="accent6"/>
          </a:effectRef>
          <a:fontRef idx="minor">
            <a:schemeClr val="tx1"/>
          </a:fontRef>
        </p:style>
      </p:cxnSp>
      <p:grpSp>
        <p:nvGrpSpPr>
          <p:cNvPr id="6" name="组合 5">
            <a:extLst>
              <a:ext uri="{FF2B5EF4-FFF2-40B4-BE49-F238E27FC236}">
                <a16:creationId xmlns:a16="http://schemas.microsoft.com/office/drawing/2014/main" id="{B54BB762-A3E4-1536-81E3-6C6CC7380DB0}"/>
              </a:ext>
            </a:extLst>
          </p:cNvPr>
          <p:cNvGrpSpPr/>
          <p:nvPr/>
        </p:nvGrpSpPr>
        <p:grpSpPr>
          <a:xfrm>
            <a:off x="6373708" y="1300739"/>
            <a:ext cx="1842271" cy="1595833"/>
            <a:chOff x="6375275" y="1309581"/>
            <a:chExt cx="1842271" cy="1595833"/>
          </a:xfrm>
        </p:grpSpPr>
        <p:sp>
          <p:nvSpPr>
            <p:cNvPr id="9" name="Freeform 7">
              <a:extLst>
                <a:ext uri="{FF2B5EF4-FFF2-40B4-BE49-F238E27FC236}">
                  <a16:creationId xmlns:a16="http://schemas.microsoft.com/office/drawing/2014/main" id="{FFC15544-7F6E-4BFA-C0FA-8910941AB92D}"/>
                </a:ext>
              </a:extLst>
            </p:cNvPr>
            <p:cNvSpPr>
              <a:spLocks/>
            </p:cNvSpPr>
            <p:nvPr/>
          </p:nvSpPr>
          <p:spPr bwMode="auto">
            <a:xfrm>
              <a:off x="6478712" y="1406453"/>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nvGrpSpPr>
            <p:cNvPr id="12" name="组合 11">
              <a:extLst>
                <a:ext uri="{FF2B5EF4-FFF2-40B4-BE49-F238E27FC236}">
                  <a16:creationId xmlns:a16="http://schemas.microsoft.com/office/drawing/2014/main" id="{7CFD3430-D407-CB47-BE28-41AB6D2BB917}"/>
                </a:ext>
              </a:extLst>
            </p:cNvPr>
            <p:cNvGrpSpPr/>
            <p:nvPr/>
          </p:nvGrpSpPr>
          <p:grpSpPr>
            <a:xfrm>
              <a:off x="6375275" y="1309581"/>
              <a:ext cx="1842271" cy="1595833"/>
              <a:chOff x="6375275" y="1309581"/>
              <a:chExt cx="1842271" cy="1595833"/>
            </a:xfrm>
          </p:grpSpPr>
          <p:sp>
            <p:nvSpPr>
              <p:cNvPr id="15" name="Freeform 6">
                <a:extLst>
                  <a:ext uri="{FF2B5EF4-FFF2-40B4-BE49-F238E27FC236}">
                    <a16:creationId xmlns:a16="http://schemas.microsoft.com/office/drawing/2014/main" id="{5D06A0BC-3727-A64C-76B7-A34F7F021FBA}"/>
                  </a:ext>
                </a:extLst>
              </p:cNvPr>
              <p:cNvSpPr>
                <a:spLocks/>
              </p:cNvSpPr>
              <p:nvPr/>
            </p:nvSpPr>
            <p:spPr bwMode="auto">
              <a:xfrm>
                <a:off x="7228904" y="1413031"/>
                <a:ext cx="840563" cy="1442907"/>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6" name="Line 8">
                <a:extLst>
                  <a:ext uri="{FF2B5EF4-FFF2-40B4-BE49-F238E27FC236}">
                    <a16:creationId xmlns:a16="http://schemas.microsoft.com/office/drawing/2014/main" id="{38D3FC78-A9E1-B150-72D7-74D7AA2F2E0A}"/>
                  </a:ext>
                </a:extLst>
              </p:cNvPr>
              <p:cNvSpPr>
                <a:spLocks noChangeShapeType="1"/>
              </p:cNvSpPr>
              <p:nvPr/>
            </p:nvSpPr>
            <p:spPr bwMode="auto">
              <a:xfrm flipH="1">
                <a:off x="7799442" y="2557281"/>
                <a:ext cx="121947" cy="29865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17" name="Text Box 9">
                <a:extLst>
                  <a:ext uri="{FF2B5EF4-FFF2-40B4-BE49-F238E27FC236}">
                    <a16:creationId xmlns:a16="http://schemas.microsoft.com/office/drawing/2014/main" id="{A62E55E6-509A-44BC-154B-08AA702D7DF1}"/>
                  </a:ext>
                </a:extLst>
              </p:cNvPr>
              <p:cNvSpPr txBox="1">
                <a:spLocks noChangeArrowheads="1"/>
              </p:cNvSpPr>
              <p:nvPr/>
            </p:nvSpPr>
            <p:spPr bwMode="auto">
              <a:xfrm>
                <a:off x="6375275" y="222624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18" name="Text Box 10">
                <a:extLst>
                  <a:ext uri="{FF2B5EF4-FFF2-40B4-BE49-F238E27FC236}">
                    <a16:creationId xmlns:a16="http://schemas.microsoft.com/office/drawing/2014/main" id="{29136BF5-62A9-8F27-02EE-F8FCB46A27EC}"/>
                  </a:ext>
                </a:extLst>
              </p:cNvPr>
              <p:cNvSpPr txBox="1">
                <a:spLocks noChangeArrowheads="1"/>
              </p:cNvSpPr>
              <p:nvPr/>
            </p:nvSpPr>
            <p:spPr bwMode="auto">
              <a:xfrm>
                <a:off x="6571261" y="19338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19" name="Text Box 11">
                <a:extLst>
                  <a:ext uri="{FF2B5EF4-FFF2-40B4-BE49-F238E27FC236}">
                    <a16:creationId xmlns:a16="http://schemas.microsoft.com/office/drawing/2014/main" id="{0682C2C6-2912-3288-CF0A-82AB685F2447}"/>
                  </a:ext>
                </a:extLst>
              </p:cNvPr>
              <p:cNvSpPr txBox="1">
                <a:spLocks noChangeArrowheads="1"/>
              </p:cNvSpPr>
              <p:nvPr/>
            </p:nvSpPr>
            <p:spPr bwMode="auto">
              <a:xfrm>
                <a:off x="7642653" y="2551169"/>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20" name="Text Box 12">
                <a:extLst>
                  <a:ext uri="{FF2B5EF4-FFF2-40B4-BE49-F238E27FC236}">
                    <a16:creationId xmlns:a16="http://schemas.microsoft.com/office/drawing/2014/main" id="{60F2672E-F69C-40BA-F3FD-C9F20F16CD93}"/>
                  </a:ext>
                </a:extLst>
              </p:cNvPr>
              <p:cNvSpPr txBox="1">
                <a:spLocks noChangeArrowheads="1"/>
              </p:cNvSpPr>
              <p:nvPr/>
            </p:nvSpPr>
            <p:spPr bwMode="auto">
              <a:xfrm>
                <a:off x="6680143" y="13095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21" name="Line 13">
                <a:extLst>
                  <a:ext uri="{FF2B5EF4-FFF2-40B4-BE49-F238E27FC236}">
                    <a16:creationId xmlns:a16="http://schemas.microsoft.com/office/drawing/2014/main" id="{2545A482-8110-A5F3-08F7-18AABC61741B}"/>
                  </a:ext>
                </a:extLst>
              </p:cNvPr>
              <p:cNvSpPr>
                <a:spLocks noChangeShapeType="1"/>
              </p:cNvSpPr>
              <p:nvPr/>
            </p:nvSpPr>
            <p:spPr bwMode="auto">
              <a:xfrm flipH="1">
                <a:off x="6540775" y="2277516"/>
                <a:ext cx="124125" cy="2860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22" name="Freeform 14">
                <a:extLst>
                  <a:ext uri="{FF2B5EF4-FFF2-40B4-BE49-F238E27FC236}">
                    <a16:creationId xmlns:a16="http://schemas.microsoft.com/office/drawing/2014/main" id="{A050F103-9B01-7B30-2F26-25AA6B49D12D}"/>
                  </a:ext>
                </a:extLst>
              </p:cNvPr>
              <p:cNvSpPr>
                <a:spLocks/>
              </p:cNvSpPr>
              <p:nvPr/>
            </p:nvSpPr>
            <p:spPr bwMode="auto">
              <a:xfrm>
                <a:off x="6919681" y="2004047"/>
                <a:ext cx="182921" cy="273469"/>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19050">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23" name="Text Box 15">
                <a:extLst>
                  <a:ext uri="{FF2B5EF4-FFF2-40B4-BE49-F238E27FC236}">
                    <a16:creationId xmlns:a16="http://schemas.microsoft.com/office/drawing/2014/main" id="{C18559C1-6B1D-CF1D-6C8B-338C02B0CB42}"/>
                  </a:ext>
                </a:extLst>
              </p:cNvPr>
              <p:cNvSpPr txBox="1">
                <a:spLocks noChangeArrowheads="1"/>
              </p:cNvSpPr>
              <p:nvPr/>
            </p:nvSpPr>
            <p:spPr bwMode="auto">
              <a:xfrm>
                <a:off x="7938810" y="255548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24" name="Text Box 16">
                <a:extLst>
                  <a:ext uri="{FF2B5EF4-FFF2-40B4-BE49-F238E27FC236}">
                    <a16:creationId xmlns:a16="http://schemas.microsoft.com/office/drawing/2014/main" id="{04272621-8ADE-EF9D-7C87-654CD0506575}"/>
                  </a:ext>
                </a:extLst>
              </p:cNvPr>
              <p:cNvSpPr txBox="1">
                <a:spLocks noChangeArrowheads="1"/>
              </p:cNvSpPr>
              <p:nvPr/>
            </p:nvSpPr>
            <p:spPr bwMode="auto">
              <a:xfrm>
                <a:off x="6946193" y="1980673"/>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25" name="Text Box 17">
                <a:extLst>
                  <a:ext uri="{FF2B5EF4-FFF2-40B4-BE49-F238E27FC236}">
                    <a16:creationId xmlns:a16="http://schemas.microsoft.com/office/drawing/2014/main" id="{C810FC65-D63A-B334-26A9-BCAA98819662}"/>
                  </a:ext>
                </a:extLst>
              </p:cNvPr>
              <p:cNvSpPr txBox="1">
                <a:spLocks noChangeArrowheads="1"/>
              </p:cNvSpPr>
              <p:nvPr/>
            </p:nvSpPr>
            <p:spPr bwMode="auto">
              <a:xfrm>
                <a:off x="6743294" y="2259524"/>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26" name="Text Box 18">
                <a:extLst>
                  <a:ext uri="{FF2B5EF4-FFF2-40B4-BE49-F238E27FC236}">
                    <a16:creationId xmlns:a16="http://schemas.microsoft.com/office/drawing/2014/main" id="{7902FAF2-D1B4-ACC6-19D2-86AFC38FB8E2}"/>
                  </a:ext>
                </a:extLst>
              </p:cNvPr>
              <p:cNvSpPr txBox="1">
                <a:spLocks noChangeArrowheads="1"/>
              </p:cNvSpPr>
              <p:nvPr/>
            </p:nvSpPr>
            <p:spPr bwMode="auto">
              <a:xfrm>
                <a:off x="6671432" y="166311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27" name="Text Box 19">
                <a:extLst>
                  <a:ext uri="{FF2B5EF4-FFF2-40B4-BE49-F238E27FC236}">
                    <a16:creationId xmlns:a16="http://schemas.microsoft.com/office/drawing/2014/main" id="{2256F094-56E5-4D42-142C-DB56864D6F75}"/>
                  </a:ext>
                </a:extLst>
              </p:cNvPr>
              <p:cNvSpPr txBox="1">
                <a:spLocks noChangeArrowheads="1"/>
              </p:cNvSpPr>
              <p:nvPr/>
            </p:nvSpPr>
            <p:spPr bwMode="auto">
              <a:xfrm>
                <a:off x="7625232" y="135186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28" name="Text Box 20">
                <a:extLst>
                  <a:ext uri="{FF2B5EF4-FFF2-40B4-BE49-F238E27FC236}">
                    <a16:creationId xmlns:a16="http://schemas.microsoft.com/office/drawing/2014/main" id="{58E0DF56-EF26-7ACF-81E6-294655B98A90}"/>
                  </a:ext>
                </a:extLst>
              </p:cNvPr>
              <p:cNvSpPr txBox="1">
                <a:spLocks noChangeArrowheads="1"/>
              </p:cNvSpPr>
              <p:nvPr/>
            </p:nvSpPr>
            <p:spPr bwMode="auto">
              <a:xfrm>
                <a:off x="7801620" y="22568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29" name="Text Box 21">
                <a:extLst>
                  <a:ext uri="{FF2B5EF4-FFF2-40B4-BE49-F238E27FC236}">
                    <a16:creationId xmlns:a16="http://schemas.microsoft.com/office/drawing/2014/main" id="{CC4287B0-3A1C-48B6-69D5-1278D0B5CEE0}"/>
                  </a:ext>
                </a:extLst>
              </p:cNvPr>
              <p:cNvSpPr txBox="1">
                <a:spLocks noChangeArrowheads="1"/>
              </p:cNvSpPr>
              <p:nvPr/>
            </p:nvSpPr>
            <p:spPr bwMode="auto">
              <a:xfrm>
                <a:off x="7638298" y="195187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30" name="Text Box 22">
                <a:extLst>
                  <a:ext uri="{FF2B5EF4-FFF2-40B4-BE49-F238E27FC236}">
                    <a16:creationId xmlns:a16="http://schemas.microsoft.com/office/drawing/2014/main" id="{92A4589A-D2DC-F29E-FB11-D420E37DC6BC}"/>
                  </a:ext>
                </a:extLst>
              </p:cNvPr>
              <p:cNvSpPr txBox="1">
                <a:spLocks noChangeArrowheads="1"/>
              </p:cNvSpPr>
              <p:nvPr/>
            </p:nvSpPr>
            <p:spPr bwMode="auto">
              <a:xfrm>
                <a:off x="7642653" y="16325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31" name="Oval 23">
                <a:extLst>
                  <a:ext uri="{FF2B5EF4-FFF2-40B4-BE49-F238E27FC236}">
                    <a16:creationId xmlns:a16="http://schemas.microsoft.com/office/drawing/2014/main" id="{25D441B8-003F-D986-6A47-68CFDA8BCF34}"/>
                  </a:ext>
                </a:extLst>
              </p:cNvPr>
              <p:cNvSpPr>
                <a:spLocks noChangeArrowheads="1"/>
              </p:cNvSpPr>
              <p:nvPr/>
            </p:nvSpPr>
            <p:spPr bwMode="auto">
              <a:xfrm>
                <a:off x="7553370"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32" name="Oval 24">
                <a:extLst>
                  <a:ext uri="{FF2B5EF4-FFF2-40B4-BE49-F238E27FC236}">
                    <a16:creationId xmlns:a16="http://schemas.microsoft.com/office/drawing/2014/main" id="{3AE69123-961D-20C9-3BC4-020B870D8919}"/>
                  </a:ext>
                </a:extLst>
              </p:cNvPr>
              <p:cNvSpPr>
                <a:spLocks noChangeArrowheads="1"/>
              </p:cNvSpPr>
              <p:nvPr/>
            </p:nvSpPr>
            <p:spPr bwMode="auto">
              <a:xfrm>
                <a:off x="6867418"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33" name="Oval 25">
                <a:extLst>
                  <a:ext uri="{FF2B5EF4-FFF2-40B4-BE49-F238E27FC236}">
                    <a16:creationId xmlns:a16="http://schemas.microsoft.com/office/drawing/2014/main" id="{F9D8C0B5-97AE-4D26-605C-E5532546D989}"/>
                  </a:ext>
                </a:extLst>
              </p:cNvPr>
              <p:cNvSpPr>
                <a:spLocks noChangeArrowheads="1"/>
              </p:cNvSpPr>
              <p:nvPr/>
            </p:nvSpPr>
            <p:spPr bwMode="auto">
              <a:xfrm>
                <a:off x="6442781" y="166760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34" name="Oval 26">
                <a:extLst>
                  <a:ext uri="{FF2B5EF4-FFF2-40B4-BE49-F238E27FC236}">
                    <a16:creationId xmlns:a16="http://schemas.microsoft.com/office/drawing/2014/main" id="{A75F30E2-06DE-0C79-2BED-AD1E829633AA}"/>
                  </a:ext>
                </a:extLst>
              </p:cNvPr>
              <p:cNvSpPr>
                <a:spLocks noChangeArrowheads="1"/>
              </p:cNvSpPr>
              <p:nvPr/>
            </p:nvSpPr>
            <p:spPr bwMode="auto">
              <a:xfrm>
                <a:off x="7742824" y="2246031"/>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35" name="Oval 27">
                <a:extLst>
                  <a:ext uri="{FF2B5EF4-FFF2-40B4-BE49-F238E27FC236}">
                    <a16:creationId xmlns:a16="http://schemas.microsoft.com/office/drawing/2014/main" id="{22452A44-A168-E960-B86A-8709429A4B22}"/>
                  </a:ext>
                </a:extLst>
              </p:cNvPr>
              <p:cNvSpPr>
                <a:spLocks noChangeArrowheads="1"/>
              </p:cNvSpPr>
              <p:nvPr/>
            </p:nvSpPr>
            <p:spPr bwMode="auto">
              <a:xfrm>
                <a:off x="7880014" y="2525796"/>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36" name="Oval 28">
                <a:extLst>
                  <a:ext uri="{FF2B5EF4-FFF2-40B4-BE49-F238E27FC236}">
                    <a16:creationId xmlns:a16="http://schemas.microsoft.com/office/drawing/2014/main" id="{602E8EEC-E701-8B42-B149-75FC545775F9}"/>
                  </a:ext>
                </a:extLst>
              </p:cNvPr>
              <p:cNvSpPr>
                <a:spLocks noChangeArrowheads="1"/>
              </p:cNvSpPr>
              <p:nvPr/>
            </p:nvSpPr>
            <p:spPr bwMode="auto">
              <a:xfrm>
                <a:off x="6638768" y="2239734"/>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37" name="Oval 29">
                <a:extLst>
                  <a:ext uri="{FF2B5EF4-FFF2-40B4-BE49-F238E27FC236}">
                    <a16:creationId xmlns:a16="http://schemas.microsoft.com/office/drawing/2014/main" id="{65913E97-F705-D659-BD9E-1E13C3480141}"/>
                  </a:ext>
                </a:extLst>
              </p:cNvPr>
              <p:cNvSpPr>
                <a:spLocks noChangeArrowheads="1"/>
              </p:cNvSpPr>
              <p:nvPr/>
            </p:nvSpPr>
            <p:spPr bwMode="auto">
              <a:xfrm>
                <a:off x="8010672" y="1661312"/>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38" name="Oval 30">
                <a:extLst>
                  <a:ext uri="{FF2B5EF4-FFF2-40B4-BE49-F238E27FC236}">
                    <a16:creationId xmlns:a16="http://schemas.microsoft.com/office/drawing/2014/main" id="{3046A749-6000-99DE-AFF1-7169BB2B54E1}"/>
                  </a:ext>
                </a:extLst>
              </p:cNvPr>
              <p:cNvSpPr>
                <a:spLocks noChangeArrowheads="1"/>
              </p:cNvSpPr>
              <p:nvPr/>
            </p:nvSpPr>
            <p:spPr bwMode="auto">
              <a:xfrm>
                <a:off x="7183174" y="137524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39" name="Rectangle 31">
                <a:extLst>
                  <a:ext uri="{FF2B5EF4-FFF2-40B4-BE49-F238E27FC236}">
                    <a16:creationId xmlns:a16="http://schemas.microsoft.com/office/drawing/2014/main" id="{A5BEDE5B-788F-BBE1-B4D6-7FDF2ED53484}"/>
                  </a:ext>
                </a:extLst>
              </p:cNvPr>
              <p:cNvSpPr>
                <a:spLocks noChangeArrowheads="1"/>
              </p:cNvSpPr>
              <p:nvPr/>
            </p:nvSpPr>
            <p:spPr bwMode="auto">
              <a:xfrm>
                <a:off x="6481979" y="2513203"/>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40" name="Rectangle 32">
                <a:extLst>
                  <a:ext uri="{FF2B5EF4-FFF2-40B4-BE49-F238E27FC236}">
                    <a16:creationId xmlns:a16="http://schemas.microsoft.com/office/drawing/2014/main" id="{B153796E-5BFF-854B-6EBE-A00966E6558F}"/>
                  </a:ext>
                </a:extLst>
              </p:cNvPr>
              <p:cNvSpPr>
                <a:spLocks noChangeArrowheads="1"/>
              </p:cNvSpPr>
              <p:nvPr/>
            </p:nvSpPr>
            <p:spPr bwMode="auto">
              <a:xfrm>
                <a:off x="6795557" y="2507805"/>
                <a:ext cx="104526" cy="989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41" name="Rectangle 33">
                <a:extLst>
                  <a:ext uri="{FF2B5EF4-FFF2-40B4-BE49-F238E27FC236}">
                    <a16:creationId xmlns:a16="http://schemas.microsoft.com/office/drawing/2014/main" id="{72774194-0FA7-380C-4C30-5394A45727E8}"/>
                  </a:ext>
                </a:extLst>
              </p:cNvPr>
              <p:cNvSpPr>
                <a:spLocks noChangeArrowheads="1"/>
              </p:cNvSpPr>
              <p:nvPr/>
            </p:nvSpPr>
            <p:spPr bwMode="auto">
              <a:xfrm>
                <a:off x="7037273" y="2227140"/>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42" name="Rectangle 34">
                <a:extLst>
                  <a:ext uri="{FF2B5EF4-FFF2-40B4-BE49-F238E27FC236}">
                    <a16:creationId xmlns:a16="http://schemas.microsoft.com/office/drawing/2014/main" id="{C75F4969-94C8-A897-8CF0-F6CCF73FED61}"/>
                  </a:ext>
                </a:extLst>
              </p:cNvPr>
              <p:cNvSpPr>
                <a:spLocks noChangeArrowheads="1"/>
              </p:cNvSpPr>
              <p:nvPr/>
            </p:nvSpPr>
            <p:spPr bwMode="auto">
              <a:xfrm>
                <a:off x="8017204"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43" name="Rectangle 35">
                <a:extLst>
                  <a:ext uri="{FF2B5EF4-FFF2-40B4-BE49-F238E27FC236}">
                    <a16:creationId xmlns:a16="http://schemas.microsoft.com/office/drawing/2014/main" id="{F45C159C-1AFB-E035-BA19-64646E734B4E}"/>
                  </a:ext>
                </a:extLst>
              </p:cNvPr>
              <p:cNvSpPr>
                <a:spLocks noChangeArrowheads="1"/>
              </p:cNvSpPr>
              <p:nvPr/>
            </p:nvSpPr>
            <p:spPr bwMode="auto">
              <a:xfrm>
                <a:off x="7749357"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grpSp>
      </p:grpSp>
      <p:grpSp>
        <p:nvGrpSpPr>
          <p:cNvPr id="11" name="组合 10"/>
          <p:cNvGrpSpPr/>
          <p:nvPr/>
        </p:nvGrpSpPr>
        <p:grpSpPr>
          <a:xfrm>
            <a:off x="7235437" y="1418284"/>
            <a:ext cx="816065" cy="568296"/>
            <a:chOff x="7219105" y="1375249"/>
            <a:chExt cx="861251" cy="590805"/>
          </a:xfrm>
        </p:grpSpPr>
        <p:cxnSp>
          <p:nvCxnSpPr>
            <p:cNvPr id="7" name="直接连接符 6"/>
            <p:cNvCxnSpPr>
              <a:stCxn id="75" idx="0"/>
            </p:cNvCxnSpPr>
            <p:nvPr/>
          </p:nvCxnSpPr>
          <p:spPr>
            <a:xfrm>
              <a:off x="7219105" y="1375249"/>
              <a:ext cx="861251" cy="286063"/>
            </a:xfrm>
            <a:prstGeom prst="line">
              <a:avLst/>
            </a:prstGeom>
            <a:ln w="3810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0" name="直接连接符 9"/>
            <p:cNvCxnSpPr>
              <a:endCxn id="68" idx="6"/>
            </p:cNvCxnSpPr>
            <p:nvPr/>
          </p:nvCxnSpPr>
          <p:spPr>
            <a:xfrm flipH="1">
              <a:off x="7613327" y="1661312"/>
              <a:ext cx="453813" cy="304742"/>
            </a:xfrm>
            <a:prstGeom prst="line">
              <a:avLst/>
            </a:prstGeom>
            <a:ln w="38100">
              <a:solidFill>
                <a:srgbClr val="CC00CC"/>
              </a:solidFill>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634532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2000" fill="hold" grpId="0" nodeType="withEffect">
                                  <p:stCondLst>
                                    <p:cond delay="0"/>
                                  </p:stCondLst>
                                  <p:childTnLst>
                                    <p:anim calcmode="discrete" valueType="str">
                                      <p:cBhvr>
                                        <p:cTn id="6" dur="1000" fill="hold"/>
                                        <p:tgtEl>
                                          <p:spTgt spid="14"/>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up)">
                                      <p:cBhvr>
                                        <p:cTn id="11" dur="1000"/>
                                        <p:tgtEl>
                                          <p:spTgt spid="11"/>
                                        </p:tgtEl>
                                      </p:cBhvr>
                                    </p:animEffect>
                                  </p:childTnLst>
                                </p:cTn>
                              </p:par>
                              <p:par>
                                <p:cTn id="12" presetID="22" presetClass="entr" presetSubtype="8" fill="hold" nodeType="with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wipe(left)">
                                      <p:cBhvr>
                                        <p:cTn id="14" dur="500"/>
                                        <p:tgtEl>
                                          <p:spTgt spid="4"/>
                                        </p:tgtEl>
                                      </p:cBhvr>
                                    </p:animEffect>
                                  </p:childTnLst>
                                </p:cTn>
                              </p:par>
                              <p:par>
                                <p:cTn id="15" presetID="1" presetClass="entr" presetSubtype="0" fill="hold" grpId="0" nodeType="with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par>
                                <p:cTn id="17" presetID="35" presetClass="emph" presetSubtype="0" repeatCount="3000" fill="hold" nodeType="withEffect">
                                  <p:stCondLst>
                                    <p:cond delay="0"/>
                                  </p:stCondLst>
                                  <p:childTnLst>
                                    <p:anim calcmode="discrete" valueType="str">
                                      <p:cBhvr>
                                        <p:cTn id="18"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45144" y="1019908"/>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 name="矩形 12"/>
          <p:cNvSpPr/>
          <p:nvPr/>
        </p:nvSpPr>
        <p:spPr>
          <a:xfrm>
            <a:off x="1058078" y="2115412"/>
            <a:ext cx="4433248" cy="1969385"/>
          </a:xfrm>
          <a:prstGeom prst="rect">
            <a:avLst/>
          </a:prstGeom>
          <a:solidFill>
            <a:srgbClr val="00FF99"/>
          </a:solidFill>
          <a:ln>
            <a:solidFill>
              <a:srgbClr val="000099"/>
            </a:solidFill>
          </a:ln>
        </p:spPr>
        <p:txBody>
          <a:bodyPr wrap="square">
            <a:spAutoFit/>
          </a:bodyPr>
          <a:lstStyle/>
          <a:p>
            <a:pPr marL="342900" indent="-342900">
              <a:lnSpc>
                <a:spcPct val="110000"/>
              </a:lnSpc>
              <a:buFont typeface="+mj-lt"/>
              <a:buAutoNum type="arabicPeriod"/>
            </a:pPr>
            <a:r>
              <a:rPr lang="zh-CN" altLang="en-US" sz="1600" b="1" dirty="0">
                <a:latin typeface="微软雅黑" pitchFamily="34" charset="-122"/>
                <a:ea typeface="微软雅黑" pitchFamily="34" charset="-122"/>
              </a:rPr>
              <a:t>找到了一个叶节点（包含对应的网络前缀和子网掩码）。</a:t>
            </a:r>
            <a:endParaRPr lang="en-US" altLang="zh-CN" sz="1600" b="1" dirty="0">
              <a:latin typeface="微软雅黑" pitchFamily="34" charset="-122"/>
              <a:ea typeface="微软雅黑" pitchFamily="34" charset="-122"/>
            </a:endParaRPr>
          </a:p>
          <a:p>
            <a:pPr marL="342900" indent="-342900">
              <a:lnSpc>
                <a:spcPct val="110000"/>
              </a:lnSpc>
              <a:buFont typeface="+mj-lt"/>
              <a:buAutoNum type="arabicPeriod"/>
            </a:pPr>
            <a:r>
              <a:rPr lang="zh-CN" altLang="en-US" sz="1600" b="1" dirty="0">
                <a:latin typeface="微软雅黑" pitchFamily="34" charset="-122"/>
                <a:ea typeface="微软雅黑" pitchFamily="34" charset="-122"/>
              </a:rPr>
              <a:t>将目的 </a:t>
            </a:r>
            <a:r>
              <a:rPr lang="en-US" altLang="zh-CN" sz="1600" b="1" dirty="0">
                <a:latin typeface="微软雅黑" pitchFamily="34" charset="-122"/>
                <a:ea typeface="微软雅黑" pitchFamily="34" charset="-122"/>
              </a:rPr>
              <a:t>IP </a:t>
            </a:r>
            <a:r>
              <a:rPr lang="zh-CN" altLang="en-US" sz="1600" b="1" dirty="0">
                <a:latin typeface="微软雅黑" pitchFamily="34" charset="-122"/>
                <a:ea typeface="微软雅黑" pitchFamily="34" charset="-122"/>
              </a:rPr>
              <a:t>地址和该叶节点的子网掩码进行按位 </a:t>
            </a:r>
            <a:r>
              <a:rPr lang="en-US" altLang="zh-CN" sz="1600" b="1" dirty="0">
                <a:latin typeface="微软雅黑" pitchFamily="34" charset="-122"/>
                <a:ea typeface="微软雅黑" pitchFamily="34" charset="-122"/>
              </a:rPr>
              <a:t>AND </a:t>
            </a:r>
            <a:r>
              <a:rPr lang="zh-CN" altLang="en-US" sz="1600" b="1" dirty="0">
                <a:latin typeface="微软雅黑" pitchFamily="34" charset="-122"/>
                <a:ea typeface="微软雅黑" pitchFamily="34" charset="-122"/>
              </a:rPr>
              <a:t>运算，看结果是否与叶节点的网络前缀相匹配。</a:t>
            </a:r>
            <a:endParaRPr lang="en-US" altLang="zh-CN" sz="1600" b="1" dirty="0">
              <a:latin typeface="微软雅黑" pitchFamily="34" charset="-122"/>
              <a:ea typeface="微软雅黑" pitchFamily="34" charset="-122"/>
            </a:endParaRPr>
          </a:p>
          <a:p>
            <a:pPr marL="342900" indent="-342900">
              <a:lnSpc>
                <a:spcPct val="110000"/>
              </a:lnSpc>
              <a:buFont typeface="+mj-lt"/>
              <a:buAutoNum type="arabicPeriod"/>
            </a:pPr>
            <a:r>
              <a:rPr lang="zh-CN" altLang="en-US" sz="1600" b="1" dirty="0">
                <a:latin typeface="微软雅黑" pitchFamily="34" charset="-122"/>
                <a:ea typeface="微软雅黑" pitchFamily="34" charset="-122"/>
              </a:rPr>
              <a:t>若匹配，就按下一跳的接口转发该分组。否则，就丢弃该分组。</a:t>
            </a:r>
          </a:p>
        </p:txBody>
      </p:sp>
      <p:sp>
        <p:nvSpPr>
          <p:cNvPr id="14" name="Text Box 4"/>
          <p:cNvSpPr txBox="1">
            <a:spLocks noChangeArrowheads="1"/>
          </p:cNvSpPr>
          <p:nvPr/>
        </p:nvSpPr>
        <p:spPr bwMode="auto">
          <a:xfrm>
            <a:off x="975990" y="1351400"/>
            <a:ext cx="4419800" cy="7325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1600" b="1" dirty="0">
                <a:latin typeface="微软雅黑" pitchFamily="34" charset="-122"/>
                <a:ea typeface="微软雅黑" pitchFamily="34" charset="-122"/>
              </a:rPr>
              <a:t>                     32 </a:t>
            </a:r>
            <a:r>
              <a:rPr kumimoji="1" lang="zh-CN" altLang="en-US" sz="1600" b="1" dirty="0">
                <a:latin typeface="微软雅黑" pitchFamily="34" charset="-122"/>
                <a:ea typeface="微软雅黑" pitchFamily="34" charset="-122"/>
              </a:rPr>
              <a:t>位的 </a:t>
            </a:r>
            <a:r>
              <a:rPr kumimoji="1" lang="en-US" altLang="zh-CN" sz="1600" b="1" dirty="0">
                <a:latin typeface="微软雅黑" pitchFamily="34" charset="-122"/>
                <a:ea typeface="微软雅黑" pitchFamily="34" charset="-122"/>
              </a:rPr>
              <a:t>IP </a:t>
            </a:r>
            <a:r>
              <a:rPr kumimoji="1" lang="zh-CN" altLang="en-US" sz="1600" b="1" dirty="0">
                <a:latin typeface="微软雅黑" pitchFamily="34" charset="-122"/>
                <a:ea typeface="微软雅黑" pitchFamily="34" charset="-122"/>
              </a:rPr>
              <a:t>地址</a:t>
            </a:r>
          </a:p>
          <a:p>
            <a:pPr>
              <a:lnSpc>
                <a:spcPct val="130000"/>
              </a:lnSpc>
            </a:pPr>
            <a:r>
              <a:rPr kumimoji="1" lang="en-US" altLang="zh-CN" sz="1600" b="1" dirty="0">
                <a:solidFill>
                  <a:srgbClr val="0000FF"/>
                </a:solidFill>
                <a:latin typeface="微软雅黑" pitchFamily="34" charset="-122"/>
                <a:ea typeface="微软雅黑" pitchFamily="34" charset="-122"/>
              </a:rPr>
              <a:t>01010110 01111010 00000000 00000000</a:t>
            </a:r>
            <a:endParaRPr kumimoji="1" lang="en-US" altLang="zh-CN" sz="1600" b="1" dirty="0">
              <a:solidFill>
                <a:srgbClr val="0000CC"/>
              </a:solidFill>
              <a:latin typeface="微软雅黑" pitchFamily="34" charset="-122"/>
              <a:ea typeface="微软雅黑" pitchFamily="34" charset="-122"/>
            </a:endParaRPr>
          </a:p>
        </p:txBody>
      </p:sp>
      <p:sp>
        <p:nvSpPr>
          <p:cNvPr id="46"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2953350" y="582227"/>
            <a:ext cx="32560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在二叉线索中查找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a:t>
            </a:r>
          </a:p>
        </p:txBody>
      </p:sp>
      <p:grpSp>
        <p:nvGrpSpPr>
          <p:cNvPr id="49" name="组合 48"/>
          <p:cNvGrpSpPr/>
          <p:nvPr/>
        </p:nvGrpSpPr>
        <p:grpSpPr>
          <a:xfrm>
            <a:off x="6375275" y="1309581"/>
            <a:ext cx="1842271" cy="1595833"/>
            <a:chOff x="6375275" y="1309581"/>
            <a:chExt cx="1842271" cy="1595833"/>
          </a:xfrm>
        </p:grpSpPr>
        <p:sp>
          <p:nvSpPr>
            <p:cNvPr id="50" name="Freeform 7"/>
            <p:cNvSpPr>
              <a:spLocks/>
            </p:cNvSpPr>
            <p:nvPr/>
          </p:nvSpPr>
          <p:spPr bwMode="auto">
            <a:xfrm>
              <a:off x="6478712" y="1406453"/>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nvGrpSpPr>
            <p:cNvPr id="51" name="组合 50"/>
            <p:cNvGrpSpPr/>
            <p:nvPr/>
          </p:nvGrpSpPr>
          <p:grpSpPr>
            <a:xfrm>
              <a:off x="6375275" y="1309581"/>
              <a:ext cx="1842271" cy="1595833"/>
              <a:chOff x="6375275" y="1309581"/>
              <a:chExt cx="1842271" cy="1595833"/>
            </a:xfrm>
          </p:grpSpPr>
          <p:sp>
            <p:nvSpPr>
              <p:cNvPr id="52" name="Freeform 6"/>
              <p:cNvSpPr>
                <a:spLocks/>
              </p:cNvSpPr>
              <p:nvPr/>
            </p:nvSpPr>
            <p:spPr bwMode="auto">
              <a:xfrm>
                <a:off x="7228904" y="1413031"/>
                <a:ext cx="840563" cy="1442907"/>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3" name="Line 8"/>
              <p:cNvSpPr>
                <a:spLocks noChangeShapeType="1"/>
              </p:cNvSpPr>
              <p:nvPr/>
            </p:nvSpPr>
            <p:spPr bwMode="auto">
              <a:xfrm flipH="1">
                <a:off x="7799442" y="2557281"/>
                <a:ext cx="121947" cy="29865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4" name="Text Box 9"/>
              <p:cNvSpPr txBox="1">
                <a:spLocks noChangeArrowheads="1"/>
              </p:cNvSpPr>
              <p:nvPr/>
            </p:nvSpPr>
            <p:spPr bwMode="auto">
              <a:xfrm>
                <a:off x="6375275" y="2226240"/>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5" name="Text Box 10"/>
              <p:cNvSpPr txBox="1">
                <a:spLocks noChangeArrowheads="1"/>
              </p:cNvSpPr>
              <p:nvPr/>
            </p:nvSpPr>
            <p:spPr bwMode="auto">
              <a:xfrm>
                <a:off x="6571261" y="19338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0</a:t>
                </a:r>
              </a:p>
            </p:txBody>
          </p:sp>
          <p:sp>
            <p:nvSpPr>
              <p:cNvPr id="56" name="Text Box 11"/>
              <p:cNvSpPr txBox="1">
                <a:spLocks noChangeArrowheads="1"/>
              </p:cNvSpPr>
              <p:nvPr/>
            </p:nvSpPr>
            <p:spPr bwMode="auto">
              <a:xfrm>
                <a:off x="7642653" y="2551169"/>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7" name="Text Box 12"/>
              <p:cNvSpPr txBox="1">
                <a:spLocks noChangeArrowheads="1"/>
              </p:cNvSpPr>
              <p:nvPr/>
            </p:nvSpPr>
            <p:spPr bwMode="auto">
              <a:xfrm>
                <a:off x="6680143" y="130958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58" name="Line 13"/>
              <p:cNvSpPr>
                <a:spLocks noChangeShapeType="1"/>
              </p:cNvSpPr>
              <p:nvPr/>
            </p:nvSpPr>
            <p:spPr bwMode="auto">
              <a:xfrm flipH="1">
                <a:off x="6540775" y="2277516"/>
                <a:ext cx="124125" cy="2860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59" name="Freeform 14"/>
              <p:cNvSpPr>
                <a:spLocks/>
              </p:cNvSpPr>
              <p:nvPr/>
            </p:nvSpPr>
            <p:spPr bwMode="auto">
              <a:xfrm>
                <a:off x="6919681" y="2004047"/>
                <a:ext cx="182921" cy="273469"/>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19050">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sp>
            <p:nvSpPr>
              <p:cNvPr id="60" name="Text Box 15"/>
              <p:cNvSpPr txBox="1">
                <a:spLocks noChangeArrowheads="1"/>
              </p:cNvSpPr>
              <p:nvPr/>
            </p:nvSpPr>
            <p:spPr bwMode="auto">
              <a:xfrm>
                <a:off x="7938810" y="255548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1" name="Text Box 16"/>
              <p:cNvSpPr txBox="1">
                <a:spLocks noChangeArrowheads="1"/>
              </p:cNvSpPr>
              <p:nvPr/>
            </p:nvSpPr>
            <p:spPr bwMode="auto">
              <a:xfrm>
                <a:off x="6946193" y="1980673"/>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62" name="Text Box 17"/>
              <p:cNvSpPr txBox="1">
                <a:spLocks noChangeArrowheads="1"/>
              </p:cNvSpPr>
              <p:nvPr/>
            </p:nvSpPr>
            <p:spPr bwMode="auto">
              <a:xfrm>
                <a:off x="6743294" y="2259524"/>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3" name="Text Box 18"/>
              <p:cNvSpPr txBox="1">
                <a:spLocks noChangeArrowheads="1"/>
              </p:cNvSpPr>
              <p:nvPr/>
            </p:nvSpPr>
            <p:spPr bwMode="auto">
              <a:xfrm>
                <a:off x="6671432" y="166311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4" name="Text Box 19"/>
              <p:cNvSpPr txBox="1">
                <a:spLocks noChangeArrowheads="1"/>
              </p:cNvSpPr>
              <p:nvPr/>
            </p:nvSpPr>
            <p:spPr bwMode="auto">
              <a:xfrm>
                <a:off x="7625232" y="1351861"/>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5" name="Text Box 20"/>
              <p:cNvSpPr txBox="1">
                <a:spLocks noChangeArrowheads="1"/>
              </p:cNvSpPr>
              <p:nvPr/>
            </p:nvSpPr>
            <p:spPr bwMode="auto">
              <a:xfrm>
                <a:off x="7801620" y="22568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FF"/>
                    </a:solidFill>
                    <a:latin typeface="微软雅黑" pitchFamily="34" charset="-122"/>
                    <a:ea typeface="微软雅黑" pitchFamily="34" charset="-122"/>
                  </a:rPr>
                  <a:t>1</a:t>
                </a:r>
              </a:p>
            </p:txBody>
          </p:sp>
          <p:sp>
            <p:nvSpPr>
              <p:cNvPr id="66" name="Text Box 21"/>
              <p:cNvSpPr txBox="1">
                <a:spLocks noChangeArrowheads="1"/>
              </p:cNvSpPr>
              <p:nvPr/>
            </p:nvSpPr>
            <p:spPr bwMode="auto">
              <a:xfrm>
                <a:off x="7638298" y="1951872"/>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1</a:t>
                </a:r>
              </a:p>
            </p:txBody>
          </p:sp>
          <p:sp>
            <p:nvSpPr>
              <p:cNvPr id="67" name="Text Box 22"/>
              <p:cNvSpPr txBox="1">
                <a:spLocks noChangeArrowheads="1"/>
              </p:cNvSpPr>
              <p:nvPr/>
            </p:nvSpPr>
            <p:spPr bwMode="auto">
              <a:xfrm>
                <a:off x="7642653" y="1632526"/>
                <a:ext cx="278736" cy="27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0</a:t>
                </a:r>
              </a:p>
            </p:txBody>
          </p:sp>
          <p:sp>
            <p:nvSpPr>
              <p:cNvPr id="68" name="Oval 23"/>
              <p:cNvSpPr>
                <a:spLocks noChangeArrowheads="1"/>
              </p:cNvSpPr>
              <p:nvPr/>
            </p:nvSpPr>
            <p:spPr bwMode="auto">
              <a:xfrm>
                <a:off x="7553370"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69" name="Oval 24"/>
              <p:cNvSpPr>
                <a:spLocks noChangeArrowheads="1"/>
              </p:cNvSpPr>
              <p:nvPr/>
            </p:nvSpPr>
            <p:spPr bwMode="auto">
              <a:xfrm>
                <a:off x="6867418" y="1959968"/>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0" name="Oval 25"/>
              <p:cNvSpPr>
                <a:spLocks noChangeArrowheads="1"/>
              </p:cNvSpPr>
              <p:nvPr/>
            </p:nvSpPr>
            <p:spPr bwMode="auto">
              <a:xfrm>
                <a:off x="6442781" y="166760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1" name="Oval 26"/>
              <p:cNvSpPr>
                <a:spLocks noChangeArrowheads="1"/>
              </p:cNvSpPr>
              <p:nvPr/>
            </p:nvSpPr>
            <p:spPr bwMode="auto">
              <a:xfrm>
                <a:off x="7742824" y="2246031"/>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2" name="Oval 27"/>
              <p:cNvSpPr>
                <a:spLocks noChangeArrowheads="1"/>
              </p:cNvSpPr>
              <p:nvPr/>
            </p:nvSpPr>
            <p:spPr bwMode="auto">
              <a:xfrm>
                <a:off x="7880014" y="2525796"/>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3" name="Oval 28"/>
              <p:cNvSpPr>
                <a:spLocks noChangeArrowheads="1"/>
              </p:cNvSpPr>
              <p:nvPr/>
            </p:nvSpPr>
            <p:spPr bwMode="auto">
              <a:xfrm>
                <a:off x="6638768" y="2239734"/>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4" name="Oval 29"/>
              <p:cNvSpPr>
                <a:spLocks noChangeArrowheads="1"/>
              </p:cNvSpPr>
              <p:nvPr/>
            </p:nvSpPr>
            <p:spPr bwMode="auto">
              <a:xfrm>
                <a:off x="8010672" y="1661312"/>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5" name="Oval 30"/>
              <p:cNvSpPr>
                <a:spLocks noChangeArrowheads="1"/>
              </p:cNvSpPr>
              <p:nvPr/>
            </p:nvSpPr>
            <p:spPr bwMode="auto">
              <a:xfrm>
                <a:off x="7183174" y="1375249"/>
                <a:ext cx="71862" cy="6836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6" name="Rectangle 31"/>
              <p:cNvSpPr>
                <a:spLocks noChangeArrowheads="1"/>
              </p:cNvSpPr>
              <p:nvPr/>
            </p:nvSpPr>
            <p:spPr bwMode="auto">
              <a:xfrm>
                <a:off x="6481979" y="2513203"/>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7" name="Rectangle 32"/>
              <p:cNvSpPr>
                <a:spLocks noChangeArrowheads="1"/>
              </p:cNvSpPr>
              <p:nvPr/>
            </p:nvSpPr>
            <p:spPr bwMode="auto">
              <a:xfrm>
                <a:off x="6795557" y="2507805"/>
                <a:ext cx="104526" cy="989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8" name="Rectangle 33"/>
              <p:cNvSpPr>
                <a:spLocks noChangeArrowheads="1"/>
              </p:cNvSpPr>
              <p:nvPr/>
            </p:nvSpPr>
            <p:spPr bwMode="auto">
              <a:xfrm>
                <a:off x="7037273" y="2227140"/>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79" name="Rectangle 34"/>
              <p:cNvSpPr>
                <a:spLocks noChangeArrowheads="1"/>
              </p:cNvSpPr>
              <p:nvPr/>
            </p:nvSpPr>
            <p:spPr bwMode="auto">
              <a:xfrm>
                <a:off x="8017204"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80" name="Rectangle 35"/>
              <p:cNvSpPr>
                <a:spLocks noChangeArrowheads="1"/>
              </p:cNvSpPr>
              <p:nvPr/>
            </p:nvSpPr>
            <p:spPr bwMode="auto">
              <a:xfrm>
                <a:off x="7749357" y="2805562"/>
                <a:ext cx="104526" cy="99852"/>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grpSp>
      </p:grpSp>
      <p:grpSp>
        <p:nvGrpSpPr>
          <p:cNvPr id="4" name="组合 3"/>
          <p:cNvGrpSpPr/>
          <p:nvPr/>
        </p:nvGrpSpPr>
        <p:grpSpPr>
          <a:xfrm>
            <a:off x="6478712" y="1393425"/>
            <a:ext cx="756725" cy="1226974"/>
            <a:chOff x="6478712" y="2744561"/>
            <a:chExt cx="756725" cy="1226974"/>
          </a:xfrm>
        </p:grpSpPr>
        <p:sp>
          <p:nvSpPr>
            <p:cNvPr id="42" name="Rectangle 32"/>
            <p:cNvSpPr>
              <a:spLocks noChangeArrowheads="1"/>
            </p:cNvSpPr>
            <p:nvPr/>
          </p:nvSpPr>
          <p:spPr bwMode="auto">
            <a:xfrm>
              <a:off x="6795557" y="3872583"/>
              <a:ext cx="104526" cy="98952"/>
            </a:xfrm>
            <a:prstGeom prst="rect">
              <a:avLst/>
            </a:prstGeom>
            <a:solidFill>
              <a:srgbClr val="C00000"/>
            </a:solidFill>
            <a:ln w="19050">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FF"/>
                </a:solidFill>
                <a:latin typeface="微软雅黑" pitchFamily="34" charset="-122"/>
                <a:ea typeface="微软雅黑" pitchFamily="34" charset="-122"/>
              </a:endParaRPr>
            </a:p>
          </p:txBody>
        </p:sp>
        <p:sp>
          <p:nvSpPr>
            <p:cNvPr id="48" name="Freeform 7"/>
            <p:cNvSpPr>
              <a:spLocks/>
            </p:cNvSpPr>
            <p:nvPr/>
          </p:nvSpPr>
          <p:spPr bwMode="auto">
            <a:xfrm>
              <a:off x="6478712" y="2744561"/>
              <a:ext cx="756725" cy="1157744"/>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381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FF"/>
                </a:solidFill>
                <a:latin typeface="微软雅黑" pitchFamily="34" charset="-122"/>
                <a:ea typeface="微软雅黑" pitchFamily="34" charset="-122"/>
              </a:endParaRPr>
            </a:p>
          </p:txBody>
        </p:sp>
      </p:grpSp>
    </p:spTree>
    <p:custDataLst>
      <p:tags r:id="rId1"/>
    </p:custDataLst>
    <p:extLst>
      <p:ext uri="{BB962C8B-B14F-4D97-AF65-F5344CB8AC3E}">
        <p14:creationId xmlns:p14="http://schemas.microsoft.com/office/powerpoint/2010/main" val="3925437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2000" fill="hold" grpId="0" nodeType="withEffect">
                                  <p:stCondLst>
                                    <p:cond delay="0"/>
                                  </p:stCondLst>
                                  <p:childTnLst>
                                    <p:anim calcmode="discrete" valueType="str">
                                      <p:cBhvr>
                                        <p:cTn id="6" dur="1000" fill="hold"/>
                                        <p:tgtEl>
                                          <p:spTgt spid="14"/>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up)">
                                      <p:cBhvr>
                                        <p:cTn id="11" dur="1000"/>
                                        <p:tgtEl>
                                          <p:spTgt spid="4"/>
                                        </p:tgtEl>
                                      </p:cBhvr>
                                    </p:animEffect>
                                  </p:childTnLst>
                                </p:cTn>
                              </p:par>
                            </p:childTnLst>
                          </p:cTn>
                        </p:par>
                        <p:par>
                          <p:cTn id="12" fill="hold">
                            <p:stCondLst>
                              <p:cond delay="1000"/>
                            </p:stCondLst>
                            <p:childTnLst>
                              <p:par>
                                <p:cTn id="13" presetID="1"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par>
                                <p:cTn id="15" presetID="42" presetClass="entr" presetSubtype="0" fill="hold" nodeType="withEffect">
                                  <p:stCondLst>
                                    <p:cond delay="0"/>
                                  </p:stCondLst>
                                  <p:childTnLst>
                                    <p:set>
                                      <p:cBhvr>
                                        <p:cTn id="16" dur="1" fill="hold">
                                          <p:stCondLst>
                                            <p:cond delay="0"/>
                                          </p:stCondLst>
                                        </p:cTn>
                                        <p:tgtEl>
                                          <p:spTgt spid="13">
                                            <p:txEl>
                                              <p:pRg st="0" end="0"/>
                                            </p:txEl>
                                          </p:spTgt>
                                        </p:tgtEl>
                                        <p:attrNameLst>
                                          <p:attrName>style.visibility</p:attrName>
                                        </p:attrNameLst>
                                      </p:cBhvr>
                                      <p:to>
                                        <p:strVal val="visible"/>
                                      </p:to>
                                    </p:set>
                                    <p:animEffect transition="in" filter="fade">
                                      <p:cBhvr>
                                        <p:cTn id="17" dur="1000"/>
                                        <p:tgtEl>
                                          <p:spTgt spid="13">
                                            <p:txEl>
                                              <p:pRg st="0" end="0"/>
                                            </p:txEl>
                                          </p:spTgt>
                                        </p:tgtEl>
                                      </p:cBhvr>
                                    </p:animEffect>
                                    <p:anim calcmode="lin" valueType="num">
                                      <p:cBhvr>
                                        <p:cTn id="18" dur="100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19" dur="1000" fill="hold"/>
                                        <p:tgtEl>
                                          <p:spTgt spid="1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nodeType="clickEffect">
                                  <p:stCondLst>
                                    <p:cond delay="0"/>
                                  </p:stCondLst>
                                  <p:childTnLst>
                                    <p:set>
                                      <p:cBhvr>
                                        <p:cTn id="23" dur="1" fill="hold">
                                          <p:stCondLst>
                                            <p:cond delay="0"/>
                                          </p:stCondLst>
                                        </p:cTn>
                                        <p:tgtEl>
                                          <p:spTgt spid="13">
                                            <p:txEl>
                                              <p:pRg st="1" end="1"/>
                                            </p:txEl>
                                          </p:spTgt>
                                        </p:tgtEl>
                                        <p:attrNameLst>
                                          <p:attrName>style.visibility</p:attrName>
                                        </p:attrNameLst>
                                      </p:cBhvr>
                                      <p:to>
                                        <p:strVal val="visible"/>
                                      </p:to>
                                    </p:set>
                                    <p:animEffect transition="in" filter="fade">
                                      <p:cBhvr>
                                        <p:cTn id="24" dur="1000"/>
                                        <p:tgtEl>
                                          <p:spTgt spid="13">
                                            <p:txEl>
                                              <p:pRg st="1" end="1"/>
                                            </p:txEl>
                                          </p:spTgt>
                                        </p:tgtEl>
                                      </p:cBhvr>
                                    </p:animEffect>
                                    <p:anim calcmode="lin" valueType="num">
                                      <p:cBhvr>
                                        <p:cTn id="25" dur="1000" fill="hold"/>
                                        <p:tgtEl>
                                          <p:spTgt spid="13">
                                            <p:txEl>
                                              <p:pRg st="1" end="1"/>
                                            </p:txEl>
                                          </p:spTgt>
                                        </p:tgtEl>
                                        <p:attrNameLst>
                                          <p:attrName>ppt_x</p:attrName>
                                        </p:attrNameLst>
                                      </p:cBhvr>
                                      <p:tavLst>
                                        <p:tav tm="0">
                                          <p:val>
                                            <p:strVal val="#ppt_x"/>
                                          </p:val>
                                        </p:tav>
                                        <p:tav tm="100000">
                                          <p:val>
                                            <p:strVal val="#ppt_x"/>
                                          </p:val>
                                        </p:tav>
                                      </p:tavLst>
                                    </p:anim>
                                    <p:anim calcmode="lin" valueType="num">
                                      <p:cBhvr>
                                        <p:cTn id="26" dur="1000" fill="hold"/>
                                        <p:tgtEl>
                                          <p:spTgt spid="1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nodeType="clickEffect">
                                  <p:stCondLst>
                                    <p:cond delay="0"/>
                                  </p:stCondLst>
                                  <p:childTnLst>
                                    <p:set>
                                      <p:cBhvr>
                                        <p:cTn id="30" dur="1" fill="hold">
                                          <p:stCondLst>
                                            <p:cond delay="0"/>
                                          </p:stCondLst>
                                        </p:cTn>
                                        <p:tgtEl>
                                          <p:spTgt spid="13">
                                            <p:txEl>
                                              <p:pRg st="2" end="2"/>
                                            </p:txEl>
                                          </p:spTgt>
                                        </p:tgtEl>
                                        <p:attrNameLst>
                                          <p:attrName>style.visibility</p:attrName>
                                        </p:attrNameLst>
                                      </p:cBhvr>
                                      <p:to>
                                        <p:strVal val="visible"/>
                                      </p:to>
                                    </p:set>
                                    <p:animEffect transition="in" filter="fade">
                                      <p:cBhvr>
                                        <p:cTn id="31" dur="1000"/>
                                        <p:tgtEl>
                                          <p:spTgt spid="13">
                                            <p:txEl>
                                              <p:pRg st="2" end="2"/>
                                            </p:txEl>
                                          </p:spTgt>
                                        </p:tgtEl>
                                      </p:cBhvr>
                                    </p:animEffect>
                                    <p:anim calcmode="lin" valueType="num">
                                      <p:cBhvr>
                                        <p:cTn id="32" dur="1000" fill="hold"/>
                                        <p:tgtEl>
                                          <p:spTgt spid="13">
                                            <p:txEl>
                                              <p:pRg st="2" end="2"/>
                                            </p:txEl>
                                          </p:spTgt>
                                        </p:tgtEl>
                                        <p:attrNameLst>
                                          <p:attrName>ppt_x</p:attrName>
                                        </p:attrNameLst>
                                      </p:cBhvr>
                                      <p:tavLst>
                                        <p:tav tm="0">
                                          <p:val>
                                            <p:strVal val="#ppt_x"/>
                                          </p:val>
                                        </p:tav>
                                        <p:tav tm="100000">
                                          <p:val>
                                            <p:strVal val="#ppt_x"/>
                                          </p:val>
                                        </p:tav>
                                      </p:tavLst>
                                    </p:anim>
                                    <p:anim calcmode="lin" valueType="num">
                                      <p:cBhvr>
                                        <p:cTn id="33" dur="1000" fill="hold"/>
                                        <p:tgtEl>
                                          <p:spTgt spid="13">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9"/>
          <p:cNvSpPr>
            <a:spLocks noChangeArrowheads="1"/>
          </p:cNvSpPr>
          <p:nvPr/>
        </p:nvSpPr>
        <p:spPr bwMode="auto">
          <a:xfrm>
            <a:off x="2629135" y="1233771"/>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5" name="Rectangle 10"/>
          <p:cNvSpPr>
            <a:spLocks noChangeArrowheads="1"/>
          </p:cNvSpPr>
          <p:nvPr/>
        </p:nvSpPr>
        <p:spPr bwMode="auto">
          <a:xfrm>
            <a:off x="2629135" y="1840196"/>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7" name="Line 16"/>
          <p:cNvSpPr>
            <a:spLocks noChangeShapeType="1"/>
          </p:cNvSpPr>
          <p:nvPr/>
        </p:nvSpPr>
        <p:spPr bwMode="auto">
          <a:xfrm>
            <a:off x="3637198" y="1162334"/>
            <a:ext cx="0" cy="1143306"/>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 name="Rectangle 8"/>
          <p:cNvSpPr>
            <a:spLocks noChangeArrowheads="1"/>
          </p:cNvSpPr>
          <p:nvPr/>
        </p:nvSpPr>
        <p:spPr bwMode="auto">
          <a:xfrm>
            <a:off x="2700573" y="1199227"/>
            <a:ext cx="5574294"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4.3.1                                   ICMP </a:t>
            </a:r>
            <a:r>
              <a:rPr lang="zh-CN" altLang="en-US" sz="2000" b="1" dirty="0">
                <a:solidFill>
                  <a:schemeClr val="bg1"/>
                </a:solidFill>
                <a:latin typeface="微软雅黑" pitchFamily="34" charset="-122"/>
                <a:ea typeface="微软雅黑" pitchFamily="34" charset="-122"/>
              </a:rPr>
              <a:t>报文的种类</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4.3.2                                   ICMP </a:t>
            </a:r>
            <a:r>
              <a:rPr lang="zh-CN" altLang="en-US" sz="2000" b="1" dirty="0">
                <a:solidFill>
                  <a:schemeClr val="bg1"/>
                </a:solidFill>
                <a:latin typeface="微软雅黑" pitchFamily="34" charset="-122"/>
                <a:ea typeface="微软雅黑" pitchFamily="34" charset="-122"/>
              </a:rPr>
              <a:t>的应用举例</a:t>
            </a:r>
          </a:p>
        </p:txBody>
      </p:sp>
      <p:sp>
        <p:nvSpPr>
          <p:cNvPr id="39" name="Rectangle 27"/>
          <p:cNvSpPr>
            <a:spLocks noChangeArrowheads="1"/>
          </p:cNvSpPr>
          <p:nvPr/>
        </p:nvSpPr>
        <p:spPr bwMode="auto">
          <a:xfrm>
            <a:off x="639730" y="1233771"/>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40" name="Rectangle 29"/>
          <p:cNvSpPr>
            <a:spLocks noChangeArrowheads="1"/>
          </p:cNvSpPr>
          <p:nvPr/>
        </p:nvSpPr>
        <p:spPr bwMode="auto">
          <a:xfrm>
            <a:off x="648619" y="1328703"/>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4.3</a:t>
            </a:r>
          </a:p>
          <a:p>
            <a:r>
              <a:rPr lang="zh-CN" altLang="en-US" sz="2000" b="1" dirty="0">
                <a:solidFill>
                  <a:schemeClr val="bg1"/>
                </a:solidFill>
                <a:latin typeface="微软雅黑" pitchFamily="34" charset="-122"/>
                <a:ea typeface="微软雅黑" pitchFamily="34" charset="-122"/>
              </a:rPr>
              <a:t>互联网控制</a:t>
            </a:r>
            <a:endParaRPr lang="en-US" altLang="zh-CN" sz="2000" b="1" dirty="0">
              <a:solidFill>
                <a:schemeClr val="bg1"/>
              </a:solidFill>
              <a:latin typeface="微软雅黑" pitchFamily="34" charset="-122"/>
              <a:ea typeface="微软雅黑" pitchFamily="34" charset="-122"/>
            </a:endParaRPr>
          </a:p>
          <a:p>
            <a:r>
              <a:rPr lang="zh-CN" altLang="en-US" sz="2000" b="1" dirty="0">
                <a:solidFill>
                  <a:schemeClr val="bg1"/>
                </a:solidFill>
                <a:latin typeface="微软雅黑" pitchFamily="34" charset="-122"/>
                <a:ea typeface="微软雅黑" pitchFamily="34" charset="-122"/>
              </a:rPr>
              <a:t>报文协议 </a:t>
            </a:r>
            <a:r>
              <a:rPr lang="en-US" altLang="zh-CN" sz="2000" b="1" dirty="0">
                <a:solidFill>
                  <a:schemeClr val="bg1"/>
                </a:solidFill>
                <a:latin typeface="微软雅黑" pitchFamily="34" charset="-122"/>
                <a:ea typeface="微软雅黑" pitchFamily="34" charset="-122"/>
              </a:rPr>
              <a:t>ICMP</a:t>
            </a:r>
            <a:endParaRPr lang="zh-CN" altLang="en-US" sz="2000" b="1" dirty="0">
              <a:solidFill>
                <a:schemeClr val="bg1"/>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42387754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grpId="0" nodeType="clickEffect">
                                  <p:stCondLst>
                                    <p:cond delay="0"/>
                                  </p:stCondLst>
                                  <p:childTnLst>
                                    <p:anim calcmode="discrete" valueType="str">
                                      <p:cBhvr>
                                        <p:cTn id="6" dur="1000" fill="hold"/>
                                        <p:tgtEl>
                                          <p:spTgt spid="34"/>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grpId="0" nodeType="clickEffect">
                                  <p:stCondLst>
                                    <p:cond delay="0"/>
                                  </p:stCondLst>
                                  <p:childTnLst>
                                    <p:anim calcmode="discrete" valueType="str">
                                      <p:cBhvr>
                                        <p:cTn id="10" dur="1000" fill="hold"/>
                                        <p:tgtEl>
                                          <p:spTgt spid="3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5"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5144" y="1009002"/>
            <a:ext cx="4024412" cy="2923364"/>
          </a:xfrm>
          <a:prstGeom prst="rect">
            <a:avLst/>
          </a:prstGeom>
        </p:spPr>
        <p:txBody>
          <a:bodyPr wrap="square">
            <a:spAutoFit/>
          </a:bodyPr>
          <a:lstStyle/>
          <a:p>
            <a:pPr marL="357188" indent="-357188"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ICMP (Internet Control Message Protocol) </a:t>
            </a:r>
            <a:r>
              <a:rPr lang="zh-CN" altLang="en-US" sz="2000" b="1" dirty="0">
                <a:latin typeface="微软雅黑" pitchFamily="34" charset="-122"/>
                <a:ea typeface="微软雅黑" pitchFamily="34" charset="-122"/>
              </a:rPr>
              <a:t>允许主机或路由器</a:t>
            </a:r>
            <a:r>
              <a:rPr lang="zh-CN" altLang="en-US" sz="2000" b="1" dirty="0">
                <a:solidFill>
                  <a:srgbClr val="C00000"/>
                </a:solidFill>
                <a:latin typeface="微软雅黑" pitchFamily="34" charset="-122"/>
                <a:ea typeface="微软雅黑" pitchFamily="34" charset="-122"/>
              </a:rPr>
              <a:t>报告差错</a:t>
            </a:r>
            <a:r>
              <a:rPr lang="zh-CN" altLang="en-US" sz="2000" b="1" dirty="0">
                <a:latin typeface="微软雅黑" pitchFamily="34" charset="-122"/>
                <a:ea typeface="微软雅黑" pitchFamily="34" charset="-122"/>
              </a:rPr>
              <a:t>情况和</a:t>
            </a:r>
            <a:r>
              <a:rPr lang="zh-CN" altLang="en-US" sz="2000" b="1" dirty="0">
                <a:solidFill>
                  <a:srgbClr val="C00000"/>
                </a:solidFill>
                <a:latin typeface="微软雅黑" pitchFamily="34" charset="-122"/>
                <a:ea typeface="微软雅黑" pitchFamily="34" charset="-122"/>
              </a:rPr>
              <a:t>提供</a:t>
            </a:r>
            <a:r>
              <a:rPr lang="zh-CN" altLang="en-US" sz="2000" b="1" dirty="0">
                <a:latin typeface="微软雅黑" pitchFamily="34" charset="-122"/>
                <a:ea typeface="微软雅黑" pitchFamily="34" charset="-122"/>
              </a:rPr>
              <a:t>有关</a:t>
            </a:r>
            <a:r>
              <a:rPr lang="zh-CN" altLang="en-US" sz="2000" b="1" dirty="0">
                <a:solidFill>
                  <a:srgbClr val="C00000"/>
                </a:solidFill>
                <a:latin typeface="微软雅黑" pitchFamily="34" charset="-122"/>
                <a:ea typeface="微软雅黑" pitchFamily="34" charset="-122"/>
              </a:rPr>
              <a:t>异常</a:t>
            </a:r>
            <a:r>
              <a:rPr lang="zh-CN" altLang="en-US" sz="2000" b="1" dirty="0">
                <a:latin typeface="微软雅黑" pitchFamily="34" charset="-122"/>
                <a:ea typeface="微软雅黑" pitchFamily="34" charset="-122"/>
              </a:rPr>
              <a:t>情况的报告。</a:t>
            </a:r>
            <a:endParaRPr lang="en-US" altLang="zh-CN" sz="2000" b="1" dirty="0">
              <a:latin typeface="微软雅黑" pitchFamily="34" charset="-122"/>
              <a:ea typeface="微软雅黑" pitchFamily="34" charset="-122"/>
            </a:endParaRPr>
          </a:p>
          <a:p>
            <a:pPr marL="357188" indent="-357188"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是互联网的</a:t>
            </a:r>
            <a:r>
              <a:rPr lang="zh-CN" altLang="en-US" sz="2000" b="1" dirty="0">
                <a:solidFill>
                  <a:srgbClr val="C00000"/>
                </a:solidFill>
                <a:latin typeface="微软雅黑" pitchFamily="34" charset="-122"/>
                <a:ea typeface="微软雅黑" pitchFamily="34" charset="-122"/>
              </a:rPr>
              <a:t>标准协议。</a:t>
            </a:r>
            <a:endParaRPr lang="en-US" altLang="zh-CN" sz="2000" b="1" dirty="0">
              <a:solidFill>
                <a:srgbClr val="C00000"/>
              </a:solidFill>
              <a:latin typeface="微软雅黑" pitchFamily="34" charset="-122"/>
              <a:ea typeface="微软雅黑" pitchFamily="34" charset="-122"/>
            </a:endParaRPr>
          </a:p>
          <a:p>
            <a:pPr marL="357188" indent="-357188"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但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不是高层协议，而是 网络层的协议。</a:t>
            </a:r>
          </a:p>
        </p:txBody>
      </p:sp>
      <p:sp>
        <p:nvSpPr>
          <p:cNvPr id="5" name="AutoShape 5"/>
          <p:cNvSpPr>
            <a:spLocks noChangeArrowheads="1"/>
          </p:cNvSpPr>
          <p:nvPr/>
        </p:nvSpPr>
        <p:spPr bwMode="auto">
          <a:xfrm>
            <a:off x="545144" y="606466"/>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156973" y="564195"/>
            <a:ext cx="48329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4.3  </a:t>
            </a:r>
            <a:r>
              <a:rPr lang="zh-CN" altLang="en-US" sz="2400" b="1" dirty="0">
                <a:solidFill>
                  <a:schemeClr val="bg1"/>
                </a:solidFill>
                <a:latin typeface="微软雅黑" pitchFamily="34" charset="-122"/>
                <a:ea typeface="微软雅黑" pitchFamily="34" charset="-122"/>
              </a:rPr>
              <a:t>互联网控制报文协议 </a:t>
            </a:r>
            <a:r>
              <a:rPr lang="en-US" altLang="zh-CN" sz="2400" b="1" dirty="0">
                <a:solidFill>
                  <a:schemeClr val="bg1"/>
                </a:solidFill>
                <a:latin typeface="微软雅黑" pitchFamily="34" charset="-122"/>
                <a:ea typeface="微软雅黑" pitchFamily="34" charset="-122"/>
              </a:rPr>
              <a:t>ICMP </a:t>
            </a:r>
          </a:p>
        </p:txBody>
      </p:sp>
      <p:sp>
        <p:nvSpPr>
          <p:cNvPr id="7" name="圆角矩形 6"/>
          <p:cNvSpPr/>
          <p:nvPr/>
        </p:nvSpPr>
        <p:spPr>
          <a:xfrm>
            <a:off x="4675517" y="1073959"/>
            <a:ext cx="3962378" cy="3200399"/>
          </a:xfrm>
          <a:prstGeom prst="roundRect">
            <a:avLst>
              <a:gd name="adj" fmla="val 9928"/>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9" name="组合 8"/>
          <p:cNvGrpSpPr/>
          <p:nvPr/>
        </p:nvGrpSpPr>
        <p:grpSpPr>
          <a:xfrm>
            <a:off x="4842456" y="1298537"/>
            <a:ext cx="3416249" cy="2751241"/>
            <a:chOff x="2372076" y="1403136"/>
            <a:chExt cx="4224107" cy="2751241"/>
          </a:xfrm>
        </p:grpSpPr>
        <p:sp>
          <p:nvSpPr>
            <p:cNvPr id="10" name="Text Box 9"/>
            <p:cNvSpPr txBox="1">
              <a:spLocks noChangeArrowheads="1"/>
            </p:cNvSpPr>
            <p:nvPr/>
          </p:nvSpPr>
          <p:spPr bwMode="auto">
            <a:xfrm>
              <a:off x="2372076" y="3355900"/>
              <a:ext cx="1047082"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75000"/>
                </a:lnSpc>
              </a:pPr>
              <a:r>
                <a:rPr kumimoji="1" lang="en-US" altLang="zh-CN" sz="1200" b="1">
                  <a:latin typeface="微软雅黑" pitchFamily="34" charset="-122"/>
                  <a:ea typeface="微软雅黑" pitchFamily="34" charset="-122"/>
                </a:rPr>
                <a:t>  </a:t>
              </a:r>
              <a:r>
                <a:rPr kumimoji="1" lang="zh-CN" altLang="en-US" sz="1200" b="1">
                  <a:latin typeface="微软雅黑" pitchFamily="34" charset="-122"/>
                  <a:ea typeface="微软雅黑" pitchFamily="34" charset="-122"/>
                </a:rPr>
                <a:t>网络接口层</a:t>
              </a:r>
            </a:p>
          </p:txBody>
        </p:sp>
        <p:sp>
          <p:nvSpPr>
            <p:cNvPr id="11" name="Text Box 13"/>
            <p:cNvSpPr txBox="1">
              <a:spLocks noChangeArrowheads="1"/>
            </p:cNvSpPr>
            <p:nvPr/>
          </p:nvSpPr>
          <p:spPr bwMode="auto">
            <a:xfrm>
              <a:off x="2714268" y="1977466"/>
              <a:ext cx="79917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传输层</a:t>
              </a:r>
            </a:p>
          </p:txBody>
        </p:sp>
        <p:sp>
          <p:nvSpPr>
            <p:cNvPr id="12" name="Text Box 15"/>
            <p:cNvSpPr txBox="1">
              <a:spLocks noChangeArrowheads="1"/>
            </p:cNvSpPr>
            <p:nvPr/>
          </p:nvSpPr>
          <p:spPr bwMode="auto">
            <a:xfrm>
              <a:off x="2747925" y="1520750"/>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应用层</a:t>
              </a:r>
            </a:p>
          </p:txBody>
        </p:sp>
        <p:sp>
          <p:nvSpPr>
            <p:cNvPr id="13" name="Line 22"/>
            <p:cNvSpPr>
              <a:spLocks noChangeShapeType="1"/>
            </p:cNvSpPr>
            <p:nvPr/>
          </p:nvSpPr>
          <p:spPr bwMode="auto">
            <a:xfrm>
              <a:off x="2562806" y="1959860"/>
              <a:ext cx="109838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4" name="Line 23"/>
            <p:cNvSpPr>
              <a:spLocks noChangeShapeType="1"/>
            </p:cNvSpPr>
            <p:nvPr/>
          </p:nvSpPr>
          <p:spPr bwMode="auto">
            <a:xfrm>
              <a:off x="2562806" y="2313013"/>
              <a:ext cx="109838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 name="Line 24"/>
            <p:cNvSpPr>
              <a:spLocks noChangeShapeType="1"/>
            </p:cNvSpPr>
            <p:nvPr/>
          </p:nvSpPr>
          <p:spPr bwMode="auto">
            <a:xfrm>
              <a:off x="2581879" y="3270978"/>
              <a:ext cx="1079307" cy="207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6" name="Line 25"/>
            <p:cNvSpPr>
              <a:spLocks noChangeShapeType="1"/>
            </p:cNvSpPr>
            <p:nvPr/>
          </p:nvSpPr>
          <p:spPr bwMode="auto">
            <a:xfrm>
              <a:off x="3094606" y="2313013"/>
              <a:ext cx="0" cy="960036"/>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7" name="Text Box 26"/>
            <p:cNvSpPr txBox="1">
              <a:spLocks noChangeArrowheads="1"/>
            </p:cNvSpPr>
            <p:nvPr/>
          </p:nvSpPr>
          <p:spPr bwMode="auto">
            <a:xfrm>
              <a:off x="2514069" y="2659586"/>
              <a:ext cx="1165222" cy="276999"/>
            </a:xfrm>
            <a:prstGeom prst="rect">
              <a:avLst/>
            </a:prstGeom>
            <a:solidFill>
              <a:srgbClr val="C3E3F9"/>
            </a:solidFill>
            <a:ln>
              <a:noFill/>
            </a:ln>
            <a:effectLst/>
          </p:spPr>
          <p:txBody>
            <a:bodyPr wrap="square">
              <a:spAutoFit/>
            </a:bodyPr>
            <a:lstStyle/>
            <a:p>
              <a:pPr algn="ctr"/>
              <a:r>
                <a:rPr kumimoji="1" lang="zh-CN" altLang="en-US" sz="1200" b="1" dirty="0">
                  <a:solidFill>
                    <a:srgbClr val="0000FF"/>
                  </a:solidFill>
                  <a:latin typeface="微软雅黑" pitchFamily="34" charset="-122"/>
                  <a:ea typeface="微软雅黑" pitchFamily="34" charset="-122"/>
                </a:rPr>
                <a:t>网络层</a:t>
              </a:r>
              <a:endParaRPr kumimoji="1" lang="zh-CN" altLang="en-US" sz="1200" b="1" dirty="0">
                <a:solidFill>
                  <a:srgbClr val="CC00CC"/>
                </a:solidFill>
                <a:latin typeface="微软雅黑" pitchFamily="34" charset="-122"/>
                <a:ea typeface="微软雅黑" pitchFamily="34" charset="-122"/>
              </a:endParaRPr>
            </a:p>
          </p:txBody>
        </p:sp>
        <p:grpSp>
          <p:nvGrpSpPr>
            <p:cNvPr id="18" name="组合 17"/>
            <p:cNvGrpSpPr/>
            <p:nvPr/>
          </p:nvGrpSpPr>
          <p:grpSpPr>
            <a:xfrm>
              <a:off x="3718405" y="1403136"/>
              <a:ext cx="2877778" cy="2751241"/>
              <a:chOff x="3718405" y="1403136"/>
              <a:chExt cx="2877778" cy="2751241"/>
            </a:xfrm>
          </p:grpSpPr>
          <p:sp>
            <p:nvSpPr>
              <p:cNvPr id="21" name="Rectangle 5"/>
              <p:cNvSpPr>
                <a:spLocks noChangeArrowheads="1"/>
              </p:cNvSpPr>
              <p:nvPr/>
            </p:nvSpPr>
            <p:spPr bwMode="auto">
              <a:xfrm>
                <a:off x="3721771" y="1403723"/>
                <a:ext cx="2874412" cy="2223514"/>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1200" b="1">
                  <a:solidFill>
                    <a:srgbClr val="000099"/>
                  </a:solidFill>
                  <a:latin typeface="微软雅黑" pitchFamily="34" charset="-122"/>
                  <a:ea typeface="微软雅黑" pitchFamily="34" charset="-122"/>
                </a:endParaRPr>
              </a:p>
            </p:txBody>
          </p:sp>
          <p:sp>
            <p:nvSpPr>
              <p:cNvPr id="22" name="矩形 21"/>
              <p:cNvSpPr/>
              <p:nvPr/>
            </p:nvSpPr>
            <p:spPr>
              <a:xfrm>
                <a:off x="3721771" y="2313013"/>
                <a:ext cx="2874412" cy="9600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23" name="Rectangle 4"/>
              <p:cNvSpPr>
                <a:spLocks noChangeArrowheads="1"/>
              </p:cNvSpPr>
              <p:nvPr/>
            </p:nvSpPr>
            <p:spPr bwMode="auto">
              <a:xfrm>
                <a:off x="3721771" y="2313013"/>
                <a:ext cx="2874412" cy="960036"/>
              </a:xfrm>
              <a:prstGeom prst="rect">
                <a:avLst/>
              </a:prstGeom>
              <a:solidFill>
                <a:srgbClr val="FFFF66"/>
              </a:solidFill>
              <a:ln>
                <a:noFill/>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4" name="Line 6"/>
              <p:cNvSpPr>
                <a:spLocks noChangeShapeType="1"/>
              </p:cNvSpPr>
              <p:nvPr/>
            </p:nvSpPr>
            <p:spPr bwMode="auto">
              <a:xfrm>
                <a:off x="3721771" y="1959860"/>
                <a:ext cx="28744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5" name="Line 7"/>
              <p:cNvSpPr>
                <a:spLocks noChangeShapeType="1"/>
              </p:cNvSpPr>
              <p:nvPr/>
            </p:nvSpPr>
            <p:spPr bwMode="auto">
              <a:xfrm>
                <a:off x="3721771" y="2313013"/>
                <a:ext cx="287441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6" name="Text Box 8"/>
              <p:cNvSpPr txBox="1">
                <a:spLocks noChangeArrowheads="1"/>
              </p:cNvSpPr>
              <p:nvPr/>
            </p:nvSpPr>
            <p:spPr bwMode="auto">
              <a:xfrm>
                <a:off x="4410642" y="1403136"/>
                <a:ext cx="12618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各种应用层协议</a:t>
                </a:r>
              </a:p>
            </p:txBody>
          </p:sp>
          <p:sp>
            <p:nvSpPr>
              <p:cNvPr id="27" name="Text Box 10"/>
              <p:cNvSpPr txBox="1">
                <a:spLocks noChangeArrowheads="1"/>
              </p:cNvSpPr>
              <p:nvPr/>
            </p:nvSpPr>
            <p:spPr bwMode="auto">
              <a:xfrm>
                <a:off x="4044889" y="1645744"/>
                <a:ext cx="17843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(HTTP, FTP, SMTP </a:t>
                </a:r>
                <a:r>
                  <a:rPr kumimoji="1" lang="zh-CN" altLang="zh-CN" sz="1200" b="1" dirty="0">
                    <a:latin typeface="微软雅黑" pitchFamily="34" charset="-122"/>
                    <a:ea typeface="微软雅黑" pitchFamily="34" charset="-122"/>
                  </a:rPr>
                  <a:t>等</a:t>
                </a:r>
                <a:r>
                  <a:rPr kumimoji="1" lang="en-US" altLang="zh-CN" sz="1200" b="1" dirty="0">
                    <a:latin typeface="微软雅黑" pitchFamily="34" charset="-122"/>
                    <a:ea typeface="微软雅黑" pitchFamily="34" charset="-122"/>
                  </a:rPr>
                  <a:t>)</a:t>
                </a:r>
              </a:p>
            </p:txBody>
          </p:sp>
          <p:sp>
            <p:nvSpPr>
              <p:cNvPr id="28" name="Rectangle 11"/>
              <p:cNvSpPr>
                <a:spLocks noChangeArrowheads="1"/>
              </p:cNvSpPr>
              <p:nvPr/>
            </p:nvSpPr>
            <p:spPr bwMode="auto">
              <a:xfrm>
                <a:off x="3718405" y="3677984"/>
                <a:ext cx="2877778" cy="476393"/>
              </a:xfrm>
              <a:prstGeom prst="rect">
                <a:avLst/>
              </a:prstGeom>
              <a:solidFill>
                <a:srgbClr val="00B0F0">
                  <a:alpha val="49001"/>
                </a:srgbClr>
              </a:solidFill>
              <a:ln w="19050">
                <a:solidFill>
                  <a:schemeClr val="tx1"/>
                </a:solidFill>
                <a:prstDash val="dash"/>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29" name="Text Box 12"/>
              <p:cNvSpPr txBox="1">
                <a:spLocks noChangeArrowheads="1"/>
              </p:cNvSpPr>
              <p:nvPr/>
            </p:nvSpPr>
            <p:spPr bwMode="auto">
              <a:xfrm>
                <a:off x="4661957" y="376058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物理硬件</a:t>
                </a:r>
              </a:p>
            </p:txBody>
          </p:sp>
          <p:sp>
            <p:nvSpPr>
              <p:cNvPr id="30" name="Text Box 14"/>
              <p:cNvSpPr txBox="1">
                <a:spLocks noChangeArrowheads="1"/>
              </p:cNvSpPr>
              <p:nvPr/>
            </p:nvSpPr>
            <p:spPr bwMode="auto">
              <a:xfrm>
                <a:off x="4739371" y="1984375"/>
                <a:ext cx="8845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TCP, UDP</a:t>
                </a:r>
              </a:p>
            </p:txBody>
          </p:sp>
          <p:sp>
            <p:nvSpPr>
              <p:cNvPr id="31" name="Rectangle 16"/>
              <p:cNvSpPr>
                <a:spLocks noChangeArrowheads="1"/>
              </p:cNvSpPr>
              <p:nvPr/>
            </p:nvSpPr>
            <p:spPr bwMode="auto">
              <a:xfrm>
                <a:off x="3781234" y="2343046"/>
                <a:ext cx="685505"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dirty="0">
                    <a:solidFill>
                      <a:srgbClr val="0000FF"/>
                    </a:solidFill>
                    <a:latin typeface="微软雅黑" pitchFamily="34" charset="-122"/>
                    <a:ea typeface="微软雅黑" pitchFamily="34" charset="-122"/>
                  </a:rPr>
                  <a:t>ICMP</a:t>
                </a:r>
              </a:p>
            </p:txBody>
          </p:sp>
          <p:sp>
            <p:nvSpPr>
              <p:cNvPr id="32" name="Text Box 17"/>
              <p:cNvSpPr txBox="1">
                <a:spLocks noChangeArrowheads="1"/>
              </p:cNvSpPr>
              <p:nvPr/>
            </p:nvSpPr>
            <p:spPr bwMode="auto">
              <a:xfrm>
                <a:off x="4975193" y="2674159"/>
                <a:ext cx="3882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微软雅黑" pitchFamily="34" charset="-122"/>
                    <a:ea typeface="微软雅黑" pitchFamily="34" charset="-122"/>
                  </a:rPr>
                  <a:t>IP</a:t>
                </a:r>
              </a:p>
            </p:txBody>
          </p:sp>
          <p:sp>
            <p:nvSpPr>
              <p:cNvPr id="33" name="Rectangle 19"/>
              <p:cNvSpPr>
                <a:spLocks noChangeArrowheads="1"/>
              </p:cNvSpPr>
              <p:nvPr/>
            </p:nvSpPr>
            <p:spPr bwMode="auto">
              <a:xfrm>
                <a:off x="5910678" y="2970643"/>
                <a:ext cx="624920"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a:solidFill>
                      <a:srgbClr val="0000FF"/>
                    </a:solidFill>
                    <a:latin typeface="微软雅黑" pitchFamily="34" charset="-122"/>
                    <a:ea typeface="微软雅黑" pitchFamily="34" charset="-122"/>
                  </a:rPr>
                  <a:t>ARP</a:t>
                </a:r>
              </a:p>
            </p:txBody>
          </p:sp>
          <p:sp>
            <p:nvSpPr>
              <p:cNvPr id="34" name="Text Box 20"/>
              <p:cNvSpPr txBox="1">
                <a:spLocks noChangeArrowheads="1"/>
              </p:cNvSpPr>
              <p:nvPr/>
            </p:nvSpPr>
            <p:spPr bwMode="auto">
              <a:xfrm>
                <a:off x="4375862" y="3290337"/>
                <a:ext cx="12618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与各种网络接口</a:t>
                </a:r>
              </a:p>
            </p:txBody>
          </p:sp>
          <p:sp>
            <p:nvSpPr>
              <p:cNvPr id="35" name="Line 21"/>
              <p:cNvSpPr>
                <a:spLocks noChangeShapeType="1"/>
              </p:cNvSpPr>
              <p:nvPr/>
            </p:nvSpPr>
            <p:spPr bwMode="auto">
              <a:xfrm>
                <a:off x="3721771" y="3273049"/>
                <a:ext cx="287441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6" name="Rectangle 27"/>
              <p:cNvSpPr>
                <a:spLocks noChangeArrowheads="1"/>
              </p:cNvSpPr>
              <p:nvPr/>
            </p:nvSpPr>
            <p:spPr bwMode="auto">
              <a:xfrm>
                <a:off x="4500398" y="2343046"/>
                <a:ext cx="684384" cy="243375"/>
              </a:xfrm>
              <a:prstGeom prst="rect">
                <a:avLst/>
              </a:prstGeom>
              <a:solidFill>
                <a:srgbClr val="00FF99"/>
              </a:solidFill>
              <a:ln w="9525">
                <a:solidFill>
                  <a:schemeClr val="tx1"/>
                </a:solidFill>
                <a:miter lim="800000"/>
                <a:headEnd/>
                <a:tailEnd/>
              </a:ln>
              <a:effectLst/>
            </p:spPr>
            <p:txBody>
              <a:bodyPr wrap="none" anchor="ctr"/>
              <a:lstStyle/>
              <a:p>
                <a:pPr algn="ctr"/>
                <a:r>
                  <a:rPr kumimoji="1" lang="en-US" altLang="zh-CN" sz="1200" b="1">
                    <a:solidFill>
                      <a:srgbClr val="0000FF"/>
                    </a:solidFill>
                    <a:latin typeface="微软雅黑" pitchFamily="34" charset="-122"/>
                    <a:ea typeface="微软雅黑" pitchFamily="34" charset="-122"/>
                  </a:rPr>
                  <a:t>IGMP</a:t>
                </a:r>
              </a:p>
            </p:txBody>
          </p:sp>
        </p:grpSp>
        <p:sp>
          <p:nvSpPr>
            <p:cNvPr id="19" name="Line 28"/>
            <p:cNvSpPr>
              <a:spLocks noChangeShapeType="1"/>
            </p:cNvSpPr>
            <p:nvPr/>
          </p:nvSpPr>
          <p:spPr bwMode="auto">
            <a:xfrm flipV="1">
              <a:off x="2571782" y="1403723"/>
              <a:ext cx="108940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Line 29"/>
            <p:cNvSpPr>
              <a:spLocks noChangeShapeType="1"/>
            </p:cNvSpPr>
            <p:nvPr/>
          </p:nvSpPr>
          <p:spPr bwMode="auto">
            <a:xfrm>
              <a:off x="2552708" y="3627237"/>
              <a:ext cx="1108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Tree>
    <p:custDataLst>
      <p:tags r:id="rId1"/>
    </p:custDataLst>
    <p:extLst>
      <p:ext uri="{BB962C8B-B14F-4D97-AF65-F5344CB8AC3E}">
        <p14:creationId xmlns:p14="http://schemas.microsoft.com/office/powerpoint/2010/main" val="730048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1000"/>
                                        <p:tgtEl>
                                          <p:spTgt spid="8">
                                            <p:txEl>
                                              <p:pRg st="0" end="0"/>
                                            </p:txEl>
                                          </p:spTgt>
                                        </p:tgtEl>
                                      </p:cBhvr>
                                    </p:animEffect>
                                    <p:anim calcmode="lin" valueType="num">
                                      <p:cBhvr>
                                        <p:cTn id="8"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8">
                                            <p:txEl>
                                              <p:pRg st="1" end="1"/>
                                            </p:txEl>
                                          </p:spTgt>
                                        </p:tgtEl>
                                        <p:attrNameLst>
                                          <p:attrName>style.visibility</p:attrName>
                                        </p:attrNameLst>
                                      </p:cBhvr>
                                      <p:to>
                                        <p:strVal val="visible"/>
                                      </p:to>
                                    </p:set>
                                    <p:animEffect transition="in" filter="fade">
                                      <p:cBhvr>
                                        <p:cTn id="14" dur="1000"/>
                                        <p:tgtEl>
                                          <p:spTgt spid="8">
                                            <p:txEl>
                                              <p:pRg st="1" end="1"/>
                                            </p:txEl>
                                          </p:spTgt>
                                        </p:tgtEl>
                                      </p:cBhvr>
                                    </p:animEffect>
                                    <p:anim calcmode="lin" valueType="num">
                                      <p:cBhvr>
                                        <p:cTn id="15"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8">
                                            <p:txEl>
                                              <p:pRg st="2" end="2"/>
                                            </p:txEl>
                                          </p:spTgt>
                                        </p:tgtEl>
                                        <p:attrNameLst>
                                          <p:attrName>style.visibility</p:attrName>
                                        </p:attrNameLst>
                                      </p:cBhvr>
                                      <p:to>
                                        <p:strVal val="visible"/>
                                      </p:to>
                                    </p:set>
                                    <p:animEffect transition="in" filter="fade">
                                      <p:cBhvr>
                                        <p:cTn id="21" dur="1000"/>
                                        <p:tgtEl>
                                          <p:spTgt spid="8">
                                            <p:txEl>
                                              <p:pRg st="2" end="2"/>
                                            </p:txEl>
                                          </p:spTgt>
                                        </p:tgtEl>
                                      </p:cBhvr>
                                    </p:animEffect>
                                    <p:anim calcmode="lin" valueType="num">
                                      <p:cBhvr>
                                        <p:cTn id="22"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8">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45144" y="1047600"/>
            <a:ext cx="8053712" cy="3200399"/>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 name="AutoShape 31"/>
          <p:cNvSpPr>
            <a:spLocks noChangeArrowheads="1"/>
          </p:cNvSpPr>
          <p:nvPr/>
        </p:nvSpPr>
        <p:spPr bwMode="auto">
          <a:xfrm rot="5400000">
            <a:off x="2370617" y="3475756"/>
            <a:ext cx="226595" cy="397890"/>
          </a:xfrm>
          <a:prstGeom prst="downArrow">
            <a:avLst>
              <a:gd name="adj1" fmla="val 47222"/>
              <a:gd name="adj2" fmla="val 83745"/>
            </a:avLst>
          </a:prstGeom>
          <a:solidFill>
            <a:srgbClr val="00FFFF"/>
          </a:solidFill>
          <a:ln w="9525">
            <a:solidFill>
              <a:schemeClr val="tx1"/>
            </a:solidFill>
            <a:miter lim="800000"/>
            <a:headEnd/>
            <a:tailEnd/>
          </a:ln>
          <a:effectLst/>
        </p:spPr>
        <p:txBody>
          <a:bodyPr vert="eaVert" wrap="none" anchor="ctr"/>
          <a:lstStyle/>
          <a:p>
            <a:pPr algn="ctr"/>
            <a:endParaRPr lang="zh-CN" altLang="en-US" sz="1400" b="1">
              <a:latin typeface="微软雅黑" pitchFamily="34" charset="-122"/>
              <a:ea typeface="微软雅黑" pitchFamily="34" charset="-122"/>
            </a:endParaRPr>
          </a:p>
        </p:txBody>
      </p:sp>
      <p:sp>
        <p:nvSpPr>
          <p:cNvPr id="10" name="Rectangle 2"/>
          <p:cNvSpPr>
            <a:spLocks noChangeArrowheads="1"/>
          </p:cNvSpPr>
          <p:nvPr/>
        </p:nvSpPr>
        <p:spPr bwMode="auto">
          <a:xfrm>
            <a:off x="2659930" y="3535258"/>
            <a:ext cx="3609335" cy="306277"/>
          </a:xfrm>
          <a:prstGeom prst="rect">
            <a:avLst/>
          </a:prstGeom>
          <a:solidFill>
            <a:srgbClr val="0000FF"/>
          </a:solidFill>
          <a:ln>
            <a:headEnd/>
            <a:tailEnd/>
          </a:ln>
        </p:spPr>
        <p:style>
          <a:lnRef idx="2">
            <a:schemeClr val="dk1"/>
          </a:lnRef>
          <a:fillRef idx="1">
            <a:schemeClr val="lt1"/>
          </a:fillRef>
          <a:effectRef idx="0">
            <a:schemeClr val="dk1"/>
          </a:effectRef>
          <a:fontRef idx="minor">
            <a:schemeClr val="dk1"/>
          </a:fontRef>
        </p:style>
        <p:txBody>
          <a:bodyPr wrap="none" anchor="ctr"/>
          <a:lstStyle/>
          <a:p>
            <a:pPr algn="ctr"/>
            <a:endParaRPr lang="zh-CN" altLang="en-US" sz="1400" b="1">
              <a:latin typeface="微软雅黑" pitchFamily="34" charset="-122"/>
              <a:ea typeface="微软雅黑" pitchFamily="34" charset="-122"/>
            </a:endParaRPr>
          </a:p>
        </p:txBody>
      </p:sp>
      <p:sp>
        <p:nvSpPr>
          <p:cNvPr id="11" name="Rectangle 4"/>
          <p:cNvSpPr>
            <a:spLocks noChangeArrowheads="1"/>
          </p:cNvSpPr>
          <p:nvPr/>
        </p:nvSpPr>
        <p:spPr bwMode="auto">
          <a:xfrm>
            <a:off x="3674373" y="3569576"/>
            <a:ext cx="2581244" cy="244521"/>
          </a:xfrm>
          <a:prstGeom prst="rect">
            <a:avLst/>
          </a:prstGeom>
          <a:solidFill>
            <a:srgbClr val="00FFFF"/>
          </a:solidFill>
          <a:ln>
            <a:noFill/>
          </a:ln>
          <a:effectLst/>
        </p:spPr>
        <p:txBody>
          <a:bodyPr wrap="none" anchor="ctr"/>
          <a:lstStyle/>
          <a:p>
            <a:pPr algn="ctr"/>
            <a:endParaRPr lang="zh-CN" altLang="en-US" sz="1400" b="1">
              <a:latin typeface="微软雅黑" pitchFamily="34" charset="-122"/>
              <a:ea typeface="微软雅黑" pitchFamily="34" charset="-122"/>
            </a:endParaRPr>
          </a:p>
        </p:txBody>
      </p:sp>
      <p:sp>
        <p:nvSpPr>
          <p:cNvPr id="12" name="Freeform 5"/>
          <p:cNvSpPr>
            <a:spLocks/>
          </p:cNvSpPr>
          <p:nvPr/>
        </p:nvSpPr>
        <p:spPr bwMode="auto">
          <a:xfrm>
            <a:off x="2680162" y="2577832"/>
            <a:ext cx="4769285" cy="367283"/>
          </a:xfrm>
          <a:custGeom>
            <a:avLst/>
            <a:gdLst>
              <a:gd name="T0" fmla="*/ 0 w 2790"/>
              <a:gd name="T1" fmla="*/ 6 h 279"/>
              <a:gd name="T2" fmla="*/ 561 w 2790"/>
              <a:gd name="T3" fmla="*/ 279 h 279"/>
              <a:gd name="T4" fmla="*/ 2100 w 2790"/>
              <a:gd name="T5" fmla="*/ 276 h 279"/>
              <a:gd name="T6" fmla="*/ 2790 w 2790"/>
              <a:gd name="T7" fmla="*/ 0 h 279"/>
              <a:gd name="T8" fmla="*/ 0 w 2790"/>
              <a:gd name="T9" fmla="*/ 6 h 279"/>
            </a:gdLst>
            <a:ahLst/>
            <a:cxnLst>
              <a:cxn ang="0">
                <a:pos x="T0" y="T1"/>
              </a:cxn>
              <a:cxn ang="0">
                <a:pos x="T2" y="T3"/>
              </a:cxn>
              <a:cxn ang="0">
                <a:pos x="T4" y="T5"/>
              </a:cxn>
              <a:cxn ang="0">
                <a:pos x="T6" y="T7"/>
              </a:cxn>
              <a:cxn ang="0">
                <a:pos x="T8" y="T9"/>
              </a:cxn>
            </a:cxnLst>
            <a:rect l="0" t="0" r="r" b="b"/>
            <a:pathLst>
              <a:path w="2790" h="279">
                <a:moveTo>
                  <a:pt x="0" y="6"/>
                </a:moveTo>
                <a:lnTo>
                  <a:pt x="561" y="279"/>
                </a:lnTo>
                <a:lnTo>
                  <a:pt x="2100" y="276"/>
                </a:lnTo>
                <a:lnTo>
                  <a:pt x="2790" y="0"/>
                </a:lnTo>
                <a:lnTo>
                  <a:pt x="0" y="6"/>
                </a:lnTo>
                <a:close/>
              </a:path>
            </a:pathLst>
          </a:custGeom>
          <a:gradFill flip="none" rotWithShape="1">
            <a:gsLst>
              <a:gs pos="0">
                <a:srgbClr val="00B0F0"/>
              </a:gs>
              <a:gs pos="100000">
                <a:srgbClr val="99FFCC"/>
              </a:gs>
            </a:gsLst>
            <a:lin ang="16200000" scaled="1"/>
            <a:tileRect/>
          </a:gradFill>
          <a:ln>
            <a:noFill/>
          </a:ln>
          <a:effectLst/>
        </p:spPr>
        <p:txBody>
          <a:bodyPr/>
          <a:lstStyle/>
          <a:p>
            <a:pPr algn="ctr"/>
            <a:endParaRPr lang="zh-CN" altLang="en-US" sz="1400" b="1">
              <a:latin typeface="微软雅黑" pitchFamily="34" charset="-122"/>
              <a:ea typeface="微软雅黑" pitchFamily="34" charset="-122"/>
            </a:endParaRPr>
          </a:p>
        </p:txBody>
      </p:sp>
      <p:sp>
        <p:nvSpPr>
          <p:cNvPr id="13" name="Line 6"/>
          <p:cNvSpPr>
            <a:spLocks noChangeShapeType="1"/>
          </p:cNvSpPr>
          <p:nvPr/>
        </p:nvSpPr>
        <p:spPr bwMode="auto">
          <a:xfrm>
            <a:off x="2659930" y="4024554"/>
            <a:ext cx="3609335" cy="0"/>
          </a:xfrm>
          <a:prstGeom prst="line">
            <a:avLst/>
          </a:prstGeom>
          <a:noFill/>
          <a:ln w="28575">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14" name="Text Box 7"/>
          <p:cNvSpPr txBox="1">
            <a:spLocks noChangeArrowheads="1"/>
          </p:cNvSpPr>
          <p:nvPr/>
        </p:nvSpPr>
        <p:spPr bwMode="auto">
          <a:xfrm>
            <a:off x="2844543" y="3532768"/>
            <a:ext cx="64953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solidFill>
                  <a:schemeClr val="bg1"/>
                </a:solidFill>
                <a:latin typeface="微软雅黑" pitchFamily="34" charset="-122"/>
                <a:ea typeface="微软雅黑" pitchFamily="34" charset="-122"/>
              </a:rPr>
              <a:t>首  部</a:t>
            </a:r>
          </a:p>
        </p:txBody>
      </p:sp>
      <p:sp>
        <p:nvSpPr>
          <p:cNvPr id="15" name="Rectangle 8"/>
          <p:cNvSpPr>
            <a:spLocks noChangeArrowheads="1"/>
          </p:cNvSpPr>
          <p:nvPr/>
        </p:nvSpPr>
        <p:spPr bwMode="auto">
          <a:xfrm>
            <a:off x="3644540" y="2926439"/>
            <a:ext cx="2624726" cy="307521"/>
          </a:xfrm>
          <a:prstGeom prst="rect">
            <a:avLst/>
          </a:prstGeom>
          <a:solidFill>
            <a:srgbClr val="99FFCC"/>
          </a:solidFill>
          <a:ln w="9525">
            <a:solidFill>
              <a:schemeClr val="tx1"/>
            </a:solidFill>
            <a:miter lim="800000"/>
            <a:headEnd/>
            <a:tailEnd/>
          </a:ln>
          <a:effectLst/>
        </p:spPr>
        <p:txBody>
          <a:bodyPr wrap="none" anchor="ctr"/>
          <a:lstStyle/>
          <a:p>
            <a:pPr algn="ctr"/>
            <a:r>
              <a:rPr kumimoji="1" lang="en-US" altLang="zh-CN" sz="1400" b="1">
                <a:latin typeface="微软雅黑" pitchFamily="34" charset="-122"/>
                <a:ea typeface="微软雅黑" pitchFamily="34" charset="-122"/>
              </a:rPr>
              <a:t>ICMP </a:t>
            </a:r>
            <a:r>
              <a:rPr kumimoji="1" lang="zh-CN" altLang="en-US" sz="1400" b="1">
                <a:latin typeface="微软雅黑" pitchFamily="34" charset="-122"/>
                <a:ea typeface="微软雅黑" pitchFamily="34" charset="-122"/>
              </a:rPr>
              <a:t>报文</a:t>
            </a:r>
          </a:p>
        </p:txBody>
      </p:sp>
      <p:sp>
        <p:nvSpPr>
          <p:cNvPr id="16" name="Text Box 9"/>
          <p:cNvSpPr txBox="1">
            <a:spLocks noChangeArrowheads="1"/>
          </p:cNvSpPr>
          <p:nvPr/>
        </p:nvSpPr>
        <p:spPr bwMode="auto">
          <a:xfrm>
            <a:off x="2537330" y="1121534"/>
            <a:ext cx="279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0000FF"/>
                </a:solidFill>
                <a:latin typeface="微软雅黑" pitchFamily="34" charset="-122"/>
                <a:ea typeface="微软雅黑" pitchFamily="34" charset="-122"/>
              </a:rPr>
              <a:t>0</a:t>
            </a:r>
          </a:p>
        </p:txBody>
      </p:sp>
      <p:sp>
        <p:nvSpPr>
          <p:cNvPr id="17" name="Line 10"/>
          <p:cNvSpPr>
            <a:spLocks noChangeShapeType="1"/>
          </p:cNvSpPr>
          <p:nvPr/>
        </p:nvSpPr>
        <p:spPr bwMode="auto">
          <a:xfrm>
            <a:off x="3644540" y="3535258"/>
            <a:ext cx="0" cy="30627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18" name="Text Box 11"/>
          <p:cNvSpPr txBox="1">
            <a:spLocks noChangeArrowheads="1"/>
          </p:cNvSpPr>
          <p:nvPr/>
        </p:nvSpPr>
        <p:spPr bwMode="auto">
          <a:xfrm>
            <a:off x="4406029" y="3532768"/>
            <a:ext cx="12202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a:latin typeface="微软雅黑" pitchFamily="34" charset="-122"/>
                <a:ea typeface="微软雅黑" pitchFamily="34" charset="-122"/>
              </a:rPr>
              <a:t>数  据  部  分</a:t>
            </a:r>
          </a:p>
        </p:txBody>
      </p:sp>
      <p:sp>
        <p:nvSpPr>
          <p:cNvPr id="19" name="AutoShape 12"/>
          <p:cNvSpPr>
            <a:spLocks noChangeArrowheads="1"/>
          </p:cNvSpPr>
          <p:nvPr/>
        </p:nvSpPr>
        <p:spPr bwMode="auto">
          <a:xfrm>
            <a:off x="4792351" y="3233961"/>
            <a:ext cx="245478" cy="367283"/>
          </a:xfrm>
          <a:prstGeom prst="downArrow">
            <a:avLst>
              <a:gd name="adj1" fmla="val 47222"/>
              <a:gd name="adj2" fmla="val 83746"/>
            </a:avLst>
          </a:prstGeom>
          <a:solidFill>
            <a:srgbClr val="CC00CC"/>
          </a:solidFill>
          <a:ln w="9525">
            <a:noFill/>
            <a:miter lim="800000"/>
            <a:headEnd/>
            <a:tailEnd/>
          </a:ln>
          <a:effectLst/>
        </p:spPr>
        <p:txBody>
          <a:bodyPr vert="eaVert" wrap="none" anchor="ctr"/>
          <a:lstStyle/>
          <a:p>
            <a:pPr algn="ctr"/>
            <a:endParaRPr lang="zh-CN" altLang="en-US" sz="1400" b="1">
              <a:latin typeface="微软雅黑" pitchFamily="34" charset="-122"/>
              <a:ea typeface="微软雅黑" pitchFamily="34" charset="-122"/>
            </a:endParaRPr>
          </a:p>
        </p:txBody>
      </p:sp>
      <p:sp>
        <p:nvSpPr>
          <p:cNvPr id="23" name="Line 16"/>
          <p:cNvSpPr>
            <a:spLocks noChangeShapeType="1"/>
          </p:cNvSpPr>
          <p:nvPr/>
        </p:nvSpPr>
        <p:spPr bwMode="auto">
          <a:xfrm flipV="1">
            <a:off x="5037828" y="1351480"/>
            <a:ext cx="0" cy="30627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29" name="Text Box 22"/>
          <p:cNvSpPr txBox="1">
            <a:spLocks noChangeArrowheads="1"/>
          </p:cNvSpPr>
          <p:nvPr/>
        </p:nvSpPr>
        <p:spPr bwMode="auto">
          <a:xfrm>
            <a:off x="3710770" y="1121534"/>
            <a:ext cx="279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solidFill>
                  <a:srgbClr val="0000FF"/>
                </a:solidFill>
                <a:latin typeface="微软雅黑" pitchFamily="34" charset="-122"/>
                <a:ea typeface="微软雅黑" pitchFamily="34" charset="-122"/>
              </a:rPr>
              <a:t>8</a:t>
            </a:r>
          </a:p>
        </p:txBody>
      </p:sp>
      <p:sp>
        <p:nvSpPr>
          <p:cNvPr id="30" name="Text Box 23"/>
          <p:cNvSpPr txBox="1">
            <a:spLocks noChangeArrowheads="1"/>
          </p:cNvSpPr>
          <p:nvPr/>
        </p:nvSpPr>
        <p:spPr bwMode="auto">
          <a:xfrm>
            <a:off x="4871758" y="1121534"/>
            <a:ext cx="37382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solidFill>
                  <a:srgbClr val="0000FF"/>
                </a:solidFill>
                <a:latin typeface="微软雅黑" pitchFamily="34" charset="-122"/>
                <a:ea typeface="微软雅黑" pitchFamily="34" charset="-122"/>
              </a:rPr>
              <a:t>16</a:t>
            </a:r>
          </a:p>
        </p:txBody>
      </p:sp>
      <p:sp>
        <p:nvSpPr>
          <p:cNvPr id="31" name="Rectangle 24"/>
          <p:cNvSpPr>
            <a:spLocks noChangeArrowheads="1"/>
          </p:cNvSpPr>
          <p:nvPr/>
        </p:nvSpPr>
        <p:spPr bwMode="auto">
          <a:xfrm>
            <a:off x="3875181" y="3902541"/>
            <a:ext cx="1081721" cy="224105"/>
          </a:xfrm>
          <a:prstGeom prst="rect">
            <a:avLst/>
          </a:prstGeom>
          <a:solidFill>
            <a:srgbClr val="C3E3F9"/>
          </a:solidFill>
          <a:ln>
            <a:noFill/>
          </a:ln>
          <a:effectLst/>
        </p:spPr>
        <p:txBody>
          <a:bodyPr wrap="none" anchor="ctr"/>
          <a:lstStyle/>
          <a:p>
            <a:pPr algn="ctr"/>
            <a:endParaRPr lang="zh-CN" altLang="en-US" sz="1400" b="1">
              <a:latin typeface="微软雅黑" pitchFamily="34" charset="-122"/>
              <a:ea typeface="微软雅黑" pitchFamily="34" charset="-122"/>
            </a:endParaRPr>
          </a:p>
        </p:txBody>
      </p:sp>
      <p:sp>
        <p:nvSpPr>
          <p:cNvPr id="32" name="Text Box 25"/>
          <p:cNvSpPr txBox="1">
            <a:spLocks noChangeArrowheads="1"/>
          </p:cNvSpPr>
          <p:nvPr/>
        </p:nvSpPr>
        <p:spPr bwMode="auto">
          <a:xfrm>
            <a:off x="7166832" y="1121534"/>
            <a:ext cx="37382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0000FF"/>
                </a:solidFill>
                <a:latin typeface="微软雅黑" pitchFamily="34" charset="-122"/>
                <a:ea typeface="微软雅黑" pitchFamily="34" charset="-122"/>
              </a:rPr>
              <a:t>31</a:t>
            </a:r>
          </a:p>
        </p:txBody>
      </p:sp>
      <p:sp>
        <p:nvSpPr>
          <p:cNvPr id="33" name="Text Box 26"/>
          <p:cNvSpPr txBox="1">
            <a:spLocks noChangeArrowheads="1"/>
          </p:cNvSpPr>
          <p:nvPr/>
        </p:nvSpPr>
        <p:spPr bwMode="auto">
          <a:xfrm>
            <a:off x="3959214" y="3855077"/>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solidFill>
                  <a:srgbClr val="0000FF"/>
                </a:solidFill>
                <a:latin typeface="微软雅黑" pitchFamily="34" charset="-122"/>
                <a:ea typeface="微软雅黑" pitchFamily="34" charset="-122"/>
              </a:rPr>
              <a:t>IP </a:t>
            </a:r>
            <a:r>
              <a:rPr kumimoji="1" lang="zh-CN" altLang="en-US" sz="1400" b="1" dirty="0">
                <a:solidFill>
                  <a:srgbClr val="0000FF"/>
                </a:solidFill>
                <a:latin typeface="微软雅黑" pitchFamily="34" charset="-122"/>
                <a:ea typeface="微软雅黑" pitchFamily="34" charset="-122"/>
              </a:rPr>
              <a:t>数据报</a:t>
            </a:r>
          </a:p>
        </p:txBody>
      </p:sp>
      <p:grpSp>
        <p:nvGrpSpPr>
          <p:cNvPr id="2" name="组合 1"/>
          <p:cNvGrpSpPr/>
          <p:nvPr/>
        </p:nvGrpSpPr>
        <p:grpSpPr>
          <a:xfrm>
            <a:off x="2659930" y="1347840"/>
            <a:ext cx="4758495" cy="1226352"/>
            <a:chOff x="2659930" y="1470672"/>
            <a:chExt cx="4758495" cy="1226352"/>
          </a:xfrm>
        </p:grpSpPr>
        <p:sp>
          <p:nvSpPr>
            <p:cNvPr id="20" name="Rectangle 13"/>
            <p:cNvSpPr>
              <a:spLocks noChangeArrowheads="1"/>
            </p:cNvSpPr>
            <p:nvPr/>
          </p:nvSpPr>
          <p:spPr bwMode="auto">
            <a:xfrm>
              <a:off x="2659930" y="1470672"/>
              <a:ext cx="4758495" cy="1226352"/>
            </a:xfrm>
            <a:prstGeom prst="rect">
              <a:avLst/>
            </a:prstGeom>
            <a:solidFill>
              <a:srgbClr val="99FFCC"/>
            </a:solidFill>
            <a:ln w="19050">
              <a:solidFill>
                <a:schemeClr val="tx1"/>
              </a:solidFill>
              <a:miter lim="800000"/>
              <a:headEnd/>
              <a:tailEnd/>
            </a:ln>
            <a:effectLst/>
          </p:spPr>
          <p:txBody>
            <a:bodyPr wrap="none" anchor="ctr"/>
            <a:lstStyle/>
            <a:p>
              <a:pPr algn="ctr"/>
              <a:endParaRPr lang="zh-CN" altLang="en-US" sz="1400" b="1">
                <a:latin typeface="微软雅黑" pitchFamily="34" charset="-122"/>
                <a:ea typeface="微软雅黑" pitchFamily="34" charset="-122"/>
              </a:endParaRPr>
            </a:p>
          </p:txBody>
        </p:sp>
        <p:sp>
          <p:nvSpPr>
            <p:cNvPr id="21" name="Line 14"/>
            <p:cNvSpPr>
              <a:spLocks noChangeShapeType="1"/>
            </p:cNvSpPr>
            <p:nvPr/>
          </p:nvSpPr>
          <p:spPr bwMode="auto">
            <a:xfrm rot="5400000" flipV="1">
              <a:off x="5039178" y="-598660"/>
              <a:ext cx="0" cy="475849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22" name="Line 15"/>
            <p:cNvSpPr>
              <a:spLocks noChangeShapeType="1"/>
            </p:cNvSpPr>
            <p:nvPr/>
          </p:nvSpPr>
          <p:spPr bwMode="auto">
            <a:xfrm flipV="1">
              <a:off x="3848205" y="1474312"/>
              <a:ext cx="0" cy="30627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24" name="Line 17"/>
            <p:cNvSpPr>
              <a:spLocks noChangeShapeType="1"/>
            </p:cNvSpPr>
            <p:nvPr/>
          </p:nvSpPr>
          <p:spPr bwMode="auto">
            <a:xfrm flipV="1">
              <a:off x="5037828" y="1474312"/>
              <a:ext cx="0" cy="30627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sp>
          <p:nvSpPr>
            <p:cNvPr id="34" name="Line 27"/>
            <p:cNvSpPr>
              <a:spLocks noChangeShapeType="1"/>
            </p:cNvSpPr>
            <p:nvPr/>
          </p:nvSpPr>
          <p:spPr bwMode="auto">
            <a:xfrm rot="16200000">
              <a:off x="5039178" y="-291137"/>
              <a:ext cx="0" cy="475849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400" b="1">
                <a:latin typeface="微软雅黑" pitchFamily="34" charset="-122"/>
                <a:ea typeface="微软雅黑" pitchFamily="34" charset="-122"/>
              </a:endParaRPr>
            </a:p>
          </p:txBody>
        </p:sp>
      </p:grpSp>
      <p:sp>
        <p:nvSpPr>
          <p:cNvPr id="36" name="Text Box 29"/>
          <p:cNvSpPr txBox="1">
            <a:spLocks noChangeArrowheads="1"/>
          </p:cNvSpPr>
          <p:nvPr/>
        </p:nvSpPr>
        <p:spPr bwMode="auto">
          <a:xfrm>
            <a:off x="3566280" y="2120907"/>
            <a:ext cx="323518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的数据部分（长度取决于类型）</a:t>
            </a:r>
          </a:p>
        </p:txBody>
      </p:sp>
      <p:grpSp>
        <p:nvGrpSpPr>
          <p:cNvPr id="39" name="组合 38"/>
          <p:cNvGrpSpPr/>
          <p:nvPr/>
        </p:nvGrpSpPr>
        <p:grpSpPr>
          <a:xfrm>
            <a:off x="1227936" y="1277546"/>
            <a:ext cx="5387714" cy="480131"/>
            <a:chOff x="1227936" y="1400378"/>
            <a:chExt cx="5387714" cy="480131"/>
          </a:xfrm>
        </p:grpSpPr>
        <p:sp>
          <p:nvSpPr>
            <p:cNvPr id="25" name="Text Box 18"/>
            <p:cNvSpPr txBox="1">
              <a:spLocks noChangeArrowheads="1"/>
            </p:cNvSpPr>
            <p:nvPr/>
          </p:nvSpPr>
          <p:spPr bwMode="auto">
            <a:xfrm>
              <a:off x="5892375" y="148831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校验和</a:t>
              </a:r>
            </a:p>
          </p:txBody>
        </p:sp>
        <p:sp>
          <p:nvSpPr>
            <p:cNvPr id="26" name="Text Box 19"/>
            <p:cNvSpPr txBox="1">
              <a:spLocks noChangeArrowheads="1"/>
            </p:cNvSpPr>
            <p:nvPr/>
          </p:nvSpPr>
          <p:spPr bwMode="auto">
            <a:xfrm>
              <a:off x="2982352" y="1488315"/>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a:latin typeface="微软雅黑" pitchFamily="34" charset="-122"/>
                  <a:ea typeface="微软雅黑" pitchFamily="34" charset="-122"/>
                </a:rPr>
                <a:t>类型</a:t>
              </a:r>
            </a:p>
          </p:txBody>
        </p:sp>
        <p:sp>
          <p:nvSpPr>
            <p:cNvPr id="27" name="Text Box 20"/>
            <p:cNvSpPr txBox="1">
              <a:spLocks noChangeArrowheads="1"/>
            </p:cNvSpPr>
            <p:nvPr/>
          </p:nvSpPr>
          <p:spPr bwMode="auto">
            <a:xfrm>
              <a:off x="4239415" y="1488315"/>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a:latin typeface="微软雅黑" pitchFamily="34" charset="-122"/>
                  <a:ea typeface="微软雅黑" pitchFamily="34" charset="-122"/>
                </a:rPr>
                <a:t>代码</a:t>
              </a:r>
            </a:p>
          </p:txBody>
        </p:sp>
        <p:sp>
          <p:nvSpPr>
            <p:cNvPr id="35" name="Text Box 28"/>
            <p:cNvSpPr txBox="1">
              <a:spLocks noChangeArrowheads="1"/>
            </p:cNvSpPr>
            <p:nvPr/>
          </p:nvSpPr>
          <p:spPr bwMode="auto">
            <a:xfrm>
              <a:off x="1227936" y="1400378"/>
              <a:ext cx="1119217" cy="48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zh-CN" altLang="en-US" sz="1400" b="1" dirty="0">
                  <a:solidFill>
                    <a:srgbClr val="CC00CC"/>
                  </a:solidFill>
                  <a:latin typeface="微软雅黑" pitchFamily="34" charset="-122"/>
                  <a:ea typeface="微软雅黑" pitchFamily="34" charset="-122"/>
                </a:rPr>
                <a:t>前 </a:t>
              </a:r>
              <a:r>
                <a:rPr kumimoji="1" lang="en-US" altLang="zh-CN" sz="1400" b="1" dirty="0">
                  <a:solidFill>
                    <a:srgbClr val="CC00CC"/>
                  </a:solidFill>
                  <a:latin typeface="微软雅黑" pitchFamily="34" charset="-122"/>
                  <a:ea typeface="微软雅黑" pitchFamily="34" charset="-122"/>
                </a:rPr>
                <a:t>32 </a:t>
              </a:r>
              <a:r>
                <a:rPr kumimoji="1" lang="zh-CN" altLang="en-US" sz="1400" b="1" dirty="0">
                  <a:solidFill>
                    <a:srgbClr val="CC00CC"/>
                  </a:solidFill>
                  <a:latin typeface="微软雅黑" pitchFamily="34" charset="-122"/>
                  <a:ea typeface="微软雅黑" pitchFamily="34" charset="-122"/>
                </a:rPr>
                <a:t>位</a:t>
              </a:r>
            </a:p>
            <a:p>
              <a:pPr algn="ctr">
                <a:lnSpc>
                  <a:spcPct val="90000"/>
                </a:lnSpc>
              </a:pPr>
              <a:r>
                <a:rPr kumimoji="1" lang="zh-CN" altLang="en-US" sz="1400" b="1" dirty="0">
                  <a:solidFill>
                    <a:srgbClr val="CC00CC"/>
                  </a:solidFill>
                  <a:latin typeface="微软雅黑" pitchFamily="34" charset="-122"/>
                  <a:ea typeface="微软雅黑" pitchFamily="34" charset="-122"/>
                </a:rPr>
                <a:t>是统一格式</a:t>
              </a:r>
            </a:p>
          </p:txBody>
        </p:sp>
        <p:sp>
          <p:nvSpPr>
            <p:cNvPr id="37" name="Line 30"/>
            <p:cNvSpPr>
              <a:spLocks noChangeShapeType="1"/>
            </p:cNvSpPr>
            <p:nvPr/>
          </p:nvSpPr>
          <p:spPr bwMode="auto">
            <a:xfrm>
              <a:off x="2248552" y="1631492"/>
              <a:ext cx="411378"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400" b="1">
                <a:latin typeface="微软雅黑" pitchFamily="34" charset="-122"/>
                <a:ea typeface="微软雅黑" pitchFamily="34" charset="-122"/>
              </a:endParaRPr>
            </a:p>
          </p:txBody>
        </p:sp>
      </p:grpSp>
      <p:sp>
        <p:nvSpPr>
          <p:cNvPr id="38" name="AutoShape 5"/>
          <p:cNvSpPr>
            <a:spLocks noChangeArrowheads="1"/>
          </p:cNvSpPr>
          <p:nvPr/>
        </p:nvSpPr>
        <p:spPr bwMode="auto">
          <a:xfrm>
            <a:off x="556963" y="61543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0" name="Rectangle 6"/>
          <p:cNvSpPr>
            <a:spLocks noChangeArrowheads="1"/>
          </p:cNvSpPr>
          <p:nvPr/>
        </p:nvSpPr>
        <p:spPr bwMode="auto">
          <a:xfrm>
            <a:off x="3424632" y="582227"/>
            <a:ext cx="231345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ICMP </a:t>
            </a:r>
            <a:r>
              <a:rPr lang="zh-CN" altLang="en-US" sz="2000" b="1" dirty="0">
                <a:solidFill>
                  <a:schemeClr val="bg1"/>
                </a:solidFill>
                <a:latin typeface="微软雅黑" pitchFamily="34" charset="-122"/>
                <a:ea typeface="微软雅黑" pitchFamily="34" charset="-122"/>
              </a:rPr>
              <a:t>报文的格式 </a:t>
            </a:r>
          </a:p>
        </p:txBody>
      </p:sp>
      <p:sp>
        <p:nvSpPr>
          <p:cNvPr id="28" name="Text Box 21"/>
          <p:cNvSpPr txBox="1">
            <a:spLocks noChangeArrowheads="1"/>
          </p:cNvSpPr>
          <p:nvPr/>
        </p:nvSpPr>
        <p:spPr bwMode="auto">
          <a:xfrm>
            <a:off x="3370925" y="1676740"/>
            <a:ext cx="35044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（这 </a:t>
            </a:r>
            <a:r>
              <a:rPr kumimoji="1" lang="en-US" altLang="zh-CN" sz="1400" b="1" dirty="0">
                <a:latin typeface="微软雅黑" pitchFamily="34" charset="-122"/>
                <a:ea typeface="微软雅黑" pitchFamily="34" charset="-122"/>
              </a:rPr>
              <a:t>4 </a:t>
            </a:r>
            <a:r>
              <a:rPr kumimoji="1" lang="zh-CN" altLang="en-US" sz="1400" b="1" dirty="0">
                <a:latin typeface="微软雅黑" pitchFamily="34" charset="-122"/>
                <a:ea typeface="微软雅黑" pitchFamily="34" charset="-122"/>
              </a:rPr>
              <a:t>个字节取决于 </a:t>
            </a: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报文的类型）</a:t>
            </a:r>
          </a:p>
        </p:txBody>
      </p:sp>
    </p:spTree>
    <p:extLst>
      <p:ext uri="{BB962C8B-B14F-4D97-AF65-F5344CB8AC3E}">
        <p14:creationId xmlns:p14="http://schemas.microsoft.com/office/powerpoint/2010/main" val="4174606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utoShape 5"/>
          <p:cNvSpPr>
            <a:spLocks noChangeArrowheads="1"/>
          </p:cNvSpPr>
          <p:nvPr/>
        </p:nvSpPr>
        <p:spPr bwMode="auto">
          <a:xfrm>
            <a:off x="545144" y="62078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0" name="Rectangle 6"/>
          <p:cNvSpPr>
            <a:spLocks noChangeArrowheads="1"/>
          </p:cNvSpPr>
          <p:nvPr/>
        </p:nvSpPr>
        <p:spPr bwMode="auto">
          <a:xfrm>
            <a:off x="2805283" y="579921"/>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4.3.1  ICMP </a:t>
            </a:r>
            <a:r>
              <a:rPr lang="zh-CN" altLang="en-US" sz="2400" b="1" dirty="0">
                <a:solidFill>
                  <a:schemeClr val="bg1"/>
                </a:solidFill>
                <a:latin typeface="微软雅黑" pitchFamily="34" charset="-122"/>
                <a:ea typeface="微软雅黑" pitchFamily="34" charset="-122"/>
              </a:rPr>
              <a:t>报文的种类</a:t>
            </a:r>
          </a:p>
        </p:txBody>
      </p:sp>
      <p:sp>
        <p:nvSpPr>
          <p:cNvPr id="31" name="Rectangle 8"/>
          <p:cNvSpPr>
            <a:spLocks noChangeArrowheads="1"/>
          </p:cNvSpPr>
          <p:nvPr/>
        </p:nvSpPr>
        <p:spPr bwMode="auto">
          <a:xfrm>
            <a:off x="545144" y="1023329"/>
            <a:ext cx="8053712" cy="4707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种：</a:t>
            </a:r>
            <a:r>
              <a:rPr lang="zh-CN" altLang="en-US" sz="2000" b="1" dirty="0">
                <a:solidFill>
                  <a:srgbClr val="0000FF"/>
                </a:solidFill>
                <a:latin typeface="微软雅黑" pitchFamily="34" charset="-122"/>
                <a:ea typeface="微软雅黑" pitchFamily="34" charset="-122"/>
              </a:rPr>
              <a:t>差错报告报文</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询问报文</a:t>
            </a:r>
            <a:r>
              <a:rPr lang="zh-CN" altLang="en-US" sz="2000" b="1" dirty="0">
                <a:latin typeface="微软雅黑" pitchFamily="34" charset="-122"/>
                <a:ea typeface="微软雅黑" pitchFamily="34" charset="-122"/>
              </a:rPr>
              <a:t>。 </a:t>
            </a:r>
          </a:p>
        </p:txBody>
      </p:sp>
      <p:graphicFrame>
        <p:nvGraphicFramePr>
          <p:cNvPr id="2" name="表格 1"/>
          <p:cNvGraphicFramePr>
            <a:graphicFrameLocks noGrp="1"/>
          </p:cNvGraphicFramePr>
          <p:nvPr/>
        </p:nvGraphicFramePr>
        <p:xfrm>
          <a:off x="845216" y="1869177"/>
          <a:ext cx="7274255" cy="2534582"/>
        </p:xfrm>
        <a:graphic>
          <a:graphicData uri="http://schemas.openxmlformats.org/drawingml/2006/table">
            <a:tbl>
              <a:tblPr firstRow="1" firstCol="1">
                <a:tableStyleId>{5C22544A-7EE6-4342-B048-85BDC9FD1C3A}</a:tableStyleId>
              </a:tblPr>
              <a:tblGrid>
                <a:gridCol w="1746912">
                  <a:extLst>
                    <a:ext uri="{9D8B030D-6E8A-4147-A177-3AD203B41FA5}">
                      <a16:colId xmlns:a16="http://schemas.microsoft.com/office/drawing/2014/main" val="2577757187"/>
                    </a:ext>
                  </a:extLst>
                </a:gridCol>
                <a:gridCol w="1433015">
                  <a:extLst>
                    <a:ext uri="{9D8B030D-6E8A-4147-A177-3AD203B41FA5}">
                      <a16:colId xmlns:a16="http://schemas.microsoft.com/office/drawing/2014/main" val="2504039375"/>
                    </a:ext>
                  </a:extLst>
                </a:gridCol>
                <a:gridCol w="4094328">
                  <a:extLst>
                    <a:ext uri="{9D8B030D-6E8A-4147-A177-3AD203B41FA5}">
                      <a16:colId xmlns:a16="http://schemas.microsoft.com/office/drawing/2014/main" val="4253697781"/>
                    </a:ext>
                  </a:extLst>
                </a:gridCol>
              </a:tblGrid>
              <a:tr h="464024">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ICMP </a:t>
                      </a:r>
                      <a:r>
                        <a:rPr lang="zh-CN" sz="1600" b="1" kern="500" dirty="0">
                          <a:effectLst/>
                          <a:latin typeface="微软雅黑" panose="020B0503020204020204" pitchFamily="34" charset="-122"/>
                          <a:ea typeface="微软雅黑" panose="020B0503020204020204" pitchFamily="34" charset="-122"/>
                        </a:rPr>
                        <a:t>报文种类</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类型的值</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ICMP</a:t>
                      </a:r>
                      <a:r>
                        <a:rPr lang="zh-CN" sz="1600" b="1" kern="500" dirty="0">
                          <a:effectLst/>
                          <a:latin typeface="微软雅黑" panose="020B0503020204020204" pitchFamily="34" charset="-122"/>
                          <a:ea typeface="微软雅黑" panose="020B0503020204020204" pitchFamily="34" charset="-122"/>
                        </a:rPr>
                        <a:t>报文的类型</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901984704"/>
                  </a:ext>
                </a:extLst>
              </a:tr>
              <a:tr h="345093">
                <a:tc rowSpan="4">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差错报告报文</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 3</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终点不可达</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722480891"/>
                  </a:ext>
                </a:extLst>
              </a:tr>
              <a:tr h="345093">
                <a:tc vMerge="1">
                  <a:txBody>
                    <a:bodyPr/>
                    <a:lstStyle/>
                    <a:p>
                      <a:endParaRPr lang="zh-CN" altLang="en-US"/>
                    </a:p>
                  </a:txBody>
                  <a:tcP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11</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时间超过</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425218434"/>
                  </a:ext>
                </a:extLst>
              </a:tr>
              <a:tr h="345093">
                <a:tc vMerge="1">
                  <a:txBody>
                    <a:bodyPr/>
                    <a:lstStyle/>
                    <a:p>
                      <a:endParaRPr lang="zh-CN" altLang="en-US"/>
                    </a:p>
                  </a:txBody>
                  <a:tcPr/>
                </a:tc>
                <a:tc>
                  <a:txBody>
                    <a:bodyPr/>
                    <a:lstStyle/>
                    <a:p>
                      <a:pPr algn="ctr">
                        <a:lnSpc>
                          <a:spcPts val="1600"/>
                        </a:lnSpc>
                        <a:spcAft>
                          <a:spcPts val="0"/>
                        </a:spcAft>
                      </a:pPr>
                      <a:r>
                        <a:rPr lang="en-US" sz="1600" b="1" kern="500">
                          <a:effectLst/>
                          <a:latin typeface="微软雅黑" panose="020B0503020204020204" pitchFamily="34" charset="-122"/>
                          <a:ea typeface="微软雅黑" panose="020B0503020204020204" pitchFamily="34" charset="-122"/>
                        </a:rPr>
                        <a:t>12</a:t>
                      </a:r>
                      <a:endParaRPr lang="zh-CN" sz="16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参数问题</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743133543"/>
                  </a:ext>
                </a:extLst>
              </a:tr>
              <a:tr h="345093">
                <a:tc vMerge="1">
                  <a:txBody>
                    <a:bodyPr/>
                    <a:lstStyle/>
                    <a:p>
                      <a:endParaRPr lang="zh-CN" altLang="en-US"/>
                    </a:p>
                  </a:txBody>
                  <a:tcPr/>
                </a:tc>
                <a:tc>
                  <a:txBody>
                    <a:bodyPr/>
                    <a:lstStyle/>
                    <a:p>
                      <a:pPr algn="ctr">
                        <a:lnSpc>
                          <a:spcPts val="1600"/>
                        </a:lnSpc>
                        <a:spcAft>
                          <a:spcPts val="0"/>
                        </a:spcAft>
                      </a:pPr>
                      <a:r>
                        <a:rPr lang="en-US" sz="1600" b="1" kern="500">
                          <a:effectLst/>
                          <a:latin typeface="微软雅黑" panose="020B0503020204020204" pitchFamily="34" charset="-122"/>
                          <a:ea typeface="微软雅黑" panose="020B0503020204020204" pitchFamily="34" charset="-122"/>
                        </a:rPr>
                        <a:t>5</a:t>
                      </a:r>
                      <a:endParaRPr lang="zh-CN" sz="16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altLang="en-US" sz="1600" b="1" kern="500" dirty="0">
                          <a:effectLst/>
                          <a:latin typeface="微软雅黑" panose="020B0503020204020204" pitchFamily="34" charset="-122"/>
                          <a:ea typeface="微软雅黑" panose="020B0503020204020204" pitchFamily="34" charset="-122"/>
                        </a:rPr>
                        <a:t>重定向 </a:t>
                      </a:r>
                      <a:r>
                        <a:rPr lang="en-US" sz="1600" b="1" kern="500" dirty="0">
                          <a:effectLst/>
                          <a:latin typeface="微软雅黑" panose="020B0503020204020204" pitchFamily="34" charset="-122"/>
                          <a:ea typeface="微软雅黑" panose="020B0503020204020204" pitchFamily="34" charset="-122"/>
                        </a:rPr>
                        <a:t>(Redirect)</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1321176566"/>
                  </a:ext>
                </a:extLst>
              </a:tr>
              <a:tr h="345093">
                <a:tc rowSpan="2">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询问报文</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8 </a:t>
                      </a:r>
                      <a:r>
                        <a:rPr lang="zh-CN" sz="1600" b="1" kern="500" dirty="0">
                          <a:effectLst/>
                          <a:latin typeface="微软雅黑" panose="020B0503020204020204" pitchFamily="34" charset="-122"/>
                          <a:ea typeface="微软雅黑" panose="020B0503020204020204" pitchFamily="34" charset="-122"/>
                        </a:rPr>
                        <a:t>或</a:t>
                      </a:r>
                      <a:r>
                        <a:rPr lang="en-US" altLang="zh-CN" sz="1600" b="1" kern="500" dirty="0">
                          <a:effectLst/>
                          <a:latin typeface="微软雅黑" panose="020B0503020204020204" pitchFamily="34" charset="-122"/>
                          <a:ea typeface="微软雅黑" panose="020B0503020204020204" pitchFamily="34" charset="-122"/>
                        </a:rPr>
                        <a:t> </a:t>
                      </a:r>
                      <a:r>
                        <a:rPr lang="en-US" sz="1600" b="1" kern="500" dirty="0">
                          <a:effectLst/>
                          <a:latin typeface="微软雅黑" panose="020B0503020204020204" pitchFamily="34" charset="-122"/>
                          <a:ea typeface="微软雅黑" panose="020B0503020204020204" pitchFamily="34" charset="-122"/>
                        </a:rPr>
                        <a:t>0</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回送</a:t>
                      </a:r>
                      <a:r>
                        <a:rPr lang="en-US" altLang="zh-CN" sz="1600" b="1" kern="500" dirty="0">
                          <a:effectLst/>
                          <a:latin typeface="微软雅黑" panose="020B0503020204020204" pitchFamily="34" charset="-122"/>
                          <a:ea typeface="微软雅黑" panose="020B0503020204020204" pitchFamily="34" charset="-122"/>
                        </a:rPr>
                        <a:t> </a:t>
                      </a:r>
                      <a:r>
                        <a:rPr lang="en-US" sz="1600" b="1" kern="500" dirty="0">
                          <a:effectLst/>
                          <a:latin typeface="微软雅黑" panose="020B0503020204020204" pitchFamily="34" charset="-122"/>
                          <a:ea typeface="微软雅黑" panose="020B0503020204020204" pitchFamily="34" charset="-122"/>
                        </a:rPr>
                        <a:t>(Echo) </a:t>
                      </a:r>
                      <a:r>
                        <a:rPr lang="zh-CN" sz="1600" b="1" kern="500" dirty="0">
                          <a:effectLst/>
                          <a:latin typeface="微软雅黑" panose="020B0503020204020204" pitchFamily="34" charset="-122"/>
                          <a:ea typeface="微软雅黑" panose="020B0503020204020204" pitchFamily="34" charset="-122"/>
                        </a:rPr>
                        <a:t>请求或回答</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2266132482"/>
                  </a:ext>
                </a:extLst>
              </a:tr>
              <a:tr h="345093">
                <a:tc vMerge="1">
                  <a:txBody>
                    <a:bodyPr/>
                    <a:lstStyle/>
                    <a:p>
                      <a:endParaRPr lang="zh-CN" altLang="en-US"/>
                    </a:p>
                  </a:txBody>
                  <a:tcPr/>
                </a:tc>
                <a:tc>
                  <a:txBody>
                    <a:bodyPr/>
                    <a:lstStyle/>
                    <a:p>
                      <a:pPr algn="ctr">
                        <a:lnSpc>
                          <a:spcPts val="1600"/>
                        </a:lnSpc>
                        <a:spcAft>
                          <a:spcPts val="0"/>
                        </a:spcAft>
                      </a:pPr>
                      <a:r>
                        <a:rPr lang="en-US" sz="1600" b="1" kern="500" dirty="0">
                          <a:effectLst/>
                          <a:latin typeface="微软雅黑" panose="020B0503020204020204" pitchFamily="34" charset="-122"/>
                          <a:ea typeface="微软雅黑" panose="020B0503020204020204" pitchFamily="34" charset="-122"/>
                        </a:rPr>
                        <a:t>13 </a:t>
                      </a:r>
                      <a:r>
                        <a:rPr lang="zh-CN" sz="1600" b="1" kern="500" dirty="0">
                          <a:effectLst/>
                          <a:latin typeface="微软雅黑" panose="020B0503020204020204" pitchFamily="34" charset="-122"/>
                          <a:ea typeface="微软雅黑" panose="020B0503020204020204" pitchFamily="34" charset="-122"/>
                        </a:rPr>
                        <a:t>或</a:t>
                      </a:r>
                      <a:r>
                        <a:rPr lang="en-US" altLang="zh-CN" sz="1600" b="1" kern="500" dirty="0">
                          <a:effectLst/>
                          <a:latin typeface="微软雅黑" panose="020B0503020204020204" pitchFamily="34" charset="-122"/>
                          <a:ea typeface="微软雅黑" panose="020B0503020204020204" pitchFamily="34" charset="-122"/>
                        </a:rPr>
                        <a:t> </a:t>
                      </a:r>
                      <a:r>
                        <a:rPr lang="en-US" sz="1600" b="1" kern="500" dirty="0">
                          <a:effectLst/>
                          <a:latin typeface="微软雅黑" panose="020B0503020204020204" pitchFamily="34" charset="-122"/>
                          <a:ea typeface="微软雅黑" panose="020B0503020204020204" pitchFamily="34" charset="-122"/>
                        </a:rPr>
                        <a:t>14</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a:lnSpc>
                          <a:spcPts val="1600"/>
                        </a:lnSpc>
                        <a:spcAft>
                          <a:spcPts val="0"/>
                        </a:spcAft>
                      </a:pPr>
                      <a:r>
                        <a:rPr lang="zh-CN" sz="1600" b="1" kern="500" dirty="0">
                          <a:effectLst/>
                          <a:latin typeface="微软雅黑" panose="020B0503020204020204" pitchFamily="34" charset="-122"/>
                          <a:ea typeface="微软雅黑" panose="020B0503020204020204" pitchFamily="34" charset="-122"/>
                        </a:rPr>
                        <a:t>时间戳</a:t>
                      </a:r>
                      <a:r>
                        <a:rPr lang="en-US" altLang="zh-CN" sz="1600" b="1" kern="500" dirty="0">
                          <a:effectLst/>
                          <a:latin typeface="微软雅黑" panose="020B0503020204020204" pitchFamily="34" charset="-122"/>
                          <a:ea typeface="微软雅黑" panose="020B0503020204020204" pitchFamily="34" charset="-122"/>
                        </a:rPr>
                        <a:t> </a:t>
                      </a:r>
                      <a:r>
                        <a:rPr lang="en-US" sz="1600" b="1" kern="500" dirty="0">
                          <a:effectLst/>
                          <a:latin typeface="微软雅黑" panose="020B0503020204020204" pitchFamily="34" charset="-122"/>
                          <a:ea typeface="微软雅黑" panose="020B0503020204020204" pitchFamily="34" charset="-122"/>
                        </a:rPr>
                        <a:t>(Timestamp) </a:t>
                      </a:r>
                      <a:r>
                        <a:rPr lang="zh-CN" sz="1600" b="1" kern="500" dirty="0">
                          <a:effectLst/>
                          <a:latin typeface="微软雅黑" panose="020B0503020204020204" pitchFamily="34" charset="-122"/>
                          <a:ea typeface="微软雅黑" panose="020B0503020204020204" pitchFamily="34" charset="-122"/>
                        </a:rPr>
                        <a:t>请求或回答</a:t>
                      </a:r>
                      <a:endParaRPr lang="zh-CN" sz="16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a16="http://schemas.microsoft.com/office/drawing/2014/main" val="3810166473"/>
                  </a:ext>
                </a:extLst>
              </a:tr>
            </a:tbl>
          </a:graphicData>
        </a:graphic>
      </p:graphicFrame>
      <p:sp>
        <p:nvSpPr>
          <p:cNvPr id="3" name="矩形 2"/>
          <p:cNvSpPr/>
          <p:nvPr/>
        </p:nvSpPr>
        <p:spPr>
          <a:xfrm>
            <a:off x="3129249" y="1597706"/>
            <a:ext cx="2390398" cy="307777"/>
          </a:xfrm>
          <a:prstGeom prst="rect">
            <a:avLst/>
          </a:prstGeom>
        </p:spPr>
        <p:txBody>
          <a:bodyPr wrap="none">
            <a:spAutoFit/>
          </a:bodyPr>
          <a:lstStyle/>
          <a:p>
            <a:r>
              <a:rPr lang="zh-CN" altLang="en-US" sz="1400" b="1" dirty="0">
                <a:latin typeface="微软雅黑" panose="020B0503020204020204" pitchFamily="34" charset="-122"/>
                <a:ea typeface="微软雅黑" panose="020B0503020204020204" pitchFamily="34" charset="-122"/>
              </a:rPr>
              <a:t>几种常用的 </a:t>
            </a:r>
            <a:r>
              <a:rPr lang="en-US" altLang="zh-CN" sz="1400" b="1" dirty="0">
                <a:latin typeface="微软雅黑" panose="020B0503020204020204" pitchFamily="34" charset="-122"/>
                <a:ea typeface="微软雅黑" panose="020B0503020204020204" pitchFamily="34" charset="-122"/>
              </a:rPr>
              <a:t>ICMP </a:t>
            </a:r>
            <a:r>
              <a:rPr lang="zh-CN" altLang="en-US" sz="1400" b="1" dirty="0">
                <a:latin typeface="微软雅黑" panose="020B0503020204020204" pitchFamily="34" charset="-122"/>
                <a:ea typeface="微软雅黑" panose="020B0503020204020204" pitchFamily="34" charset="-122"/>
              </a:rPr>
              <a:t>报文类型</a:t>
            </a:r>
          </a:p>
        </p:txBody>
      </p:sp>
    </p:spTree>
    <p:extLst>
      <p:ext uri="{BB962C8B-B14F-4D97-AF65-F5344CB8AC3E}">
        <p14:creationId xmlns:p14="http://schemas.microsoft.com/office/powerpoint/2010/main" val="345103338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8"/>
          <p:cNvSpPr>
            <a:spLocks noChangeArrowheads="1"/>
          </p:cNvSpPr>
          <p:nvPr/>
        </p:nvSpPr>
        <p:spPr bwMode="auto">
          <a:xfrm>
            <a:off x="545143" y="987670"/>
            <a:ext cx="8053711" cy="2163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solidFill>
                  <a:schemeClr val="tx2"/>
                </a:solidFill>
                <a:latin typeface="微软雅黑" pitchFamily="34" charset="-122"/>
                <a:ea typeface="微软雅黑" pitchFamily="34" charset="-122"/>
              </a:rPr>
              <a:t>(1) </a:t>
            </a:r>
            <a:r>
              <a:rPr lang="zh-CN" altLang="en-US" sz="2000" b="1" dirty="0">
                <a:solidFill>
                  <a:schemeClr val="tx2"/>
                </a:solidFill>
                <a:latin typeface="微软雅黑" pitchFamily="34" charset="-122"/>
                <a:ea typeface="微软雅黑" pitchFamily="34" charset="-122"/>
              </a:rPr>
              <a:t>终点不可达（类型 </a:t>
            </a:r>
            <a:r>
              <a:rPr lang="en-US" altLang="zh-CN" sz="2000" b="1" dirty="0">
                <a:solidFill>
                  <a:schemeClr val="tx2"/>
                </a:solidFill>
                <a:latin typeface="微软雅黑" pitchFamily="34" charset="-122"/>
                <a:ea typeface="微软雅黑" pitchFamily="34" charset="-122"/>
              </a:rPr>
              <a:t>3</a:t>
            </a:r>
            <a:r>
              <a:rPr lang="zh-CN" altLang="en-US" sz="2000" b="1" dirty="0">
                <a:solidFill>
                  <a:schemeClr val="tx2"/>
                </a:solidFill>
                <a:latin typeface="微软雅黑" pitchFamily="34" charset="-122"/>
                <a:ea typeface="微软雅黑" pitchFamily="34" charset="-122"/>
              </a:rPr>
              <a:t>）</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路由器不能转发或主机不能交付数据报时，就向源点发送终点不可达报文。</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代码字段进一步指明：主机不可达、端口不可达、协议不可达、以及需要分片但不分片标志</a:t>
            </a:r>
            <a:r>
              <a:rPr lang="en-US" altLang="zh-CN" sz="2000" b="1" dirty="0">
                <a:latin typeface="微软雅黑" pitchFamily="34" charset="-122"/>
                <a:ea typeface="微软雅黑" pitchFamily="34" charset="-122"/>
              </a:rPr>
              <a:t>DF = 1</a:t>
            </a:r>
            <a:r>
              <a:rPr lang="zh-CN" altLang="en-US" sz="2000" b="1" dirty="0">
                <a:latin typeface="微软雅黑" pitchFamily="34" charset="-122"/>
                <a:ea typeface="微软雅黑" pitchFamily="34" charset="-122"/>
              </a:rPr>
              <a:t>等等。</a:t>
            </a:r>
          </a:p>
        </p:txBody>
      </p:sp>
      <p:sp>
        <p:nvSpPr>
          <p:cNvPr id="17" name="AutoShape 5"/>
          <p:cNvSpPr>
            <a:spLocks noChangeArrowheads="1"/>
          </p:cNvSpPr>
          <p:nvPr/>
        </p:nvSpPr>
        <p:spPr bwMode="auto">
          <a:xfrm>
            <a:off x="545144" y="619982"/>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8" name="Rectangle 6"/>
          <p:cNvSpPr>
            <a:spLocks noChangeArrowheads="1"/>
          </p:cNvSpPr>
          <p:nvPr/>
        </p:nvSpPr>
        <p:spPr bwMode="auto">
          <a:xfrm>
            <a:off x="1941968" y="586771"/>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ICMP </a:t>
            </a:r>
            <a:r>
              <a:rPr lang="zh-CN" altLang="en-US" sz="2000" b="1" dirty="0">
                <a:solidFill>
                  <a:schemeClr val="bg1"/>
                </a:solidFill>
                <a:latin typeface="微软雅黑" pitchFamily="34" charset="-122"/>
                <a:ea typeface="微软雅黑" pitchFamily="34" charset="-122"/>
              </a:rPr>
              <a:t>的差错报告</a:t>
            </a:r>
          </a:p>
        </p:txBody>
      </p:sp>
    </p:spTree>
    <p:custDataLst>
      <p:tags r:id="rId1"/>
    </p:custDataLst>
    <p:extLst>
      <p:ext uri="{BB962C8B-B14F-4D97-AF65-F5344CB8AC3E}">
        <p14:creationId xmlns:p14="http://schemas.microsoft.com/office/powerpoint/2010/main" val="1986571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6">
                                            <p:txEl>
                                              <p:pRg st="0" end="0"/>
                                            </p:txEl>
                                          </p:spTgt>
                                        </p:tgtEl>
                                        <p:attrNameLst>
                                          <p:attrName>style.visibility</p:attrName>
                                        </p:attrNameLst>
                                      </p:cBhvr>
                                      <p:to>
                                        <p:strVal val="visible"/>
                                      </p:to>
                                    </p:set>
                                    <p:animEffect transition="in" filter="fade">
                                      <p:cBhvr>
                                        <p:cTn id="7" dur="1000"/>
                                        <p:tgtEl>
                                          <p:spTgt spid="16">
                                            <p:txEl>
                                              <p:pRg st="0" end="0"/>
                                            </p:txEl>
                                          </p:spTgt>
                                        </p:tgtEl>
                                      </p:cBhvr>
                                    </p:animEffect>
                                    <p:anim calcmode="lin" valueType="num">
                                      <p:cBhvr>
                                        <p:cTn id="8" dur="10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6">
                                            <p:txEl>
                                              <p:pRg st="1" end="1"/>
                                            </p:txEl>
                                          </p:spTgt>
                                        </p:tgtEl>
                                        <p:attrNameLst>
                                          <p:attrName>style.visibility</p:attrName>
                                        </p:attrNameLst>
                                      </p:cBhvr>
                                      <p:to>
                                        <p:strVal val="visible"/>
                                      </p:to>
                                    </p:set>
                                    <p:animEffect transition="in" filter="fade">
                                      <p:cBhvr>
                                        <p:cTn id="14" dur="1000"/>
                                        <p:tgtEl>
                                          <p:spTgt spid="16">
                                            <p:txEl>
                                              <p:pRg st="1" end="1"/>
                                            </p:txEl>
                                          </p:spTgt>
                                        </p:tgtEl>
                                      </p:cBhvr>
                                    </p:animEffect>
                                    <p:anim calcmode="lin" valueType="num">
                                      <p:cBhvr>
                                        <p:cTn id="15" dur="1000" fill="hold"/>
                                        <p:tgtEl>
                                          <p:spTgt spid="16">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16">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6">
                                            <p:txEl>
                                              <p:pRg st="2" end="2"/>
                                            </p:txEl>
                                          </p:spTgt>
                                        </p:tgtEl>
                                        <p:attrNameLst>
                                          <p:attrName>style.visibility</p:attrName>
                                        </p:attrNameLst>
                                      </p:cBhvr>
                                      <p:to>
                                        <p:strVal val="visible"/>
                                      </p:to>
                                    </p:set>
                                    <p:animEffect transition="in" filter="fade">
                                      <p:cBhvr>
                                        <p:cTn id="21" dur="1000"/>
                                        <p:tgtEl>
                                          <p:spTgt spid="16">
                                            <p:txEl>
                                              <p:pRg st="2" end="2"/>
                                            </p:txEl>
                                          </p:spTgt>
                                        </p:tgtEl>
                                      </p:cBhvr>
                                    </p:animEffect>
                                    <p:anim calcmode="lin" valueType="num">
                                      <p:cBhvr>
                                        <p:cTn id="22" dur="1000" fill="hold"/>
                                        <p:tgtEl>
                                          <p:spTgt spid="16">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16">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uiExpand="1" build="p"/>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CC6492-33E4-9B94-7F4C-C0C781DE9AAC}"/>
            </a:ext>
          </a:extLst>
        </p:cNvPr>
        <p:cNvGrpSpPr/>
        <p:nvPr/>
      </p:nvGrpSpPr>
      <p:grpSpPr>
        <a:xfrm>
          <a:off x="0" y="0"/>
          <a:ext cx="0" cy="0"/>
          <a:chOff x="0" y="0"/>
          <a:chExt cx="0" cy="0"/>
        </a:xfrm>
      </p:grpSpPr>
      <p:sp>
        <p:nvSpPr>
          <p:cNvPr id="16" name="Rectangle 8">
            <a:extLst>
              <a:ext uri="{FF2B5EF4-FFF2-40B4-BE49-F238E27FC236}">
                <a16:creationId xmlns:a16="http://schemas.microsoft.com/office/drawing/2014/main" id="{EA32D059-F692-E9EA-6856-3B8E032A3192}"/>
              </a:ext>
            </a:extLst>
          </p:cNvPr>
          <p:cNvSpPr>
            <a:spLocks noChangeArrowheads="1"/>
          </p:cNvSpPr>
          <p:nvPr/>
        </p:nvSpPr>
        <p:spPr bwMode="auto">
          <a:xfrm>
            <a:off x="545143" y="987670"/>
            <a:ext cx="8053711" cy="25867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solidFill>
                  <a:schemeClr val="tx2"/>
                </a:solidFill>
                <a:latin typeface="微软雅黑" pitchFamily="34" charset="-122"/>
                <a:ea typeface="微软雅黑" pitchFamily="34" charset="-122"/>
              </a:rPr>
              <a:t>(2) </a:t>
            </a:r>
            <a:r>
              <a:rPr lang="zh-CN" altLang="en-US" sz="2000" b="1" dirty="0">
                <a:solidFill>
                  <a:schemeClr val="tx2"/>
                </a:solidFill>
                <a:latin typeface="微软雅黑" pitchFamily="34" charset="-122"/>
                <a:ea typeface="微软雅黑" pitchFamily="34" charset="-122"/>
              </a:rPr>
              <a:t>时间超过（类型 </a:t>
            </a:r>
            <a:r>
              <a:rPr lang="en-US" altLang="zh-CN" sz="2000" b="1" dirty="0">
                <a:solidFill>
                  <a:schemeClr val="tx2"/>
                </a:solidFill>
                <a:latin typeface="微软雅黑" pitchFamily="34" charset="-122"/>
                <a:ea typeface="微软雅黑" pitchFamily="34" charset="-122"/>
              </a:rPr>
              <a:t>11</a:t>
            </a:r>
            <a:r>
              <a:rPr lang="zh-CN" altLang="en-US" sz="2000" b="1" dirty="0">
                <a:solidFill>
                  <a:schemeClr val="tx2"/>
                </a:solidFill>
                <a:latin typeface="微软雅黑" pitchFamily="34" charset="-122"/>
                <a:ea typeface="微软雅黑" pitchFamily="34" charset="-122"/>
              </a:rPr>
              <a:t>）</a:t>
            </a:r>
          </a:p>
          <a:p>
            <a:pPr marL="357188" indent="-357188">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TTL</a:t>
            </a:r>
            <a:r>
              <a:rPr lang="zh-CN" altLang="en-US" sz="2000" b="1" dirty="0">
                <a:latin typeface="微软雅黑" pitchFamily="34" charset="-122"/>
                <a:ea typeface="微软雅黑" pitchFamily="34" charset="-122"/>
              </a:rPr>
              <a:t>超时。当路由器收到生存时间为零的数据报时，除丢弃该数据报外，还要向源点发送时间超过报文。</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分片重装超时。当终点在预先规定的时间内不能收到一个数据报的全部数据报片时，就把已收到的数据报片都丢弃，并向源点发送时间超过报文。</a:t>
            </a:r>
          </a:p>
        </p:txBody>
      </p:sp>
      <p:sp>
        <p:nvSpPr>
          <p:cNvPr id="17" name="AutoShape 5">
            <a:extLst>
              <a:ext uri="{FF2B5EF4-FFF2-40B4-BE49-F238E27FC236}">
                <a16:creationId xmlns:a16="http://schemas.microsoft.com/office/drawing/2014/main" id="{3D5D50DC-6DAF-7887-E5A5-0D2109790C43}"/>
              </a:ext>
            </a:extLst>
          </p:cNvPr>
          <p:cNvSpPr>
            <a:spLocks noChangeArrowheads="1"/>
          </p:cNvSpPr>
          <p:nvPr/>
        </p:nvSpPr>
        <p:spPr bwMode="auto">
          <a:xfrm>
            <a:off x="545144" y="619982"/>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8" name="Rectangle 6">
            <a:extLst>
              <a:ext uri="{FF2B5EF4-FFF2-40B4-BE49-F238E27FC236}">
                <a16:creationId xmlns:a16="http://schemas.microsoft.com/office/drawing/2014/main" id="{668720C4-DA61-A7C7-F680-608C7E848635}"/>
              </a:ext>
            </a:extLst>
          </p:cNvPr>
          <p:cNvSpPr>
            <a:spLocks noChangeArrowheads="1"/>
          </p:cNvSpPr>
          <p:nvPr/>
        </p:nvSpPr>
        <p:spPr bwMode="auto">
          <a:xfrm>
            <a:off x="1941968" y="586771"/>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ICMP </a:t>
            </a:r>
            <a:r>
              <a:rPr lang="zh-CN" altLang="en-US" sz="2000" b="1" dirty="0">
                <a:solidFill>
                  <a:schemeClr val="bg1"/>
                </a:solidFill>
                <a:latin typeface="微软雅黑" pitchFamily="34" charset="-122"/>
                <a:ea typeface="微软雅黑" pitchFamily="34" charset="-122"/>
              </a:rPr>
              <a:t>的差错报告</a:t>
            </a:r>
          </a:p>
        </p:txBody>
      </p:sp>
    </p:spTree>
    <p:custDataLst>
      <p:tags r:id="rId1"/>
    </p:custDataLst>
    <p:extLst>
      <p:ext uri="{BB962C8B-B14F-4D97-AF65-F5344CB8AC3E}">
        <p14:creationId xmlns:p14="http://schemas.microsoft.com/office/powerpoint/2010/main" val="2986052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6">
                                            <p:txEl>
                                              <p:pRg st="0" end="0"/>
                                            </p:txEl>
                                          </p:spTgt>
                                        </p:tgtEl>
                                        <p:attrNameLst>
                                          <p:attrName>style.visibility</p:attrName>
                                        </p:attrNameLst>
                                      </p:cBhvr>
                                      <p:to>
                                        <p:strVal val="visible"/>
                                      </p:to>
                                    </p:set>
                                    <p:animEffect transition="in" filter="fade">
                                      <p:cBhvr>
                                        <p:cTn id="7" dur="1000"/>
                                        <p:tgtEl>
                                          <p:spTgt spid="16">
                                            <p:txEl>
                                              <p:pRg st="0" end="0"/>
                                            </p:txEl>
                                          </p:spTgt>
                                        </p:tgtEl>
                                      </p:cBhvr>
                                    </p:animEffect>
                                    <p:anim calcmode="lin" valueType="num">
                                      <p:cBhvr>
                                        <p:cTn id="8" dur="10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6">
                                            <p:txEl>
                                              <p:pRg st="1" end="1"/>
                                            </p:txEl>
                                          </p:spTgt>
                                        </p:tgtEl>
                                        <p:attrNameLst>
                                          <p:attrName>style.visibility</p:attrName>
                                        </p:attrNameLst>
                                      </p:cBhvr>
                                      <p:to>
                                        <p:strVal val="visible"/>
                                      </p:to>
                                    </p:set>
                                    <p:animEffect transition="in" filter="fade">
                                      <p:cBhvr>
                                        <p:cTn id="14" dur="1000"/>
                                        <p:tgtEl>
                                          <p:spTgt spid="16">
                                            <p:txEl>
                                              <p:pRg st="1" end="1"/>
                                            </p:txEl>
                                          </p:spTgt>
                                        </p:tgtEl>
                                      </p:cBhvr>
                                    </p:animEffect>
                                    <p:anim calcmode="lin" valueType="num">
                                      <p:cBhvr>
                                        <p:cTn id="15" dur="1000" fill="hold"/>
                                        <p:tgtEl>
                                          <p:spTgt spid="16">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16">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6">
                                            <p:txEl>
                                              <p:pRg st="2" end="2"/>
                                            </p:txEl>
                                          </p:spTgt>
                                        </p:tgtEl>
                                        <p:attrNameLst>
                                          <p:attrName>style.visibility</p:attrName>
                                        </p:attrNameLst>
                                      </p:cBhvr>
                                      <p:to>
                                        <p:strVal val="visible"/>
                                      </p:to>
                                    </p:set>
                                    <p:animEffect transition="in" filter="fade">
                                      <p:cBhvr>
                                        <p:cTn id="21" dur="1000"/>
                                        <p:tgtEl>
                                          <p:spTgt spid="16">
                                            <p:txEl>
                                              <p:pRg st="2" end="2"/>
                                            </p:txEl>
                                          </p:spTgt>
                                        </p:tgtEl>
                                      </p:cBhvr>
                                    </p:animEffect>
                                    <p:anim calcmode="lin" valueType="num">
                                      <p:cBhvr>
                                        <p:cTn id="22" dur="1000" fill="hold"/>
                                        <p:tgtEl>
                                          <p:spTgt spid="16">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16">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uiExpand="1" build="p"/>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F5EEBC-7AFC-F9B1-37AC-05860C09DAB1}"/>
            </a:ext>
          </a:extLst>
        </p:cNvPr>
        <p:cNvGrpSpPr/>
        <p:nvPr/>
      </p:nvGrpSpPr>
      <p:grpSpPr>
        <a:xfrm>
          <a:off x="0" y="0"/>
          <a:ext cx="0" cy="0"/>
          <a:chOff x="0" y="0"/>
          <a:chExt cx="0" cy="0"/>
        </a:xfrm>
      </p:grpSpPr>
      <p:sp>
        <p:nvSpPr>
          <p:cNvPr id="16" name="Rectangle 8">
            <a:extLst>
              <a:ext uri="{FF2B5EF4-FFF2-40B4-BE49-F238E27FC236}">
                <a16:creationId xmlns:a16="http://schemas.microsoft.com/office/drawing/2014/main" id="{C3AF595E-B2E1-4A3F-B253-F4943F324F45}"/>
              </a:ext>
            </a:extLst>
          </p:cNvPr>
          <p:cNvSpPr>
            <a:spLocks noChangeArrowheads="1"/>
          </p:cNvSpPr>
          <p:nvPr/>
        </p:nvSpPr>
        <p:spPr bwMode="auto">
          <a:xfrm>
            <a:off x="545143" y="987670"/>
            <a:ext cx="8053711" cy="1317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solidFill>
                  <a:schemeClr val="tx2"/>
                </a:solidFill>
                <a:latin typeface="微软雅黑" pitchFamily="34" charset="-122"/>
                <a:ea typeface="微软雅黑" pitchFamily="34" charset="-122"/>
              </a:rPr>
              <a:t>(3) </a:t>
            </a:r>
            <a:r>
              <a:rPr lang="zh-CN" altLang="en-US" sz="2000" b="1" dirty="0">
                <a:solidFill>
                  <a:schemeClr val="tx2"/>
                </a:solidFill>
                <a:latin typeface="微软雅黑" pitchFamily="34" charset="-122"/>
                <a:ea typeface="微软雅黑" pitchFamily="34" charset="-122"/>
              </a:rPr>
              <a:t>参数问题（类型 </a:t>
            </a:r>
            <a:r>
              <a:rPr lang="en-US" altLang="zh-CN" sz="2000" b="1" dirty="0">
                <a:solidFill>
                  <a:schemeClr val="tx2"/>
                </a:solidFill>
                <a:latin typeface="微软雅黑" pitchFamily="34" charset="-122"/>
                <a:ea typeface="微软雅黑" pitchFamily="34" charset="-122"/>
              </a:rPr>
              <a:t>12</a:t>
            </a:r>
            <a:r>
              <a:rPr lang="zh-CN" altLang="en-US" sz="2000" b="1" dirty="0">
                <a:solidFill>
                  <a:schemeClr val="tx2"/>
                </a:solidFill>
                <a:latin typeface="微软雅黑" pitchFamily="34" charset="-122"/>
                <a:ea typeface="微软雅黑" pitchFamily="34" charset="-122"/>
              </a:rPr>
              <a:t>）</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当路由器或目的主机收到的数据报的首部中有的字段的值不正确时，就丢弃该数据报，并向源点发送参数问题报文。</a:t>
            </a:r>
          </a:p>
        </p:txBody>
      </p:sp>
      <p:sp>
        <p:nvSpPr>
          <p:cNvPr id="17" name="AutoShape 5">
            <a:extLst>
              <a:ext uri="{FF2B5EF4-FFF2-40B4-BE49-F238E27FC236}">
                <a16:creationId xmlns:a16="http://schemas.microsoft.com/office/drawing/2014/main" id="{0830869A-F73D-B5D8-88E9-E4E6391142AC}"/>
              </a:ext>
            </a:extLst>
          </p:cNvPr>
          <p:cNvSpPr>
            <a:spLocks noChangeArrowheads="1"/>
          </p:cNvSpPr>
          <p:nvPr/>
        </p:nvSpPr>
        <p:spPr bwMode="auto">
          <a:xfrm>
            <a:off x="545144" y="619982"/>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8" name="Rectangle 6">
            <a:extLst>
              <a:ext uri="{FF2B5EF4-FFF2-40B4-BE49-F238E27FC236}">
                <a16:creationId xmlns:a16="http://schemas.microsoft.com/office/drawing/2014/main" id="{B2F39255-EDF8-F323-9135-0604DA7E1EBA}"/>
              </a:ext>
            </a:extLst>
          </p:cNvPr>
          <p:cNvSpPr>
            <a:spLocks noChangeArrowheads="1"/>
          </p:cNvSpPr>
          <p:nvPr/>
        </p:nvSpPr>
        <p:spPr bwMode="auto">
          <a:xfrm>
            <a:off x="1941968" y="586771"/>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ICMP </a:t>
            </a:r>
            <a:r>
              <a:rPr lang="zh-CN" altLang="en-US" sz="2000" b="1" dirty="0">
                <a:solidFill>
                  <a:schemeClr val="bg1"/>
                </a:solidFill>
                <a:latin typeface="微软雅黑" pitchFamily="34" charset="-122"/>
                <a:ea typeface="微软雅黑" pitchFamily="34" charset="-122"/>
              </a:rPr>
              <a:t>的差错报告</a:t>
            </a:r>
          </a:p>
        </p:txBody>
      </p:sp>
    </p:spTree>
    <p:custDataLst>
      <p:tags r:id="rId1"/>
    </p:custDataLst>
    <p:extLst>
      <p:ext uri="{BB962C8B-B14F-4D97-AF65-F5344CB8AC3E}">
        <p14:creationId xmlns:p14="http://schemas.microsoft.com/office/powerpoint/2010/main" val="1249904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6">
                                            <p:txEl>
                                              <p:pRg st="0" end="0"/>
                                            </p:txEl>
                                          </p:spTgt>
                                        </p:tgtEl>
                                        <p:attrNameLst>
                                          <p:attrName>style.visibility</p:attrName>
                                        </p:attrNameLst>
                                      </p:cBhvr>
                                      <p:to>
                                        <p:strVal val="visible"/>
                                      </p:to>
                                    </p:set>
                                    <p:animEffect transition="in" filter="fade">
                                      <p:cBhvr>
                                        <p:cTn id="7" dur="1000"/>
                                        <p:tgtEl>
                                          <p:spTgt spid="16">
                                            <p:txEl>
                                              <p:pRg st="0" end="0"/>
                                            </p:txEl>
                                          </p:spTgt>
                                        </p:tgtEl>
                                      </p:cBhvr>
                                    </p:animEffect>
                                    <p:anim calcmode="lin" valueType="num">
                                      <p:cBhvr>
                                        <p:cTn id="8" dur="10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6">
                                            <p:txEl>
                                              <p:pRg st="1" end="1"/>
                                            </p:txEl>
                                          </p:spTgt>
                                        </p:tgtEl>
                                        <p:attrNameLst>
                                          <p:attrName>style.visibility</p:attrName>
                                        </p:attrNameLst>
                                      </p:cBhvr>
                                      <p:to>
                                        <p:strVal val="visible"/>
                                      </p:to>
                                    </p:set>
                                    <p:animEffect transition="in" filter="fade">
                                      <p:cBhvr>
                                        <p:cTn id="14" dur="1000"/>
                                        <p:tgtEl>
                                          <p:spTgt spid="16">
                                            <p:txEl>
                                              <p:pRg st="1" end="1"/>
                                            </p:txEl>
                                          </p:spTgt>
                                        </p:tgtEl>
                                      </p:cBhvr>
                                    </p:animEffect>
                                    <p:anim calcmode="lin" valueType="num">
                                      <p:cBhvr>
                                        <p:cTn id="15" dur="1000" fill="hold"/>
                                        <p:tgtEl>
                                          <p:spTgt spid="16">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16">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uiExpand="1" build="p"/>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1FF04A-94AA-6CE1-6625-FF61D03F1FA1}"/>
            </a:ext>
          </a:extLst>
        </p:cNvPr>
        <p:cNvGrpSpPr/>
        <p:nvPr/>
      </p:nvGrpSpPr>
      <p:grpSpPr>
        <a:xfrm>
          <a:off x="0" y="0"/>
          <a:ext cx="0" cy="0"/>
          <a:chOff x="0" y="0"/>
          <a:chExt cx="0" cy="0"/>
        </a:xfrm>
      </p:grpSpPr>
      <p:sp>
        <p:nvSpPr>
          <p:cNvPr id="16" name="Rectangle 8">
            <a:extLst>
              <a:ext uri="{FF2B5EF4-FFF2-40B4-BE49-F238E27FC236}">
                <a16:creationId xmlns:a16="http://schemas.microsoft.com/office/drawing/2014/main" id="{BAC91A85-A86C-E36D-516C-96FF8F2CB707}"/>
              </a:ext>
            </a:extLst>
          </p:cNvPr>
          <p:cNvSpPr>
            <a:spLocks noChangeArrowheads="1"/>
          </p:cNvSpPr>
          <p:nvPr/>
        </p:nvSpPr>
        <p:spPr bwMode="auto">
          <a:xfrm>
            <a:off x="545143" y="987670"/>
            <a:ext cx="8053711" cy="25867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solidFill>
                  <a:schemeClr val="tx2"/>
                </a:solidFill>
                <a:latin typeface="微软雅黑" pitchFamily="34" charset="-122"/>
                <a:ea typeface="微软雅黑" pitchFamily="34" charset="-122"/>
              </a:rPr>
              <a:t>(4) </a:t>
            </a:r>
            <a:r>
              <a:rPr lang="zh-CN" altLang="en-US" sz="2000" b="1" dirty="0">
                <a:solidFill>
                  <a:schemeClr val="tx2"/>
                </a:solidFill>
                <a:latin typeface="微软雅黑" pitchFamily="34" charset="-122"/>
                <a:ea typeface="微软雅黑" pitchFamily="34" charset="-122"/>
              </a:rPr>
              <a:t>重定向（类型 </a:t>
            </a:r>
            <a:r>
              <a:rPr lang="en-US" altLang="zh-CN" sz="2000" b="1" dirty="0">
                <a:solidFill>
                  <a:schemeClr val="tx2"/>
                </a:solidFill>
                <a:latin typeface="微软雅黑" pitchFamily="34" charset="-122"/>
                <a:ea typeface="微软雅黑" pitchFamily="34" charset="-122"/>
              </a:rPr>
              <a:t>5</a:t>
            </a:r>
            <a:r>
              <a:rPr lang="zh-CN" altLang="en-US" sz="2000" b="1" dirty="0">
                <a:solidFill>
                  <a:schemeClr val="tx2"/>
                </a:solidFill>
                <a:latin typeface="微软雅黑" pitchFamily="34" charset="-122"/>
                <a:ea typeface="微软雅黑" pitchFamily="34" charset="-122"/>
              </a:rPr>
              <a:t>）</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当某路由器 </a:t>
            </a:r>
            <a:r>
              <a:rPr lang="en-US" altLang="zh-CN" sz="2000" b="1" dirty="0">
                <a:latin typeface="微软雅黑" pitchFamily="34" charset="-122"/>
                <a:ea typeface="微软雅黑" pitchFamily="34" charset="-122"/>
              </a:rPr>
              <a:t>R1 </a:t>
            </a:r>
            <a:r>
              <a:rPr lang="zh-CN" altLang="en-US" sz="2000" b="1" dirty="0">
                <a:latin typeface="微软雅黑" pitchFamily="34" charset="-122"/>
                <a:ea typeface="微软雅黑" pitchFamily="34" charset="-122"/>
              </a:rPr>
              <a:t>发现源主机发到目的主机的数据报应当有更好的路由，即应通过另一个路由器</a:t>
            </a:r>
            <a:r>
              <a:rPr lang="en-US" altLang="zh-CN" sz="2000" b="1" dirty="0">
                <a:latin typeface="微软雅黑" pitchFamily="34" charset="-122"/>
                <a:ea typeface="微软雅黑" pitchFamily="34" charset="-122"/>
              </a:rPr>
              <a:t>R2</a:t>
            </a:r>
            <a:r>
              <a:rPr lang="zh-CN" altLang="en-US" sz="2000" b="1" dirty="0">
                <a:latin typeface="微软雅黑" pitchFamily="34" charset="-122"/>
                <a:ea typeface="微软雅黑" pitchFamily="34" charset="-122"/>
              </a:rPr>
              <a:t>来转发。这时，路由器</a:t>
            </a:r>
            <a:r>
              <a:rPr lang="en-US" altLang="zh-CN" sz="2000" b="1" dirty="0">
                <a:latin typeface="微软雅黑" pitchFamily="34" charset="-122"/>
                <a:ea typeface="微软雅黑" pitchFamily="34" charset="-122"/>
              </a:rPr>
              <a:t>R1</a:t>
            </a:r>
            <a:r>
              <a:rPr lang="zh-CN" altLang="en-US" sz="2000" b="1" dirty="0">
                <a:latin typeface="微软雅黑" pitchFamily="34" charset="-122"/>
                <a:ea typeface="微软雅黑" pitchFamily="34" charset="-122"/>
              </a:rPr>
              <a:t>就发送重定向报文将此信息告诉源主机。</a:t>
            </a:r>
            <a:endParaRPr lang="en-US" altLang="zh-CN"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然而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重定向报文可能被恶意利用，因此现在许多系统默认禁止使用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重定向报文。</a:t>
            </a:r>
          </a:p>
        </p:txBody>
      </p:sp>
      <p:sp>
        <p:nvSpPr>
          <p:cNvPr id="17" name="AutoShape 5">
            <a:extLst>
              <a:ext uri="{FF2B5EF4-FFF2-40B4-BE49-F238E27FC236}">
                <a16:creationId xmlns:a16="http://schemas.microsoft.com/office/drawing/2014/main" id="{63B2F75F-7FB6-451F-32EE-D60330C07688}"/>
              </a:ext>
            </a:extLst>
          </p:cNvPr>
          <p:cNvSpPr>
            <a:spLocks noChangeArrowheads="1"/>
          </p:cNvSpPr>
          <p:nvPr/>
        </p:nvSpPr>
        <p:spPr bwMode="auto">
          <a:xfrm>
            <a:off x="545144" y="619982"/>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8" name="Rectangle 6">
            <a:extLst>
              <a:ext uri="{FF2B5EF4-FFF2-40B4-BE49-F238E27FC236}">
                <a16:creationId xmlns:a16="http://schemas.microsoft.com/office/drawing/2014/main" id="{42F6735B-9B86-1667-8A40-FBABB5180832}"/>
              </a:ext>
            </a:extLst>
          </p:cNvPr>
          <p:cNvSpPr>
            <a:spLocks noChangeArrowheads="1"/>
          </p:cNvSpPr>
          <p:nvPr/>
        </p:nvSpPr>
        <p:spPr bwMode="auto">
          <a:xfrm>
            <a:off x="1941968" y="586771"/>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ICMP </a:t>
            </a:r>
            <a:r>
              <a:rPr lang="zh-CN" altLang="en-US" sz="2000" b="1" dirty="0">
                <a:solidFill>
                  <a:schemeClr val="bg1"/>
                </a:solidFill>
                <a:latin typeface="微软雅黑" pitchFamily="34" charset="-122"/>
                <a:ea typeface="微软雅黑" pitchFamily="34" charset="-122"/>
              </a:rPr>
              <a:t>的差错报告</a:t>
            </a:r>
          </a:p>
        </p:txBody>
      </p:sp>
    </p:spTree>
    <p:custDataLst>
      <p:tags r:id="rId1"/>
    </p:custDataLst>
    <p:extLst>
      <p:ext uri="{BB962C8B-B14F-4D97-AF65-F5344CB8AC3E}">
        <p14:creationId xmlns:p14="http://schemas.microsoft.com/office/powerpoint/2010/main" val="39397930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6">
                                            <p:txEl>
                                              <p:pRg st="0" end="0"/>
                                            </p:txEl>
                                          </p:spTgt>
                                        </p:tgtEl>
                                        <p:attrNameLst>
                                          <p:attrName>style.visibility</p:attrName>
                                        </p:attrNameLst>
                                      </p:cBhvr>
                                      <p:to>
                                        <p:strVal val="visible"/>
                                      </p:to>
                                    </p:set>
                                    <p:animEffect transition="in" filter="fade">
                                      <p:cBhvr>
                                        <p:cTn id="7" dur="1000"/>
                                        <p:tgtEl>
                                          <p:spTgt spid="16">
                                            <p:txEl>
                                              <p:pRg st="0" end="0"/>
                                            </p:txEl>
                                          </p:spTgt>
                                        </p:tgtEl>
                                      </p:cBhvr>
                                    </p:animEffect>
                                    <p:anim calcmode="lin" valueType="num">
                                      <p:cBhvr>
                                        <p:cTn id="8" dur="10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6">
                                            <p:txEl>
                                              <p:pRg st="1" end="1"/>
                                            </p:txEl>
                                          </p:spTgt>
                                        </p:tgtEl>
                                        <p:attrNameLst>
                                          <p:attrName>style.visibility</p:attrName>
                                        </p:attrNameLst>
                                      </p:cBhvr>
                                      <p:to>
                                        <p:strVal val="visible"/>
                                      </p:to>
                                    </p:set>
                                    <p:animEffect transition="in" filter="fade">
                                      <p:cBhvr>
                                        <p:cTn id="14" dur="1000"/>
                                        <p:tgtEl>
                                          <p:spTgt spid="16">
                                            <p:txEl>
                                              <p:pRg st="1" end="1"/>
                                            </p:txEl>
                                          </p:spTgt>
                                        </p:tgtEl>
                                      </p:cBhvr>
                                    </p:animEffect>
                                    <p:anim calcmode="lin" valueType="num">
                                      <p:cBhvr>
                                        <p:cTn id="15" dur="1000" fill="hold"/>
                                        <p:tgtEl>
                                          <p:spTgt spid="16">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16">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6">
                                            <p:txEl>
                                              <p:pRg st="2" end="2"/>
                                            </p:txEl>
                                          </p:spTgt>
                                        </p:tgtEl>
                                        <p:attrNameLst>
                                          <p:attrName>style.visibility</p:attrName>
                                        </p:attrNameLst>
                                      </p:cBhvr>
                                      <p:to>
                                        <p:strVal val="visible"/>
                                      </p:to>
                                    </p:set>
                                    <p:animEffect transition="in" filter="fade">
                                      <p:cBhvr>
                                        <p:cTn id="21" dur="1000"/>
                                        <p:tgtEl>
                                          <p:spTgt spid="16">
                                            <p:txEl>
                                              <p:pRg st="2" end="2"/>
                                            </p:txEl>
                                          </p:spTgt>
                                        </p:tgtEl>
                                      </p:cBhvr>
                                    </p:animEffect>
                                    <p:anim calcmode="lin" valueType="num">
                                      <p:cBhvr>
                                        <p:cTn id="22" dur="1000" fill="hold"/>
                                        <p:tgtEl>
                                          <p:spTgt spid="16">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16">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uiExpand="1" build="p"/>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utoShape 5"/>
          <p:cNvSpPr>
            <a:spLocks noChangeArrowheads="1"/>
          </p:cNvSpPr>
          <p:nvPr/>
        </p:nvSpPr>
        <p:spPr bwMode="auto">
          <a:xfrm>
            <a:off x="556963" y="62044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4" name="Rectangle 6"/>
          <p:cNvSpPr>
            <a:spLocks noChangeArrowheads="1"/>
          </p:cNvSpPr>
          <p:nvPr/>
        </p:nvSpPr>
        <p:spPr bwMode="auto">
          <a:xfrm>
            <a:off x="2270461" y="587230"/>
            <a:ext cx="462177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ICMP </a:t>
            </a:r>
            <a:r>
              <a:rPr lang="zh-CN" altLang="en-US" sz="2000" b="1" dirty="0">
                <a:solidFill>
                  <a:schemeClr val="bg1"/>
                </a:solidFill>
                <a:latin typeface="微软雅黑" pitchFamily="34" charset="-122"/>
                <a:ea typeface="微软雅黑" pitchFamily="34" charset="-122"/>
              </a:rPr>
              <a:t>差错报告报文的数据字段的内容</a:t>
            </a:r>
          </a:p>
        </p:txBody>
      </p:sp>
      <p:sp>
        <p:nvSpPr>
          <p:cNvPr id="35" name="圆角矩形 34"/>
          <p:cNvSpPr/>
          <p:nvPr/>
        </p:nvSpPr>
        <p:spPr>
          <a:xfrm>
            <a:off x="556963" y="1058029"/>
            <a:ext cx="8048776" cy="3248111"/>
          </a:xfrm>
          <a:prstGeom prst="roundRect">
            <a:avLst/>
          </a:prstGeom>
          <a:solidFill>
            <a:srgbClr val="C1E1F7"/>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Rectangle 2"/>
          <p:cNvSpPr>
            <a:spLocks noChangeArrowheads="1"/>
          </p:cNvSpPr>
          <p:nvPr/>
        </p:nvSpPr>
        <p:spPr bwMode="auto">
          <a:xfrm>
            <a:off x="1103968" y="3297139"/>
            <a:ext cx="3641822" cy="479694"/>
          </a:xfrm>
          <a:prstGeom prst="rect">
            <a:avLst/>
          </a:prstGeom>
          <a:solidFill>
            <a:srgbClr val="0000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5"/>
          <p:cNvSpPr>
            <a:spLocks noChangeArrowheads="1"/>
          </p:cNvSpPr>
          <p:nvPr/>
        </p:nvSpPr>
        <p:spPr bwMode="auto">
          <a:xfrm>
            <a:off x="1706562" y="3297139"/>
            <a:ext cx="3039228" cy="479694"/>
          </a:xfrm>
          <a:prstGeom prst="rect">
            <a:avLst/>
          </a:prstGeom>
          <a:solidFill>
            <a:srgbClr val="00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Line 6"/>
          <p:cNvSpPr>
            <a:spLocks noChangeShapeType="1"/>
          </p:cNvSpPr>
          <p:nvPr/>
        </p:nvSpPr>
        <p:spPr bwMode="auto">
          <a:xfrm>
            <a:off x="1103968" y="3945237"/>
            <a:ext cx="3641822" cy="16585"/>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9" name="Text Box 7"/>
          <p:cNvSpPr txBox="1">
            <a:spLocks noChangeArrowheads="1"/>
          </p:cNvSpPr>
          <p:nvPr/>
        </p:nvSpPr>
        <p:spPr bwMode="auto">
          <a:xfrm>
            <a:off x="1136158" y="3400477"/>
            <a:ext cx="543739" cy="264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zh-CN" altLang="en-US" sz="1400" b="1" dirty="0">
                <a:solidFill>
                  <a:schemeClr val="bg1"/>
                </a:solidFill>
                <a:latin typeface="微软雅黑" pitchFamily="34" charset="-122"/>
                <a:ea typeface="微软雅黑" pitchFamily="34" charset="-122"/>
              </a:rPr>
              <a:t>首部</a:t>
            </a:r>
          </a:p>
        </p:txBody>
      </p:sp>
      <p:sp>
        <p:nvSpPr>
          <p:cNvPr id="40" name="Line 8"/>
          <p:cNvSpPr>
            <a:spLocks noChangeShapeType="1"/>
          </p:cNvSpPr>
          <p:nvPr/>
        </p:nvSpPr>
        <p:spPr bwMode="auto">
          <a:xfrm>
            <a:off x="1706562" y="3297139"/>
            <a:ext cx="0" cy="4796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2" name="Text Box 10"/>
          <p:cNvSpPr txBox="1">
            <a:spLocks noChangeArrowheads="1"/>
          </p:cNvSpPr>
          <p:nvPr/>
        </p:nvSpPr>
        <p:spPr bwMode="auto">
          <a:xfrm>
            <a:off x="2470210" y="3796692"/>
            <a:ext cx="1064715" cy="338554"/>
          </a:xfrm>
          <a:prstGeom prst="rect">
            <a:avLst/>
          </a:prstGeom>
          <a:solidFill>
            <a:srgbClr val="C1E1F7"/>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CC"/>
                </a:solidFill>
                <a:latin typeface="微软雅黑" pitchFamily="34" charset="-122"/>
                <a:ea typeface="微软雅黑" pitchFamily="34" charset="-122"/>
              </a:rPr>
              <a:t>IP </a:t>
            </a:r>
            <a:r>
              <a:rPr kumimoji="1" lang="zh-CN" altLang="en-US" sz="1600" b="1" dirty="0">
                <a:solidFill>
                  <a:srgbClr val="0000CC"/>
                </a:solidFill>
                <a:latin typeface="微软雅黑" pitchFamily="34" charset="-122"/>
                <a:ea typeface="微软雅黑" pitchFamily="34" charset="-122"/>
              </a:rPr>
              <a:t>数据报</a:t>
            </a:r>
          </a:p>
        </p:txBody>
      </p:sp>
      <p:sp>
        <p:nvSpPr>
          <p:cNvPr id="43" name="Rectangle 11"/>
          <p:cNvSpPr>
            <a:spLocks noChangeArrowheads="1"/>
          </p:cNvSpPr>
          <p:nvPr/>
        </p:nvSpPr>
        <p:spPr bwMode="auto">
          <a:xfrm>
            <a:off x="1706562" y="2476813"/>
            <a:ext cx="3039228" cy="487810"/>
          </a:xfrm>
          <a:prstGeom prst="rect">
            <a:avLst/>
          </a:prstGeom>
          <a:solidFill>
            <a:srgbClr val="DDDDDD"/>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12"/>
          <p:cNvSpPr>
            <a:spLocks noChangeArrowheads="1"/>
          </p:cNvSpPr>
          <p:nvPr/>
        </p:nvSpPr>
        <p:spPr bwMode="auto">
          <a:xfrm>
            <a:off x="1706562" y="2476813"/>
            <a:ext cx="3039228" cy="478418"/>
          </a:xfrm>
          <a:prstGeom prst="rect">
            <a:avLst/>
          </a:prstGeom>
          <a:solidFill>
            <a:srgbClr val="00FF99"/>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Text Box 13"/>
          <p:cNvSpPr txBox="1">
            <a:spLocks noChangeArrowheads="1"/>
          </p:cNvSpPr>
          <p:nvPr/>
        </p:nvSpPr>
        <p:spPr bwMode="auto">
          <a:xfrm>
            <a:off x="1802688" y="2453265"/>
            <a:ext cx="93968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的</a:t>
            </a:r>
          </a:p>
          <a:p>
            <a:pPr algn="ctr"/>
            <a:r>
              <a:rPr kumimoji="1" lang="zh-CN" altLang="en-US" sz="1400" b="1" dirty="0">
                <a:latin typeface="微软雅黑" pitchFamily="34" charset="-122"/>
                <a:ea typeface="微软雅黑" pitchFamily="34" charset="-122"/>
              </a:rPr>
              <a:t>前 </a:t>
            </a:r>
            <a:r>
              <a:rPr kumimoji="1" lang="en-US" altLang="zh-CN" sz="1400" b="1" dirty="0">
                <a:latin typeface="微软雅黑" pitchFamily="34" charset="-122"/>
                <a:ea typeface="微软雅黑" pitchFamily="34" charset="-122"/>
              </a:rPr>
              <a:t>8 </a:t>
            </a:r>
            <a:r>
              <a:rPr kumimoji="1" lang="zh-CN" altLang="en-US" sz="1400" b="1" dirty="0">
                <a:latin typeface="微软雅黑" pitchFamily="34" charset="-122"/>
                <a:ea typeface="微软雅黑" pitchFamily="34" charset="-122"/>
              </a:rPr>
              <a:t>字节</a:t>
            </a:r>
          </a:p>
        </p:txBody>
      </p:sp>
      <p:sp>
        <p:nvSpPr>
          <p:cNvPr id="46" name="Line 14"/>
          <p:cNvSpPr>
            <a:spLocks noChangeShapeType="1"/>
          </p:cNvSpPr>
          <p:nvPr/>
        </p:nvSpPr>
        <p:spPr bwMode="auto">
          <a:xfrm>
            <a:off x="2817766" y="2476813"/>
            <a:ext cx="0" cy="47841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7" name="Text Box 15"/>
          <p:cNvSpPr txBox="1">
            <a:spLocks noChangeArrowheads="1"/>
          </p:cNvSpPr>
          <p:nvPr/>
        </p:nvSpPr>
        <p:spPr bwMode="auto">
          <a:xfrm>
            <a:off x="4829055" y="3376239"/>
            <a:ext cx="282641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solidFill>
                  <a:srgbClr val="CC00CC"/>
                </a:solidFill>
                <a:latin typeface="微软雅黑" pitchFamily="34" charset="-122"/>
                <a:ea typeface="微软雅黑" pitchFamily="34" charset="-122"/>
              </a:rPr>
              <a:t>装入 </a:t>
            </a:r>
            <a:r>
              <a:rPr kumimoji="1" lang="en-US" altLang="zh-CN" sz="1600" b="1" dirty="0">
                <a:solidFill>
                  <a:srgbClr val="CC00CC"/>
                </a:solidFill>
                <a:latin typeface="微软雅黑" pitchFamily="34" charset="-122"/>
                <a:ea typeface="微软雅黑" pitchFamily="34" charset="-122"/>
              </a:rPr>
              <a:t>ICMP </a:t>
            </a:r>
            <a:r>
              <a:rPr kumimoji="1" lang="zh-CN" altLang="en-US" sz="1600" b="1" dirty="0">
                <a:solidFill>
                  <a:srgbClr val="CC00CC"/>
                </a:solidFill>
                <a:latin typeface="微软雅黑" pitchFamily="34" charset="-122"/>
                <a:ea typeface="微软雅黑" pitchFamily="34" charset="-122"/>
              </a:rPr>
              <a:t>报文的 </a:t>
            </a:r>
            <a:r>
              <a:rPr kumimoji="1" lang="en-US" altLang="zh-CN" sz="1600" b="1" dirty="0">
                <a:solidFill>
                  <a:srgbClr val="CC00CC"/>
                </a:solidFill>
                <a:latin typeface="微软雅黑" pitchFamily="34" charset="-122"/>
                <a:ea typeface="微软雅黑" pitchFamily="34" charset="-122"/>
              </a:rPr>
              <a:t>IP </a:t>
            </a:r>
            <a:r>
              <a:rPr kumimoji="1" lang="zh-CN" altLang="en-US" sz="1600" b="1" dirty="0">
                <a:solidFill>
                  <a:srgbClr val="CC00CC"/>
                </a:solidFill>
                <a:latin typeface="微软雅黑" pitchFamily="34" charset="-122"/>
                <a:ea typeface="微软雅黑" pitchFamily="34" charset="-122"/>
              </a:rPr>
              <a:t>数据报</a:t>
            </a:r>
          </a:p>
        </p:txBody>
      </p:sp>
      <p:sp>
        <p:nvSpPr>
          <p:cNvPr id="48" name="Rectangle 16"/>
          <p:cNvSpPr>
            <a:spLocks noChangeArrowheads="1"/>
          </p:cNvSpPr>
          <p:nvPr/>
        </p:nvSpPr>
        <p:spPr bwMode="auto">
          <a:xfrm>
            <a:off x="2817767" y="1655209"/>
            <a:ext cx="5264402" cy="479694"/>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9" name="Text Box 17"/>
          <p:cNvSpPr txBox="1">
            <a:spLocks noChangeArrowheads="1"/>
          </p:cNvSpPr>
          <p:nvPr/>
        </p:nvSpPr>
        <p:spPr bwMode="auto">
          <a:xfrm>
            <a:off x="2852935" y="1770920"/>
            <a:ext cx="1325132" cy="264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80000"/>
              </a:lnSpc>
            </a:pP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数据报首部</a:t>
            </a:r>
          </a:p>
        </p:txBody>
      </p:sp>
      <p:sp>
        <p:nvSpPr>
          <p:cNvPr id="50" name="Line 18"/>
          <p:cNvSpPr>
            <a:spLocks noChangeShapeType="1"/>
          </p:cNvSpPr>
          <p:nvPr/>
        </p:nvSpPr>
        <p:spPr bwMode="auto">
          <a:xfrm>
            <a:off x="4226122" y="1655209"/>
            <a:ext cx="0" cy="4796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1" name="Text Box 19"/>
          <p:cNvSpPr txBox="1">
            <a:spLocks noChangeArrowheads="1"/>
          </p:cNvSpPr>
          <p:nvPr/>
        </p:nvSpPr>
        <p:spPr bwMode="auto">
          <a:xfrm>
            <a:off x="4844908" y="2566117"/>
            <a:ext cx="202972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CC00CC"/>
                </a:solidFill>
                <a:latin typeface="微软雅黑" pitchFamily="34" charset="-122"/>
                <a:ea typeface="微软雅黑" pitchFamily="34" charset="-122"/>
              </a:rPr>
              <a:t>ICMP </a:t>
            </a:r>
            <a:r>
              <a:rPr kumimoji="1" lang="zh-CN" altLang="en-US" sz="1600" b="1" dirty="0">
                <a:solidFill>
                  <a:srgbClr val="CC00CC"/>
                </a:solidFill>
                <a:latin typeface="微软雅黑" pitchFamily="34" charset="-122"/>
                <a:ea typeface="微软雅黑" pitchFamily="34" charset="-122"/>
              </a:rPr>
              <a:t>差错报告报文</a:t>
            </a:r>
          </a:p>
        </p:txBody>
      </p:sp>
      <p:sp>
        <p:nvSpPr>
          <p:cNvPr id="52" name="Text Box 20"/>
          <p:cNvSpPr txBox="1">
            <a:spLocks noChangeArrowheads="1"/>
          </p:cNvSpPr>
          <p:nvPr/>
        </p:nvSpPr>
        <p:spPr bwMode="auto">
          <a:xfrm>
            <a:off x="4229289" y="1629541"/>
            <a:ext cx="5437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400" b="1" dirty="0">
                <a:latin typeface="微软雅黑" pitchFamily="34" charset="-122"/>
                <a:ea typeface="微软雅黑" pitchFamily="34" charset="-122"/>
              </a:rPr>
              <a:t>8</a:t>
            </a:r>
          </a:p>
          <a:p>
            <a:pPr algn="ctr"/>
            <a:r>
              <a:rPr kumimoji="1" lang="zh-CN" altLang="en-US" sz="1400" b="1" dirty="0">
                <a:latin typeface="微软雅黑" pitchFamily="34" charset="-122"/>
                <a:ea typeface="微软雅黑" pitchFamily="34" charset="-122"/>
              </a:rPr>
              <a:t>字节</a:t>
            </a:r>
          </a:p>
        </p:txBody>
      </p:sp>
      <p:sp>
        <p:nvSpPr>
          <p:cNvPr id="53" name="Line 21"/>
          <p:cNvSpPr>
            <a:spLocks noChangeShapeType="1"/>
          </p:cNvSpPr>
          <p:nvPr/>
        </p:nvSpPr>
        <p:spPr bwMode="auto">
          <a:xfrm>
            <a:off x="4745789" y="1655209"/>
            <a:ext cx="0" cy="479694"/>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4" name="Text Box 22"/>
          <p:cNvSpPr txBox="1">
            <a:spLocks noChangeArrowheads="1"/>
          </p:cNvSpPr>
          <p:nvPr/>
        </p:nvSpPr>
        <p:spPr bwMode="auto">
          <a:xfrm>
            <a:off x="1094465" y="1735316"/>
            <a:ext cx="174118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solidFill>
                  <a:srgbClr val="C00000"/>
                </a:solidFill>
                <a:latin typeface="微软雅黑" pitchFamily="34" charset="-122"/>
                <a:ea typeface="微软雅黑" pitchFamily="34" charset="-122"/>
              </a:rPr>
              <a:t>收到的 </a:t>
            </a:r>
            <a:r>
              <a:rPr kumimoji="1" lang="en-US" altLang="zh-CN" sz="1600" b="1" dirty="0">
                <a:solidFill>
                  <a:srgbClr val="C00000"/>
                </a:solidFill>
                <a:latin typeface="微软雅黑" pitchFamily="34" charset="-122"/>
                <a:ea typeface="微软雅黑" pitchFamily="34" charset="-122"/>
              </a:rPr>
              <a:t>IP </a:t>
            </a:r>
            <a:r>
              <a:rPr kumimoji="1" lang="zh-CN" altLang="en-US" sz="1600" b="1" dirty="0">
                <a:solidFill>
                  <a:srgbClr val="C00000"/>
                </a:solidFill>
                <a:latin typeface="微软雅黑" pitchFamily="34" charset="-122"/>
                <a:ea typeface="微软雅黑" pitchFamily="34" charset="-122"/>
              </a:rPr>
              <a:t>数据报</a:t>
            </a:r>
          </a:p>
        </p:txBody>
      </p:sp>
      <p:sp>
        <p:nvSpPr>
          <p:cNvPr id="55" name="Line 23"/>
          <p:cNvSpPr>
            <a:spLocks noChangeShapeType="1"/>
          </p:cNvSpPr>
          <p:nvPr/>
        </p:nvSpPr>
        <p:spPr bwMode="auto">
          <a:xfrm>
            <a:off x="4745789" y="2134902"/>
            <a:ext cx="0" cy="341909"/>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6" name="Line 24"/>
          <p:cNvSpPr>
            <a:spLocks noChangeShapeType="1"/>
          </p:cNvSpPr>
          <p:nvPr/>
        </p:nvSpPr>
        <p:spPr bwMode="auto">
          <a:xfrm>
            <a:off x="4226122" y="2476813"/>
            <a:ext cx="0" cy="478418"/>
          </a:xfrm>
          <a:prstGeom prst="line">
            <a:avLst/>
          </a:prstGeom>
          <a:noFill/>
          <a:ln w="1905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7" name="Text Box 25"/>
          <p:cNvSpPr txBox="1">
            <a:spLocks noChangeArrowheads="1"/>
          </p:cNvSpPr>
          <p:nvPr/>
        </p:nvSpPr>
        <p:spPr bwMode="auto">
          <a:xfrm>
            <a:off x="2874959" y="2606133"/>
            <a:ext cx="1314784" cy="264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数据报首部</a:t>
            </a:r>
          </a:p>
        </p:txBody>
      </p:sp>
      <p:sp>
        <p:nvSpPr>
          <p:cNvPr id="58" name="Text Box 26"/>
          <p:cNvSpPr txBox="1">
            <a:spLocks noChangeArrowheads="1"/>
          </p:cNvSpPr>
          <p:nvPr/>
        </p:nvSpPr>
        <p:spPr bwMode="auto">
          <a:xfrm>
            <a:off x="4236205" y="2494673"/>
            <a:ext cx="543739" cy="48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400" b="1" dirty="0">
                <a:latin typeface="微软雅黑" pitchFamily="34" charset="-122"/>
                <a:ea typeface="微软雅黑" pitchFamily="34" charset="-122"/>
              </a:rPr>
              <a:t>8</a:t>
            </a:r>
          </a:p>
          <a:p>
            <a:pPr algn="ctr"/>
            <a:r>
              <a:rPr kumimoji="1" lang="zh-CN" altLang="en-US" sz="1400" b="1" dirty="0">
                <a:latin typeface="微软雅黑" pitchFamily="34" charset="-122"/>
                <a:ea typeface="微软雅黑" pitchFamily="34" charset="-122"/>
              </a:rPr>
              <a:t>字节</a:t>
            </a:r>
          </a:p>
        </p:txBody>
      </p:sp>
      <p:sp>
        <p:nvSpPr>
          <p:cNvPr id="59" name="AutoShape 27"/>
          <p:cNvSpPr>
            <a:spLocks noChangeArrowheads="1"/>
          </p:cNvSpPr>
          <p:nvPr/>
        </p:nvSpPr>
        <p:spPr bwMode="auto">
          <a:xfrm>
            <a:off x="3337435" y="2111938"/>
            <a:ext cx="222517" cy="409526"/>
          </a:xfrm>
          <a:prstGeom prst="downArrow">
            <a:avLst>
              <a:gd name="adj1" fmla="val 47222"/>
              <a:gd name="adj2" fmla="val 103013"/>
            </a:avLst>
          </a:prstGeom>
          <a:solidFill>
            <a:srgbClr val="FFC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60" name="AutoShape 28"/>
          <p:cNvSpPr>
            <a:spLocks noChangeArrowheads="1"/>
          </p:cNvSpPr>
          <p:nvPr/>
        </p:nvSpPr>
        <p:spPr bwMode="auto">
          <a:xfrm>
            <a:off x="4400265" y="2111938"/>
            <a:ext cx="221136" cy="409526"/>
          </a:xfrm>
          <a:prstGeom prst="downArrow">
            <a:avLst>
              <a:gd name="adj1" fmla="val 47222"/>
              <a:gd name="adj2" fmla="val 103656"/>
            </a:avLst>
          </a:prstGeom>
          <a:solidFill>
            <a:srgbClr val="FFC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61" name="Text Box 29"/>
          <p:cNvSpPr txBox="1">
            <a:spLocks noChangeArrowheads="1"/>
          </p:cNvSpPr>
          <p:nvPr/>
        </p:nvSpPr>
        <p:spPr bwMode="auto">
          <a:xfrm>
            <a:off x="2326424" y="3409270"/>
            <a:ext cx="1798890" cy="264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1400" b="1" dirty="0">
                <a:latin typeface="微软雅黑" pitchFamily="34" charset="-122"/>
                <a:ea typeface="微软雅黑" pitchFamily="34" charset="-122"/>
              </a:rPr>
              <a:t>ICMP </a:t>
            </a:r>
            <a:r>
              <a:rPr kumimoji="1" lang="zh-CN" altLang="en-US" sz="1400" b="1" dirty="0">
                <a:latin typeface="微软雅黑" pitchFamily="34" charset="-122"/>
                <a:ea typeface="微软雅黑" pitchFamily="34" charset="-122"/>
              </a:rPr>
              <a:t>差错报告报文</a:t>
            </a:r>
          </a:p>
        </p:txBody>
      </p:sp>
      <p:sp>
        <p:nvSpPr>
          <p:cNvPr id="62" name="Text Box 30"/>
          <p:cNvSpPr txBox="1">
            <a:spLocks noChangeArrowheads="1"/>
          </p:cNvSpPr>
          <p:nvPr/>
        </p:nvSpPr>
        <p:spPr bwMode="auto">
          <a:xfrm>
            <a:off x="5169559" y="1176792"/>
            <a:ext cx="185339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FF"/>
                </a:solidFill>
                <a:latin typeface="微软雅黑" pitchFamily="34" charset="-122"/>
                <a:ea typeface="微软雅黑" pitchFamily="34" charset="-122"/>
              </a:rPr>
              <a:t>IP </a:t>
            </a:r>
            <a:r>
              <a:rPr kumimoji="1" lang="zh-CN" altLang="en-US" sz="1400" b="1" dirty="0">
                <a:solidFill>
                  <a:srgbClr val="0000FF"/>
                </a:solidFill>
                <a:latin typeface="微软雅黑" pitchFamily="34" charset="-122"/>
                <a:ea typeface="微软雅黑" pitchFamily="34" charset="-122"/>
              </a:rPr>
              <a:t>数据报的数据字段</a:t>
            </a:r>
          </a:p>
        </p:txBody>
      </p:sp>
      <p:sp>
        <p:nvSpPr>
          <p:cNvPr id="63" name="AutoShape 31"/>
          <p:cNvSpPr>
            <a:spLocks/>
          </p:cNvSpPr>
          <p:nvPr/>
        </p:nvSpPr>
        <p:spPr bwMode="auto">
          <a:xfrm rot="5400000">
            <a:off x="6048575" y="-372644"/>
            <a:ext cx="136508" cy="3781414"/>
          </a:xfrm>
          <a:prstGeom prst="leftBrace">
            <a:avLst>
              <a:gd name="adj1" fmla="val 213085"/>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4" name="Line 32"/>
          <p:cNvSpPr>
            <a:spLocks noChangeShapeType="1"/>
          </p:cNvSpPr>
          <p:nvPr/>
        </p:nvSpPr>
        <p:spPr bwMode="auto">
          <a:xfrm>
            <a:off x="2817766" y="2134902"/>
            <a:ext cx="0" cy="341909"/>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5" name="Line 33"/>
          <p:cNvSpPr>
            <a:spLocks noChangeShapeType="1"/>
          </p:cNvSpPr>
          <p:nvPr/>
        </p:nvSpPr>
        <p:spPr bwMode="auto">
          <a:xfrm>
            <a:off x="1706562" y="2955230"/>
            <a:ext cx="0" cy="341909"/>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6" name="Line 34"/>
          <p:cNvSpPr>
            <a:spLocks noChangeShapeType="1"/>
          </p:cNvSpPr>
          <p:nvPr/>
        </p:nvSpPr>
        <p:spPr bwMode="auto">
          <a:xfrm>
            <a:off x="4745789" y="2955230"/>
            <a:ext cx="0" cy="341909"/>
          </a:xfrm>
          <a:prstGeom prst="line">
            <a:avLst/>
          </a:prstGeom>
          <a:noFill/>
          <a:ln w="12700">
            <a:solidFill>
              <a:schemeClr val="tx1"/>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7" name="AutoShape 35"/>
          <p:cNvSpPr>
            <a:spLocks noChangeArrowheads="1"/>
          </p:cNvSpPr>
          <p:nvPr/>
        </p:nvSpPr>
        <p:spPr bwMode="auto">
          <a:xfrm>
            <a:off x="3084927" y="2993810"/>
            <a:ext cx="223899" cy="410802"/>
          </a:xfrm>
          <a:prstGeom prst="downArrow">
            <a:avLst>
              <a:gd name="adj1" fmla="val 47222"/>
              <a:gd name="adj2" fmla="val 102695"/>
            </a:avLst>
          </a:prstGeom>
          <a:solidFill>
            <a:srgbClr val="FFC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2700789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35" presetClass="emph" presetSubtype="0" repeatCount="3000" fill="hold" grpId="0" nodeType="clickEffect">
                                  <p:stCondLst>
                                    <p:cond delay="0"/>
                                  </p:stCondLst>
                                  <p:childTnLst>
                                    <p:anim calcmode="discrete" valueType="str">
                                      <p:cBhvr>
                                        <p:cTn id="12" dur="1000" fill="hold"/>
                                        <p:tgtEl>
                                          <p:spTgt spid="45"/>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35" presetClass="emph" presetSubtype="0" repeatCount="3000" fill="hold" grpId="0" nodeType="clickEffect">
                                  <p:stCondLst>
                                    <p:cond delay="0"/>
                                  </p:stCondLst>
                                  <p:childTnLst>
                                    <p:anim calcmode="discrete" valueType="str">
                                      <p:cBhvr>
                                        <p:cTn id="16" dur="1000" fill="hold"/>
                                        <p:tgtEl>
                                          <p:spTgt spid="6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59" grpId="0" animBg="1"/>
      <p:bldP spid="60" grpId="0" animBg="1"/>
      <p:bldP spid="67"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A5CA32-B1E1-8C47-5E7D-B0CDC81293F2}"/>
            </a:ext>
          </a:extLst>
        </p:cNvPr>
        <p:cNvGrpSpPr/>
        <p:nvPr/>
      </p:nvGrpSpPr>
      <p:grpSpPr>
        <a:xfrm>
          <a:off x="0" y="0"/>
          <a:ext cx="0" cy="0"/>
          <a:chOff x="0" y="0"/>
          <a:chExt cx="0" cy="0"/>
        </a:xfrm>
      </p:grpSpPr>
      <p:sp>
        <p:nvSpPr>
          <p:cNvPr id="16" name="Rectangle 8">
            <a:extLst>
              <a:ext uri="{FF2B5EF4-FFF2-40B4-BE49-F238E27FC236}">
                <a16:creationId xmlns:a16="http://schemas.microsoft.com/office/drawing/2014/main" id="{64397B81-E5A7-CAFA-71B0-4D78BA2E5761}"/>
              </a:ext>
            </a:extLst>
          </p:cNvPr>
          <p:cNvSpPr>
            <a:spLocks noChangeArrowheads="1"/>
          </p:cNvSpPr>
          <p:nvPr/>
        </p:nvSpPr>
        <p:spPr bwMode="auto">
          <a:xfrm>
            <a:off x="545143" y="1066326"/>
            <a:ext cx="8053711"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差错报告报文不再发送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对第一个分片的数据报片的所有后续数据报片都不发送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对具有多播地址的数据报都不发送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对具有特殊地址（如</a:t>
            </a:r>
            <a:r>
              <a:rPr lang="en-US" altLang="zh-CN" sz="2000" b="1" dirty="0">
                <a:latin typeface="微软雅黑" pitchFamily="34" charset="-122"/>
                <a:ea typeface="微软雅黑" pitchFamily="34" charset="-122"/>
              </a:rPr>
              <a:t>127.0.0.0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0.0.0.0</a:t>
            </a:r>
            <a:r>
              <a:rPr lang="zh-CN" altLang="en-US" sz="2000" b="1" dirty="0">
                <a:latin typeface="微软雅黑" pitchFamily="34" charset="-122"/>
                <a:ea typeface="微软雅黑" pitchFamily="34" charset="-122"/>
              </a:rPr>
              <a:t>）的数据报不发送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差错报告报文。</a:t>
            </a:r>
          </a:p>
        </p:txBody>
      </p:sp>
      <p:sp>
        <p:nvSpPr>
          <p:cNvPr id="17" name="AutoShape 5">
            <a:extLst>
              <a:ext uri="{FF2B5EF4-FFF2-40B4-BE49-F238E27FC236}">
                <a16:creationId xmlns:a16="http://schemas.microsoft.com/office/drawing/2014/main" id="{7E2551FB-633A-C1E5-88E0-C16ACFAF897E}"/>
              </a:ext>
            </a:extLst>
          </p:cNvPr>
          <p:cNvSpPr>
            <a:spLocks noChangeArrowheads="1"/>
          </p:cNvSpPr>
          <p:nvPr/>
        </p:nvSpPr>
        <p:spPr bwMode="auto">
          <a:xfrm>
            <a:off x="545144" y="619982"/>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8" name="Rectangle 6">
            <a:extLst>
              <a:ext uri="{FF2B5EF4-FFF2-40B4-BE49-F238E27FC236}">
                <a16:creationId xmlns:a16="http://schemas.microsoft.com/office/drawing/2014/main" id="{43874819-8BE1-A53E-88F5-A83DFC63A292}"/>
              </a:ext>
            </a:extLst>
          </p:cNvPr>
          <p:cNvSpPr>
            <a:spLocks noChangeArrowheads="1"/>
          </p:cNvSpPr>
          <p:nvPr/>
        </p:nvSpPr>
        <p:spPr bwMode="auto">
          <a:xfrm>
            <a:off x="1941968" y="586771"/>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不应发送 </a:t>
            </a:r>
            <a:r>
              <a:rPr lang="en-US" altLang="zh-CN" sz="2000" b="1" dirty="0">
                <a:solidFill>
                  <a:schemeClr val="bg1"/>
                </a:solidFill>
                <a:latin typeface="微软雅黑" pitchFamily="34" charset="-122"/>
                <a:ea typeface="微软雅黑" pitchFamily="34" charset="-122"/>
              </a:rPr>
              <a:t>ICMP </a:t>
            </a:r>
            <a:r>
              <a:rPr lang="zh-CN" altLang="en-US" sz="2000" b="1" dirty="0">
                <a:solidFill>
                  <a:schemeClr val="bg1"/>
                </a:solidFill>
                <a:latin typeface="微软雅黑" pitchFamily="34" charset="-122"/>
                <a:ea typeface="微软雅黑" pitchFamily="34" charset="-122"/>
              </a:rPr>
              <a:t>差错报告报文的几种情况</a:t>
            </a:r>
          </a:p>
        </p:txBody>
      </p:sp>
    </p:spTree>
    <p:custDataLst>
      <p:tags r:id="rId1"/>
    </p:custDataLst>
    <p:extLst>
      <p:ext uri="{BB962C8B-B14F-4D97-AF65-F5344CB8AC3E}">
        <p14:creationId xmlns:p14="http://schemas.microsoft.com/office/powerpoint/2010/main" val="23694903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6">
                                            <p:txEl>
                                              <p:pRg st="0" end="0"/>
                                            </p:txEl>
                                          </p:spTgt>
                                        </p:tgtEl>
                                        <p:attrNameLst>
                                          <p:attrName>style.visibility</p:attrName>
                                        </p:attrNameLst>
                                      </p:cBhvr>
                                      <p:to>
                                        <p:strVal val="visible"/>
                                      </p:to>
                                    </p:set>
                                    <p:animEffect transition="in" filter="fade">
                                      <p:cBhvr>
                                        <p:cTn id="7" dur="1000"/>
                                        <p:tgtEl>
                                          <p:spTgt spid="16">
                                            <p:txEl>
                                              <p:pRg st="0" end="0"/>
                                            </p:txEl>
                                          </p:spTgt>
                                        </p:tgtEl>
                                      </p:cBhvr>
                                    </p:animEffect>
                                    <p:anim calcmode="lin" valueType="num">
                                      <p:cBhvr>
                                        <p:cTn id="8" dur="10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6">
                                            <p:txEl>
                                              <p:pRg st="1" end="1"/>
                                            </p:txEl>
                                          </p:spTgt>
                                        </p:tgtEl>
                                        <p:attrNameLst>
                                          <p:attrName>style.visibility</p:attrName>
                                        </p:attrNameLst>
                                      </p:cBhvr>
                                      <p:to>
                                        <p:strVal val="visible"/>
                                      </p:to>
                                    </p:set>
                                    <p:animEffect transition="in" filter="fade">
                                      <p:cBhvr>
                                        <p:cTn id="14" dur="1000"/>
                                        <p:tgtEl>
                                          <p:spTgt spid="16">
                                            <p:txEl>
                                              <p:pRg st="1" end="1"/>
                                            </p:txEl>
                                          </p:spTgt>
                                        </p:tgtEl>
                                      </p:cBhvr>
                                    </p:animEffect>
                                    <p:anim calcmode="lin" valueType="num">
                                      <p:cBhvr>
                                        <p:cTn id="15" dur="1000" fill="hold"/>
                                        <p:tgtEl>
                                          <p:spTgt spid="16">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16">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6">
                                            <p:txEl>
                                              <p:pRg st="2" end="2"/>
                                            </p:txEl>
                                          </p:spTgt>
                                        </p:tgtEl>
                                        <p:attrNameLst>
                                          <p:attrName>style.visibility</p:attrName>
                                        </p:attrNameLst>
                                      </p:cBhvr>
                                      <p:to>
                                        <p:strVal val="visible"/>
                                      </p:to>
                                    </p:set>
                                    <p:animEffect transition="in" filter="fade">
                                      <p:cBhvr>
                                        <p:cTn id="21" dur="1000"/>
                                        <p:tgtEl>
                                          <p:spTgt spid="16">
                                            <p:txEl>
                                              <p:pRg st="2" end="2"/>
                                            </p:txEl>
                                          </p:spTgt>
                                        </p:tgtEl>
                                      </p:cBhvr>
                                    </p:animEffect>
                                    <p:anim calcmode="lin" valueType="num">
                                      <p:cBhvr>
                                        <p:cTn id="22" dur="1000" fill="hold"/>
                                        <p:tgtEl>
                                          <p:spTgt spid="16">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16">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6">
                                            <p:txEl>
                                              <p:pRg st="3" end="3"/>
                                            </p:txEl>
                                          </p:spTgt>
                                        </p:tgtEl>
                                        <p:attrNameLst>
                                          <p:attrName>style.visibility</p:attrName>
                                        </p:attrNameLst>
                                      </p:cBhvr>
                                      <p:to>
                                        <p:strVal val="visible"/>
                                      </p:to>
                                    </p:set>
                                    <p:animEffect transition="in" filter="fade">
                                      <p:cBhvr>
                                        <p:cTn id="28" dur="1000"/>
                                        <p:tgtEl>
                                          <p:spTgt spid="16">
                                            <p:txEl>
                                              <p:pRg st="3" end="3"/>
                                            </p:txEl>
                                          </p:spTgt>
                                        </p:tgtEl>
                                      </p:cBhvr>
                                    </p:animEffect>
                                    <p:anim calcmode="lin" valueType="num">
                                      <p:cBhvr>
                                        <p:cTn id="29" dur="1000" fill="hold"/>
                                        <p:tgtEl>
                                          <p:spTgt spid="16">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16">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build="p"/>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AutoShape 5"/>
          <p:cNvSpPr>
            <a:spLocks noChangeArrowheads="1"/>
          </p:cNvSpPr>
          <p:nvPr/>
        </p:nvSpPr>
        <p:spPr bwMode="auto">
          <a:xfrm>
            <a:off x="545144" y="621119"/>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7" name="Rectangle 6"/>
          <p:cNvSpPr>
            <a:spLocks noChangeArrowheads="1"/>
          </p:cNvSpPr>
          <p:nvPr/>
        </p:nvSpPr>
        <p:spPr bwMode="auto">
          <a:xfrm>
            <a:off x="1941968" y="58790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ICMP </a:t>
            </a:r>
            <a:r>
              <a:rPr lang="zh-CN" altLang="en-US" sz="2000" b="1" dirty="0">
                <a:solidFill>
                  <a:schemeClr val="bg1"/>
                </a:solidFill>
                <a:latin typeface="微软雅黑" pitchFamily="34" charset="-122"/>
                <a:ea typeface="微软雅黑" pitchFamily="34" charset="-122"/>
              </a:rPr>
              <a:t>询问报文</a:t>
            </a:r>
          </a:p>
        </p:txBody>
      </p:sp>
      <p:sp>
        <p:nvSpPr>
          <p:cNvPr id="5" name="Rectangle 8"/>
          <p:cNvSpPr>
            <a:spLocks noChangeArrowheads="1"/>
          </p:cNvSpPr>
          <p:nvPr/>
        </p:nvSpPr>
        <p:spPr bwMode="auto">
          <a:xfrm>
            <a:off x="545143" y="987670"/>
            <a:ext cx="8274392" cy="35196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(1) </a:t>
            </a:r>
            <a:r>
              <a:rPr lang="zh-CN" altLang="en-US" sz="2000" b="1" dirty="0">
                <a:solidFill>
                  <a:srgbClr val="C00000"/>
                </a:solidFill>
                <a:latin typeface="微软雅黑" pitchFamily="34" charset="-122"/>
                <a:ea typeface="微软雅黑" pitchFamily="34" charset="-122"/>
              </a:rPr>
              <a:t>回送请求与回送回答</a:t>
            </a:r>
            <a:endParaRPr lang="en-US" altLang="zh-CN" sz="2000" b="1" dirty="0">
              <a:solidFill>
                <a:srgbClr val="C00000"/>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由主机或路由器向一个特定的目的主机发出的询问（回送请求）。</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收到此报文的主机必须给源主机或路由器发送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回送回答报文。</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这种询问报文用来测试目的站是否可达，以及了解其有关状态。</a:t>
            </a:r>
          </a:p>
          <a:p>
            <a:pPr marL="357188" indent="-357188">
              <a:lnSpc>
                <a:spcPts val="3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(2) </a:t>
            </a:r>
            <a:r>
              <a:rPr lang="zh-CN" altLang="en-US" sz="2000" b="1" dirty="0">
                <a:solidFill>
                  <a:srgbClr val="C00000"/>
                </a:solidFill>
                <a:latin typeface="微软雅黑" pitchFamily="34" charset="-122"/>
                <a:ea typeface="微软雅黑" pitchFamily="34" charset="-122"/>
              </a:rPr>
              <a:t>时间戳请求与时间戳回答</a:t>
            </a:r>
            <a:endParaRPr lang="en-US" altLang="zh-CN" sz="2000" b="1" dirty="0">
              <a:solidFill>
                <a:srgbClr val="C00000"/>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时间戳请求报文发出后，就能够收到对方响应的时间戳回答报文。</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利用在报文中记录的时间戳（如报文的发送时间和接收时间），发送方很容易计算出当前网络的往返时延。</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可用于时间同步和时间测量。</a:t>
            </a:r>
          </a:p>
        </p:txBody>
      </p:sp>
    </p:spTree>
    <p:custDataLst>
      <p:tags r:id="rId1"/>
    </p:custDataLst>
    <p:extLst>
      <p:ext uri="{BB962C8B-B14F-4D97-AF65-F5344CB8AC3E}">
        <p14:creationId xmlns:p14="http://schemas.microsoft.com/office/powerpoint/2010/main" val="21747087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anim calcmode="lin" valueType="num">
                                      <p:cBhvr>
                                        <p:cTn id="8"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xEl>
                                              <p:pRg st="1" end="1"/>
                                            </p:txEl>
                                          </p:spTgt>
                                        </p:tgtEl>
                                        <p:attrNameLst>
                                          <p:attrName>style.visibility</p:attrName>
                                        </p:attrNameLst>
                                      </p:cBhvr>
                                      <p:to>
                                        <p:strVal val="visible"/>
                                      </p:to>
                                    </p:set>
                                    <p:animEffect transition="in" filter="fade">
                                      <p:cBhvr>
                                        <p:cTn id="14" dur="1000"/>
                                        <p:tgtEl>
                                          <p:spTgt spid="5">
                                            <p:txEl>
                                              <p:pRg st="1" end="1"/>
                                            </p:txEl>
                                          </p:spTgt>
                                        </p:tgtEl>
                                      </p:cBhvr>
                                    </p:animEffect>
                                    <p:anim calcmode="lin" valueType="num">
                                      <p:cBhvr>
                                        <p:cTn id="15"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xEl>
                                              <p:pRg st="2" end="2"/>
                                            </p:txEl>
                                          </p:spTgt>
                                        </p:tgtEl>
                                        <p:attrNameLst>
                                          <p:attrName>style.visibility</p:attrName>
                                        </p:attrNameLst>
                                      </p:cBhvr>
                                      <p:to>
                                        <p:strVal val="visible"/>
                                      </p:to>
                                    </p:set>
                                    <p:animEffect transition="in" filter="fade">
                                      <p:cBhvr>
                                        <p:cTn id="21" dur="1000"/>
                                        <p:tgtEl>
                                          <p:spTgt spid="5">
                                            <p:txEl>
                                              <p:pRg st="2" end="2"/>
                                            </p:txEl>
                                          </p:spTgt>
                                        </p:tgtEl>
                                      </p:cBhvr>
                                    </p:animEffect>
                                    <p:anim calcmode="lin" valueType="num">
                                      <p:cBhvr>
                                        <p:cTn id="22" dur="10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5">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5">
                                            <p:txEl>
                                              <p:pRg st="3" end="3"/>
                                            </p:txEl>
                                          </p:spTgt>
                                        </p:tgtEl>
                                        <p:attrNameLst>
                                          <p:attrName>style.visibility</p:attrName>
                                        </p:attrNameLst>
                                      </p:cBhvr>
                                      <p:to>
                                        <p:strVal val="visible"/>
                                      </p:to>
                                    </p:set>
                                    <p:animEffect transition="in" filter="fade">
                                      <p:cBhvr>
                                        <p:cTn id="28" dur="1000"/>
                                        <p:tgtEl>
                                          <p:spTgt spid="5">
                                            <p:txEl>
                                              <p:pRg st="3" end="3"/>
                                            </p:txEl>
                                          </p:spTgt>
                                        </p:tgtEl>
                                      </p:cBhvr>
                                    </p:animEffect>
                                    <p:anim calcmode="lin" valueType="num">
                                      <p:cBhvr>
                                        <p:cTn id="29" dur="1000" fill="hold"/>
                                        <p:tgtEl>
                                          <p:spTgt spid="5">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5">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
                                            <p:txEl>
                                              <p:pRg st="4" end="4"/>
                                            </p:txEl>
                                          </p:spTgt>
                                        </p:tgtEl>
                                        <p:attrNameLst>
                                          <p:attrName>style.visibility</p:attrName>
                                        </p:attrNameLst>
                                      </p:cBhvr>
                                      <p:to>
                                        <p:strVal val="visible"/>
                                      </p:to>
                                    </p:set>
                                    <p:animEffect transition="in" filter="fade">
                                      <p:cBhvr>
                                        <p:cTn id="35" dur="1000"/>
                                        <p:tgtEl>
                                          <p:spTgt spid="5">
                                            <p:txEl>
                                              <p:pRg st="4" end="4"/>
                                            </p:txEl>
                                          </p:spTgt>
                                        </p:tgtEl>
                                      </p:cBhvr>
                                    </p:animEffect>
                                    <p:anim calcmode="lin" valueType="num">
                                      <p:cBhvr>
                                        <p:cTn id="36" dur="1000" fill="hold"/>
                                        <p:tgtEl>
                                          <p:spTgt spid="5">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5">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5">
                                            <p:txEl>
                                              <p:pRg st="5" end="5"/>
                                            </p:txEl>
                                          </p:spTgt>
                                        </p:tgtEl>
                                        <p:attrNameLst>
                                          <p:attrName>style.visibility</p:attrName>
                                        </p:attrNameLst>
                                      </p:cBhvr>
                                      <p:to>
                                        <p:strVal val="visible"/>
                                      </p:to>
                                    </p:set>
                                    <p:animEffect transition="in" filter="fade">
                                      <p:cBhvr>
                                        <p:cTn id="42" dur="1000"/>
                                        <p:tgtEl>
                                          <p:spTgt spid="5">
                                            <p:txEl>
                                              <p:pRg st="5" end="5"/>
                                            </p:txEl>
                                          </p:spTgt>
                                        </p:tgtEl>
                                      </p:cBhvr>
                                    </p:animEffect>
                                    <p:anim calcmode="lin" valueType="num">
                                      <p:cBhvr>
                                        <p:cTn id="43" dur="1000" fill="hold"/>
                                        <p:tgtEl>
                                          <p:spTgt spid="5">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5">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5">
                                            <p:txEl>
                                              <p:pRg st="6" end="6"/>
                                            </p:txEl>
                                          </p:spTgt>
                                        </p:tgtEl>
                                        <p:attrNameLst>
                                          <p:attrName>style.visibility</p:attrName>
                                        </p:attrNameLst>
                                      </p:cBhvr>
                                      <p:to>
                                        <p:strVal val="visible"/>
                                      </p:to>
                                    </p:set>
                                    <p:animEffect transition="in" filter="fade">
                                      <p:cBhvr>
                                        <p:cTn id="49" dur="1000"/>
                                        <p:tgtEl>
                                          <p:spTgt spid="5">
                                            <p:txEl>
                                              <p:pRg st="6" end="6"/>
                                            </p:txEl>
                                          </p:spTgt>
                                        </p:tgtEl>
                                      </p:cBhvr>
                                    </p:animEffect>
                                    <p:anim calcmode="lin" valueType="num">
                                      <p:cBhvr>
                                        <p:cTn id="50" dur="1000" fill="hold"/>
                                        <p:tgtEl>
                                          <p:spTgt spid="5">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5">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5">
                                            <p:txEl>
                                              <p:pRg st="7" end="7"/>
                                            </p:txEl>
                                          </p:spTgt>
                                        </p:tgtEl>
                                        <p:attrNameLst>
                                          <p:attrName>style.visibility</p:attrName>
                                        </p:attrNameLst>
                                      </p:cBhvr>
                                      <p:to>
                                        <p:strVal val="visible"/>
                                      </p:to>
                                    </p:set>
                                    <p:animEffect transition="in" filter="fade">
                                      <p:cBhvr>
                                        <p:cTn id="56" dur="1000"/>
                                        <p:tgtEl>
                                          <p:spTgt spid="5">
                                            <p:txEl>
                                              <p:pRg st="7" end="7"/>
                                            </p:txEl>
                                          </p:spTgt>
                                        </p:tgtEl>
                                      </p:cBhvr>
                                    </p:animEffect>
                                    <p:anim calcmode="lin" valueType="num">
                                      <p:cBhvr>
                                        <p:cTn id="57" dur="1000" fill="hold"/>
                                        <p:tgtEl>
                                          <p:spTgt spid="5">
                                            <p:txEl>
                                              <p:pRg st="7" end="7"/>
                                            </p:txEl>
                                          </p:spTgt>
                                        </p:tgtEl>
                                        <p:attrNameLst>
                                          <p:attrName>ppt_x</p:attrName>
                                        </p:attrNameLst>
                                      </p:cBhvr>
                                      <p:tavLst>
                                        <p:tav tm="0">
                                          <p:val>
                                            <p:strVal val="#ppt_x"/>
                                          </p:val>
                                        </p:tav>
                                        <p:tav tm="100000">
                                          <p:val>
                                            <p:strVal val="#ppt_x"/>
                                          </p:val>
                                        </p:tav>
                                      </p:tavLst>
                                    </p:anim>
                                    <p:anim calcmode="lin" valueType="num">
                                      <p:cBhvr>
                                        <p:cTn id="58" dur="1000" fill="hold"/>
                                        <p:tgtEl>
                                          <p:spTgt spid="5">
                                            <p:txEl>
                                              <p:pRg st="7" end="7"/>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AutoShape 5"/>
          <p:cNvSpPr>
            <a:spLocks noChangeArrowheads="1"/>
          </p:cNvSpPr>
          <p:nvPr/>
        </p:nvSpPr>
        <p:spPr bwMode="auto">
          <a:xfrm>
            <a:off x="545144" y="62514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76" name="Rectangle 6"/>
          <p:cNvSpPr>
            <a:spLocks noChangeArrowheads="1"/>
          </p:cNvSpPr>
          <p:nvPr/>
        </p:nvSpPr>
        <p:spPr bwMode="auto">
          <a:xfrm>
            <a:off x="2787699" y="593072"/>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4.3.2  ICMP </a:t>
            </a:r>
            <a:r>
              <a:rPr lang="zh-CN" altLang="en-US" sz="2400" b="1" dirty="0">
                <a:solidFill>
                  <a:schemeClr val="bg1"/>
                </a:solidFill>
                <a:latin typeface="微软雅黑" pitchFamily="34" charset="-122"/>
                <a:ea typeface="微软雅黑" pitchFamily="34" charset="-122"/>
              </a:rPr>
              <a:t>的应用举例</a:t>
            </a:r>
          </a:p>
        </p:txBody>
      </p:sp>
      <p:sp>
        <p:nvSpPr>
          <p:cNvPr id="77" name="Rectangle 8"/>
          <p:cNvSpPr>
            <a:spLocks noChangeArrowheads="1"/>
          </p:cNvSpPr>
          <p:nvPr/>
        </p:nvSpPr>
        <p:spPr bwMode="auto">
          <a:xfrm>
            <a:off x="545144" y="1189917"/>
            <a:ext cx="8053712"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solidFill>
                  <a:srgbClr val="C00000"/>
                </a:solidFill>
                <a:latin typeface="微软雅黑" pitchFamily="34" charset="-122"/>
                <a:ea typeface="微软雅黑" pitchFamily="34" charset="-122"/>
              </a:rPr>
              <a:t>PING</a:t>
            </a:r>
            <a:r>
              <a:rPr lang="en-US" altLang="zh-CN" sz="2000" b="1" dirty="0">
                <a:latin typeface="微软雅黑" pitchFamily="34" charset="-122"/>
                <a:ea typeface="微软雅黑" pitchFamily="34" charset="-122"/>
              </a:rPr>
              <a:t> (Packet </a:t>
            </a:r>
            <a:r>
              <a:rPr lang="en-US" altLang="zh-CN" sz="2000" b="1" dirty="0" err="1">
                <a:latin typeface="微软雅黑" pitchFamily="34" charset="-122"/>
                <a:ea typeface="微软雅黑" pitchFamily="34" charset="-122"/>
              </a:rPr>
              <a:t>InterNet</a:t>
            </a:r>
            <a:r>
              <a:rPr lang="en-US" altLang="zh-CN" sz="2000" b="1" dirty="0">
                <a:latin typeface="微软雅黑" pitchFamily="34" charset="-122"/>
                <a:ea typeface="微软雅黑" pitchFamily="34" charset="-122"/>
              </a:rPr>
              <a:t> Groper) </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用来测试两个主机之间的</a:t>
            </a:r>
            <a:r>
              <a:rPr lang="zh-CN" altLang="en-US" sz="2000" b="1" dirty="0">
                <a:solidFill>
                  <a:srgbClr val="0000FF"/>
                </a:solidFill>
                <a:latin typeface="微软雅黑" pitchFamily="34" charset="-122"/>
                <a:ea typeface="微软雅黑" pitchFamily="34" charset="-122"/>
              </a:rPr>
              <a:t>连通性。</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使用了 </a:t>
            </a:r>
            <a:r>
              <a:rPr lang="en-US" altLang="zh-CN" sz="2000" b="1" dirty="0">
                <a:solidFill>
                  <a:srgbClr val="0000FF"/>
                </a:solidFill>
                <a:latin typeface="微软雅黑" pitchFamily="34" charset="-122"/>
                <a:ea typeface="微软雅黑" pitchFamily="34" charset="-122"/>
              </a:rPr>
              <a:t>ICMP </a:t>
            </a:r>
            <a:r>
              <a:rPr lang="zh-CN" altLang="en-US" sz="2000" b="1" dirty="0">
                <a:solidFill>
                  <a:srgbClr val="0000FF"/>
                </a:solidFill>
                <a:latin typeface="微软雅黑" pitchFamily="34" charset="-122"/>
                <a:ea typeface="微软雅黑" pitchFamily="34" charset="-122"/>
              </a:rPr>
              <a:t>回送请求</a:t>
            </a:r>
            <a:r>
              <a:rPr lang="zh-CN" altLang="en-US" sz="2000" b="1" dirty="0">
                <a:latin typeface="微软雅黑" pitchFamily="34" charset="-122"/>
                <a:ea typeface="微软雅黑" pitchFamily="34" charset="-122"/>
              </a:rPr>
              <a:t>与</a:t>
            </a:r>
            <a:r>
              <a:rPr lang="zh-CN" altLang="en-US" sz="2000" b="1" dirty="0">
                <a:solidFill>
                  <a:srgbClr val="0000FF"/>
                </a:solidFill>
                <a:latin typeface="微软雅黑" pitchFamily="34" charset="-122"/>
                <a:ea typeface="微软雅黑" pitchFamily="34" charset="-122"/>
              </a:rPr>
              <a:t>回送回答报文。</a:t>
            </a: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是应用层直接使用网络层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的例子，没有通过传输层的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UDP</a:t>
            </a:r>
            <a:r>
              <a:rPr lang="zh-CN" altLang="en-US" sz="2000" b="1" dirty="0">
                <a:latin typeface="微软雅黑" pitchFamily="34" charset="-122"/>
                <a:ea typeface="微软雅黑" pitchFamily="34" charset="-122"/>
              </a:rPr>
              <a:t>。 </a:t>
            </a:r>
          </a:p>
        </p:txBody>
      </p:sp>
    </p:spTree>
    <p:custDataLst>
      <p:tags r:id="rId1"/>
    </p:custDataLst>
    <p:extLst>
      <p:ext uri="{BB962C8B-B14F-4D97-AF65-F5344CB8AC3E}">
        <p14:creationId xmlns:p14="http://schemas.microsoft.com/office/powerpoint/2010/main" val="11258888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77">
                                            <p:txEl>
                                              <p:pRg st="0" end="0"/>
                                            </p:txEl>
                                          </p:spTgt>
                                        </p:tgtEl>
                                        <p:attrNameLst>
                                          <p:attrName>style.visibility</p:attrName>
                                        </p:attrNameLst>
                                      </p:cBhvr>
                                      <p:to>
                                        <p:strVal val="visible"/>
                                      </p:to>
                                    </p:set>
                                    <p:animEffect transition="in" filter="fade">
                                      <p:cBhvr>
                                        <p:cTn id="7" dur="1000"/>
                                        <p:tgtEl>
                                          <p:spTgt spid="77">
                                            <p:txEl>
                                              <p:pRg st="0" end="0"/>
                                            </p:txEl>
                                          </p:spTgt>
                                        </p:tgtEl>
                                      </p:cBhvr>
                                    </p:animEffect>
                                    <p:anim calcmode="lin" valueType="num">
                                      <p:cBhvr>
                                        <p:cTn id="8" dur="1000" fill="hold"/>
                                        <p:tgtEl>
                                          <p:spTgt spid="7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7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7">
                                            <p:txEl>
                                              <p:pRg st="1" end="1"/>
                                            </p:txEl>
                                          </p:spTgt>
                                        </p:tgtEl>
                                        <p:attrNameLst>
                                          <p:attrName>style.visibility</p:attrName>
                                        </p:attrNameLst>
                                      </p:cBhvr>
                                      <p:to>
                                        <p:strVal val="visible"/>
                                      </p:to>
                                    </p:set>
                                    <p:animEffect transition="in" filter="fade">
                                      <p:cBhvr>
                                        <p:cTn id="14" dur="1000"/>
                                        <p:tgtEl>
                                          <p:spTgt spid="77">
                                            <p:txEl>
                                              <p:pRg st="1" end="1"/>
                                            </p:txEl>
                                          </p:spTgt>
                                        </p:tgtEl>
                                      </p:cBhvr>
                                    </p:animEffect>
                                    <p:anim calcmode="lin" valueType="num">
                                      <p:cBhvr>
                                        <p:cTn id="15" dur="1000" fill="hold"/>
                                        <p:tgtEl>
                                          <p:spTgt spid="77">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77">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7">
                                            <p:txEl>
                                              <p:pRg st="2" end="2"/>
                                            </p:txEl>
                                          </p:spTgt>
                                        </p:tgtEl>
                                        <p:attrNameLst>
                                          <p:attrName>style.visibility</p:attrName>
                                        </p:attrNameLst>
                                      </p:cBhvr>
                                      <p:to>
                                        <p:strVal val="visible"/>
                                      </p:to>
                                    </p:set>
                                    <p:animEffect transition="in" filter="fade">
                                      <p:cBhvr>
                                        <p:cTn id="21" dur="1000"/>
                                        <p:tgtEl>
                                          <p:spTgt spid="77">
                                            <p:txEl>
                                              <p:pRg st="2" end="2"/>
                                            </p:txEl>
                                          </p:spTgt>
                                        </p:tgtEl>
                                      </p:cBhvr>
                                    </p:animEffect>
                                    <p:anim calcmode="lin" valueType="num">
                                      <p:cBhvr>
                                        <p:cTn id="22" dur="1000" fill="hold"/>
                                        <p:tgtEl>
                                          <p:spTgt spid="77">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77">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7">
                                            <p:txEl>
                                              <p:pRg st="3" end="3"/>
                                            </p:txEl>
                                          </p:spTgt>
                                        </p:tgtEl>
                                        <p:attrNameLst>
                                          <p:attrName>style.visibility</p:attrName>
                                        </p:attrNameLst>
                                      </p:cBhvr>
                                      <p:to>
                                        <p:strVal val="visible"/>
                                      </p:to>
                                    </p:set>
                                    <p:animEffect transition="in" filter="fade">
                                      <p:cBhvr>
                                        <p:cTn id="28" dur="1000"/>
                                        <p:tgtEl>
                                          <p:spTgt spid="77">
                                            <p:txEl>
                                              <p:pRg st="3" end="3"/>
                                            </p:txEl>
                                          </p:spTgt>
                                        </p:tgtEl>
                                      </p:cBhvr>
                                    </p:animEffect>
                                    <p:anim calcmode="lin" valueType="num">
                                      <p:cBhvr>
                                        <p:cTn id="29" dur="1000" fill="hold"/>
                                        <p:tgtEl>
                                          <p:spTgt spid="77">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77">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uiExpand="1" build="p"/>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AutoShape 5"/>
          <p:cNvSpPr>
            <a:spLocks noChangeArrowheads="1"/>
          </p:cNvSpPr>
          <p:nvPr/>
        </p:nvSpPr>
        <p:spPr bwMode="auto">
          <a:xfrm>
            <a:off x="556963" y="62269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5" name="Rectangle 6"/>
          <p:cNvSpPr>
            <a:spLocks noChangeArrowheads="1"/>
          </p:cNvSpPr>
          <p:nvPr/>
        </p:nvSpPr>
        <p:spPr bwMode="auto">
          <a:xfrm>
            <a:off x="3475118" y="589480"/>
            <a:ext cx="22124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PING </a:t>
            </a:r>
            <a:r>
              <a:rPr lang="zh-CN" altLang="en-US" sz="2000" b="1" dirty="0">
                <a:solidFill>
                  <a:schemeClr val="bg1"/>
                </a:solidFill>
                <a:latin typeface="微软雅黑" pitchFamily="34" charset="-122"/>
                <a:ea typeface="微软雅黑" pitchFamily="34" charset="-122"/>
              </a:rPr>
              <a:t>的应用举例</a:t>
            </a:r>
          </a:p>
        </p:txBody>
      </p:sp>
      <p:sp>
        <p:nvSpPr>
          <p:cNvPr id="106" name="圆角矩形 105"/>
          <p:cNvSpPr/>
          <p:nvPr/>
        </p:nvSpPr>
        <p:spPr>
          <a:xfrm>
            <a:off x="556963" y="1060279"/>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矩形 107"/>
          <p:cNvSpPr/>
          <p:nvPr/>
        </p:nvSpPr>
        <p:spPr>
          <a:xfrm>
            <a:off x="1932338" y="4308390"/>
            <a:ext cx="5298024" cy="307777"/>
          </a:xfrm>
          <a:prstGeom prst="rect">
            <a:avLst/>
          </a:prstGeom>
        </p:spPr>
        <p:txBody>
          <a:bodyPr wrap="square">
            <a:spAutoFit/>
          </a:bodyPr>
          <a:lstStyle/>
          <a:p>
            <a:pPr algn="ctr"/>
            <a:r>
              <a:rPr lang="zh-CN" altLang="zh-CN" sz="1400" b="1" dirty="0">
                <a:latin typeface="微软雅黑" pitchFamily="34" charset="-122"/>
                <a:ea typeface="微软雅黑" pitchFamily="34" charset="-122"/>
              </a:rPr>
              <a:t>用</a:t>
            </a:r>
            <a:r>
              <a:rPr lang="en-US" altLang="zh-CN" sz="1400" b="1" dirty="0">
                <a:latin typeface="微软雅黑" pitchFamily="34" charset="-122"/>
                <a:ea typeface="微软雅黑" pitchFamily="34" charset="-122"/>
              </a:rPr>
              <a:t> PING </a:t>
            </a:r>
            <a:r>
              <a:rPr lang="zh-CN" altLang="zh-CN" sz="1400" b="1" dirty="0">
                <a:latin typeface="微软雅黑" pitchFamily="34" charset="-122"/>
                <a:ea typeface="微软雅黑" pitchFamily="34" charset="-122"/>
              </a:rPr>
              <a:t>测试</a:t>
            </a:r>
            <a:r>
              <a:rPr lang="zh-CN" altLang="en-US" sz="1400" b="1" dirty="0">
                <a:latin typeface="微软雅黑" pitchFamily="34" charset="-122"/>
                <a:ea typeface="微软雅黑" pitchFamily="34" charset="-122"/>
              </a:rPr>
              <a:t>邮件服务器 </a:t>
            </a:r>
            <a:r>
              <a:rPr lang="en-US" altLang="zh-CN" sz="1400" b="1" dirty="0">
                <a:latin typeface="微软雅黑" pitchFamily="34" charset="-122"/>
                <a:ea typeface="微软雅黑" pitchFamily="34" charset="-122"/>
              </a:rPr>
              <a:t>mail.sina.com.cn </a:t>
            </a:r>
            <a:r>
              <a:rPr lang="zh-CN" altLang="en-US" sz="1400" b="1" dirty="0">
                <a:latin typeface="微软雅黑" pitchFamily="34" charset="-122"/>
                <a:ea typeface="微软雅黑" pitchFamily="34" charset="-122"/>
              </a:rPr>
              <a:t>的连通性</a:t>
            </a:r>
          </a:p>
        </p:txBody>
      </p:sp>
      <p:pic>
        <p:nvPicPr>
          <p:cNvPr id="9" name="Picture 5" descr="2006-2-19-pi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79871" y="1200616"/>
            <a:ext cx="7011354" cy="2916529"/>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a:extLst>
              <a:ext uri="{FF2B5EF4-FFF2-40B4-BE49-F238E27FC236}">
                <a16:creationId xmlns:a16="http://schemas.microsoft.com/office/drawing/2014/main" id="{78848E8F-9647-077B-26E0-0BC07F699058}"/>
              </a:ext>
            </a:extLst>
          </p:cNvPr>
          <p:cNvSpPr/>
          <p:nvPr/>
        </p:nvSpPr>
        <p:spPr>
          <a:xfrm>
            <a:off x="4935794" y="2128684"/>
            <a:ext cx="1135625" cy="875071"/>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矩形 2">
            <a:extLst>
              <a:ext uri="{FF2B5EF4-FFF2-40B4-BE49-F238E27FC236}">
                <a16:creationId xmlns:a16="http://schemas.microsoft.com/office/drawing/2014/main" id="{094B8FAE-E47F-CE0A-FE1D-CB566D210999}"/>
              </a:ext>
            </a:extLst>
          </p:cNvPr>
          <p:cNvSpPr/>
          <p:nvPr/>
        </p:nvSpPr>
        <p:spPr>
          <a:xfrm>
            <a:off x="1179871" y="3195000"/>
            <a:ext cx="6130413" cy="829743"/>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矩形 3">
            <a:extLst>
              <a:ext uri="{FF2B5EF4-FFF2-40B4-BE49-F238E27FC236}">
                <a16:creationId xmlns:a16="http://schemas.microsoft.com/office/drawing/2014/main" id="{4C13CEEC-5143-07ED-EEF9-696134E953A4}"/>
              </a:ext>
            </a:extLst>
          </p:cNvPr>
          <p:cNvSpPr/>
          <p:nvPr/>
        </p:nvSpPr>
        <p:spPr>
          <a:xfrm>
            <a:off x="1179872" y="2571750"/>
            <a:ext cx="1966451" cy="215695"/>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ustDataLst>
      <p:tags r:id="rId1"/>
    </p:custDataLst>
    <p:extLst>
      <p:ext uri="{BB962C8B-B14F-4D97-AF65-F5344CB8AC3E}">
        <p14:creationId xmlns:p14="http://schemas.microsoft.com/office/powerpoint/2010/main" val="7238255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subTnLst>
                                    <p:set>
                                      <p:cBhvr override="childStyle">
                                        <p:cTn dur="1" fill="hold" display="0" masterRel="nextClick" afterEffect="1"/>
                                        <p:tgtEl>
                                          <p:spTgt spid="2"/>
                                        </p:tgtEl>
                                        <p:attrNameLst>
                                          <p:attrName>style.visibility</p:attrName>
                                        </p:attrNameLst>
                                      </p:cBhvr>
                                      <p:to>
                                        <p:strVal val="hidden"/>
                                      </p:to>
                                    </p:set>
                                  </p:sub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500" fill="hold"/>
                                        <p:tgtEl>
                                          <p:spTgt spid="3"/>
                                        </p:tgtEl>
                                        <p:attrNameLst>
                                          <p:attrName>ppt_w</p:attrName>
                                        </p:attrNameLst>
                                      </p:cBhvr>
                                      <p:tavLst>
                                        <p:tav tm="0">
                                          <p:val>
                                            <p:fltVal val="0"/>
                                          </p:val>
                                        </p:tav>
                                        <p:tav tm="100000">
                                          <p:val>
                                            <p:strVal val="#ppt_w"/>
                                          </p:val>
                                        </p:tav>
                                      </p:tavLst>
                                    </p:anim>
                                    <p:anim calcmode="lin" valueType="num">
                                      <p:cBhvr>
                                        <p:cTn id="15" dur="500" fill="hold"/>
                                        <p:tgtEl>
                                          <p:spTgt spid="3"/>
                                        </p:tgtEl>
                                        <p:attrNameLst>
                                          <p:attrName>ppt_h</p:attrName>
                                        </p:attrNameLst>
                                      </p:cBhvr>
                                      <p:tavLst>
                                        <p:tav tm="0">
                                          <p:val>
                                            <p:fltVal val="0"/>
                                          </p:val>
                                        </p:tav>
                                        <p:tav tm="100000">
                                          <p:val>
                                            <p:strVal val="#ppt_h"/>
                                          </p:val>
                                        </p:tav>
                                      </p:tavLst>
                                    </p:anim>
                                    <p:animEffect transition="in" filter="fade">
                                      <p:cBhvr>
                                        <p:cTn id="16" dur="500"/>
                                        <p:tgtEl>
                                          <p:spTgt spid="3"/>
                                        </p:tgtEl>
                                      </p:cBhvr>
                                    </p:animEffect>
                                  </p:childTnLst>
                                  <p:subTnLst>
                                    <p:set>
                                      <p:cBhvr override="childStyle">
                                        <p:cTn dur="1" fill="hold" display="0" masterRel="nextClick" afterEffect="1"/>
                                        <p:tgtEl>
                                          <p:spTgt spid="3"/>
                                        </p:tgtEl>
                                        <p:attrNameLst>
                                          <p:attrName>style.visibility</p:attrName>
                                        </p:attrNameLst>
                                      </p:cBhvr>
                                      <p:to>
                                        <p:strVal val="hidden"/>
                                      </p:to>
                                    </p:set>
                                  </p:sub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p:cTn id="21" dur="500" fill="hold"/>
                                        <p:tgtEl>
                                          <p:spTgt spid="4"/>
                                        </p:tgtEl>
                                        <p:attrNameLst>
                                          <p:attrName>ppt_w</p:attrName>
                                        </p:attrNameLst>
                                      </p:cBhvr>
                                      <p:tavLst>
                                        <p:tav tm="0">
                                          <p:val>
                                            <p:fltVal val="0"/>
                                          </p:val>
                                        </p:tav>
                                        <p:tav tm="100000">
                                          <p:val>
                                            <p:strVal val="#ppt_w"/>
                                          </p:val>
                                        </p:tav>
                                      </p:tavLst>
                                    </p:anim>
                                    <p:anim calcmode="lin" valueType="num">
                                      <p:cBhvr>
                                        <p:cTn id="22" dur="500" fill="hold"/>
                                        <p:tgtEl>
                                          <p:spTgt spid="4"/>
                                        </p:tgtEl>
                                        <p:attrNameLst>
                                          <p:attrName>ppt_h</p:attrName>
                                        </p:attrNameLst>
                                      </p:cBhvr>
                                      <p:tavLst>
                                        <p:tav tm="0">
                                          <p:val>
                                            <p:fltVal val="0"/>
                                          </p:val>
                                        </p:tav>
                                        <p:tav tm="100000">
                                          <p:val>
                                            <p:strVal val="#ppt_h"/>
                                          </p:val>
                                        </p:tav>
                                      </p:tavLst>
                                    </p:anim>
                                    <p:animEffect transition="in" filter="fade">
                                      <p:cBhvr>
                                        <p:cTn id="23" dur="500"/>
                                        <p:tgtEl>
                                          <p:spTgt spid="4"/>
                                        </p:tgtEl>
                                      </p:cBhvr>
                                    </p:animEffect>
                                  </p:childTnLst>
                                  <p:subTnLst>
                                    <p:set>
                                      <p:cBhvr override="childStyle">
                                        <p:cTn dur="1" fill="hold" display="0" masterRel="nextClick" afterEffect="1"/>
                                        <p:tgtEl>
                                          <p:spTgt spid="4"/>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230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787699" y="590232"/>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4.3.2  ICMP </a:t>
            </a:r>
            <a:r>
              <a:rPr lang="zh-CN" altLang="en-US" sz="2400" b="1" dirty="0">
                <a:solidFill>
                  <a:schemeClr val="bg1"/>
                </a:solidFill>
                <a:latin typeface="微软雅黑" pitchFamily="34" charset="-122"/>
                <a:ea typeface="微软雅黑" pitchFamily="34" charset="-122"/>
              </a:rPr>
              <a:t>的应用举例</a:t>
            </a:r>
          </a:p>
        </p:txBody>
      </p:sp>
      <p:sp>
        <p:nvSpPr>
          <p:cNvPr id="4" name="Rectangle 8"/>
          <p:cNvSpPr>
            <a:spLocks noChangeArrowheads="1"/>
          </p:cNvSpPr>
          <p:nvPr/>
        </p:nvSpPr>
        <p:spPr bwMode="auto">
          <a:xfrm>
            <a:off x="545144" y="1142832"/>
            <a:ext cx="8053712" cy="30099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solidFill>
                  <a:srgbClr val="C00000"/>
                </a:solidFill>
                <a:latin typeface="微软雅黑" pitchFamily="34" charset="-122"/>
                <a:ea typeface="微软雅黑" pitchFamily="34" charset="-122"/>
              </a:rPr>
              <a:t>Traceroute</a:t>
            </a:r>
            <a:endParaRPr lang="zh-CN" altLang="en-US"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这是</a:t>
            </a:r>
            <a:r>
              <a:rPr lang="en-US" altLang="zh-CN" sz="2000" b="1" dirty="0">
                <a:latin typeface="微软雅黑" pitchFamily="34" charset="-122"/>
                <a:ea typeface="微软雅黑" pitchFamily="34" charset="-122"/>
              </a:rPr>
              <a:t>UNIX</a:t>
            </a:r>
            <a:r>
              <a:rPr lang="zh-CN" altLang="en-US" sz="2000" b="1" dirty="0">
                <a:latin typeface="微软雅黑" pitchFamily="34" charset="-122"/>
                <a:ea typeface="微软雅黑" pitchFamily="34" charset="-122"/>
              </a:rPr>
              <a:t>操作系统中命令。用来跟踪一个分组从源点到终点的</a:t>
            </a:r>
            <a:r>
              <a:rPr lang="zh-CN" altLang="en-US" sz="2000" b="1" dirty="0">
                <a:solidFill>
                  <a:srgbClr val="0000FF"/>
                </a:solidFill>
                <a:latin typeface="微软雅黑" pitchFamily="34" charset="-122"/>
                <a:ea typeface="微软雅黑" pitchFamily="34" charset="-122"/>
              </a:rPr>
              <a:t>路径。</a:t>
            </a:r>
            <a:endParaRPr lang="zh-CN" altLang="en-US" sz="2000" b="1" dirty="0">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Windows </a:t>
            </a:r>
            <a:r>
              <a:rPr lang="zh-CN" altLang="en-US" sz="2000" b="1" dirty="0">
                <a:latin typeface="微软雅黑" pitchFamily="34" charset="-122"/>
                <a:ea typeface="微软雅黑" pitchFamily="34" charset="-122"/>
              </a:rPr>
              <a:t>操作系统中这个命令是 </a:t>
            </a:r>
            <a:r>
              <a:rPr lang="en-US" altLang="zh-CN" sz="2000" b="1" dirty="0" err="1">
                <a:latin typeface="微软雅黑" pitchFamily="34" charset="-122"/>
                <a:ea typeface="微软雅黑" pitchFamily="34" charset="-122"/>
              </a:rPr>
              <a:t>tracert</a:t>
            </a:r>
            <a:r>
              <a:rPr lang="zh-CN" altLang="en-US" sz="2000" b="1" dirty="0">
                <a:latin typeface="微软雅黑" pitchFamily="34" charset="-122"/>
                <a:ea typeface="微软雅黑" pitchFamily="34" charset="-122"/>
              </a:rPr>
              <a:t>（工作原理与</a:t>
            </a:r>
            <a:r>
              <a:rPr lang="en-US" altLang="zh-CN" sz="2000" b="1" dirty="0">
                <a:latin typeface="微软雅黑" pitchFamily="34" charset="-122"/>
                <a:ea typeface="微软雅黑" pitchFamily="34" charset="-122"/>
              </a:rPr>
              <a:t>traceroute</a:t>
            </a:r>
            <a:r>
              <a:rPr lang="zh-CN" altLang="en-US" sz="2000" b="1" dirty="0">
                <a:latin typeface="微软雅黑" pitchFamily="34" charset="-122"/>
                <a:ea typeface="微软雅黑" pitchFamily="34" charset="-122"/>
              </a:rPr>
              <a:t>稍有不同）。</a:t>
            </a:r>
            <a:endParaRPr lang="zh-CN" altLang="en-US" sz="2000" b="1" dirty="0">
              <a:solidFill>
                <a:srgbClr val="0000FF"/>
              </a:solidFill>
              <a:latin typeface="微软雅黑" pitchFamily="34" charset="-122"/>
              <a:ea typeface="微软雅黑" pitchFamily="34" charset="-122"/>
            </a:endParaRPr>
          </a:p>
          <a:p>
            <a:pPr marL="357188" indent="-357188">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它利用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数据报中的 </a:t>
            </a:r>
            <a:r>
              <a:rPr lang="en-US" altLang="zh-CN" sz="2000" b="1" dirty="0">
                <a:solidFill>
                  <a:srgbClr val="0000FF"/>
                </a:solidFill>
                <a:latin typeface="微软雅黑" pitchFamily="34" charset="-122"/>
                <a:ea typeface="微软雅黑" pitchFamily="34" charset="-122"/>
              </a:rPr>
              <a:t>TTL </a:t>
            </a:r>
            <a:r>
              <a:rPr lang="zh-CN" altLang="en-US" sz="2000" b="1" dirty="0">
                <a:solidFill>
                  <a:srgbClr val="0000FF"/>
                </a:solidFill>
                <a:latin typeface="微软雅黑" pitchFamily="34" charset="-122"/>
                <a:ea typeface="微软雅黑" pitchFamily="34" charset="-122"/>
              </a:rPr>
              <a:t>字段、</a:t>
            </a:r>
            <a:r>
              <a:rPr lang="en-US" altLang="zh-CN" sz="2000" b="1" dirty="0">
                <a:solidFill>
                  <a:srgbClr val="0000FF"/>
                </a:solidFill>
                <a:latin typeface="微软雅黑" pitchFamily="34" charset="-122"/>
                <a:ea typeface="微软雅黑" pitchFamily="34" charset="-122"/>
              </a:rPr>
              <a:t>ICMP </a:t>
            </a:r>
            <a:r>
              <a:rPr lang="zh-CN" altLang="en-US" sz="2000" b="1" dirty="0">
                <a:solidFill>
                  <a:srgbClr val="0000FF"/>
                </a:solidFill>
                <a:latin typeface="微软雅黑" pitchFamily="34" charset="-122"/>
                <a:ea typeface="微软雅黑" pitchFamily="34" charset="-122"/>
              </a:rPr>
              <a:t>时间超过差错报告报文</a:t>
            </a:r>
            <a:r>
              <a:rPr lang="zh-CN" altLang="en-US" sz="2000" b="1" dirty="0">
                <a:latin typeface="微软雅黑" pitchFamily="34" charset="-122"/>
                <a:ea typeface="微软雅黑" pitchFamily="34" charset="-122"/>
              </a:rPr>
              <a:t>和</a:t>
            </a:r>
            <a:r>
              <a:rPr lang="en-US" altLang="zh-CN" sz="2000" b="1" dirty="0">
                <a:solidFill>
                  <a:srgbClr val="0000FF"/>
                </a:solidFill>
                <a:latin typeface="微软雅黑" pitchFamily="34" charset="-122"/>
                <a:ea typeface="微软雅黑" pitchFamily="34" charset="-122"/>
              </a:rPr>
              <a:t>ICMP </a:t>
            </a:r>
            <a:r>
              <a:rPr lang="zh-CN" altLang="en-US" sz="2000" b="1" dirty="0">
                <a:solidFill>
                  <a:srgbClr val="0000FF"/>
                </a:solidFill>
                <a:latin typeface="微软雅黑" pitchFamily="34" charset="-122"/>
                <a:ea typeface="微软雅黑" pitchFamily="34" charset="-122"/>
              </a:rPr>
              <a:t>终点不可达差错报告报文</a:t>
            </a:r>
            <a:r>
              <a:rPr lang="zh-CN" altLang="en-US" sz="2000" b="1" dirty="0">
                <a:latin typeface="微软雅黑" pitchFamily="34" charset="-122"/>
                <a:ea typeface="微软雅黑" pitchFamily="34" charset="-122"/>
              </a:rPr>
              <a:t>实现对从源点到终点的路径的跟踪。</a:t>
            </a:r>
          </a:p>
        </p:txBody>
      </p:sp>
    </p:spTree>
    <p:custDataLst>
      <p:tags r:id="rId1"/>
    </p:custDataLst>
    <p:extLst>
      <p:ext uri="{BB962C8B-B14F-4D97-AF65-F5344CB8AC3E}">
        <p14:creationId xmlns:p14="http://schemas.microsoft.com/office/powerpoint/2010/main" val="22977627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869D14-02CB-11A8-DB8B-C384A78D3B4A}"/>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C4674078-4648-E5F8-95F4-52D49F83C5EE}"/>
              </a:ext>
            </a:extLst>
          </p:cNvPr>
          <p:cNvSpPr>
            <a:spLocks noChangeArrowheads="1"/>
          </p:cNvSpPr>
          <p:nvPr/>
        </p:nvSpPr>
        <p:spPr bwMode="auto">
          <a:xfrm>
            <a:off x="545144" y="62230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782B1696-10C7-271E-CF1F-903A2611E990}"/>
              </a:ext>
            </a:extLst>
          </p:cNvPr>
          <p:cNvSpPr>
            <a:spLocks noChangeArrowheads="1"/>
          </p:cNvSpPr>
          <p:nvPr/>
        </p:nvSpPr>
        <p:spPr bwMode="auto">
          <a:xfrm>
            <a:off x="2787699" y="590232"/>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4.3.2  ICMP </a:t>
            </a:r>
            <a:r>
              <a:rPr lang="zh-CN" altLang="en-US" sz="2400" b="1" dirty="0">
                <a:solidFill>
                  <a:schemeClr val="bg1"/>
                </a:solidFill>
                <a:latin typeface="微软雅黑" pitchFamily="34" charset="-122"/>
                <a:ea typeface="微软雅黑" pitchFamily="34" charset="-122"/>
              </a:rPr>
              <a:t>的应用举例</a:t>
            </a:r>
          </a:p>
        </p:txBody>
      </p:sp>
      <p:sp>
        <p:nvSpPr>
          <p:cNvPr id="4" name="Rectangle 8">
            <a:extLst>
              <a:ext uri="{FF2B5EF4-FFF2-40B4-BE49-F238E27FC236}">
                <a16:creationId xmlns:a16="http://schemas.microsoft.com/office/drawing/2014/main" id="{F0595865-3F8B-6735-1A0B-A9A96A834F9F}"/>
              </a:ext>
            </a:extLst>
          </p:cNvPr>
          <p:cNvSpPr>
            <a:spLocks noChangeArrowheads="1"/>
          </p:cNvSpPr>
          <p:nvPr/>
        </p:nvSpPr>
        <p:spPr bwMode="auto">
          <a:xfrm>
            <a:off x="545144" y="1142832"/>
            <a:ext cx="8053712" cy="4707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solidFill>
                  <a:srgbClr val="C00000"/>
                </a:solidFill>
                <a:latin typeface="微软雅黑" pitchFamily="34" charset="-122"/>
                <a:ea typeface="微软雅黑" pitchFamily="34" charset="-122"/>
              </a:rPr>
              <a:t>Traceroute </a:t>
            </a:r>
            <a:r>
              <a:rPr lang="zh-CN" altLang="en-US" sz="2000" b="1" dirty="0">
                <a:solidFill>
                  <a:srgbClr val="C00000"/>
                </a:solidFill>
                <a:latin typeface="微软雅黑" pitchFamily="34" charset="-122"/>
                <a:ea typeface="微软雅黑" pitchFamily="34" charset="-122"/>
              </a:rPr>
              <a:t>的基本原理</a:t>
            </a:r>
            <a:endParaRPr lang="zh-CN" altLang="en-US" sz="2000" b="1" dirty="0">
              <a:latin typeface="微软雅黑" pitchFamily="34" charset="-122"/>
              <a:ea typeface="微软雅黑" pitchFamily="34" charset="-122"/>
            </a:endParaRPr>
          </a:p>
        </p:txBody>
      </p:sp>
      <p:sp>
        <p:nvSpPr>
          <p:cNvPr id="5" name="圆角矩形 4">
            <a:extLst>
              <a:ext uri="{FF2B5EF4-FFF2-40B4-BE49-F238E27FC236}">
                <a16:creationId xmlns:a16="http://schemas.microsoft.com/office/drawing/2014/main" id="{8F821045-3E6A-7677-5BAC-3F1E643411EE}"/>
              </a:ext>
            </a:extLst>
          </p:cNvPr>
          <p:cNvSpPr/>
          <p:nvPr/>
        </p:nvSpPr>
        <p:spPr>
          <a:xfrm>
            <a:off x="545144" y="1823885"/>
            <a:ext cx="8048776" cy="258246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Line 95">
            <a:extLst>
              <a:ext uri="{FF2B5EF4-FFF2-40B4-BE49-F238E27FC236}">
                <a16:creationId xmlns:a16="http://schemas.microsoft.com/office/drawing/2014/main" id="{80853ADA-0787-307E-5E74-849DCDEF3285}"/>
              </a:ext>
            </a:extLst>
          </p:cNvPr>
          <p:cNvSpPr>
            <a:spLocks noChangeShapeType="1"/>
          </p:cNvSpPr>
          <p:nvPr/>
        </p:nvSpPr>
        <p:spPr bwMode="auto">
          <a:xfrm flipH="1">
            <a:off x="1091241" y="3309843"/>
            <a:ext cx="698917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27" name="Group 284">
            <a:extLst>
              <a:ext uri="{FF2B5EF4-FFF2-40B4-BE49-F238E27FC236}">
                <a16:creationId xmlns:a16="http://schemas.microsoft.com/office/drawing/2014/main" id="{AB5AEE6C-000D-D421-F5FD-CEE2C4126596}"/>
              </a:ext>
            </a:extLst>
          </p:cNvPr>
          <p:cNvGrpSpPr>
            <a:grpSpLocks/>
          </p:cNvGrpSpPr>
          <p:nvPr/>
        </p:nvGrpSpPr>
        <p:grpSpPr bwMode="auto">
          <a:xfrm>
            <a:off x="6416554" y="2784743"/>
            <a:ext cx="1359990" cy="1055356"/>
            <a:chOff x="912" y="768"/>
            <a:chExt cx="2400" cy="1584"/>
          </a:xfrm>
          <a:solidFill>
            <a:schemeClr val="bg1"/>
          </a:solidFill>
        </p:grpSpPr>
        <p:sp>
          <p:nvSpPr>
            <p:cNvPr id="28" name="Oval 285">
              <a:extLst>
                <a:ext uri="{FF2B5EF4-FFF2-40B4-BE49-F238E27FC236}">
                  <a16:creationId xmlns:a16="http://schemas.microsoft.com/office/drawing/2014/main" id="{AB4413A5-916F-68F8-FFC2-2442E46AFE47}"/>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9" name="Oval 286">
              <a:extLst>
                <a:ext uri="{FF2B5EF4-FFF2-40B4-BE49-F238E27FC236}">
                  <a16:creationId xmlns:a16="http://schemas.microsoft.com/office/drawing/2014/main" id="{3E4FE84D-E607-5FD6-88B4-166797E74A4B}"/>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0" name="Oval 287">
              <a:extLst>
                <a:ext uri="{FF2B5EF4-FFF2-40B4-BE49-F238E27FC236}">
                  <a16:creationId xmlns:a16="http://schemas.microsoft.com/office/drawing/2014/main" id="{B37A85DC-C6E3-C3E2-34FA-FBAF5D700BDD}"/>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1" name="Oval 288">
              <a:extLst>
                <a:ext uri="{FF2B5EF4-FFF2-40B4-BE49-F238E27FC236}">
                  <a16:creationId xmlns:a16="http://schemas.microsoft.com/office/drawing/2014/main" id="{60220981-DB2D-2781-E14D-A218801F0BB1}"/>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2" name="Oval 289">
              <a:extLst>
                <a:ext uri="{FF2B5EF4-FFF2-40B4-BE49-F238E27FC236}">
                  <a16:creationId xmlns:a16="http://schemas.microsoft.com/office/drawing/2014/main" id="{1B1C0E2B-9538-3881-3328-2175DB7AF100}"/>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90">
              <a:extLst>
                <a:ext uri="{FF2B5EF4-FFF2-40B4-BE49-F238E27FC236}">
                  <a16:creationId xmlns:a16="http://schemas.microsoft.com/office/drawing/2014/main" id="{3B3549B3-E79F-AC6A-880D-1C3EB17A89A3}"/>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91">
              <a:extLst>
                <a:ext uri="{FF2B5EF4-FFF2-40B4-BE49-F238E27FC236}">
                  <a16:creationId xmlns:a16="http://schemas.microsoft.com/office/drawing/2014/main" id="{9D19BEC9-FC74-1424-5306-8FB00A14F616}"/>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92">
              <a:extLst>
                <a:ext uri="{FF2B5EF4-FFF2-40B4-BE49-F238E27FC236}">
                  <a16:creationId xmlns:a16="http://schemas.microsoft.com/office/drawing/2014/main" id="{9F02279D-BF49-962E-D842-DC40F4DC6A4C}"/>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93">
              <a:extLst>
                <a:ext uri="{FF2B5EF4-FFF2-40B4-BE49-F238E27FC236}">
                  <a16:creationId xmlns:a16="http://schemas.microsoft.com/office/drawing/2014/main" id="{D99A39DD-CD0D-5DCA-A067-C8B5EEE88DB7}"/>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37" name="Group 294">
              <a:extLst>
                <a:ext uri="{FF2B5EF4-FFF2-40B4-BE49-F238E27FC236}">
                  <a16:creationId xmlns:a16="http://schemas.microsoft.com/office/drawing/2014/main" id="{4775948E-EB18-74EB-5D7B-D5F096E5E851}"/>
                </a:ext>
              </a:extLst>
            </p:cNvPr>
            <p:cNvGrpSpPr>
              <a:grpSpLocks/>
            </p:cNvGrpSpPr>
            <p:nvPr/>
          </p:nvGrpSpPr>
          <p:grpSpPr bwMode="auto">
            <a:xfrm>
              <a:off x="912" y="768"/>
              <a:ext cx="2386" cy="1553"/>
              <a:chOff x="912" y="768"/>
              <a:chExt cx="2386" cy="1553"/>
            </a:xfrm>
            <a:grpFill/>
          </p:grpSpPr>
          <p:sp>
            <p:nvSpPr>
              <p:cNvPr id="38" name="Oval 295">
                <a:extLst>
                  <a:ext uri="{FF2B5EF4-FFF2-40B4-BE49-F238E27FC236}">
                    <a16:creationId xmlns:a16="http://schemas.microsoft.com/office/drawing/2014/main" id="{52585284-44B4-BAA8-5C3E-D7BCFC531716}"/>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96">
                <a:extLst>
                  <a:ext uri="{FF2B5EF4-FFF2-40B4-BE49-F238E27FC236}">
                    <a16:creationId xmlns:a16="http://schemas.microsoft.com/office/drawing/2014/main" id="{10E22BB3-F8B7-F057-DE7F-1A7E8326465D}"/>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97">
                <a:extLst>
                  <a:ext uri="{FF2B5EF4-FFF2-40B4-BE49-F238E27FC236}">
                    <a16:creationId xmlns:a16="http://schemas.microsoft.com/office/drawing/2014/main" id="{3085618D-CD73-80EA-9B89-A43E53FA91AD}"/>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1" name="Oval 298">
                <a:extLst>
                  <a:ext uri="{FF2B5EF4-FFF2-40B4-BE49-F238E27FC236}">
                    <a16:creationId xmlns:a16="http://schemas.microsoft.com/office/drawing/2014/main" id="{7AFD6AB0-7D99-BE5A-59C4-7B76BB606D84}"/>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2" name="Oval 299">
                <a:extLst>
                  <a:ext uri="{FF2B5EF4-FFF2-40B4-BE49-F238E27FC236}">
                    <a16:creationId xmlns:a16="http://schemas.microsoft.com/office/drawing/2014/main" id="{5D9CC8E3-FC40-F04D-AF82-999EA0E54022}"/>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300">
                <a:extLst>
                  <a:ext uri="{FF2B5EF4-FFF2-40B4-BE49-F238E27FC236}">
                    <a16:creationId xmlns:a16="http://schemas.microsoft.com/office/drawing/2014/main" id="{A6006987-C5C3-9DD2-1855-AB73A8257295}"/>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301">
                <a:extLst>
                  <a:ext uri="{FF2B5EF4-FFF2-40B4-BE49-F238E27FC236}">
                    <a16:creationId xmlns:a16="http://schemas.microsoft.com/office/drawing/2014/main" id="{C27DBB1C-940C-A6C9-2E50-A31652692DEF}"/>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302">
                <a:extLst>
                  <a:ext uri="{FF2B5EF4-FFF2-40B4-BE49-F238E27FC236}">
                    <a16:creationId xmlns:a16="http://schemas.microsoft.com/office/drawing/2014/main" id="{0A0ABB05-9C9E-E5D8-B9C2-228264D85597}"/>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303">
                <a:extLst>
                  <a:ext uri="{FF2B5EF4-FFF2-40B4-BE49-F238E27FC236}">
                    <a16:creationId xmlns:a16="http://schemas.microsoft.com/office/drawing/2014/main" id="{1B79BEF9-B9D4-4D8D-4B2B-28B2F01FB8F5}"/>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47" name="Group 264">
            <a:extLst>
              <a:ext uri="{FF2B5EF4-FFF2-40B4-BE49-F238E27FC236}">
                <a16:creationId xmlns:a16="http://schemas.microsoft.com/office/drawing/2014/main" id="{4BE9F2A4-C324-FD8F-3A85-2DBEBB7BFEDD}"/>
              </a:ext>
            </a:extLst>
          </p:cNvPr>
          <p:cNvGrpSpPr>
            <a:grpSpLocks/>
          </p:cNvGrpSpPr>
          <p:nvPr/>
        </p:nvGrpSpPr>
        <p:grpSpPr bwMode="auto">
          <a:xfrm>
            <a:off x="3890294" y="2787495"/>
            <a:ext cx="1359990" cy="1055356"/>
            <a:chOff x="912" y="768"/>
            <a:chExt cx="2400" cy="1584"/>
          </a:xfrm>
          <a:solidFill>
            <a:schemeClr val="bg1"/>
          </a:solidFill>
        </p:grpSpPr>
        <p:sp>
          <p:nvSpPr>
            <p:cNvPr id="48" name="Oval 265">
              <a:extLst>
                <a:ext uri="{FF2B5EF4-FFF2-40B4-BE49-F238E27FC236}">
                  <a16:creationId xmlns:a16="http://schemas.microsoft.com/office/drawing/2014/main" id="{A817E981-E610-0F11-AC66-0979FD46C1C9}"/>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66">
              <a:extLst>
                <a:ext uri="{FF2B5EF4-FFF2-40B4-BE49-F238E27FC236}">
                  <a16:creationId xmlns:a16="http://schemas.microsoft.com/office/drawing/2014/main" id="{FA98B82C-B22B-F333-6A7E-FB8B884FB7CC}"/>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67">
              <a:extLst>
                <a:ext uri="{FF2B5EF4-FFF2-40B4-BE49-F238E27FC236}">
                  <a16:creationId xmlns:a16="http://schemas.microsoft.com/office/drawing/2014/main" id="{4083F580-80B5-AFD6-3F0A-FA06B541F574}"/>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1" name="Oval 268">
              <a:extLst>
                <a:ext uri="{FF2B5EF4-FFF2-40B4-BE49-F238E27FC236}">
                  <a16:creationId xmlns:a16="http://schemas.microsoft.com/office/drawing/2014/main" id="{31018789-4066-E6EF-B325-9339B2D874EC}"/>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69">
              <a:extLst>
                <a:ext uri="{FF2B5EF4-FFF2-40B4-BE49-F238E27FC236}">
                  <a16:creationId xmlns:a16="http://schemas.microsoft.com/office/drawing/2014/main" id="{ABBAFD3A-7527-B7D9-C4C0-FC8650BCFF1D}"/>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70">
              <a:extLst>
                <a:ext uri="{FF2B5EF4-FFF2-40B4-BE49-F238E27FC236}">
                  <a16:creationId xmlns:a16="http://schemas.microsoft.com/office/drawing/2014/main" id="{8D19742F-6A9B-12ED-3D9F-97184F03842D}"/>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71">
              <a:extLst>
                <a:ext uri="{FF2B5EF4-FFF2-40B4-BE49-F238E27FC236}">
                  <a16:creationId xmlns:a16="http://schemas.microsoft.com/office/drawing/2014/main" id="{07032593-7831-8FE1-8DE6-72C3B9A49C9D}"/>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72">
              <a:extLst>
                <a:ext uri="{FF2B5EF4-FFF2-40B4-BE49-F238E27FC236}">
                  <a16:creationId xmlns:a16="http://schemas.microsoft.com/office/drawing/2014/main" id="{B3EB4740-9D80-CE6A-4FCA-92AB09C12F03}"/>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73">
              <a:extLst>
                <a:ext uri="{FF2B5EF4-FFF2-40B4-BE49-F238E27FC236}">
                  <a16:creationId xmlns:a16="http://schemas.microsoft.com/office/drawing/2014/main" id="{725F8161-CB1E-8846-C1B3-99C876E502A5}"/>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57" name="Group 274">
              <a:extLst>
                <a:ext uri="{FF2B5EF4-FFF2-40B4-BE49-F238E27FC236}">
                  <a16:creationId xmlns:a16="http://schemas.microsoft.com/office/drawing/2014/main" id="{321B5FD5-BBF6-BE9A-E3D4-C0F0CEA97CEE}"/>
                </a:ext>
              </a:extLst>
            </p:cNvPr>
            <p:cNvGrpSpPr>
              <a:grpSpLocks/>
            </p:cNvGrpSpPr>
            <p:nvPr/>
          </p:nvGrpSpPr>
          <p:grpSpPr bwMode="auto">
            <a:xfrm>
              <a:off x="912" y="768"/>
              <a:ext cx="2386" cy="1553"/>
              <a:chOff x="912" y="768"/>
              <a:chExt cx="2386" cy="1553"/>
            </a:xfrm>
            <a:grpFill/>
          </p:grpSpPr>
          <p:sp>
            <p:nvSpPr>
              <p:cNvPr id="58" name="Oval 275">
                <a:extLst>
                  <a:ext uri="{FF2B5EF4-FFF2-40B4-BE49-F238E27FC236}">
                    <a16:creationId xmlns:a16="http://schemas.microsoft.com/office/drawing/2014/main" id="{2C135F67-676E-DB15-8071-64E6EA707D16}"/>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76">
                <a:extLst>
                  <a:ext uri="{FF2B5EF4-FFF2-40B4-BE49-F238E27FC236}">
                    <a16:creationId xmlns:a16="http://schemas.microsoft.com/office/drawing/2014/main" id="{2AFC2EC1-25C3-BAC6-60EE-62B04CDE3E8E}"/>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0" name="Oval 277">
                <a:extLst>
                  <a:ext uri="{FF2B5EF4-FFF2-40B4-BE49-F238E27FC236}">
                    <a16:creationId xmlns:a16="http://schemas.microsoft.com/office/drawing/2014/main" id="{765B8301-5501-268F-945C-927082072189}"/>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1" name="Oval 278">
                <a:extLst>
                  <a:ext uri="{FF2B5EF4-FFF2-40B4-BE49-F238E27FC236}">
                    <a16:creationId xmlns:a16="http://schemas.microsoft.com/office/drawing/2014/main" id="{91C0DEDD-BE57-5BB9-C185-CE68B291D89F}"/>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79">
                <a:extLst>
                  <a:ext uri="{FF2B5EF4-FFF2-40B4-BE49-F238E27FC236}">
                    <a16:creationId xmlns:a16="http://schemas.microsoft.com/office/drawing/2014/main" id="{2FDD745F-FA81-630B-5166-503486EF62DA}"/>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80">
                <a:extLst>
                  <a:ext uri="{FF2B5EF4-FFF2-40B4-BE49-F238E27FC236}">
                    <a16:creationId xmlns:a16="http://schemas.microsoft.com/office/drawing/2014/main" id="{720DEA3E-90E1-1C05-9C0E-EDA373515935}"/>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81">
                <a:extLst>
                  <a:ext uri="{FF2B5EF4-FFF2-40B4-BE49-F238E27FC236}">
                    <a16:creationId xmlns:a16="http://schemas.microsoft.com/office/drawing/2014/main" id="{A1800E1E-E5A9-E307-ACBE-4EC36D1CC80A}"/>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82">
                <a:extLst>
                  <a:ext uri="{FF2B5EF4-FFF2-40B4-BE49-F238E27FC236}">
                    <a16:creationId xmlns:a16="http://schemas.microsoft.com/office/drawing/2014/main" id="{915A4533-45D6-4A15-E2E0-0FA467669CF1}"/>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283">
                <a:extLst>
                  <a:ext uri="{FF2B5EF4-FFF2-40B4-BE49-F238E27FC236}">
                    <a16:creationId xmlns:a16="http://schemas.microsoft.com/office/drawing/2014/main" id="{14618603-AD90-110F-C4D8-E41EB72D183B}"/>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pic>
        <p:nvPicPr>
          <p:cNvPr id="70" name="Picture 231">
            <a:extLst>
              <a:ext uri="{FF2B5EF4-FFF2-40B4-BE49-F238E27FC236}">
                <a16:creationId xmlns:a16="http://schemas.microsoft.com/office/drawing/2014/main" id="{92CBC0EE-B3CD-B0D4-C0BB-362A5C15DDA7}"/>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64790" y="3074614"/>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Text Box 235">
            <a:extLst>
              <a:ext uri="{FF2B5EF4-FFF2-40B4-BE49-F238E27FC236}">
                <a16:creationId xmlns:a16="http://schemas.microsoft.com/office/drawing/2014/main" id="{5EEE7F2B-004F-3C93-A5D2-DF4872CB95A0}"/>
              </a:ext>
            </a:extLst>
          </p:cNvPr>
          <p:cNvSpPr txBox="1">
            <a:spLocks noChangeArrowheads="1"/>
          </p:cNvSpPr>
          <p:nvPr/>
        </p:nvSpPr>
        <p:spPr bwMode="auto">
          <a:xfrm>
            <a:off x="5710259" y="2649755"/>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72" name="Text Box 237">
            <a:extLst>
              <a:ext uri="{FF2B5EF4-FFF2-40B4-BE49-F238E27FC236}">
                <a16:creationId xmlns:a16="http://schemas.microsoft.com/office/drawing/2014/main" id="{A905ACD5-437C-74E1-C64F-04EC15ECD3AA}"/>
              </a:ext>
            </a:extLst>
          </p:cNvPr>
          <p:cNvSpPr txBox="1">
            <a:spLocks noChangeArrowheads="1"/>
          </p:cNvSpPr>
          <p:nvPr/>
        </p:nvSpPr>
        <p:spPr bwMode="auto">
          <a:xfrm>
            <a:off x="2976954" y="2661395"/>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pic>
        <p:nvPicPr>
          <p:cNvPr id="74" name="Picture 327">
            <a:extLst>
              <a:ext uri="{FF2B5EF4-FFF2-40B4-BE49-F238E27FC236}">
                <a16:creationId xmlns:a16="http://schemas.microsoft.com/office/drawing/2014/main" id="{3DF5DABC-699C-3B0B-E664-1122257CDEE3}"/>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485931" y="3047454"/>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9" name="Text Box 351">
            <a:extLst>
              <a:ext uri="{FF2B5EF4-FFF2-40B4-BE49-F238E27FC236}">
                <a16:creationId xmlns:a16="http://schemas.microsoft.com/office/drawing/2014/main" id="{93FEE9ED-9ADC-939A-A928-E5DB00A9FF98}"/>
              </a:ext>
            </a:extLst>
          </p:cNvPr>
          <p:cNvSpPr txBox="1">
            <a:spLocks noChangeArrowheads="1"/>
          </p:cNvSpPr>
          <p:nvPr/>
        </p:nvSpPr>
        <p:spPr bwMode="auto">
          <a:xfrm>
            <a:off x="764961" y="2638872"/>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81" name="Picture 246" descr="jisuanji">
            <a:extLst>
              <a:ext uri="{FF2B5EF4-FFF2-40B4-BE49-F238E27FC236}">
                <a16:creationId xmlns:a16="http://schemas.microsoft.com/office/drawing/2014/main" id="{29970027-E9F2-B6CD-17B4-A676195FB16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64739" y="296774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246" descr="jisuanji">
            <a:extLst>
              <a:ext uri="{FF2B5EF4-FFF2-40B4-BE49-F238E27FC236}">
                <a16:creationId xmlns:a16="http://schemas.microsoft.com/office/drawing/2014/main" id="{8C6CD0F3-8B61-F052-7E42-A842C3D7E54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70070" y="2923412"/>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84" name="Text Box 353">
            <a:extLst>
              <a:ext uri="{FF2B5EF4-FFF2-40B4-BE49-F238E27FC236}">
                <a16:creationId xmlns:a16="http://schemas.microsoft.com/office/drawing/2014/main" id="{FD7C581A-CEE2-5390-0C80-7122193D8F5C}"/>
              </a:ext>
            </a:extLst>
          </p:cNvPr>
          <p:cNvSpPr txBox="1">
            <a:spLocks noChangeArrowheads="1"/>
          </p:cNvSpPr>
          <p:nvPr/>
        </p:nvSpPr>
        <p:spPr bwMode="auto">
          <a:xfrm>
            <a:off x="7958685" y="2619184"/>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grpSp>
        <p:nvGrpSpPr>
          <p:cNvPr id="6" name="Group 244">
            <a:extLst>
              <a:ext uri="{FF2B5EF4-FFF2-40B4-BE49-F238E27FC236}">
                <a16:creationId xmlns:a16="http://schemas.microsoft.com/office/drawing/2014/main" id="{041ED8B3-C17D-5C48-8401-1C8726C1F2B3}"/>
              </a:ext>
            </a:extLst>
          </p:cNvPr>
          <p:cNvGrpSpPr>
            <a:grpSpLocks/>
          </p:cNvGrpSpPr>
          <p:nvPr/>
        </p:nvGrpSpPr>
        <p:grpSpPr bwMode="auto">
          <a:xfrm>
            <a:off x="1345127" y="2787495"/>
            <a:ext cx="1359990" cy="1055356"/>
            <a:chOff x="912" y="768"/>
            <a:chExt cx="2400" cy="1584"/>
          </a:xfrm>
          <a:solidFill>
            <a:schemeClr val="bg1"/>
          </a:solidFill>
        </p:grpSpPr>
        <p:sp>
          <p:nvSpPr>
            <p:cNvPr id="7" name="Oval 245">
              <a:extLst>
                <a:ext uri="{FF2B5EF4-FFF2-40B4-BE49-F238E27FC236}">
                  <a16:creationId xmlns:a16="http://schemas.microsoft.com/office/drawing/2014/main" id="{6B5C50D6-1D2D-E1C6-9D89-BDEFD8C68E65}"/>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 name="Oval 246">
              <a:extLst>
                <a:ext uri="{FF2B5EF4-FFF2-40B4-BE49-F238E27FC236}">
                  <a16:creationId xmlns:a16="http://schemas.microsoft.com/office/drawing/2014/main" id="{BD682478-284F-22F2-FF2B-F8E185EC5509}"/>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9" name="Oval 247">
              <a:extLst>
                <a:ext uri="{FF2B5EF4-FFF2-40B4-BE49-F238E27FC236}">
                  <a16:creationId xmlns:a16="http://schemas.microsoft.com/office/drawing/2014/main" id="{61F37EFF-96D7-8B6E-972A-B654267DCB04}"/>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0" name="Oval 248">
              <a:extLst>
                <a:ext uri="{FF2B5EF4-FFF2-40B4-BE49-F238E27FC236}">
                  <a16:creationId xmlns:a16="http://schemas.microsoft.com/office/drawing/2014/main" id="{58A61EFA-3543-4C0D-45EA-ED9EA0BBB295}"/>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1" name="Oval 249">
              <a:extLst>
                <a:ext uri="{FF2B5EF4-FFF2-40B4-BE49-F238E27FC236}">
                  <a16:creationId xmlns:a16="http://schemas.microsoft.com/office/drawing/2014/main" id="{FFAAAC06-2B25-91AF-D16A-E49F83157423}"/>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2" name="Oval 250">
              <a:extLst>
                <a:ext uri="{FF2B5EF4-FFF2-40B4-BE49-F238E27FC236}">
                  <a16:creationId xmlns:a16="http://schemas.microsoft.com/office/drawing/2014/main" id="{E5E0BBD6-67C1-A2AE-BB17-7F7A5098ACCA}"/>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3" name="Oval 251">
              <a:extLst>
                <a:ext uri="{FF2B5EF4-FFF2-40B4-BE49-F238E27FC236}">
                  <a16:creationId xmlns:a16="http://schemas.microsoft.com/office/drawing/2014/main" id="{E2C18711-677F-E470-E7E5-C4DB6E879117}"/>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4" name="Oval 252">
              <a:extLst>
                <a:ext uri="{FF2B5EF4-FFF2-40B4-BE49-F238E27FC236}">
                  <a16:creationId xmlns:a16="http://schemas.microsoft.com/office/drawing/2014/main" id="{28CFD3C3-2A98-2C38-24E9-94888D1D0219}"/>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5" name="Oval 253">
              <a:extLst>
                <a:ext uri="{FF2B5EF4-FFF2-40B4-BE49-F238E27FC236}">
                  <a16:creationId xmlns:a16="http://schemas.microsoft.com/office/drawing/2014/main" id="{80C8274C-46D1-C9CE-C2CD-465ADF3BFC98}"/>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16" name="Group 254">
              <a:extLst>
                <a:ext uri="{FF2B5EF4-FFF2-40B4-BE49-F238E27FC236}">
                  <a16:creationId xmlns:a16="http://schemas.microsoft.com/office/drawing/2014/main" id="{D8592182-4846-7103-6CA5-A7DD2655773B}"/>
                </a:ext>
              </a:extLst>
            </p:cNvPr>
            <p:cNvGrpSpPr>
              <a:grpSpLocks/>
            </p:cNvGrpSpPr>
            <p:nvPr/>
          </p:nvGrpSpPr>
          <p:grpSpPr bwMode="auto">
            <a:xfrm>
              <a:off x="912" y="768"/>
              <a:ext cx="2386" cy="1553"/>
              <a:chOff x="912" y="768"/>
              <a:chExt cx="2386" cy="1553"/>
            </a:xfrm>
            <a:grpFill/>
          </p:grpSpPr>
          <p:sp>
            <p:nvSpPr>
              <p:cNvPr id="17" name="Oval 255">
                <a:extLst>
                  <a:ext uri="{FF2B5EF4-FFF2-40B4-BE49-F238E27FC236}">
                    <a16:creationId xmlns:a16="http://schemas.microsoft.com/office/drawing/2014/main" id="{39176FDC-67F5-9D79-FD5C-E3A95EC7C054}"/>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8" name="Oval 256">
                <a:extLst>
                  <a:ext uri="{FF2B5EF4-FFF2-40B4-BE49-F238E27FC236}">
                    <a16:creationId xmlns:a16="http://schemas.microsoft.com/office/drawing/2014/main" id="{CDC1269C-C407-CA48-899D-F9E9D11A9263}"/>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9" name="Oval 257">
                <a:extLst>
                  <a:ext uri="{FF2B5EF4-FFF2-40B4-BE49-F238E27FC236}">
                    <a16:creationId xmlns:a16="http://schemas.microsoft.com/office/drawing/2014/main" id="{76697DD0-D701-8B0A-24F8-7E3B3F022BE8}"/>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0" name="Oval 258">
                <a:extLst>
                  <a:ext uri="{FF2B5EF4-FFF2-40B4-BE49-F238E27FC236}">
                    <a16:creationId xmlns:a16="http://schemas.microsoft.com/office/drawing/2014/main" id="{11D10D28-3C72-629E-CE37-6DAD36E69FA2}"/>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1" name="Oval 259">
                <a:extLst>
                  <a:ext uri="{FF2B5EF4-FFF2-40B4-BE49-F238E27FC236}">
                    <a16:creationId xmlns:a16="http://schemas.microsoft.com/office/drawing/2014/main" id="{E4B13B18-E3A5-BA8E-6F29-9ED5C68B380D}"/>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2" name="Oval 260">
                <a:extLst>
                  <a:ext uri="{FF2B5EF4-FFF2-40B4-BE49-F238E27FC236}">
                    <a16:creationId xmlns:a16="http://schemas.microsoft.com/office/drawing/2014/main" id="{370381EF-05F2-1BF4-2297-54C16528904A}"/>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3" name="Oval 261">
                <a:extLst>
                  <a:ext uri="{FF2B5EF4-FFF2-40B4-BE49-F238E27FC236}">
                    <a16:creationId xmlns:a16="http://schemas.microsoft.com/office/drawing/2014/main" id="{423BED0E-B3E8-BA16-ACA8-474DD871F568}"/>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4" name="Oval 262">
                <a:extLst>
                  <a:ext uri="{FF2B5EF4-FFF2-40B4-BE49-F238E27FC236}">
                    <a16:creationId xmlns:a16="http://schemas.microsoft.com/office/drawing/2014/main" id="{A5BC4360-8E44-D5F2-8D98-B09DDCC82846}"/>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5" name="Oval 263">
                <a:extLst>
                  <a:ext uri="{FF2B5EF4-FFF2-40B4-BE49-F238E27FC236}">
                    <a16:creationId xmlns:a16="http://schemas.microsoft.com/office/drawing/2014/main" id="{3D2647F5-FA3D-F5FC-93BE-0791D15940CC}"/>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85" name="Group 94">
            <a:extLst>
              <a:ext uri="{FF2B5EF4-FFF2-40B4-BE49-F238E27FC236}">
                <a16:creationId xmlns:a16="http://schemas.microsoft.com/office/drawing/2014/main" id="{8085AF4D-5C89-10EA-AA57-C47BD014B903}"/>
              </a:ext>
            </a:extLst>
          </p:cNvPr>
          <p:cNvGrpSpPr>
            <a:grpSpLocks/>
          </p:cNvGrpSpPr>
          <p:nvPr/>
        </p:nvGrpSpPr>
        <p:grpSpPr bwMode="auto">
          <a:xfrm flipH="1">
            <a:off x="1450776" y="2949898"/>
            <a:ext cx="1044683" cy="263196"/>
            <a:chOff x="249" y="627"/>
            <a:chExt cx="1002" cy="288"/>
          </a:xfrm>
          <a:solidFill>
            <a:srgbClr val="00FFFF"/>
          </a:solidFill>
        </p:grpSpPr>
        <p:sp>
          <p:nvSpPr>
            <p:cNvPr id="86" name="AutoShape 95">
              <a:extLst>
                <a:ext uri="{FF2B5EF4-FFF2-40B4-BE49-F238E27FC236}">
                  <a16:creationId xmlns:a16="http://schemas.microsoft.com/office/drawing/2014/main" id="{DD3BDFA0-7651-494F-2FF5-B768DC8BDB79}"/>
                </a:ext>
              </a:extLst>
            </p:cNvPr>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7" name="Text Box 96">
              <a:extLst>
                <a:ext uri="{FF2B5EF4-FFF2-40B4-BE49-F238E27FC236}">
                  <a16:creationId xmlns:a16="http://schemas.microsoft.com/office/drawing/2014/main" id="{9FAA3010-DA0B-7ED1-B8CB-4D06380C428B}"/>
                </a:ext>
              </a:extLst>
            </p:cNvPr>
            <p:cNvSpPr txBox="1">
              <a:spLocks noChangeArrowheads="1"/>
            </p:cNvSpPr>
            <p:nvPr/>
          </p:nvSpPr>
          <p:spPr bwMode="auto">
            <a:xfrm flipH="1">
              <a:off x="386" y="627"/>
              <a:ext cx="865" cy="288"/>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TTL = 1</a:t>
              </a:r>
              <a:endParaRPr kumimoji="1" lang="zh-CN" altLang="en-US" sz="1200" b="1" dirty="0">
                <a:latin typeface="微软雅黑" pitchFamily="34" charset="-122"/>
                <a:ea typeface="微软雅黑" pitchFamily="34" charset="-122"/>
              </a:endParaRPr>
            </a:p>
          </p:txBody>
        </p:sp>
      </p:grpSp>
      <p:sp>
        <p:nvSpPr>
          <p:cNvPr id="88" name="AutoShape 59">
            <a:extLst>
              <a:ext uri="{FF2B5EF4-FFF2-40B4-BE49-F238E27FC236}">
                <a16:creationId xmlns:a16="http://schemas.microsoft.com/office/drawing/2014/main" id="{EFF550B4-A1F4-1700-AB1E-443078CBD8D5}"/>
              </a:ext>
            </a:extLst>
          </p:cNvPr>
          <p:cNvSpPr>
            <a:spLocks noChangeArrowheads="1"/>
          </p:cNvSpPr>
          <p:nvPr/>
        </p:nvSpPr>
        <p:spPr bwMode="auto">
          <a:xfrm>
            <a:off x="1186886" y="2364828"/>
            <a:ext cx="2036870" cy="338644"/>
          </a:xfrm>
          <a:prstGeom prst="wedgeRoundRectCallout">
            <a:avLst>
              <a:gd name="adj1" fmla="val -21282"/>
              <a:gd name="adj2" fmla="val 107571"/>
              <a:gd name="adj3" fmla="val 16667"/>
            </a:avLst>
          </a:prstGeom>
          <a:solidFill>
            <a:srgbClr val="FFC000"/>
          </a:solidFill>
          <a:ln w="9525">
            <a:solidFill>
              <a:schemeClr val="tx1"/>
            </a:solidFill>
            <a:miter lim="800000"/>
            <a:headEnd/>
            <a:tailEnd/>
          </a:ln>
          <a:effectLst/>
        </p:spPr>
        <p:txBody>
          <a:bodyPr/>
          <a:lstStyle/>
          <a:p>
            <a:pPr algn="ctr"/>
            <a:r>
              <a:rPr kumimoji="1" lang="zh-CN" altLang="en-US" sz="1400" b="1" dirty="0">
                <a:latin typeface="微软雅黑" pitchFamily="34" charset="-122"/>
                <a:ea typeface="微软雅黑" pitchFamily="34" charset="-122"/>
              </a:rPr>
              <a:t>无法交付的 </a:t>
            </a:r>
            <a:r>
              <a:rPr kumimoji="1" lang="en-US" altLang="zh-CN" sz="1400" b="1" dirty="0">
                <a:latin typeface="微软雅黑" pitchFamily="34" charset="-122"/>
                <a:ea typeface="微软雅黑" pitchFamily="34" charset="-122"/>
              </a:rPr>
              <a:t>UDP </a:t>
            </a:r>
            <a:r>
              <a:rPr kumimoji="1" lang="zh-CN" altLang="en-US" sz="1400" b="1" dirty="0">
                <a:latin typeface="微软雅黑" pitchFamily="34" charset="-122"/>
                <a:ea typeface="微软雅黑" pitchFamily="34" charset="-122"/>
              </a:rPr>
              <a:t>报文</a:t>
            </a:r>
            <a:endParaRPr kumimoji="1" lang="zh-CN" altLang="zh-CN" sz="1400" b="1" dirty="0">
              <a:latin typeface="微软雅黑" pitchFamily="34" charset="-122"/>
              <a:ea typeface="微软雅黑" pitchFamily="34" charset="-122"/>
            </a:endParaRPr>
          </a:p>
        </p:txBody>
      </p:sp>
      <p:grpSp>
        <p:nvGrpSpPr>
          <p:cNvPr id="90" name="组合 89">
            <a:extLst>
              <a:ext uri="{FF2B5EF4-FFF2-40B4-BE49-F238E27FC236}">
                <a16:creationId xmlns:a16="http://schemas.microsoft.com/office/drawing/2014/main" id="{CEEF5ACF-A5A4-E6D8-E035-67F7F1E32867}"/>
              </a:ext>
            </a:extLst>
          </p:cNvPr>
          <p:cNvGrpSpPr/>
          <p:nvPr/>
        </p:nvGrpSpPr>
        <p:grpSpPr>
          <a:xfrm>
            <a:off x="1737455" y="3406093"/>
            <a:ext cx="1143671" cy="284303"/>
            <a:chOff x="1563087" y="3163591"/>
            <a:chExt cx="1143671" cy="284303"/>
          </a:xfrm>
        </p:grpSpPr>
        <p:grpSp>
          <p:nvGrpSpPr>
            <p:cNvPr id="91" name="Group 94">
              <a:extLst>
                <a:ext uri="{FF2B5EF4-FFF2-40B4-BE49-F238E27FC236}">
                  <a16:creationId xmlns:a16="http://schemas.microsoft.com/office/drawing/2014/main" id="{3E57CDCA-4F85-1A19-386C-F251C9DBE459}"/>
                </a:ext>
              </a:extLst>
            </p:cNvPr>
            <p:cNvGrpSpPr>
              <a:grpSpLocks/>
            </p:cNvGrpSpPr>
            <p:nvPr/>
          </p:nvGrpSpPr>
          <p:grpSpPr bwMode="auto">
            <a:xfrm>
              <a:off x="1563087" y="3163591"/>
              <a:ext cx="1044683" cy="277171"/>
              <a:chOff x="249" y="627"/>
              <a:chExt cx="1002" cy="288"/>
            </a:xfrm>
            <a:solidFill>
              <a:srgbClr val="00FFFF"/>
            </a:solidFill>
          </p:grpSpPr>
          <p:sp>
            <p:nvSpPr>
              <p:cNvPr id="93" name="AutoShape 95">
                <a:extLst>
                  <a:ext uri="{FF2B5EF4-FFF2-40B4-BE49-F238E27FC236}">
                    <a16:creationId xmlns:a16="http://schemas.microsoft.com/office/drawing/2014/main" id="{BE0FB1DD-33A6-47C1-3F23-48F2E60EA9CC}"/>
                  </a:ext>
                </a:extLst>
              </p:cNvPr>
              <p:cNvSpPr>
                <a:spLocks noChangeArrowheads="1"/>
              </p:cNvSpPr>
              <p:nvPr/>
            </p:nvSpPr>
            <p:spPr bwMode="auto">
              <a:xfrm flipH="1">
                <a:off x="249" y="709"/>
                <a:ext cx="138" cy="139"/>
              </a:xfrm>
              <a:prstGeom prst="rightArrow">
                <a:avLst>
                  <a:gd name="adj1" fmla="val 50000"/>
                  <a:gd name="adj2" fmla="val 25000"/>
                </a:avLst>
              </a:prstGeom>
              <a:solidFill>
                <a:srgbClr val="99FF33"/>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Text Box 96">
                <a:extLst>
                  <a:ext uri="{FF2B5EF4-FFF2-40B4-BE49-F238E27FC236}">
                    <a16:creationId xmlns:a16="http://schemas.microsoft.com/office/drawing/2014/main" id="{91352327-6852-15CF-D228-E10AD7E5042C}"/>
                  </a:ext>
                </a:extLst>
              </p:cNvPr>
              <p:cNvSpPr txBox="1">
                <a:spLocks noChangeArrowheads="1"/>
              </p:cNvSpPr>
              <p:nvPr/>
            </p:nvSpPr>
            <p:spPr bwMode="auto">
              <a:xfrm flipH="1">
                <a:off x="386" y="627"/>
                <a:ext cx="865" cy="288"/>
              </a:xfrm>
              <a:prstGeom prst="rect">
                <a:avLst/>
              </a:prstGeom>
              <a:solidFill>
                <a:srgbClr val="99FF33"/>
              </a:solidFill>
              <a:ln w="12700">
                <a:solidFill>
                  <a:schemeClr val="tx1"/>
                </a:solidFill>
                <a:miter lim="800000"/>
                <a:headEnd/>
                <a:tailEnd/>
              </a:ln>
              <a:effectLst/>
            </p:spPr>
            <p:txBody>
              <a:bodyPr>
                <a:spAutoFit/>
              </a:bodyPr>
              <a:lstStyle/>
              <a:p>
                <a:pPr algn="ctr"/>
                <a:endParaRPr kumimoji="1" lang="zh-CN" altLang="en-US" sz="1200" b="1" dirty="0">
                  <a:latin typeface="微软雅黑" pitchFamily="34" charset="-122"/>
                  <a:ea typeface="微软雅黑" pitchFamily="34" charset="-122"/>
                </a:endParaRPr>
              </a:p>
            </p:txBody>
          </p:sp>
        </p:grpSp>
        <p:sp>
          <p:nvSpPr>
            <p:cNvPr id="92" name="文本框 91">
              <a:extLst>
                <a:ext uri="{FF2B5EF4-FFF2-40B4-BE49-F238E27FC236}">
                  <a16:creationId xmlns:a16="http://schemas.microsoft.com/office/drawing/2014/main" id="{41EC1160-81DC-906E-AA3E-A846BCBDC354}"/>
                </a:ext>
              </a:extLst>
            </p:cNvPr>
            <p:cNvSpPr txBox="1"/>
            <p:nvPr/>
          </p:nvSpPr>
          <p:spPr>
            <a:xfrm>
              <a:off x="1607977" y="3170895"/>
              <a:ext cx="1098781" cy="276999"/>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200" b="1" i="0" u="none" strike="noStrike" kern="900" cap="none" spc="-140" normalizeH="0" noProof="0" dirty="0">
                  <a:ln>
                    <a:noFill/>
                  </a:ln>
                  <a:solidFill>
                    <a:prstClr val="black"/>
                  </a:solidFill>
                  <a:effectLst/>
                  <a:uLnTx/>
                  <a:uFillTx/>
                  <a:latin typeface="微软雅黑" pitchFamily="34" charset="-122"/>
                  <a:ea typeface="微软雅黑" pitchFamily="34" charset="-122"/>
                  <a:cs typeface="+mn-cs"/>
                </a:rPr>
                <a:t>ICMP</a:t>
              </a:r>
              <a:r>
                <a:rPr kumimoji="1" lang="zh-CN" altLang="en-US" sz="1200" b="1" i="0" u="none" strike="noStrike" kern="900" cap="none" spc="-140" normalizeH="0" noProof="0" dirty="0">
                  <a:ln>
                    <a:noFill/>
                  </a:ln>
                  <a:solidFill>
                    <a:prstClr val="black"/>
                  </a:solidFill>
                  <a:effectLst/>
                  <a:uLnTx/>
                  <a:uFillTx/>
                  <a:latin typeface="微软雅黑" pitchFamily="34" charset="-122"/>
                  <a:ea typeface="微软雅黑" pitchFamily="34" charset="-122"/>
                  <a:cs typeface="+mn-cs"/>
                </a:rPr>
                <a:t>时间超过</a:t>
              </a:r>
            </a:p>
          </p:txBody>
        </p:sp>
      </p:grpSp>
    </p:spTree>
    <p:custDataLst>
      <p:tags r:id="rId1"/>
    </p:custDataLst>
    <p:extLst>
      <p:ext uri="{BB962C8B-B14F-4D97-AF65-F5344CB8AC3E}">
        <p14:creationId xmlns:p14="http://schemas.microsoft.com/office/powerpoint/2010/main" val="3381446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wipe(left)">
                                      <p:cBhvr>
                                        <p:cTn id="7" dur="500"/>
                                        <p:tgtEl>
                                          <p:spTgt spid="85"/>
                                        </p:tgtEl>
                                      </p:cBhvr>
                                    </p:animEffect>
                                  </p:childTnLst>
                                </p:cTn>
                              </p:par>
                              <p:par>
                                <p:cTn id="8" presetID="53" presetClass="entr" presetSubtype="16" fill="hold" grpId="0" nodeType="withEffect">
                                  <p:stCondLst>
                                    <p:cond delay="0"/>
                                  </p:stCondLst>
                                  <p:childTnLst>
                                    <p:set>
                                      <p:cBhvr>
                                        <p:cTn id="9" dur="1" fill="hold">
                                          <p:stCondLst>
                                            <p:cond delay="0"/>
                                          </p:stCondLst>
                                        </p:cTn>
                                        <p:tgtEl>
                                          <p:spTgt spid="88"/>
                                        </p:tgtEl>
                                        <p:attrNameLst>
                                          <p:attrName>style.visibility</p:attrName>
                                        </p:attrNameLst>
                                      </p:cBhvr>
                                      <p:to>
                                        <p:strVal val="visible"/>
                                      </p:to>
                                    </p:set>
                                    <p:anim calcmode="lin" valueType="num">
                                      <p:cBhvr>
                                        <p:cTn id="10" dur="500" fill="hold"/>
                                        <p:tgtEl>
                                          <p:spTgt spid="88"/>
                                        </p:tgtEl>
                                        <p:attrNameLst>
                                          <p:attrName>ppt_w</p:attrName>
                                        </p:attrNameLst>
                                      </p:cBhvr>
                                      <p:tavLst>
                                        <p:tav tm="0">
                                          <p:val>
                                            <p:fltVal val="0"/>
                                          </p:val>
                                        </p:tav>
                                        <p:tav tm="100000">
                                          <p:val>
                                            <p:strVal val="#ppt_w"/>
                                          </p:val>
                                        </p:tav>
                                      </p:tavLst>
                                    </p:anim>
                                    <p:anim calcmode="lin" valueType="num">
                                      <p:cBhvr>
                                        <p:cTn id="11" dur="500" fill="hold"/>
                                        <p:tgtEl>
                                          <p:spTgt spid="88"/>
                                        </p:tgtEl>
                                        <p:attrNameLst>
                                          <p:attrName>ppt_h</p:attrName>
                                        </p:attrNameLst>
                                      </p:cBhvr>
                                      <p:tavLst>
                                        <p:tav tm="0">
                                          <p:val>
                                            <p:fltVal val="0"/>
                                          </p:val>
                                        </p:tav>
                                        <p:tav tm="100000">
                                          <p:val>
                                            <p:strVal val="#ppt_h"/>
                                          </p:val>
                                        </p:tav>
                                      </p:tavLst>
                                    </p:anim>
                                    <p:animEffect transition="in" filter="fade">
                                      <p:cBhvr>
                                        <p:cTn id="12" dur="500"/>
                                        <p:tgtEl>
                                          <p:spTgt spid="8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90"/>
                                        </p:tgtEl>
                                        <p:attrNameLst>
                                          <p:attrName>style.visibility</p:attrName>
                                        </p:attrNameLst>
                                      </p:cBhvr>
                                      <p:to>
                                        <p:strVal val="visible"/>
                                      </p:to>
                                    </p:set>
                                    <p:animEffect transition="in" filter="wipe(right)">
                                      <p:cBhvr>
                                        <p:cTn id="17"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5E410B-6062-AFB4-8810-2204BE12D28A}"/>
            </a:ext>
          </a:extLst>
        </p:cNvPr>
        <p:cNvGrpSpPr/>
        <p:nvPr/>
      </p:nvGrpSpPr>
      <p:grpSpPr>
        <a:xfrm>
          <a:off x="0" y="0"/>
          <a:ext cx="0" cy="0"/>
          <a:chOff x="0" y="0"/>
          <a:chExt cx="0" cy="0"/>
        </a:xfrm>
      </p:grpSpPr>
      <p:sp>
        <p:nvSpPr>
          <p:cNvPr id="67" name="圆角矩形 4">
            <a:extLst>
              <a:ext uri="{FF2B5EF4-FFF2-40B4-BE49-F238E27FC236}">
                <a16:creationId xmlns:a16="http://schemas.microsoft.com/office/drawing/2014/main" id="{0B8CE017-B955-F227-D55A-3040F44DF098}"/>
              </a:ext>
            </a:extLst>
          </p:cNvPr>
          <p:cNvSpPr/>
          <p:nvPr/>
        </p:nvSpPr>
        <p:spPr>
          <a:xfrm>
            <a:off x="545144" y="1823885"/>
            <a:ext cx="8048776" cy="258246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a:extLst>
              <a:ext uri="{FF2B5EF4-FFF2-40B4-BE49-F238E27FC236}">
                <a16:creationId xmlns:a16="http://schemas.microsoft.com/office/drawing/2014/main" id="{BBAD7393-FA1B-6CBD-0BE0-BC42EC819C30}"/>
              </a:ext>
            </a:extLst>
          </p:cNvPr>
          <p:cNvSpPr>
            <a:spLocks noChangeArrowheads="1"/>
          </p:cNvSpPr>
          <p:nvPr/>
        </p:nvSpPr>
        <p:spPr bwMode="auto">
          <a:xfrm>
            <a:off x="545144" y="62230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958A24C4-9736-B18D-BF15-2A0EA898A800}"/>
              </a:ext>
            </a:extLst>
          </p:cNvPr>
          <p:cNvSpPr>
            <a:spLocks noChangeArrowheads="1"/>
          </p:cNvSpPr>
          <p:nvPr/>
        </p:nvSpPr>
        <p:spPr bwMode="auto">
          <a:xfrm>
            <a:off x="2787699" y="590232"/>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4.3.2  ICMP </a:t>
            </a:r>
            <a:r>
              <a:rPr lang="zh-CN" altLang="en-US" sz="2400" b="1" dirty="0">
                <a:solidFill>
                  <a:schemeClr val="bg1"/>
                </a:solidFill>
                <a:latin typeface="微软雅黑" pitchFamily="34" charset="-122"/>
                <a:ea typeface="微软雅黑" pitchFamily="34" charset="-122"/>
              </a:rPr>
              <a:t>的应用举例</a:t>
            </a:r>
          </a:p>
        </p:txBody>
      </p:sp>
      <p:sp>
        <p:nvSpPr>
          <p:cNvPr id="4" name="Rectangle 8">
            <a:extLst>
              <a:ext uri="{FF2B5EF4-FFF2-40B4-BE49-F238E27FC236}">
                <a16:creationId xmlns:a16="http://schemas.microsoft.com/office/drawing/2014/main" id="{DBE4CF8C-89D0-1729-5C47-20CB391611F2}"/>
              </a:ext>
            </a:extLst>
          </p:cNvPr>
          <p:cNvSpPr>
            <a:spLocks noChangeArrowheads="1"/>
          </p:cNvSpPr>
          <p:nvPr/>
        </p:nvSpPr>
        <p:spPr bwMode="auto">
          <a:xfrm>
            <a:off x="545144" y="1142832"/>
            <a:ext cx="8053712" cy="4707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solidFill>
                  <a:srgbClr val="C00000"/>
                </a:solidFill>
                <a:latin typeface="微软雅黑" pitchFamily="34" charset="-122"/>
                <a:ea typeface="微软雅黑" pitchFamily="34" charset="-122"/>
              </a:rPr>
              <a:t>Traceroute </a:t>
            </a:r>
            <a:r>
              <a:rPr lang="zh-CN" altLang="en-US" sz="2000" b="1" dirty="0">
                <a:solidFill>
                  <a:srgbClr val="C00000"/>
                </a:solidFill>
                <a:latin typeface="微软雅黑" pitchFamily="34" charset="-122"/>
                <a:ea typeface="微软雅黑" pitchFamily="34" charset="-122"/>
              </a:rPr>
              <a:t>的基本原理</a:t>
            </a:r>
            <a:endParaRPr lang="zh-CN" altLang="en-US" sz="2000" b="1" dirty="0">
              <a:latin typeface="微软雅黑" pitchFamily="34" charset="-122"/>
              <a:ea typeface="微软雅黑" pitchFamily="34" charset="-122"/>
            </a:endParaRPr>
          </a:p>
        </p:txBody>
      </p:sp>
      <p:sp>
        <p:nvSpPr>
          <p:cNvPr id="26" name="Line 95">
            <a:extLst>
              <a:ext uri="{FF2B5EF4-FFF2-40B4-BE49-F238E27FC236}">
                <a16:creationId xmlns:a16="http://schemas.microsoft.com/office/drawing/2014/main" id="{FA54C131-3640-538E-8B92-4A5898EC4023}"/>
              </a:ext>
            </a:extLst>
          </p:cNvPr>
          <p:cNvSpPr>
            <a:spLocks noChangeShapeType="1"/>
          </p:cNvSpPr>
          <p:nvPr/>
        </p:nvSpPr>
        <p:spPr bwMode="auto">
          <a:xfrm flipH="1">
            <a:off x="1091241" y="3309843"/>
            <a:ext cx="698917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27" name="Group 284">
            <a:extLst>
              <a:ext uri="{FF2B5EF4-FFF2-40B4-BE49-F238E27FC236}">
                <a16:creationId xmlns:a16="http://schemas.microsoft.com/office/drawing/2014/main" id="{51C655FF-4AC8-B89F-972D-6810A38BF841}"/>
              </a:ext>
            </a:extLst>
          </p:cNvPr>
          <p:cNvGrpSpPr>
            <a:grpSpLocks/>
          </p:cNvGrpSpPr>
          <p:nvPr/>
        </p:nvGrpSpPr>
        <p:grpSpPr bwMode="auto">
          <a:xfrm>
            <a:off x="6416554" y="2784743"/>
            <a:ext cx="1359990" cy="1055356"/>
            <a:chOff x="912" y="768"/>
            <a:chExt cx="2400" cy="1584"/>
          </a:xfrm>
          <a:solidFill>
            <a:schemeClr val="bg1"/>
          </a:solidFill>
        </p:grpSpPr>
        <p:sp>
          <p:nvSpPr>
            <p:cNvPr id="28" name="Oval 285">
              <a:extLst>
                <a:ext uri="{FF2B5EF4-FFF2-40B4-BE49-F238E27FC236}">
                  <a16:creationId xmlns:a16="http://schemas.microsoft.com/office/drawing/2014/main" id="{5393EBDB-63D3-AFC9-8F49-A47549725579}"/>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9" name="Oval 286">
              <a:extLst>
                <a:ext uri="{FF2B5EF4-FFF2-40B4-BE49-F238E27FC236}">
                  <a16:creationId xmlns:a16="http://schemas.microsoft.com/office/drawing/2014/main" id="{0C61D0FC-0C0E-9FCA-A7A7-E38041FB189F}"/>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0" name="Oval 287">
              <a:extLst>
                <a:ext uri="{FF2B5EF4-FFF2-40B4-BE49-F238E27FC236}">
                  <a16:creationId xmlns:a16="http://schemas.microsoft.com/office/drawing/2014/main" id="{BFB2211D-DA7B-2550-7B1F-BD1411D452B8}"/>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1" name="Oval 288">
              <a:extLst>
                <a:ext uri="{FF2B5EF4-FFF2-40B4-BE49-F238E27FC236}">
                  <a16:creationId xmlns:a16="http://schemas.microsoft.com/office/drawing/2014/main" id="{F599D7EC-73F6-661F-A26A-340826B21367}"/>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2" name="Oval 289">
              <a:extLst>
                <a:ext uri="{FF2B5EF4-FFF2-40B4-BE49-F238E27FC236}">
                  <a16:creationId xmlns:a16="http://schemas.microsoft.com/office/drawing/2014/main" id="{97A48C07-790E-3F54-9B8E-0AEE0C1AFF14}"/>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90">
              <a:extLst>
                <a:ext uri="{FF2B5EF4-FFF2-40B4-BE49-F238E27FC236}">
                  <a16:creationId xmlns:a16="http://schemas.microsoft.com/office/drawing/2014/main" id="{7B181820-F98A-ABC2-DA87-2F973FA2C485}"/>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91">
              <a:extLst>
                <a:ext uri="{FF2B5EF4-FFF2-40B4-BE49-F238E27FC236}">
                  <a16:creationId xmlns:a16="http://schemas.microsoft.com/office/drawing/2014/main" id="{FF540888-009B-C90F-DDF7-B1F4621A63DE}"/>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92">
              <a:extLst>
                <a:ext uri="{FF2B5EF4-FFF2-40B4-BE49-F238E27FC236}">
                  <a16:creationId xmlns:a16="http://schemas.microsoft.com/office/drawing/2014/main" id="{1AF950F7-3A67-F88F-8917-4014DA348FCF}"/>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93">
              <a:extLst>
                <a:ext uri="{FF2B5EF4-FFF2-40B4-BE49-F238E27FC236}">
                  <a16:creationId xmlns:a16="http://schemas.microsoft.com/office/drawing/2014/main" id="{DECB7992-5788-9E02-417A-CC6EFF1042B2}"/>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37" name="Group 294">
              <a:extLst>
                <a:ext uri="{FF2B5EF4-FFF2-40B4-BE49-F238E27FC236}">
                  <a16:creationId xmlns:a16="http://schemas.microsoft.com/office/drawing/2014/main" id="{067B3186-FD2A-A392-1A19-DF60C5B041E5}"/>
                </a:ext>
              </a:extLst>
            </p:cNvPr>
            <p:cNvGrpSpPr>
              <a:grpSpLocks/>
            </p:cNvGrpSpPr>
            <p:nvPr/>
          </p:nvGrpSpPr>
          <p:grpSpPr bwMode="auto">
            <a:xfrm>
              <a:off x="912" y="768"/>
              <a:ext cx="2386" cy="1553"/>
              <a:chOff x="912" y="768"/>
              <a:chExt cx="2386" cy="1553"/>
            </a:xfrm>
            <a:grpFill/>
          </p:grpSpPr>
          <p:sp>
            <p:nvSpPr>
              <p:cNvPr id="38" name="Oval 295">
                <a:extLst>
                  <a:ext uri="{FF2B5EF4-FFF2-40B4-BE49-F238E27FC236}">
                    <a16:creationId xmlns:a16="http://schemas.microsoft.com/office/drawing/2014/main" id="{3F25F218-6AAF-ED87-77D5-677881CCBEEF}"/>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96">
                <a:extLst>
                  <a:ext uri="{FF2B5EF4-FFF2-40B4-BE49-F238E27FC236}">
                    <a16:creationId xmlns:a16="http://schemas.microsoft.com/office/drawing/2014/main" id="{D84F46A8-EEF6-0B19-5A10-32629762F6AD}"/>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97">
                <a:extLst>
                  <a:ext uri="{FF2B5EF4-FFF2-40B4-BE49-F238E27FC236}">
                    <a16:creationId xmlns:a16="http://schemas.microsoft.com/office/drawing/2014/main" id="{868FC791-6EA4-ACA5-564B-919EADB56270}"/>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1" name="Oval 298">
                <a:extLst>
                  <a:ext uri="{FF2B5EF4-FFF2-40B4-BE49-F238E27FC236}">
                    <a16:creationId xmlns:a16="http://schemas.microsoft.com/office/drawing/2014/main" id="{113AA4C4-29CD-5CA8-5D40-678142BAF577}"/>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2" name="Oval 299">
                <a:extLst>
                  <a:ext uri="{FF2B5EF4-FFF2-40B4-BE49-F238E27FC236}">
                    <a16:creationId xmlns:a16="http://schemas.microsoft.com/office/drawing/2014/main" id="{519A1B40-2CC5-A2D3-C3EF-A1EE03D6E84C}"/>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300">
                <a:extLst>
                  <a:ext uri="{FF2B5EF4-FFF2-40B4-BE49-F238E27FC236}">
                    <a16:creationId xmlns:a16="http://schemas.microsoft.com/office/drawing/2014/main" id="{DC6E31F0-63CF-6352-B6BE-25D96F84FE1F}"/>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301">
                <a:extLst>
                  <a:ext uri="{FF2B5EF4-FFF2-40B4-BE49-F238E27FC236}">
                    <a16:creationId xmlns:a16="http://schemas.microsoft.com/office/drawing/2014/main" id="{98E286F9-7FC5-B6D5-EBD1-F839DBDA27DC}"/>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302">
                <a:extLst>
                  <a:ext uri="{FF2B5EF4-FFF2-40B4-BE49-F238E27FC236}">
                    <a16:creationId xmlns:a16="http://schemas.microsoft.com/office/drawing/2014/main" id="{B0FA9A8C-7CC0-CEC8-722D-4F6A18A7FDBB}"/>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303">
                <a:extLst>
                  <a:ext uri="{FF2B5EF4-FFF2-40B4-BE49-F238E27FC236}">
                    <a16:creationId xmlns:a16="http://schemas.microsoft.com/office/drawing/2014/main" id="{8F76A134-E3C8-D4D0-7646-CA07547E9157}"/>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47" name="Group 264">
            <a:extLst>
              <a:ext uri="{FF2B5EF4-FFF2-40B4-BE49-F238E27FC236}">
                <a16:creationId xmlns:a16="http://schemas.microsoft.com/office/drawing/2014/main" id="{3E95D41B-B442-6E81-4FDF-869C229B90E0}"/>
              </a:ext>
            </a:extLst>
          </p:cNvPr>
          <p:cNvGrpSpPr>
            <a:grpSpLocks/>
          </p:cNvGrpSpPr>
          <p:nvPr/>
        </p:nvGrpSpPr>
        <p:grpSpPr bwMode="auto">
          <a:xfrm>
            <a:off x="3890294" y="2787495"/>
            <a:ext cx="1359990" cy="1055356"/>
            <a:chOff x="912" y="768"/>
            <a:chExt cx="2400" cy="1584"/>
          </a:xfrm>
          <a:solidFill>
            <a:schemeClr val="bg1"/>
          </a:solidFill>
        </p:grpSpPr>
        <p:sp>
          <p:nvSpPr>
            <p:cNvPr id="48" name="Oval 265">
              <a:extLst>
                <a:ext uri="{FF2B5EF4-FFF2-40B4-BE49-F238E27FC236}">
                  <a16:creationId xmlns:a16="http://schemas.microsoft.com/office/drawing/2014/main" id="{56356EA8-C242-D149-BAF8-39DFA8AAB4A5}"/>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66">
              <a:extLst>
                <a:ext uri="{FF2B5EF4-FFF2-40B4-BE49-F238E27FC236}">
                  <a16:creationId xmlns:a16="http://schemas.microsoft.com/office/drawing/2014/main" id="{1E105999-1737-2CCA-7419-C2899556920B}"/>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67">
              <a:extLst>
                <a:ext uri="{FF2B5EF4-FFF2-40B4-BE49-F238E27FC236}">
                  <a16:creationId xmlns:a16="http://schemas.microsoft.com/office/drawing/2014/main" id="{3B6C7075-F92A-B7F3-3861-CD97A7709C84}"/>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1" name="Oval 268">
              <a:extLst>
                <a:ext uri="{FF2B5EF4-FFF2-40B4-BE49-F238E27FC236}">
                  <a16:creationId xmlns:a16="http://schemas.microsoft.com/office/drawing/2014/main" id="{1B50C034-8AFA-389A-1567-5A46278E3040}"/>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69">
              <a:extLst>
                <a:ext uri="{FF2B5EF4-FFF2-40B4-BE49-F238E27FC236}">
                  <a16:creationId xmlns:a16="http://schemas.microsoft.com/office/drawing/2014/main" id="{A72ECB5A-C340-2899-EF67-8E2860198017}"/>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70">
              <a:extLst>
                <a:ext uri="{FF2B5EF4-FFF2-40B4-BE49-F238E27FC236}">
                  <a16:creationId xmlns:a16="http://schemas.microsoft.com/office/drawing/2014/main" id="{2AA9012C-3A3E-43A9-D49D-CD768B10432B}"/>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71">
              <a:extLst>
                <a:ext uri="{FF2B5EF4-FFF2-40B4-BE49-F238E27FC236}">
                  <a16:creationId xmlns:a16="http://schemas.microsoft.com/office/drawing/2014/main" id="{4E550D47-A022-33C1-DF9F-8BEF0FDFC72F}"/>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72">
              <a:extLst>
                <a:ext uri="{FF2B5EF4-FFF2-40B4-BE49-F238E27FC236}">
                  <a16:creationId xmlns:a16="http://schemas.microsoft.com/office/drawing/2014/main" id="{3B3964C0-56D4-AD33-E45A-6AD209894037}"/>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73">
              <a:extLst>
                <a:ext uri="{FF2B5EF4-FFF2-40B4-BE49-F238E27FC236}">
                  <a16:creationId xmlns:a16="http://schemas.microsoft.com/office/drawing/2014/main" id="{2CFF35F3-F6AB-C2E9-65D5-D02BEA7D2743}"/>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57" name="Group 274">
              <a:extLst>
                <a:ext uri="{FF2B5EF4-FFF2-40B4-BE49-F238E27FC236}">
                  <a16:creationId xmlns:a16="http://schemas.microsoft.com/office/drawing/2014/main" id="{D6B2AECE-3663-39AB-05A5-F6243FB7DCAE}"/>
                </a:ext>
              </a:extLst>
            </p:cNvPr>
            <p:cNvGrpSpPr>
              <a:grpSpLocks/>
            </p:cNvGrpSpPr>
            <p:nvPr/>
          </p:nvGrpSpPr>
          <p:grpSpPr bwMode="auto">
            <a:xfrm>
              <a:off x="912" y="768"/>
              <a:ext cx="2386" cy="1553"/>
              <a:chOff x="912" y="768"/>
              <a:chExt cx="2386" cy="1553"/>
            </a:xfrm>
            <a:grpFill/>
          </p:grpSpPr>
          <p:sp>
            <p:nvSpPr>
              <p:cNvPr id="58" name="Oval 275">
                <a:extLst>
                  <a:ext uri="{FF2B5EF4-FFF2-40B4-BE49-F238E27FC236}">
                    <a16:creationId xmlns:a16="http://schemas.microsoft.com/office/drawing/2014/main" id="{5F300837-8F19-41F8-BC46-472CD390ECEA}"/>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76">
                <a:extLst>
                  <a:ext uri="{FF2B5EF4-FFF2-40B4-BE49-F238E27FC236}">
                    <a16:creationId xmlns:a16="http://schemas.microsoft.com/office/drawing/2014/main" id="{33E9F232-3FC8-7664-77F3-AC1A996493F6}"/>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0" name="Oval 277">
                <a:extLst>
                  <a:ext uri="{FF2B5EF4-FFF2-40B4-BE49-F238E27FC236}">
                    <a16:creationId xmlns:a16="http://schemas.microsoft.com/office/drawing/2014/main" id="{71B95974-E8FD-2268-35CD-47CEEC08C548}"/>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1" name="Oval 278">
                <a:extLst>
                  <a:ext uri="{FF2B5EF4-FFF2-40B4-BE49-F238E27FC236}">
                    <a16:creationId xmlns:a16="http://schemas.microsoft.com/office/drawing/2014/main" id="{96CC019C-0499-2029-4F26-E5415DC9494F}"/>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79">
                <a:extLst>
                  <a:ext uri="{FF2B5EF4-FFF2-40B4-BE49-F238E27FC236}">
                    <a16:creationId xmlns:a16="http://schemas.microsoft.com/office/drawing/2014/main" id="{CC2AD25F-6CD2-EA5A-6BE0-F711D02DE230}"/>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80">
                <a:extLst>
                  <a:ext uri="{FF2B5EF4-FFF2-40B4-BE49-F238E27FC236}">
                    <a16:creationId xmlns:a16="http://schemas.microsoft.com/office/drawing/2014/main" id="{D2423AFC-AB82-7D36-747C-F7DAB6E4F4D1}"/>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81">
                <a:extLst>
                  <a:ext uri="{FF2B5EF4-FFF2-40B4-BE49-F238E27FC236}">
                    <a16:creationId xmlns:a16="http://schemas.microsoft.com/office/drawing/2014/main" id="{4EDB046D-B97A-C736-1D16-C03F221ADBE8}"/>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82">
                <a:extLst>
                  <a:ext uri="{FF2B5EF4-FFF2-40B4-BE49-F238E27FC236}">
                    <a16:creationId xmlns:a16="http://schemas.microsoft.com/office/drawing/2014/main" id="{72384C1A-CFD1-D423-5A7E-372A438D7715}"/>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283">
                <a:extLst>
                  <a:ext uri="{FF2B5EF4-FFF2-40B4-BE49-F238E27FC236}">
                    <a16:creationId xmlns:a16="http://schemas.microsoft.com/office/drawing/2014/main" id="{32EEF872-4132-9609-4BEE-A89F76D4A515}"/>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pic>
        <p:nvPicPr>
          <p:cNvPr id="70" name="Picture 231">
            <a:extLst>
              <a:ext uri="{FF2B5EF4-FFF2-40B4-BE49-F238E27FC236}">
                <a16:creationId xmlns:a16="http://schemas.microsoft.com/office/drawing/2014/main" id="{516AFCB3-A10C-9EA8-4B6E-0D46D0CDAFEC}"/>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64790" y="3074614"/>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Text Box 235">
            <a:extLst>
              <a:ext uri="{FF2B5EF4-FFF2-40B4-BE49-F238E27FC236}">
                <a16:creationId xmlns:a16="http://schemas.microsoft.com/office/drawing/2014/main" id="{E2CECE11-26AD-C11D-60CF-38736E677CAF}"/>
              </a:ext>
            </a:extLst>
          </p:cNvPr>
          <p:cNvSpPr txBox="1">
            <a:spLocks noChangeArrowheads="1"/>
          </p:cNvSpPr>
          <p:nvPr/>
        </p:nvSpPr>
        <p:spPr bwMode="auto">
          <a:xfrm>
            <a:off x="5710259" y="2649755"/>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72" name="Text Box 237">
            <a:extLst>
              <a:ext uri="{FF2B5EF4-FFF2-40B4-BE49-F238E27FC236}">
                <a16:creationId xmlns:a16="http://schemas.microsoft.com/office/drawing/2014/main" id="{6ADBA864-D6C0-3B3C-6B3C-C9504E4A3A4A}"/>
              </a:ext>
            </a:extLst>
          </p:cNvPr>
          <p:cNvSpPr txBox="1">
            <a:spLocks noChangeArrowheads="1"/>
          </p:cNvSpPr>
          <p:nvPr/>
        </p:nvSpPr>
        <p:spPr bwMode="auto">
          <a:xfrm>
            <a:off x="2976954" y="2661395"/>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pic>
        <p:nvPicPr>
          <p:cNvPr id="74" name="Picture 327">
            <a:extLst>
              <a:ext uri="{FF2B5EF4-FFF2-40B4-BE49-F238E27FC236}">
                <a16:creationId xmlns:a16="http://schemas.microsoft.com/office/drawing/2014/main" id="{1E7731F0-FDF1-87EC-7111-881BE21C4702}"/>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485931" y="3047454"/>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9" name="Text Box 351">
            <a:extLst>
              <a:ext uri="{FF2B5EF4-FFF2-40B4-BE49-F238E27FC236}">
                <a16:creationId xmlns:a16="http://schemas.microsoft.com/office/drawing/2014/main" id="{AD8FB7FF-02FE-3168-981B-39086D79FA1D}"/>
              </a:ext>
            </a:extLst>
          </p:cNvPr>
          <p:cNvSpPr txBox="1">
            <a:spLocks noChangeArrowheads="1"/>
          </p:cNvSpPr>
          <p:nvPr/>
        </p:nvSpPr>
        <p:spPr bwMode="auto">
          <a:xfrm>
            <a:off x="764961" y="2638872"/>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81" name="Picture 246" descr="jisuanji">
            <a:extLst>
              <a:ext uri="{FF2B5EF4-FFF2-40B4-BE49-F238E27FC236}">
                <a16:creationId xmlns:a16="http://schemas.microsoft.com/office/drawing/2014/main" id="{83DAFEE6-EEFE-59DB-9AA5-00409DBE98C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64739" y="296774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246" descr="jisuanji">
            <a:extLst>
              <a:ext uri="{FF2B5EF4-FFF2-40B4-BE49-F238E27FC236}">
                <a16:creationId xmlns:a16="http://schemas.microsoft.com/office/drawing/2014/main" id="{64FD1E11-9AD7-0772-BA21-0BEA2375443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70070" y="2923412"/>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84" name="Text Box 353">
            <a:extLst>
              <a:ext uri="{FF2B5EF4-FFF2-40B4-BE49-F238E27FC236}">
                <a16:creationId xmlns:a16="http://schemas.microsoft.com/office/drawing/2014/main" id="{3AA5DBC2-0279-DD4C-06CF-C23E40649A14}"/>
              </a:ext>
            </a:extLst>
          </p:cNvPr>
          <p:cNvSpPr txBox="1">
            <a:spLocks noChangeArrowheads="1"/>
          </p:cNvSpPr>
          <p:nvPr/>
        </p:nvSpPr>
        <p:spPr bwMode="auto">
          <a:xfrm>
            <a:off x="7958685" y="2619184"/>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grpSp>
        <p:nvGrpSpPr>
          <p:cNvPr id="6" name="Group 244">
            <a:extLst>
              <a:ext uri="{FF2B5EF4-FFF2-40B4-BE49-F238E27FC236}">
                <a16:creationId xmlns:a16="http://schemas.microsoft.com/office/drawing/2014/main" id="{51C07BDF-A93B-44B5-40D1-5FEE5B10BB2A}"/>
              </a:ext>
            </a:extLst>
          </p:cNvPr>
          <p:cNvGrpSpPr>
            <a:grpSpLocks/>
          </p:cNvGrpSpPr>
          <p:nvPr/>
        </p:nvGrpSpPr>
        <p:grpSpPr bwMode="auto">
          <a:xfrm>
            <a:off x="1345127" y="2787495"/>
            <a:ext cx="1359990" cy="1055356"/>
            <a:chOff x="912" y="768"/>
            <a:chExt cx="2400" cy="1584"/>
          </a:xfrm>
          <a:solidFill>
            <a:schemeClr val="bg1"/>
          </a:solidFill>
        </p:grpSpPr>
        <p:sp>
          <p:nvSpPr>
            <p:cNvPr id="7" name="Oval 245">
              <a:extLst>
                <a:ext uri="{FF2B5EF4-FFF2-40B4-BE49-F238E27FC236}">
                  <a16:creationId xmlns:a16="http://schemas.microsoft.com/office/drawing/2014/main" id="{2C8DF0A0-D8DA-8C0E-D299-1D11F513950D}"/>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 name="Oval 246">
              <a:extLst>
                <a:ext uri="{FF2B5EF4-FFF2-40B4-BE49-F238E27FC236}">
                  <a16:creationId xmlns:a16="http://schemas.microsoft.com/office/drawing/2014/main" id="{CE93D8D9-B151-13EB-A072-754351758966}"/>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9" name="Oval 247">
              <a:extLst>
                <a:ext uri="{FF2B5EF4-FFF2-40B4-BE49-F238E27FC236}">
                  <a16:creationId xmlns:a16="http://schemas.microsoft.com/office/drawing/2014/main" id="{0CD72ECB-4B86-42DA-12F6-181A67936F1E}"/>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0" name="Oval 248">
              <a:extLst>
                <a:ext uri="{FF2B5EF4-FFF2-40B4-BE49-F238E27FC236}">
                  <a16:creationId xmlns:a16="http://schemas.microsoft.com/office/drawing/2014/main" id="{3BDD440D-FC9A-72DC-13DC-C6150E9904D1}"/>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1" name="Oval 249">
              <a:extLst>
                <a:ext uri="{FF2B5EF4-FFF2-40B4-BE49-F238E27FC236}">
                  <a16:creationId xmlns:a16="http://schemas.microsoft.com/office/drawing/2014/main" id="{296EC5E4-FE65-2B88-9952-5D29D1AD94AE}"/>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2" name="Oval 250">
              <a:extLst>
                <a:ext uri="{FF2B5EF4-FFF2-40B4-BE49-F238E27FC236}">
                  <a16:creationId xmlns:a16="http://schemas.microsoft.com/office/drawing/2014/main" id="{643EDC1E-9E2E-ADDD-9C19-AAA26358A76F}"/>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3" name="Oval 251">
              <a:extLst>
                <a:ext uri="{FF2B5EF4-FFF2-40B4-BE49-F238E27FC236}">
                  <a16:creationId xmlns:a16="http://schemas.microsoft.com/office/drawing/2014/main" id="{6ACAB12D-B12F-1FA9-B279-C44DCE6BFFDE}"/>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4" name="Oval 252">
              <a:extLst>
                <a:ext uri="{FF2B5EF4-FFF2-40B4-BE49-F238E27FC236}">
                  <a16:creationId xmlns:a16="http://schemas.microsoft.com/office/drawing/2014/main" id="{C486147C-91DD-47F3-E09E-82347D73281B}"/>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5" name="Oval 253">
              <a:extLst>
                <a:ext uri="{FF2B5EF4-FFF2-40B4-BE49-F238E27FC236}">
                  <a16:creationId xmlns:a16="http://schemas.microsoft.com/office/drawing/2014/main" id="{7E26661C-2403-17BA-25F4-5BB43A627D82}"/>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16" name="Group 254">
              <a:extLst>
                <a:ext uri="{FF2B5EF4-FFF2-40B4-BE49-F238E27FC236}">
                  <a16:creationId xmlns:a16="http://schemas.microsoft.com/office/drawing/2014/main" id="{C285E91F-BBC4-26CA-6BDE-ED803B7C0926}"/>
                </a:ext>
              </a:extLst>
            </p:cNvPr>
            <p:cNvGrpSpPr>
              <a:grpSpLocks/>
            </p:cNvGrpSpPr>
            <p:nvPr/>
          </p:nvGrpSpPr>
          <p:grpSpPr bwMode="auto">
            <a:xfrm>
              <a:off x="912" y="768"/>
              <a:ext cx="2386" cy="1553"/>
              <a:chOff x="912" y="768"/>
              <a:chExt cx="2386" cy="1553"/>
            </a:xfrm>
            <a:grpFill/>
          </p:grpSpPr>
          <p:sp>
            <p:nvSpPr>
              <p:cNvPr id="17" name="Oval 255">
                <a:extLst>
                  <a:ext uri="{FF2B5EF4-FFF2-40B4-BE49-F238E27FC236}">
                    <a16:creationId xmlns:a16="http://schemas.microsoft.com/office/drawing/2014/main" id="{1633AEDF-F697-3F21-5A59-7D5AEE20B1D9}"/>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8" name="Oval 256">
                <a:extLst>
                  <a:ext uri="{FF2B5EF4-FFF2-40B4-BE49-F238E27FC236}">
                    <a16:creationId xmlns:a16="http://schemas.microsoft.com/office/drawing/2014/main" id="{545A199F-6350-6618-6C79-5C358798BAE1}"/>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9" name="Oval 257">
                <a:extLst>
                  <a:ext uri="{FF2B5EF4-FFF2-40B4-BE49-F238E27FC236}">
                    <a16:creationId xmlns:a16="http://schemas.microsoft.com/office/drawing/2014/main" id="{C79A09E1-67CC-EF01-E135-54F2A2C6AB16}"/>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0" name="Oval 258">
                <a:extLst>
                  <a:ext uri="{FF2B5EF4-FFF2-40B4-BE49-F238E27FC236}">
                    <a16:creationId xmlns:a16="http://schemas.microsoft.com/office/drawing/2014/main" id="{C85DB7F3-9A21-D33A-D93A-F480D209E24E}"/>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1" name="Oval 259">
                <a:extLst>
                  <a:ext uri="{FF2B5EF4-FFF2-40B4-BE49-F238E27FC236}">
                    <a16:creationId xmlns:a16="http://schemas.microsoft.com/office/drawing/2014/main" id="{900A77BD-29CB-B327-C405-F2BE92489B4F}"/>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2" name="Oval 260">
                <a:extLst>
                  <a:ext uri="{FF2B5EF4-FFF2-40B4-BE49-F238E27FC236}">
                    <a16:creationId xmlns:a16="http://schemas.microsoft.com/office/drawing/2014/main" id="{2A794253-1CF5-78CC-75B6-C8600D109159}"/>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3" name="Oval 261">
                <a:extLst>
                  <a:ext uri="{FF2B5EF4-FFF2-40B4-BE49-F238E27FC236}">
                    <a16:creationId xmlns:a16="http://schemas.microsoft.com/office/drawing/2014/main" id="{5746B080-028B-4566-2261-8D73CB57CFC1}"/>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4" name="Oval 262">
                <a:extLst>
                  <a:ext uri="{FF2B5EF4-FFF2-40B4-BE49-F238E27FC236}">
                    <a16:creationId xmlns:a16="http://schemas.microsoft.com/office/drawing/2014/main" id="{9994F486-478C-BA03-7C23-4686A097082E}"/>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5" name="Oval 263">
                <a:extLst>
                  <a:ext uri="{FF2B5EF4-FFF2-40B4-BE49-F238E27FC236}">
                    <a16:creationId xmlns:a16="http://schemas.microsoft.com/office/drawing/2014/main" id="{37B387CE-FE0B-12AE-7BFE-9EC5D12D1EB8}"/>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85" name="Group 94">
            <a:extLst>
              <a:ext uri="{FF2B5EF4-FFF2-40B4-BE49-F238E27FC236}">
                <a16:creationId xmlns:a16="http://schemas.microsoft.com/office/drawing/2014/main" id="{C6D7091D-2A13-3EDA-8EAD-375550C35F79}"/>
              </a:ext>
            </a:extLst>
          </p:cNvPr>
          <p:cNvGrpSpPr>
            <a:grpSpLocks/>
          </p:cNvGrpSpPr>
          <p:nvPr/>
        </p:nvGrpSpPr>
        <p:grpSpPr bwMode="auto">
          <a:xfrm flipH="1">
            <a:off x="1450776" y="2949898"/>
            <a:ext cx="1044683" cy="276904"/>
            <a:chOff x="249" y="627"/>
            <a:chExt cx="1002" cy="303"/>
          </a:xfrm>
          <a:solidFill>
            <a:srgbClr val="00FFFF"/>
          </a:solidFill>
        </p:grpSpPr>
        <p:sp>
          <p:nvSpPr>
            <p:cNvPr id="86" name="AutoShape 95">
              <a:extLst>
                <a:ext uri="{FF2B5EF4-FFF2-40B4-BE49-F238E27FC236}">
                  <a16:creationId xmlns:a16="http://schemas.microsoft.com/office/drawing/2014/main" id="{DF157CB1-689C-6CAB-C628-6926ACB6A77D}"/>
                </a:ext>
              </a:extLst>
            </p:cNvPr>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7" name="Text Box 96">
              <a:extLst>
                <a:ext uri="{FF2B5EF4-FFF2-40B4-BE49-F238E27FC236}">
                  <a16:creationId xmlns:a16="http://schemas.microsoft.com/office/drawing/2014/main" id="{ABF3EA16-D8DB-933C-381F-7D2609963E40}"/>
                </a:ext>
              </a:extLst>
            </p:cNvPr>
            <p:cNvSpPr txBox="1">
              <a:spLocks noChangeArrowheads="1"/>
            </p:cNvSpPr>
            <p:nvPr/>
          </p:nvSpPr>
          <p:spPr bwMode="auto">
            <a:xfrm flipH="1">
              <a:off x="386" y="627"/>
              <a:ext cx="865" cy="303"/>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TTL = 2</a:t>
              </a:r>
              <a:endParaRPr kumimoji="1" lang="zh-CN" altLang="en-US" sz="1200" b="1" dirty="0">
                <a:latin typeface="微软雅黑" pitchFamily="34" charset="-122"/>
                <a:ea typeface="微软雅黑" pitchFamily="34" charset="-122"/>
              </a:endParaRPr>
            </a:p>
          </p:txBody>
        </p:sp>
      </p:grpSp>
      <p:grpSp>
        <p:nvGrpSpPr>
          <p:cNvPr id="90" name="组合 89">
            <a:extLst>
              <a:ext uri="{FF2B5EF4-FFF2-40B4-BE49-F238E27FC236}">
                <a16:creationId xmlns:a16="http://schemas.microsoft.com/office/drawing/2014/main" id="{1C07C567-9A3D-E4AE-B10A-BDB2C453F4AF}"/>
              </a:ext>
            </a:extLst>
          </p:cNvPr>
          <p:cNvGrpSpPr/>
          <p:nvPr/>
        </p:nvGrpSpPr>
        <p:grpSpPr>
          <a:xfrm>
            <a:off x="4392152" y="3406093"/>
            <a:ext cx="1143671" cy="284303"/>
            <a:chOff x="1563087" y="3163591"/>
            <a:chExt cx="1143671" cy="284303"/>
          </a:xfrm>
        </p:grpSpPr>
        <p:grpSp>
          <p:nvGrpSpPr>
            <p:cNvPr id="91" name="Group 94">
              <a:extLst>
                <a:ext uri="{FF2B5EF4-FFF2-40B4-BE49-F238E27FC236}">
                  <a16:creationId xmlns:a16="http://schemas.microsoft.com/office/drawing/2014/main" id="{64F56706-22F4-AEDB-2BBD-412A4CB50179}"/>
                </a:ext>
              </a:extLst>
            </p:cNvPr>
            <p:cNvGrpSpPr>
              <a:grpSpLocks/>
            </p:cNvGrpSpPr>
            <p:nvPr/>
          </p:nvGrpSpPr>
          <p:grpSpPr bwMode="auto">
            <a:xfrm>
              <a:off x="1563087" y="3163591"/>
              <a:ext cx="1044683" cy="277171"/>
              <a:chOff x="249" y="627"/>
              <a:chExt cx="1002" cy="288"/>
            </a:xfrm>
            <a:solidFill>
              <a:srgbClr val="00FFFF"/>
            </a:solidFill>
          </p:grpSpPr>
          <p:sp>
            <p:nvSpPr>
              <p:cNvPr id="93" name="AutoShape 95">
                <a:extLst>
                  <a:ext uri="{FF2B5EF4-FFF2-40B4-BE49-F238E27FC236}">
                    <a16:creationId xmlns:a16="http://schemas.microsoft.com/office/drawing/2014/main" id="{737D5F8B-534B-3BDF-17AE-97210A9576BC}"/>
                  </a:ext>
                </a:extLst>
              </p:cNvPr>
              <p:cNvSpPr>
                <a:spLocks noChangeArrowheads="1"/>
              </p:cNvSpPr>
              <p:nvPr/>
            </p:nvSpPr>
            <p:spPr bwMode="auto">
              <a:xfrm flipH="1">
                <a:off x="249" y="709"/>
                <a:ext cx="138" cy="139"/>
              </a:xfrm>
              <a:prstGeom prst="rightArrow">
                <a:avLst>
                  <a:gd name="adj1" fmla="val 50000"/>
                  <a:gd name="adj2" fmla="val 25000"/>
                </a:avLst>
              </a:prstGeom>
              <a:solidFill>
                <a:srgbClr val="99FF33"/>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Text Box 96">
                <a:extLst>
                  <a:ext uri="{FF2B5EF4-FFF2-40B4-BE49-F238E27FC236}">
                    <a16:creationId xmlns:a16="http://schemas.microsoft.com/office/drawing/2014/main" id="{4756C6C3-9F16-8AAE-7F26-F294F6D61BB3}"/>
                  </a:ext>
                </a:extLst>
              </p:cNvPr>
              <p:cNvSpPr txBox="1">
                <a:spLocks noChangeArrowheads="1"/>
              </p:cNvSpPr>
              <p:nvPr/>
            </p:nvSpPr>
            <p:spPr bwMode="auto">
              <a:xfrm flipH="1">
                <a:off x="386" y="627"/>
                <a:ext cx="865" cy="288"/>
              </a:xfrm>
              <a:prstGeom prst="rect">
                <a:avLst/>
              </a:prstGeom>
              <a:solidFill>
                <a:srgbClr val="99FF33"/>
              </a:solidFill>
              <a:ln w="12700">
                <a:solidFill>
                  <a:schemeClr val="tx1"/>
                </a:solidFill>
                <a:miter lim="800000"/>
                <a:headEnd/>
                <a:tailEnd/>
              </a:ln>
              <a:effectLst/>
            </p:spPr>
            <p:txBody>
              <a:bodyPr>
                <a:spAutoFit/>
              </a:bodyPr>
              <a:lstStyle/>
              <a:p>
                <a:pPr algn="ctr"/>
                <a:endParaRPr kumimoji="1" lang="zh-CN" altLang="en-US" sz="1200" b="1" dirty="0">
                  <a:latin typeface="微软雅黑" pitchFamily="34" charset="-122"/>
                  <a:ea typeface="微软雅黑" pitchFamily="34" charset="-122"/>
                </a:endParaRPr>
              </a:p>
            </p:txBody>
          </p:sp>
        </p:grpSp>
        <p:sp>
          <p:nvSpPr>
            <p:cNvPr id="92" name="文本框 91">
              <a:extLst>
                <a:ext uri="{FF2B5EF4-FFF2-40B4-BE49-F238E27FC236}">
                  <a16:creationId xmlns:a16="http://schemas.microsoft.com/office/drawing/2014/main" id="{7F4C7C14-C47C-BB60-3718-41933A23F3E2}"/>
                </a:ext>
              </a:extLst>
            </p:cNvPr>
            <p:cNvSpPr txBox="1"/>
            <p:nvPr/>
          </p:nvSpPr>
          <p:spPr>
            <a:xfrm>
              <a:off x="1607977" y="3170895"/>
              <a:ext cx="1098781" cy="276999"/>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200" b="1" i="0" u="none" strike="noStrike" kern="900" cap="none" spc="-140" normalizeH="0" noProof="0" dirty="0">
                  <a:ln>
                    <a:noFill/>
                  </a:ln>
                  <a:solidFill>
                    <a:prstClr val="black"/>
                  </a:solidFill>
                  <a:effectLst/>
                  <a:uLnTx/>
                  <a:uFillTx/>
                  <a:latin typeface="微软雅黑" pitchFamily="34" charset="-122"/>
                  <a:ea typeface="微软雅黑" pitchFamily="34" charset="-122"/>
                  <a:cs typeface="+mn-cs"/>
                </a:rPr>
                <a:t>ICMP</a:t>
              </a:r>
              <a:r>
                <a:rPr kumimoji="1" lang="zh-CN" altLang="en-US" sz="1200" b="1" i="0" u="none" strike="noStrike" kern="900" cap="none" spc="-140" normalizeH="0" noProof="0" dirty="0">
                  <a:ln>
                    <a:noFill/>
                  </a:ln>
                  <a:solidFill>
                    <a:prstClr val="black"/>
                  </a:solidFill>
                  <a:effectLst/>
                  <a:uLnTx/>
                  <a:uFillTx/>
                  <a:latin typeface="微软雅黑" pitchFamily="34" charset="-122"/>
                  <a:ea typeface="微软雅黑" pitchFamily="34" charset="-122"/>
                  <a:cs typeface="+mn-cs"/>
                </a:rPr>
                <a:t>时间超过</a:t>
              </a:r>
            </a:p>
          </p:txBody>
        </p:sp>
      </p:grpSp>
    </p:spTree>
    <p:custDataLst>
      <p:tags r:id="rId1"/>
    </p:custDataLst>
    <p:extLst>
      <p:ext uri="{BB962C8B-B14F-4D97-AF65-F5344CB8AC3E}">
        <p14:creationId xmlns:p14="http://schemas.microsoft.com/office/powerpoint/2010/main" val="3400435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wipe(left)">
                                      <p:cBhvr>
                                        <p:cTn id="7" dur="500"/>
                                        <p:tgtEl>
                                          <p:spTgt spid="85"/>
                                        </p:tgtEl>
                                      </p:cBhvr>
                                    </p:animEffect>
                                  </p:childTnLst>
                                </p:cTn>
                              </p:par>
                            </p:childTnLst>
                          </p:cTn>
                        </p:par>
                      </p:childTnLst>
                    </p:cTn>
                  </p:par>
                  <p:par>
                    <p:cTn id="8" fill="hold">
                      <p:stCondLst>
                        <p:cond delay="indefinite"/>
                      </p:stCondLst>
                      <p:childTnLst>
                        <p:par>
                          <p:cTn id="9" fill="hold">
                            <p:stCondLst>
                              <p:cond delay="0"/>
                            </p:stCondLst>
                            <p:childTnLst>
                              <p:par>
                                <p:cTn id="10" presetID="63" presetClass="path" presetSubtype="0" accel="50000" decel="50000" fill="hold" nodeType="clickEffect">
                                  <p:stCondLst>
                                    <p:cond delay="0"/>
                                  </p:stCondLst>
                                  <p:childTnLst>
                                    <p:animMotion origin="layout" path="M 1.38889E-6 1.35802E-6 L 0.37187 1.35802E-6 " pathEditMode="relative" rAng="0" ptsTypes="AA">
                                      <p:cBhvr>
                                        <p:cTn id="11" dur="2000" fill="hold"/>
                                        <p:tgtEl>
                                          <p:spTgt spid="85"/>
                                        </p:tgtEl>
                                        <p:attrNameLst>
                                          <p:attrName>ppt_x</p:attrName>
                                          <p:attrName>ppt_y</p:attrName>
                                        </p:attrNameLst>
                                      </p:cBhvr>
                                      <p:rCtr x="18594" y="0"/>
                                    </p:animMotion>
                                  </p:childTnLst>
                                </p:cTn>
                              </p:par>
                            </p:childTnLst>
                          </p:cTn>
                        </p:par>
                      </p:childTnLst>
                    </p:cTn>
                  </p:par>
                  <p:par>
                    <p:cTn id="12" fill="hold">
                      <p:stCondLst>
                        <p:cond delay="indefinite"/>
                      </p:stCondLst>
                      <p:childTnLst>
                        <p:par>
                          <p:cTn id="13" fill="hold">
                            <p:stCondLst>
                              <p:cond delay="0"/>
                            </p:stCondLst>
                            <p:childTnLst>
                              <p:par>
                                <p:cTn id="14" presetID="22" presetClass="entr" presetSubtype="2" fill="hold" nodeType="clickEffect">
                                  <p:stCondLst>
                                    <p:cond delay="0"/>
                                  </p:stCondLst>
                                  <p:childTnLst>
                                    <p:set>
                                      <p:cBhvr>
                                        <p:cTn id="15" dur="1" fill="hold">
                                          <p:stCondLst>
                                            <p:cond delay="0"/>
                                          </p:stCondLst>
                                        </p:cTn>
                                        <p:tgtEl>
                                          <p:spTgt spid="90"/>
                                        </p:tgtEl>
                                        <p:attrNameLst>
                                          <p:attrName>style.visibility</p:attrName>
                                        </p:attrNameLst>
                                      </p:cBhvr>
                                      <p:to>
                                        <p:strVal val="visible"/>
                                      </p:to>
                                    </p:set>
                                    <p:animEffect transition="in" filter="wipe(right)">
                                      <p:cBhvr>
                                        <p:cTn id="16"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1539F0-A4B4-C005-C74E-38C0FA8E4220}"/>
            </a:ext>
          </a:extLst>
        </p:cNvPr>
        <p:cNvGrpSpPr/>
        <p:nvPr/>
      </p:nvGrpSpPr>
      <p:grpSpPr>
        <a:xfrm>
          <a:off x="0" y="0"/>
          <a:ext cx="0" cy="0"/>
          <a:chOff x="0" y="0"/>
          <a:chExt cx="0" cy="0"/>
        </a:xfrm>
      </p:grpSpPr>
      <p:sp>
        <p:nvSpPr>
          <p:cNvPr id="67" name="圆角矩形 4">
            <a:extLst>
              <a:ext uri="{FF2B5EF4-FFF2-40B4-BE49-F238E27FC236}">
                <a16:creationId xmlns:a16="http://schemas.microsoft.com/office/drawing/2014/main" id="{3BB23AEC-80F6-4B18-8609-52FD4BA3B0E6}"/>
              </a:ext>
            </a:extLst>
          </p:cNvPr>
          <p:cNvSpPr/>
          <p:nvPr/>
        </p:nvSpPr>
        <p:spPr>
          <a:xfrm>
            <a:off x="545144" y="1823885"/>
            <a:ext cx="8048776" cy="258246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a:extLst>
              <a:ext uri="{FF2B5EF4-FFF2-40B4-BE49-F238E27FC236}">
                <a16:creationId xmlns:a16="http://schemas.microsoft.com/office/drawing/2014/main" id="{4F2DC663-90CA-8E19-7CEA-71B4537ADEE3}"/>
              </a:ext>
            </a:extLst>
          </p:cNvPr>
          <p:cNvSpPr>
            <a:spLocks noChangeArrowheads="1"/>
          </p:cNvSpPr>
          <p:nvPr/>
        </p:nvSpPr>
        <p:spPr bwMode="auto">
          <a:xfrm>
            <a:off x="545144" y="62230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24375FCD-9C61-58D5-99B4-FFAD27DE3799}"/>
              </a:ext>
            </a:extLst>
          </p:cNvPr>
          <p:cNvSpPr>
            <a:spLocks noChangeArrowheads="1"/>
          </p:cNvSpPr>
          <p:nvPr/>
        </p:nvSpPr>
        <p:spPr bwMode="auto">
          <a:xfrm>
            <a:off x="2787699" y="590232"/>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4.3.2  ICMP </a:t>
            </a:r>
            <a:r>
              <a:rPr lang="zh-CN" altLang="en-US" sz="2400" b="1" dirty="0">
                <a:solidFill>
                  <a:schemeClr val="bg1"/>
                </a:solidFill>
                <a:latin typeface="微软雅黑" pitchFamily="34" charset="-122"/>
                <a:ea typeface="微软雅黑" pitchFamily="34" charset="-122"/>
              </a:rPr>
              <a:t>的应用举例</a:t>
            </a:r>
          </a:p>
        </p:txBody>
      </p:sp>
      <p:sp>
        <p:nvSpPr>
          <p:cNvPr id="4" name="Rectangle 8">
            <a:extLst>
              <a:ext uri="{FF2B5EF4-FFF2-40B4-BE49-F238E27FC236}">
                <a16:creationId xmlns:a16="http://schemas.microsoft.com/office/drawing/2014/main" id="{B916F3C6-53E0-43DF-3CA7-CC80264F15F2}"/>
              </a:ext>
            </a:extLst>
          </p:cNvPr>
          <p:cNvSpPr>
            <a:spLocks noChangeArrowheads="1"/>
          </p:cNvSpPr>
          <p:nvPr/>
        </p:nvSpPr>
        <p:spPr bwMode="auto">
          <a:xfrm>
            <a:off x="545144" y="1142832"/>
            <a:ext cx="8053712" cy="4707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solidFill>
                  <a:srgbClr val="C00000"/>
                </a:solidFill>
                <a:latin typeface="微软雅黑" pitchFamily="34" charset="-122"/>
                <a:ea typeface="微软雅黑" pitchFamily="34" charset="-122"/>
              </a:rPr>
              <a:t>Traceroute </a:t>
            </a:r>
            <a:r>
              <a:rPr lang="zh-CN" altLang="en-US" sz="2000" b="1" dirty="0">
                <a:solidFill>
                  <a:srgbClr val="C00000"/>
                </a:solidFill>
                <a:latin typeface="微软雅黑" pitchFamily="34" charset="-122"/>
                <a:ea typeface="微软雅黑" pitchFamily="34" charset="-122"/>
              </a:rPr>
              <a:t>的基本原理</a:t>
            </a:r>
            <a:endParaRPr lang="zh-CN" altLang="en-US" sz="2000" b="1" dirty="0">
              <a:latin typeface="微软雅黑" pitchFamily="34" charset="-122"/>
              <a:ea typeface="微软雅黑" pitchFamily="34" charset="-122"/>
            </a:endParaRPr>
          </a:p>
        </p:txBody>
      </p:sp>
      <p:sp>
        <p:nvSpPr>
          <p:cNvPr id="26" name="Line 95">
            <a:extLst>
              <a:ext uri="{FF2B5EF4-FFF2-40B4-BE49-F238E27FC236}">
                <a16:creationId xmlns:a16="http://schemas.microsoft.com/office/drawing/2014/main" id="{F1870670-3D2A-F631-E8CC-FE729CD6235E}"/>
              </a:ext>
            </a:extLst>
          </p:cNvPr>
          <p:cNvSpPr>
            <a:spLocks noChangeShapeType="1"/>
          </p:cNvSpPr>
          <p:nvPr/>
        </p:nvSpPr>
        <p:spPr bwMode="auto">
          <a:xfrm flipH="1">
            <a:off x="1091241" y="3309843"/>
            <a:ext cx="698917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solidFill>
                <a:srgbClr val="0000FF"/>
              </a:solidFill>
              <a:latin typeface="微软雅黑" pitchFamily="34" charset="-122"/>
              <a:ea typeface="微软雅黑" pitchFamily="34" charset="-122"/>
            </a:endParaRPr>
          </a:p>
        </p:txBody>
      </p:sp>
      <p:grpSp>
        <p:nvGrpSpPr>
          <p:cNvPr id="27" name="Group 284">
            <a:extLst>
              <a:ext uri="{FF2B5EF4-FFF2-40B4-BE49-F238E27FC236}">
                <a16:creationId xmlns:a16="http://schemas.microsoft.com/office/drawing/2014/main" id="{832238C1-99AC-35AF-9BDF-765F814475B9}"/>
              </a:ext>
            </a:extLst>
          </p:cNvPr>
          <p:cNvGrpSpPr>
            <a:grpSpLocks/>
          </p:cNvGrpSpPr>
          <p:nvPr/>
        </p:nvGrpSpPr>
        <p:grpSpPr bwMode="auto">
          <a:xfrm>
            <a:off x="6416554" y="2784743"/>
            <a:ext cx="1359990" cy="1055356"/>
            <a:chOff x="912" y="768"/>
            <a:chExt cx="2400" cy="1584"/>
          </a:xfrm>
          <a:solidFill>
            <a:schemeClr val="bg1"/>
          </a:solidFill>
        </p:grpSpPr>
        <p:sp>
          <p:nvSpPr>
            <p:cNvPr id="28" name="Oval 285">
              <a:extLst>
                <a:ext uri="{FF2B5EF4-FFF2-40B4-BE49-F238E27FC236}">
                  <a16:creationId xmlns:a16="http://schemas.microsoft.com/office/drawing/2014/main" id="{7005CD84-07A2-A3CC-6E8A-BBA5E2009886}"/>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9" name="Oval 286">
              <a:extLst>
                <a:ext uri="{FF2B5EF4-FFF2-40B4-BE49-F238E27FC236}">
                  <a16:creationId xmlns:a16="http://schemas.microsoft.com/office/drawing/2014/main" id="{0F777ADD-7AA6-2059-C8D2-839F31912CAC}"/>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0" name="Oval 287">
              <a:extLst>
                <a:ext uri="{FF2B5EF4-FFF2-40B4-BE49-F238E27FC236}">
                  <a16:creationId xmlns:a16="http://schemas.microsoft.com/office/drawing/2014/main" id="{A7B671BA-23C2-B210-4370-4400281B84CE}"/>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1" name="Oval 288">
              <a:extLst>
                <a:ext uri="{FF2B5EF4-FFF2-40B4-BE49-F238E27FC236}">
                  <a16:creationId xmlns:a16="http://schemas.microsoft.com/office/drawing/2014/main" id="{3284D5F8-D392-B876-63F5-78DA5B1998AB}"/>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2" name="Oval 289">
              <a:extLst>
                <a:ext uri="{FF2B5EF4-FFF2-40B4-BE49-F238E27FC236}">
                  <a16:creationId xmlns:a16="http://schemas.microsoft.com/office/drawing/2014/main" id="{F3DC1F34-5DC6-DC71-E529-00D5C48365C2}"/>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3" name="Oval 290">
              <a:extLst>
                <a:ext uri="{FF2B5EF4-FFF2-40B4-BE49-F238E27FC236}">
                  <a16:creationId xmlns:a16="http://schemas.microsoft.com/office/drawing/2014/main" id="{8EFF7151-5B70-8378-C449-17CCAD8A6DA9}"/>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4" name="Oval 291">
              <a:extLst>
                <a:ext uri="{FF2B5EF4-FFF2-40B4-BE49-F238E27FC236}">
                  <a16:creationId xmlns:a16="http://schemas.microsoft.com/office/drawing/2014/main" id="{599FCA54-2C0A-F05B-6E47-A4D8BBFD3CFB}"/>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5" name="Oval 292">
              <a:extLst>
                <a:ext uri="{FF2B5EF4-FFF2-40B4-BE49-F238E27FC236}">
                  <a16:creationId xmlns:a16="http://schemas.microsoft.com/office/drawing/2014/main" id="{44A777BE-7C66-40C2-DCEA-043A017D94EE}"/>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6" name="Oval 293">
              <a:extLst>
                <a:ext uri="{FF2B5EF4-FFF2-40B4-BE49-F238E27FC236}">
                  <a16:creationId xmlns:a16="http://schemas.microsoft.com/office/drawing/2014/main" id="{B229FDDA-DA25-9A4C-D7A3-3D1AFAFC3299}"/>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37" name="Group 294">
              <a:extLst>
                <a:ext uri="{FF2B5EF4-FFF2-40B4-BE49-F238E27FC236}">
                  <a16:creationId xmlns:a16="http://schemas.microsoft.com/office/drawing/2014/main" id="{880601DC-01FD-3C20-2D2D-680F1A9B0203}"/>
                </a:ext>
              </a:extLst>
            </p:cNvPr>
            <p:cNvGrpSpPr>
              <a:grpSpLocks/>
            </p:cNvGrpSpPr>
            <p:nvPr/>
          </p:nvGrpSpPr>
          <p:grpSpPr bwMode="auto">
            <a:xfrm>
              <a:off x="912" y="768"/>
              <a:ext cx="2386" cy="1553"/>
              <a:chOff x="912" y="768"/>
              <a:chExt cx="2386" cy="1553"/>
            </a:xfrm>
            <a:grpFill/>
          </p:grpSpPr>
          <p:sp>
            <p:nvSpPr>
              <p:cNvPr id="38" name="Oval 295">
                <a:extLst>
                  <a:ext uri="{FF2B5EF4-FFF2-40B4-BE49-F238E27FC236}">
                    <a16:creationId xmlns:a16="http://schemas.microsoft.com/office/drawing/2014/main" id="{7B4F9BF1-76E8-E5D4-93E9-194C8C0AE43D}"/>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39" name="Oval 296">
                <a:extLst>
                  <a:ext uri="{FF2B5EF4-FFF2-40B4-BE49-F238E27FC236}">
                    <a16:creationId xmlns:a16="http://schemas.microsoft.com/office/drawing/2014/main" id="{8C58C727-1CFB-DDFB-615E-6065E77F10AA}"/>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0" name="Oval 297">
                <a:extLst>
                  <a:ext uri="{FF2B5EF4-FFF2-40B4-BE49-F238E27FC236}">
                    <a16:creationId xmlns:a16="http://schemas.microsoft.com/office/drawing/2014/main" id="{49151A7E-5B41-D064-1A66-7DB0C9D6B0DB}"/>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1" name="Oval 298">
                <a:extLst>
                  <a:ext uri="{FF2B5EF4-FFF2-40B4-BE49-F238E27FC236}">
                    <a16:creationId xmlns:a16="http://schemas.microsoft.com/office/drawing/2014/main" id="{B652C96A-AA5C-00CD-C0EF-08549018E825}"/>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2" name="Oval 299">
                <a:extLst>
                  <a:ext uri="{FF2B5EF4-FFF2-40B4-BE49-F238E27FC236}">
                    <a16:creationId xmlns:a16="http://schemas.microsoft.com/office/drawing/2014/main" id="{D29E216D-2EBC-E884-0CBA-5ABB27F085D4}"/>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3" name="Oval 300">
                <a:extLst>
                  <a:ext uri="{FF2B5EF4-FFF2-40B4-BE49-F238E27FC236}">
                    <a16:creationId xmlns:a16="http://schemas.microsoft.com/office/drawing/2014/main" id="{398F0258-0C43-94FF-7655-240EEB1B236F}"/>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4" name="Oval 301">
                <a:extLst>
                  <a:ext uri="{FF2B5EF4-FFF2-40B4-BE49-F238E27FC236}">
                    <a16:creationId xmlns:a16="http://schemas.microsoft.com/office/drawing/2014/main" id="{514A8208-7EAA-D2F0-101B-FF577C267C7C}"/>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5" name="Oval 302">
                <a:extLst>
                  <a:ext uri="{FF2B5EF4-FFF2-40B4-BE49-F238E27FC236}">
                    <a16:creationId xmlns:a16="http://schemas.microsoft.com/office/drawing/2014/main" id="{BAB749C6-A555-ECB0-959F-977F5DDE9305}"/>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6" name="Oval 303">
                <a:extLst>
                  <a:ext uri="{FF2B5EF4-FFF2-40B4-BE49-F238E27FC236}">
                    <a16:creationId xmlns:a16="http://schemas.microsoft.com/office/drawing/2014/main" id="{19B7C6DF-B42A-6A79-60BB-2DFA0F534AB4}"/>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47" name="Group 264">
            <a:extLst>
              <a:ext uri="{FF2B5EF4-FFF2-40B4-BE49-F238E27FC236}">
                <a16:creationId xmlns:a16="http://schemas.microsoft.com/office/drawing/2014/main" id="{9039B227-B871-2FB3-3F32-03CE7ED89598}"/>
              </a:ext>
            </a:extLst>
          </p:cNvPr>
          <p:cNvGrpSpPr>
            <a:grpSpLocks/>
          </p:cNvGrpSpPr>
          <p:nvPr/>
        </p:nvGrpSpPr>
        <p:grpSpPr bwMode="auto">
          <a:xfrm>
            <a:off x="3890294" y="2787495"/>
            <a:ext cx="1359990" cy="1055356"/>
            <a:chOff x="912" y="768"/>
            <a:chExt cx="2400" cy="1584"/>
          </a:xfrm>
          <a:solidFill>
            <a:schemeClr val="bg1"/>
          </a:solidFill>
        </p:grpSpPr>
        <p:sp>
          <p:nvSpPr>
            <p:cNvPr id="48" name="Oval 265">
              <a:extLst>
                <a:ext uri="{FF2B5EF4-FFF2-40B4-BE49-F238E27FC236}">
                  <a16:creationId xmlns:a16="http://schemas.microsoft.com/office/drawing/2014/main" id="{6343AB5F-DADE-5DAA-6195-4CEA717935A1}"/>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49" name="Oval 266">
              <a:extLst>
                <a:ext uri="{FF2B5EF4-FFF2-40B4-BE49-F238E27FC236}">
                  <a16:creationId xmlns:a16="http://schemas.microsoft.com/office/drawing/2014/main" id="{974F3551-42A3-87B5-14BC-F0AA2DE2ABA6}"/>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0" name="Oval 267">
              <a:extLst>
                <a:ext uri="{FF2B5EF4-FFF2-40B4-BE49-F238E27FC236}">
                  <a16:creationId xmlns:a16="http://schemas.microsoft.com/office/drawing/2014/main" id="{FD0B4282-9EA2-9CCB-918F-50644252C416}"/>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1" name="Oval 268">
              <a:extLst>
                <a:ext uri="{FF2B5EF4-FFF2-40B4-BE49-F238E27FC236}">
                  <a16:creationId xmlns:a16="http://schemas.microsoft.com/office/drawing/2014/main" id="{91D4DDA6-740D-B2A0-9905-4CACB4DDB94D}"/>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2" name="Oval 269">
              <a:extLst>
                <a:ext uri="{FF2B5EF4-FFF2-40B4-BE49-F238E27FC236}">
                  <a16:creationId xmlns:a16="http://schemas.microsoft.com/office/drawing/2014/main" id="{D51AE9BA-8792-3CBA-11F5-61626BDA099E}"/>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3" name="Oval 270">
              <a:extLst>
                <a:ext uri="{FF2B5EF4-FFF2-40B4-BE49-F238E27FC236}">
                  <a16:creationId xmlns:a16="http://schemas.microsoft.com/office/drawing/2014/main" id="{16B66450-3FC2-2B53-A19F-45CE2DC6D582}"/>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4" name="Oval 271">
              <a:extLst>
                <a:ext uri="{FF2B5EF4-FFF2-40B4-BE49-F238E27FC236}">
                  <a16:creationId xmlns:a16="http://schemas.microsoft.com/office/drawing/2014/main" id="{58EE9668-C5D1-C168-A8F8-85478A5BC249}"/>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5" name="Oval 272">
              <a:extLst>
                <a:ext uri="{FF2B5EF4-FFF2-40B4-BE49-F238E27FC236}">
                  <a16:creationId xmlns:a16="http://schemas.microsoft.com/office/drawing/2014/main" id="{9D728450-8093-6F1F-DD31-4FD363AA0625}"/>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6" name="Oval 273">
              <a:extLst>
                <a:ext uri="{FF2B5EF4-FFF2-40B4-BE49-F238E27FC236}">
                  <a16:creationId xmlns:a16="http://schemas.microsoft.com/office/drawing/2014/main" id="{02338FAB-E850-27AD-B700-AF86C92AA2EE}"/>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57" name="Group 274">
              <a:extLst>
                <a:ext uri="{FF2B5EF4-FFF2-40B4-BE49-F238E27FC236}">
                  <a16:creationId xmlns:a16="http://schemas.microsoft.com/office/drawing/2014/main" id="{43390740-67F2-C15C-EEDD-031026B19F75}"/>
                </a:ext>
              </a:extLst>
            </p:cNvPr>
            <p:cNvGrpSpPr>
              <a:grpSpLocks/>
            </p:cNvGrpSpPr>
            <p:nvPr/>
          </p:nvGrpSpPr>
          <p:grpSpPr bwMode="auto">
            <a:xfrm>
              <a:off x="912" y="768"/>
              <a:ext cx="2386" cy="1553"/>
              <a:chOff x="912" y="768"/>
              <a:chExt cx="2386" cy="1553"/>
            </a:xfrm>
            <a:grpFill/>
          </p:grpSpPr>
          <p:sp>
            <p:nvSpPr>
              <p:cNvPr id="58" name="Oval 275">
                <a:extLst>
                  <a:ext uri="{FF2B5EF4-FFF2-40B4-BE49-F238E27FC236}">
                    <a16:creationId xmlns:a16="http://schemas.microsoft.com/office/drawing/2014/main" id="{BAD8B417-A64F-6CA2-E49F-F6E68A720F96}"/>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59" name="Oval 276">
                <a:extLst>
                  <a:ext uri="{FF2B5EF4-FFF2-40B4-BE49-F238E27FC236}">
                    <a16:creationId xmlns:a16="http://schemas.microsoft.com/office/drawing/2014/main" id="{5CEB509F-A5C3-3E4C-7038-71B9B676FBEF}"/>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0" name="Oval 277">
                <a:extLst>
                  <a:ext uri="{FF2B5EF4-FFF2-40B4-BE49-F238E27FC236}">
                    <a16:creationId xmlns:a16="http://schemas.microsoft.com/office/drawing/2014/main" id="{1B1B6CA0-980D-4683-D4E7-4A85A6583225}"/>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1" name="Oval 278">
                <a:extLst>
                  <a:ext uri="{FF2B5EF4-FFF2-40B4-BE49-F238E27FC236}">
                    <a16:creationId xmlns:a16="http://schemas.microsoft.com/office/drawing/2014/main" id="{3FEAC186-2634-9F2C-FDB2-8AF39C1E9EDC}"/>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2" name="Oval 279">
                <a:extLst>
                  <a:ext uri="{FF2B5EF4-FFF2-40B4-BE49-F238E27FC236}">
                    <a16:creationId xmlns:a16="http://schemas.microsoft.com/office/drawing/2014/main" id="{E29EDFA3-7E7B-01B6-5A39-F931E15EAF4D}"/>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3" name="Oval 280">
                <a:extLst>
                  <a:ext uri="{FF2B5EF4-FFF2-40B4-BE49-F238E27FC236}">
                    <a16:creationId xmlns:a16="http://schemas.microsoft.com/office/drawing/2014/main" id="{67401CA9-061D-CF67-E75A-C05E041667DF}"/>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4" name="Oval 281">
                <a:extLst>
                  <a:ext uri="{FF2B5EF4-FFF2-40B4-BE49-F238E27FC236}">
                    <a16:creationId xmlns:a16="http://schemas.microsoft.com/office/drawing/2014/main" id="{CA6FF994-C45F-E8A3-9972-6AD42ABC1B5C}"/>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5" name="Oval 282">
                <a:extLst>
                  <a:ext uri="{FF2B5EF4-FFF2-40B4-BE49-F238E27FC236}">
                    <a16:creationId xmlns:a16="http://schemas.microsoft.com/office/drawing/2014/main" id="{F9FE8D87-BCCD-F6C5-31E3-50114DC8F7B7}"/>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66" name="Oval 283">
                <a:extLst>
                  <a:ext uri="{FF2B5EF4-FFF2-40B4-BE49-F238E27FC236}">
                    <a16:creationId xmlns:a16="http://schemas.microsoft.com/office/drawing/2014/main" id="{38EC921B-461A-C727-048B-2FAD059724CA}"/>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pic>
        <p:nvPicPr>
          <p:cNvPr id="70" name="Picture 231">
            <a:extLst>
              <a:ext uri="{FF2B5EF4-FFF2-40B4-BE49-F238E27FC236}">
                <a16:creationId xmlns:a16="http://schemas.microsoft.com/office/drawing/2014/main" id="{799E11AE-0345-8D29-203A-5690A35562B1}"/>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64790" y="3074614"/>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Text Box 235">
            <a:extLst>
              <a:ext uri="{FF2B5EF4-FFF2-40B4-BE49-F238E27FC236}">
                <a16:creationId xmlns:a16="http://schemas.microsoft.com/office/drawing/2014/main" id="{00992E7B-9D7D-3278-C551-80BCD8C69431}"/>
              </a:ext>
            </a:extLst>
          </p:cNvPr>
          <p:cNvSpPr txBox="1">
            <a:spLocks noChangeArrowheads="1"/>
          </p:cNvSpPr>
          <p:nvPr/>
        </p:nvSpPr>
        <p:spPr bwMode="auto">
          <a:xfrm>
            <a:off x="5710259" y="2649755"/>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solidFill>
                  <a:srgbClr val="0000FF"/>
                </a:solidFill>
                <a:latin typeface="微软雅黑" pitchFamily="34" charset="-122"/>
                <a:ea typeface="微软雅黑" pitchFamily="34" charset="-122"/>
              </a:rPr>
              <a:t>R</a:t>
            </a:r>
            <a:r>
              <a:rPr lang="en-US" altLang="zh-CN" sz="1600" b="1" baseline="-25000">
                <a:solidFill>
                  <a:srgbClr val="0000FF"/>
                </a:solidFill>
                <a:latin typeface="微软雅黑" pitchFamily="34" charset="-122"/>
                <a:ea typeface="微软雅黑" pitchFamily="34" charset="-122"/>
              </a:rPr>
              <a:t>2</a:t>
            </a:r>
            <a:endParaRPr lang="en-US" altLang="zh-CN" sz="1600" b="1">
              <a:solidFill>
                <a:srgbClr val="0000FF"/>
              </a:solidFill>
              <a:latin typeface="微软雅黑" pitchFamily="34" charset="-122"/>
              <a:ea typeface="微软雅黑" pitchFamily="34" charset="-122"/>
            </a:endParaRPr>
          </a:p>
        </p:txBody>
      </p:sp>
      <p:sp>
        <p:nvSpPr>
          <p:cNvPr id="72" name="Text Box 237">
            <a:extLst>
              <a:ext uri="{FF2B5EF4-FFF2-40B4-BE49-F238E27FC236}">
                <a16:creationId xmlns:a16="http://schemas.microsoft.com/office/drawing/2014/main" id="{CE477A44-F82C-76B9-8373-C6378AA3D94A}"/>
              </a:ext>
            </a:extLst>
          </p:cNvPr>
          <p:cNvSpPr txBox="1">
            <a:spLocks noChangeArrowheads="1"/>
          </p:cNvSpPr>
          <p:nvPr/>
        </p:nvSpPr>
        <p:spPr bwMode="auto">
          <a:xfrm>
            <a:off x="2976954" y="2661395"/>
            <a:ext cx="412292"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R</a:t>
            </a:r>
            <a:r>
              <a:rPr lang="en-US" altLang="zh-CN" sz="1600" b="1" baseline="-25000" dirty="0">
                <a:solidFill>
                  <a:srgbClr val="0000FF"/>
                </a:solidFill>
                <a:latin typeface="微软雅黑" pitchFamily="34" charset="-122"/>
                <a:ea typeface="微软雅黑" pitchFamily="34" charset="-122"/>
              </a:rPr>
              <a:t>1</a:t>
            </a:r>
            <a:endParaRPr lang="en-US" altLang="zh-CN" sz="1600" b="1" dirty="0">
              <a:solidFill>
                <a:srgbClr val="0000FF"/>
              </a:solidFill>
              <a:latin typeface="微软雅黑" pitchFamily="34" charset="-122"/>
              <a:ea typeface="微软雅黑" pitchFamily="34" charset="-122"/>
            </a:endParaRPr>
          </a:p>
        </p:txBody>
      </p:sp>
      <p:pic>
        <p:nvPicPr>
          <p:cNvPr id="74" name="Picture 327">
            <a:extLst>
              <a:ext uri="{FF2B5EF4-FFF2-40B4-BE49-F238E27FC236}">
                <a16:creationId xmlns:a16="http://schemas.microsoft.com/office/drawing/2014/main" id="{A554D1D4-6DB3-2E25-26B5-23471C7E72C6}"/>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485931" y="3047454"/>
            <a:ext cx="767623" cy="422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9" name="Text Box 351">
            <a:extLst>
              <a:ext uri="{FF2B5EF4-FFF2-40B4-BE49-F238E27FC236}">
                <a16:creationId xmlns:a16="http://schemas.microsoft.com/office/drawing/2014/main" id="{18F6895F-C177-E046-5633-09CCF7A53FE3}"/>
              </a:ext>
            </a:extLst>
          </p:cNvPr>
          <p:cNvSpPr txBox="1">
            <a:spLocks noChangeArrowheads="1"/>
          </p:cNvSpPr>
          <p:nvPr/>
        </p:nvSpPr>
        <p:spPr bwMode="auto">
          <a:xfrm>
            <a:off x="764961" y="2638872"/>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1</a:t>
            </a:r>
          </a:p>
        </p:txBody>
      </p:sp>
      <p:pic>
        <p:nvPicPr>
          <p:cNvPr id="81" name="Picture 246" descr="jisuanji">
            <a:extLst>
              <a:ext uri="{FF2B5EF4-FFF2-40B4-BE49-F238E27FC236}">
                <a16:creationId xmlns:a16="http://schemas.microsoft.com/office/drawing/2014/main" id="{7925085F-7978-4D9B-FCE0-222BB73C546D}"/>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64739" y="2967745"/>
            <a:ext cx="615163" cy="615163"/>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246" descr="jisuanji">
            <a:extLst>
              <a:ext uri="{FF2B5EF4-FFF2-40B4-BE49-F238E27FC236}">
                <a16:creationId xmlns:a16="http://schemas.microsoft.com/office/drawing/2014/main" id="{2D86087B-B708-B00F-0DA5-CA4B7EDF336D}"/>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70070" y="2923412"/>
            <a:ext cx="615163" cy="615163"/>
          </a:xfrm>
          <a:prstGeom prst="rect">
            <a:avLst/>
          </a:prstGeom>
          <a:noFill/>
          <a:extLst>
            <a:ext uri="{909E8E84-426E-40DD-AFC4-6F175D3DCCD1}">
              <a14:hiddenFill xmlns:a14="http://schemas.microsoft.com/office/drawing/2010/main">
                <a:solidFill>
                  <a:srgbClr val="FFFFFF"/>
                </a:solidFill>
              </a14:hiddenFill>
            </a:ext>
          </a:extLst>
        </p:spPr>
      </p:pic>
      <p:sp>
        <p:nvSpPr>
          <p:cNvPr id="84" name="Text Box 353">
            <a:extLst>
              <a:ext uri="{FF2B5EF4-FFF2-40B4-BE49-F238E27FC236}">
                <a16:creationId xmlns:a16="http://schemas.microsoft.com/office/drawing/2014/main" id="{E316EDE6-5006-65E7-C885-AF0BAABD07D0}"/>
              </a:ext>
            </a:extLst>
          </p:cNvPr>
          <p:cNvSpPr txBox="1">
            <a:spLocks noChangeArrowheads="1"/>
          </p:cNvSpPr>
          <p:nvPr/>
        </p:nvSpPr>
        <p:spPr bwMode="auto">
          <a:xfrm>
            <a:off x="7958685" y="2619184"/>
            <a:ext cx="437940" cy="338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solidFill>
                  <a:srgbClr val="0000FF"/>
                </a:solidFill>
                <a:latin typeface="微软雅黑" pitchFamily="34" charset="-122"/>
                <a:ea typeface="微软雅黑" pitchFamily="34" charset="-122"/>
              </a:rPr>
              <a:t>H</a:t>
            </a:r>
            <a:r>
              <a:rPr lang="en-US" altLang="zh-CN" sz="1600" b="1" baseline="-25000" dirty="0">
                <a:solidFill>
                  <a:srgbClr val="0000FF"/>
                </a:solidFill>
                <a:latin typeface="微软雅黑" pitchFamily="34" charset="-122"/>
                <a:ea typeface="微软雅黑" pitchFamily="34" charset="-122"/>
              </a:rPr>
              <a:t>3</a:t>
            </a:r>
          </a:p>
        </p:txBody>
      </p:sp>
      <p:grpSp>
        <p:nvGrpSpPr>
          <p:cNvPr id="6" name="Group 244">
            <a:extLst>
              <a:ext uri="{FF2B5EF4-FFF2-40B4-BE49-F238E27FC236}">
                <a16:creationId xmlns:a16="http://schemas.microsoft.com/office/drawing/2014/main" id="{84A73DC9-540E-E98D-2579-089857546C24}"/>
              </a:ext>
            </a:extLst>
          </p:cNvPr>
          <p:cNvGrpSpPr>
            <a:grpSpLocks/>
          </p:cNvGrpSpPr>
          <p:nvPr/>
        </p:nvGrpSpPr>
        <p:grpSpPr bwMode="auto">
          <a:xfrm>
            <a:off x="1345127" y="2787495"/>
            <a:ext cx="1359990" cy="1055356"/>
            <a:chOff x="912" y="768"/>
            <a:chExt cx="2400" cy="1584"/>
          </a:xfrm>
          <a:solidFill>
            <a:schemeClr val="bg1"/>
          </a:solidFill>
        </p:grpSpPr>
        <p:sp>
          <p:nvSpPr>
            <p:cNvPr id="7" name="Oval 245">
              <a:extLst>
                <a:ext uri="{FF2B5EF4-FFF2-40B4-BE49-F238E27FC236}">
                  <a16:creationId xmlns:a16="http://schemas.microsoft.com/office/drawing/2014/main" id="{BB7E1B7E-8A80-C9B8-7E06-3744787D8AFA}"/>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8" name="Oval 246">
              <a:extLst>
                <a:ext uri="{FF2B5EF4-FFF2-40B4-BE49-F238E27FC236}">
                  <a16:creationId xmlns:a16="http://schemas.microsoft.com/office/drawing/2014/main" id="{948E1C36-BA13-8BE6-3700-768B03154F32}"/>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9" name="Oval 247">
              <a:extLst>
                <a:ext uri="{FF2B5EF4-FFF2-40B4-BE49-F238E27FC236}">
                  <a16:creationId xmlns:a16="http://schemas.microsoft.com/office/drawing/2014/main" id="{48745902-96AE-87DA-A872-E12F21F8D027}"/>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0" name="Oval 248">
              <a:extLst>
                <a:ext uri="{FF2B5EF4-FFF2-40B4-BE49-F238E27FC236}">
                  <a16:creationId xmlns:a16="http://schemas.microsoft.com/office/drawing/2014/main" id="{2CBAD9D8-757C-C45A-419D-381FD847D283}"/>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1" name="Oval 249">
              <a:extLst>
                <a:ext uri="{FF2B5EF4-FFF2-40B4-BE49-F238E27FC236}">
                  <a16:creationId xmlns:a16="http://schemas.microsoft.com/office/drawing/2014/main" id="{9DE40EEA-934A-FE14-F2A8-2E2F43001E97}"/>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2" name="Oval 250">
              <a:extLst>
                <a:ext uri="{FF2B5EF4-FFF2-40B4-BE49-F238E27FC236}">
                  <a16:creationId xmlns:a16="http://schemas.microsoft.com/office/drawing/2014/main" id="{0D5CB692-2089-A948-B1BE-4FD49BE3B977}"/>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3" name="Oval 251">
              <a:extLst>
                <a:ext uri="{FF2B5EF4-FFF2-40B4-BE49-F238E27FC236}">
                  <a16:creationId xmlns:a16="http://schemas.microsoft.com/office/drawing/2014/main" id="{094DB942-FFD5-DABD-A254-5944999DA5E9}"/>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4" name="Oval 252">
              <a:extLst>
                <a:ext uri="{FF2B5EF4-FFF2-40B4-BE49-F238E27FC236}">
                  <a16:creationId xmlns:a16="http://schemas.microsoft.com/office/drawing/2014/main" id="{57C5BB51-8FD9-430A-141D-396A13C3F43A}"/>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5" name="Oval 253">
              <a:extLst>
                <a:ext uri="{FF2B5EF4-FFF2-40B4-BE49-F238E27FC236}">
                  <a16:creationId xmlns:a16="http://schemas.microsoft.com/office/drawing/2014/main" id="{7B6B4DEE-67C3-1F87-8948-0FE506FEB58A}"/>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nvGrpSpPr>
            <p:cNvPr id="16" name="Group 254">
              <a:extLst>
                <a:ext uri="{FF2B5EF4-FFF2-40B4-BE49-F238E27FC236}">
                  <a16:creationId xmlns:a16="http://schemas.microsoft.com/office/drawing/2014/main" id="{4C861C3F-CDF4-DF3E-A633-82A3F366B210}"/>
                </a:ext>
              </a:extLst>
            </p:cNvPr>
            <p:cNvGrpSpPr>
              <a:grpSpLocks/>
            </p:cNvGrpSpPr>
            <p:nvPr/>
          </p:nvGrpSpPr>
          <p:grpSpPr bwMode="auto">
            <a:xfrm>
              <a:off x="912" y="768"/>
              <a:ext cx="2386" cy="1553"/>
              <a:chOff x="912" y="768"/>
              <a:chExt cx="2386" cy="1553"/>
            </a:xfrm>
            <a:grpFill/>
          </p:grpSpPr>
          <p:sp>
            <p:nvSpPr>
              <p:cNvPr id="17" name="Oval 255">
                <a:extLst>
                  <a:ext uri="{FF2B5EF4-FFF2-40B4-BE49-F238E27FC236}">
                    <a16:creationId xmlns:a16="http://schemas.microsoft.com/office/drawing/2014/main" id="{1413B786-973A-7ABE-2CF6-9C4ED5F3DA3F}"/>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8" name="Oval 256">
                <a:extLst>
                  <a:ext uri="{FF2B5EF4-FFF2-40B4-BE49-F238E27FC236}">
                    <a16:creationId xmlns:a16="http://schemas.microsoft.com/office/drawing/2014/main" id="{D51FB675-7579-82CA-442C-6C2D7AA719D9}"/>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19" name="Oval 257">
                <a:extLst>
                  <a:ext uri="{FF2B5EF4-FFF2-40B4-BE49-F238E27FC236}">
                    <a16:creationId xmlns:a16="http://schemas.microsoft.com/office/drawing/2014/main" id="{EA51601C-9491-2190-C265-7CD7BD9AB082}"/>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0" name="Oval 258">
                <a:extLst>
                  <a:ext uri="{FF2B5EF4-FFF2-40B4-BE49-F238E27FC236}">
                    <a16:creationId xmlns:a16="http://schemas.microsoft.com/office/drawing/2014/main" id="{3CCAAA84-0F93-E014-894D-CA4C5D23E2C3}"/>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1" name="Oval 259">
                <a:extLst>
                  <a:ext uri="{FF2B5EF4-FFF2-40B4-BE49-F238E27FC236}">
                    <a16:creationId xmlns:a16="http://schemas.microsoft.com/office/drawing/2014/main" id="{7504BEA3-85E8-D864-4F80-F995467DCD4F}"/>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2" name="Oval 260">
                <a:extLst>
                  <a:ext uri="{FF2B5EF4-FFF2-40B4-BE49-F238E27FC236}">
                    <a16:creationId xmlns:a16="http://schemas.microsoft.com/office/drawing/2014/main" id="{D3D02085-07FA-5FCC-FF06-64FA0C035C76}"/>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3" name="Oval 261">
                <a:extLst>
                  <a:ext uri="{FF2B5EF4-FFF2-40B4-BE49-F238E27FC236}">
                    <a16:creationId xmlns:a16="http://schemas.microsoft.com/office/drawing/2014/main" id="{FCE9548F-1BBD-CADC-9E5B-C958976DE223}"/>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4" name="Oval 262">
                <a:extLst>
                  <a:ext uri="{FF2B5EF4-FFF2-40B4-BE49-F238E27FC236}">
                    <a16:creationId xmlns:a16="http://schemas.microsoft.com/office/drawing/2014/main" id="{B0EA83C3-CC9B-7CF5-8F4C-BC3372884E7E}"/>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sp>
            <p:nvSpPr>
              <p:cNvPr id="25" name="Oval 263">
                <a:extLst>
                  <a:ext uri="{FF2B5EF4-FFF2-40B4-BE49-F238E27FC236}">
                    <a16:creationId xmlns:a16="http://schemas.microsoft.com/office/drawing/2014/main" id="{3FDB577B-8BBE-ECAC-0032-A3056E8D5AD9}"/>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solidFill>
                    <a:srgbClr val="0000FF"/>
                  </a:solidFill>
                  <a:latin typeface="微软雅黑" pitchFamily="34" charset="-122"/>
                  <a:ea typeface="微软雅黑" pitchFamily="34" charset="-122"/>
                </a:endParaRPr>
              </a:p>
            </p:txBody>
          </p:sp>
        </p:grpSp>
      </p:grpSp>
      <p:grpSp>
        <p:nvGrpSpPr>
          <p:cNvPr id="85" name="Group 94">
            <a:extLst>
              <a:ext uri="{FF2B5EF4-FFF2-40B4-BE49-F238E27FC236}">
                <a16:creationId xmlns:a16="http://schemas.microsoft.com/office/drawing/2014/main" id="{BFDA88FD-61B8-8ECB-5621-1611F14D5F4B}"/>
              </a:ext>
            </a:extLst>
          </p:cNvPr>
          <p:cNvGrpSpPr>
            <a:grpSpLocks/>
          </p:cNvGrpSpPr>
          <p:nvPr/>
        </p:nvGrpSpPr>
        <p:grpSpPr bwMode="auto">
          <a:xfrm flipH="1">
            <a:off x="1450776" y="2949898"/>
            <a:ext cx="1044683" cy="276904"/>
            <a:chOff x="249" y="627"/>
            <a:chExt cx="1002" cy="303"/>
          </a:xfrm>
          <a:solidFill>
            <a:srgbClr val="00FFFF"/>
          </a:solidFill>
        </p:grpSpPr>
        <p:sp>
          <p:nvSpPr>
            <p:cNvPr id="86" name="AutoShape 95">
              <a:extLst>
                <a:ext uri="{FF2B5EF4-FFF2-40B4-BE49-F238E27FC236}">
                  <a16:creationId xmlns:a16="http://schemas.microsoft.com/office/drawing/2014/main" id="{F1A59060-83D5-7AFD-A798-9E4014884C36}"/>
                </a:ext>
              </a:extLst>
            </p:cNvPr>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87" name="Text Box 96">
              <a:extLst>
                <a:ext uri="{FF2B5EF4-FFF2-40B4-BE49-F238E27FC236}">
                  <a16:creationId xmlns:a16="http://schemas.microsoft.com/office/drawing/2014/main" id="{6A484091-B3A7-249B-CD35-D5595F063C91}"/>
                </a:ext>
              </a:extLst>
            </p:cNvPr>
            <p:cNvSpPr txBox="1">
              <a:spLocks noChangeArrowheads="1"/>
            </p:cNvSpPr>
            <p:nvPr/>
          </p:nvSpPr>
          <p:spPr bwMode="auto">
            <a:xfrm flipH="1">
              <a:off x="386" y="627"/>
              <a:ext cx="865" cy="303"/>
            </a:xfrm>
            <a:prstGeom prst="rect">
              <a:avLst/>
            </a:prstGeom>
            <a:grpFill/>
            <a:ln w="12700">
              <a:solidFill>
                <a:schemeClr val="tx1"/>
              </a:solidFill>
              <a:miter lim="800000"/>
              <a:headEnd/>
              <a:tailEnd/>
            </a:ln>
            <a:effectLst/>
          </p:spPr>
          <p:txBody>
            <a:bodyPr>
              <a:spAutoFit/>
            </a:bodyPr>
            <a:lstStyle/>
            <a:p>
              <a:pPr algn="ctr"/>
              <a:r>
                <a:rPr kumimoji="1" lang="en-US" altLang="zh-CN" sz="1200" b="1" dirty="0">
                  <a:latin typeface="微软雅黑" pitchFamily="34" charset="-122"/>
                  <a:ea typeface="微软雅黑" pitchFamily="34" charset="-122"/>
                </a:rPr>
                <a:t>TTL = 3</a:t>
              </a:r>
              <a:endParaRPr kumimoji="1" lang="zh-CN" altLang="en-US" sz="1200" b="1" dirty="0">
                <a:latin typeface="微软雅黑" pitchFamily="34" charset="-122"/>
                <a:ea typeface="微软雅黑" pitchFamily="34" charset="-122"/>
              </a:endParaRPr>
            </a:p>
          </p:txBody>
        </p:sp>
      </p:grpSp>
      <p:grpSp>
        <p:nvGrpSpPr>
          <p:cNvPr id="90" name="组合 89">
            <a:extLst>
              <a:ext uri="{FF2B5EF4-FFF2-40B4-BE49-F238E27FC236}">
                <a16:creationId xmlns:a16="http://schemas.microsoft.com/office/drawing/2014/main" id="{882A9A5B-7309-D8A9-DEBC-026CD5F99553}"/>
              </a:ext>
            </a:extLst>
          </p:cNvPr>
          <p:cNvGrpSpPr/>
          <p:nvPr/>
        </p:nvGrpSpPr>
        <p:grpSpPr>
          <a:xfrm>
            <a:off x="6867335" y="3405863"/>
            <a:ext cx="1236780" cy="277401"/>
            <a:chOff x="1540888" y="3163361"/>
            <a:chExt cx="1236780" cy="277401"/>
          </a:xfrm>
        </p:grpSpPr>
        <p:grpSp>
          <p:nvGrpSpPr>
            <p:cNvPr id="91" name="Group 94">
              <a:extLst>
                <a:ext uri="{FF2B5EF4-FFF2-40B4-BE49-F238E27FC236}">
                  <a16:creationId xmlns:a16="http://schemas.microsoft.com/office/drawing/2014/main" id="{976E59D0-DFFC-FCF7-39F3-E7DF79914F87}"/>
                </a:ext>
              </a:extLst>
            </p:cNvPr>
            <p:cNvGrpSpPr>
              <a:grpSpLocks/>
            </p:cNvGrpSpPr>
            <p:nvPr/>
          </p:nvGrpSpPr>
          <p:grpSpPr bwMode="auto">
            <a:xfrm>
              <a:off x="1563087" y="3163591"/>
              <a:ext cx="1044683" cy="277171"/>
              <a:chOff x="249" y="627"/>
              <a:chExt cx="1002" cy="288"/>
            </a:xfrm>
            <a:solidFill>
              <a:srgbClr val="00FFFF"/>
            </a:solidFill>
          </p:grpSpPr>
          <p:sp>
            <p:nvSpPr>
              <p:cNvPr id="93" name="AutoShape 95">
                <a:extLst>
                  <a:ext uri="{FF2B5EF4-FFF2-40B4-BE49-F238E27FC236}">
                    <a16:creationId xmlns:a16="http://schemas.microsoft.com/office/drawing/2014/main" id="{D5E01678-05BA-89DC-28C1-9A24487F0E34}"/>
                  </a:ext>
                </a:extLst>
              </p:cNvPr>
              <p:cNvSpPr>
                <a:spLocks noChangeArrowheads="1"/>
              </p:cNvSpPr>
              <p:nvPr/>
            </p:nvSpPr>
            <p:spPr bwMode="auto">
              <a:xfrm flipH="1">
                <a:off x="249" y="709"/>
                <a:ext cx="138" cy="139"/>
              </a:xfrm>
              <a:prstGeom prst="rightArrow">
                <a:avLst>
                  <a:gd name="adj1" fmla="val 50000"/>
                  <a:gd name="adj2" fmla="val 25000"/>
                </a:avLst>
              </a:prstGeom>
              <a:solidFill>
                <a:srgbClr val="99FF33"/>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4" name="Text Box 96">
                <a:extLst>
                  <a:ext uri="{FF2B5EF4-FFF2-40B4-BE49-F238E27FC236}">
                    <a16:creationId xmlns:a16="http://schemas.microsoft.com/office/drawing/2014/main" id="{237A4272-2232-373C-24F1-8D9275DFF332}"/>
                  </a:ext>
                </a:extLst>
              </p:cNvPr>
              <p:cNvSpPr txBox="1">
                <a:spLocks noChangeArrowheads="1"/>
              </p:cNvSpPr>
              <p:nvPr/>
            </p:nvSpPr>
            <p:spPr bwMode="auto">
              <a:xfrm flipH="1">
                <a:off x="386" y="627"/>
                <a:ext cx="865" cy="288"/>
              </a:xfrm>
              <a:prstGeom prst="rect">
                <a:avLst/>
              </a:prstGeom>
              <a:solidFill>
                <a:srgbClr val="99FF33"/>
              </a:solidFill>
              <a:ln w="12700">
                <a:solidFill>
                  <a:schemeClr val="tx1"/>
                </a:solidFill>
                <a:miter lim="800000"/>
                <a:headEnd/>
                <a:tailEnd/>
              </a:ln>
              <a:effectLst/>
            </p:spPr>
            <p:txBody>
              <a:bodyPr>
                <a:spAutoFit/>
              </a:bodyPr>
              <a:lstStyle/>
              <a:p>
                <a:pPr algn="ctr"/>
                <a:endParaRPr kumimoji="1" lang="zh-CN" altLang="en-US" sz="1200" b="1" dirty="0">
                  <a:latin typeface="微软雅黑" pitchFamily="34" charset="-122"/>
                  <a:ea typeface="微软雅黑" pitchFamily="34" charset="-122"/>
                </a:endParaRPr>
              </a:p>
            </p:txBody>
          </p:sp>
        </p:grpSp>
        <p:sp>
          <p:nvSpPr>
            <p:cNvPr id="92" name="文本框 91">
              <a:extLst>
                <a:ext uri="{FF2B5EF4-FFF2-40B4-BE49-F238E27FC236}">
                  <a16:creationId xmlns:a16="http://schemas.microsoft.com/office/drawing/2014/main" id="{ACABC737-E0A6-62A5-E7B6-81725EB4186C}"/>
                </a:ext>
              </a:extLst>
            </p:cNvPr>
            <p:cNvSpPr txBox="1"/>
            <p:nvPr/>
          </p:nvSpPr>
          <p:spPr>
            <a:xfrm>
              <a:off x="1540888" y="3163361"/>
              <a:ext cx="1236780" cy="261610"/>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050" b="1" i="0" u="none" strike="noStrike" kern="900" cap="none" spc="-140" normalizeH="0" noProof="0" dirty="0">
                  <a:ln>
                    <a:noFill/>
                  </a:ln>
                  <a:solidFill>
                    <a:prstClr val="black"/>
                  </a:solidFill>
                  <a:effectLst/>
                  <a:uLnTx/>
                  <a:uFillTx/>
                  <a:latin typeface="微软雅黑" pitchFamily="34" charset="-122"/>
                  <a:ea typeface="微软雅黑" pitchFamily="34" charset="-122"/>
                  <a:cs typeface="+mn-cs"/>
                </a:rPr>
                <a:t>I</a:t>
              </a:r>
              <a:r>
                <a:rPr kumimoji="1" lang="en-US" altLang="zh-CN" sz="1050" b="1" kern="900" spc="-140" dirty="0">
                  <a:solidFill>
                    <a:prstClr val="black"/>
                  </a:solidFill>
                  <a:latin typeface="微软雅黑" pitchFamily="34" charset="-122"/>
                  <a:ea typeface="微软雅黑" pitchFamily="34" charset="-122"/>
                </a:rPr>
                <a:t>CMP</a:t>
              </a:r>
              <a:r>
                <a:rPr kumimoji="1" lang="zh-CN" altLang="en-US" sz="1050" b="1" kern="900" spc="-140" dirty="0">
                  <a:solidFill>
                    <a:prstClr val="black"/>
                  </a:solidFill>
                  <a:latin typeface="微软雅黑" pitchFamily="34" charset="-122"/>
                  <a:ea typeface="微软雅黑" pitchFamily="34" charset="-122"/>
                </a:rPr>
                <a:t>终点</a:t>
              </a:r>
              <a:r>
                <a:rPr kumimoji="1" lang="zh-CN" altLang="en-US" sz="1050" b="1" i="0" u="none" strike="noStrike" kern="900" cap="none" spc="-140" normalizeH="0" noProof="0" dirty="0">
                  <a:ln>
                    <a:noFill/>
                  </a:ln>
                  <a:solidFill>
                    <a:prstClr val="black"/>
                  </a:solidFill>
                  <a:effectLst/>
                  <a:uLnTx/>
                  <a:uFillTx/>
                  <a:latin typeface="微软雅黑" pitchFamily="34" charset="-122"/>
                  <a:ea typeface="微软雅黑" pitchFamily="34" charset="-122"/>
                  <a:cs typeface="+mn-cs"/>
                </a:rPr>
                <a:t>不可达</a:t>
              </a:r>
            </a:p>
          </p:txBody>
        </p:sp>
      </p:grpSp>
    </p:spTree>
    <p:custDataLst>
      <p:tags r:id="rId1"/>
    </p:custDataLst>
    <p:extLst>
      <p:ext uri="{BB962C8B-B14F-4D97-AF65-F5344CB8AC3E}">
        <p14:creationId xmlns:p14="http://schemas.microsoft.com/office/powerpoint/2010/main" val="3833515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wipe(left)">
                                      <p:cBhvr>
                                        <p:cTn id="7" dur="500"/>
                                        <p:tgtEl>
                                          <p:spTgt spid="85"/>
                                        </p:tgtEl>
                                      </p:cBhvr>
                                    </p:animEffect>
                                  </p:childTnLst>
                                </p:cTn>
                              </p:par>
                            </p:childTnLst>
                          </p:cTn>
                        </p:par>
                        <p:par>
                          <p:cTn id="8" fill="hold">
                            <p:stCondLst>
                              <p:cond delay="500"/>
                            </p:stCondLst>
                            <p:childTnLst>
                              <p:par>
                                <p:cTn id="9" presetID="63" presetClass="path" presetSubtype="0" accel="50000" decel="50000" fill="hold" nodeType="afterEffect">
                                  <p:stCondLst>
                                    <p:cond delay="0"/>
                                  </p:stCondLst>
                                  <p:childTnLst>
                                    <p:animMotion origin="layout" path="M 1.38889E-6 1.35802E-6 L 0.61545 1.35802E-6 " pathEditMode="relative" rAng="0" ptsTypes="AA">
                                      <p:cBhvr>
                                        <p:cTn id="10" dur="2000" fill="hold"/>
                                        <p:tgtEl>
                                          <p:spTgt spid="85"/>
                                        </p:tgtEl>
                                        <p:attrNameLst>
                                          <p:attrName>ppt_x</p:attrName>
                                          <p:attrName>ppt_y</p:attrName>
                                        </p:attrNameLst>
                                      </p:cBhvr>
                                      <p:rCtr x="30764" y="0"/>
                                    </p:animMotion>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90"/>
                                        </p:tgtEl>
                                        <p:attrNameLst>
                                          <p:attrName>style.visibility</p:attrName>
                                        </p:attrNameLst>
                                      </p:cBhvr>
                                      <p:to>
                                        <p:strVal val="visible"/>
                                      </p:to>
                                    </p:set>
                                    <p:animEffect transition="in" filter="wipe(right)">
                                      <p:cBhvr>
                                        <p:cTn id="15"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56963" y="1104523"/>
            <a:ext cx="8048776" cy="32481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1504332" y="4353117"/>
            <a:ext cx="6151905" cy="307777"/>
          </a:xfrm>
          <a:prstGeom prst="rect">
            <a:avLst/>
          </a:prstGeom>
        </p:spPr>
        <p:txBody>
          <a:bodyPr wrap="square">
            <a:spAutoFit/>
          </a:bodyPr>
          <a:lstStyle/>
          <a:p>
            <a:pPr algn="ctr"/>
            <a:r>
              <a:rPr lang="zh-CN" altLang="en-US" sz="1400" b="1" dirty="0">
                <a:latin typeface="微软雅黑" pitchFamily="34" charset="-122"/>
                <a:ea typeface="微软雅黑" pitchFamily="34" charset="-122"/>
              </a:rPr>
              <a:t>用 </a:t>
            </a:r>
            <a:r>
              <a:rPr lang="en-US" altLang="zh-CN" sz="1400" b="1" dirty="0" err="1">
                <a:latin typeface="微软雅黑" pitchFamily="34" charset="-122"/>
                <a:ea typeface="微软雅黑" pitchFamily="34" charset="-122"/>
              </a:rPr>
              <a:t>tracert</a:t>
            </a:r>
            <a:r>
              <a:rPr lang="en-US" altLang="zh-CN" sz="1400" b="1" dirty="0">
                <a:latin typeface="微软雅黑" pitchFamily="34" charset="-122"/>
                <a:ea typeface="微软雅黑" pitchFamily="34" charset="-122"/>
              </a:rPr>
              <a:t> </a:t>
            </a:r>
            <a:r>
              <a:rPr lang="zh-CN" altLang="en-US" sz="1400" b="1" dirty="0">
                <a:latin typeface="微软雅黑" pitchFamily="34" charset="-122"/>
                <a:ea typeface="微软雅黑" pitchFamily="34" charset="-122"/>
              </a:rPr>
              <a:t>命令获得到新浪网的邮件服务器 </a:t>
            </a:r>
            <a:r>
              <a:rPr lang="en-US" altLang="zh-CN" sz="1400" b="1" dirty="0">
                <a:latin typeface="微软雅黑" pitchFamily="34" charset="-122"/>
                <a:ea typeface="微软雅黑" pitchFamily="34" charset="-122"/>
              </a:rPr>
              <a:t>mail.sina.com.cn </a:t>
            </a:r>
            <a:r>
              <a:rPr lang="zh-CN" altLang="en-US" sz="1400" b="1" dirty="0">
                <a:latin typeface="微软雅黑" pitchFamily="34" charset="-122"/>
                <a:ea typeface="微软雅黑" pitchFamily="34" charset="-122"/>
              </a:rPr>
              <a:t>的路由信息</a:t>
            </a:r>
          </a:p>
        </p:txBody>
      </p:sp>
      <p:sp>
        <p:nvSpPr>
          <p:cNvPr id="7" name="AutoShape 5"/>
          <p:cNvSpPr>
            <a:spLocks noChangeArrowheads="1"/>
          </p:cNvSpPr>
          <p:nvPr/>
        </p:nvSpPr>
        <p:spPr bwMode="auto">
          <a:xfrm>
            <a:off x="545145" y="63667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8" name="Rectangle 6"/>
          <p:cNvSpPr>
            <a:spLocks noChangeArrowheads="1"/>
          </p:cNvSpPr>
          <p:nvPr/>
        </p:nvSpPr>
        <p:spPr bwMode="auto">
          <a:xfrm>
            <a:off x="2787699" y="595811"/>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4.3.2  ICMP </a:t>
            </a:r>
            <a:r>
              <a:rPr lang="zh-CN" altLang="en-US" sz="2400" b="1" dirty="0">
                <a:solidFill>
                  <a:schemeClr val="bg1"/>
                </a:solidFill>
                <a:latin typeface="微软雅黑" pitchFamily="34" charset="-122"/>
                <a:ea typeface="微软雅黑" pitchFamily="34" charset="-122"/>
              </a:rPr>
              <a:t>的应用举例</a:t>
            </a:r>
          </a:p>
        </p:txBody>
      </p:sp>
      <p:pic>
        <p:nvPicPr>
          <p:cNvPr id="10" name="Picture 4" descr="Printscreen-2006-2-19-t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05748" y="1183655"/>
            <a:ext cx="5932505" cy="3089846"/>
          </a:xfrm>
          <a:prstGeom prst="rect">
            <a:avLst/>
          </a:prstGeom>
          <a:noFill/>
          <a:extLst>
            <a:ext uri="{909E8E84-426E-40DD-AFC4-6F175D3DCCD1}">
              <a14:hiddenFill xmlns:a14="http://schemas.microsoft.com/office/drawing/2010/main">
                <a:solidFill>
                  <a:srgbClr val="FFFFFF"/>
                </a:solidFill>
              </a14:hiddenFill>
            </a:ext>
          </a:extLst>
        </p:spPr>
      </p:pic>
      <p:sp>
        <p:nvSpPr>
          <p:cNvPr id="3" name="文本框 2">
            <a:extLst>
              <a:ext uri="{FF2B5EF4-FFF2-40B4-BE49-F238E27FC236}">
                <a16:creationId xmlns:a16="http://schemas.microsoft.com/office/drawing/2014/main" id="{681BF58A-81C6-A3DB-A5DE-5CD46E7EF78C}"/>
              </a:ext>
            </a:extLst>
          </p:cNvPr>
          <p:cNvSpPr txBox="1"/>
          <p:nvPr/>
        </p:nvSpPr>
        <p:spPr>
          <a:xfrm>
            <a:off x="5966952" y="1345315"/>
            <a:ext cx="2400554" cy="646331"/>
          </a:xfrm>
          <a:prstGeom prst="rect">
            <a:avLst/>
          </a:prstGeom>
        </p:spPr>
        <p:style>
          <a:lnRef idx="1">
            <a:schemeClr val="accent6"/>
          </a:lnRef>
          <a:fillRef idx="3">
            <a:schemeClr val="accent6"/>
          </a:fillRef>
          <a:effectRef idx="2">
            <a:schemeClr val="accent6"/>
          </a:effectRef>
          <a:fontRef idx="minor">
            <a:schemeClr val="lt1"/>
          </a:fontRef>
        </p:style>
        <p:txBody>
          <a:bodyPr wrap="square">
            <a:spAutoFit/>
          </a:bodyPr>
          <a:lstStyle/>
          <a:p>
            <a:r>
              <a:rPr lang="en-US" altLang="zh-CN" dirty="0">
                <a:latin typeface="微软雅黑" panose="020B0503020204020204" pitchFamily="34" charset="-122"/>
                <a:ea typeface="微软雅黑" panose="020B0503020204020204" pitchFamily="34" charset="-122"/>
              </a:rPr>
              <a:t>PING</a:t>
            </a:r>
            <a:r>
              <a:rPr lang="zh-CN" altLang="en-US" dirty="0">
                <a:latin typeface="微软雅黑" panose="020B0503020204020204" pitchFamily="34" charset="-122"/>
                <a:ea typeface="微软雅黑" panose="020B0503020204020204" pitchFamily="34" charset="-122"/>
              </a:rPr>
              <a:t>和</a:t>
            </a:r>
            <a:r>
              <a:rPr lang="en-US" altLang="zh-CN" dirty="0">
                <a:latin typeface="微软雅黑" panose="020B0503020204020204" pitchFamily="34" charset="-122"/>
                <a:ea typeface="微软雅黑" panose="020B0503020204020204" pitchFamily="34" charset="-122"/>
              </a:rPr>
              <a:t>traceroute</a:t>
            </a:r>
            <a:r>
              <a:rPr lang="zh-CN" altLang="en-US" dirty="0">
                <a:latin typeface="微软雅黑" panose="020B0503020204020204" pitchFamily="34" charset="-122"/>
                <a:ea typeface="微软雅黑" panose="020B0503020204020204" pitchFamily="34" charset="-122"/>
              </a:rPr>
              <a:t>可能被攻击者恶意使用！</a:t>
            </a:r>
          </a:p>
        </p:txBody>
      </p:sp>
    </p:spTree>
    <p:custDataLst>
      <p:tags r:id="rId1"/>
    </p:custDataLst>
    <p:extLst>
      <p:ext uri="{BB962C8B-B14F-4D97-AF65-F5344CB8AC3E}">
        <p14:creationId xmlns:p14="http://schemas.microsoft.com/office/powerpoint/2010/main" val="33730358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3C9A12-5935-EF6F-BC84-9EE1B6F460AF}"/>
            </a:ext>
          </a:extLst>
        </p:cNvPr>
        <p:cNvGrpSpPr/>
        <p:nvPr/>
      </p:nvGrpSpPr>
      <p:grpSpPr>
        <a:xfrm>
          <a:off x="0" y="0"/>
          <a:ext cx="0" cy="0"/>
          <a:chOff x="0" y="0"/>
          <a:chExt cx="0" cy="0"/>
        </a:xfrm>
      </p:grpSpPr>
      <p:sp>
        <p:nvSpPr>
          <p:cNvPr id="4" name="Rectangle 68">
            <a:extLst>
              <a:ext uri="{FF2B5EF4-FFF2-40B4-BE49-F238E27FC236}">
                <a16:creationId xmlns:a16="http://schemas.microsoft.com/office/drawing/2014/main" id="{ED021A2B-5B2E-4DD5-F20A-3643D91B721C}"/>
              </a:ext>
            </a:extLst>
          </p:cNvPr>
          <p:cNvSpPr>
            <a:spLocks noChangeArrowheads="1"/>
          </p:cNvSpPr>
          <p:nvPr/>
        </p:nvSpPr>
        <p:spPr bwMode="auto">
          <a:xfrm>
            <a:off x="545144" y="1013472"/>
            <a:ext cx="8443408" cy="21635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连接到互联网的计算机都需要正确配置：</a:t>
            </a:r>
          </a:p>
          <a:p>
            <a:pPr marL="633413" indent="-342900" eaLnBrk="0" hangingPunct="0">
              <a:lnSpc>
                <a:spcPts val="3300"/>
              </a:lnSpc>
              <a:buClr>
                <a:srgbClr val="7030A0"/>
              </a:buClr>
              <a:buFont typeface="+mj-lt"/>
              <a:buAutoNum type="arabicPeriod"/>
            </a:pP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633413"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子网掩码</a:t>
            </a:r>
          </a:p>
          <a:p>
            <a:pPr marL="633413"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默认路由器的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633413"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域名服务器的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地址（域名系统我们将在</a:t>
            </a:r>
            <a:r>
              <a:rPr lang="en-US" altLang="zh-CN" sz="2000" b="1" dirty="0">
                <a:latin typeface="微软雅黑" pitchFamily="34" charset="-122"/>
                <a:ea typeface="微软雅黑" pitchFamily="34" charset="-122"/>
              </a:rPr>
              <a:t>6.1</a:t>
            </a:r>
            <a:r>
              <a:rPr lang="zh-CN" altLang="en-US" sz="2000" b="1" dirty="0">
                <a:latin typeface="微软雅黑" pitchFamily="34" charset="-122"/>
                <a:ea typeface="微软雅黑" pitchFamily="34" charset="-122"/>
              </a:rPr>
              <a:t>节学习）</a:t>
            </a:r>
            <a:endParaRPr lang="en-US" altLang="zh-CN" sz="2000" b="1" dirty="0">
              <a:latin typeface="微软雅黑" pitchFamily="34" charset="-122"/>
              <a:ea typeface="微软雅黑" pitchFamily="34" charset="-122"/>
            </a:endParaRPr>
          </a:p>
        </p:txBody>
      </p:sp>
      <p:sp>
        <p:nvSpPr>
          <p:cNvPr id="5" name="AutoShape 5">
            <a:extLst>
              <a:ext uri="{FF2B5EF4-FFF2-40B4-BE49-F238E27FC236}">
                <a16:creationId xmlns:a16="http://schemas.microsoft.com/office/drawing/2014/main" id="{6C462404-E0F6-7412-38D0-0816F442C925}"/>
              </a:ext>
            </a:extLst>
          </p:cNvPr>
          <p:cNvSpPr>
            <a:spLocks noChangeArrowheads="1"/>
          </p:cNvSpPr>
          <p:nvPr/>
        </p:nvSpPr>
        <p:spPr bwMode="auto">
          <a:xfrm>
            <a:off x="545144" y="569213"/>
            <a:ext cx="8053712" cy="507165"/>
          </a:xfrm>
          <a:prstGeom prst="roundRect">
            <a:avLst>
              <a:gd name="adj" fmla="val 16667"/>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zh-CN" altLang="en-US">
              <a:latin typeface="宋体" charset="-122"/>
            </a:endParaRPr>
          </a:p>
        </p:txBody>
      </p:sp>
      <p:sp>
        <p:nvSpPr>
          <p:cNvPr id="6" name="Rectangle 6">
            <a:extLst>
              <a:ext uri="{FF2B5EF4-FFF2-40B4-BE49-F238E27FC236}">
                <a16:creationId xmlns:a16="http://schemas.microsoft.com/office/drawing/2014/main" id="{B917E06F-2C2F-3CAA-0B29-0312290D6BC0}"/>
              </a:ext>
            </a:extLst>
          </p:cNvPr>
          <p:cNvSpPr>
            <a:spLocks noChangeArrowheads="1"/>
          </p:cNvSpPr>
          <p:nvPr/>
        </p:nvSpPr>
        <p:spPr bwMode="auto">
          <a:xfrm>
            <a:off x="2425421" y="569213"/>
            <a:ext cx="42931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4.4  </a:t>
            </a:r>
            <a:r>
              <a:rPr lang="zh-CN" altLang="en-US" sz="2400" b="1" dirty="0">
                <a:solidFill>
                  <a:schemeClr val="bg1"/>
                </a:solidFill>
                <a:latin typeface="微软雅黑" pitchFamily="34" charset="-122"/>
                <a:ea typeface="微软雅黑" pitchFamily="34" charset="-122"/>
              </a:rPr>
              <a:t>动态主机配置协议 </a:t>
            </a:r>
            <a:r>
              <a:rPr lang="en-US" altLang="zh-CN" sz="2400" b="1" dirty="0">
                <a:solidFill>
                  <a:schemeClr val="bg1"/>
                </a:solidFill>
                <a:latin typeface="微软雅黑" pitchFamily="34" charset="-122"/>
                <a:ea typeface="微软雅黑" pitchFamily="34" charset="-122"/>
              </a:rPr>
              <a:t>DHCP</a:t>
            </a:r>
          </a:p>
        </p:txBody>
      </p:sp>
      <p:sp>
        <p:nvSpPr>
          <p:cNvPr id="2" name="Rectangle 68">
            <a:extLst>
              <a:ext uri="{FF2B5EF4-FFF2-40B4-BE49-F238E27FC236}">
                <a16:creationId xmlns:a16="http://schemas.microsoft.com/office/drawing/2014/main" id="{9C57C987-96EF-A3B5-7DE6-C9310DE1FB16}"/>
              </a:ext>
            </a:extLst>
          </p:cNvPr>
          <p:cNvSpPr>
            <a:spLocks noChangeArrowheads="1"/>
          </p:cNvSpPr>
          <p:nvPr/>
        </p:nvSpPr>
        <p:spPr bwMode="auto">
          <a:xfrm>
            <a:off x="545144" y="3124366"/>
            <a:ext cx="8157645" cy="1317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动态主机配置协议 </a:t>
            </a:r>
            <a:r>
              <a:rPr lang="en-US" altLang="zh-CN" sz="2000" b="1" dirty="0">
                <a:solidFill>
                  <a:srgbClr val="C00000"/>
                </a:solidFill>
                <a:latin typeface="微软雅黑" pitchFamily="34" charset="-122"/>
                <a:ea typeface="微软雅黑" pitchFamily="34" charset="-122"/>
              </a:rPr>
              <a:t>DHCP </a:t>
            </a:r>
            <a:r>
              <a:rPr lang="en-US" altLang="zh-CN" sz="2000" b="1" dirty="0">
                <a:latin typeface="微软雅黑" pitchFamily="34" charset="-122"/>
                <a:ea typeface="微软雅黑" pitchFamily="34" charset="-122"/>
              </a:rPr>
              <a:t>(Dynamic Host Configuration Protocol) </a:t>
            </a:r>
            <a:r>
              <a:rPr lang="zh-CN" altLang="en-US" sz="2000" b="1" dirty="0">
                <a:latin typeface="微软雅黑" pitchFamily="34" charset="-122"/>
                <a:ea typeface="微软雅黑" pitchFamily="34" charset="-122"/>
              </a:rPr>
              <a:t>提供了</a:t>
            </a:r>
            <a:r>
              <a:rPr lang="zh-CN" altLang="en-US" sz="2000" b="1" dirty="0">
                <a:solidFill>
                  <a:srgbClr val="C00000"/>
                </a:solidFill>
                <a:latin typeface="微软雅黑" pitchFamily="34" charset="-122"/>
                <a:ea typeface="微软雅黑" pitchFamily="34" charset="-122"/>
              </a:rPr>
              <a:t>即插即用连网</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(plug-and-play networking) </a:t>
            </a:r>
            <a:r>
              <a:rPr lang="zh-CN" altLang="en-US" sz="2000" b="1" dirty="0">
                <a:latin typeface="微软雅黑" pitchFamily="34" charset="-122"/>
                <a:ea typeface="微软雅黑" pitchFamily="34" charset="-122"/>
              </a:rPr>
              <a:t>的机制，允许连网的主机自动获取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地址等信息，而不用手工配置。</a:t>
            </a:r>
          </a:p>
        </p:txBody>
      </p:sp>
    </p:spTree>
    <p:custDataLst>
      <p:tags r:id="rId1"/>
    </p:custDataLst>
    <p:extLst>
      <p:ext uri="{BB962C8B-B14F-4D97-AF65-F5344CB8AC3E}">
        <p14:creationId xmlns:p14="http://schemas.microsoft.com/office/powerpoint/2010/main" val="2524916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fade">
                                      <p:cBhvr>
                                        <p:cTn id="12" dur="1000"/>
                                        <p:tgtEl>
                                          <p:spTgt spid="4">
                                            <p:txEl>
                                              <p:pRg st="1" end="1"/>
                                            </p:txEl>
                                          </p:spTgt>
                                        </p:tgtEl>
                                      </p:cBhvr>
                                    </p:animEffect>
                                    <p:anim calcmode="lin" valueType="num">
                                      <p:cBhvr>
                                        <p:cTn id="13"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4"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4">
                                            <p:txEl>
                                              <p:pRg st="2" end="2"/>
                                            </p:txEl>
                                          </p:spTgt>
                                        </p:tgtEl>
                                        <p:attrNameLst>
                                          <p:attrName>style.visibility</p:attrName>
                                        </p:attrNameLst>
                                      </p:cBhvr>
                                      <p:to>
                                        <p:strVal val="visible"/>
                                      </p:to>
                                    </p:set>
                                    <p:animEffect transition="in" filter="fade">
                                      <p:cBhvr>
                                        <p:cTn id="19" dur="1000"/>
                                        <p:tgtEl>
                                          <p:spTgt spid="4">
                                            <p:txEl>
                                              <p:pRg st="2" end="2"/>
                                            </p:txEl>
                                          </p:spTgt>
                                        </p:tgtEl>
                                      </p:cBhvr>
                                    </p:animEffect>
                                    <p:anim calcmode="lin" valueType="num">
                                      <p:cBhvr>
                                        <p:cTn id="20"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4">
                                            <p:txEl>
                                              <p:pRg st="3" end="3"/>
                                            </p:txEl>
                                          </p:spTgt>
                                        </p:tgtEl>
                                        <p:attrNameLst>
                                          <p:attrName>style.visibility</p:attrName>
                                        </p:attrNameLst>
                                      </p:cBhvr>
                                      <p:to>
                                        <p:strVal val="visible"/>
                                      </p:to>
                                    </p:set>
                                    <p:animEffect transition="in" filter="fade">
                                      <p:cBhvr>
                                        <p:cTn id="26" dur="1000"/>
                                        <p:tgtEl>
                                          <p:spTgt spid="4">
                                            <p:txEl>
                                              <p:pRg st="3" end="3"/>
                                            </p:txEl>
                                          </p:spTgt>
                                        </p:tgtEl>
                                      </p:cBhvr>
                                    </p:animEffect>
                                    <p:anim calcmode="lin" valueType="num">
                                      <p:cBhvr>
                                        <p:cTn id="27"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28"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4">
                                            <p:txEl>
                                              <p:pRg st="4" end="4"/>
                                            </p:txEl>
                                          </p:spTgt>
                                        </p:tgtEl>
                                        <p:attrNameLst>
                                          <p:attrName>style.visibility</p:attrName>
                                        </p:attrNameLst>
                                      </p:cBhvr>
                                      <p:to>
                                        <p:strVal val="visible"/>
                                      </p:to>
                                    </p:set>
                                    <p:animEffect transition="in" filter="fade">
                                      <p:cBhvr>
                                        <p:cTn id="33" dur="1000"/>
                                        <p:tgtEl>
                                          <p:spTgt spid="4">
                                            <p:txEl>
                                              <p:pRg st="4" end="4"/>
                                            </p:txEl>
                                          </p:spTgt>
                                        </p:tgtEl>
                                      </p:cBhvr>
                                    </p:animEffect>
                                    <p:anim calcmode="lin" valueType="num">
                                      <p:cBhvr>
                                        <p:cTn id="34"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35" dur="1000" fill="hold"/>
                                        <p:tgtEl>
                                          <p:spTgt spid="4">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2"/>
                                        </p:tgtEl>
                                        <p:attrNameLst>
                                          <p:attrName>style.visibility</p:attrName>
                                        </p:attrNameLst>
                                      </p:cBhvr>
                                      <p:to>
                                        <p:strVal val="visible"/>
                                      </p:to>
                                    </p:set>
                                    <p:animEffect transition="in" filter="fade">
                                      <p:cBhvr>
                                        <p:cTn id="40" dur="1000"/>
                                        <p:tgtEl>
                                          <p:spTgt spid="2"/>
                                        </p:tgtEl>
                                      </p:cBhvr>
                                    </p:animEffect>
                                    <p:anim calcmode="lin" valueType="num">
                                      <p:cBhvr>
                                        <p:cTn id="41" dur="1000" fill="hold"/>
                                        <p:tgtEl>
                                          <p:spTgt spid="2"/>
                                        </p:tgtEl>
                                        <p:attrNameLst>
                                          <p:attrName>ppt_x</p:attrName>
                                        </p:attrNameLst>
                                      </p:cBhvr>
                                      <p:tavLst>
                                        <p:tav tm="0">
                                          <p:val>
                                            <p:strVal val="#ppt_x"/>
                                          </p:val>
                                        </p:tav>
                                        <p:tav tm="100000">
                                          <p:val>
                                            <p:strVal val="#ppt_x"/>
                                          </p:val>
                                        </p:tav>
                                      </p:tavLst>
                                    </p:anim>
                                    <p:anim calcmode="lin" valueType="num">
                                      <p:cBhvr>
                                        <p:cTn id="42"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P spid="2"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4122"/>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550457" y="561851"/>
            <a:ext cx="404309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使用客户服务器方式</a:t>
            </a:r>
          </a:p>
        </p:txBody>
      </p:sp>
      <p:sp>
        <p:nvSpPr>
          <p:cNvPr id="4" name="Rectangle 68"/>
          <p:cNvSpPr>
            <a:spLocks noChangeArrowheads="1"/>
          </p:cNvSpPr>
          <p:nvPr/>
        </p:nvSpPr>
        <p:spPr bwMode="auto">
          <a:xfrm>
            <a:off x="556962" y="1024296"/>
            <a:ext cx="8048777" cy="300992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需要在网络中部署至少一台</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服务器。</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网络管理员要在</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服务器上预先配置好用于给用户分配临时</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地址池，以及子网掩码、默认路由器地址、域名服务器地址等信息。</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使用客户服务器方式工作。</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客户计算机连接到网络后自动请求</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服务器分配</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地址并提供相关信息。</a:t>
            </a:r>
          </a:p>
        </p:txBody>
      </p:sp>
    </p:spTree>
    <p:custDataLst>
      <p:tags r:id="rId1"/>
    </p:custDataLst>
    <p:extLst>
      <p:ext uri="{BB962C8B-B14F-4D97-AF65-F5344CB8AC3E}">
        <p14:creationId xmlns:p14="http://schemas.microsoft.com/office/powerpoint/2010/main" val="3459514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9BAEA0-CB94-A357-BCA4-82A46C175765}"/>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4E797B19-CF7B-D038-CE25-54BC20098217}"/>
              </a:ext>
            </a:extLst>
          </p:cNvPr>
          <p:cNvSpPr>
            <a:spLocks noChangeArrowheads="1"/>
          </p:cNvSpPr>
          <p:nvPr/>
        </p:nvSpPr>
        <p:spPr bwMode="auto">
          <a:xfrm>
            <a:off x="556963" y="60394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08FBCCC9-5F65-53F1-244A-FC6339857E0D}"/>
              </a:ext>
            </a:extLst>
          </p:cNvPr>
          <p:cNvSpPr>
            <a:spLocks noChangeArrowheads="1"/>
          </p:cNvSpPr>
          <p:nvPr/>
        </p:nvSpPr>
        <p:spPr bwMode="auto">
          <a:xfrm>
            <a:off x="3365585" y="561676"/>
            <a:ext cx="241284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工作过程</a:t>
            </a:r>
          </a:p>
        </p:txBody>
      </p:sp>
      <p:sp>
        <p:nvSpPr>
          <p:cNvPr id="4" name="Rectangle 68">
            <a:extLst>
              <a:ext uri="{FF2B5EF4-FFF2-40B4-BE49-F238E27FC236}">
                <a16:creationId xmlns:a16="http://schemas.microsoft.com/office/drawing/2014/main" id="{CB2F02B6-2B93-DE0F-6083-6386ED7A3854}"/>
              </a:ext>
            </a:extLst>
          </p:cNvPr>
          <p:cNvSpPr>
            <a:spLocks noChangeArrowheads="1"/>
          </p:cNvSpPr>
          <p:nvPr/>
        </p:nvSpPr>
        <p:spPr bwMode="auto">
          <a:xfrm>
            <a:off x="556962" y="979877"/>
            <a:ext cx="8048777" cy="8266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广播发送</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发现报文来发现在本网络上的</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服务器。</a:t>
            </a:r>
            <a:endParaRPr lang="en-US" altLang="zh-CN" sz="2000" b="1" dirty="0">
              <a:latin typeface="微软雅黑" pitchFamily="34" charset="-122"/>
              <a:ea typeface="微软雅黑" pitchFamily="34" charset="-122"/>
            </a:endParaRPr>
          </a:p>
          <a:p>
            <a:pPr marL="285750" indent="-28575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发现报文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数据报的目的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地址是全</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，源</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地址为全</a:t>
            </a:r>
            <a:r>
              <a:rPr lang="en-US" altLang="zh-CN" sz="2000" b="1" dirty="0">
                <a:latin typeface="微软雅黑" pitchFamily="34" charset="-122"/>
                <a:ea typeface="微软雅黑" pitchFamily="34" charset="-122"/>
              </a:rPr>
              <a:t>0</a:t>
            </a:r>
            <a:r>
              <a:rPr lang="zh-CN" altLang="en-US" sz="2000" b="1" dirty="0">
                <a:latin typeface="微软雅黑" pitchFamily="34" charset="-122"/>
                <a:ea typeface="微软雅黑" pitchFamily="34" charset="-122"/>
              </a:rPr>
              <a:t>。</a:t>
            </a:r>
          </a:p>
        </p:txBody>
      </p:sp>
      <p:cxnSp>
        <p:nvCxnSpPr>
          <p:cNvPr id="5" name="直接连接符 8">
            <a:extLst>
              <a:ext uri="{FF2B5EF4-FFF2-40B4-BE49-F238E27FC236}">
                <a16:creationId xmlns:a16="http://schemas.microsoft.com/office/drawing/2014/main" id="{BEE1D70D-FB89-6AFB-1D16-266241C99219}"/>
              </a:ext>
            </a:extLst>
          </p:cNvPr>
          <p:cNvCxnSpPr>
            <a:cxnSpLocks/>
          </p:cNvCxnSpPr>
          <p:nvPr/>
        </p:nvCxnSpPr>
        <p:spPr bwMode="auto">
          <a:xfrm>
            <a:off x="6341806" y="2590103"/>
            <a:ext cx="0" cy="204152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20" name="Line 25">
            <a:extLst>
              <a:ext uri="{FF2B5EF4-FFF2-40B4-BE49-F238E27FC236}">
                <a16:creationId xmlns:a16="http://schemas.microsoft.com/office/drawing/2014/main" id="{19B3B405-E3D6-930B-1D6A-485F455D9915}"/>
              </a:ext>
            </a:extLst>
          </p:cNvPr>
          <p:cNvSpPr>
            <a:spLocks noChangeShapeType="1"/>
          </p:cNvSpPr>
          <p:nvPr/>
        </p:nvSpPr>
        <p:spPr bwMode="auto">
          <a:xfrm flipH="1" flipV="1">
            <a:off x="2684206" y="3442591"/>
            <a:ext cx="3657600" cy="7937"/>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 name="Rectangle 27">
            <a:extLst>
              <a:ext uri="{FF2B5EF4-FFF2-40B4-BE49-F238E27FC236}">
                <a16:creationId xmlns:a16="http://schemas.microsoft.com/office/drawing/2014/main" id="{404A6AD7-ADB7-7B78-8406-DCAA8E73C0EA}"/>
              </a:ext>
            </a:extLst>
          </p:cNvPr>
          <p:cNvSpPr>
            <a:spLocks noChangeArrowheads="1"/>
          </p:cNvSpPr>
          <p:nvPr/>
        </p:nvSpPr>
        <p:spPr bwMode="auto">
          <a:xfrm>
            <a:off x="3446206" y="3326703"/>
            <a:ext cx="2057400" cy="230188"/>
          </a:xfrm>
          <a:prstGeom prst="rect">
            <a:avLst/>
          </a:prstGeom>
          <a:solidFill>
            <a:srgbClr val="99FF33"/>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DHCPOFFER</a:t>
            </a:r>
          </a:p>
        </p:txBody>
      </p:sp>
      <p:sp>
        <p:nvSpPr>
          <p:cNvPr id="26" name="Line 34">
            <a:extLst>
              <a:ext uri="{FF2B5EF4-FFF2-40B4-BE49-F238E27FC236}">
                <a16:creationId xmlns:a16="http://schemas.microsoft.com/office/drawing/2014/main" id="{22DE570E-7877-D82E-B005-B18214E56C81}"/>
              </a:ext>
            </a:extLst>
          </p:cNvPr>
          <p:cNvSpPr>
            <a:spLocks noChangeShapeType="1"/>
          </p:cNvSpPr>
          <p:nvPr/>
        </p:nvSpPr>
        <p:spPr bwMode="auto">
          <a:xfrm flipV="1">
            <a:off x="2682619" y="3990278"/>
            <a:ext cx="3659187" cy="952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7" name="Rectangle 36">
            <a:extLst>
              <a:ext uri="{FF2B5EF4-FFF2-40B4-BE49-F238E27FC236}">
                <a16:creationId xmlns:a16="http://schemas.microsoft.com/office/drawing/2014/main" id="{1E5479C4-25BC-4051-956D-423A7D601C24}"/>
              </a:ext>
            </a:extLst>
          </p:cNvPr>
          <p:cNvSpPr>
            <a:spLocks noChangeArrowheads="1"/>
          </p:cNvSpPr>
          <p:nvPr/>
        </p:nvSpPr>
        <p:spPr bwMode="auto">
          <a:xfrm>
            <a:off x="3446206" y="3875978"/>
            <a:ext cx="2057400" cy="228600"/>
          </a:xfrm>
          <a:prstGeom prst="rect">
            <a:avLst/>
          </a:prstGeom>
          <a:solidFill>
            <a:srgbClr val="FFC000"/>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DHCPREQUEST</a:t>
            </a:r>
          </a:p>
        </p:txBody>
      </p:sp>
      <p:sp>
        <p:nvSpPr>
          <p:cNvPr id="28" name="Line 43">
            <a:extLst>
              <a:ext uri="{FF2B5EF4-FFF2-40B4-BE49-F238E27FC236}">
                <a16:creationId xmlns:a16="http://schemas.microsoft.com/office/drawing/2014/main" id="{E09E4352-47D3-6BA5-5F34-EAEA56EDA670}"/>
              </a:ext>
            </a:extLst>
          </p:cNvPr>
          <p:cNvSpPr>
            <a:spLocks noChangeShapeType="1"/>
          </p:cNvSpPr>
          <p:nvPr/>
        </p:nvSpPr>
        <p:spPr bwMode="auto">
          <a:xfrm flipH="1">
            <a:off x="2684206" y="4530028"/>
            <a:ext cx="3657600" cy="952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9" name="Rectangle 45">
            <a:extLst>
              <a:ext uri="{FF2B5EF4-FFF2-40B4-BE49-F238E27FC236}">
                <a16:creationId xmlns:a16="http://schemas.microsoft.com/office/drawing/2014/main" id="{E980659D-5C2E-0C09-DCFC-086E9139EBA0}"/>
              </a:ext>
            </a:extLst>
          </p:cNvPr>
          <p:cNvSpPr>
            <a:spLocks noChangeArrowheads="1"/>
          </p:cNvSpPr>
          <p:nvPr/>
        </p:nvSpPr>
        <p:spPr bwMode="auto">
          <a:xfrm>
            <a:off x="3446206" y="4425253"/>
            <a:ext cx="2057400" cy="228600"/>
          </a:xfrm>
          <a:prstGeom prst="rect">
            <a:avLst/>
          </a:prstGeom>
          <a:solidFill>
            <a:srgbClr val="99FF33"/>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DHCPACK</a:t>
            </a:r>
          </a:p>
        </p:txBody>
      </p:sp>
      <p:sp>
        <p:nvSpPr>
          <p:cNvPr id="35" name="Text Box 119">
            <a:extLst>
              <a:ext uri="{FF2B5EF4-FFF2-40B4-BE49-F238E27FC236}">
                <a16:creationId xmlns:a16="http://schemas.microsoft.com/office/drawing/2014/main" id="{59D8A256-87C5-1570-5EE3-511AA5622618}"/>
              </a:ext>
            </a:extLst>
          </p:cNvPr>
          <p:cNvSpPr txBox="1">
            <a:spLocks noChangeArrowheads="1"/>
          </p:cNvSpPr>
          <p:nvPr/>
        </p:nvSpPr>
        <p:spPr bwMode="auto">
          <a:xfrm>
            <a:off x="3506531" y="2491678"/>
            <a:ext cx="1825625"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ts val="17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广播发送发现报文</a:t>
            </a:r>
          </a:p>
        </p:txBody>
      </p:sp>
      <p:grpSp>
        <p:nvGrpSpPr>
          <p:cNvPr id="51" name="组合 50">
            <a:extLst>
              <a:ext uri="{FF2B5EF4-FFF2-40B4-BE49-F238E27FC236}">
                <a16:creationId xmlns:a16="http://schemas.microsoft.com/office/drawing/2014/main" id="{56CC9F7D-98AF-1098-45AC-41D9A5423B99}"/>
              </a:ext>
            </a:extLst>
          </p:cNvPr>
          <p:cNvGrpSpPr/>
          <p:nvPr/>
        </p:nvGrpSpPr>
        <p:grpSpPr>
          <a:xfrm>
            <a:off x="2682619" y="2559941"/>
            <a:ext cx="3659187" cy="447675"/>
            <a:chOff x="2682619" y="2559941"/>
            <a:chExt cx="3659187" cy="447675"/>
          </a:xfrm>
        </p:grpSpPr>
        <p:sp>
          <p:nvSpPr>
            <p:cNvPr id="6" name="Line 21">
              <a:extLst>
                <a:ext uri="{FF2B5EF4-FFF2-40B4-BE49-F238E27FC236}">
                  <a16:creationId xmlns:a16="http://schemas.microsoft.com/office/drawing/2014/main" id="{04495149-5C03-0A6F-E579-ECD307112A8D}"/>
                </a:ext>
              </a:extLst>
            </p:cNvPr>
            <p:cNvSpPr>
              <a:spLocks noChangeShapeType="1"/>
            </p:cNvSpPr>
            <p:nvPr/>
          </p:nvSpPr>
          <p:spPr bwMode="auto">
            <a:xfrm>
              <a:off x="2682619" y="2890141"/>
              <a:ext cx="3659187" cy="317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7" name="Rectangle 4">
              <a:extLst>
                <a:ext uri="{FF2B5EF4-FFF2-40B4-BE49-F238E27FC236}">
                  <a16:creationId xmlns:a16="http://schemas.microsoft.com/office/drawing/2014/main" id="{D0E8DC3B-F8AE-76D4-DFBC-DAD9B7EB3001}"/>
                </a:ext>
              </a:extLst>
            </p:cNvPr>
            <p:cNvSpPr>
              <a:spLocks noChangeArrowheads="1"/>
            </p:cNvSpPr>
            <p:nvPr/>
          </p:nvSpPr>
          <p:spPr bwMode="auto">
            <a:xfrm>
              <a:off x="3446206" y="2777428"/>
              <a:ext cx="2057400" cy="230188"/>
            </a:xfrm>
            <a:prstGeom prst="rect">
              <a:avLst/>
            </a:prstGeom>
            <a:solidFill>
              <a:srgbClr val="FFC000"/>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DHCPDISCOVER</a:t>
              </a:r>
            </a:p>
          </p:txBody>
        </p:sp>
        <p:sp>
          <p:nvSpPr>
            <p:cNvPr id="36" name="Text Box 121">
              <a:extLst>
                <a:ext uri="{FF2B5EF4-FFF2-40B4-BE49-F238E27FC236}">
                  <a16:creationId xmlns:a16="http://schemas.microsoft.com/office/drawing/2014/main" id="{80B7C739-3E85-A4A3-FC22-A9152C3F2BBE}"/>
                </a:ext>
              </a:extLst>
            </p:cNvPr>
            <p:cNvSpPr txBox="1">
              <a:spLocks noChangeArrowheads="1"/>
            </p:cNvSpPr>
            <p:nvPr/>
          </p:nvSpPr>
          <p:spPr bwMode="auto">
            <a:xfrm>
              <a:off x="3033456" y="2559941"/>
              <a:ext cx="4111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grpSp>
      <p:sp>
        <p:nvSpPr>
          <p:cNvPr id="37" name="Text Box 122">
            <a:extLst>
              <a:ext uri="{FF2B5EF4-FFF2-40B4-BE49-F238E27FC236}">
                <a16:creationId xmlns:a16="http://schemas.microsoft.com/office/drawing/2014/main" id="{A5B20715-3F34-25C5-F566-7E4A5EEB8B75}"/>
              </a:ext>
            </a:extLst>
          </p:cNvPr>
          <p:cNvSpPr txBox="1">
            <a:spLocks noChangeArrowheads="1"/>
          </p:cNvSpPr>
          <p:nvPr/>
        </p:nvSpPr>
        <p:spPr bwMode="auto">
          <a:xfrm>
            <a:off x="5530594" y="308699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38" name="Text Box 123">
            <a:extLst>
              <a:ext uri="{FF2B5EF4-FFF2-40B4-BE49-F238E27FC236}">
                <a16:creationId xmlns:a16="http://schemas.microsoft.com/office/drawing/2014/main" id="{9A9A6D59-8AAF-88EA-E681-6290B6FF0F0E}"/>
              </a:ext>
            </a:extLst>
          </p:cNvPr>
          <p:cNvSpPr txBox="1">
            <a:spLocks noChangeArrowheads="1"/>
          </p:cNvSpPr>
          <p:nvPr/>
        </p:nvSpPr>
        <p:spPr bwMode="auto">
          <a:xfrm>
            <a:off x="3009644" y="363944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39" name="Text Box 124">
            <a:extLst>
              <a:ext uri="{FF2B5EF4-FFF2-40B4-BE49-F238E27FC236}">
                <a16:creationId xmlns:a16="http://schemas.microsoft.com/office/drawing/2014/main" id="{D73B090B-EB96-AE7D-DAC9-3F4E57298F39}"/>
              </a:ext>
            </a:extLst>
          </p:cNvPr>
          <p:cNvSpPr txBox="1">
            <a:spLocks noChangeArrowheads="1"/>
          </p:cNvSpPr>
          <p:nvPr/>
        </p:nvSpPr>
        <p:spPr bwMode="auto">
          <a:xfrm>
            <a:off x="5511544" y="409664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43" name="Text Box 119">
            <a:extLst>
              <a:ext uri="{FF2B5EF4-FFF2-40B4-BE49-F238E27FC236}">
                <a16:creationId xmlns:a16="http://schemas.microsoft.com/office/drawing/2014/main" id="{6F8C4A8E-1B10-B9EA-F23B-21229DBC3FF7}"/>
              </a:ext>
            </a:extLst>
          </p:cNvPr>
          <p:cNvSpPr txBox="1">
            <a:spLocks noChangeArrowheads="1"/>
          </p:cNvSpPr>
          <p:nvPr/>
        </p:nvSpPr>
        <p:spPr bwMode="auto">
          <a:xfrm>
            <a:off x="5504784" y="2116138"/>
            <a:ext cx="8001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a:t>
            </a:r>
          </a:p>
          <a:p>
            <a:pPr marL="0" marR="0" lvl="0" indent="0" algn="ctr"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服务器</a:t>
            </a:r>
          </a:p>
        </p:txBody>
      </p:sp>
      <p:cxnSp>
        <p:nvCxnSpPr>
          <p:cNvPr id="44" name="直接连接符 6">
            <a:extLst>
              <a:ext uri="{FF2B5EF4-FFF2-40B4-BE49-F238E27FC236}">
                <a16:creationId xmlns:a16="http://schemas.microsoft.com/office/drawing/2014/main" id="{F3AA88B0-C722-2A82-A2C3-30B4CD6CFC0D}"/>
              </a:ext>
            </a:extLst>
          </p:cNvPr>
          <p:cNvCxnSpPr>
            <a:cxnSpLocks/>
          </p:cNvCxnSpPr>
          <p:nvPr/>
        </p:nvCxnSpPr>
        <p:spPr bwMode="auto">
          <a:xfrm>
            <a:off x="2684206" y="2683766"/>
            <a:ext cx="0" cy="204152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45" name="Text Box 119">
            <a:extLst>
              <a:ext uri="{FF2B5EF4-FFF2-40B4-BE49-F238E27FC236}">
                <a16:creationId xmlns:a16="http://schemas.microsoft.com/office/drawing/2014/main" id="{23A4F999-5DE0-21CB-FD46-6E03E054A4D6}"/>
              </a:ext>
            </a:extLst>
          </p:cNvPr>
          <p:cNvSpPr txBox="1">
            <a:spLocks noChangeArrowheads="1"/>
          </p:cNvSpPr>
          <p:nvPr/>
        </p:nvSpPr>
        <p:spPr bwMode="auto">
          <a:xfrm>
            <a:off x="2832243" y="2141838"/>
            <a:ext cx="7633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a:t>
            </a:r>
          </a:p>
          <a:p>
            <a:pPr marL="0" marR="0" lvl="0" indent="0" algn="ctr"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客户</a:t>
            </a:r>
          </a:p>
        </p:txBody>
      </p:sp>
      <p:sp>
        <p:nvSpPr>
          <p:cNvPr id="46" name="Text Box 119">
            <a:extLst>
              <a:ext uri="{FF2B5EF4-FFF2-40B4-BE49-F238E27FC236}">
                <a16:creationId xmlns:a16="http://schemas.microsoft.com/office/drawing/2014/main" id="{6879165E-FDDB-8B39-06E3-F5CE81088D2C}"/>
              </a:ext>
            </a:extLst>
          </p:cNvPr>
          <p:cNvSpPr txBox="1">
            <a:spLocks noChangeArrowheads="1"/>
          </p:cNvSpPr>
          <p:nvPr/>
        </p:nvSpPr>
        <p:spPr bwMode="auto">
          <a:xfrm>
            <a:off x="3955794" y="3013966"/>
            <a:ext cx="10064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提供报文</a:t>
            </a:r>
          </a:p>
        </p:txBody>
      </p:sp>
      <p:sp>
        <p:nvSpPr>
          <p:cNvPr id="47" name="Text Box 119">
            <a:extLst>
              <a:ext uri="{FF2B5EF4-FFF2-40B4-BE49-F238E27FC236}">
                <a16:creationId xmlns:a16="http://schemas.microsoft.com/office/drawing/2014/main" id="{C5BCC1D9-6BB5-727C-DE4A-C7CBA8208849}"/>
              </a:ext>
            </a:extLst>
          </p:cNvPr>
          <p:cNvSpPr txBox="1">
            <a:spLocks noChangeArrowheads="1"/>
          </p:cNvSpPr>
          <p:nvPr/>
        </p:nvSpPr>
        <p:spPr bwMode="auto">
          <a:xfrm>
            <a:off x="3568444" y="3590228"/>
            <a:ext cx="18256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广播发送请求报文</a:t>
            </a:r>
          </a:p>
        </p:txBody>
      </p:sp>
      <p:sp>
        <p:nvSpPr>
          <p:cNvPr id="48" name="Text Box 119">
            <a:extLst>
              <a:ext uri="{FF2B5EF4-FFF2-40B4-BE49-F238E27FC236}">
                <a16:creationId xmlns:a16="http://schemas.microsoft.com/office/drawing/2014/main" id="{2F27F89E-F58D-D8B9-BDAE-512EE013AA30}"/>
              </a:ext>
            </a:extLst>
          </p:cNvPr>
          <p:cNvSpPr txBox="1">
            <a:spLocks noChangeArrowheads="1"/>
          </p:cNvSpPr>
          <p:nvPr/>
        </p:nvSpPr>
        <p:spPr bwMode="auto">
          <a:xfrm>
            <a:off x="3954206" y="4144266"/>
            <a:ext cx="100488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确认报文</a:t>
            </a:r>
          </a:p>
        </p:txBody>
      </p:sp>
      <p:pic>
        <p:nvPicPr>
          <p:cNvPr id="49" name="图片 48">
            <a:extLst>
              <a:ext uri="{FF2B5EF4-FFF2-40B4-BE49-F238E27FC236}">
                <a16:creationId xmlns:a16="http://schemas.microsoft.com/office/drawing/2014/main" id="{364726DE-CE0F-78D4-2508-66A02B0B3E1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192581" y="1976008"/>
            <a:ext cx="582712" cy="815797"/>
          </a:xfrm>
          <a:prstGeom prst="rect">
            <a:avLst/>
          </a:prstGeom>
        </p:spPr>
      </p:pic>
      <p:pic>
        <p:nvPicPr>
          <p:cNvPr id="50" name="Picture 197" descr="jisuanji">
            <a:extLst>
              <a:ext uri="{FF2B5EF4-FFF2-40B4-BE49-F238E27FC236}">
                <a16:creationId xmlns:a16="http://schemas.microsoft.com/office/drawing/2014/main" id="{69714696-F92F-EB7C-3C8B-7242BDA83E4B}"/>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405653" y="2187795"/>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42" name="Text Box 119">
            <a:extLst>
              <a:ext uri="{FF2B5EF4-FFF2-40B4-BE49-F238E27FC236}">
                <a16:creationId xmlns:a16="http://schemas.microsoft.com/office/drawing/2014/main" id="{9691B746-890A-B5B7-3BBD-2652EEDFD67E}"/>
              </a:ext>
            </a:extLst>
          </p:cNvPr>
          <p:cNvSpPr txBox="1">
            <a:spLocks noChangeArrowheads="1"/>
          </p:cNvSpPr>
          <p:nvPr/>
        </p:nvSpPr>
        <p:spPr bwMode="auto">
          <a:xfrm>
            <a:off x="2161125" y="2234524"/>
            <a:ext cx="338554" cy="338554"/>
          </a:xfrm>
          <a:prstGeom prst="rect">
            <a:avLst/>
          </a:prstGeom>
          <a:noFill/>
          <a:ln>
            <a:noFill/>
          </a:ln>
          <a:effectLst>
            <a:glow rad="215900">
              <a:schemeClr val="bg1"/>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A</a:t>
            </a:r>
            <a:endPar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24073387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par>
                                <p:cTn id="10" presetID="35" presetClass="emph" presetSubtype="0" repeatCount="5000" fill="hold" nodeType="withEffect">
                                  <p:stCondLst>
                                    <p:cond delay="0"/>
                                  </p:stCondLst>
                                  <p:childTnLst>
                                    <p:anim calcmode="discrete" valueType="str">
                                      <p:cBhvr>
                                        <p:cTn id="11" dur="1000" fill="hold"/>
                                        <p:tgtEl>
                                          <p:spTgt spid="51"/>
                                        </p:tgtEl>
                                        <p:attrNameLst>
                                          <p:attrName>style.visibility</p:attrName>
                                        </p:attrNameLst>
                                      </p:cBhvr>
                                      <p:tavLst>
                                        <p:tav tm="0">
                                          <p:val>
                                            <p:strVal val="hidden"/>
                                          </p:val>
                                        </p:tav>
                                        <p:tav tm="50000">
                                          <p:val>
                                            <p:strVal val="visible"/>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4">
                                            <p:txEl>
                                              <p:pRg st="1" end="1"/>
                                            </p:txEl>
                                          </p:spTgt>
                                        </p:tgtEl>
                                        <p:attrNameLst>
                                          <p:attrName>style.visibility</p:attrName>
                                        </p:attrNameLst>
                                      </p:cBhvr>
                                      <p:to>
                                        <p:strVal val="visible"/>
                                      </p:to>
                                    </p:set>
                                    <p:animEffect transition="in" filter="fade">
                                      <p:cBhvr>
                                        <p:cTn id="16" dur="1000"/>
                                        <p:tgtEl>
                                          <p:spTgt spid="4">
                                            <p:txEl>
                                              <p:pRg st="1" end="1"/>
                                            </p:txEl>
                                          </p:spTgt>
                                        </p:tgtEl>
                                      </p:cBhvr>
                                    </p:animEffect>
                                    <p:anim calcmode="lin" valueType="num">
                                      <p:cBhvr>
                                        <p:cTn id="17"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8"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394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365584" y="561676"/>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工作过程</a:t>
            </a:r>
          </a:p>
        </p:txBody>
      </p:sp>
      <p:sp>
        <p:nvSpPr>
          <p:cNvPr id="4" name="Rectangle 68"/>
          <p:cNvSpPr>
            <a:spLocks noChangeArrowheads="1"/>
          </p:cNvSpPr>
          <p:nvPr/>
        </p:nvSpPr>
        <p:spPr bwMode="auto">
          <a:xfrm>
            <a:off x="556962" y="979877"/>
            <a:ext cx="8048777" cy="12113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只有</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服务器才对</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发现报文进行回答。</a:t>
            </a:r>
            <a:endParaRPr lang="en-US" altLang="zh-CN" sz="2000" b="1" dirty="0">
              <a:latin typeface="微软雅黑" pitchFamily="34" charset="-122"/>
              <a:ea typeface="微软雅黑" pitchFamily="34" charset="-122"/>
            </a:endParaRPr>
          </a:p>
          <a:p>
            <a:pPr marL="285750" indent="-28575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服务器从地址池中取一个地址分配给</a:t>
            </a:r>
            <a:r>
              <a:rPr lang="en-US" altLang="zh-CN" sz="2000" b="1" dirty="0">
                <a:latin typeface="微软雅黑" pitchFamily="34" charset="-122"/>
                <a:ea typeface="微软雅黑" pitchFamily="34" charset="-122"/>
              </a:rPr>
              <a:t>A</a:t>
            </a:r>
            <a:r>
              <a:rPr lang="zh-CN" altLang="en-US" sz="2000" b="1" dirty="0">
                <a:latin typeface="微软雅黑" pitchFamily="34" charset="-122"/>
                <a:ea typeface="微软雅黑" pitchFamily="34" charset="-122"/>
              </a:rPr>
              <a:t>，并发送</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提供报文。</a:t>
            </a:r>
          </a:p>
        </p:txBody>
      </p:sp>
      <p:cxnSp>
        <p:nvCxnSpPr>
          <p:cNvPr id="5" name="直接连接符 8">
            <a:extLst>
              <a:ext uri="{FF2B5EF4-FFF2-40B4-BE49-F238E27FC236}">
                <a16:creationId xmlns:a16="http://schemas.microsoft.com/office/drawing/2014/main" id="{EB96711F-2465-44BC-D99F-6F135D310F2A}"/>
              </a:ext>
            </a:extLst>
          </p:cNvPr>
          <p:cNvCxnSpPr>
            <a:cxnSpLocks/>
          </p:cNvCxnSpPr>
          <p:nvPr/>
        </p:nvCxnSpPr>
        <p:spPr bwMode="auto">
          <a:xfrm>
            <a:off x="6341806" y="2590103"/>
            <a:ext cx="0" cy="204152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26" name="Line 34">
            <a:extLst>
              <a:ext uri="{FF2B5EF4-FFF2-40B4-BE49-F238E27FC236}">
                <a16:creationId xmlns:a16="http://schemas.microsoft.com/office/drawing/2014/main" id="{7342222B-EF2B-FC5B-5CA5-08E283625DFA}"/>
              </a:ext>
            </a:extLst>
          </p:cNvPr>
          <p:cNvSpPr>
            <a:spLocks noChangeShapeType="1"/>
          </p:cNvSpPr>
          <p:nvPr/>
        </p:nvSpPr>
        <p:spPr bwMode="auto">
          <a:xfrm flipV="1">
            <a:off x="2682619" y="3990278"/>
            <a:ext cx="3659187" cy="952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7" name="Rectangle 36">
            <a:extLst>
              <a:ext uri="{FF2B5EF4-FFF2-40B4-BE49-F238E27FC236}">
                <a16:creationId xmlns:a16="http://schemas.microsoft.com/office/drawing/2014/main" id="{4155CFE5-80D2-1239-4E9F-D7F8556168D3}"/>
              </a:ext>
            </a:extLst>
          </p:cNvPr>
          <p:cNvSpPr>
            <a:spLocks noChangeArrowheads="1"/>
          </p:cNvSpPr>
          <p:nvPr/>
        </p:nvSpPr>
        <p:spPr bwMode="auto">
          <a:xfrm>
            <a:off x="3446206" y="3875978"/>
            <a:ext cx="2057400" cy="228600"/>
          </a:xfrm>
          <a:prstGeom prst="rect">
            <a:avLst/>
          </a:prstGeom>
          <a:solidFill>
            <a:srgbClr val="FFC000"/>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DHCPREQUEST</a:t>
            </a:r>
          </a:p>
        </p:txBody>
      </p:sp>
      <p:sp>
        <p:nvSpPr>
          <p:cNvPr id="28" name="Line 43">
            <a:extLst>
              <a:ext uri="{FF2B5EF4-FFF2-40B4-BE49-F238E27FC236}">
                <a16:creationId xmlns:a16="http://schemas.microsoft.com/office/drawing/2014/main" id="{337914D8-31E5-3351-456B-9F8C6B2958F4}"/>
              </a:ext>
            </a:extLst>
          </p:cNvPr>
          <p:cNvSpPr>
            <a:spLocks noChangeShapeType="1"/>
          </p:cNvSpPr>
          <p:nvPr/>
        </p:nvSpPr>
        <p:spPr bwMode="auto">
          <a:xfrm flipH="1">
            <a:off x="2684206" y="4530028"/>
            <a:ext cx="3657600" cy="952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9" name="Rectangle 45">
            <a:extLst>
              <a:ext uri="{FF2B5EF4-FFF2-40B4-BE49-F238E27FC236}">
                <a16:creationId xmlns:a16="http://schemas.microsoft.com/office/drawing/2014/main" id="{9C0B4373-D510-8913-9B93-9E2DDD89BD5C}"/>
              </a:ext>
            </a:extLst>
          </p:cNvPr>
          <p:cNvSpPr>
            <a:spLocks noChangeArrowheads="1"/>
          </p:cNvSpPr>
          <p:nvPr/>
        </p:nvSpPr>
        <p:spPr bwMode="auto">
          <a:xfrm>
            <a:off x="3446206" y="4425253"/>
            <a:ext cx="2057400" cy="228600"/>
          </a:xfrm>
          <a:prstGeom prst="rect">
            <a:avLst/>
          </a:prstGeom>
          <a:solidFill>
            <a:srgbClr val="99FF33"/>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DHCPACK</a:t>
            </a:r>
          </a:p>
        </p:txBody>
      </p:sp>
      <p:sp>
        <p:nvSpPr>
          <p:cNvPr id="35" name="Text Box 119">
            <a:extLst>
              <a:ext uri="{FF2B5EF4-FFF2-40B4-BE49-F238E27FC236}">
                <a16:creationId xmlns:a16="http://schemas.microsoft.com/office/drawing/2014/main" id="{B0791299-9CC8-E75E-8CF6-5401311D8A55}"/>
              </a:ext>
            </a:extLst>
          </p:cNvPr>
          <p:cNvSpPr txBox="1">
            <a:spLocks noChangeArrowheads="1"/>
          </p:cNvSpPr>
          <p:nvPr/>
        </p:nvSpPr>
        <p:spPr bwMode="auto">
          <a:xfrm>
            <a:off x="3506531" y="2491678"/>
            <a:ext cx="1825625"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ts val="17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广播发送发现报文</a:t>
            </a:r>
          </a:p>
        </p:txBody>
      </p:sp>
      <p:grpSp>
        <p:nvGrpSpPr>
          <p:cNvPr id="51" name="组合 50">
            <a:extLst>
              <a:ext uri="{FF2B5EF4-FFF2-40B4-BE49-F238E27FC236}">
                <a16:creationId xmlns:a16="http://schemas.microsoft.com/office/drawing/2014/main" id="{1387F6A6-1117-8E2B-AB74-700297EAE0BF}"/>
              </a:ext>
            </a:extLst>
          </p:cNvPr>
          <p:cNvGrpSpPr/>
          <p:nvPr/>
        </p:nvGrpSpPr>
        <p:grpSpPr>
          <a:xfrm>
            <a:off x="2682619" y="2559941"/>
            <a:ext cx="3659187" cy="447675"/>
            <a:chOff x="2682619" y="2559941"/>
            <a:chExt cx="3659187" cy="447675"/>
          </a:xfrm>
        </p:grpSpPr>
        <p:sp>
          <p:nvSpPr>
            <p:cNvPr id="6" name="Line 21">
              <a:extLst>
                <a:ext uri="{FF2B5EF4-FFF2-40B4-BE49-F238E27FC236}">
                  <a16:creationId xmlns:a16="http://schemas.microsoft.com/office/drawing/2014/main" id="{F1B0AE0E-0AD3-AFE8-2F8E-89E35ACF3A51}"/>
                </a:ext>
              </a:extLst>
            </p:cNvPr>
            <p:cNvSpPr>
              <a:spLocks noChangeShapeType="1"/>
            </p:cNvSpPr>
            <p:nvPr/>
          </p:nvSpPr>
          <p:spPr bwMode="auto">
            <a:xfrm>
              <a:off x="2682619" y="2890141"/>
              <a:ext cx="3659187" cy="317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7" name="Rectangle 4">
              <a:extLst>
                <a:ext uri="{FF2B5EF4-FFF2-40B4-BE49-F238E27FC236}">
                  <a16:creationId xmlns:a16="http://schemas.microsoft.com/office/drawing/2014/main" id="{8CAF4A47-F6F3-5C7A-1ECF-F7983E6ECF7B}"/>
                </a:ext>
              </a:extLst>
            </p:cNvPr>
            <p:cNvSpPr>
              <a:spLocks noChangeArrowheads="1"/>
            </p:cNvSpPr>
            <p:nvPr/>
          </p:nvSpPr>
          <p:spPr bwMode="auto">
            <a:xfrm>
              <a:off x="3446206" y="2777428"/>
              <a:ext cx="2057400" cy="230188"/>
            </a:xfrm>
            <a:prstGeom prst="rect">
              <a:avLst/>
            </a:prstGeom>
            <a:solidFill>
              <a:srgbClr val="FFC000"/>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DHCPDISCOVER</a:t>
              </a:r>
            </a:p>
          </p:txBody>
        </p:sp>
        <p:sp>
          <p:nvSpPr>
            <p:cNvPr id="36" name="Text Box 121">
              <a:extLst>
                <a:ext uri="{FF2B5EF4-FFF2-40B4-BE49-F238E27FC236}">
                  <a16:creationId xmlns:a16="http://schemas.microsoft.com/office/drawing/2014/main" id="{87F895F0-44EB-6621-4505-D9D862816499}"/>
                </a:ext>
              </a:extLst>
            </p:cNvPr>
            <p:cNvSpPr txBox="1">
              <a:spLocks noChangeArrowheads="1"/>
            </p:cNvSpPr>
            <p:nvPr/>
          </p:nvSpPr>
          <p:spPr bwMode="auto">
            <a:xfrm>
              <a:off x="3033456" y="2559941"/>
              <a:ext cx="4111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grpSp>
      <p:grpSp>
        <p:nvGrpSpPr>
          <p:cNvPr id="52" name="组合 51">
            <a:extLst>
              <a:ext uri="{FF2B5EF4-FFF2-40B4-BE49-F238E27FC236}">
                <a16:creationId xmlns:a16="http://schemas.microsoft.com/office/drawing/2014/main" id="{7A49BAFD-FF10-5836-C0F6-C2EEA4C0F3EA}"/>
              </a:ext>
            </a:extLst>
          </p:cNvPr>
          <p:cNvGrpSpPr/>
          <p:nvPr/>
        </p:nvGrpSpPr>
        <p:grpSpPr>
          <a:xfrm>
            <a:off x="2684206" y="3086991"/>
            <a:ext cx="3657600" cy="469900"/>
            <a:chOff x="2684206" y="3086991"/>
            <a:chExt cx="3657600" cy="469900"/>
          </a:xfrm>
        </p:grpSpPr>
        <p:sp>
          <p:nvSpPr>
            <p:cNvPr id="20" name="Line 25">
              <a:extLst>
                <a:ext uri="{FF2B5EF4-FFF2-40B4-BE49-F238E27FC236}">
                  <a16:creationId xmlns:a16="http://schemas.microsoft.com/office/drawing/2014/main" id="{C5771483-72C1-98AD-F853-34F276C8A253}"/>
                </a:ext>
              </a:extLst>
            </p:cNvPr>
            <p:cNvSpPr>
              <a:spLocks noChangeShapeType="1"/>
            </p:cNvSpPr>
            <p:nvPr/>
          </p:nvSpPr>
          <p:spPr bwMode="auto">
            <a:xfrm flipH="1" flipV="1">
              <a:off x="2684206" y="3442591"/>
              <a:ext cx="3657600" cy="7937"/>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 name="Rectangle 27">
              <a:extLst>
                <a:ext uri="{FF2B5EF4-FFF2-40B4-BE49-F238E27FC236}">
                  <a16:creationId xmlns:a16="http://schemas.microsoft.com/office/drawing/2014/main" id="{F8BDA382-29EE-F7CB-6459-0D17E60C93C0}"/>
                </a:ext>
              </a:extLst>
            </p:cNvPr>
            <p:cNvSpPr>
              <a:spLocks noChangeArrowheads="1"/>
            </p:cNvSpPr>
            <p:nvPr/>
          </p:nvSpPr>
          <p:spPr bwMode="auto">
            <a:xfrm>
              <a:off x="3446206" y="3326703"/>
              <a:ext cx="2057400" cy="230188"/>
            </a:xfrm>
            <a:prstGeom prst="rect">
              <a:avLst/>
            </a:prstGeom>
            <a:solidFill>
              <a:srgbClr val="99FF33"/>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DHCPOFFER</a:t>
              </a:r>
            </a:p>
          </p:txBody>
        </p:sp>
        <p:sp>
          <p:nvSpPr>
            <p:cNvPr id="37" name="Text Box 122">
              <a:extLst>
                <a:ext uri="{FF2B5EF4-FFF2-40B4-BE49-F238E27FC236}">
                  <a16:creationId xmlns:a16="http://schemas.microsoft.com/office/drawing/2014/main" id="{48A6381F-6110-2EDC-9EC3-401291B6DF4D}"/>
                </a:ext>
              </a:extLst>
            </p:cNvPr>
            <p:cNvSpPr txBox="1">
              <a:spLocks noChangeArrowheads="1"/>
            </p:cNvSpPr>
            <p:nvPr/>
          </p:nvSpPr>
          <p:spPr bwMode="auto">
            <a:xfrm>
              <a:off x="5530594" y="308699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grpSp>
      <p:sp>
        <p:nvSpPr>
          <p:cNvPr id="38" name="Text Box 123">
            <a:extLst>
              <a:ext uri="{FF2B5EF4-FFF2-40B4-BE49-F238E27FC236}">
                <a16:creationId xmlns:a16="http://schemas.microsoft.com/office/drawing/2014/main" id="{ABD4EE1E-1622-8E62-3957-A8FB20AAB196}"/>
              </a:ext>
            </a:extLst>
          </p:cNvPr>
          <p:cNvSpPr txBox="1">
            <a:spLocks noChangeArrowheads="1"/>
          </p:cNvSpPr>
          <p:nvPr/>
        </p:nvSpPr>
        <p:spPr bwMode="auto">
          <a:xfrm>
            <a:off x="3009644" y="363944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39" name="Text Box 124">
            <a:extLst>
              <a:ext uri="{FF2B5EF4-FFF2-40B4-BE49-F238E27FC236}">
                <a16:creationId xmlns:a16="http://schemas.microsoft.com/office/drawing/2014/main" id="{DA6FD4A3-33AB-C868-9295-2D9F9FF681BC}"/>
              </a:ext>
            </a:extLst>
          </p:cNvPr>
          <p:cNvSpPr txBox="1">
            <a:spLocks noChangeArrowheads="1"/>
          </p:cNvSpPr>
          <p:nvPr/>
        </p:nvSpPr>
        <p:spPr bwMode="auto">
          <a:xfrm>
            <a:off x="5511544" y="409664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43" name="Text Box 119">
            <a:extLst>
              <a:ext uri="{FF2B5EF4-FFF2-40B4-BE49-F238E27FC236}">
                <a16:creationId xmlns:a16="http://schemas.microsoft.com/office/drawing/2014/main" id="{6A92D943-20F3-A3BF-6142-ECF1237C7CBF}"/>
              </a:ext>
            </a:extLst>
          </p:cNvPr>
          <p:cNvSpPr txBox="1">
            <a:spLocks noChangeArrowheads="1"/>
          </p:cNvSpPr>
          <p:nvPr/>
        </p:nvSpPr>
        <p:spPr bwMode="auto">
          <a:xfrm>
            <a:off x="5504784" y="2116138"/>
            <a:ext cx="8001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a:t>
            </a:r>
          </a:p>
          <a:p>
            <a:pPr marL="0" marR="0" lvl="0" indent="0" algn="ctr"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服务器</a:t>
            </a:r>
          </a:p>
        </p:txBody>
      </p:sp>
      <p:cxnSp>
        <p:nvCxnSpPr>
          <p:cNvPr id="44" name="直接连接符 6">
            <a:extLst>
              <a:ext uri="{FF2B5EF4-FFF2-40B4-BE49-F238E27FC236}">
                <a16:creationId xmlns:a16="http://schemas.microsoft.com/office/drawing/2014/main" id="{75F3FF73-B686-B8F7-3E7F-03BE4A15146D}"/>
              </a:ext>
            </a:extLst>
          </p:cNvPr>
          <p:cNvCxnSpPr>
            <a:cxnSpLocks/>
          </p:cNvCxnSpPr>
          <p:nvPr/>
        </p:nvCxnSpPr>
        <p:spPr bwMode="auto">
          <a:xfrm>
            <a:off x="2684206" y="2683766"/>
            <a:ext cx="0" cy="204152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45" name="Text Box 119">
            <a:extLst>
              <a:ext uri="{FF2B5EF4-FFF2-40B4-BE49-F238E27FC236}">
                <a16:creationId xmlns:a16="http://schemas.microsoft.com/office/drawing/2014/main" id="{0C3CFBDA-AA79-CC3C-35DA-4A82029FFDC3}"/>
              </a:ext>
            </a:extLst>
          </p:cNvPr>
          <p:cNvSpPr txBox="1">
            <a:spLocks noChangeArrowheads="1"/>
          </p:cNvSpPr>
          <p:nvPr/>
        </p:nvSpPr>
        <p:spPr bwMode="auto">
          <a:xfrm>
            <a:off x="2832243" y="2141838"/>
            <a:ext cx="7633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a:t>
            </a:r>
          </a:p>
          <a:p>
            <a:pPr marL="0" marR="0" lvl="0" indent="0" algn="ctr"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客户</a:t>
            </a:r>
          </a:p>
        </p:txBody>
      </p:sp>
      <p:sp>
        <p:nvSpPr>
          <p:cNvPr id="46" name="Text Box 119">
            <a:extLst>
              <a:ext uri="{FF2B5EF4-FFF2-40B4-BE49-F238E27FC236}">
                <a16:creationId xmlns:a16="http://schemas.microsoft.com/office/drawing/2014/main" id="{94788AA2-0558-7A1C-1F41-94A7C5FC2814}"/>
              </a:ext>
            </a:extLst>
          </p:cNvPr>
          <p:cNvSpPr txBox="1">
            <a:spLocks noChangeArrowheads="1"/>
          </p:cNvSpPr>
          <p:nvPr/>
        </p:nvSpPr>
        <p:spPr bwMode="auto">
          <a:xfrm>
            <a:off x="3955794" y="3013966"/>
            <a:ext cx="10064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提供报文</a:t>
            </a:r>
          </a:p>
        </p:txBody>
      </p:sp>
      <p:sp>
        <p:nvSpPr>
          <p:cNvPr id="47" name="Text Box 119">
            <a:extLst>
              <a:ext uri="{FF2B5EF4-FFF2-40B4-BE49-F238E27FC236}">
                <a16:creationId xmlns:a16="http://schemas.microsoft.com/office/drawing/2014/main" id="{5B5C10A9-93D6-F625-3CC1-CF13A44CACB8}"/>
              </a:ext>
            </a:extLst>
          </p:cNvPr>
          <p:cNvSpPr txBox="1">
            <a:spLocks noChangeArrowheads="1"/>
          </p:cNvSpPr>
          <p:nvPr/>
        </p:nvSpPr>
        <p:spPr bwMode="auto">
          <a:xfrm>
            <a:off x="3568444" y="3590228"/>
            <a:ext cx="18256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广播发送请求报文</a:t>
            </a:r>
          </a:p>
        </p:txBody>
      </p:sp>
      <p:sp>
        <p:nvSpPr>
          <p:cNvPr id="48" name="Text Box 119">
            <a:extLst>
              <a:ext uri="{FF2B5EF4-FFF2-40B4-BE49-F238E27FC236}">
                <a16:creationId xmlns:a16="http://schemas.microsoft.com/office/drawing/2014/main" id="{914C2537-42E1-99BB-7225-7FC84E8C5050}"/>
              </a:ext>
            </a:extLst>
          </p:cNvPr>
          <p:cNvSpPr txBox="1">
            <a:spLocks noChangeArrowheads="1"/>
          </p:cNvSpPr>
          <p:nvPr/>
        </p:nvSpPr>
        <p:spPr bwMode="auto">
          <a:xfrm>
            <a:off x="3954206" y="4144266"/>
            <a:ext cx="100488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确认报文</a:t>
            </a:r>
          </a:p>
        </p:txBody>
      </p:sp>
      <p:pic>
        <p:nvPicPr>
          <p:cNvPr id="49" name="图片 48">
            <a:extLst>
              <a:ext uri="{FF2B5EF4-FFF2-40B4-BE49-F238E27FC236}">
                <a16:creationId xmlns:a16="http://schemas.microsoft.com/office/drawing/2014/main" id="{2E9F4DFB-0538-927E-96BE-F34C0FA6FFA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192581" y="1976008"/>
            <a:ext cx="582712" cy="815797"/>
          </a:xfrm>
          <a:prstGeom prst="rect">
            <a:avLst/>
          </a:prstGeom>
        </p:spPr>
      </p:pic>
      <p:pic>
        <p:nvPicPr>
          <p:cNvPr id="50" name="Picture 197" descr="jisuanji">
            <a:extLst>
              <a:ext uri="{FF2B5EF4-FFF2-40B4-BE49-F238E27FC236}">
                <a16:creationId xmlns:a16="http://schemas.microsoft.com/office/drawing/2014/main" id="{D89F9AEA-8D7C-3ADB-CA1A-EBF81C33A6C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405653" y="2187795"/>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42" name="Text Box 119">
            <a:extLst>
              <a:ext uri="{FF2B5EF4-FFF2-40B4-BE49-F238E27FC236}">
                <a16:creationId xmlns:a16="http://schemas.microsoft.com/office/drawing/2014/main" id="{9360763B-FBFB-68AC-7A2D-CC8B6835AF57}"/>
              </a:ext>
            </a:extLst>
          </p:cNvPr>
          <p:cNvSpPr txBox="1">
            <a:spLocks noChangeArrowheads="1"/>
          </p:cNvSpPr>
          <p:nvPr/>
        </p:nvSpPr>
        <p:spPr bwMode="auto">
          <a:xfrm>
            <a:off x="2161125" y="2234524"/>
            <a:ext cx="338554" cy="338554"/>
          </a:xfrm>
          <a:prstGeom prst="rect">
            <a:avLst/>
          </a:prstGeom>
          <a:noFill/>
          <a:ln>
            <a:noFill/>
          </a:ln>
          <a:effectLst>
            <a:glow rad="215900">
              <a:schemeClr val="bg1"/>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A</a:t>
            </a:r>
            <a:endPar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17741166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par>
                                <p:cTn id="17" presetID="35" presetClass="emph" presetSubtype="0" repeatCount="5000" fill="hold" nodeType="withEffect">
                                  <p:stCondLst>
                                    <p:cond delay="0"/>
                                  </p:stCondLst>
                                  <p:childTnLst>
                                    <p:anim calcmode="discrete" valueType="str">
                                      <p:cBhvr>
                                        <p:cTn id="18" dur="1000" fill="hold"/>
                                        <p:tgtEl>
                                          <p:spTgt spid="5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25CF16-B0E1-36FE-452F-EC28D1501B05}"/>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CD16C543-49A6-FB7D-687E-CE0ABA05040F}"/>
              </a:ext>
            </a:extLst>
          </p:cNvPr>
          <p:cNvSpPr>
            <a:spLocks noChangeArrowheads="1"/>
          </p:cNvSpPr>
          <p:nvPr/>
        </p:nvSpPr>
        <p:spPr bwMode="auto">
          <a:xfrm>
            <a:off x="556963" y="60394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A7369223-D60F-CCDD-4F6F-74226B5CBA79}"/>
              </a:ext>
            </a:extLst>
          </p:cNvPr>
          <p:cNvSpPr>
            <a:spLocks noChangeArrowheads="1"/>
          </p:cNvSpPr>
          <p:nvPr/>
        </p:nvSpPr>
        <p:spPr bwMode="auto">
          <a:xfrm>
            <a:off x="3365584" y="561676"/>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工作过程</a:t>
            </a:r>
          </a:p>
        </p:txBody>
      </p:sp>
      <p:sp>
        <p:nvSpPr>
          <p:cNvPr id="4" name="Rectangle 68">
            <a:extLst>
              <a:ext uri="{FF2B5EF4-FFF2-40B4-BE49-F238E27FC236}">
                <a16:creationId xmlns:a16="http://schemas.microsoft.com/office/drawing/2014/main" id="{290D93CB-0055-F5EF-1A49-9168AB930B9E}"/>
              </a:ext>
            </a:extLst>
          </p:cNvPr>
          <p:cNvSpPr>
            <a:spLocks noChangeArrowheads="1"/>
          </p:cNvSpPr>
          <p:nvPr/>
        </p:nvSpPr>
        <p:spPr bwMode="auto">
          <a:xfrm>
            <a:off x="556962" y="979877"/>
            <a:ext cx="8048777" cy="8266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在提供报文中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服务器还必须给出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地址的租用期。</a:t>
            </a:r>
            <a:endParaRPr lang="en-US" altLang="zh-CN" sz="2000" b="1" dirty="0">
              <a:latin typeface="微软雅黑" pitchFamily="34" charset="-122"/>
              <a:ea typeface="微软雅黑" pitchFamily="34" charset="-122"/>
            </a:endParaRPr>
          </a:p>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网络管理员可以根据网络需求自行设置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租用期。</a:t>
            </a:r>
          </a:p>
        </p:txBody>
      </p:sp>
      <p:cxnSp>
        <p:nvCxnSpPr>
          <p:cNvPr id="5" name="直接连接符 8">
            <a:extLst>
              <a:ext uri="{FF2B5EF4-FFF2-40B4-BE49-F238E27FC236}">
                <a16:creationId xmlns:a16="http://schemas.microsoft.com/office/drawing/2014/main" id="{B49C841D-5C8E-182C-7A96-174DF49DAA10}"/>
              </a:ext>
            </a:extLst>
          </p:cNvPr>
          <p:cNvCxnSpPr>
            <a:cxnSpLocks/>
          </p:cNvCxnSpPr>
          <p:nvPr/>
        </p:nvCxnSpPr>
        <p:spPr bwMode="auto">
          <a:xfrm>
            <a:off x="6341806" y="2590103"/>
            <a:ext cx="0" cy="204152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26" name="Line 34">
            <a:extLst>
              <a:ext uri="{FF2B5EF4-FFF2-40B4-BE49-F238E27FC236}">
                <a16:creationId xmlns:a16="http://schemas.microsoft.com/office/drawing/2014/main" id="{16FFE998-4E51-E599-4C57-9BF029602C8A}"/>
              </a:ext>
            </a:extLst>
          </p:cNvPr>
          <p:cNvSpPr>
            <a:spLocks noChangeShapeType="1"/>
          </p:cNvSpPr>
          <p:nvPr/>
        </p:nvSpPr>
        <p:spPr bwMode="auto">
          <a:xfrm flipV="1">
            <a:off x="2682619" y="3990278"/>
            <a:ext cx="3659187" cy="952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7" name="Rectangle 36">
            <a:extLst>
              <a:ext uri="{FF2B5EF4-FFF2-40B4-BE49-F238E27FC236}">
                <a16:creationId xmlns:a16="http://schemas.microsoft.com/office/drawing/2014/main" id="{E3768DE3-6779-E13C-55CD-1EC8EEFFAC38}"/>
              </a:ext>
            </a:extLst>
          </p:cNvPr>
          <p:cNvSpPr>
            <a:spLocks noChangeArrowheads="1"/>
          </p:cNvSpPr>
          <p:nvPr/>
        </p:nvSpPr>
        <p:spPr bwMode="auto">
          <a:xfrm>
            <a:off x="3446206" y="3875978"/>
            <a:ext cx="2057400" cy="228600"/>
          </a:xfrm>
          <a:prstGeom prst="rect">
            <a:avLst/>
          </a:prstGeom>
          <a:solidFill>
            <a:srgbClr val="FFC000"/>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DHCPREQUEST</a:t>
            </a:r>
          </a:p>
        </p:txBody>
      </p:sp>
      <p:sp>
        <p:nvSpPr>
          <p:cNvPr id="28" name="Line 43">
            <a:extLst>
              <a:ext uri="{FF2B5EF4-FFF2-40B4-BE49-F238E27FC236}">
                <a16:creationId xmlns:a16="http://schemas.microsoft.com/office/drawing/2014/main" id="{1FD04B44-EF33-00E9-396D-E60B8C8A8806}"/>
              </a:ext>
            </a:extLst>
          </p:cNvPr>
          <p:cNvSpPr>
            <a:spLocks noChangeShapeType="1"/>
          </p:cNvSpPr>
          <p:nvPr/>
        </p:nvSpPr>
        <p:spPr bwMode="auto">
          <a:xfrm flipH="1">
            <a:off x="2684206" y="4530028"/>
            <a:ext cx="3657600" cy="952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9" name="Rectangle 45">
            <a:extLst>
              <a:ext uri="{FF2B5EF4-FFF2-40B4-BE49-F238E27FC236}">
                <a16:creationId xmlns:a16="http://schemas.microsoft.com/office/drawing/2014/main" id="{48F77B40-95B7-4460-E41F-5DBA7FDCC137}"/>
              </a:ext>
            </a:extLst>
          </p:cNvPr>
          <p:cNvSpPr>
            <a:spLocks noChangeArrowheads="1"/>
          </p:cNvSpPr>
          <p:nvPr/>
        </p:nvSpPr>
        <p:spPr bwMode="auto">
          <a:xfrm>
            <a:off x="3446206" y="4425253"/>
            <a:ext cx="2057400" cy="228600"/>
          </a:xfrm>
          <a:prstGeom prst="rect">
            <a:avLst/>
          </a:prstGeom>
          <a:solidFill>
            <a:srgbClr val="99FF33"/>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DHCPACK</a:t>
            </a:r>
          </a:p>
        </p:txBody>
      </p:sp>
      <p:sp>
        <p:nvSpPr>
          <p:cNvPr id="35" name="Text Box 119">
            <a:extLst>
              <a:ext uri="{FF2B5EF4-FFF2-40B4-BE49-F238E27FC236}">
                <a16:creationId xmlns:a16="http://schemas.microsoft.com/office/drawing/2014/main" id="{0A578AE3-71F3-038C-1B89-7919FF8CD5DF}"/>
              </a:ext>
            </a:extLst>
          </p:cNvPr>
          <p:cNvSpPr txBox="1">
            <a:spLocks noChangeArrowheads="1"/>
          </p:cNvSpPr>
          <p:nvPr/>
        </p:nvSpPr>
        <p:spPr bwMode="auto">
          <a:xfrm>
            <a:off x="3506531" y="2491678"/>
            <a:ext cx="1825625"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ts val="17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广播发送发现报文</a:t>
            </a:r>
          </a:p>
        </p:txBody>
      </p:sp>
      <p:grpSp>
        <p:nvGrpSpPr>
          <p:cNvPr id="51" name="组合 50">
            <a:extLst>
              <a:ext uri="{FF2B5EF4-FFF2-40B4-BE49-F238E27FC236}">
                <a16:creationId xmlns:a16="http://schemas.microsoft.com/office/drawing/2014/main" id="{48C8E4A5-471E-C334-C1BA-54F34DCD5AEC}"/>
              </a:ext>
            </a:extLst>
          </p:cNvPr>
          <p:cNvGrpSpPr/>
          <p:nvPr/>
        </p:nvGrpSpPr>
        <p:grpSpPr>
          <a:xfrm>
            <a:off x="2682619" y="2559941"/>
            <a:ext cx="3659187" cy="447675"/>
            <a:chOff x="2682619" y="2559941"/>
            <a:chExt cx="3659187" cy="447675"/>
          </a:xfrm>
        </p:grpSpPr>
        <p:sp>
          <p:nvSpPr>
            <p:cNvPr id="6" name="Line 21">
              <a:extLst>
                <a:ext uri="{FF2B5EF4-FFF2-40B4-BE49-F238E27FC236}">
                  <a16:creationId xmlns:a16="http://schemas.microsoft.com/office/drawing/2014/main" id="{AE5F69A7-4366-C475-F72F-F42D940D4306}"/>
                </a:ext>
              </a:extLst>
            </p:cNvPr>
            <p:cNvSpPr>
              <a:spLocks noChangeShapeType="1"/>
            </p:cNvSpPr>
            <p:nvPr/>
          </p:nvSpPr>
          <p:spPr bwMode="auto">
            <a:xfrm>
              <a:off x="2682619" y="2890141"/>
              <a:ext cx="3659187" cy="317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7" name="Rectangle 4">
              <a:extLst>
                <a:ext uri="{FF2B5EF4-FFF2-40B4-BE49-F238E27FC236}">
                  <a16:creationId xmlns:a16="http://schemas.microsoft.com/office/drawing/2014/main" id="{7DFFF79A-B65E-33DB-59F5-F0506E88CE6D}"/>
                </a:ext>
              </a:extLst>
            </p:cNvPr>
            <p:cNvSpPr>
              <a:spLocks noChangeArrowheads="1"/>
            </p:cNvSpPr>
            <p:nvPr/>
          </p:nvSpPr>
          <p:spPr bwMode="auto">
            <a:xfrm>
              <a:off x="3446206" y="2777428"/>
              <a:ext cx="2057400" cy="230188"/>
            </a:xfrm>
            <a:prstGeom prst="rect">
              <a:avLst/>
            </a:prstGeom>
            <a:solidFill>
              <a:srgbClr val="FFC000"/>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DHCPDISCOVER</a:t>
              </a:r>
            </a:p>
          </p:txBody>
        </p:sp>
        <p:sp>
          <p:nvSpPr>
            <p:cNvPr id="36" name="Text Box 121">
              <a:extLst>
                <a:ext uri="{FF2B5EF4-FFF2-40B4-BE49-F238E27FC236}">
                  <a16:creationId xmlns:a16="http://schemas.microsoft.com/office/drawing/2014/main" id="{F19AE245-A4A8-0D5B-F6C7-7E2F49C56E2B}"/>
                </a:ext>
              </a:extLst>
            </p:cNvPr>
            <p:cNvSpPr txBox="1">
              <a:spLocks noChangeArrowheads="1"/>
            </p:cNvSpPr>
            <p:nvPr/>
          </p:nvSpPr>
          <p:spPr bwMode="auto">
            <a:xfrm>
              <a:off x="3033456" y="2559941"/>
              <a:ext cx="4111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grpSp>
      <p:grpSp>
        <p:nvGrpSpPr>
          <p:cNvPr id="52" name="组合 51">
            <a:extLst>
              <a:ext uri="{FF2B5EF4-FFF2-40B4-BE49-F238E27FC236}">
                <a16:creationId xmlns:a16="http://schemas.microsoft.com/office/drawing/2014/main" id="{B48B626A-937B-FF28-8D69-D878CFAAD12A}"/>
              </a:ext>
            </a:extLst>
          </p:cNvPr>
          <p:cNvGrpSpPr/>
          <p:nvPr/>
        </p:nvGrpSpPr>
        <p:grpSpPr>
          <a:xfrm>
            <a:off x="2684206" y="3086991"/>
            <a:ext cx="3657600" cy="469900"/>
            <a:chOff x="2684206" y="3086991"/>
            <a:chExt cx="3657600" cy="469900"/>
          </a:xfrm>
        </p:grpSpPr>
        <p:sp>
          <p:nvSpPr>
            <p:cNvPr id="20" name="Line 25">
              <a:extLst>
                <a:ext uri="{FF2B5EF4-FFF2-40B4-BE49-F238E27FC236}">
                  <a16:creationId xmlns:a16="http://schemas.microsoft.com/office/drawing/2014/main" id="{771D82EB-A458-99AB-D7DC-6A9DE9A2414E}"/>
                </a:ext>
              </a:extLst>
            </p:cNvPr>
            <p:cNvSpPr>
              <a:spLocks noChangeShapeType="1"/>
            </p:cNvSpPr>
            <p:nvPr/>
          </p:nvSpPr>
          <p:spPr bwMode="auto">
            <a:xfrm flipH="1" flipV="1">
              <a:off x="2684206" y="3442591"/>
              <a:ext cx="3657600" cy="7937"/>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 name="Rectangle 27">
              <a:extLst>
                <a:ext uri="{FF2B5EF4-FFF2-40B4-BE49-F238E27FC236}">
                  <a16:creationId xmlns:a16="http://schemas.microsoft.com/office/drawing/2014/main" id="{3BBC98D6-54C4-5FED-393E-05261F07288F}"/>
                </a:ext>
              </a:extLst>
            </p:cNvPr>
            <p:cNvSpPr>
              <a:spLocks noChangeArrowheads="1"/>
            </p:cNvSpPr>
            <p:nvPr/>
          </p:nvSpPr>
          <p:spPr bwMode="auto">
            <a:xfrm>
              <a:off x="3446206" y="3326703"/>
              <a:ext cx="2057400" cy="230188"/>
            </a:xfrm>
            <a:prstGeom prst="rect">
              <a:avLst/>
            </a:prstGeom>
            <a:solidFill>
              <a:srgbClr val="99FF33"/>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DHCPOFFER</a:t>
              </a:r>
            </a:p>
          </p:txBody>
        </p:sp>
        <p:sp>
          <p:nvSpPr>
            <p:cNvPr id="37" name="Text Box 122">
              <a:extLst>
                <a:ext uri="{FF2B5EF4-FFF2-40B4-BE49-F238E27FC236}">
                  <a16:creationId xmlns:a16="http://schemas.microsoft.com/office/drawing/2014/main" id="{C4C7A588-2A25-925F-2F1C-DC7B40470F4E}"/>
                </a:ext>
              </a:extLst>
            </p:cNvPr>
            <p:cNvSpPr txBox="1">
              <a:spLocks noChangeArrowheads="1"/>
            </p:cNvSpPr>
            <p:nvPr/>
          </p:nvSpPr>
          <p:spPr bwMode="auto">
            <a:xfrm>
              <a:off x="5530594" y="308699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grpSp>
      <p:sp>
        <p:nvSpPr>
          <p:cNvPr id="38" name="Text Box 123">
            <a:extLst>
              <a:ext uri="{FF2B5EF4-FFF2-40B4-BE49-F238E27FC236}">
                <a16:creationId xmlns:a16="http://schemas.microsoft.com/office/drawing/2014/main" id="{9C208F02-C919-0037-9078-08E0F573AAC0}"/>
              </a:ext>
            </a:extLst>
          </p:cNvPr>
          <p:cNvSpPr txBox="1">
            <a:spLocks noChangeArrowheads="1"/>
          </p:cNvSpPr>
          <p:nvPr/>
        </p:nvSpPr>
        <p:spPr bwMode="auto">
          <a:xfrm>
            <a:off x="3009644" y="363944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39" name="Text Box 124">
            <a:extLst>
              <a:ext uri="{FF2B5EF4-FFF2-40B4-BE49-F238E27FC236}">
                <a16:creationId xmlns:a16="http://schemas.microsoft.com/office/drawing/2014/main" id="{87D7672D-0365-C5EA-9CAE-70B54506FBC7}"/>
              </a:ext>
            </a:extLst>
          </p:cNvPr>
          <p:cNvSpPr txBox="1">
            <a:spLocks noChangeArrowheads="1"/>
          </p:cNvSpPr>
          <p:nvPr/>
        </p:nvSpPr>
        <p:spPr bwMode="auto">
          <a:xfrm>
            <a:off x="5511544" y="409664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43" name="Text Box 119">
            <a:extLst>
              <a:ext uri="{FF2B5EF4-FFF2-40B4-BE49-F238E27FC236}">
                <a16:creationId xmlns:a16="http://schemas.microsoft.com/office/drawing/2014/main" id="{C8C1541D-DAB6-DA35-8EB1-E2208DD177AD}"/>
              </a:ext>
            </a:extLst>
          </p:cNvPr>
          <p:cNvSpPr txBox="1">
            <a:spLocks noChangeArrowheads="1"/>
          </p:cNvSpPr>
          <p:nvPr/>
        </p:nvSpPr>
        <p:spPr bwMode="auto">
          <a:xfrm>
            <a:off x="5504784" y="2116138"/>
            <a:ext cx="8001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a:t>
            </a:r>
          </a:p>
          <a:p>
            <a:pPr marL="0" marR="0" lvl="0" indent="0" algn="ctr"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服务器</a:t>
            </a:r>
          </a:p>
        </p:txBody>
      </p:sp>
      <p:cxnSp>
        <p:nvCxnSpPr>
          <p:cNvPr id="44" name="直接连接符 6">
            <a:extLst>
              <a:ext uri="{FF2B5EF4-FFF2-40B4-BE49-F238E27FC236}">
                <a16:creationId xmlns:a16="http://schemas.microsoft.com/office/drawing/2014/main" id="{CE036BD3-F2DA-7CD5-4C9D-A1E01B203F21}"/>
              </a:ext>
            </a:extLst>
          </p:cNvPr>
          <p:cNvCxnSpPr>
            <a:cxnSpLocks/>
          </p:cNvCxnSpPr>
          <p:nvPr/>
        </p:nvCxnSpPr>
        <p:spPr bwMode="auto">
          <a:xfrm>
            <a:off x="2684206" y="2683766"/>
            <a:ext cx="0" cy="204152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45" name="Text Box 119">
            <a:extLst>
              <a:ext uri="{FF2B5EF4-FFF2-40B4-BE49-F238E27FC236}">
                <a16:creationId xmlns:a16="http://schemas.microsoft.com/office/drawing/2014/main" id="{B7C0CE9B-221A-50FC-E49C-6B0F2F3FEE87}"/>
              </a:ext>
            </a:extLst>
          </p:cNvPr>
          <p:cNvSpPr txBox="1">
            <a:spLocks noChangeArrowheads="1"/>
          </p:cNvSpPr>
          <p:nvPr/>
        </p:nvSpPr>
        <p:spPr bwMode="auto">
          <a:xfrm>
            <a:off x="2832243" y="2141838"/>
            <a:ext cx="7633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a:t>
            </a:r>
          </a:p>
          <a:p>
            <a:pPr marL="0" marR="0" lvl="0" indent="0" algn="ctr"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客户</a:t>
            </a:r>
          </a:p>
        </p:txBody>
      </p:sp>
      <p:sp>
        <p:nvSpPr>
          <p:cNvPr id="46" name="Text Box 119">
            <a:extLst>
              <a:ext uri="{FF2B5EF4-FFF2-40B4-BE49-F238E27FC236}">
                <a16:creationId xmlns:a16="http://schemas.microsoft.com/office/drawing/2014/main" id="{373A1E86-232F-BB00-35B0-EFC07AA69897}"/>
              </a:ext>
            </a:extLst>
          </p:cNvPr>
          <p:cNvSpPr txBox="1">
            <a:spLocks noChangeArrowheads="1"/>
          </p:cNvSpPr>
          <p:nvPr/>
        </p:nvSpPr>
        <p:spPr bwMode="auto">
          <a:xfrm>
            <a:off x="3955794" y="3013966"/>
            <a:ext cx="10064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提供报文</a:t>
            </a:r>
          </a:p>
        </p:txBody>
      </p:sp>
      <p:sp>
        <p:nvSpPr>
          <p:cNvPr id="47" name="Text Box 119">
            <a:extLst>
              <a:ext uri="{FF2B5EF4-FFF2-40B4-BE49-F238E27FC236}">
                <a16:creationId xmlns:a16="http://schemas.microsoft.com/office/drawing/2014/main" id="{9CA6E5DE-CC25-763F-9991-3DBC4F066A31}"/>
              </a:ext>
            </a:extLst>
          </p:cNvPr>
          <p:cNvSpPr txBox="1">
            <a:spLocks noChangeArrowheads="1"/>
          </p:cNvSpPr>
          <p:nvPr/>
        </p:nvSpPr>
        <p:spPr bwMode="auto">
          <a:xfrm>
            <a:off x="3568444" y="3590228"/>
            <a:ext cx="18256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广播发送请求报文</a:t>
            </a:r>
          </a:p>
        </p:txBody>
      </p:sp>
      <p:sp>
        <p:nvSpPr>
          <p:cNvPr id="48" name="Text Box 119">
            <a:extLst>
              <a:ext uri="{FF2B5EF4-FFF2-40B4-BE49-F238E27FC236}">
                <a16:creationId xmlns:a16="http://schemas.microsoft.com/office/drawing/2014/main" id="{F955549F-531F-F7B4-F56B-3F0DF5FF1386}"/>
              </a:ext>
            </a:extLst>
          </p:cNvPr>
          <p:cNvSpPr txBox="1">
            <a:spLocks noChangeArrowheads="1"/>
          </p:cNvSpPr>
          <p:nvPr/>
        </p:nvSpPr>
        <p:spPr bwMode="auto">
          <a:xfrm>
            <a:off x="3954206" y="4144266"/>
            <a:ext cx="100488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确认报文</a:t>
            </a:r>
          </a:p>
        </p:txBody>
      </p:sp>
      <p:pic>
        <p:nvPicPr>
          <p:cNvPr id="49" name="图片 48">
            <a:extLst>
              <a:ext uri="{FF2B5EF4-FFF2-40B4-BE49-F238E27FC236}">
                <a16:creationId xmlns:a16="http://schemas.microsoft.com/office/drawing/2014/main" id="{F85F03C0-C67E-E5B1-5BFC-24989285C70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192581" y="1976008"/>
            <a:ext cx="582712" cy="815797"/>
          </a:xfrm>
          <a:prstGeom prst="rect">
            <a:avLst/>
          </a:prstGeom>
        </p:spPr>
      </p:pic>
      <p:pic>
        <p:nvPicPr>
          <p:cNvPr id="50" name="Picture 197" descr="jisuanji">
            <a:extLst>
              <a:ext uri="{FF2B5EF4-FFF2-40B4-BE49-F238E27FC236}">
                <a16:creationId xmlns:a16="http://schemas.microsoft.com/office/drawing/2014/main" id="{6A084474-77A6-E48D-F9A8-3ACEEC5ECB7B}"/>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405653" y="2187795"/>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42" name="Text Box 119">
            <a:extLst>
              <a:ext uri="{FF2B5EF4-FFF2-40B4-BE49-F238E27FC236}">
                <a16:creationId xmlns:a16="http://schemas.microsoft.com/office/drawing/2014/main" id="{55EED311-86F8-56D5-E0A8-4C63542A6ECA}"/>
              </a:ext>
            </a:extLst>
          </p:cNvPr>
          <p:cNvSpPr txBox="1">
            <a:spLocks noChangeArrowheads="1"/>
          </p:cNvSpPr>
          <p:nvPr/>
        </p:nvSpPr>
        <p:spPr bwMode="auto">
          <a:xfrm>
            <a:off x="2161125" y="2234524"/>
            <a:ext cx="338554" cy="338554"/>
          </a:xfrm>
          <a:prstGeom prst="rect">
            <a:avLst/>
          </a:prstGeom>
          <a:noFill/>
          <a:ln>
            <a:noFill/>
          </a:ln>
          <a:effectLst>
            <a:glow rad="215900">
              <a:schemeClr val="bg1"/>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A</a:t>
            </a:r>
            <a:endPar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Tree>
    <p:custDataLst>
      <p:tags r:id="rId1"/>
    </p:custDataLst>
    <p:extLst>
      <p:ext uri="{BB962C8B-B14F-4D97-AF65-F5344CB8AC3E}">
        <p14:creationId xmlns:p14="http://schemas.microsoft.com/office/powerpoint/2010/main" val="2216851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5000" fill="hold" nodeType="withEffect">
                                  <p:stCondLst>
                                    <p:cond delay="0"/>
                                  </p:stCondLst>
                                  <p:childTnLst>
                                    <p:anim calcmode="discrete" valueType="str">
                                      <p:cBhvr>
                                        <p:cTn id="6" dur="1000" fill="hold"/>
                                        <p:tgtEl>
                                          <p:spTgt spid="52"/>
                                        </p:tgtEl>
                                        <p:attrNameLst>
                                          <p:attrName>style.visibility</p:attrName>
                                        </p:attrNameLst>
                                      </p:cBhvr>
                                      <p:tavLst>
                                        <p:tav tm="0">
                                          <p:val>
                                            <p:strVal val="hidden"/>
                                          </p:val>
                                        </p:tav>
                                        <p:tav tm="50000">
                                          <p:val>
                                            <p:strVal val="visible"/>
                                          </p:val>
                                        </p:tav>
                                      </p:tavLst>
                                    </p:anim>
                                  </p:childTnLst>
                                </p:cTn>
                              </p:par>
                              <p:par>
                                <p:cTn id="7" presetID="42" presetClass="entr" presetSubtype="0" fill="hold" grpId="0" nodeType="withEffect">
                                  <p:stCondLst>
                                    <p:cond delay="0"/>
                                  </p:stCondLst>
                                  <p:childTnLst>
                                    <p:set>
                                      <p:cBhvr>
                                        <p:cTn id="8" dur="1" fill="hold">
                                          <p:stCondLst>
                                            <p:cond delay="0"/>
                                          </p:stCondLst>
                                        </p:cTn>
                                        <p:tgtEl>
                                          <p:spTgt spid="4">
                                            <p:txEl>
                                              <p:pRg st="0" end="0"/>
                                            </p:txEl>
                                          </p:spTgt>
                                        </p:tgtEl>
                                        <p:attrNameLst>
                                          <p:attrName>style.visibility</p:attrName>
                                        </p:attrNameLst>
                                      </p:cBhvr>
                                      <p:to>
                                        <p:strVal val="visible"/>
                                      </p:to>
                                    </p:set>
                                    <p:animEffect transition="in" filter="fade">
                                      <p:cBhvr>
                                        <p:cTn id="9" dur="1000"/>
                                        <p:tgtEl>
                                          <p:spTgt spid="4">
                                            <p:txEl>
                                              <p:pRg st="0" end="0"/>
                                            </p:txEl>
                                          </p:spTgt>
                                        </p:tgtEl>
                                      </p:cBhvr>
                                    </p:animEffect>
                                    <p:anim calcmode="lin" valueType="num">
                                      <p:cBhvr>
                                        <p:cTn id="10"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1"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4">
                                            <p:txEl>
                                              <p:pRg st="1" end="1"/>
                                            </p:txEl>
                                          </p:spTgt>
                                        </p:tgtEl>
                                        <p:attrNameLst>
                                          <p:attrName>style.visibility</p:attrName>
                                        </p:attrNameLst>
                                      </p:cBhvr>
                                      <p:to>
                                        <p:strVal val="visible"/>
                                      </p:to>
                                    </p:set>
                                    <p:animEffect transition="in" filter="fade">
                                      <p:cBhvr>
                                        <p:cTn id="16" dur="1000"/>
                                        <p:tgtEl>
                                          <p:spTgt spid="4">
                                            <p:txEl>
                                              <p:pRg st="1" end="1"/>
                                            </p:txEl>
                                          </p:spTgt>
                                        </p:tgtEl>
                                      </p:cBhvr>
                                    </p:animEffect>
                                    <p:anim calcmode="lin" valueType="num">
                                      <p:cBhvr>
                                        <p:cTn id="17"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8"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allAtOnce"/>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636F37-A517-9A0E-9ADA-458892F13441}"/>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24C8331A-655E-8CF4-480B-DBC393F1CE28}"/>
              </a:ext>
            </a:extLst>
          </p:cNvPr>
          <p:cNvSpPr>
            <a:spLocks noChangeArrowheads="1"/>
          </p:cNvSpPr>
          <p:nvPr/>
        </p:nvSpPr>
        <p:spPr bwMode="auto">
          <a:xfrm>
            <a:off x="556963" y="60394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4EDCEFED-54BE-1D3E-F0FD-F74D4926B330}"/>
              </a:ext>
            </a:extLst>
          </p:cNvPr>
          <p:cNvSpPr>
            <a:spLocks noChangeArrowheads="1"/>
          </p:cNvSpPr>
          <p:nvPr/>
        </p:nvSpPr>
        <p:spPr bwMode="auto">
          <a:xfrm>
            <a:off x="3365584" y="561676"/>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工作过程</a:t>
            </a:r>
          </a:p>
        </p:txBody>
      </p:sp>
      <p:sp>
        <p:nvSpPr>
          <p:cNvPr id="4" name="Rectangle 68">
            <a:extLst>
              <a:ext uri="{FF2B5EF4-FFF2-40B4-BE49-F238E27FC236}">
                <a16:creationId xmlns:a16="http://schemas.microsoft.com/office/drawing/2014/main" id="{693BD19A-FA2A-37A7-77D8-B7784ACA679E}"/>
              </a:ext>
            </a:extLst>
          </p:cNvPr>
          <p:cNvSpPr>
            <a:spLocks noChangeArrowheads="1"/>
          </p:cNvSpPr>
          <p:nvPr/>
        </p:nvSpPr>
        <p:spPr bwMode="auto">
          <a:xfrm>
            <a:off x="556962" y="979877"/>
            <a:ext cx="8048777" cy="12113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本网络上可能有不止一个</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服务器。客户必须选择其中的一个并发送广播发送</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请求报文以确认所分配的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地址以及其他配置信息。</a:t>
            </a:r>
          </a:p>
        </p:txBody>
      </p:sp>
      <p:cxnSp>
        <p:nvCxnSpPr>
          <p:cNvPr id="5" name="直接连接符 8">
            <a:extLst>
              <a:ext uri="{FF2B5EF4-FFF2-40B4-BE49-F238E27FC236}">
                <a16:creationId xmlns:a16="http://schemas.microsoft.com/office/drawing/2014/main" id="{ADBFA882-ACB8-B172-54DB-75E515093798}"/>
              </a:ext>
            </a:extLst>
          </p:cNvPr>
          <p:cNvCxnSpPr>
            <a:cxnSpLocks/>
          </p:cNvCxnSpPr>
          <p:nvPr/>
        </p:nvCxnSpPr>
        <p:spPr bwMode="auto">
          <a:xfrm>
            <a:off x="6341806" y="2590103"/>
            <a:ext cx="0" cy="204152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28" name="Line 43">
            <a:extLst>
              <a:ext uri="{FF2B5EF4-FFF2-40B4-BE49-F238E27FC236}">
                <a16:creationId xmlns:a16="http://schemas.microsoft.com/office/drawing/2014/main" id="{1E6C6FD4-DF9E-032A-C751-40E696D7840E}"/>
              </a:ext>
            </a:extLst>
          </p:cNvPr>
          <p:cNvSpPr>
            <a:spLocks noChangeShapeType="1"/>
          </p:cNvSpPr>
          <p:nvPr/>
        </p:nvSpPr>
        <p:spPr bwMode="auto">
          <a:xfrm flipH="1">
            <a:off x="2684206" y="4530028"/>
            <a:ext cx="3657600" cy="952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9" name="Rectangle 45">
            <a:extLst>
              <a:ext uri="{FF2B5EF4-FFF2-40B4-BE49-F238E27FC236}">
                <a16:creationId xmlns:a16="http://schemas.microsoft.com/office/drawing/2014/main" id="{71ED7C21-5987-440E-E45A-BFB736FC48E0}"/>
              </a:ext>
            </a:extLst>
          </p:cNvPr>
          <p:cNvSpPr>
            <a:spLocks noChangeArrowheads="1"/>
          </p:cNvSpPr>
          <p:nvPr/>
        </p:nvSpPr>
        <p:spPr bwMode="auto">
          <a:xfrm>
            <a:off x="3446206" y="4425253"/>
            <a:ext cx="2057400" cy="228600"/>
          </a:xfrm>
          <a:prstGeom prst="rect">
            <a:avLst/>
          </a:prstGeom>
          <a:solidFill>
            <a:srgbClr val="99FF33"/>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DHCPACK</a:t>
            </a:r>
          </a:p>
        </p:txBody>
      </p:sp>
      <p:sp>
        <p:nvSpPr>
          <p:cNvPr id="35" name="Text Box 119">
            <a:extLst>
              <a:ext uri="{FF2B5EF4-FFF2-40B4-BE49-F238E27FC236}">
                <a16:creationId xmlns:a16="http://schemas.microsoft.com/office/drawing/2014/main" id="{33D5AF71-74D3-02F3-6F2B-138D3C55BD2B}"/>
              </a:ext>
            </a:extLst>
          </p:cNvPr>
          <p:cNvSpPr txBox="1">
            <a:spLocks noChangeArrowheads="1"/>
          </p:cNvSpPr>
          <p:nvPr/>
        </p:nvSpPr>
        <p:spPr bwMode="auto">
          <a:xfrm>
            <a:off x="3506531" y="2491678"/>
            <a:ext cx="1825625"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ts val="17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广播发送发现报文</a:t>
            </a:r>
          </a:p>
        </p:txBody>
      </p:sp>
      <p:grpSp>
        <p:nvGrpSpPr>
          <p:cNvPr id="51" name="组合 50">
            <a:extLst>
              <a:ext uri="{FF2B5EF4-FFF2-40B4-BE49-F238E27FC236}">
                <a16:creationId xmlns:a16="http://schemas.microsoft.com/office/drawing/2014/main" id="{E93B8BBA-4C78-2888-8512-CD8813E324C5}"/>
              </a:ext>
            </a:extLst>
          </p:cNvPr>
          <p:cNvGrpSpPr/>
          <p:nvPr/>
        </p:nvGrpSpPr>
        <p:grpSpPr>
          <a:xfrm>
            <a:off x="2682619" y="2559941"/>
            <a:ext cx="3659187" cy="447675"/>
            <a:chOff x="2682619" y="2559941"/>
            <a:chExt cx="3659187" cy="447675"/>
          </a:xfrm>
        </p:grpSpPr>
        <p:sp>
          <p:nvSpPr>
            <p:cNvPr id="6" name="Line 21">
              <a:extLst>
                <a:ext uri="{FF2B5EF4-FFF2-40B4-BE49-F238E27FC236}">
                  <a16:creationId xmlns:a16="http://schemas.microsoft.com/office/drawing/2014/main" id="{1B831C74-5BB9-61EE-E675-BEAE1933495D}"/>
                </a:ext>
              </a:extLst>
            </p:cNvPr>
            <p:cNvSpPr>
              <a:spLocks noChangeShapeType="1"/>
            </p:cNvSpPr>
            <p:nvPr/>
          </p:nvSpPr>
          <p:spPr bwMode="auto">
            <a:xfrm>
              <a:off x="2682619" y="2890141"/>
              <a:ext cx="3659187" cy="317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7" name="Rectangle 4">
              <a:extLst>
                <a:ext uri="{FF2B5EF4-FFF2-40B4-BE49-F238E27FC236}">
                  <a16:creationId xmlns:a16="http://schemas.microsoft.com/office/drawing/2014/main" id="{31ACEECF-82F5-9BA6-E891-91B066060363}"/>
                </a:ext>
              </a:extLst>
            </p:cNvPr>
            <p:cNvSpPr>
              <a:spLocks noChangeArrowheads="1"/>
            </p:cNvSpPr>
            <p:nvPr/>
          </p:nvSpPr>
          <p:spPr bwMode="auto">
            <a:xfrm>
              <a:off x="3446206" y="2777428"/>
              <a:ext cx="2057400" cy="230188"/>
            </a:xfrm>
            <a:prstGeom prst="rect">
              <a:avLst/>
            </a:prstGeom>
            <a:solidFill>
              <a:srgbClr val="FFC000"/>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DHCPDISCOVER</a:t>
              </a:r>
            </a:p>
          </p:txBody>
        </p:sp>
        <p:sp>
          <p:nvSpPr>
            <p:cNvPr id="36" name="Text Box 121">
              <a:extLst>
                <a:ext uri="{FF2B5EF4-FFF2-40B4-BE49-F238E27FC236}">
                  <a16:creationId xmlns:a16="http://schemas.microsoft.com/office/drawing/2014/main" id="{816A3DEC-F824-78C0-5233-63B106D4BABB}"/>
                </a:ext>
              </a:extLst>
            </p:cNvPr>
            <p:cNvSpPr txBox="1">
              <a:spLocks noChangeArrowheads="1"/>
            </p:cNvSpPr>
            <p:nvPr/>
          </p:nvSpPr>
          <p:spPr bwMode="auto">
            <a:xfrm>
              <a:off x="3033456" y="2559941"/>
              <a:ext cx="4111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grpSp>
      <p:grpSp>
        <p:nvGrpSpPr>
          <p:cNvPr id="52" name="组合 51">
            <a:extLst>
              <a:ext uri="{FF2B5EF4-FFF2-40B4-BE49-F238E27FC236}">
                <a16:creationId xmlns:a16="http://schemas.microsoft.com/office/drawing/2014/main" id="{9D5BF845-A1CA-B1EE-0137-11002C457F06}"/>
              </a:ext>
            </a:extLst>
          </p:cNvPr>
          <p:cNvGrpSpPr/>
          <p:nvPr/>
        </p:nvGrpSpPr>
        <p:grpSpPr>
          <a:xfrm>
            <a:off x="2684206" y="3086991"/>
            <a:ext cx="3657600" cy="469900"/>
            <a:chOff x="2684206" y="3086991"/>
            <a:chExt cx="3657600" cy="469900"/>
          </a:xfrm>
        </p:grpSpPr>
        <p:sp>
          <p:nvSpPr>
            <p:cNvPr id="20" name="Line 25">
              <a:extLst>
                <a:ext uri="{FF2B5EF4-FFF2-40B4-BE49-F238E27FC236}">
                  <a16:creationId xmlns:a16="http://schemas.microsoft.com/office/drawing/2014/main" id="{E12AC5EF-1D84-299E-D0D6-DD5473DEF31A}"/>
                </a:ext>
              </a:extLst>
            </p:cNvPr>
            <p:cNvSpPr>
              <a:spLocks noChangeShapeType="1"/>
            </p:cNvSpPr>
            <p:nvPr/>
          </p:nvSpPr>
          <p:spPr bwMode="auto">
            <a:xfrm flipH="1" flipV="1">
              <a:off x="2684206" y="3442591"/>
              <a:ext cx="3657600" cy="7937"/>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 name="Rectangle 27">
              <a:extLst>
                <a:ext uri="{FF2B5EF4-FFF2-40B4-BE49-F238E27FC236}">
                  <a16:creationId xmlns:a16="http://schemas.microsoft.com/office/drawing/2014/main" id="{51767A8D-2229-A109-A3CF-937FF9EC4F4D}"/>
                </a:ext>
              </a:extLst>
            </p:cNvPr>
            <p:cNvSpPr>
              <a:spLocks noChangeArrowheads="1"/>
            </p:cNvSpPr>
            <p:nvPr/>
          </p:nvSpPr>
          <p:spPr bwMode="auto">
            <a:xfrm>
              <a:off x="3446206" y="3326703"/>
              <a:ext cx="2057400" cy="230188"/>
            </a:xfrm>
            <a:prstGeom prst="rect">
              <a:avLst/>
            </a:prstGeom>
            <a:solidFill>
              <a:srgbClr val="99FF33"/>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DHCPOFFER</a:t>
              </a:r>
            </a:p>
          </p:txBody>
        </p:sp>
        <p:sp>
          <p:nvSpPr>
            <p:cNvPr id="37" name="Text Box 122">
              <a:extLst>
                <a:ext uri="{FF2B5EF4-FFF2-40B4-BE49-F238E27FC236}">
                  <a16:creationId xmlns:a16="http://schemas.microsoft.com/office/drawing/2014/main" id="{1122E386-206A-7022-F4C9-F7ADCBCD208F}"/>
                </a:ext>
              </a:extLst>
            </p:cNvPr>
            <p:cNvSpPr txBox="1">
              <a:spLocks noChangeArrowheads="1"/>
            </p:cNvSpPr>
            <p:nvPr/>
          </p:nvSpPr>
          <p:spPr bwMode="auto">
            <a:xfrm>
              <a:off x="5530594" y="308699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grpSp>
      <p:sp>
        <p:nvSpPr>
          <p:cNvPr id="39" name="Text Box 124">
            <a:extLst>
              <a:ext uri="{FF2B5EF4-FFF2-40B4-BE49-F238E27FC236}">
                <a16:creationId xmlns:a16="http://schemas.microsoft.com/office/drawing/2014/main" id="{06E0240C-99D2-5621-2387-3473E3C3DA48}"/>
              </a:ext>
            </a:extLst>
          </p:cNvPr>
          <p:cNvSpPr txBox="1">
            <a:spLocks noChangeArrowheads="1"/>
          </p:cNvSpPr>
          <p:nvPr/>
        </p:nvSpPr>
        <p:spPr bwMode="auto">
          <a:xfrm>
            <a:off x="5511544" y="409664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43" name="Text Box 119">
            <a:extLst>
              <a:ext uri="{FF2B5EF4-FFF2-40B4-BE49-F238E27FC236}">
                <a16:creationId xmlns:a16="http://schemas.microsoft.com/office/drawing/2014/main" id="{177CF2D0-44C0-E3CF-F0D7-8236F2EDFFFC}"/>
              </a:ext>
            </a:extLst>
          </p:cNvPr>
          <p:cNvSpPr txBox="1">
            <a:spLocks noChangeArrowheads="1"/>
          </p:cNvSpPr>
          <p:nvPr/>
        </p:nvSpPr>
        <p:spPr bwMode="auto">
          <a:xfrm>
            <a:off x="5504784" y="2116138"/>
            <a:ext cx="8001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a:t>
            </a:r>
          </a:p>
          <a:p>
            <a:pPr marL="0" marR="0" lvl="0" indent="0" algn="ctr"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服务器</a:t>
            </a:r>
          </a:p>
        </p:txBody>
      </p:sp>
      <p:cxnSp>
        <p:nvCxnSpPr>
          <p:cNvPr id="44" name="直接连接符 6">
            <a:extLst>
              <a:ext uri="{FF2B5EF4-FFF2-40B4-BE49-F238E27FC236}">
                <a16:creationId xmlns:a16="http://schemas.microsoft.com/office/drawing/2014/main" id="{FA5225DF-55E0-0406-F041-BFF2CA2D1958}"/>
              </a:ext>
            </a:extLst>
          </p:cNvPr>
          <p:cNvCxnSpPr>
            <a:cxnSpLocks/>
          </p:cNvCxnSpPr>
          <p:nvPr/>
        </p:nvCxnSpPr>
        <p:spPr bwMode="auto">
          <a:xfrm>
            <a:off x="2684206" y="2683766"/>
            <a:ext cx="0" cy="204152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45" name="Text Box 119">
            <a:extLst>
              <a:ext uri="{FF2B5EF4-FFF2-40B4-BE49-F238E27FC236}">
                <a16:creationId xmlns:a16="http://schemas.microsoft.com/office/drawing/2014/main" id="{B31534D6-C8EE-C72F-78C4-1B1402AA47FB}"/>
              </a:ext>
            </a:extLst>
          </p:cNvPr>
          <p:cNvSpPr txBox="1">
            <a:spLocks noChangeArrowheads="1"/>
          </p:cNvSpPr>
          <p:nvPr/>
        </p:nvSpPr>
        <p:spPr bwMode="auto">
          <a:xfrm>
            <a:off x="2832243" y="2141838"/>
            <a:ext cx="7633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a:t>
            </a:r>
          </a:p>
          <a:p>
            <a:pPr marL="0" marR="0" lvl="0" indent="0" algn="ctr"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客户</a:t>
            </a:r>
          </a:p>
        </p:txBody>
      </p:sp>
      <p:sp>
        <p:nvSpPr>
          <p:cNvPr id="46" name="Text Box 119">
            <a:extLst>
              <a:ext uri="{FF2B5EF4-FFF2-40B4-BE49-F238E27FC236}">
                <a16:creationId xmlns:a16="http://schemas.microsoft.com/office/drawing/2014/main" id="{071C58C4-F6C5-9B31-1A77-7B0C3BD646D9}"/>
              </a:ext>
            </a:extLst>
          </p:cNvPr>
          <p:cNvSpPr txBox="1">
            <a:spLocks noChangeArrowheads="1"/>
          </p:cNvSpPr>
          <p:nvPr/>
        </p:nvSpPr>
        <p:spPr bwMode="auto">
          <a:xfrm>
            <a:off x="3955794" y="3013966"/>
            <a:ext cx="10064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提供报文</a:t>
            </a:r>
          </a:p>
        </p:txBody>
      </p:sp>
      <p:grpSp>
        <p:nvGrpSpPr>
          <p:cNvPr id="8" name="组合 7">
            <a:extLst>
              <a:ext uri="{FF2B5EF4-FFF2-40B4-BE49-F238E27FC236}">
                <a16:creationId xmlns:a16="http://schemas.microsoft.com/office/drawing/2014/main" id="{3DB2DAB7-66A0-F5AB-0608-60ECD938D6B8}"/>
              </a:ext>
            </a:extLst>
          </p:cNvPr>
          <p:cNvGrpSpPr/>
          <p:nvPr/>
        </p:nvGrpSpPr>
        <p:grpSpPr>
          <a:xfrm>
            <a:off x="2682619" y="3590228"/>
            <a:ext cx="3659187" cy="514350"/>
            <a:chOff x="2682619" y="3590228"/>
            <a:chExt cx="3659187" cy="514350"/>
          </a:xfrm>
        </p:grpSpPr>
        <p:sp>
          <p:nvSpPr>
            <p:cNvPr id="26" name="Line 34">
              <a:extLst>
                <a:ext uri="{FF2B5EF4-FFF2-40B4-BE49-F238E27FC236}">
                  <a16:creationId xmlns:a16="http://schemas.microsoft.com/office/drawing/2014/main" id="{00A24D46-D7B6-8C5E-7D5E-C7EDC0FA38E5}"/>
                </a:ext>
              </a:extLst>
            </p:cNvPr>
            <p:cNvSpPr>
              <a:spLocks noChangeShapeType="1"/>
            </p:cNvSpPr>
            <p:nvPr/>
          </p:nvSpPr>
          <p:spPr bwMode="auto">
            <a:xfrm flipV="1">
              <a:off x="2682619" y="3990278"/>
              <a:ext cx="3659187" cy="952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7" name="Rectangle 36">
              <a:extLst>
                <a:ext uri="{FF2B5EF4-FFF2-40B4-BE49-F238E27FC236}">
                  <a16:creationId xmlns:a16="http://schemas.microsoft.com/office/drawing/2014/main" id="{513F7F3C-2A5E-6447-97C5-7BFA60473BA6}"/>
                </a:ext>
              </a:extLst>
            </p:cNvPr>
            <p:cNvSpPr>
              <a:spLocks noChangeArrowheads="1"/>
            </p:cNvSpPr>
            <p:nvPr/>
          </p:nvSpPr>
          <p:spPr bwMode="auto">
            <a:xfrm>
              <a:off x="3446206" y="3875978"/>
              <a:ext cx="2057400" cy="228600"/>
            </a:xfrm>
            <a:prstGeom prst="rect">
              <a:avLst/>
            </a:prstGeom>
            <a:solidFill>
              <a:srgbClr val="FFC000"/>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DHCPREQUEST</a:t>
              </a:r>
            </a:p>
          </p:txBody>
        </p:sp>
        <p:sp>
          <p:nvSpPr>
            <p:cNvPr id="38" name="Text Box 123">
              <a:extLst>
                <a:ext uri="{FF2B5EF4-FFF2-40B4-BE49-F238E27FC236}">
                  <a16:creationId xmlns:a16="http://schemas.microsoft.com/office/drawing/2014/main" id="{9BE54C8C-8A1B-7C68-3600-820EFE3DAA0A}"/>
                </a:ext>
              </a:extLst>
            </p:cNvPr>
            <p:cNvSpPr txBox="1">
              <a:spLocks noChangeArrowheads="1"/>
            </p:cNvSpPr>
            <p:nvPr/>
          </p:nvSpPr>
          <p:spPr bwMode="auto">
            <a:xfrm>
              <a:off x="3009644" y="363944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47" name="Text Box 119">
              <a:extLst>
                <a:ext uri="{FF2B5EF4-FFF2-40B4-BE49-F238E27FC236}">
                  <a16:creationId xmlns:a16="http://schemas.microsoft.com/office/drawing/2014/main" id="{DD58A119-BE04-E564-893A-673E2C949848}"/>
                </a:ext>
              </a:extLst>
            </p:cNvPr>
            <p:cNvSpPr txBox="1">
              <a:spLocks noChangeArrowheads="1"/>
            </p:cNvSpPr>
            <p:nvPr/>
          </p:nvSpPr>
          <p:spPr bwMode="auto">
            <a:xfrm>
              <a:off x="3568444" y="3590228"/>
              <a:ext cx="18256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广播发送请求报文</a:t>
              </a:r>
            </a:p>
          </p:txBody>
        </p:sp>
      </p:grpSp>
      <p:sp>
        <p:nvSpPr>
          <p:cNvPr id="48" name="Text Box 119">
            <a:extLst>
              <a:ext uri="{FF2B5EF4-FFF2-40B4-BE49-F238E27FC236}">
                <a16:creationId xmlns:a16="http://schemas.microsoft.com/office/drawing/2014/main" id="{C1BBC957-4B4C-2CBF-4655-1E463A528DD3}"/>
              </a:ext>
            </a:extLst>
          </p:cNvPr>
          <p:cNvSpPr txBox="1">
            <a:spLocks noChangeArrowheads="1"/>
          </p:cNvSpPr>
          <p:nvPr/>
        </p:nvSpPr>
        <p:spPr bwMode="auto">
          <a:xfrm>
            <a:off x="3954206" y="4144266"/>
            <a:ext cx="100488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确认报文</a:t>
            </a:r>
          </a:p>
        </p:txBody>
      </p:sp>
      <p:pic>
        <p:nvPicPr>
          <p:cNvPr id="49" name="图片 48">
            <a:extLst>
              <a:ext uri="{FF2B5EF4-FFF2-40B4-BE49-F238E27FC236}">
                <a16:creationId xmlns:a16="http://schemas.microsoft.com/office/drawing/2014/main" id="{DB449F50-3B9A-3FFC-1D19-B166E68FBCF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192581" y="1976008"/>
            <a:ext cx="582712" cy="815797"/>
          </a:xfrm>
          <a:prstGeom prst="rect">
            <a:avLst/>
          </a:prstGeom>
        </p:spPr>
      </p:pic>
      <p:pic>
        <p:nvPicPr>
          <p:cNvPr id="50" name="Picture 197" descr="jisuanji">
            <a:extLst>
              <a:ext uri="{FF2B5EF4-FFF2-40B4-BE49-F238E27FC236}">
                <a16:creationId xmlns:a16="http://schemas.microsoft.com/office/drawing/2014/main" id="{032F27BE-3D47-F91E-50E8-92EC659ADAC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05653" y="2187795"/>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42" name="Text Box 119">
            <a:extLst>
              <a:ext uri="{FF2B5EF4-FFF2-40B4-BE49-F238E27FC236}">
                <a16:creationId xmlns:a16="http://schemas.microsoft.com/office/drawing/2014/main" id="{201D850B-2486-D720-EB12-B333BE21EF7E}"/>
              </a:ext>
            </a:extLst>
          </p:cNvPr>
          <p:cNvSpPr txBox="1">
            <a:spLocks noChangeArrowheads="1"/>
          </p:cNvSpPr>
          <p:nvPr/>
        </p:nvSpPr>
        <p:spPr bwMode="auto">
          <a:xfrm>
            <a:off x="2161125" y="2234524"/>
            <a:ext cx="338554" cy="338554"/>
          </a:xfrm>
          <a:prstGeom prst="rect">
            <a:avLst/>
          </a:prstGeom>
          <a:noFill/>
          <a:ln>
            <a:noFill/>
          </a:ln>
          <a:effectLst>
            <a:glow rad="215900">
              <a:schemeClr val="bg1"/>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A</a:t>
            </a:r>
            <a:endPar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285234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par>
                                <p:cTn id="10" presetID="35" presetClass="emph" presetSubtype="0" repeatCount="5000" fill="hold" nodeType="withEffect">
                                  <p:stCondLst>
                                    <p:cond delay="0"/>
                                  </p:stCondLst>
                                  <p:childTnLst>
                                    <p:anim calcmode="discrete" valueType="str">
                                      <p:cBhvr>
                                        <p:cTn id="11"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C17A60-37DF-9CF3-B08F-54C448735BEF}"/>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8D603DBB-D1DD-8A77-486F-05495CA2736C}"/>
              </a:ext>
            </a:extLst>
          </p:cNvPr>
          <p:cNvSpPr>
            <a:spLocks noChangeArrowheads="1"/>
          </p:cNvSpPr>
          <p:nvPr/>
        </p:nvSpPr>
        <p:spPr bwMode="auto">
          <a:xfrm>
            <a:off x="556963" y="60394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75344FD0-8FAC-B55D-6FFD-9B0D3B1E78BB}"/>
              </a:ext>
            </a:extLst>
          </p:cNvPr>
          <p:cNvSpPr>
            <a:spLocks noChangeArrowheads="1"/>
          </p:cNvSpPr>
          <p:nvPr/>
        </p:nvSpPr>
        <p:spPr bwMode="auto">
          <a:xfrm>
            <a:off x="3365584" y="561676"/>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工作过程</a:t>
            </a:r>
          </a:p>
        </p:txBody>
      </p:sp>
      <p:sp>
        <p:nvSpPr>
          <p:cNvPr id="4" name="Rectangle 68">
            <a:extLst>
              <a:ext uri="{FF2B5EF4-FFF2-40B4-BE49-F238E27FC236}">
                <a16:creationId xmlns:a16="http://schemas.microsoft.com/office/drawing/2014/main" id="{BB7A8F6B-687A-D662-7229-5829787465BB}"/>
              </a:ext>
            </a:extLst>
          </p:cNvPr>
          <p:cNvSpPr>
            <a:spLocks noChangeArrowheads="1"/>
          </p:cNvSpPr>
          <p:nvPr/>
        </p:nvSpPr>
        <p:spPr bwMode="auto">
          <a:xfrm>
            <a:off x="556962" y="979877"/>
            <a:ext cx="8048777" cy="12113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广播发送</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请求报文还用于通知其他</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服务器，主机</a:t>
            </a:r>
            <a:r>
              <a:rPr lang="en-US" altLang="zh-CN" sz="2000" b="1" dirty="0">
                <a:latin typeface="微软雅黑" pitchFamily="34" charset="-122"/>
                <a:ea typeface="微软雅黑" pitchFamily="34" charset="-122"/>
              </a:rPr>
              <a:t>A</a:t>
            </a:r>
            <a:r>
              <a:rPr lang="zh-CN" altLang="en-US" sz="2000" b="1" dirty="0">
                <a:latin typeface="微软雅黑" pitchFamily="34" charset="-122"/>
                <a:ea typeface="微软雅黑" pitchFamily="34" charset="-122"/>
              </a:rPr>
              <a:t>只选择了一个</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服务器提供的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地址，其他的服务器可以释放它们所提供的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a:t>
            </a:r>
          </a:p>
        </p:txBody>
      </p:sp>
      <p:cxnSp>
        <p:nvCxnSpPr>
          <p:cNvPr id="5" name="直接连接符 8">
            <a:extLst>
              <a:ext uri="{FF2B5EF4-FFF2-40B4-BE49-F238E27FC236}">
                <a16:creationId xmlns:a16="http://schemas.microsoft.com/office/drawing/2014/main" id="{108CCA9A-A4CC-E545-A23A-773C13FC4379}"/>
              </a:ext>
            </a:extLst>
          </p:cNvPr>
          <p:cNvCxnSpPr>
            <a:cxnSpLocks/>
          </p:cNvCxnSpPr>
          <p:nvPr/>
        </p:nvCxnSpPr>
        <p:spPr bwMode="auto">
          <a:xfrm>
            <a:off x="6341806" y="2590103"/>
            <a:ext cx="0" cy="204152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28" name="Line 43">
            <a:extLst>
              <a:ext uri="{FF2B5EF4-FFF2-40B4-BE49-F238E27FC236}">
                <a16:creationId xmlns:a16="http://schemas.microsoft.com/office/drawing/2014/main" id="{EF287ED4-EA1B-599D-8D5E-D191F148B1DD}"/>
              </a:ext>
            </a:extLst>
          </p:cNvPr>
          <p:cNvSpPr>
            <a:spLocks noChangeShapeType="1"/>
          </p:cNvSpPr>
          <p:nvPr/>
        </p:nvSpPr>
        <p:spPr bwMode="auto">
          <a:xfrm flipH="1">
            <a:off x="2684206" y="4530028"/>
            <a:ext cx="3657600" cy="952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9" name="Rectangle 45">
            <a:extLst>
              <a:ext uri="{FF2B5EF4-FFF2-40B4-BE49-F238E27FC236}">
                <a16:creationId xmlns:a16="http://schemas.microsoft.com/office/drawing/2014/main" id="{EBD15407-185F-204B-3789-D601E11D4DF7}"/>
              </a:ext>
            </a:extLst>
          </p:cNvPr>
          <p:cNvSpPr>
            <a:spLocks noChangeArrowheads="1"/>
          </p:cNvSpPr>
          <p:nvPr/>
        </p:nvSpPr>
        <p:spPr bwMode="auto">
          <a:xfrm>
            <a:off x="3446206" y="4425253"/>
            <a:ext cx="2057400" cy="228600"/>
          </a:xfrm>
          <a:prstGeom prst="rect">
            <a:avLst/>
          </a:prstGeom>
          <a:solidFill>
            <a:srgbClr val="99FF33"/>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DHCPACK</a:t>
            </a:r>
          </a:p>
        </p:txBody>
      </p:sp>
      <p:sp>
        <p:nvSpPr>
          <p:cNvPr id="35" name="Text Box 119">
            <a:extLst>
              <a:ext uri="{FF2B5EF4-FFF2-40B4-BE49-F238E27FC236}">
                <a16:creationId xmlns:a16="http://schemas.microsoft.com/office/drawing/2014/main" id="{BD147ED9-213F-9C2D-A12B-7279B4EA6792}"/>
              </a:ext>
            </a:extLst>
          </p:cNvPr>
          <p:cNvSpPr txBox="1">
            <a:spLocks noChangeArrowheads="1"/>
          </p:cNvSpPr>
          <p:nvPr/>
        </p:nvSpPr>
        <p:spPr bwMode="auto">
          <a:xfrm>
            <a:off x="3506531" y="2491678"/>
            <a:ext cx="1825625"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ts val="17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广播发送发现报文</a:t>
            </a:r>
          </a:p>
        </p:txBody>
      </p:sp>
      <p:grpSp>
        <p:nvGrpSpPr>
          <p:cNvPr id="51" name="组合 50">
            <a:extLst>
              <a:ext uri="{FF2B5EF4-FFF2-40B4-BE49-F238E27FC236}">
                <a16:creationId xmlns:a16="http://schemas.microsoft.com/office/drawing/2014/main" id="{DD413B15-B3B5-3E83-C51D-4792530C2F8C}"/>
              </a:ext>
            </a:extLst>
          </p:cNvPr>
          <p:cNvGrpSpPr/>
          <p:nvPr/>
        </p:nvGrpSpPr>
        <p:grpSpPr>
          <a:xfrm>
            <a:off x="2682619" y="2559941"/>
            <a:ext cx="3659187" cy="447675"/>
            <a:chOff x="2682619" y="2559941"/>
            <a:chExt cx="3659187" cy="447675"/>
          </a:xfrm>
        </p:grpSpPr>
        <p:sp>
          <p:nvSpPr>
            <p:cNvPr id="6" name="Line 21">
              <a:extLst>
                <a:ext uri="{FF2B5EF4-FFF2-40B4-BE49-F238E27FC236}">
                  <a16:creationId xmlns:a16="http://schemas.microsoft.com/office/drawing/2014/main" id="{8A8C90BA-A826-ACD9-1A70-77D38A5423B4}"/>
                </a:ext>
              </a:extLst>
            </p:cNvPr>
            <p:cNvSpPr>
              <a:spLocks noChangeShapeType="1"/>
            </p:cNvSpPr>
            <p:nvPr/>
          </p:nvSpPr>
          <p:spPr bwMode="auto">
            <a:xfrm>
              <a:off x="2682619" y="2890141"/>
              <a:ext cx="3659187" cy="317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7" name="Rectangle 4">
              <a:extLst>
                <a:ext uri="{FF2B5EF4-FFF2-40B4-BE49-F238E27FC236}">
                  <a16:creationId xmlns:a16="http://schemas.microsoft.com/office/drawing/2014/main" id="{19640B1D-EEF3-C51A-1111-1657CF2AAD78}"/>
                </a:ext>
              </a:extLst>
            </p:cNvPr>
            <p:cNvSpPr>
              <a:spLocks noChangeArrowheads="1"/>
            </p:cNvSpPr>
            <p:nvPr/>
          </p:nvSpPr>
          <p:spPr bwMode="auto">
            <a:xfrm>
              <a:off x="3446206" y="2777428"/>
              <a:ext cx="2057400" cy="230188"/>
            </a:xfrm>
            <a:prstGeom prst="rect">
              <a:avLst/>
            </a:prstGeom>
            <a:solidFill>
              <a:srgbClr val="FFC000"/>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DHCPDISCOVER</a:t>
              </a:r>
            </a:p>
          </p:txBody>
        </p:sp>
        <p:sp>
          <p:nvSpPr>
            <p:cNvPr id="36" name="Text Box 121">
              <a:extLst>
                <a:ext uri="{FF2B5EF4-FFF2-40B4-BE49-F238E27FC236}">
                  <a16:creationId xmlns:a16="http://schemas.microsoft.com/office/drawing/2014/main" id="{7BAD6EF7-E647-EED2-7E26-FBFDF6F59C5A}"/>
                </a:ext>
              </a:extLst>
            </p:cNvPr>
            <p:cNvSpPr txBox="1">
              <a:spLocks noChangeArrowheads="1"/>
            </p:cNvSpPr>
            <p:nvPr/>
          </p:nvSpPr>
          <p:spPr bwMode="auto">
            <a:xfrm>
              <a:off x="3033456" y="2559941"/>
              <a:ext cx="4111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grpSp>
      <p:grpSp>
        <p:nvGrpSpPr>
          <p:cNvPr id="52" name="组合 51">
            <a:extLst>
              <a:ext uri="{FF2B5EF4-FFF2-40B4-BE49-F238E27FC236}">
                <a16:creationId xmlns:a16="http://schemas.microsoft.com/office/drawing/2014/main" id="{2A26EAF6-7200-45EA-7C9B-68C4A2FDE198}"/>
              </a:ext>
            </a:extLst>
          </p:cNvPr>
          <p:cNvGrpSpPr/>
          <p:nvPr/>
        </p:nvGrpSpPr>
        <p:grpSpPr>
          <a:xfrm>
            <a:off x="2684206" y="3086991"/>
            <a:ext cx="3657600" cy="469900"/>
            <a:chOff x="2684206" y="3086991"/>
            <a:chExt cx="3657600" cy="469900"/>
          </a:xfrm>
        </p:grpSpPr>
        <p:sp>
          <p:nvSpPr>
            <p:cNvPr id="20" name="Line 25">
              <a:extLst>
                <a:ext uri="{FF2B5EF4-FFF2-40B4-BE49-F238E27FC236}">
                  <a16:creationId xmlns:a16="http://schemas.microsoft.com/office/drawing/2014/main" id="{EB125074-284F-CB1B-D15E-53D229DA21AB}"/>
                </a:ext>
              </a:extLst>
            </p:cNvPr>
            <p:cNvSpPr>
              <a:spLocks noChangeShapeType="1"/>
            </p:cNvSpPr>
            <p:nvPr/>
          </p:nvSpPr>
          <p:spPr bwMode="auto">
            <a:xfrm flipH="1" flipV="1">
              <a:off x="2684206" y="3442591"/>
              <a:ext cx="3657600" cy="7937"/>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 name="Rectangle 27">
              <a:extLst>
                <a:ext uri="{FF2B5EF4-FFF2-40B4-BE49-F238E27FC236}">
                  <a16:creationId xmlns:a16="http://schemas.microsoft.com/office/drawing/2014/main" id="{48D35F9A-4720-A43B-7155-314F54369B56}"/>
                </a:ext>
              </a:extLst>
            </p:cNvPr>
            <p:cNvSpPr>
              <a:spLocks noChangeArrowheads="1"/>
            </p:cNvSpPr>
            <p:nvPr/>
          </p:nvSpPr>
          <p:spPr bwMode="auto">
            <a:xfrm>
              <a:off x="3446206" y="3326703"/>
              <a:ext cx="2057400" cy="230188"/>
            </a:xfrm>
            <a:prstGeom prst="rect">
              <a:avLst/>
            </a:prstGeom>
            <a:solidFill>
              <a:srgbClr val="99FF33"/>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DHCPOFFER</a:t>
              </a:r>
            </a:p>
          </p:txBody>
        </p:sp>
        <p:sp>
          <p:nvSpPr>
            <p:cNvPr id="37" name="Text Box 122">
              <a:extLst>
                <a:ext uri="{FF2B5EF4-FFF2-40B4-BE49-F238E27FC236}">
                  <a16:creationId xmlns:a16="http://schemas.microsoft.com/office/drawing/2014/main" id="{5641AF33-C03F-93EB-B895-484F3E30B033}"/>
                </a:ext>
              </a:extLst>
            </p:cNvPr>
            <p:cNvSpPr txBox="1">
              <a:spLocks noChangeArrowheads="1"/>
            </p:cNvSpPr>
            <p:nvPr/>
          </p:nvSpPr>
          <p:spPr bwMode="auto">
            <a:xfrm>
              <a:off x="5530594" y="308699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grpSp>
      <p:sp>
        <p:nvSpPr>
          <p:cNvPr id="39" name="Text Box 124">
            <a:extLst>
              <a:ext uri="{FF2B5EF4-FFF2-40B4-BE49-F238E27FC236}">
                <a16:creationId xmlns:a16="http://schemas.microsoft.com/office/drawing/2014/main" id="{74BDDC06-06E9-CCF2-A082-A541DF3BEC32}"/>
              </a:ext>
            </a:extLst>
          </p:cNvPr>
          <p:cNvSpPr txBox="1">
            <a:spLocks noChangeArrowheads="1"/>
          </p:cNvSpPr>
          <p:nvPr/>
        </p:nvSpPr>
        <p:spPr bwMode="auto">
          <a:xfrm>
            <a:off x="5511544" y="409664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43" name="Text Box 119">
            <a:extLst>
              <a:ext uri="{FF2B5EF4-FFF2-40B4-BE49-F238E27FC236}">
                <a16:creationId xmlns:a16="http://schemas.microsoft.com/office/drawing/2014/main" id="{8F77467C-7A52-92CD-543B-C176A187F5FB}"/>
              </a:ext>
            </a:extLst>
          </p:cNvPr>
          <p:cNvSpPr txBox="1">
            <a:spLocks noChangeArrowheads="1"/>
          </p:cNvSpPr>
          <p:nvPr/>
        </p:nvSpPr>
        <p:spPr bwMode="auto">
          <a:xfrm>
            <a:off x="5504784" y="2116138"/>
            <a:ext cx="8001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a:t>
            </a:r>
          </a:p>
          <a:p>
            <a:pPr marL="0" marR="0" lvl="0" indent="0" algn="ctr"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服务器</a:t>
            </a:r>
          </a:p>
        </p:txBody>
      </p:sp>
      <p:cxnSp>
        <p:nvCxnSpPr>
          <p:cNvPr id="44" name="直接连接符 6">
            <a:extLst>
              <a:ext uri="{FF2B5EF4-FFF2-40B4-BE49-F238E27FC236}">
                <a16:creationId xmlns:a16="http://schemas.microsoft.com/office/drawing/2014/main" id="{67582E6F-2091-9594-9343-5BF340C940B6}"/>
              </a:ext>
            </a:extLst>
          </p:cNvPr>
          <p:cNvCxnSpPr>
            <a:cxnSpLocks/>
          </p:cNvCxnSpPr>
          <p:nvPr/>
        </p:nvCxnSpPr>
        <p:spPr bwMode="auto">
          <a:xfrm>
            <a:off x="2684206" y="2683766"/>
            <a:ext cx="0" cy="204152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45" name="Text Box 119">
            <a:extLst>
              <a:ext uri="{FF2B5EF4-FFF2-40B4-BE49-F238E27FC236}">
                <a16:creationId xmlns:a16="http://schemas.microsoft.com/office/drawing/2014/main" id="{DA299528-0724-D365-B501-14C81F7BC3C5}"/>
              </a:ext>
            </a:extLst>
          </p:cNvPr>
          <p:cNvSpPr txBox="1">
            <a:spLocks noChangeArrowheads="1"/>
          </p:cNvSpPr>
          <p:nvPr/>
        </p:nvSpPr>
        <p:spPr bwMode="auto">
          <a:xfrm>
            <a:off x="2832243" y="2141838"/>
            <a:ext cx="7633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a:t>
            </a:r>
          </a:p>
          <a:p>
            <a:pPr marL="0" marR="0" lvl="0" indent="0" algn="ctr"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客户</a:t>
            </a:r>
          </a:p>
        </p:txBody>
      </p:sp>
      <p:sp>
        <p:nvSpPr>
          <p:cNvPr id="46" name="Text Box 119">
            <a:extLst>
              <a:ext uri="{FF2B5EF4-FFF2-40B4-BE49-F238E27FC236}">
                <a16:creationId xmlns:a16="http://schemas.microsoft.com/office/drawing/2014/main" id="{F2E007F0-7DF4-C902-7A0F-A7323CB88259}"/>
              </a:ext>
            </a:extLst>
          </p:cNvPr>
          <p:cNvSpPr txBox="1">
            <a:spLocks noChangeArrowheads="1"/>
          </p:cNvSpPr>
          <p:nvPr/>
        </p:nvSpPr>
        <p:spPr bwMode="auto">
          <a:xfrm>
            <a:off x="3955794" y="3013966"/>
            <a:ext cx="10064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提供报文</a:t>
            </a:r>
          </a:p>
        </p:txBody>
      </p:sp>
      <p:grpSp>
        <p:nvGrpSpPr>
          <p:cNvPr id="8" name="组合 7">
            <a:extLst>
              <a:ext uri="{FF2B5EF4-FFF2-40B4-BE49-F238E27FC236}">
                <a16:creationId xmlns:a16="http://schemas.microsoft.com/office/drawing/2014/main" id="{55CDFEBB-0F67-34A1-3431-69EBB36DECCC}"/>
              </a:ext>
            </a:extLst>
          </p:cNvPr>
          <p:cNvGrpSpPr/>
          <p:nvPr/>
        </p:nvGrpSpPr>
        <p:grpSpPr>
          <a:xfrm>
            <a:off x="2682619" y="3590228"/>
            <a:ext cx="3659187" cy="514350"/>
            <a:chOff x="2682619" y="3590228"/>
            <a:chExt cx="3659187" cy="514350"/>
          </a:xfrm>
        </p:grpSpPr>
        <p:sp>
          <p:nvSpPr>
            <p:cNvPr id="26" name="Line 34">
              <a:extLst>
                <a:ext uri="{FF2B5EF4-FFF2-40B4-BE49-F238E27FC236}">
                  <a16:creationId xmlns:a16="http://schemas.microsoft.com/office/drawing/2014/main" id="{47297599-B51F-E3F7-0031-1B2D3E84BF26}"/>
                </a:ext>
              </a:extLst>
            </p:cNvPr>
            <p:cNvSpPr>
              <a:spLocks noChangeShapeType="1"/>
            </p:cNvSpPr>
            <p:nvPr/>
          </p:nvSpPr>
          <p:spPr bwMode="auto">
            <a:xfrm flipV="1">
              <a:off x="2682619" y="3990278"/>
              <a:ext cx="3659187" cy="952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7" name="Rectangle 36">
              <a:extLst>
                <a:ext uri="{FF2B5EF4-FFF2-40B4-BE49-F238E27FC236}">
                  <a16:creationId xmlns:a16="http://schemas.microsoft.com/office/drawing/2014/main" id="{B75D8B4B-8B48-71A3-2E65-55907BDF0AA4}"/>
                </a:ext>
              </a:extLst>
            </p:cNvPr>
            <p:cNvSpPr>
              <a:spLocks noChangeArrowheads="1"/>
            </p:cNvSpPr>
            <p:nvPr/>
          </p:nvSpPr>
          <p:spPr bwMode="auto">
            <a:xfrm>
              <a:off x="3446206" y="3875978"/>
              <a:ext cx="2057400" cy="228600"/>
            </a:xfrm>
            <a:prstGeom prst="rect">
              <a:avLst/>
            </a:prstGeom>
            <a:solidFill>
              <a:srgbClr val="FFC000"/>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DHCPREQUEST</a:t>
              </a:r>
            </a:p>
          </p:txBody>
        </p:sp>
        <p:sp>
          <p:nvSpPr>
            <p:cNvPr id="38" name="Text Box 123">
              <a:extLst>
                <a:ext uri="{FF2B5EF4-FFF2-40B4-BE49-F238E27FC236}">
                  <a16:creationId xmlns:a16="http://schemas.microsoft.com/office/drawing/2014/main" id="{8A9803E9-6445-D3DC-93DD-8A29CAE7EC24}"/>
                </a:ext>
              </a:extLst>
            </p:cNvPr>
            <p:cNvSpPr txBox="1">
              <a:spLocks noChangeArrowheads="1"/>
            </p:cNvSpPr>
            <p:nvPr/>
          </p:nvSpPr>
          <p:spPr bwMode="auto">
            <a:xfrm>
              <a:off x="3009644" y="363944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47" name="Text Box 119">
              <a:extLst>
                <a:ext uri="{FF2B5EF4-FFF2-40B4-BE49-F238E27FC236}">
                  <a16:creationId xmlns:a16="http://schemas.microsoft.com/office/drawing/2014/main" id="{C34DF972-2DEC-6487-A6C9-688CBDCD89F0}"/>
                </a:ext>
              </a:extLst>
            </p:cNvPr>
            <p:cNvSpPr txBox="1">
              <a:spLocks noChangeArrowheads="1"/>
            </p:cNvSpPr>
            <p:nvPr/>
          </p:nvSpPr>
          <p:spPr bwMode="auto">
            <a:xfrm>
              <a:off x="3568444" y="3590228"/>
              <a:ext cx="18256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广播发送请求报文</a:t>
              </a:r>
            </a:p>
          </p:txBody>
        </p:sp>
      </p:grpSp>
      <p:sp>
        <p:nvSpPr>
          <p:cNvPr id="48" name="Text Box 119">
            <a:extLst>
              <a:ext uri="{FF2B5EF4-FFF2-40B4-BE49-F238E27FC236}">
                <a16:creationId xmlns:a16="http://schemas.microsoft.com/office/drawing/2014/main" id="{118215A6-FC3B-7ADB-316E-65994FF306F7}"/>
              </a:ext>
            </a:extLst>
          </p:cNvPr>
          <p:cNvSpPr txBox="1">
            <a:spLocks noChangeArrowheads="1"/>
          </p:cNvSpPr>
          <p:nvPr/>
        </p:nvSpPr>
        <p:spPr bwMode="auto">
          <a:xfrm>
            <a:off x="3954206" y="4144266"/>
            <a:ext cx="100488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确认报文</a:t>
            </a:r>
          </a:p>
        </p:txBody>
      </p:sp>
      <p:pic>
        <p:nvPicPr>
          <p:cNvPr id="49" name="图片 48">
            <a:extLst>
              <a:ext uri="{FF2B5EF4-FFF2-40B4-BE49-F238E27FC236}">
                <a16:creationId xmlns:a16="http://schemas.microsoft.com/office/drawing/2014/main" id="{D8F98D42-97DB-51A4-127E-D20FC06D8A55}"/>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192581" y="1976008"/>
            <a:ext cx="582712" cy="815797"/>
          </a:xfrm>
          <a:prstGeom prst="rect">
            <a:avLst/>
          </a:prstGeom>
        </p:spPr>
      </p:pic>
      <p:pic>
        <p:nvPicPr>
          <p:cNvPr id="50" name="Picture 197" descr="jisuanji">
            <a:extLst>
              <a:ext uri="{FF2B5EF4-FFF2-40B4-BE49-F238E27FC236}">
                <a16:creationId xmlns:a16="http://schemas.microsoft.com/office/drawing/2014/main" id="{2EE86E1F-E6AB-DFAD-C1DF-BCCEFA0019D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05653" y="2187795"/>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42" name="Text Box 119">
            <a:extLst>
              <a:ext uri="{FF2B5EF4-FFF2-40B4-BE49-F238E27FC236}">
                <a16:creationId xmlns:a16="http://schemas.microsoft.com/office/drawing/2014/main" id="{6D73F8C0-6922-EC51-3283-42A46DCF3F51}"/>
              </a:ext>
            </a:extLst>
          </p:cNvPr>
          <p:cNvSpPr txBox="1">
            <a:spLocks noChangeArrowheads="1"/>
          </p:cNvSpPr>
          <p:nvPr/>
        </p:nvSpPr>
        <p:spPr bwMode="auto">
          <a:xfrm>
            <a:off x="2161125" y="2234524"/>
            <a:ext cx="338554" cy="338554"/>
          </a:xfrm>
          <a:prstGeom prst="rect">
            <a:avLst/>
          </a:prstGeom>
          <a:noFill/>
          <a:ln>
            <a:noFill/>
          </a:ln>
          <a:effectLst>
            <a:glow rad="215900">
              <a:schemeClr val="bg1"/>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A</a:t>
            </a:r>
            <a:endPar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469525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par>
                                <p:cTn id="10" presetID="35" presetClass="emph" presetSubtype="0" repeatCount="5000" fill="hold" nodeType="withEffect">
                                  <p:stCondLst>
                                    <p:cond delay="0"/>
                                  </p:stCondLst>
                                  <p:childTnLst>
                                    <p:anim calcmode="discrete" valueType="str">
                                      <p:cBhvr>
                                        <p:cTn id="11"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FB82CD-B9F9-7320-E89E-68575A164C9D}"/>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92B9DD29-7194-E35A-7782-0CBB889019D5}"/>
              </a:ext>
            </a:extLst>
          </p:cNvPr>
          <p:cNvSpPr>
            <a:spLocks noChangeArrowheads="1"/>
          </p:cNvSpPr>
          <p:nvPr/>
        </p:nvSpPr>
        <p:spPr bwMode="auto">
          <a:xfrm>
            <a:off x="556963" y="60394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5779949F-7BD3-BA3D-9A5C-9F1E21A249BC}"/>
              </a:ext>
            </a:extLst>
          </p:cNvPr>
          <p:cNvSpPr>
            <a:spLocks noChangeArrowheads="1"/>
          </p:cNvSpPr>
          <p:nvPr/>
        </p:nvSpPr>
        <p:spPr bwMode="auto">
          <a:xfrm>
            <a:off x="3365584" y="561676"/>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工作过程</a:t>
            </a:r>
          </a:p>
        </p:txBody>
      </p:sp>
      <p:sp>
        <p:nvSpPr>
          <p:cNvPr id="4" name="Rectangle 68">
            <a:extLst>
              <a:ext uri="{FF2B5EF4-FFF2-40B4-BE49-F238E27FC236}">
                <a16:creationId xmlns:a16="http://schemas.microsoft.com/office/drawing/2014/main" id="{EC0E36BC-9D9F-1B3D-4A5D-6EF46FDDA7D1}"/>
              </a:ext>
            </a:extLst>
          </p:cNvPr>
          <p:cNvSpPr>
            <a:spLocks noChangeArrowheads="1"/>
          </p:cNvSpPr>
          <p:nvPr/>
        </p:nvSpPr>
        <p:spPr bwMode="auto">
          <a:xfrm>
            <a:off x="556962" y="979877"/>
            <a:ext cx="8048777" cy="8266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提供</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地址的</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服务器发送</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确认报文，以确认分配，并完成</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地址的租约。从这时起，主机</a:t>
            </a:r>
            <a:r>
              <a:rPr lang="en-US" altLang="zh-CN" sz="2000" b="1" dirty="0">
                <a:latin typeface="微软雅黑" pitchFamily="34" charset="-122"/>
                <a:ea typeface="微软雅黑" pitchFamily="34" charset="-122"/>
              </a:rPr>
              <a:t>A</a:t>
            </a:r>
            <a:r>
              <a:rPr lang="zh-CN" altLang="en-US" sz="2000" b="1" dirty="0">
                <a:latin typeface="微软雅黑" pitchFamily="34" charset="-122"/>
                <a:ea typeface="微软雅黑" pitchFamily="34" charset="-122"/>
              </a:rPr>
              <a:t>就可以使用这个</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地址了。</a:t>
            </a:r>
          </a:p>
        </p:txBody>
      </p:sp>
      <p:cxnSp>
        <p:nvCxnSpPr>
          <p:cNvPr id="5" name="直接连接符 8">
            <a:extLst>
              <a:ext uri="{FF2B5EF4-FFF2-40B4-BE49-F238E27FC236}">
                <a16:creationId xmlns:a16="http://schemas.microsoft.com/office/drawing/2014/main" id="{6B962530-29D8-54B7-C6FC-2DC4DC3AEFFF}"/>
              </a:ext>
            </a:extLst>
          </p:cNvPr>
          <p:cNvCxnSpPr>
            <a:cxnSpLocks/>
          </p:cNvCxnSpPr>
          <p:nvPr/>
        </p:nvCxnSpPr>
        <p:spPr bwMode="auto">
          <a:xfrm>
            <a:off x="6341806" y="2590103"/>
            <a:ext cx="0" cy="204152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26" name="Line 34">
            <a:extLst>
              <a:ext uri="{FF2B5EF4-FFF2-40B4-BE49-F238E27FC236}">
                <a16:creationId xmlns:a16="http://schemas.microsoft.com/office/drawing/2014/main" id="{061852E1-E1F0-D856-51AA-AFACFBE8396C}"/>
              </a:ext>
            </a:extLst>
          </p:cNvPr>
          <p:cNvSpPr>
            <a:spLocks noChangeShapeType="1"/>
          </p:cNvSpPr>
          <p:nvPr/>
        </p:nvSpPr>
        <p:spPr bwMode="auto">
          <a:xfrm flipV="1">
            <a:off x="2682619" y="3990278"/>
            <a:ext cx="3659187" cy="952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7" name="Rectangle 36">
            <a:extLst>
              <a:ext uri="{FF2B5EF4-FFF2-40B4-BE49-F238E27FC236}">
                <a16:creationId xmlns:a16="http://schemas.microsoft.com/office/drawing/2014/main" id="{A8C46A0A-AAAA-9480-570B-DECF02F286A3}"/>
              </a:ext>
            </a:extLst>
          </p:cNvPr>
          <p:cNvSpPr>
            <a:spLocks noChangeArrowheads="1"/>
          </p:cNvSpPr>
          <p:nvPr/>
        </p:nvSpPr>
        <p:spPr bwMode="auto">
          <a:xfrm>
            <a:off x="3446206" y="3875978"/>
            <a:ext cx="2057400" cy="228600"/>
          </a:xfrm>
          <a:prstGeom prst="rect">
            <a:avLst/>
          </a:prstGeom>
          <a:solidFill>
            <a:srgbClr val="FFC000"/>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DHCPREQUEST</a:t>
            </a:r>
          </a:p>
        </p:txBody>
      </p:sp>
      <p:sp>
        <p:nvSpPr>
          <p:cNvPr id="35" name="Text Box 119">
            <a:extLst>
              <a:ext uri="{FF2B5EF4-FFF2-40B4-BE49-F238E27FC236}">
                <a16:creationId xmlns:a16="http://schemas.microsoft.com/office/drawing/2014/main" id="{9ED6C02E-9FD6-4E04-E2DF-B78272FA65AF}"/>
              </a:ext>
            </a:extLst>
          </p:cNvPr>
          <p:cNvSpPr txBox="1">
            <a:spLocks noChangeArrowheads="1"/>
          </p:cNvSpPr>
          <p:nvPr/>
        </p:nvSpPr>
        <p:spPr bwMode="auto">
          <a:xfrm>
            <a:off x="3506531" y="2491678"/>
            <a:ext cx="1825625"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ts val="17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广播发送发现报文</a:t>
            </a:r>
          </a:p>
        </p:txBody>
      </p:sp>
      <p:grpSp>
        <p:nvGrpSpPr>
          <p:cNvPr id="51" name="组合 50">
            <a:extLst>
              <a:ext uri="{FF2B5EF4-FFF2-40B4-BE49-F238E27FC236}">
                <a16:creationId xmlns:a16="http://schemas.microsoft.com/office/drawing/2014/main" id="{CE10DE5F-1736-3DF9-611E-BEB01810B4A0}"/>
              </a:ext>
            </a:extLst>
          </p:cNvPr>
          <p:cNvGrpSpPr/>
          <p:nvPr/>
        </p:nvGrpSpPr>
        <p:grpSpPr>
          <a:xfrm>
            <a:off x="2682619" y="2559941"/>
            <a:ext cx="3659187" cy="447675"/>
            <a:chOff x="2682619" y="2559941"/>
            <a:chExt cx="3659187" cy="447675"/>
          </a:xfrm>
        </p:grpSpPr>
        <p:sp>
          <p:nvSpPr>
            <p:cNvPr id="6" name="Line 21">
              <a:extLst>
                <a:ext uri="{FF2B5EF4-FFF2-40B4-BE49-F238E27FC236}">
                  <a16:creationId xmlns:a16="http://schemas.microsoft.com/office/drawing/2014/main" id="{5EBD9BAB-B150-6F19-3DC7-8C98F7E25300}"/>
                </a:ext>
              </a:extLst>
            </p:cNvPr>
            <p:cNvSpPr>
              <a:spLocks noChangeShapeType="1"/>
            </p:cNvSpPr>
            <p:nvPr/>
          </p:nvSpPr>
          <p:spPr bwMode="auto">
            <a:xfrm>
              <a:off x="2682619" y="2890141"/>
              <a:ext cx="3659187" cy="317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7" name="Rectangle 4">
              <a:extLst>
                <a:ext uri="{FF2B5EF4-FFF2-40B4-BE49-F238E27FC236}">
                  <a16:creationId xmlns:a16="http://schemas.microsoft.com/office/drawing/2014/main" id="{BA825035-BF54-EE6A-D4A9-7F13A8DA450D}"/>
                </a:ext>
              </a:extLst>
            </p:cNvPr>
            <p:cNvSpPr>
              <a:spLocks noChangeArrowheads="1"/>
            </p:cNvSpPr>
            <p:nvPr/>
          </p:nvSpPr>
          <p:spPr bwMode="auto">
            <a:xfrm>
              <a:off x="3446206" y="2777428"/>
              <a:ext cx="2057400" cy="230188"/>
            </a:xfrm>
            <a:prstGeom prst="rect">
              <a:avLst/>
            </a:prstGeom>
            <a:solidFill>
              <a:srgbClr val="FFC000"/>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DHCPDISCOVER</a:t>
              </a:r>
            </a:p>
          </p:txBody>
        </p:sp>
        <p:sp>
          <p:nvSpPr>
            <p:cNvPr id="36" name="Text Box 121">
              <a:extLst>
                <a:ext uri="{FF2B5EF4-FFF2-40B4-BE49-F238E27FC236}">
                  <a16:creationId xmlns:a16="http://schemas.microsoft.com/office/drawing/2014/main" id="{17F7E25A-039D-DD28-E95B-3F5101E9190F}"/>
                </a:ext>
              </a:extLst>
            </p:cNvPr>
            <p:cNvSpPr txBox="1">
              <a:spLocks noChangeArrowheads="1"/>
            </p:cNvSpPr>
            <p:nvPr/>
          </p:nvSpPr>
          <p:spPr bwMode="auto">
            <a:xfrm>
              <a:off x="3033456" y="2559941"/>
              <a:ext cx="4111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grpSp>
      <p:grpSp>
        <p:nvGrpSpPr>
          <p:cNvPr id="52" name="组合 51">
            <a:extLst>
              <a:ext uri="{FF2B5EF4-FFF2-40B4-BE49-F238E27FC236}">
                <a16:creationId xmlns:a16="http://schemas.microsoft.com/office/drawing/2014/main" id="{80DA032F-70B7-34C8-1996-2EF672447088}"/>
              </a:ext>
            </a:extLst>
          </p:cNvPr>
          <p:cNvGrpSpPr/>
          <p:nvPr/>
        </p:nvGrpSpPr>
        <p:grpSpPr>
          <a:xfrm>
            <a:off x="2684206" y="3086991"/>
            <a:ext cx="3657600" cy="469900"/>
            <a:chOff x="2684206" y="3086991"/>
            <a:chExt cx="3657600" cy="469900"/>
          </a:xfrm>
        </p:grpSpPr>
        <p:sp>
          <p:nvSpPr>
            <p:cNvPr id="20" name="Line 25">
              <a:extLst>
                <a:ext uri="{FF2B5EF4-FFF2-40B4-BE49-F238E27FC236}">
                  <a16:creationId xmlns:a16="http://schemas.microsoft.com/office/drawing/2014/main" id="{C6A1A75F-69DB-9F96-452F-9EABA012C3B5}"/>
                </a:ext>
              </a:extLst>
            </p:cNvPr>
            <p:cNvSpPr>
              <a:spLocks noChangeShapeType="1"/>
            </p:cNvSpPr>
            <p:nvPr/>
          </p:nvSpPr>
          <p:spPr bwMode="auto">
            <a:xfrm flipH="1" flipV="1">
              <a:off x="2684206" y="3442591"/>
              <a:ext cx="3657600" cy="7937"/>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 name="Rectangle 27">
              <a:extLst>
                <a:ext uri="{FF2B5EF4-FFF2-40B4-BE49-F238E27FC236}">
                  <a16:creationId xmlns:a16="http://schemas.microsoft.com/office/drawing/2014/main" id="{FFA14246-895C-148A-E99D-22C7F8C4FAEC}"/>
                </a:ext>
              </a:extLst>
            </p:cNvPr>
            <p:cNvSpPr>
              <a:spLocks noChangeArrowheads="1"/>
            </p:cNvSpPr>
            <p:nvPr/>
          </p:nvSpPr>
          <p:spPr bwMode="auto">
            <a:xfrm>
              <a:off x="3446206" y="3326703"/>
              <a:ext cx="2057400" cy="230188"/>
            </a:xfrm>
            <a:prstGeom prst="rect">
              <a:avLst/>
            </a:prstGeom>
            <a:solidFill>
              <a:srgbClr val="99FF33"/>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DHCPOFFER</a:t>
              </a:r>
            </a:p>
          </p:txBody>
        </p:sp>
        <p:sp>
          <p:nvSpPr>
            <p:cNvPr id="37" name="Text Box 122">
              <a:extLst>
                <a:ext uri="{FF2B5EF4-FFF2-40B4-BE49-F238E27FC236}">
                  <a16:creationId xmlns:a16="http://schemas.microsoft.com/office/drawing/2014/main" id="{27E6B1D8-CEAB-5C57-A6E6-7F4376ED51E9}"/>
                </a:ext>
              </a:extLst>
            </p:cNvPr>
            <p:cNvSpPr txBox="1">
              <a:spLocks noChangeArrowheads="1"/>
            </p:cNvSpPr>
            <p:nvPr/>
          </p:nvSpPr>
          <p:spPr bwMode="auto">
            <a:xfrm>
              <a:off x="5530594" y="308699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grpSp>
      <p:sp>
        <p:nvSpPr>
          <p:cNvPr id="38" name="Text Box 123">
            <a:extLst>
              <a:ext uri="{FF2B5EF4-FFF2-40B4-BE49-F238E27FC236}">
                <a16:creationId xmlns:a16="http://schemas.microsoft.com/office/drawing/2014/main" id="{FE2C820A-F219-7FB4-4E8B-D88A6251C9D4}"/>
              </a:ext>
            </a:extLst>
          </p:cNvPr>
          <p:cNvSpPr txBox="1">
            <a:spLocks noChangeArrowheads="1"/>
          </p:cNvSpPr>
          <p:nvPr/>
        </p:nvSpPr>
        <p:spPr bwMode="auto">
          <a:xfrm>
            <a:off x="3009644" y="363944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43" name="Text Box 119">
            <a:extLst>
              <a:ext uri="{FF2B5EF4-FFF2-40B4-BE49-F238E27FC236}">
                <a16:creationId xmlns:a16="http://schemas.microsoft.com/office/drawing/2014/main" id="{2236FF14-1660-164F-8EC3-AF471A196C4D}"/>
              </a:ext>
            </a:extLst>
          </p:cNvPr>
          <p:cNvSpPr txBox="1">
            <a:spLocks noChangeArrowheads="1"/>
          </p:cNvSpPr>
          <p:nvPr/>
        </p:nvSpPr>
        <p:spPr bwMode="auto">
          <a:xfrm>
            <a:off x="5504784" y="2116138"/>
            <a:ext cx="8001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a:t>
            </a:r>
          </a:p>
          <a:p>
            <a:pPr marL="0" marR="0" lvl="0" indent="0" algn="ctr"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服务器</a:t>
            </a:r>
          </a:p>
        </p:txBody>
      </p:sp>
      <p:cxnSp>
        <p:nvCxnSpPr>
          <p:cNvPr id="44" name="直接连接符 6">
            <a:extLst>
              <a:ext uri="{FF2B5EF4-FFF2-40B4-BE49-F238E27FC236}">
                <a16:creationId xmlns:a16="http://schemas.microsoft.com/office/drawing/2014/main" id="{E0A33DD8-6F82-363A-697B-38AA1A93FB6C}"/>
              </a:ext>
            </a:extLst>
          </p:cNvPr>
          <p:cNvCxnSpPr>
            <a:cxnSpLocks/>
          </p:cNvCxnSpPr>
          <p:nvPr/>
        </p:nvCxnSpPr>
        <p:spPr bwMode="auto">
          <a:xfrm>
            <a:off x="2684206" y="2683766"/>
            <a:ext cx="0" cy="204152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45" name="Text Box 119">
            <a:extLst>
              <a:ext uri="{FF2B5EF4-FFF2-40B4-BE49-F238E27FC236}">
                <a16:creationId xmlns:a16="http://schemas.microsoft.com/office/drawing/2014/main" id="{6E774FD5-F7C0-0347-083E-7BC3EFB87844}"/>
              </a:ext>
            </a:extLst>
          </p:cNvPr>
          <p:cNvSpPr txBox="1">
            <a:spLocks noChangeArrowheads="1"/>
          </p:cNvSpPr>
          <p:nvPr/>
        </p:nvSpPr>
        <p:spPr bwMode="auto">
          <a:xfrm>
            <a:off x="2832243" y="2141838"/>
            <a:ext cx="7633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DHCP</a:t>
            </a:r>
          </a:p>
          <a:p>
            <a:pPr marL="0" marR="0" lvl="0" indent="0" algn="ctr"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客户</a:t>
            </a:r>
          </a:p>
        </p:txBody>
      </p:sp>
      <p:sp>
        <p:nvSpPr>
          <p:cNvPr id="46" name="Text Box 119">
            <a:extLst>
              <a:ext uri="{FF2B5EF4-FFF2-40B4-BE49-F238E27FC236}">
                <a16:creationId xmlns:a16="http://schemas.microsoft.com/office/drawing/2014/main" id="{431088DB-B4DF-CB55-FE81-83FD37DE938F}"/>
              </a:ext>
            </a:extLst>
          </p:cNvPr>
          <p:cNvSpPr txBox="1">
            <a:spLocks noChangeArrowheads="1"/>
          </p:cNvSpPr>
          <p:nvPr/>
        </p:nvSpPr>
        <p:spPr bwMode="auto">
          <a:xfrm>
            <a:off x="3955794" y="3013966"/>
            <a:ext cx="10064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提供报文</a:t>
            </a:r>
          </a:p>
        </p:txBody>
      </p:sp>
      <p:sp>
        <p:nvSpPr>
          <p:cNvPr id="47" name="Text Box 119">
            <a:extLst>
              <a:ext uri="{FF2B5EF4-FFF2-40B4-BE49-F238E27FC236}">
                <a16:creationId xmlns:a16="http://schemas.microsoft.com/office/drawing/2014/main" id="{84B31755-32C9-1810-3875-F44A74B34C19}"/>
              </a:ext>
            </a:extLst>
          </p:cNvPr>
          <p:cNvSpPr txBox="1">
            <a:spLocks noChangeArrowheads="1"/>
          </p:cNvSpPr>
          <p:nvPr/>
        </p:nvSpPr>
        <p:spPr bwMode="auto">
          <a:xfrm>
            <a:off x="3568444" y="3590228"/>
            <a:ext cx="18256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广播发送请求报文</a:t>
            </a:r>
          </a:p>
        </p:txBody>
      </p:sp>
      <p:grpSp>
        <p:nvGrpSpPr>
          <p:cNvPr id="8" name="组合 7">
            <a:extLst>
              <a:ext uri="{FF2B5EF4-FFF2-40B4-BE49-F238E27FC236}">
                <a16:creationId xmlns:a16="http://schemas.microsoft.com/office/drawing/2014/main" id="{8344F21B-5C39-F87B-A1DA-45031980773D}"/>
              </a:ext>
            </a:extLst>
          </p:cNvPr>
          <p:cNvGrpSpPr/>
          <p:nvPr/>
        </p:nvGrpSpPr>
        <p:grpSpPr>
          <a:xfrm>
            <a:off x="2684206" y="4096641"/>
            <a:ext cx="3657600" cy="557212"/>
            <a:chOff x="2684206" y="4096641"/>
            <a:chExt cx="3657600" cy="557212"/>
          </a:xfrm>
        </p:grpSpPr>
        <p:sp>
          <p:nvSpPr>
            <p:cNvPr id="28" name="Line 43">
              <a:extLst>
                <a:ext uri="{FF2B5EF4-FFF2-40B4-BE49-F238E27FC236}">
                  <a16:creationId xmlns:a16="http://schemas.microsoft.com/office/drawing/2014/main" id="{C4AF8C86-49C2-9FEE-8DDD-3D5C43622B27}"/>
                </a:ext>
              </a:extLst>
            </p:cNvPr>
            <p:cNvSpPr>
              <a:spLocks noChangeShapeType="1"/>
            </p:cNvSpPr>
            <p:nvPr/>
          </p:nvSpPr>
          <p:spPr bwMode="auto">
            <a:xfrm flipH="1">
              <a:off x="2684206" y="4530028"/>
              <a:ext cx="3657600" cy="9525"/>
            </a:xfrm>
            <a:prstGeom prst="line">
              <a:avLst/>
            </a:prstGeom>
            <a:noFill/>
            <a:ln w="9525">
              <a:solidFill>
                <a:srgbClr val="000000"/>
              </a:solidFill>
              <a:round/>
              <a:headEnd/>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auto" latinLnBrk="0" hangingPunct="0">
                <a:lnSpc>
                  <a:spcPct val="100000"/>
                </a:lnSpc>
                <a:spcBef>
                  <a:spcPts val="0"/>
                </a:spcBef>
                <a:spcAft>
                  <a:spcPts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9" name="Rectangle 45">
              <a:extLst>
                <a:ext uri="{FF2B5EF4-FFF2-40B4-BE49-F238E27FC236}">
                  <a16:creationId xmlns:a16="http://schemas.microsoft.com/office/drawing/2014/main" id="{1E071C31-69D7-49C5-6B5B-F70CAF3C1D73}"/>
                </a:ext>
              </a:extLst>
            </p:cNvPr>
            <p:cNvSpPr>
              <a:spLocks noChangeArrowheads="1"/>
            </p:cNvSpPr>
            <p:nvPr/>
          </p:nvSpPr>
          <p:spPr bwMode="auto">
            <a:xfrm>
              <a:off x="3446206" y="4425253"/>
              <a:ext cx="2057400" cy="228600"/>
            </a:xfrm>
            <a:prstGeom prst="rect">
              <a:avLst/>
            </a:prstGeom>
            <a:solidFill>
              <a:srgbClr val="99FF33"/>
            </a:solidFill>
            <a:ln w="9525">
              <a:solidFill>
                <a:srgbClr val="000000"/>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DHCPACK</a:t>
              </a:r>
            </a:p>
          </p:txBody>
        </p:sp>
        <p:sp>
          <p:nvSpPr>
            <p:cNvPr id="39" name="Text Box 124">
              <a:extLst>
                <a:ext uri="{FF2B5EF4-FFF2-40B4-BE49-F238E27FC236}">
                  <a16:creationId xmlns:a16="http://schemas.microsoft.com/office/drawing/2014/main" id="{DE680828-0E83-DFFE-279F-91EF62D5E712}"/>
                </a:ext>
              </a:extLst>
            </p:cNvPr>
            <p:cNvSpPr txBox="1">
              <a:spLocks noChangeArrowheads="1"/>
            </p:cNvSpPr>
            <p:nvPr/>
          </p:nvSpPr>
          <p:spPr bwMode="auto">
            <a:xfrm>
              <a:off x="5511544" y="4096641"/>
              <a:ext cx="4111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20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48" name="Text Box 119">
              <a:extLst>
                <a:ext uri="{FF2B5EF4-FFF2-40B4-BE49-F238E27FC236}">
                  <a16:creationId xmlns:a16="http://schemas.microsoft.com/office/drawing/2014/main" id="{A0721955-A794-5896-FAEE-EB1A67A26855}"/>
                </a:ext>
              </a:extLst>
            </p:cNvPr>
            <p:cNvSpPr txBox="1">
              <a:spLocks noChangeArrowheads="1"/>
            </p:cNvSpPr>
            <p:nvPr/>
          </p:nvSpPr>
          <p:spPr bwMode="auto">
            <a:xfrm>
              <a:off x="3954206" y="4144266"/>
              <a:ext cx="100488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确认报文</a:t>
              </a:r>
            </a:p>
          </p:txBody>
        </p:sp>
      </p:grpSp>
      <p:pic>
        <p:nvPicPr>
          <p:cNvPr id="49" name="图片 48">
            <a:extLst>
              <a:ext uri="{FF2B5EF4-FFF2-40B4-BE49-F238E27FC236}">
                <a16:creationId xmlns:a16="http://schemas.microsoft.com/office/drawing/2014/main" id="{7B235ADC-D4AF-DF93-D19F-0C38A23DE52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192581" y="1976008"/>
            <a:ext cx="582712" cy="815797"/>
          </a:xfrm>
          <a:prstGeom prst="rect">
            <a:avLst/>
          </a:prstGeom>
        </p:spPr>
      </p:pic>
      <p:pic>
        <p:nvPicPr>
          <p:cNvPr id="50" name="Picture 197" descr="jisuanji">
            <a:extLst>
              <a:ext uri="{FF2B5EF4-FFF2-40B4-BE49-F238E27FC236}">
                <a16:creationId xmlns:a16="http://schemas.microsoft.com/office/drawing/2014/main" id="{3DBE5779-300E-20EA-4A29-28A10C20CDB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05653" y="2187795"/>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42" name="Text Box 119">
            <a:extLst>
              <a:ext uri="{FF2B5EF4-FFF2-40B4-BE49-F238E27FC236}">
                <a16:creationId xmlns:a16="http://schemas.microsoft.com/office/drawing/2014/main" id="{617A3E8D-CE6D-DF8A-114A-CE52C3AB84DD}"/>
              </a:ext>
            </a:extLst>
          </p:cNvPr>
          <p:cNvSpPr txBox="1">
            <a:spLocks noChangeArrowheads="1"/>
          </p:cNvSpPr>
          <p:nvPr/>
        </p:nvSpPr>
        <p:spPr bwMode="auto">
          <a:xfrm>
            <a:off x="2161125" y="2234524"/>
            <a:ext cx="338554" cy="338554"/>
          </a:xfrm>
          <a:prstGeom prst="rect">
            <a:avLst/>
          </a:prstGeom>
          <a:noFill/>
          <a:ln>
            <a:noFill/>
          </a:ln>
          <a:effectLst>
            <a:glow rad="215900">
              <a:schemeClr val="bg1"/>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A</a:t>
            </a:r>
            <a:endPar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254462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par>
                                <p:cTn id="10" presetID="35" presetClass="emph" presetSubtype="0" repeatCount="5000" fill="hold" nodeType="withEffect">
                                  <p:stCondLst>
                                    <p:cond delay="0"/>
                                  </p:stCondLst>
                                  <p:childTnLst>
                                    <p:anim calcmode="discrete" valueType="str">
                                      <p:cBhvr>
                                        <p:cTn id="11"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ED6553-444D-4531-D7BD-74D41AB30C3F}"/>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8E1CDDC6-12FE-171A-FC90-D131BC02A5BB}"/>
              </a:ext>
            </a:extLst>
          </p:cNvPr>
          <p:cNvSpPr>
            <a:spLocks noChangeArrowheads="1"/>
          </p:cNvSpPr>
          <p:nvPr/>
        </p:nvSpPr>
        <p:spPr bwMode="auto">
          <a:xfrm>
            <a:off x="556963" y="604122"/>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91EC865E-80FE-60C3-7B58-950C37A8BEDB}"/>
              </a:ext>
            </a:extLst>
          </p:cNvPr>
          <p:cNvSpPr>
            <a:spLocks noChangeArrowheads="1"/>
          </p:cNvSpPr>
          <p:nvPr/>
        </p:nvSpPr>
        <p:spPr bwMode="auto">
          <a:xfrm>
            <a:off x="3365584" y="561851"/>
            <a:ext cx="241284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工作过程</a:t>
            </a:r>
          </a:p>
        </p:txBody>
      </p:sp>
      <p:sp>
        <p:nvSpPr>
          <p:cNvPr id="4" name="Rectangle 68">
            <a:extLst>
              <a:ext uri="{FF2B5EF4-FFF2-40B4-BE49-F238E27FC236}">
                <a16:creationId xmlns:a16="http://schemas.microsoft.com/office/drawing/2014/main" id="{11357D1F-DAD5-B79F-3D74-E64DE12F0A6C}"/>
              </a:ext>
            </a:extLst>
          </p:cNvPr>
          <p:cNvSpPr>
            <a:spLocks noChangeArrowheads="1"/>
          </p:cNvSpPr>
          <p:nvPr/>
        </p:nvSpPr>
        <p:spPr bwMode="auto">
          <a:xfrm>
            <a:off x="556962" y="1024296"/>
            <a:ext cx="8048777" cy="34331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当租用期过了一半，客户需要发送请求报文 </a:t>
            </a:r>
            <a:r>
              <a:rPr lang="en-US" altLang="zh-CN" sz="2000" b="1" dirty="0">
                <a:solidFill>
                  <a:srgbClr val="C00000"/>
                </a:solidFill>
                <a:latin typeface="微软雅黑" pitchFamily="34" charset="-122"/>
                <a:ea typeface="微软雅黑" pitchFamily="34" charset="-122"/>
              </a:rPr>
              <a:t>DHCPREQUEST</a:t>
            </a:r>
            <a:r>
              <a:rPr lang="zh-CN" altLang="en-US" sz="2000" b="1" dirty="0">
                <a:latin typeface="微软雅黑" pitchFamily="34" charset="-122"/>
                <a:ea typeface="微软雅黑" pitchFamily="34" charset="-122"/>
              </a:rPr>
              <a:t>，要求更新租用期。 </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服务器若同意，则发回确认报文</a:t>
            </a:r>
            <a:r>
              <a:rPr lang="en-US" altLang="zh-CN" sz="2000" b="1" dirty="0">
                <a:solidFill>
                  <a:srgbClr val="C00000"/>
                </a:solidFill>
                <a:latin typeface="微软雅黑" pitchFamily="34" charset="-122"/>
                <a:ea typeface="微软雅黑" pitchFamily="34" charset="-122"/>
              </a:rPr>
              <a:t>DHCPACK</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客户将得到了新的租用期，并重新设置计时器。</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反之，若服务器不同意，则发回否认报文</a:t>
            </a:r>
            <a:r>
              <a:rPr lang="en-US" altLang="zh-CN" sz="2000" b="1" dirty="0">
                <a:solidFill>
                  <a:srgbClr val="C00000"/>
                </a:solidFill>
                <a:latin typeface="微软雅黑" pitchFamily="34" charset="-122"/>
                <a:ea typeface="微软雅黑" pitchFamily="34" charset="-122"/>
              </a:rPr>
              <a:t>DHCPNACK</a:t>
            </a:r>
            <a:r>
              <a:rPr lang="zh-CN" altLang="en-US" sz="2000" b="1" dirty="0">
                <a:latin typeface="微软雅黑" pitchFamily="34" charset="-122"/>
                <a:ea typeface="微软雅黑" pitchFamily="34" charset="-122"/>
              </a:rPr>
              <a:t>。这时</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客户必须停止使用原来的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地址。若想继续接入到互联网，就必须重新申请</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endParaRPr lang="zh-CN" altLang="en-US" sz="2000" b="1" dirty="0">
              <a:latin typeface="微软雅黑" pitchFamily="34" charset="-122"/>
              <a:ea typeface="微软雅黑" pitchFamily="34" charset="-122"/>
            </a:endParaRPr>
          </a:p>
        </p:txBody>
      </p:sp>
    </p:spTree>
    <p:custDataLst>
      <p:tags r:id="rId1"/>
    </p:custDataLst>
    <p:extLst>
      <p:ext uri="{BB962C8B-B14F-4D97-AF65-F5344CB8AC3E}">
        <p14:creationId xmlns:p14="http://schemas.microsoft.com/office/powerpoint/2010/main" val="9388216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E450B9-BE96-63A8-07D2-1CF779BB5EE5}"/>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99A8905B-62F5-B86E-2198-397BB63830EF}"/>
              </a:ext>
            </a:extLst>
          </p:cNvPr>
          <p:cNvSpPr>
            <a:spLocks noChangeArrowheads="1"/>
          </p:cNvSpPr>
          <p:nvPr/>
        </p:nvSpPr>
        <p:spPr bwMode="auto">
          <a:xfrm>
            <a:off x="556963" y="604122"/>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068B2794-44E3-BF40-ECEA-029DCAA699EA}"/>
              </a:ext>
            </a:extLst>
          </p:cNvPr>
          <p:cNvSpPr>
            <a:spLocks noChangeArrowheads="1"/>
          </p:cNvSpPr>
          <p:nvPr/>
        </p:nvSpPr>
        <p:spPr bwMode="auto">
          <a:xfrm>
            <a:off x="3365584" y="561851"/>
            <a:ext cx="241284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工作过程</a:t>
            </a:r>
          </a:p>
        </p:txBody>
      </p:sp>
      <p:sp>
        <p:nvSpPr>
          <p:cNvPr id="4" name="Rectangle 68">
            <a:extLst>
              <a:ext uri="{FF2B5EF4-FFF2-40B4-BE49-F238E27FC236}">
                <a16:creationId xmlns:a16="http://schemas.microsoft.com/office/drawing/2014/main" id="{1C59C5C4-D61D-9C09-A9F0-D5E3A0C6E8FE}"/>
              </a:ext>
            </a:extLst>
          </p:cNvPr>
          <p:cNvSpPr>
            <a:spLocks noChangeArrowheads="1"/>
          </p:cNvSpPr>
          <p:nvPr/>
        </p:nvSpPr>
        <p:spPr bwMode="auto">
          <a:xfrm>
            <a:off x="556962" y="1024296"/>
            <a:ext cx="8048777" cy="258673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若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服务器不响应客户端的更新租用期请求，则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客户在租用期过了</a:t>
            </a:r>
            <a:r>
              <a:rPr lang="en-US" altLang="zh-CN" sz="2000" b="1" dirty="0">
                <a:latin typeface="微软雅黑" pitchFamily="34" charset="-122"/>
                <a:ea typeface="微软雅黑" pitchFamily="34" charset="-122"/>
              </a:rPr>
              <a:t>87.5%</a:t>
            </a:r>
            <a:r>
              <a:rPr lang="zh-CN" altLang="en-US" sz="2000" b="1" dirty="0">
                <a:latin typeface="微软雅黑" pitchFamily="34" charset="-122"/>
                <a:ea typeface="微软雅黑" pitchFamily="34" charset="-122"/>
              </a:rPr>
              <a:t>时要重新发送请求报文 </a:t>
            </a:r>
            <a:r>
              <a:rPr lang="en-US" altLang="zh-CN" sz="2000" b="1" dirty="0">
                <a:solidFill>
                  <a:srgbClr val="C00000"/>
                </a:solidFill>
                <a:latin typeface="微软雅黑" pitchFamily="34" charset="-122"/>
                <a:ea typeface="微软雅黑" pitchFamily="34" charset="-122"/>
              </a:rPr>
              <a:t>DHCPREQUEST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若过了租用期还得不到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服务器的响应，则停止使用原来的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客户可以随时提前终止服务器所提供的租用期，这时只需向</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服务器发送释放报文</a:t>
            </a:r>
            <a:r>
              <a:rPr lang="en-US" altLang="zh-CN" sz="2000" b="1" dirty="0">
                <a:solidFill>
                  <a:srgbClr val="C00000"/>
                </a:solidFill>
                <a:latin typeface="微软雅黑" pitchFamily="34" charset="-122"/>
                <a:ea typeface="微软雅黑" pitchFamily="34" charset="-122"/>
              </a:rPr>
              <a:t>DHCPRELEASE</a:t>
            </a:r>
            <a:r>
              <a:rPr lang="zh-CN" altLang="en-US" sz="2000" b="1" dirty="0">
                <a:latin typeface="微软雅黑" pitchFamily="34" charset="-122"/>
                <a:ea typeface="微软雅黑" pitchFamily="34" charset="-122"/>
              </a:rPr>
              <a:t>。</a:t>
            </a:r>
          </a:p>
        </p:txBody>
      </p:sp>
    </p:spTree>
    <p:custDataLst>
      <p:tags r:id="rId1"/>
    </p:custDataLst>
    <p:extLst>
      <p:ext uri="{BB962C8B-B14F-4D97-AF65-F5344CB8AC3E}">
        <p14:creationId xmlns:p14="http://schemas.microsoft.com/office/powerpoint/2010/main" val="1776459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91716"/>
            <a:ext cx="8048776" cy="24794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586974"/>
            <a:ext cx="8048776" cy="379006"/>
          </a:xfrm>
          <a:prstGeom prst="roundRect">
            <a:avLst>
              <a:gd name="adj" fmla="val 16667"/>
            </a:avLst>
          </a:prstGeom>
          <a:solidFill>
            <a:srgbClr val="0089FA"/>
          </a:solidFill>
          <a:ln>
            <a:noFill/>
          </a:ln>
          <a:effectLst/>
        </p:spPr>
        <p:txBody>
          <a:bodyPr wrap="none" anchor="ctr"/>
          <a:lstStyle/>
          <a:p>
            <a:endParaRPr lang="zh-CN" altLang="en-US"/>
          </a:p>
        </p:txBody>
      </p:sp>
      <p:sp>
        <p:nvSpPr>
          <p:cNvPr id="4" name="Rectangle 6"/>
          <p:cNvSpPr>
            <a:spLocks noChangeArrowheads="1"/>
          </p:cNvSpPr>
          <p:nvPr/>
        </p:nvSpPr>
        <p:spPr bwMode="auto">
          <a:xfrm>
            <a:off x="3374933" y="546229"/>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中继代理</a:t>
            </a:r>
          </a:p>
        </p:txBody>
      </p:sp>
      <p:sp>
        <p:nvSpPr>
          <p:cNvPr id="5" name="Line 5"/>
          <p:cNvSpPr>
            <a:spLocks noChangeShapeType="1"/>
          </p:cNvSpPr>
          <p:nvPr/>
        </p:nvSpPr>
        <p:spPr bwMode="auto">
          <a:xfrm>
            <a:off x="1946778" y="2083055"/>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 name="Line 6"/>
          <p:cNvSpPr>
            <a:spLocks noChangeShapeType="1"/>
          </p:cNvSpPr>
          <p:nvPr/>
        </p:nvSpPr>
        <p:spPr bwMode="auto">
          <a:xfrm flipV="1">
            <a:off x="3782056" y="2707630"/>
            <a:ext cx="3898213"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 name="Text Box 8"/>
          <p:cNvSpPr txBox="1">
            <a:spLocks noChangeArrowheads="1"/>
          </p:cNvSpPr>
          <p:nvPr/>
        </p:nvSpPr>
        <p:spPr bwMode="auto">
          <a:xfrm>
            <a:off x="1001488" y="1105533"/>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主机</a:t>
            </a:r>
          </a:p>
        </p:txBody>
      </p:sp>
      <p:sp>
        <p:nvSpPr>
          <p:cNvPr id="9" name="Text Box 9"/>
          <p:cNvSpPr txBox="1">
            <a:spLocks noChangeArrowheads="1"/>
          </p:cNvSpPr>
          <p:nvPr/>
        </p:nvSpPr>
        <p:spPr bwMode="auto">
          <a:xfrm>
            <a:off x="7522125" y="1385692"/>
            <a:ext cx="72327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a:latin typeface="微软雅黑" pitchFamily="34" charset="-122"/>
                <a:ea typeface="微软雅黑" pitchFamily="34" charset="-122"/>
              </a:rPr>
              <a:t>DHCP</a:t>
            </a:r>
          </a:p>
          <a:p>
            <a:pPr algn="ctr" eaLnBrk="1" hangingPunct="1"/>
            <a:r>
              <a:rPr kumimoji="1" lang="zh-CN" altLang="en-US" sz="1400" b="1">
                <a:latin typeface="微软雅黑" pitchFamily="34" charset="-122"/>
                <a:ea typeface="微软雅黑" pitchFamily="34" charset="-122"/>
              </a:rPr>
              <a:t>服务器</a:t>
            </a:r>
          </a:p>
        </p:txBody>
      </p:sp>
      <p:grpSp>
        <p:nvGrpSpPr>
          <p:cNvPr id="10" name="Group 10"/>
          <p:cNvGrpSpPr>
            <a:grpSpLocks/>
          </p:cNvGrpSpPr>
          <p:nvPr/>
        </p:nvGrpSpPr>
        <p:grpSpPr bwMode="auto">
          <a:xfrm>
            <a:off x="6035462" y="2160540"/>
            <a:ext cx="1052951" cy="936151"/>
            <a:chOff x="3204" y="2684"/>
            <a:chExt cx="1080" cy="854"/>
          </a:xfrm>
          <a:solidFill>
            <a:srgbClr val="99FFCC"/>
          </a:solidFill>
        </p:grpSpPr>
        <p:sp>
          <p:nvSpPr>
            <p:cNvPr id="11" name="Oval 11"/>
            <p:cNvSpPr>
              <a:spLocks noChangeArrowheads="1"/>
            </p:cNvSpPr>
            <p:nvPr/>
          </p:nvSpPr>
          <p:spPr bwMode="auto">
            <a:xfrm>
              <a:off x="3457" y="2684"/>
              <a:ext cx="464" cy="228"/>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2" name="Freeform 12"/>
            <p:cNvSpPr>
              <a:spLocks/>
            </p:cNvSpPr>
            <p:nvPr/>
          </p:nvSpPr>
          <p:spPr bwMode="auto">
            <a:xfrm>
              <a:off x="3853" y="2753"/>
              <a:ext cx="312" cy="202"/>
            </a:xfrm>
            <a:custGeom>
              <a:avLst/>
              <a:gdLst>
                <a:gd name="T0" fmla="*/ 182 w 312"/>
                <a:gd name="T1" fmla="*/ 10 h 202"/>
                <a:gd name="T2" fmla="*/ 150 w 312"/>
                <a:gd name="T3" fmla="*/ 4 h 202"/>
                <a:gd name="T4" fmla="*/ 119 w 312"/>
                <a:gd name="T5" fmla="*/ 0 h 202"/>
                <a:gd name="T6" fmla="*/ 91 w 312"/>
                <a:gd name="T7" fmla="*/ 2 h 202"/>
                <a:gd name="T8" fmla="*/ 67 w 312"/>
                <a:gd name="T9" fmla="*/ 8 h 202"/>
                <a:gd name="T10" fmla="*/ 44 w 312"/>
                <a:gd name="T11" fmla="*/ 16 h 202"/>
                <a:gd name="T12" fmla="*/ 25 w 312"/>
                <a:gd name="T13" fmla="*/ 29 h 202"/>
                <a:gd name="T14" fmla="*/ 12 w 312"/>
                <a:gd name="T15" fmla="*/ 44 h 202"/>
                <a:gd name="T16" fmla="*/ 2 w 312"/>
                <a:gd name="T17" fmla="*/ 61 h 202"/>
                <a:gd name="T18" fmla="*/ 0 w 312"/>
                <a:gd name="T19" fmla="*/ 80 h 202"/>
                <a:gd name="T20" fmla="*/ 6 w 312"/>
                <a:gd name="T21" fmla="*/ 99 h 202"/>
                <a:gd name="T22" fmla="*/ 16 w 312"/>
                <a:gd name="T23" fmla="*/ 117 h 202"/>
                <a:gd name="T24" fmla="*/ 31 w 312"/>
                <a:gd name="T25" fmla="*/ 136 h 202"/>
                <a:gd name="T26" fmla="*/ 51 w 312"/>
                <a:gd name="T27" fmla="*/ 153 h 202"/>
                <a:gd name="T28" fmla="*/ 74 w 312"/>
                <a:gd name="T29" fmla="*/ 170 h 202"/>
                <a:gd name="T30" fmla="*/ 102 w 312"/>
                <a:gd name="T31" fmla="*/ 183 h 202"/>
                <a:gd name="T32" fmla="*/ 133 w 312"/>
                <a:gd name="T33" fmla="*/ 193 h 202"/>
                <a:gd name="T34" fmla="*/ 165 w 312"/>
                <a:gd name="T35" fmla="*/ 199 h 202"/>
                <a:gd name="T36" fmla="*/ 195 w 312"/>
                <a:gd name="T37" fmla="*/ 202 h 202"/>
                <a:gd name="T38" fmla="*/ 223 w 312"/>
                <a:gd name="T39" fmla="*/ 200 h 202"/>
                <a:gd name="T40" fmla="*/ 248 w 312"/>
                <a:gd name="T41" fmla="*/ 195 h 202"/>
                <a:gd name="T42" fmla="*/ 271 w 312"/>
                <a:gd name="T43" fmla="*/ 187 h 202"/>
                <a:gd name="T44" fmla="*/ 289 w 312"/>
                <a:gd name="T45" fmla="*/ 174 h 202"/>
                <a:gd name="T46" fmla="*/ 303 w 312"/>
                <a:gd name="T47" fmla="*/ 159 h 202"/>
                <a:gd name="T48" fmla="*/ 310 w 312"/>
                <a:gd name="T49" fmla="*/ 142 h 202"/>
                <a:gd name="T50" fmla="*/ 312 w 312"/>
                <a:gd name="T51" fmla="*/ 123 h 202"/>
                <a:gd name="T52" fmla="*/ 308 w 312"/>
                <a:gd name="T53" fmla="*/ 104 h 202"/>
                <a:gd name="T54" fmla="*/ 297 w 312"/>
                <a:gd name="T55" fmla="*/ 85 h 202"/>
                <a:gd name="T56" fmla="*/ 284 w 312"/>
                <a:gd name="T57" fmla="*/ 66 h 202"/>
                <a:gd name="T58" fmla="*/ 263 w 312"/>
                <a:gd name="T59" fmla="*/ 50 h 202"/>
                <a:gd name="T60" fmla="*/ 240 w 312"/>
                <a:gd name="T61" fmla="*/ 33 h 202"/>
                <a:gd name="T62" fmla="*/ 212 w 312"/>
                <a:gd name="T63" fmla="*/ 19 h 202"/>
                <a:gd name="T64" fmla="*/ 182 w 312"/>
                <a:gd name="T65" fmla="*/ 10 h 2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2" h="202">
                  <a:moveTo>
                    <a:pt x="182" y="10"/>
                  </a:moveTo>
                  <a:lnTo>
                    <a:pt x="150" y="4"/>
                  </a:lnTo>
                  <a:lnTo>
                    <a:pt x="119" y="0"/>
                  </a:lnTo>
                  <a:lnTo>
                    <a:pt x="91" y="2"/>
                  </a:lnTo>
                  <a:lnTo>
                    <a:pt x="67" y="8"/>
                  </a:lnTo>
                  <a:lnTo>
                    <a:pt x="44" y="16"/>
                  </a:lnTo>
                  <a:lnTo>
                    <a:pt x="25" y="29"/>
                  </a:lnTo>
                  <a:lnTo>
                    <a:pt x="12" y="44"/>
                  </a:lnTo>
                  <a:lnTo>
                    <a:pt x="2" y="61"/>
                  </a:lnTo>
                  <a:lnTo>
                    <a:pt x="0" y="80"/>
                  </a:lnTo>
                  <a:lnTo>
                    <a:pt x="6" y="99"/>
                  </a:lnTo>
                  <a:lnTo>
                    <a:pt x="16" y="117"/>
                  </a:lnTo>
                  <a:lnTo>
                    <a:pt x="31" y="136"/>
                  </a:lnTo>
                  <a:lnTo>
                    <a:pt x="51" y="153"/>
                  </a:lnTo>
                  <a:lnTo>
                    <a:pt x="74" y="170"/>
                  </a:lnTo>
                  <a:lnTo>
                    <a:pt x="102" y="183"/>
                  </a:lnTo>
                  <a:lnTo>
                    <a:pt x="133" y="193"/>
                  </a:lnTo>
                  <a:lnTo>
                    <a:pt x="165" y="199"/>
                  </a:lnTo>
                  <a:lnTo>
                    <a:pt x="195" y="202"/>
                  </a:lnTo>
                  <a:lnTo>
                    <a:pt x="223" y="200"/>
                  </a:lnTo>
                  <a:lnTo>
                    <a:pt x="248" y="195"/>
                  </a:lnTo>
                  <a:lnTo>
                    <a:pt x="271" y="187"/>
                  </a:lnTo>
                  <a:lnTo>
                    <a:pt x="289" y="174"/>
                  </a:lnTo>
                  <a:lnTo>
                    <a:pt x="303" y="159"/>
                  </a:lnTo>
                  <a:lnTo>
                    <a:pt x="310" y="142"/>
                  </a:lnTo>
                  <a:lnTo>
                    <a:pt x="312" y="123"/>
                  </a:lnTo>
                  <a:lnTo>
                    <a:pt x="308" y="104"/>
                  </a:lnTo>
                  <a:lnTo>
                    <a:pt x="297" y="85"/>
                  </a:lnTo>
                  <a:lnTo>
                    <a:pt x="284" y="66"/>
                  </a:lnTo>
                  <a:lnTo>
                    <a:pt x="263" y="50"/>
                  </a:lnTo>
                  <a:lnTo>
                    <a:pt x="240" y="33"/>
                  </a:lnTo>
                  <a:lnTo>
                    <a:pt x="212" y="19"/>
                  </a:lnTo>
                  <a:lnTo>
                    <a:pt x="182" y="10"/>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3" name="Freeform 13"/>
            <p:cNvSpPr>
              <a:spLocks/>
            </p:cNvSpPr>
            <p:nvPr/>
          </p:nvSpPr>
          <p:spPr bwMode="auto">
            <a:xfrm>
              <a:off x="4014" y="2946"/>
              <a:ext cx="270" cy="232"/>
            </a:xfrm>
            <a:custGeom>
              <a:avLst/>
              <a:gdLst>
                <a:gd name="T0" fmla="*/ 181 w 270"/>
                <a:gd name="T1" fmla="*/ 15 h 232"/>
                <a:gd name="T2" fmla="*/ 155 w 270"/>
                <a:gd name="T3" fmla="*/ 6 h 232"/>
                <a:gd name="T4" fmla="*/ 128 w 270"/>
                <a:gd name="T5" fmla="*/ 0 h 232"/>
                <a:gd name="T6" fmla="*/ 104 w 270"/>
                <a:gd name="T7" fmla="*/ 0 h 232"/>
                <a:gd name="T8" fmla="*/ 79 w 270"/>
                <a:gd name="T9" fmla="*/ 4 h 232"/>
                <a:gd name="T10" fmla="*/ 57 w 270"/>
                <a:gd name="T11" fmla="*/ 11 h 232"/>
                <a:gd name="T12" fmla="*/ 38 w 270"/>
                <a:gd name="T13" fmla="*/ 23 h 232"/>
                <a:gd name="T14" fmla="*/ 21 w 270"/>
                <a:gd name="T15" fmla="*/ 38 h 232"/>
                <a:gd name="T16" fmla="*/ 9 w 270"/>
                <a:gd name="T17" fmla="*/ 56 h 232"/>
                <a:gd name="T18" fmla="*/ 2 w 270"/>
                <a:gd name="T19" fmla="*/ 79 h 232"/>
                <a:gd name="T20" fmla="*/ 0 w 270"/>
                <a:gd name="T21" fmla="*/ 100 h 232"/>
                <a:gd name="T22" fmla="*/ 4 w 270"/>
                <a:gd name="T23" fmla="*/ 123 h 232"/>
                <a:gd name="T24" fmla="*/ 13 w 270"/>
                <a:gd name="T25" fmla="*/ 145 h 232"/>
                <a:gd name="T26" fmla="*/ 26 w 270"/>
                <a:gd name="T27" fmla="*/ 166 h 232"/>
                <a:gd name="T28" fmla="*/ 43 w 270"/>
                <a:gd name="T29" fmla="*/ 185 h 232"/>
                <a:gd name="T30" fmla="*/ 64 w 270"/>
                <a:gd name="T31" fmla="*/ 202 h 232"/>
                <a:gd name="T32" fmla="*/ 89 w 270"/>
                <a:gd name="T33" fmla="*/ 217 h 232"/>
                <a:gd name="T34" fmla="*/ 115 w 270"/>
                <a:gd name="T35" fmla="*/ 226 h 232"/>
                <a:gd name="T36" fmla="*/ 142 w 270"/>
                <a:gd name="T37" fmla="*/ 232 h 232"/>
                <a:gd name="T38" fmla="*/ 166 w 270"/>
                <a:gd name="T39" fmla="*/ 232 h 232"/>
                <a:gd name="T40" fmla="*/ 191 w 270"/>
                <a:gd name="T41" fmla="*/ 228 h 232"/>
                <a:gd name="T42" fmla="*/ 213 w 270"/>
                <a:gd name="T43" fmla="*/ 221 h 232"/>
                <a:gd name="T44" fmla="*/ 232 w 270"/>
                <a:gd name="T45" fmla="*/ 209 h 232"/>
                <a:gd name="T46" fmla="*/ 249 w 270"/>
                <a:gd name="T47" fmla="*/ 194 h 232"/>
                <a:gd name="T48" fmla="*/ 261 w 270"/>
                <a:gd name="T49" fmla="*/ 175 h 232"/>
                <a:gd name="T50" fmla="*/ 268 w 270"/>
                <a:gd name="T51" fmla="*/ 155 h 232"/>
                <a:gd name="T52" fmla="*/ 270 w 270"/>
                <a:gd name="T53" fmla="*/ 132 h 232"/>
                <a:gd name="T54" fmla="*/ 266 w 270"/>
                <a:gd name="T55" fmla="*/ 109 h 232"/>
                <a:gd name="T56" fmla="*/ 257 w 270"/>
                <a:gd name="T57" fmla="*/ 87 h 232"/>
                <a:gd name="T58" fmla="*/ 244 w 270"/>
                <a:gd name="T59" fmla="*/ 66 h 232"/>
                <a:gd name="T60" fmla="*/ 227 w 270"/>
                <a:gd name="T61" fmla="*/ 47 h 232"/>
                <a:gd name="T62" fmla="*/ 206 w 270"/>
                <a:gd name="T63" fmla="*/ 30 h 232"/>
                <a:gd name="T64" fmla="*/ 181 w 270"/>
                <a:gd name="T65" fmla="*/ 15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0" h="232">
                  <a:moveTo>
                    <a:pt x="181" y="15"/>
                  </a:moveTo>
                  <a:lnTo>
                    <a:pt x="155" y="6"/>
                  </a:lnTo>
                  <a:lnTo>
                    <a:pt x="128" y="0"/>
                  </a:lnTo>
                  <a:lnTo>
                    <a:pt x="104" y="0"/>
                  </a:lnTo>
                  <a:lnTo>
                    <a:pt x="79" y="4"/>
                  </a:lnTo>
                  <a:lnTo>
                    <a:pt x="57" y="11"/>
                  </a:lnTo>
                  <a:lnTo>
                    <a:pt x="38" y="23"/>
                  </a:lnTo>
                  <a:lnTo>
                    <a:pt x="21" y="38"/>
                  </a:lnTo>
                  <a:lnTo>
                    <a:pt x="9" y="56"/>
                  </a:lnTo>
                  <a:lnTo>
                    <a:pt x="2" y="79"/>
                  </a:lnTo>
                  <a:lnTo>
                    <a:pt x="0" y="100"/>
                  </a:lnTo>
                  <a:lnTo>
                    <a:pt x="4" y="123"/>
                  </a:lnTo>
                  <a:lnTo>
                    <a:pt x="13" y="145"/>
                  </a:lnTo>
                  <a:lnTo>
                    <a:pt x="26" y="166"/>
                  </a:lnTo>
                  <a:lnTo>
                    <a:pt x="43" y="185"/>
                  </a:lnTo>
                  <a:lnTo>
                    <a:pt x="64" y="202"/>
                  </a:lnTo>
                  <a:lnTo>
                    <a:pt x="89" y="217"/>
                  </a:lnTo>
                  <a:lnTo>
                    <a:pt x="115" y="226"/>
                  </a:lnTo>
                  <a:lnTo>
                    <a:pt x="142" y="232"/>
                  </a:lnTo>
                  <a:lnTo>
                    <a:pt x="166" y="232"/>
                  </a:lnTo>
                  <a:lnTo>
                    <a:pt x="191" y="228"/>
                  </a:lnTo>
                  <a:lnTo>
                    <a:pt x="213" y="221"/>
                  </a:lnTo>
                  <a:lnTo>
                    <a:pt x="232" y="209"/>
                  </a:lnTo>
                  <a:lnTo>
                    <a:pt x="249" y="194"/>
                  </a:lnTo>
                  <a:lnTo>
                    <a:pt x="261" y="175"/>
                  </a:lnTo>
                  <a:lnTo>
                    <a:pt x="268" y="155"/>
                  </a:lnTo>
                  <a:lnTo>
                    <a:pt x="270" y="132"/>
                  </a:lnTo>
                  <a:lnTo>
                    <a:pt x="266" y="109"/>
                  </a:lnTo>
                  <a:lnTo>
                    <a:pt x="257" y="87"/>
                  </a:lnTo>
                  <a:lnTo>
                    <a:pt x="244" y="66"/>
                  </a:lnTo>
                  <a:lnTo>
                    <a:pt x="227" y="47"/>
                  </a:lnTo>
                  <a:lnTo>
                    <a:pt x="206" y="30"/>
                  </a:lnTo>
                  <a:lnTo>
                    <a:pt x="181" y="15"/>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 name="Freeform 14"/>
            <p:cNvSpPr>
              <a:spLocks/>
            </p:cNvSpPr>
            <p:nvPr/>
          </p:nvSpPr>
          <p:spPr bwMode="auto">
            <a:xfrm>
              <a:off x="3927" y="3165"/>
              <a:ext cx="325" cy="285"/>
            </a:xfrm>
            <a:custGeom>
              <a:avLst/>
              <a:gdLst>
                <a:gd name="T0" fmla="*/ 102 w 325"/>
                <a:gd name="T1" fmla="*/ 19 h 285"/>
                <a:gd name="T2" fmla="*/ 74 w 325"/>
                <a:gd name="T3" fmla="*/ 36 h 285"/>
                <a:gd name="T4" fmla="*/ 49 w 325"/>
                <a:gd name="T5" fmla="*/ 58 h 285"/>
                <a:gd name="T6" fmla="*/ 28 w 325"/>
                <a:gd name="T7" fmla="*/ 81 h 285"/>
                <a:gd name="T8" fmla="*/ 13 w 325"/>
                <a:gd name="T9" fmla="*/ 107 h 285"/>
                <a:gd name="T10" fmla="*/ 4 w 325"/>
                <a:gd name="T11" fmla="*/ 134 h 285"/>
                <a:gd name="T12" fmla="*/ 0 w 325"/>
                <a:gd name="T13" fmla="*/ 162 h 285"/>
                <a:gd name="T14" fmla="*/ 2 w 325"/>
                <a:gd name="T15" fmla="*/ 188 h 285"/>
                <a:gd name="T16" fmla="*/ 11 w 325"/>
                <a:gd name="T17" fmla="*/ 215 h 285"/>
                <a:gd name="T18" fmla="*/ 27 w 325"/>
                <a:gd name="T19" fmla="*/ 237 h 285"/>
                <a:gd name="T20" fmla="*/ 45 w 325"/>
                <a:gd name="T21" fmla="*/ 256 h 285"/>
                <a:gd name="T22" fmla="*/ 70 w 325"/>
                <a:gd name="T23" fmla="*/ 271 h 285"/>
                <a:gd name="T24" fmla="*/ 98 w 325"/>
                <a:gd name="T25" fmla="*/ 279 h 285"/>
                <a:gd name="T26" fmla="*/ 127 w 325"/>
                <a:gd name="T27" fmla="*/ 285 h 285"/>
                <a:gd name="T28" fmla="*/ 159 w 325"/>
                <a:gd name="T29" fmla="*/ 283 h 285"/>
                <a:gd name="T30" fmla="*/ 191 w 325"/>
                <a:gd name="T31" fmla="*/ 275 h 285"/>
                <a:gd name="T32" fmla="*/ 223 w 325"/>
                <a:gd name="T33" fmla="*/ 264 h 285"/>
                <a:gd name="T34" fmla="*/ 251 w 325"/>
                <a:gd name="T35" fmla="*/ 247 h 285"/>
                <a:gd name="T36" fmla="*/ 276 w 325"/>
                <a:gd name="T37" fmla="*/ 226 h 285"/>
                <a:gd name="T38" fmla="*/ 297 w 325"/>
                <a:gd name="T39" fmla="*/ 202 h 285"/>
                <a:gd name="T40" fmla="*/ 312 w 325"/>
                <a:gd name="T41" fmla="*/ 175 h 285"/>
                <a:gd name="T42" fmla="*/ 321 w 325"/>
                <a:gd name="T43" fmla="*/ 149 h 285"/>
                <a:gd name="T44" fmla="*/ 325 w 325"/>
                <a:gd name="T45" fmla="*/ 120 h 285"/>
                <a:gd name="T46" fmla="*/ 323 w 325"/>
                <a:gd name="T47" fmla="*/ 94 h 285"/>
                <a:gd name="T48" fmla="*/ 314 w 325"/>
                <a:gd name="T49" fmla="*/ 68 h 285"/>
                <a:gd name="T50" fmla="*/ 299 w 325"/>
                <a:gd name="T51" fmla="*/ 45 h 285"/>
                <a:gd name="T52" fmla="*/ 280 w 325"/>
                <a:gd name="T53" fmla="*/ 26 h 285"/>
                <a:gd name="T54" fmla="*/ 255 w 325"/>
                <a:gd name="T55" fmla="*/ 11 h 285"/>
                <a:gd name="T56" fmla="*/ 229 w 325"/>
                <a:gd name="T57" fmla="*/ 4 h 285"/>
                <a:gd name="T58" fmla="*/ 198 w 325"/>
                <a:gd name="T59" fmla="*/ 0 h 285"/>
                <a:gd name="T60" fmla="*/ 166 w 325"/>
                <a:gd name="T61" fmla="*/ 0 h 285"/>
                <a:gd name="T62" fmla="*/ 134 w 325"/>
                <a:gd name="T63" fmla="*/ 7 h 285"/>
                <a:gd name="T64" fmla="*/ 102 w 325"/>
                <a:gd name="T65" fmla="*/ 19 h 2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5" h="285">
                  <a:moveTo>
                    <a:pt x="102" y="19"/>
                  </a:moveTo>
                  <a:lnTo>
                    <a:pt x="74" y="36"/>
                  </a:lnTo>
                  <a:lnTo>
                    <a:pt x="49" y="58"/>
                  </a:lnTo>
                  <a:lnTo>
                    <a:pt x="28" y="81"/>
                  </a:lnTo>
                  <a:lnTo>
                    <a:pt x="13" y="107"/>
                  </a:lnTo>
                  <a:lnTo>
                    <a:pt x="4" y="134"/>
                  </a:lnTo>
                  <a:lnTo>
                    <a:pt x="0" y="162"/>
                  </a:lnTo>
                  <a:lnTo>
                    <a:pt x="2" y="188"/>
                  </a:lnTo>
                  <a:lnTo>
                    <a:pt x="11" y="215"/>
                  </a:lnTo>
                  <a:lnTo>
                    <a:pt x="27" y="237"/>
                  </a:lnTo>
                  <a:lnTo>
                    <a:pt x="45" y="256"/>
                  </a:lnTo>
                  <a:lnTo>
                    <a:pt x="70" y="271"/>
                  </a:lnTo>
                  <a:lnTo>
                    <a:pt x="98" y="279"/>
                  </a:lnTo>
                  <a:lnTo>
                    <a:pt x="127" y="285"/>
                  </a:lnTo>
                  <a:lnTo>
                    <a:pt x="159" y="283"/>
                  </a:lnTo>
                  <a:lnTo>
                    <a:pt x="191" y="275"/>
                  </a:lnTo>
                  <a:lnTo>
                    <a:pt x="223" y="264"/>
                  </a:lnTo>
                  <a:lnTo>
                    <a:pt x="251" y="247"/>
                  </a:lnTo>
                  <a:lnTo>
                    <a:pt x="276" y="226"/>
                  </a:lnTo>
                  <a:lnTo>
                    <a:pt x="297" y="202"/>
                  </a:lnTo>
                  <a:lnTo>
                    <a:pt x="312" y="175"/>
                  </a:lnTo>
                  <a:lnTo>
                    <a:pt x="321" y="149"/>
                  </a:lnTo>
                  <a:lnTo>
                    <a:pt x="325" y="120"/>
                  </a:lnTo>
                  <a:lnTo>
                    <a:pt x="323" y="94"/>
                  </a:lnTo>
                  <a:lnTo>
                    <a:pt x="314" y="68"/>
                  </a:lnTo>
                  <a:lnTo>
                    <a:pt x="299" y="45"/>
                  </a:lnTo>
                  <a:lnTo>
                    <a:pt x="280" y="26"/>
                  </a:lnTo>
                  <a:lnTo>
                    <a:pt x="255" y="11"/>
                  </a:lnTo>
                  <a:lnTo>
                    <a:pt x="229" y="4"/>
                  </a:lnTo>
                  <a:lnTo>
                    <a:pt x="198" y="0"/>
                  </a:lnTo>
                  <a:lnTo>
                    <a:pt x="166" y="0"/>
                  </a:lnTo>
                  <a:lnTo>
                    <a:pt x="134" y="7"/>
                  </a:lnTo>
                  <a:lnTo>
                    <a:pt x="102" y="19"/>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5" name="Oval 15"/>
            <p:cNvSpPr>
              <a:spLocks noChangeArrowheads="1"/>
            </p:cNvSpPr>
            <p:nvPr/>
          </p:nvSpPr>
          <p:spPr bwMode="auto">
            <a:xfrm>
              <a:off x="3514" y="3201"/>
              <a:ext cx="538" cy="337"/>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6" name="Freeform 16"/>
            <p:cNvSpPr>
              <a:spLocks/>
            </p:cNvSpPr>
            <p:nvPr/>
          </p:nvSpPr>
          <p:spPr bwMode="auto">
            <a:xfrm>
              <a:off x="3289" y="3193"/>
              <a:ext cx="300" cy="232"/>
            </a:xfrm>
            <a:custGeom>
              <a:avLst/>
              <a:gdLst>
                <a:gd name="T0" fmla="*/ 185 w 300"/>
                <a:gd name="T1" fmla="*/ 9 h 232"/>
                <a:gd name="T2" fmla="*/ 155 w 300"/>
                <a:gd name="T3" fmla="*/ 2 h 232"/>
                <a:gd name="T4" fmla="*/ 124 w 300"/>
                <a:gd name="T5" fmla="*/ 0 h 232"/>
                <a:gd name="T6" fmla="*/ 98 w 300"/>
                <a:gd name="T7" fmla="*/ 2 h 232"/>
                <a:gd name="T8" fmla="*/ 71 w 300"/>
                <a:gd name="T9" fmla="*/ 8 h 232"/>
                <a:gd name="T10" fmla="*/ 49 w 300"/>
                <a:gd name="T11" fmla="*/ 17 h 232"/>
                <a:gd name="T12" fmla="*/ 30 w 300"/>
                <a:gd name="T13" fmla="*/ 30 h 232"/>
                <a:gd name="T14" fmla="*/ 15 w 300"/>
                <a:gd name="T15" fmla="*/ 47 h 232"/>
                <a:gd name="T16" fmla="*/ 3 w 300"/>
                <a:gd name="T17" fmla="*/ 68 h 232"/>
                <a:gd name="T18" fmla="*/ 0 w 300"/>
                <a:gd name="T19" fmla="*/ 91 h 232"/>
                <a:gd name="T20" fmla="*/ 2 w 300"/>
                <a:gd name="T21" fmla="*/ 113 h 232"/>
                <a:gd name="T22" fmla="*/ 9 w 300"/>
                <a:gd name="T23" fmla="*/ 136 h 232"/>
                <a:gd name="T24" fmla="*/ 22 w 300"/>
                <a:gd name="T25" fmla="*/ 157 h 232"/>
                <a:gd name="T26" fmla="*/ 39 w 300"/>
                <a:gd name="T27" fmla="*/ 177 h 232"/>
                <a:gd name="T28" fmla="*/ 62 w 300"/>
                <a:gd name="T29" fmla="*/ 196 h 232"/>
                <a:gd name="T30" fmla="*/ 87 w 300"/>
                <a:gd name="T31" fmla="*/ 211 h 232"/>
                <a:gd name="T32" fmla="*/ 115 w 300"/>
                <a:gd name="T33" fmla="*/ 223 h 232"/>
                <a:gd name="T34" fmla="*/ 145 w 300"/>
                <a:gd name="T35" fmla="*/ 230 h 232"/>
                <a:gd name="T36" fmla="*/ 175 w 300"/>
                <a:gd name="T37" fmla="*/ 232 h 232"/>
                <a:gd name="T38" fmla="*/ 202 w 300"/>
                <a:gd name="T39" fmla="*/ 230 h 232"/>
                <a:gd name="T40" fmla="*/ 228 w 300"/>
                <a:gd name="T41" fmla="*/ 225 h 232"/>
                <a:gd name="T42" fmla="*/ 251 w 300"/>
                <a:gd name="T43" fmla="*/ 213 h 232"/>
                <a:gd name="T44" fmla="*/ 270 w 300"/>
                <a:gd name="T45" fmla="*/ 200 h 232"/>
                <a:gd name="T46" fmla="*/ 287 w 300"/>
                <a:gd name="T47" fmla="*/ 183 h 232"/>
                <a:gd name="T48" fmla="*/ 296 w 300"/>
                <a:gd name="T49" fmla="*/ 162 h 232"/>
                <a:gd name="T50" fmla="*/ 300 w 300"/>
                <a:gd name="T51" fmla="*/ 140 h 232"/>
                <a:gd name="T52" fmla="*/ 298 w 300"/>
                <a:gd name="T53" fmla="*/ 117 h 232"/>
                <a:gd name="T54" fmla="*/ 291 w 300"/>
                <a:gd name="T55" fmla="*/ 94 h 232"/>
                <a:gd name="T56" fmla="*/ 277 w 300"/>
                <a:gd name="T57" fmla="*/ 74 h 232"/>
                <a:gd name="T58" fmla="*/ 260 w 300"/>
                <a:gd name="T59" fmla="*/ 55 h 232"/>
                <a:gd name="T60" fmla="*/ 238 w 300"/>
                <a:gd name="T61" fmla="*/ 36 h 232"/>
                <a:gd name="T62" fmla="*/ 213 w 300"/>
                <a:gd name="T63" fmla="*/ 21 h 232"/>
                <a:gd name="T64" fmla="*/ 185 w 300"/>
                <a:gd name="T65" fmla="*/ 9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00" h="232">
                  <a:moveTo>
                    <a:pt x="185" y="9"/>
                  </a:moveTo>
                  <a:lnTo>
                    <a:pt x="155" y="2"/>
                  </a:lnTo>
                  <a:lnTo>
                    <a:pt x="124" y="0"/>
                  </a:lnTo>
                  <a:lnTo>
                    <a:pt x="98" y="2"/>
                  </a:lnTo>
                  <a:lnTo>
                    <a:pt x="71" y="8"/>
                  </a:lnTo>
                  <a:lnTo>
                    <a:pt x="49" y="17"/>
                  </a:lnTo>
                  <a:lnTo>
                    <a:pt x="30" y="30"/>
                  </a:lnTo>
                  <a:lnTo>
                    <a:pt x="15" y="47"/>
                  </a:lnTo>
                  <a:lnTo>
                    <a:pt x="3" y="68"/>
                  </a:lnTo>
                  <a:lnTo>
                    <a:pt x="0" y="91"/>
                  </a:lnTo>
                  <a:lnTo>
                    <a:pt x="2" y="113"/>
                  </a:lnTo>
                  <a:lnTo>
                    <a:pt x="9" y="136"/>
                  </a:lnTo>
                  <a:lnTo>
                    <a:pt x="22" y="157"/>
                  </a:lnTo>
                  <a:lnTo>
                    <a:pt x="39" y="177"/>
                  </a:lnTo>
                  <a:lnTo>
                    <a:pt x="62" y="196"/>
                  </a:lnTo>
                  <a:lnTo>
                    <a:pt x="87" y="211"/>
                  </a:lnTo>
                  <a:lnTo>
                    <a:pt x="115" y="223"/>
                  </a:lnTo>
                  <a:lnTo>
                    <a:pt x="145" y="230"/>
                  </a:lnTo>
                  <a:lnTo>
                    <a:pt x="175" y="232"/>
                  </a:lnTo>
                  <a:lnTo>
                    <a:pt x="202" y="230"/>
                  </a:lnTo>
                  <a:lnTo>
                    <a:pt x="228" y="225"/>
                  </a:lnTo>
                  <a:lnTo>
                    <a:pt x="251" y="213"/>
                  </a:lnTo>
                  <a:lnTo>
                    <a:pt x="270" y="200"/>
                  </a:lnTo>
                  <a:lnTo>
                    <a:pt x="287" y="183"/>
                  </a:lnTo>
                  <a:lnTo>
                    <a:pt x="296" y="162"/>
                  </a:lnTo>
                  <a:lnTo>
                    <a:pt x="300" y="140"/>
                  </a:lnTo>
                  <a:lnTo>
                    <a:pt x="298" y="117"/>
                  </a:lnTo>
                  <a:lnTo>
                    <a:pt x="291" y="94"/>
                  </a:lnTo>
                  <a:lnTo>
                    <a:pt x="277" y="74"/>
                  </a:lnTo>
                  <a:lnTo>
                    <a:pt x="260" y="55"/>
                  </a:lnTo>
                  <a:lnTo>
                    <a:pt x="238" y="36"/>
                  </a:lnTo>
                  <a:lnTo>
                    <a:pt x="213" y="21"/>
                  </a:lnTo>
                  <a:lnTo>
                    <a:pt x="185" y="9"/>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7" name="Oval 17"/>
            <p:cNvSpPr>
              <a:spLocks noChangeArrowheads="1"/>
            </p:cNvSpPr>
            <p:nvPr/>
          </p:nvSpPr>
          <p:spPr bwMode="auto">
            <a:xfrm>
              <a:off x="3204" y="3023"/>
              <a:ext cx="245" cy="219"/>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8" name="Freeform 18"/>
            <p:cNvSpPr>
              <a:spLocks/>
            </p:cNvSpPr>
            <p:nvPr/>
          </p:nvSpPr>
          <p:spPr bwMode="auto">
            <a:xfrm>
              <a:off x="3253" y="2827"/>
              <a:ext cx="315" cy="259"/>
            </a:xfrm>
            <a:custGeom>
              <a:avLst/>
              <a:gdLst>
                <a:gd name="T0" fmla="*/ 100 w 315"/>
                <a:gd name="T1" fmla="*/ 32 h 259"/>
                <a:gd name="T2" fmla="*/ 72 w 315"/>
                <a:gd name="T3" fmla="*/ 53 h 259"/>
                <a:gd name="T4" fmla="*/ 47 w 315"/>
                <a:gd name="T5" fmla="*/ 74 h 259"/>
                <a:gd name="T6" fmla="*/ 28 w 315"/>
                <a:gd name="T7" fmla="*/ 98 h 259"/>
                <a:gd name="T8" fmla="*/ 13 w 315"/>
                <a:gd name="T9" fmla="*/ 123 h 259"/>
                <a:gd name="T10" fmla="*/ 4 w 315"/>
                <a:gd name="T11" fmla="*/ 149 h 259"/>
                <a:gd name="T12" fmla="*/ 0 w 315"/>
                <a:gd name="T13" fmla="*/ 174 h 259"/>
                <a:gd name="T14" fmla="*/ 2 w 315"/>
                <a:gd name="T15" fmla="*/ 196 h 259"/>
                <a:gd name="T16" fmla="*/ 11 w 315"/>
                <a:gd name="T17" fmla="*/ 217 h 259"/>
                <a:gd name="T18" fmla="*/ 26 w 315"/>
                <a:gd name="T19" fmla="*/ 234 h 259"/>
                <a:gd name="T20" fmla="*/ 45 w 315"/>
                <a:gd name="T21" fmla="*/ 247 h 259"/>
                <a:gd name="T22" fmla="*/ 70 w 315"/>
                <a:gd name="T23" fmla="*/ 257 h 259"/>
                <a:gd name="T24" fmla="*/ 96 w 315"/>
                <a:gd name="T25" fmla="*/ 259 h 259"/>
                <a:gd name="T26" fmla="*/ 124 w 315"/>
                <a:gd name="T27" fmla="*/ 259 h 259"/>
                <a:gd name="T28" fmla="*/ 155 w 315"/>
                <a:gd name="T29" fmla="*/ 253 h 259"/>
                <a:gd name="T30" fmla="*/ 185 w 315"/>
                <a:gd name="T31" fmla="*/ 242 h 259"/>
                <a:gd name="T32" fmla="*/ 215 w 315"/>
                <a:gd name="T33" fmla="*/ 226 h 259"/>
                <a:gd name="T34" fmla="*/ 243 w 315"/>
                <a:gd name="T35" fmla="*/ 208 h 259"/>
                <a:gd name="T36" fmla="*/ 268 w 315"/>
                <a:gd name="T37" fmla="*/ 185 h 259"/>
                <a:gd name="T38" fmla="*/ 287 w 315"/>
                <a:gd name="T39" fmla="*/ 160 h 259"/>
                <a:gd name="T40" fmla="*/ 302 w 315"/>
                <a:gd name="T41" fmla="*/ 136 h 259"/>
                <a:gd name="T42" fmla="*/ 311 w 315"/>
                <a:gd name="T43" fmla="*/ 109 h 259"/>
                <a:gd name="T44" fmla="*/ 315 w 315"/>
                <a:gd name="T45" fmla="*/ 87 h 259"/>
                <a:gd name="T46" fmla="*/ 313 w 315"/>
                <a:gd name="T47" fmla="*/ 62 h 259"/>
                <a:gd name="T48" fmla="*/ 304 w 315"/>
                <a:gd name="T49" fmla="*/ 42 h 259"/>
                <a:gd name="T50" fmla="*/ 289 w 315"/>
                <a:gd name="T51" fmla="*/ 25 h 259"/>
                <a:gd name="T52" fmla="*/ 270 w 315"/>
                <a:gd name="T53" fmla="*/ 11 h 259"/>
                <a:gd name="T54" fmla="*/ 247 w 315"/>
                <a:gd name="T55" fmla="*/ 4 h 259"/>
                <a:gd name="T56" fmla="*/ 221 w 315"/>
                <a:gd name="T57" fmla="*/ 0 h 259"/>
                <a:gd name="T58" fmla="*/ 192 w 315"/>
                <a:gd name="T59" fmla="*/ 0 h 259"/>
                <a:gd name="T60" fmla="*/ 162 w 315"/>
                <a:gd name="T61" fmla="*/ 6 h 259"/>
                <a:gd name="T62" fmla="*/ 130 w 315"/>
                <a:gd name="T63" fmla="*/ 17 h 259"/>
                <a:gd name="T64" fmla="*/ 100 w 315"/>
                <a:gd name="T65" fmla="*/ 32 h 2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5" h="259">
                  <a:moveTo>
                    <a:pt x="100" y="32"/>
                  </a:moveTo>
                  <a:lnTo>
                    <a:pt x="72" y="53"/>
                  </a:lnTo>
                  <a:lnTo>
                    <a:pt x="47" y="74"/>
                  </a:lnTo>
                  <a:lnTo>
                    <a:pt x="28" y="98"/>
                  </a:lnTo>
                  <a:lnTo>
                    <a:pt x="13" y="123"/>
                  </a:lnTo>
                  <a:lnTo>
                    <a:pt x="4" y="149"/>
                  </a:lnTo>
                  <a:lnTo>
                    <a:pt x="0" y="174"/>
                  </a:lnTo>
                  <a:lnTo>
                    <a:pt x="2" y="196"/>
                  </a:lnTo>
                  <a:lnTo>
                    <a:pt x="11" y="217"/>
                  </a:lnTo>
                  <a:lnTo>
                    <a:pt x="26" y="234"/>
                  </a:lnTo>
                  <a:lnTo>
                    <a:pt x="45" y="247"/>
                  </a:lnTo>
                  <a:lnTo>
                    <a:pt x="70" y="257"/>
                  </a:lnTo>
                  <a:lnTo>
                    <a:pt x="96" y="259"/>
                  </a:lnTo>
                  <a:lnTo>
                    <a:pt x="124" y="259"/>
                  </a:lnTo>
                  <a:lnTo>
                    <a:pt x="155" y="253"/>
                  </a:lnTo>
                  <a:lnTo>
                    <a:pt x="185" y="242"/>
                  </a:lnTo>
                  <a:lnTo>
                    <a:pt x="215" y="226"/>
                  </a:lnTo>
                  <a:lnTo>
                    <a:pt x="243" y="208"/>
                  </a:lnTo>
                  <a:lnTo>
                    <a:pt x="268" y="185"/>
                  </a:lnTo>
                  <a:lnTo>
                    <a:pt x="287" y="160"/>
                  </a:lnTo>
                  <a:lnTo>
                    <a:pt x="302" y="136"/>
                  </a:lnTo>
                  <a:lnTo>
                    <a:pt x="311" y="109"/>
                  </a:lnTo>
                  <a:lnTo>
                    <a:pt x="315" y="87"/>
                  </a:lnTo>
                  <a:lnTo>
                    <a:pt x="313" y="62"/>
                  </a:lnTo>
                  <a:lnTo>
                    <a:pt x="304" y="42"/>
                  </a:lnTo>
                  <a:lnTo>
                    <a:pt x="289" y="25"/>
                  </a:lnTo>
                  <a:lnTo>
                    <a:pt x="270" y="11"/>
                  </a:lnTo>
                  <a:lnTo>
                    <a:pt x="247" y="4"/>
                  </a:lnTo>
                  <a:lnTo>
                    <a:pt x="221" y="0"/>
                  </a:lnTo>
                  <a:lnTo>
                    <a:pt x="192" y="0"/>
                  </a:lnTo>
                  <a:lnTo>
                    <a:pt x="162" y="6"/>
                  </a:lnTo>
                  <a:lnTo>
                    <a:pt x="130" y="17"/>
                  </a:lnTo>
                  <a:lnTo>
                    <a:pt x="100" y="32"/>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 name="Freeform 19"/>
            <p:cNvSpPr>
              <a:spLocks/>
            </p:cNvSpPr>
            <p:nvPr/>
          </p:nvSpPr>
          <p:spPr bwMode="auto">
            <a:xfrm>
              <a:off x="3319" y="2831"/>
              <a:ext cx="850" cy="583"/>
            </a:xfrm>
            <a:custGeom>
              <a:avLst/>
              <a:gdLst>
                <a:gd name="T0" fmla="*/ 125 w 850"/>
                <a:gd name="T1" fmla="*/ 117 h 583"/>
                <a:gd name="T2" fmla="*/ 166 w 850"/>
                <a:gd name="T3" fmla="*/ 109 h 583"/>
                <a:gd name="T4" fmla="*/ 210 w 850"/>
                <a:gd name="T5" fmla="*/ 102 h 583"/>
                <a:gd name="T6" fmla="*/ 247 w 850"/>
                <a:gd name="T7" fmla="*/ 96 h 583"/>
                <a:gd name="T8" fmla="*/ 272 w 850"/>
                <a:gd name="T9" fmla="*/ 66 h 583"/>
                <a:gd name="T10" fmla="*/ 234 w 850"/>
                <a:gd name="T11" fmla="*/ 58 h 583"/>
                <a:gd name="T12" fmla="*/ 198 w 850"/>
                <a:gd name="T13" fmla="*/ 66 h 583"/>
                <a:gd name="T14" fmla="*/ 179 w 850"/>
                <a:gd name="T15" fmla="*/ 66 h 583"/>
                <a:gd name="T16" fmla="*/ 217 w 850"/>
                <a:gd name="T17" fmla="*/ 36 h 583"/>
                <a:gd name="T18" fmla="*/ 261 w 850"/>
                <a:gd name="T19" fmla="*/ 21 h 583"/>
                <a:gd name="T20" fmla="*/ 296 w 850"/>
                <a:gd name="T21" fmla="*/ 13 h 583"/>
                <a:gd name="T22" fmla="*/ 334 w 850"/>
                <a:gd name="T23" fmla="*/ 5 h 583"/>
                <a:gd name="T24" fmla="*/ 372 w 850"/>
                <a:gd name="T25" fmla="*/ 0 h 583"/>
                <a:gd name="T26" fmla="*/ 410 w 850"/>
                <a:gd name="T27" fmla="*/ 0 h 583"/>
                <a:gd name="T28" fmla="*/ 446 w 850"/>
                <a:gd name="T29" fmla="*/ 0 h 583"/>
                <a:gd name="T30" fmla="*/ 534 w 850"/>
                <a:gd name="T31" fmla="*/ 0 h 583"/>
                <a:gd name="T32" fmla="*/ 584 w 850"/>
                <a:gd name="T33" fmla="*/ 0 h 583"/>
                <a:gd name="T34" fmla="*/ 627 w 850"/>
                <a:gd name="T35" fmla="*/ 21 h 583"/>
                <a:gd name="T36" fmla="*/ 657 w 850"/>
                <a:gd name="T37" fmla="*/ 51 h 583"/>
                <a:gd name="T38" fmla="*/ 695 w 850"/>
                <a:gd name="T39" fmla="*/ 72 h 583"/>
                <a:gd name="T40" fmla="*/ 733 w 850"/>
                <a:gd name="T41" fmla="*/ 81 h 583"/>
                <a:gd name="T42" fmla="*/ 771 w 850"/>
                <a:gd name="T43" fmla="*/ 109 h 583"/>
                <a:gd name="T44" fmla="*/ 801 w 850"/>
                <a:gd name="T45" fmla="*/ 139 h 583"/>
                <a:gd name="T46" fmla="*/ 825 w 850"/>
                <a:gd name="T47" fmla="*/ 183 h 583"/>
                <a:gd name="T48" fmla="*/ 833 w 850"/>
                <a:gd name="T49" fmla="*/ 234 h 583"/>
                <a:gd name="T50" fmla="*/ 839 w 850"/>
                <a:gd name="T51" fmla="*/ 279 h 583"/>
                <a:gd name="T52" fmla="*/ 839 w 850"/>
                <a:gd name="T53" fmla="*/ 324 h 583"/>
                <a:gd name="T54" fmla="*/ 839 w 850"/>
                <a:gd name="T55" fmla="*/ 368 h 583"/>
                <a:gd name="T56" fmla="*/ 850 w 850"/>
                <a:gd name="T57" fmla="*/ 413 h 583"/>
                <a:gd name="T58" fmla="*/ 850 w 850"/>
                <a:gd name="T59" fmla="*/ 456 h 583"/>
                <a:gd name="T60" fmla="*/ 825 w 850"/>
                <a:gd name="T61" fmla="*/ 500 h 583"/>
                <a:gd name="T62" fmla="*/ 782 w 850"/>
                <a:gd name="T63" fmla="*/ 524 h 583"/>
                <a:gd name="T64" fmla="*/ 746 w 850"/>
                <a:gd name="T65" fmla="*/ 545 h 583"/>
                <a:gd name="T66" fmla="*/ 708 w 850"/>
                <a:gd name="T67" fmla="*/ 568 h 583"/>
                <a:gd name="T68" fmla="*/ 670 w 850"/>
                <a:gd name="T69" fmla="*/ 575 h 583"/>
                <a:gd name="T70" fmla="*/ 621 w 850"/>
                <a:gd name="T71" fmla="*/ 583 h 583"/>
                <a:gd name="T72" fmla="*/ 576 w 850"/>
                <a:gd name="T73" fmla="*/ 583 h 583"/>
                <a:gd name="T74" fmla="*/ 540 w 850"/>
                <a:gd name="T75" fmla="*/ 583 h 583"/>
                <a:gd name="T76" fmla="*/ 502 w 850"/>
                <a:gd name="T77" fmla="*/ 583 h 583"/>
                <a:gd name="T78" fmla="*/ 465 w 850"/>
                <a:gd name="T79" fmla="*/ 583 h 583"/>
                <a:gd name="T80" fmla="*/ 427 w 850"/>
                <a:gd name="T81" fmla="*/ 583 h 583"/>
                <a:gd name="T82" fmla="*/ 391 w 850"/>
                <a:gd name="T83" fmla="*/ 583 h 583"/>
                <a:gd name="T84" fmla="*/ 353 w 850"/>
                <a:gd name="T85" fmla="*/ 583 h 583"/>
                <a:gd name="T86" fmla="*/ 310 w 850"/>
                <a:gd name="T87" fmla="*/ 583 h 583"/>
                <a:gd name="T88" fmla="*/ 272 w 850"/>
                <a:gd name="T89" fmla="*/ 583 h 583"/>
                <a:gd name="T90" fmla="*/ 234 w 850"/>
                <a:gd name="T91" fmla="*/ 583 h 583"/>
                <a:gd name="T92" fmla="*/ 198 w 850"/>
                <a:gd name="T93" fmla="*/ 560 h 583"/>
                <a:gd name="T94" fmla="*/ 160 w 850"/>
                <a:gd name="T95" fmla="*/ 545 h 583"/>
                <a:gd name="T96" fmla="*/ 125 w 850"/>
                <a:gd name="T97" fmla="*/ 524 h 583"/>
                <a:gd name="T98" fmla="*/ 92 w 850"/>
                <a:gd name="T99" fmla="*/ 487 h 583"/>
                <a:gd name="T100" fmla="*/ 68 w 850"/>
                <a:gd name="T101" fmla="*/ 456 h 583"/>
                <a:gd name="T102" fmla="*/ 43 w 850"/>
                <a:gd name="T103" fmla="*/ 413 h 583"/>
                <a:gd name="T104" fmla="*/ 17 w 850"/>
                <a:gd name="T105" fmla="*/ 360 h 583"/>
                <a:gd name="T106" fmla="*/ 0 w 850"/>
                <a:gd name="T107" fmla="*/ 309 h 583"/>
                <a:gd name="T108" fmla="*/ 0 w 850"/>
                <a:gd name="T109" fmla="*/ 264 h 583"/>
                <a:gd name="T110" fmla="*/ 6 w 850"/>
                <a:gd name="T111" fmla="*/ 213 h 583"/>
                <a:gd name="T112" fmla="*/ 30 w 850"/>
                <a:gd name="T113" fmla="*/ 175 h 583"/>
                <a:gd name="T114" fmla="*/ 62 w 850"/>
                <a:gd name="T115" fmla="*/ 155 h 583"/>
                <a:gd name="T116" fmla="*/ 98 w 850"/>
                <a:gd name="T117" fmla="*/ 139 h 583"/>
                <a:gd name="T118" fmla="*/ 130 w 850"/>
                <a:gd name="T119" fmla="*/ 117 h 583"/>
                <a:gd name="T120" fmla="*/ 147 w 850"/>
                <a:gd name="T121" fmla="*/ 139 h 5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0" h="583">
                  <a:moveTo>
                    <a:pt x="104" y="117"/>
                  </a:moveTo>
                  <a:lnTo>
                    <a:pt x="125" y="117"/>
                  </a:lnTo>
                  <a:lnTo>
                    <a:pt x="142" y="117"/>
                  </a:lnTo>
                  <a:lnTo>
                    <a:pt x="166" y="109"/>
                  </a:lnTo>
                  <a:lnTo>
                    <a:pt x="185" y="109"/>
                  </a:lnTo>
                  <a:lnTo>
                    <a:pt x="210" y="102"/>
                  </a:lnTo>
                  <a:lnTo>
                    <a:pt x="228" y="102"/>
                  </a:lnTo>
                  <a:lnTo>
                    <a:pt x="247" y="96"/>
                  </a:lnTo>
                  <a:lnTo>
                    <a:pt x="266" y="88"/>
                  </a:lnTo>
                  <a:lnTo>
                    <a:pt x="272" y="66"/>
                  </a:lnTo>
                  <a:lnTo>
                    <a:pt x="255" y="58"/>
                  </a:lnTo>
                  <a:lnTo>
                    <a:pt x="234" y="58"/>
                  </a:lnTo>
                  <a:lnTo>
                    <a:pt x="217" y="66"/>
                  </a:lnTo>
                  <a:lnTo>
                    <a:pt x="198" y="66"/>
                  </a:lnTo>
                  <a:lnTo>
                    <a:pt x="179" y="88"/>
                  </a:lnTo>
                  <a:lnTo>
                    <a:pt x="179" y="66"/>
                  </a:lnTo>
                  <a:lnTo>
                    <a:pt x="198" y="51"/>
                  </a:lnTo>
                  <a:lnTo>
                    <a:pt x="217" y="36"/>
                  </a:lnTo>
                  <a:lnTo>
                    <a:pt x="242" y="28"/>
                  </a:lnTo>
                  <a:lnTo>
                    <a:pt x="261" y="21"/>
                  </a:lnTo>
                  <a:lnTo>
                    <a:pt x="279" y="21"/>
                  </a:lnTo>
                  <a:lnTo>
                    <a:pt x="296" y="13"/>
                  </a:lnTo>
                  <a:lnTo>
                    <a:pt x="315" y="13"/>
                  </a:lnTo>
                  <a:lnTo>
                    <a:pt x="334" y="5"/>
                  </a:lnTo>
                  <a:lnTo>
                    <a:pt x="353" y="5"/>
                  </a:lnTo>
                  <a:lnTo>
                    <a:pt x="372" y="0"/>
                  </a:lnTo>
                  <a:lnTo>
                    <a:pt x="391" y="0"/>
                  </a:lnTo>
                  <a:lnTo>
                    <a:pt x="410" y="0"/>
                  </a:lnTo>
                  <a:lnTo>
                    <a:pt x="427" y="0"/>
                  </a:lnTo>
                  <a:lnTo>
                    <a:pt x="446" y="0"/>
                  </a:lnTo>
                  <a:lnTo>
                    <a:pt x="483" y="0"/>
                  </a:lnTo>
                  <a:lnTo>
                    <a:pt x="534" y="0"/>
                  </a:lnTo>
                  <a:lnTo>
                    <a:pt x="559" y="0"/>
                  </a:lnTo>
                  <a:lnTo>
                    <a:pt x="584" y="0"/>
                  </a:lnTo>
                  <a:lnTo>
                    <a:pt x="608" y="5"/>
                  </a:lnTo>
                  <a:lnTo>
                    <a:pt x="627" y="21"/>
                  </a:lnTo>
                  <a:lnTo>
                    <a:pt x="638" y="43"/>
                  </a:lnTo>
                  <a:lnTo>
                    <a:pt x="657" y="51"/>
                  </a:lnTo>
                  <a:lnTo>
                    <a:pt x="676" y="66"/>
                  </a:lnTo>
                  <a:lnTo>
                    <a:pt x="695" y="72"/>
                  </a:lnTo>
                  <a:lnTo>
                    <a:pt x="714" y="72"/>
                  </a:lnTo>
                  <a:lnTo>
                    <a:pt x="733" y="81"/>
                  </a:lnTo>
                  <a:lnTo>
                    <a:pt x="752" y="96"/>
                  </a:lnTo>
                  <a:lnTo>
                    <a:pt x="771" y="109"/>
                  </a:lnTo>
                  <a:lnTo>
                    <a:pt x="782" y="132"/>
                  </a:lnTo>
                  <a:lnTo>
                    <a:pt x="801" y="139"/>
                  </a:lnTo>
                  <a:lnTo>
                    <a:pt x="806" y="162"/>
                  </a:lnTo>
                  <a:lnTo>
                    <a:pt x="825" y="183"/>
                  </a:lnTo>
                  <a:lnTo>
                    <a:pt x="833" y="213"/>
                  </a:lnTo>
                  <a:lnTo>
                    <a:pt x="833" y="234"/>
                  </a:lnTo>
                  <a:lnTo>
                    <a:pt x="839" y="258"/>
                  </a:lnTo>
                  <a:lnTo>
                    <a:pt x="839" y="279"/>
                  </a:lnTo>
                  <a:lnTo>
                    <a:pt x="839" y="302"/>
                  </a:lnTo>
                  <a:lnTo>
                    <a:pt x="839" y="324"/>
                  </a:lnTo>
                  <a:lnTo>
                    <a:pt x="839" y="347"/>
                  </a:lnTo>
                  <a:lnTo>
                    <a:pt x="839" y="368"/>
                  </a:lnTo>
                  <a:lnTo>
                    <a:pt x="850" y="390"/>
                  </a:lnTo>
                  <a:lnTo>
                    <a:pt x="850" y="413"/>
                  </a:lnTo>
                  <a:lnTo>
                    <a:pt x="850" y="434"/>
                  </a:lnTo>
                  <a:lnTo>
                    <a:pt x="850" y="456"/>
                  </a:lnTo>
                  <a:lnTo>
                    <a:pt x="844" y="479"/>
                  </a:lnTo>
                  <a:lnTo>
                    <a:pt x="825" y="500"/>
                  </a:lnTo>
                  <a:lnTo>
                    <a:pt x="801" y="517"/>
                  </a:lnTo>
                  <a:lnTo>
                    <a:pt x="782" y="524"/>
                  </a:lnTo>
                  <a:lnTo>
                    <a:pt x="765" y="537"/>
                  </a:lnTo>
                  <a:lnTo>
                    <a:pt x="746" y="545"/>
                  </a:lnTo>
                  <a:lnTo>
                    <a:pt x="725" y="553"/>
                  </a:lnTo>
                  <a:lnTo>
                    <a:pt x="708" y="568"/>
                  </a:lnTo>
                  <a:lnTo>
                    <a:pt x="689" y="575"/>
                  </a:lnTo>
                  <a:lnTo>
                    <a:pt x="670" y="575"/>
                  </a:lnTo>
                  <a:lnTo>
                    <a:pt x="644" y="583"/>
                  </a:lnTo>
                  <a:lnTo>
                    <a:pt x="621" y="583"/>
                  </a:lnTo>
                  <a:lnTo>
                    <a:pt x="602" y="583"/>
                  </a:lnTo>
                  <a:lnTo>
                    <a:pt x="576" y="583"/>
                  </a:lnTo>
                  <a:lnTo>
                    <a:pt x="559" y="583"/>
                  </a:lnTo>
                  <a:lnTo>
                    <a:pt x="540" y="583"/>
                  </a:lnTo>
                  <a:lnTo>
                    <a:pt x="521" y="583"/>
                  </a:lnTo>
                  <a:lnTo>
                    <a:pt x="502" y="583"/>
                  </a:lnTo>
                  <a:lnTo>
                    <a:pt x="483" y="583"/>
                  </a:lnTo>
                  <a:lnTo>
                    <a:pt x="465" y="583"/>
                  </a:lnTo>
                  <a:lnTo>
                    <a:pt x="446" y="583"/>
                  </a:lnTo>
                  <a:lnTo>
                    <a:pt x="427" y="583"/>
                  </a:lnTo>
                  <a:lnTo>
                    <a:pt x="410" y="583"/>
                  </a:lnTo>
                  <a:lnTo>
                    <a:pt x="391" y="583"/>
                  </a:lnTo>
                  <a:lnTo>
                    <a:pt x="372" y="583"/>
                  </a:lnTo>
                  <a:lnTo>
                    <a:pt x="353" y="583"/>
                  </a:lnTo>
                  <a:lnTo>
                    <a:pt x="329" y="583"/>
                  </a:lnTo>
                  <a:lnTo>
                    <a:pt x="310" y="583"/>
                  </a:lnTo>
                  <a:lnTo>
                    <a:pt x="291" y="583"/>
                  </a:lnTo>
                  <a:lnTo>
                    <a:pt x="272" y="583"/>
                  </a:lnTo>
                  <a:lnTo>
                    <a:pt x="255" y="583"/>
                  </a:lnTo>
                  <a:lnTo>
                    <a:pt x="234" y="583"/>
                  </a:lnTo>
                  <a:lnTo>
                    <a:pt x="217" y="568"/>
                  </a:lnTo>
                  <a:lnTo>
                    <a:pt x="198" y="560"/>
                  </a:lnTo>
                  <a:lnTo>
                    <a:pt x="179" y="553"/>
                  </a:lnTo>
                  <a:lnTo>
                    <a:pt x="160" y="545"/>
                  </a:lnTo>
                  <a:lnTo>
                    <a:pt x="142" y="537"/>
                  </a:lnTo>
                  <a:lnTo>
                    <a:pt x="125" y="524"/>
                  </a:lnTo>
                  <a:lnTo>
                    <a:pt x="104" y="509"/>
                  </a:lnTo>
                  <a:lnTo>
                    <a:pt x="92" y="487"/>
                  </a:lnTo>
                  <a:lnTo>
                    <a:pt x="74" y="479"/>
                  </a:lnTo>
                  <a:lnTo>
                    <a:pt x="68" y="456"/>
                  </a:lnTo>
                  <a:lnTo>
                    <a:pt x="49" y="434"/>
                  </a:lnTo>
                  <a:lnTo>
                    <a:pt x="43" y="413"/>
                  </a:lnTo>
                  <a:lnTo>
                    <a:pt x="24" y="390"/>
                  </a:lnTo>
                  <a:lnTo>
                    <a:pt x="17" y="360"/>
                  </a:lnTo>
                  <a:lnTo>
                    <a:pt x="6" y="330"/>
                  </a:lnTo>
                  <a:lnTo>
                    <a:pt x="0" y="309"/>
                  </a:lnTo>
                  <a:lnTo>
                    <a:pt x="0" y="287"/>
                  </a:lnTo>
                  <a:lnTo>
                    <a:pt x="0" y="264"/>
                  </a:lnTo>
                  <a:lnTo>
                    <a:pt x="0" y="243"/>
                  </a:lnTo>
                  <a:lnTo>
                    <a:pt x="6" y="213"/>
                  </a:lnTo>
                  <a:lnTo>
                    <a:pt x="11" y="192"/>
                  </a:lnTo>
                  <a:lnTo>
                    <a:pt x="30" y="175"/>
                  </a:lnTo>
                  <a:lnTo>
                    <a:pt x="43" y="155"/>
                  </a:lnTo>
                  <a:lnTo>
                    <a:pt x="62" y="155"/>
                  </a:lnTo>
                  <a:lnTo>
                    <a:pt x="79" y="147"/>
                  </a:lnTo>
                  <a:lnTo>
                    <a:pt x="98" y="139"/>
                  </a:lnTo>
                  <a:lnTo>
                    <a:pt x="117" y="139"/>
                  </a:lnTo>
                  <a:lnTo>
                    <a:pt x="130" y="117"/>
                  </a:lnTo>
                  <a:lnTo>
                    <a:pt x="130" y="96"/>
                  </a:lnTo>
                  <a:lnTo>
                    <a:pt x="147" y="139"/>
                  </a:lnTo>
                  <a:lnTo>
                    <a:pt x="104"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 name="Freeform 20"/>
            <p:cNvSpPr>
              <a:spLocks/>
            </p:cNvSpPr>
            <p:nvPr/>
          </p:nvSpPr>
          <p:spPr bwMode="auto">
            <a:xfrm>
              <a:off x="3483" y="2787"/>
              <a:ext cx="132" cy="168"/>
            </a:xfrm>
            <a:custGeom>
              <a:avLst/>
              <a:gdLst>
                <a:gd name="T0" fmla="*/ 6 w 132"/>
                <a:gd name="T1" fmla="*/ 95 h 168"/>
                <a:gd name="T2" fmla="*/ 0 w 132"/>
                <a:gd name="T3" fmla="*/ 72 h 168"/>
                <a:gd name="T4" fmla="*/ 0 w 132"/>
                <a:gd name="T5" fmla="*/ 51 h 168"/>
                <a:gd name="T6" fmla="*/ 17 w 132"/>
                <a:gd name="T7" fmla="*/ 36 h 168"/>
                <a:gd name="T8" fmla="*/ 36 w 132"/>
                <a:gd name="T9" fmla="*/ 21 h 168"/>
                <a:gd name="T10" fmla="*/ 53 w 132"/>
                <a:gd name="T11" fmla="*/ 0 h 168"/>
                <a:gd name="T12" fmla="*/ 72 w 132"/>
                <a:gd name="T13" fmla="*/ 0 h 168"/>
                <a:gd name="T14" fmla="*/ 91 w 132"/>
                <a:gd name="T15" fmla="*/ 0 h 168"/>
                <a:gd name="T16" fmla="*/ 97 w 132"/>
                <a:gd name="T17" fmla="*/ 21 h 168"/>
                <a:gd name="T18" fmla="*/ 110 w 132"/>
                <a:gd name="T19" fmla="*/ 44 h 168"/>
                <a:gd name="T20" fmla="*/ 121 w 132"/>
                <a:gd name="T21" fmla="*/ 66 h 168"/>
                <a:gd name="T22" fmla="*/ 127 w 132"/>
                <a:gd name="T23" fmla="*/ 87 h 168"/>
                <a:gd name="T24" fmla="*/ 132 w 132"/>
                <a:gd name="T25" fmla="*/ 108 h 168"/>
                <a:gd name="T26" fmla="*/ 132 w 132"/>
                <a:gd name="T27" fmla="*/ 132 h 168"/>
                <a:gd name="T28" fmla="*/ 132 w 132"/>
                <a:gd name="T29" fmla="*/ 153 h 168"/>
                <a:gd name="T30" fmla="*/ 115 w 132"/>
                <a:gd name="T31" fmla="*/ 168 h 168"/>
                <a:gd name="T32" fmla="*/ 97 w 132"/>
                <a:gd name="T33" fmla="*/ 168 h 168"/>
                <a:gd name="T34" fmla="*/ 80 w 132"/>
                <a:gd name="T35" fmla="*/ 168 h 168"/>
                <a:gd name="T36" fmla="*/ 61 w 132"/>
                <a:gd name="T37" fmla="*/ 168 h 168"/>
                <a:gd name="T38" fmla="*/ 42 w 132"/>
                <a:gd name="T39" fmla="*/ 161 h 168"/>
                <a:gd name="T40" fmla="*/ 23 w 132"/>
                <a:gd name="T41" fmla="*/ 146 h 168"/>
                <a:gd name="T42" fmla="*/ 12 w 132"/>
                <a:gd name="T43" fmla="*/ 123 h 168"/>
                <a:gd name="T44" fmla="*/ 6 w 132"/>
                <a:gd name="T45" fmla="*/ 102 h 168"/>
                <a:gd name="T46" fmla="*/ 6 w 132"/>
                <a:gd name="T47" fmla="*/ 95 h 16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32" h="168">
                  <a:moveTo>
                    <a:pt x="6" y="95"/>
                  </a:moveTo>
                  <a:lnTo>
                    <a:pt x="0" y="72"/>
                  </a:lnTo>
                  <a:lnTo>
                    <a:pt x="0" y="51"/>
                  </a:lnTo>
                  <a:lnTo>
                    <a:pt x="17" y="36"/>
                  </a:lnTo>
                  <a:lnTo>
                    <a:pt x="36" y="21"/>
                  </a:lnTo>
                  <a:lnTo>
                    <a:pt x="53" y="0"/>
                  </a:lnTo>
                  <a:lnTo>
                    <a:pt x="72" y="0"/>
                  </a:lnTo>
                  <a:lnTo>
                    <a:pt x="91" y="0"/>
                  </a:lnTo>
                  <a:lnTo>
                    <a:pt x="97" y="21"/>
                  </a:lnTo>
                  <a:lnTo>
                    <a:pt x="110" y="44"/>
                  </a:lnTo>
                  <a:lnTo>
                    <a:pt x="121" y="66"/>
                  </a:lnTo>
                  <a:lnTo>
                    <a:pt x="127" y="87"/>
                  </a:lnTo>
                  <a:lnTo>
                    <a:pt x="132" y="108"/>
                  </a:lnTo>
                  <a:lnTo>
                    <a:pt x="132" y="132"/>
                  </a:lnTo>
                  <a:lnTo>
                    <a:pt x="132" y="153"/>
                  </a:lnTo>
                  <a:lnTo>
                    <a:pt x="115" y="168"/>
                  </a:lnTo>
                  <a:lnTo>
                    <a:pt x="97" y="168"/>
                  </a:lnTo>
                  <a:lnTo>
                    <a:pt x="80" y="168"/>
                  </a:lnTo>
                  <a:lnTo>
                    <a:pt x="61" y="168"/>
                  </a:lnTo>
                  <a:lnTo>
                    <a:pt x="42" y="161"/>
                  </a:lnTo>
                  <a:lnTo>
                    <a:pt x="23" y="146"/>
                  </a:lnTo>
                  <a:lnTo>
                    <a:pt x="12" y="123"/>
                  </a:lnTo>
                  <a:lnTo>
                    <a:pt x="6" y="102"/>
                  </a:lnTo>
                  <a:lnTo>
                    <a:pt x="6"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1" name="Freeform 21"/>
            <p:cNvSpPr>
              <a:spLocks/>
            </p:cNvSpPr>
            <p:nvPr/>
          </p:nvSpPr>
          <p:spPr bwMode="auto">
            <a:xfrm>
              <a:off x="3802" y="2742"/>
              <a:ext cx="93" cy="123"/>
            </a:xfrm>
            <a:custGeom>
              <a:avLst/>
              <a:gdLst>
                <a:gd name="T0" fmla="*/ 0 w 93"/>
                <a:gd name="T1" fmla="*/ 0 h 123"/>
                <a:gd name="T2" fmla="*/ 17 w 93"/>
                <a:gd name="T3" fmla="*/ 15 h 123"/>
                <a:gd name="T4" fmla="*/ 36 w 93"/>
                <a:gd name="T5" fmla="*/ 28 h 123"/>
                <a:gd name="T6" fmla="*/ 55 w 93"/>
                <a:gd name="T7" fmla="*/ 28 h 123"/>
                <a:gd name="T8" fmla="*/ 74 w 93"/>
                <a:gd name="T9" fmla="*/ 44 h 123"/>
                <a:gd name="T10" fmla="*/ 87 w 93"/>
                <a:gd name="T11" fmla="*/ 66 h 123"/>
                <a:gd name="T12" fmla="*/ 93 w 93"/>
                <a:gd name="T13" fmla="*/ 87 h 123"/>
                <a:gd name="T14" fmla="*/ 93 w 93"/>
                <a:gd name="T15" fmla="*/ 110 h 123"/>
                <a:gd name="T16" fmla="*/ 74 w 93"/>
                <a:gd name="T17" fmla="*/ 123 h 123"/>
                <a:gd name="T18" fmla="*/ 55 w 93"/>
                <a:gd name="T19" fmla="*/ 123 h 123"/>
                <a:gd name="T20" fmla="*/ 31 w 93"/>
                <a:gd name="T21" fmla="*/ 115 h 123"/>
                <a:gd name="T22" fmla="*/ 12 w 93"/>
                <a:gd name="T23" fmla="*/ 102 h 123"/>
                <a:gd name="T24" fmla="*/ 6 w 93"/>
                <a:gd name="T25" fmla="*/ 79 h 123"/>
                <a:gd name="T26" fmla="*/ 0 w 93"/>
                <a:gd name="T27" fmla="*/ 57 h 123"/>
                <a:gd name="T28" fmla="*/ 0 w 93"/>
                <a:gd name="T29" fmla="*/ 36 h 123"/>
                <a:gd name="T30" fmla="*/ 12 w 93"/>
                <a:gd name="T31" fmla="*/ 15 h 123"/>
                <a:gd name="T32" fmla="*/ 0 w 93"/>
                <a:gd name="T33" fmla="*/ 0 h 1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3" h="123">
                  <a:moveTo>
                    <a:pt x="0" y="0"/>
                  </a:moveTo>
                  <a:lnTo>
                    <a:pt x="17" y="15"/>
                  </a:lnTo>
                  <a:lnTo>
                    <a:pt x="36" y="28"/>
                  </a:lnTo>
                  <a:lnTo>
                    <a:pt x="55" y="28"/>
                  </a:lnTo>
                  <a:lnTo>
                    <a:pt x="74" y="44"/>
                  </a:lnTo>
                  <a:lnTo>
                    <a:pt x="87" y="66"/>
                  </a:lnTo>
                  <a:lnTo>
                    <a:pt x="93" y="87"/>
                  </a:lnTo>
                  <a:lnTo>
                    <a:pt x="93" y="110"/>
                  </a:lnTo>
                  <a:lnTo>
                    <a:pt x="74" y="123"/>
                  </a:lnTo>
                  <a:lnTo>
                    <a:pt x="55" y="123"/>
                  </a:lnTo>
                  <a:lnTo>
                    <a:pt x="31" y="115"/>
                  </a:lnTo>
                  <a:lnTo>
                    <a:pt x="12" y="102"/>
                  </a:lnTo>
                  <a:lnTo>
                    <a:pt x="6" y="79"/>
                  </a:lnTo>
                  <a:lnTo>
                    <a:pt x="0" y="57"/>
                  </a:lnTo>
                  <a:lnTo>
                    <a:pt x="0" y="36"/>
                  </a:lnTo>
                  <a:lnTo>
                    <a:pt x="12" y="1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22" name="Line 22"/>
          <p:cNvSpPr>
            <a:spLocks noChangeShapeType="1"/>
          </p:cNvSpPr>
          <p:nvPr/>
        </p:nvSpPr>
        <p:spPr bwMode="auto">
          <a:xfrm>
            <a:off x="1073020" y="2066620"/>
            <a:ext cx="2860385"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3" name="Line 23"/>
          <p:cNvSpPr>
            <a:spLocks noChangeShapeType="1"/>
          </p:cNvSpPr>
          <p:nvPr/>
        </p:nvSpPr>
        <p:spPr bwMode="auto">
          <a:xfrm>
            <a:off x="1258709" y="1769594"/>
            <a:ext cx="0" cy="31346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 name="Line 24"/>
          <p:cNvSpPr>
            <a:spLocks noChangeShapeType="1"/>
          </p:cNvSpPr>
          <p:nvPr/>
        </p:nvSpPr>
        <p:spPr bwMode="auto">
          <a:xfrm>
            <a:off x="3628161" y="2083055"/>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Text Box 26"/>
          <p:cNvSpPr txBox="1">
            <a:spLocks noChangeArrowheads="1"/>
          </p:cNvSpPr>
          <p:nvPr/>
        </p:nvSpPr>
        <p:spPr bwMode="auto">
          <a:xfrm>
            <a:off x="6296803" y="2365993"/>
            <a:ext cx="5437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a:latin typeface="微软雅黑" pitchFamily="34" charset="-122"/>
                <a:ea typeface="微软雅黑" pitchFamily="34" charset="-122"/>
              </a:rPr>
              <a:t>其他</a:t>
            </a:r>
          </a:p>
          <a:p>
            <a:pPr algn="ctr" eaLnBrk="1" hangingPunct="1"/>
            <a:r>
              <a:rPr kumimoji="1" lang="zh-CN" altLang="en-US" sz="1400" b="1">
                <a:latin typeface="微软雅黑" pitchFamily="34" charset="-122"/>
                <a:ea typeface="微软雅黑" pitchFamily="34" charset="-122"/>
              </a:rPr>
              <a:t>网络</a:t>
            </a:r>
          </a:p>
        </p:txBody>
      </p:sp>
      <p:sp>
        <p:nvSpPr>
          <p:cNvPr id="27" name="Text Box 27"/>
          <p:cNvSpPr txBox="1">
            <a:spLocks noChangeArrowheads="1"/>
          </p:cNvSpPr>
          <p:nvPr/>
        </p:nvSpPr>
        <p:spPr bwMode="auto">
          <a:xfrm>
            <a:off x="3207279" y="2812118"/>
            <a:ext cx="90281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pitchFamily="34" charset="-122"/>
                <a:ea typeface="微软雅黑" pitchFamily="34" charset="-122"/>
              </a:rPr>
              <a:t>DHCP</a:t>
            </a:r>
          </a:p>
          <a:p>
            <a:pPr algn="ctr" eaLnBrk="1" hangingPunct="1"/>
            <a:r>
              <a:rPr kumimoji="1" lang="zh-CN" altLang="en-US" sz="1400" b="1" dirty="0">
                <a:latin typeface="微软雅黑" pitchFamily="34" charset="-122"/>
                <a:ea typeface="微软雅黑" pitchFamily="34" charset="-122"/>
              </a:rPr>
              <a:t>中继代理</a:t>
            </a:r>
          </a:p>
        </p:txBody>
      </p:sp>
      <p:grpSp>
        <p:nvGrpSpPr>
          <p:cNvPr id="28" name="Group 41"/>
          <p:cNvGrpSpPr>
            <a:grpSpLocks/>
          </p:cNvGrpSpPr>
          <p:nvPr/>
        </p:nvGrpSpPr>
        <p:grpSpPr bwMode="auto">
          <a:xfrm>
            <a:off x="1691138" y="1291771"/>
            <a:ext cx="2064208" cy="635141"/>
            <a:chOff x="571" y="1480"/>
            <a:chExt cx="1623" cy="541"/>
          </a:xfrm>
        </p:grpSpPr>
        <p:grpSp>
          <p:nvGrpSpPr>
            <p:cNvPr id="29" name="Group 31"/>
            <p:cNvGrpSpPr>
              <a:grpSpLocks/>
            </p:cNvGrpSpPr>
            <p:nvPr/>
          </p:nvGrpSpPr>
          <p:grpSpPr bwMode="auto">
            <a:xfrm>
              <a:off x="571" y="1754"/>
              <a:ext cx="1623" cy="267"/>
              <a:chOff x="1008" y="2400"/>
              <a:chExt cx="1296" cy="192"/>
            </a:xfrm>
          </p:grpSpPr>
          <p:sp>
            <p:nvSpPr>
              <p:cNvPr id="31" name="AutoShape 32"/>
              <p:cNvSpPr>
                <a:spLocks noChangeArrowheads="1"/>
              </p:cNvSpPr>
              <p:nvPr/>
            </p:nvSpPr>
            <p:spPr bwMode="auto">
              <a:xfrm>
                <a:off x="2064" y="2448"/>
                <a:ext cx="240" cy="96"/>
              </a:xfrm>
              <a:prstGeom prst="rightArrow">
                <a:avLst>
                  <a:gd name="adj1" fmla="val 50000"/>
                  <a:gd name="adj2" fmla="val 62500"/>
                </a:avLst>
              </a:prstGeom>
              <a:solidFill>
                <a:srgbClr val="CC00CC"/>
              </a:solidFill>
              <a:ln w="9525">
                <a:solidFill>
                  <a:schemeClr val="tx1"/>
                </a:solidFill>
                <a:miter lim="800000"/>
                <a:headEnd/>
                <a:tailEnd/>
              </a:ln>
              <a:effectLst/>
            </p:spPr>
            <p:txBody>
              <a:bodyPr wrap="none" anchor="ctr"/>
              <a:lstStyle/>
              <a:p>
                <a:pPr eaLnBrk="1" hangingPunct="1"/>
                <a:endParaRPr lang="zh-CN" altLang="en-US" sz="1400" b="1">
                  <a:solidFill>
                    <a:schemeClr val="bg1"/>
                  </a:solidFill>
                  <a:latin typeface="微软雅黑" pitchFamily="34" charset="-122"/>
                  <a:ea typeface="微软雅黑" pitchFamily="34" charset="-122"/>
                </a:endParaRPr>
              </a:p>
            </p:txBody>
          </p:sp>
          <p:sp>
            <p:nvSpPr>
              <p:cNvPr id="32" name="Rectangle 33"/>
              <p:cNvSpPr>
                <a:spLocks noChangeArrowheads="1"/>
              </p:cNvSpPr>
              <p:nvPr/>
            </p:nvSpPr>
            <p:spPr bwMode="auto">
              <a:xfrm>
                <a:off x="1008" y="2400"/>
                <a:ext cx="1056" cy="192"/>
              </a:xfrm>
              <a:prstGeom prst="rect">
                <a:avLst/>
              </a:prstGeom>
              <a:solidFill>
                <a:srgbClr val="CC00CC"/>
              </a:solidFill>
              <a:ln w="9525">
                <a:solidFill>
                  <a:schemeClr val="tx1"/>
                </a:solidFill>
                <a:miter lim="800000"/>
                <a:headEnd/>
                <a:tailEnd/>
              </a:ln>
              <a:effectLst/>
            </p:spPr>
            <p:txBody>
              <a:bodyPr wrap="none" anchor="ctr"/>
              <a:lstStyle/>
              <a:p>
                <a:pPr algn="ctr" eaLnBrk="1" hangingPunct="1"/>
                <a:r>
                  <a:rPr kumimoji="1" lang="en-US" altLang="zh-CN" sz="1400" b="1" dirty="0">
                    <a:solidFill>
                      <a:schemeClr val="bg1"/>
                    </a:solidFill>
                    <a:latin typeface="微软雅黑" pitchFamily="34" charset="-122"/>
                    <a:ea typeface="微软雅黑" pitchFamily="34" charset="-122"/>
                  </a:rPr>
                  <a:t>DHCPDISCOVER</a:t>
                </a:r>
              </a:p>
            </p:txBody>
          </p:sp>
        </p:grpSp>
        <p:sp>
          <p:nvSpPr>
            <p:cNvPr id="30" name="Text Box 34"/>
            <p:cNvSpPr txBox="1">
              <a:spLocks noChangeArrowheads="1"/>
            </p:cNvSpPr>
            <p:nvPr/>
          </p:nvSpPr>
          <p:spPr bwMode="auto">
            <a:xfrm>
              <a:off x="967" y="1480"/>
              <a:ext cx="428"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广播</a:t>
              </a:r>
            </a:p>
          </p:txBody>
        </p:sp>
      </p:grpSp>
      <p:grpSp>
        <p:nvGrpSpPr>
          <p:cNvPr id="33" name="Group 42"/>
          <p:cNvGrpSpPr>
            <a:grpSpLocks/>
          </p:cNvGrpSpPr>
          <p:nvPr/>
        </p:nvGrpSpPr>
        <p:grpSpPr bwMode="auto">
          <a:xfrm>
            <a:off x="3933405" y="1931608"/>
            <a:ext cx="2065481" cy="619879"/>
            <a:chOff x="2334" y="2025"/>
            <a:chExt cx="1624" cy="528"/>
          </a:xfrm>
        </p:grpSpPr>
        <p:grpSp>
          <p:nvGrpSpPr>
            <p:cNvPr id="34" name="Group 28"/>
            <p:cNvGrpSpPr>
              <a:grpSpLocks/>
            </p:cNvGrpSpPr>
            <p:nvPr/>
          </p:nvGrpSpPr>
          <p:grpSpPr bwMode="auto">
            <a:xfrm>
              <a:off x="2334" y="2287"/>
              <a:ext cx="1624" cy="266"/>
              <a:chOff x="1008" y="2400"/>
              <a:chExt cx="1296" cy="192"/>
            </a:xfrm>
          </p:grpSpPr>
          <p:sp>
            <p:nvSpPr>
              <p:cNvPr id="36" name="AutoShape 29"/>
              <p:cNvSpPr>
                <a:spLocks noChangeArrowheads="1"/>
              </p:cNvSpPr>
              <p:nvPr/>
            </p:nvSpPr>
            <p:spPr bwMode="auto">
              <a:xfrm>
                <a:off x="2064" y="2448"/>
                <a:ext cx="240" cy="96"/>
              </a:xfrm>
              <a:prstGeom prst="rightArrow">
                <a:avLst>
                  <a:gd name="adj1" fmla="val 50000"/>
                  <a:gd name="adj2" fmla="val 62500"/>
                </a:avLst>
              </a:prstGeom>
              <a:solidFill>
                <a:schemeClr val="accent6">
                  <a:lumMod val="75000"/>
                </a:schemeClr>
              </a:solidFill>
              <a:ln w="9525">
                <a:solidFill>
                  <a:schemeClr val="tx1"/>
                </a:solidFill>
                <a:miter lim="800000"/>
                <a:headEnd/>
                <a:tailEnd/>
              </a:ln>
              <a:effectLst/>
            </p:spPr>
            <p:txBody>
              <a:bodyPr wrap="none" anchor="ctr"/>
              <a:lstStyle/>
              <a:p>
                <a:pPr eaLnBrk="1" hangingPunct="1"/>
                <a:endParaRPr lang="zh-CN" altLang="en-US" sz="1400" b="1">
                  <a:solidFill>
                    <a:schemeClr val="bg1"/>
                  </a:solidFill>
                  <a:latin typeface="微软雅黑" pitchFamily="34" charset="-122"/>
                  <a:ea typeface="微软雅黑" pitchFamily="34" charset="-122"/>
                </a:endParaRPr>
              </a:p>
            </p:txBody>
          </p:sp>
          <p:sp>
            <p:nvSpPr>
              <p:cNvPr id="37" name="Rectangle 30"/>
              <p:cNvSpPr>
                <a:spLocks noChangeArrowheads="1"/>
              </p:cNvSpPr>
              <p:nvPr/>
            </p:nvSpPr>
            <p:spPr bwMode="auto">
              <a:xfrm>
                <a:off x="1008" y="2400"/>
                <a:ext cx="1056" cy="192"/>
              </a:xfrm>
              <a:prstGeom prst="rect">
                <a:avLst/>
              </a:prstGeom>
              <a:solidFill>
                <a:schemeClr val="accent6">
                  <a:lumMod val="75000"/>
                </a:schemeClr>
              </a:solidFill>
              <a:ln w="9525">
                <a:solidFill>
                  <a:schemeClr val="tx1"/>
                </a:solidFill>
                <a:miter lim="800000"/>
                <a:headEnd/>
                <a:tailEnd/>
              </a:ln>
              <a:effectLst/>
            </p:spPr>
            <p:txBody>
              <a:bodyPr wrap="none" anchor="ctr"/>
              <a:lstStyle/>
              <a:p>
                <a:pPr algn="ctr" eaLnBrk="1" hangingPunct="1"/>
                <a:r>
                  <a:rPr kumimoji="1" lang="en-US" altLang="zh-CN" sz="1400" b="1" dirty="0">
                    <a:solidFill>
                      <a:schemeClr val="bg1"/>
                    </a:solidFill>
                    <a:latin typeface="微软雅黑" pitchFamily="34" charset="-122"/>
                    <a:ea typeface="微软雅黑" pitchFamily="34" charset="-122"/>
                  </a:rPr>
                  <a:t>DHCPDISCOVER</a:t>
                </a:r>
              </a:p>
            </p:txBody>
          </p:sp>
        </p:grpSp>
        <p:sp>
          <p:nvSpPr>
            <p:cNvPr id="35" name="Text Box 35"/>
            <p:cNvSpPr txBox="1">
              <a:spLocks noChangeArrowheads="1"/>
            </p:cNvSpPr>
            <p:nvPr/>
          </p:nvSpPr>
          <p:spPr bwMode="auto">
            <a:xfrm>
              <a:off x="2764" y="2025"/>
              <a:ext cx="428"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单播</a:t>
              </a:r>
            </a:p>
          </p:txBody>
        </p:sp>
      </p:grpSp>
      <p:pic>
        <p:nvPicPr>
          <p:cNvPr id="43" name="图片 4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549301" y="1912976"/>
            <a:ext cx="728974" cy="1020563"/>
          </a:xfrm>
          <a:prstGeom prst="rect">
            <a:avLst/>
          </a:prstGeom>
        </p:spPr>
      </p:pic>
      <p:pic>
        <p:nvPicPr>
          <p:cNvPr id="44"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367514" y="220348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75203" y="220348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6" name="Picture 197"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73411" y="1389351"/>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7" name="矩形 6"/>
          <p:cNvSpPr/>
          <p:nvPr/>
        </p:nvSpPr>
        <p:spPr>
          <a:xfrm>
            <a:off x="556964" y="3470555"/>
            <a:ext cx="8048776" cy="1015663"/>
          </a:xfrm>
          <a:prstGeom prst="rect">
            <a:avLst/>
          </a:prstGeom>
        </p:spPr>
        <p:txBody>
          <a:bodyPr wrap="square">
            <a:spAutoFit/>
          </a:bodyPr>
          <a:lstStyle/>
          <a:p>
            <a:pPr marL="285750" indent="-285750" eaLnBrk="0" hangingPunct="0">
              <a:lnSpc>
                <a:spcPts val="2400"/>
              </a:lnSpc>
              <a:buClr>
                <a:srgbClr val="0070C0"/>
              </a:buClr>
              <a:buFont typeface="Wingdings" pitchFamily="2" charset="2"/>
              <a:buChar char="l"/>
            </a:pPr>
            <a:r>
              <a:rPr lang="en-US" altLang="zh-CN" sz="1600" b="1" dirty="0">
                <a:latin typeface="微软雅黑" pitchFamily="34" charset="-122"/>
                <a:ea typeface="微软雅黑" pitchFamily="34" charset="-122"/>
              </a:rPr>
              <a:t>DHCP </a:t>
            </a:r>
            <a:r>
              <a:rPr lang="zh-CN" altLang="en-US" sz="1600" b="1" dirty="0">
                <a:latin typeface="微软雅黑" pitchFamily="34" charset="-122"/>
                <a:ea typeface="微软雅黑" pitchFamily="34" charset="-122"/>
              </a:rPr>
              <a:t>中继代理收到主机广播发送的发现报文后，就以</a:t>
            </a:r>
            <a:r>
              <a:rPr lang="zh-CN" altLang="en-US" sz="1600" b="1" dirty="0">
                <a:solidFill>
                  <a:srgbClr val="C00000"/>
                </a:solidFill>
                <a:latin typeface="微软雅黑" pitchFamily="34" charset="-122"/>
                <a:ea typeface="微软雅黑" pitchFamily="34" charset="-122"/>
              </a:rPr>
              <a:t>单播</a:t>
            </a:r>
            <a:r>
              <a:rPr lang="zh-CN" altLang="en-US" sz="1600" b="1" dirty="0">
                <a:latin typeface="微软雅黑" pitchFamily="34" charset="-122"/>
                <a:ea typeface="微软雅黑" pitchFamily="34" charset="-122"/>
              </a:rPr>
              <a:t>方式向 </a:t>
            </a:r>
            <a:r>
              <a:rPr lang="en-US" altLang="zh-CN" sz="1600" b="1" dirty="0">
                <a:latin typeface="微软雅黑" pitchFamily="34" charset="-122"/>
                <a:ea typeface="微软雅黑" pitchFamily="34" charset="-122"/>
              </a:rPr>
              <a:t>DHCP </a:t>
            </a:r>
            <a:r>
              <a:rPr lang="zh-CN" altLang="en-US" sz="1600" b="1" dirty="0">
                <a:latin typeface="微软雅黑" pitchFamily="34" charset="-122"/>
                <a:ea typeface="微软雅黑" pitchFamily="34" charset="-122"/>
              </a:rPr>
              <a:t>服务器转发此报文，并等待其回答。</a:t>
            </a:r>
            <a:endParaRPr lang="en-US" altLang="zh-CN" sz="1600" b="1" dirty="0">
              <a:latin typeface="微软雅黑" pitchFamily="34" charset="-122"/>
              <a:ea typeface="微软雅黑" pitchFamily="34" charset="-122"/>
            </a:endParaRPr>
          </a:p>
          <a:p>
            <a:pPr marL="285750" indent="-285750" eaLnBrk="0" hangingPunct="0">
              <a:lnSpc>
                <a:spcPts val="2400"/>
              </a:lnSpc>
              <a:buClr>
                <a:srgbClr val="0070C0"/>
              </a:buClr>
              <a:buFont typeface="Wingdings" pitchFamily="2" charset="2"/>
              <a:buChar char="l"/>
            </a:pPr>
            <a:r>
              <a:rPr lang="zh-CN" altLang="en-US" sz="1600" b="1" dirty="0">
                <a:latin typeface="微软雅黑" pitchFamily="34" charset="-122"/>
                <a:ea typeface="微软雅黑" pitchFamily="34" charset="-122"/>
              </a:rPr>
              <a:t>收到 </a:t>
            </a:r>
            <a:r>
              <a:rPr lang="en-US" altLang="zh-CN" sz="1600" b="1" dirty="0">
                <a:latin typeface="微软雅黑" pitchFamily="34" charset="-122"/>
                <a:ea typeface="微软雅黑" pitchFamily="34" charset="-122"/>
              </a:rPr>
              <a:t>DHCP </a:t>
            </a:r>
            <a:r>
              <a:rPr lang="zh-CN" altLang="en-US" sz="1600" b="1" dirty="0">
                <a:latin typeface="微软雅黑" pitchFamily="34" charset="-122"/>
                <a:ea typeface="微软雅黑" pitchFamily="34" charset="-122"/>
              </a:rPr>
              <a:t>服务器回答的提供报文后，</a:t>
            </a:r>
            <a:r>
              <a:rPr lang="en-US" altLang="zh-CN" sz="1600" b="1" dirty="0">
                <a:latin typeface="微软雅黑" pitchFamily="34" charset="-122"/>
                <a:ea typeface="微软雅黑" pitchFamily="34" charset="-122"/>
              </a:rPr>
              <a:t>DHCP </a:t>
            </a:r>
            <a:r>
              <a:rPr lang="zh-CN" altLang="en-US" sz="1600" b="1" dirty="0">
                <a:latin typeface="微软雅黑" pitchFamily="34" charset="-122"/>
                <a:ea typeface="微软雅黑" pitchFamily="34" charset="-122"/>
              </a:rPr>
              <a:t>中继代理再将其发回给主机。</a:t>
            </a:r>
          </a:p>
        </p:txBody>
      </p:sp>
      <p:sp>
        <p:nvSpPr>
          <p:cNvPr id="25" name="对话气泡: 矩形 24">
            <a:extLst>
              <a:ext uri="{FF2B5EF4-FFF2-40B4-BE49-F238E27FC236}">
                <a16:creationId xmlns:a16="http://schemas.microsoft.com/office/drawing/2014/main" id="{F6ACA5AF-2F46-AD59-F378-8C7100318E03}"/>
              </a:ext>
            </a:extLst>
          </p:cNvPr>
          <p:cNvSpPr/>
          <p:nvPr/>
        </p:nvSpPr>
        <p:spPr>
          <a:xfrm>
            <a:off x="3332183" y="1158870"/>
            <a:ext cx="1798449" cy="342677"/>
          </a:xfrm>
          <a:prstGeom prst="wedgeRectCallout">
            <a:avLst>
              <a:gd name="adj1" fmla="val -60196"/>
              <a:gd name="adj2" fmla="val 81223"/>
            </a:avLst>
          </a:prstGeom>
        </p:spPr>
        <p:style>
          <a:lnRef idx="1">
            <a:schemeClr val="accent2"/>
          </a:lnRef>
          <a:fillRef idx="2">
            <a:schemeClr val="accent2"/>
          </a:fillRef>
          <a:effectRef idx="1">
            <a:schemeClr val="accent2"/>
          </a:effectRef>
          <a:fontRef idx="minor">
            <a:schemeClr val="dk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仅限于本地网络</a:t>
            </a:r>
          </a:p>
        </p:txBody>
      </p:sp>
    </p:spTree>
    <p:custDataLst>
      <p:tags r:id="rId1"/>
    </p:custDataLst>
    <p:extLst>
      <p:ext uri="{BB962C8B-B14F-4D97-AF65-F5344CB8AC3E}">
        <p14:creationId xmlns:p14="http://schemas.microsoft.com/office/powerpoint/2010/main" val="2568112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2000"/>
                                        <p:tgtEl>
                                          <p:spTgt spid="28"/>
                                        </p:tgtEl>
                                      </p:cBhvr>
                                    </p:animEffect>
                                  </p:childTnLst>
                                </p:cTn>
                              </p:par>
                            </p:childTnLst>
                          </p:cTn>
                        </p:par>
                        <p:par>
                          <p:cTn id="8" fill="hold">
                            <p:stCondLst>
                              <p:cond delay="2000"/>
                            </p:stCondLst>
                            <p:childTnLst>
                              <p:par>
                                <p:cTn id="9" presetID="53" presetClass="entr" presetSubtype="16"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p:cTn id="11" dur="500" fill="hold"/>
                                        <p:tgtEl>
                                          <p:spTgt spid="25"/>
                                        </p:tgtEl>
                                        <p:attrNameLst>
                                          <p:attrName>ppt_w</p:attrName>
                                        </p:attrNameLst>
                                      </p:cBhvr>
                                      <p:tavLst>
                                        <p:tav tm="0">
                                          <p:val>
                                            <p:fltVal val="0"/>
                                          </p:val>
                                        </p:tav>
                                        <p:tav tm="100000">
                                          <p:val>
                                            <p:strVal val="#ppt_w"/>
                                          </p:val>
                                        </p:tav>
                                      </p:tavLst>
                                    </p:anim>
                                    <p:anim calcmode="lin" valueType="num">
                                      <p:cBhvr>
                                        <p:cTn id="12" dur="500" fill="hold"/>
                                        <p:tgtEl>
                                          <p:spTgt spid="25"/>
                                        </p:tgtEl>
                                        <p:attrNameLst>
                                          <p:attrName>ppt_h</p:attrName>
                                        </p:attrNameLst>
                                      </p:cBhvr>
                                      <p:tavLst>
                                        <p:tav tm="0">
                                          <p:val>
                                            <p:fltVal val="0"/>
                                          </p:val>
                                        </p:tav>
                                        <p:tav tm="100000">
                                          <p:val>
                                            <p:strVal val="#ppt_h"/>
                                          </p:val>
                                        </p:tav>
                                      </p:tavLst>
                                    </p:anim>
                                    <p:animEffect transition="in" filter="fade">
                                      <p:cBhvr>
                                        <p:cTn id="13" dur="500"/>
                                        <p:tgtEl>
                                          <p:spTgt spid="25"/>
                                        </p:tgtEl>
                                      </p:cBhvr>
                                    </p:animEffect>
                                  </p:childTnLst>
                                </p:cTn>
                              </p:par>
                            </p:childTnLst>
                          </p:cTn>
                        </p:par>
                      </p:childTnLst>
                    </p:cTn>
                  </p:par>
                  <p:par>
                    <p:cTn id="14" fill="hold">
                      <p:stCondLst>
                        <p:cond delay="indefinite"/>
                      </p:stCondLst>
                      <p:childTnLst>
                        <p:par>
                          <p:cTn id="15" fill="hold">
                            <p:stCondLst>
                              <p:cond delay="0"/>
                            </p:stCondLst>
                            <p:childTnLst>
                              <p:par>
                                <p:cTn id="16" presetID="35" presetClass="emph" presetSubtype="0" repeatCount="5000" fill="hold" grpId="0" nodeType="clickEffect">
                                  <p:stCondLst>
                                    <p:cond delay="0"/>
                                  </p:stCondLst>
                                  <p:childTnLst>
                                    <p:anim calcmode="discrete" valueType="str">
                                      <p:cBhvr>
                                        <p:cTn id="17" dur="1000" fill="hold"/>
                                        <p:tgtEl>
                                          <p:spTgt spid="27"/>
                                        </p:tgtEl>
                                        <p:attrNameLst>
                                          <p:attrName>style.visibility</p:attrName>
                                        </p:attrNameLst>
                                      </p:cBhvr>
                                      <p:tavLst>
                                        <p:tav tm="0">
                                          <p:val>
                                            <p:strVal val="hidden"/>
                                          </p:val>
                                        </p:tav>
                                        <p:tav tm="50000">
                                          <p:val>
                                            <p:strVal val="visible"/>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7">
                                            <p:txEl>
                                              <p:pRg st="0" end="0"/>
                                            </p:txEl>
                                          </p:spTgt>
                                        </p:tgtEl>
                                        <p:attrNameLst>
                                          <p:attrName>style.visibility</p:attrName>
                                        </p:attrNameLst>
                                      </p:cBhvr>
                                      <p:to>
                                        <p:strVal val="visible"/>
                                      </p:to>
                                    </p:set>
                                    <p:animEffect transition="in" filter="fade">
                                      <p:cBhvr>
                                        <p:cTn id="22" dur="1000"/>
                                        <p:tgtEl>
                                          <p:spTgt spid="7">
                                            <p:txEl>
                                              <p:pRg st="0" end="0"/>
                                            </p:txEl>
                                          </p:spTgt>
                                        </p:tgtEl>
                                      </p:cBhvr>
                                    </p:animEffect>
                                    <p:anim calcmode="lin" valueType="num">
                                      <p:cBhvr>
                                        <p:cTn id="23"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24"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par>
                          <p:cTn id="25" fill="hold">
                            <p:stCondLst>
                              <p:cond delay="1000"/>
                            </p:stCondLst>
                            <p:childTnLst>
                              <p:par>
                                <p:cTn id="26" presetID="22" presetClass="entr" presetSubtype="8" fill="hold" nodeType="afterEffect">
                                  <p:stCondLst>
                                    <p:cond delay="0"/>
                                  </p:stCondLst>
                                  <p:childTnLst>
                                    <p:set>
                                      <p:cBhvr>
                                        <p:cTn id="27" dur="1" fill="hold">
                                          <p:stCondLst>
                                            <p:cond delay="0"/>
                                          </p:stCondLst>
                                        </p:cTn>
                                        <p:tgtEl>
                                          <p:spTgt spid="33"/>
                                        </p:tgtEl>
                                        <p:attrNameLst>
                                          <p:attrName>style.visibility</p:attrName>
                                        </p:attrNameLst>
                                      </p:cBhvr>
                                      <p:to>
                                        <p:strVal val="visible"/>
                                      </p:to>
                                    </p:set>
                                    <p:animEffect transition="in" filter="wipe(left)">
                                      <p:cBhvr>
                                        <p:cTn id="28" dur="2000"/>
                                        <p:tgtEl>
                                          <p:spTgt spid="33"/>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7">
                                            <p:txEl>
                                              <p:pRg st="1" end="1"/>
                                            </p:txEl>
                                          </p:spTgt>
                                        </p:tgtEl>
                                        <p:attrNameLst>
                                          <p:attrName>style.visibility</p:attrName>
                                        </p:attrNameLst>
                                      </p:cBhvr>
                                      <p:to>
                                        <p:strVal val="visible"/>
                                      </p:to>
                                    </p:set>
                                    <p:animEffect transition="in" filter="fade">
                                      <p:cBhvr>
                                        <p:cTn id="33" dur="1000"/>
                                        <p:tgtEl>
                                          <p:spTgt spid="7">
                                            <p:txEl>
                                              <p:pRg st="1" end="1"/>
                                            </p:txEl>
                                          </p:spTgt>
                                        </p:tgtEl>
                                      </p:cBhvr>
                                    </p:animEffect>
                                    <p:anim calcmode="lin" valueType="num">
                                      <p:cBhvr>
                                        <p:cTn id="34"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35"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7" grpId="0" uiExpand="1" build="p"/>
      <p:bldP spid="25"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028"/>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519475" y="574901"/>
            <a:ext cx="21050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的应用</a:t>
            </a:r>
            <a:endParaRPr lang="en-US" altLang="zh-CN" sz="2400" b="1" dirty="0">
              <a:solidFill>
                <a:schemeClr val="bg1"/>
              </a:solidFill>
              <a:latin typeface="微软雅黑" pitchFamily="34" charset="-122"/>
              <a:ea typeface="微软雅黑" pitchFamily="34" charset="-122"/>
            </a:endParaRPr>
          </a:p>
        </p:txBody>
      </p:sp>
      <p:pic>
        <p:nvPicPr>
          <p:cNvPr id="6" name="图片 5" descr="图形用户界面, 文本, 应用程序&#10;&#10;AI 生成的内容可能不正确。">
            <a:extLst>
              <a:ext uri="{FF2B5EF4-FFF2-40B4-BE49-F238E27FC236}">
                <a16:creationId xmlns:a16="http://schemas.microsoft.com/office/drawing/2014/main" id="{58EE20AD-A3CA-EB6C-47E3-09281F70777F}"/>
              </a:ext>
            </a:extLst>
          </p:cNvPr>
          <p:cNvPicPr>
            <a:picLocks noChangeAspect="1"/>
          </p:cNvPicPr>
          <p:nvPr/>
        </p:nvPicPr>
        <p:blipFill>
          <a:blip r:embed="rId3"/>
          <a:stretch>
            <a:fillRect/>
          </a:stretch>
        </p:blipFill>
        <p:spPr>
          <a:xfrm>
            <a:off x="1765322" y="1104147"/>
            <a:ext cx="5422059" cy="3621482"/>
          </a:xfrm>
          <a:prstGeom prst="rect">
            <a:avLst/>
          </a:prstGeom>
        </p:spPr>
      </p:pic>
    </p:spTree>
    <p:extLst>
      <p:ext uri="{BB962C8B-B14F-4D97-AF65-F5344CB8AC3E}">
        <p14:creationId xmlns:p14="http://schemas.microsoft.com/office/powerpoint/2010/main" val="41306104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9">
            <a:extLst>
              <a:ext uri="{FF2B5EF4-FFF2-40B4-BE49-F238E27FC236}">
                <a16:creationId xmlns:a16="http://schemas.microsoft.com/office/drawing/2014/main" id="{AA5BD971-04D9-FDB7-6C82-9E80D4E0EE94}"/>
              </a:ext>
            </a:extLst>
          </p:cNvPr>
          <p:cNvSpPr>
            <a:spLocks noChangeArrowheads="1"/>
          </p:cNvSpPr>
          <p:nvPr/>
        </p:nvSpPr>
        <p:spPr bwMode="auto">
          <a:xfrm>
            <a:off x="2629135" y="3276993"/>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1" name="Rectangle 10">
            <a:extLst>
              <a:ext uri="{FF2B5EF4-FFF2-40B4-BE49-F238E27FC236}">
                <a16:creationId xmlns:a16="http://schemas.microsoft.com/office/drawing/2014/main" id="{F2BE8FE0-96E1-D376-48F1-07F637E50005}"/>
              </a:ext>
            </a:extLst>
          </p:cNvPr>
          <p:cNvSpPr>
            <a:spLocks noChangeArrowheads="1"/>
          </p:cNvSpPr>
          <p:nvPr/>
        </p:nvSpPr>
        <p:spPr bwMode="auto">
          <a:xfrm>
            <a:off x="2629135" y="381180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2" name="Rectangle 9"/>
          <p:cNvSpPr>
            <a:spLocks noChangeArrowheads="1"/>
          </p:cNvSpPr>
          <p:nvPr/>
        </p:nvSpPr>
        <p:spPr bwMode="auto">
          <a:xfrm>
            <a:off x="2629135" y="113775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629135" y="1672566"/>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27"/>
          <p:cNvSpPr>
            <a:spLocks noChangeArrowheads="1"/>
          </p:cNvSpPr>
          <p:nvPr/>
        </p:nvSpPr>
        <p:spPr bwMode="auto">
          <a:xfrm>
            <a:off x="639730" y="1172169"/>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5" name="Rectangle 29"/>
          <p:cNvSpPr>
            <a:spLocks noChangeArrowheads="1"/>
          </p:cNvSpPr>
          <p:nvPr/>
        </p:nvSpPr>
        <p:spPr bwMode="auto">
          <a:xfrm>
            <a:off x="648619" y="1267101"/>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a:t>
            </a:r>
            <a:r>
              <a:rPr lang="en-US" altLang="zh-CN" sz="2000" b="1" dirty="0">
                <a:solidFill>
                  <a:srgbClr val="FFFF00"/>
                </a:solidFill>
                <a:latin typeface="微软雅黑" pitchFamily="34" charset="-122"/>
                <a:ea typeface="微软雅黑" pitchFamily="34" charset="-122"/>
              </a:rPr>
              <a:t>5</a:t>
            </a:r>
            <a:endParaRPr lang="fr-FR" altLang="zh-CN" sz="2000" b="1" dirty="0">
              <a:solidFill>
                <a:srgbClr val="FFFF00"/>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IPv6</a:t>
            </a:r>
            <a:endParaRPr lang="zh-CN" altLang="en-US" sz="2000" b="1" dirty="0">
              <a:solidFill>
                <a:schemeClr val="bg1"/>
              </a:solidFill>
              <a:latin typeface="微软雅黑" pitchFamily="34" charset="-122"/>
              <a:ea typeface="微软雅黑" pitchFamily="34" charset="-122"/>
            </a:endParaRPr>
          </a:p>
        </p:txBody>
      </p:sp>
      <p:sp>
        <p:nvSpPr>
          <p:cNvPr id="6" name="Rectangle 9"/>
          <p:cNvSpPr>
            <a:spLocks noChangeArrowheads="1"/>
          </p:cNvSpPr>
          <p:nvPr/>
        </p:nvSpPr>
        <p:spPr bwMode="auto">
          <a:xfrm>
            <a:off x="2629135" y="2207375"/>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7" name="Rectangle 10"/>
          <p:cNvSpPr>
            <a:spLocks noChangeArrowheads="1"/>
          </p:cNvSpPr>
          <p:nvPr/>
        </p:nvSpPr>
        <p:spPr bwMode="auto">
          <a:xfrm>
            <a:off x="2629135" y="2742184"/>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9" name="Line 16"/>
          <p:cNvSpPr>
            <a:spLocks noChangeShapeType="1"/>
          </p:cNvSpPr>
          <p:nvPr/>
        </p:nvSpPr>
        <p:spPr bwMode="auto">
          <a:xfrm>
            <a:off x="3637198" y="1091496"/>
            <a:ext cx="0" cy="3190452"/>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 name="Rectangle 8"/>
          <p:cNvSpPr>
            <a:spLocks noChangeArrowheads="1"/>
          </p:cNvSpPr>
          <p:nvPr/>
        </p:nvSpPr>
        <p:spPr bwMode="auto">
          <a:xfrm>
            <a:off x="2700573" y="1137625"/>
            <a:ext cx="5621391"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dist">
              <a:lnSpc>
                <a:spcPts val="2100"/>
              </a:lnSpc>
            </a:pPr>
            <a:r>
              <a:rPr lang="en-US" altLang="zh-CN" sz="2000" b="1" dirty="0">
                <a:solidFill>
                  <a:schemeClr val="bg1"/>
                </a:solidFill>
                <a:latin typeface="微软雅黑" pitchFamily="34" charset="-122"/>
                <a:ea typeface="微软雅黑" pitchFamily="34" charset="-122"/>
              </a:rPr>
              <a:t>4.5.1                                           IPv6 </a:t>
            </a:r>
            <a:r>
              <a:rPr lang="zh-CN" altLang="en-US" sz="2000" b="1" dirty="0">
                <a:solidFill>
                  <a:schemeClr val="bg1"/>
                </a:solidFill>
                <a:latin typeface="微软雅黑" pitchFamily="34" charset="-122"/>
                <a:ea typeface="微软雅黑" pitchFamily="34" charset="-122"/>
              </a:rPr>
              <a:t>的地址</a:t>
            </a:r>
            <a:endParaRPr lang="en-US" altLang="zh-CN" sz="2000" b="1" dirty="0">
              <a:solidFill>
                <a:schemeClr val="bg1"/>
              </a:solidFill>
              <a:latin typeface="微软雅黑" pitchFamily="34" charset="-122"/>
              <a:ea typeface="微软雅黑" pitchFamily="34" charset="-122"/>
            </a:endParaRPr>
          </a:p>
          <a:p>
            <a:pPr algn="dist">
              <a:lnSpc>
                <a:spcPts val="2100"/>
              </a:lnSpc>
            </a:pPr>
            <a:endParaRPr lang="zh-CN" altLang="en-US" sz="2000" b="1" dirty="0">
              <a:solidFill>
                <a:schemeClr val="bg1"/>
              </a:solidFill>
              <a:latin typeface="微软雅黑" pitchFamily="34" charset="-122"/>
              <a:ea typeface="微软雅黑" pitchFamily="34" charset="-122"/>
            </a:endParaRPr>
          </a:p>
          <a:p>
            <a:pPr algn="dist">
              <a:lnSpc>
                <a:spcPts val="2100"/>
              </a:lnSpc>
            </a:pPr>
            <a:r>
              <a:rPr lang="en-US" altLang="zh-CN" sz="2000" b="1" dirty="0">
                <a:solidFill>
                  <a:schemeClr val="bg1"/>
                </a:solidFill>
                <a:latin typeface="微软雅黑" pitchFamily="34" charset="-122"/>
                <a:ea typeface="微软雅黑" pitchFamily="34" charset="-122"/>
              </a:rPr>
              <a:t>4.5.2                                     IPv6 </a:t>
            </a:r>
            <a:r>
              <a:rPr lang="zh-CN" altLang="en-US" sz="2000" b="1" dirty="0">
                <a:solidFill>
                  <a:schemeClr val="bg1"/>
                </a:solidFill>
                <a:latin typeface="微软雅黑" pitchFamily="34" charset="-122"/>
                <a:ea typeface="微软雅黑" pitchFamily="34" charset="-122"/>
              </a:rPr>
              <a:t>的基本首部</a:t>
            </a:r>
            <a:endParaRPr lang="en-US" altLang="zh-CN" sz="2000" b="1" dirty="0">
              <a:solidFill>
                <a:schemeClr val="bg1"/>
              </a:solidFill>
              <a:latin typeface="微软雅黑" pitchFamily="34" charset="-122"/>
              <a:ea typeface="微软雅黑" pitchFamily="34" charset="-122"/>
            </a:endParaRPr>
          </a:p>
          <a:p>
            <a:pPr algn="dist">
              <a:lnSpc>
                <a:spcPts val="2100"/>
              </a:lnSpc>
            </a:pPr>
            <a:endParaRPr lang="en-US" altLang="zh-CN" sz="2000" b="1" dirty="0">
              <a:solidFill>
                <a:schemeClr val="bg1"/>
              </a:solidFill>
              <a:latin typeface="微软雅黑" pitchFamily="34" charset="-122"/>
              <a:ea typeface="微软雅黑" pitchFamily="34" charset="-122"/>
            </a:endParaRPr>
          </a:p>
          <a:p>
            <a:pPr algn="dist">
              <a:lnSpc>
                <a:spcPts val="2100"/>
              </a:lnSpc>
            </a:pPr>
            <a:r>
              <a:rPr lang="en-US" altLang="zh-CN" sz="2000" b="1" dirty="0">
                <a:solidFill>
                  <a:schemeClr val="bg1"/>
                </a:solidFill>
                <a:latin typeface="微软雅黑" pitchFamily="34" charset="-122"/>
                <a:ea typeface="微软雅黑" pitchFamily="34" charset="-122"/>
              </a:rPr>
              <a:t>4.5.3                                     IPv6 </a:t>
            </a:r>
            <a:r>
              <a:rPr lang="zh-CN" altLang="en-US" sz="2000" b="1" dirty="0">
                <a:solidFill>
                  <a:schemeClr val="bg1"/>
                </a:solidFill>
                <a:latin typeface="微软雅黑" pitchFamily="34" charset="-122"/>
                <a:ea typeface="微软雅黑" pitchFamily="34" charset="-122"/>
              </a:rPr>
              <a:t>的扩展首部</a:t>
            </a:r>
            <a:endParaRPr lang="en-US" altLang="zh-CN" sz="2000" b="1" dirty="0">
              <a:solidFill>
                <a:schemeClr val="bg1"/>
              </a:solidFill>
              <a:latin typeface="微软雅黑" pitchFamily="34" charset="-122"/>
              <a:ea typeface="微软雅黑" pitchFamily="34" charset="-122"/>
            </a:endParaRPr>
          </a:p>
          <a:p>
            <a:pPr algn="dist">
              <a:lnSpc>
                <a:spcPts val="2100"/>
              </a:lnSpc>
            </a:pPr>
            <a:endParaRPr lang="zh-CN" altLang="en-US" sz="2000" b="1" dirty="0">
              <a:solidFill>
                <a:schemeClr val="bg1"/>
              </a:solidFill>
              <a:latin typeface="微软雅黑" pitchFamily="34" charset="-122"/>
              <a:ea typeface="微软雅黑" pitchFamily="34" charset="-122"/>
            </a:endParaRPr>
          </a:p>
          <a:p>
            <a:pPr algn="dist">
              <a:lnSpc>
                <a:spcPts val="2100"/>
              </a:lnSpc>
            </a:pPr>
            <a:r>
              <a:rPr lang="en-US" altLang="zh-CN" sz="2000" b="1" dirty="0">
                <a:solidFill>
                  <a:schemeClr val="bg1"/>
                </a:solidFill>
                <a:latin typeface="微软雅黑" pitchFamily="34" charset="-122"/>
                <a:ea typeface="微软雅黑" pitchFamily="34" charset="-122"/>
              </a:rPr>
              <a:t>4.5.4                                                 ICMPv6</a:t>
            </a:r>
          </a:p>
          <a:p>
            <a:pPr algn="dist">
              <a:lnSpc>
                <a:spcPts val="2100"/>
              </a:lnSpc>
            </a:pPr>
            <a:endParaRPr lang="en-US" altLang="zh-CN" sz="2000" b="1" dirty="0">
              <a:solidFill>
                <a:schemeClr val="bg1"/>
              </a:solidFill>
              <a:latin typeface="微软雅黑" pitchFamily="34" charset="-122"/>
              <a:ea typeface="微软雅黑" pitchFamily="34" charset="-122"/>
            </a:endParaRPr>
          </a:p>
          <a:p>
            <a:pPr algn="dist">
              <a:lnSpc>
                <a:spcPts val="2100"/>
              </a:lnSpc>
            </a:pPr>
            <a:r>
              <a:rPr lang="en-US" altLang="zh-CN" sz="2000" b="1" dirty="0">
                <a:solidFill>
                  <a:schemeClr val="bg1"/>
                </a:solidFill>
                <a:latin typeface="微软雅黑" pitchFamily="34" charset="-122"/>
                <a:ea typeface="微软雅黑" pitchFamily="34" charset="-122"/>
              </a:rPr>
              <a:t>4.5.5                                     IPv6 </a:t>
            </a:r>
            <a:r>
              <a:rPr lang="zh-CN" altLang="en-US" sz="2000" b="1" dirty="0">
                <a:solidFill>
                  <a:schemeClr val="bg1"/>
                </a:solidFill>
                <a:latin typeface="微软雅黑" pitchFamily="34" charset="-122"/>
                <a:ea typeface="微软雅黑" pitchFamily="34" charset="-122"/>
              </a:rPr>
              <a:t>地址的配置</a:t>
            </a:r>
            <a:endParaRPr lang="en-US" altLang="zh-CN" sz="2000" b="1" dirty="0">
              <a:solidFill>
                <a:schemeClr val="bg1"/>
              </a:solidFill>
              <a:latin typeface="微软雅黑" pitchFamily="34" charset="-122"/>
              <a:ea typeface="微软雅黑" pitchFamily="34" charset="-122"/>
            </a:endParaRPr>
          </a:p>
          <a:p>
            <a:pPr algn="dist">
              <a:lnSpc>
                <a:spcPts val="2100"/>
              </a:lnSpc>
            </a:pPr>
            <a:endParaRPr lang="en-US" altLang="zh-CN" sz="2000" b="1" dirty="0">
              <a:solidFill>
                <a:schemeClr val="bg1"/>
              </a:solidFill>
              <a:latin typeface="微软雅黑" pitchFamily="34" charset="-122"/>
              <a:ea typeface="微软雅黑" pitchFamily="34" charset="-122"/>
            </a:endParaRPr>
          </a:p>
          <a:p>
            <a:pPr algn="dist">
              <a:lnSpc>
                <a:spcPts val="2100"/>
              </a:lnSpc>
            </a:pPr>
            <a:r>
              <a:rPr lang="en-US" altLang="zh-CN" sz="2000" b="1" dirty="0">
                <a:solidFill>
                  <a:schemeClr val="bg1"/>
                </a:solidFill>
                <a:latin typeface="微软雅黑" pitchFamily="34" charset="-122"/>
                <a:ea typeface="微软雅黑" pitchFamily="34" charset="-122"/>
              </a:rPr>
              <a:t>4.5.6                              </a:t>
            </a:r>
            <a:r>
              <a:rPr lang="zh-CN" altLang="en-US" sz="2000" b="1" dirty="0">
                <a:solidFill>
                  <a:schemeClr val="bg1"/>
                </a:solidFill>
                <a:latin typeface="微软雅黑" pitchFamily="34" charset="-122"/>
                <a:ea typeface="微软雅黑" pitchFamily="34" charset="-122"/>
              </a:rPr>
              <a:t>从 </a:t>
            </a:r>
            <a:r>
              <a:rPr lang="en-US" altLang="zh-CN" sz="2000" b="1" dirty="0">
                <a:solidFill>
                  <a:schemeClr val="bg1"/>
                </a:solidFill>
                <a:latin typeface="微软雅黑" pitchFamily="34" charset="-122"/>
                <a:ea typeface="微软雅黑" pitchFamily="34" charset="-122"/>
              </a:rPr>
              <a:t>IPv4 </a:t>
            </a:r>
            <a:r>
              <a:rPr lang="zh-CN" altLang="en-US" sz="2000" b="1" dirty="0">
                <a:solidFill>
                  <a:schemeClr val="bg1"/>
                </a:solidFill>
                <a:latin typeface="微软雅黑" pitchFamily="34" charset="-122"/>
                <a:ea typeface="微软雅黑" pitchFamily="34" charset="-122"/>
              </a:rPr>
              <a:t>向 </a:t>
            </a: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过渡</a:t>
            </a:r>
            <a:r>
              <a:rPr lang="en-US" altLang="zh-CN" sz="2000" b="1" dirty="0">
                <a:solidFill>
                  <a:schemeClr val="bg1"/>
                </a:solidFill>
                <a:latin typeface="微软雅黑" pitchFamily="34" charset="-122"/>
                <a:ea typeface="微软雅黑" pitchFamily="34" charset="-122"/>
              </a:rPr>
              <a:t> </a:t>
            </a:r>
          </a:p>
        </p:txBody>
      </p:sp>
    </p:spTree>
    <p:extLst>
      <p:ext uri="{BB962C8B-B14F-4D97-AF65-F5344CB8AC3E}">
        <p14:creationId xmlns:p14="http://schemas.microsoft.com/office/powerpoint/2010/main" val="338242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grpId="0" nodeType="clickEffect">
                                  <p:stCondLst>
                                    <p:cond delay="0"/>
                                  </p:stCondLst>
                                  <p:childTnLst>
                                    <p:anim calcmode="discrete" valueType="str">
                                      <p:cBhvr>
                                        <p:cTn id="6"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grpId="0" nodeType="clickEffect">
                                  <p:stCondLst>
                                    <p:cond delay="0"/>
                                  </p:stCondLst>
                                  <p:childTnLst>
                                    <p:anim calcmode="discrete" valueType="str">
                                      <p:cBhvr>
                                        <p:cTn id="10"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2000" fill="hold" grpId="0" nodeType="clickEffect">
                                  <p:stCondLst>
                                    <p:cond delay="0"/>
                                  </p:stCondLst>
                                  <p:childTnLst>
                                    <p:anim calcmode="discrete" valueType="str">
                                      <p:cBhvr>
                                        <p:cTn id="14"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2000" fill="hold" grpId="0" nodeType="clickEffect">
                                  <p:stCondLst>
                                    <p:cond delay="0"/>
                                  </p:stCondLst>
                                  <p:childTnLst>
                                    <p:anim calcmode="discrete" valueType="str">
                                      <p:cBhvr>
                                        <p:cTn id="18"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2000" fill="hold" grpId="0" nodeType="clickEffect">
                                  <p:stCondLst>
                                    <p:cond delay="0"/>
                                  </p:stCondLst>
                                  <p:childTnLst>
                                    <p:anim calcmode="discrete" valueType="str">
                                      <p:cBhvr>
                                        <p:cTn id="22"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par>
                    <p:cTn id="23" fill="hold">
                      <p:stCondLst>
                        <p:cond delay="indefinite"/>
                      </p:stCondLst>
                      <p:childTnLst>
                        <p:par>
                          <p:cTn id="24" fill="hold">
                            <p:stCondLst>
                              <p:cond delay="0"/>
                            </p:stCondLst>
                            <p:childTnLst>
                              <p:par>
                                <p:cTn id="25" presetID="35" presetClass="emph" presetSubtype="0" repeatCount="2000" fill="hold" grpId="0" nodeType="clickEffect">
                                  <p:stCondLst>
                                    <p:cond delay="0"/>
                                  </p:stCondLst>
                                  <p:childTnLst>
                                    <p:anim calcmode="discrete" valueType="str">
                                      <p:cBhvr>
                                        <p:cTn id="26"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1" grpId="0" animBg="1"/>
      <p:bldP spid="2" grpId="0" animBg="1"/>
      <p:bldP spid="3" grpId="0" animBg="1"/>
      <p:bldP spid="6" grpId="0" animBg="1"/>
      <p:bldP spid="7"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45145" y="995494"/>
            <a:ext cx="8053712" cy="2900794"/>
          </a:xfrm>
          <a:prstGeom prst="rect">
            <a:avLst/>
          </a:prstGeom>
        </p:spPr>
        <p:txBody>
          <a:bodyPr wrap="square">
            <a:spAutoFit/>
          </a:bodyPr>
          <a:lstStyle/>
          <a:p>
            <a:pPr marL="357188" indent="-357188"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是互联网的核心协议。</a:t>
            </a:r>
          </a:p>
          <a:p>
            <a:pPr marL="357188" indent="-357188"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地址耗尽问题：</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2011 </a:t>
            </a:r>
            <a:r>
              <a:rPr lang="zh-CN" altLang="en-US" sz="2000" b="1" dirty="0">
                <a:latin typeface="微软雅黑" pitchFamily="34" charset="-122"/>
                <a:ea typeface="微软雅黑" pitchFamily="34" charset="-122"/>
              </a:rPr>
              <a:t>年 </a:t>
            </a: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月，</a:t>
            </a:r>
            <a:r>
              <a:rPr lang="en-US" altLang="zh-CN" sz="2000" b="1" dirty="0">
                <a:latin typeface="微软雅黑" pitchFamily="34" charset="-122"/>
                <a:ea typeface="微软雅黑" pitchFamily="34" charset="-122"/>
              </a:rPr>
              <a:t>IANA IPv4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32 </a:t>
            </a:r>
            <a:r>
              <a:rPr lang="zh-CN" altLang="en-US" sz="2000" b="1" dirty="0">
                <a:latin typeface="微软雅黑" pitchFamily="34" charset="-122"/>
                <a:ea typeface="微软雅黑" pitchFamily="34" charset="-122"/>
              </a:rPr>
              <a:t>位地址已经耗尽。</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各地区互联网地址分配机构也相继宣布地址耗尽。</a:t>
            </a: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我国在 </a:t>
            </a:r>
            <a:r>
              <a:rPr lang="en-US" altLang="zh-CN" sz="2000" b="1" dirty="0">
                <a:latin typeface="微软雅黑" pitchFamily="34" charset="-122"/>
                <a:ea typeface="微软雅黑" pitchFamily="34" charset="-122"/>
              </a:rPr>
              <a:t>2014 – 2015 </a:t>
            </a:r>
            <a:r>
              <a:rPr lang="zh-CN" altLang="en-US" sz="2000" b="1" dirty="0">
                <a:latin typeface="微软雅黑" pitchFamily="34" charset="-122"/>
                <a:ea typeface="微软雅黑" pitchFamily="34" charset="-122"/>
              </a:rPr>
              <a:t>年也逐步停止了向新用户和应用分配 </a:t>
            </a:r>
            <a:r>
              <a:rPr lang="en-US" altLang="zh-CN" sz="2000" b="1" dirty="0">
                <a:latin typeface="微软雅黑" pitchFamily="34" charset="-122"/>
                <a:ea typeface="微软雅黑" pitchFamily="34" charset="-122"/>
              </a:rPr>
              <a:t>IPv4 </a:t>
            </a:r>
            <a:r>
              <a:rPr lang="zh-CN" altLang="en-US" sz="2000" b="1" dirty="0">
                <a:latin typeface="微软雅黑" pitchFamily="34" charset="-122"/>
                <a:ea typeface="微软雅黑" pitchFamily="34" charset="-122"/>
              </a:rPr>
              <a:t>地址。</a:t>
            </a:r>
          </a:p>
          <a:p>
            <a:pPr marL="357188" indent="-357188"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根本解决措施：</a:t>
            </a:r>
            <a:r>
              <a:rPr lang="zh-CN" altLang="en-US" sz="2000" b="1" dirty="0">
                <a:latin typeface="微软雅黑" pitchFamily="34" charset="-122"/>
                <a:ea typeface="微软雅黑" pitchFamily="34" charset="-122"/>
              </a:rPr>
              <a:t>采用具有更大地址空间的新版本的 </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，即 </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a:t>
            </a:r>
          </a:p>
        </p:txBody>
      </p:sp>
      <p:sp>
        <p:nvSpPr>
          <p:cNvPr id="5" name="AutoShape 5"/>
          <p:cNvSpPr>
            <a:spLocks noChangeArrowheads="1"/>
          </p:cNvSpPr>
          <p:nvPr/>
        </p:nvSpPr>
        <p:spPr bwMode="auto">
          <a:xfrm>
            <a:off x="545144" y="605478"/>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156973" y="580791"/>
            <a:ext cx="48329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4.5  </a:t>
            </a:r>
            <a:r>
              <a:rPr lang="en-US" altLang="zh-CN" sz="2400" b="1" dirty="0">
                <a:solidFill>
                  <a:schemeClr val="bg1"/>
                </a:solidFill>
                <a:latin typeface="微软雅黑" pitchFamily="34" charset="-122"/>
                <a:ea typeface="微软雅黑" pitchFamily="34" charset="-122"/>
              </a:rPr>
              <a:t>IPv6</a:t>
            </a:r>
          </a:p>
        </p:txBody>
      </p:sp>
    </p:spTree>
    <p:extLst>
      <p:ext uri="{BB962C8B-B14F-4D97-AF65-F5344CB8AC3E}">
        <p14:creationId xmlns:p14="http://schemas.microsoft.com/office/powerpoint/2010/main" val="429077513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9205"/>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173219" y="578342"/>
            <a:ext cx="27975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4.5.1  IPv6 </a:t>
            </a:r>
            <a:r>
              <a:rPr lang="zh-CN" altLang="en-US" sz="2400" b="1" dirty="0">
                <a:solidFill>
                  <a:schemeClr val="bg1"/>
                </a:solidFill>
                <a:latin typeface="微软雅黑" pitchFamily="34" charset="-122"/>
                <a:ea typeface="微软雅黑" pitchFamily="34" charset="-122"/>
              </a:rPr>
              <a:t>的地址</a:t>
            </a:r>
          </a:p>
        </p:txBody>
      </p:sp>
      <p:sp>
        <p:nvSpPr>
          <p:cNvPr id="4" name="Rectangle 8"/>
          <p:cNvSpPr>
            <a:spLocks noChangeArrowheads="1"/>
          </p:cNvSpPr>
          <p:nvPr/>
        </p:nvSpPr>
        <p:spPr bwMode="auto">
          <a:xfrm>
            <a:off x="545143" y="1003236"/>
            <a:ext cx="8053711" cy="2660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400"/>
              </a:lnSpc>
              <a:buClr>
                <a:srgbClr val="0070C0"/>
              </a:buClr>
              <a:buFont typeface="Wingdings" pitchFamily="2" charset="2"/>
              <a:buChar char="l"/>
            </a:pP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拥有更大的地址空间，其地址位数从</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的</a:t>
            </a:r>
            <a:r>
              <a:rPr lang="en-US" altLang="zh-CN" sz="2000" b="1" dirty="0">
                <a:latin typeface="微软雅黑" pitchFamily="34" charset="-122"/>
                <a:ea typeface="微软雅黑" pitchFamily="34" charset="-122"/>
              </a:rPr>
              <a:t>32</a:t>
            </a:r>
            <a:r>
              <a:rPr lang="zh-CN" altLang="en-US" sz="2000" b="1" dirty="0">
                <a:latin typeface="微软雅黑" pitchFamily="34" charset="-122"/>
                <a:ea typeface="微软雅黑" pitchFamily="34" charset="-122"/>
              </a:rPr>
              <a:t>位增大到</a:t>
            </a:r>
            <a:r>
              <a:rPr lang="en-US" altLang="zh-CN" sz="2000" b="1" dirty="0">
                <a:latin typeface="微软雅黑" pitchFamily="34" charset="-122"/>
                <a:ea typeface="微软雅黑" pitchFamily="34" charset="-122"/>
              </a:rPr>
              <a:t>4</a:t>
            </a:r>
            <a:r>
              <a:rPr lang="zh-CN" altLang="en-US" sz="2000" b="1" dirty="0">
                <a:latin typeface="微软雅黑" pitchFamily="34" charset="-122"/>
                <a:ea typeface="微软雅黑" pitchFamily="34" charset="-122"/>
              </a:rPr>
              <a:t>倍，即增大到</a:t>
            </a:r>
            <a:r>
              <a:rPr lang="en-US" altLang="zh-CN" sz="2000" b="1" dirty="0">
                <a:latin typeface="微软雅黑" pitchFamily="34" charset="-122"/>
                <a:ea typeface="微软雅黑" pitchFamily="34" charset="-122"/>
              </a:rPr>
              <a:t>128</a:t>
            </a:r>
            <a:r>
              <a:rPr lang="zh-CN" altLang="en-US" sz="2000" b="1" dirty="0">
                <a:latin typeface="微软雅黑" pitchFamily="34" charset="-122"/>
                <a:ea typeface="微软雅黑" pitchFamily="34" charset="-122"/>
              </a:rPr>
              <a:t>位，有</a:t>
            </a:r>
            <a:r>
              <a:rPr lang="en-US" altLang="zh-CN" sz="2000" b="1" dirty="0">
                <a:latin typeface="微软雅黑" pitchFamily="34" charset="-122"/>
                <a:ea typeface="微软雅黑" pitchFamily="34" charset="-122"/>
              </a:rPr>
              <a:t>2</a:t>
            </a:r>
            <a:r>
              <a:rPr lang="en-US" altLang="zh-CN" sz="2000" b="1" baseline="30000" dirty="0">
                <a:latin typeface="微软雅黑" pitchFamily="34" charset="-122"/>
                <a:ea typeface="微软雅黑" pitchFamily="34" charset="-122"/>
              </a:rPr>
              <a:t>128</a:t>
            </a:r>
            <a:r>
              <a:rPr lang="zh-CN" altLang="en-US" sz="2000" b="1" dirty="0">
                <a:latin typeface="微软雅黑" pitchFamily="34" charset="-122"/>
                <a:ea typeface="微软雅黑" pitchFamily="34" charset="-122"/>
              </a:rPr>
              <a:t>个地址，地址数增大了</a:t>
            </a:r>
            <a:r>
              <a:rPr lang="en-US" altLang="zh-CN" sz="2000" b="1" dirty="0">
                <a:latin typeface="微软雅黑" pitchFamily="34" charset="-122"/>
                <a:ea typeface="微软雅黑" pitchFamily="34" charset="-122"/>
              </a:rPr>
              <a:t>2</a:t>
            </a:r>
            <a:r>
              <a:rPr lang="en-US" altLang="zh-CN" sz="2000" b="1" baseline="30000" dirty="0">
                <a:latin typeface="微软雅黑" pitchFamily="34" charset="-122"/>
                <a:ea typeface="微软雅黑" pitchFamily="34" charset="-122"/>
              </a:rPr>
              <a:t>96</a:t>
            </a:r>
            <a:r>
              <a:rPr lang="zh-CN" altLang="en-US" sz="2000" b="1" dirty="0">
                <a:latin typeface="微软雅黑" pitchFamily="34" charset="-122"/>
                <a:ea typeface="微软雅黑" pitchFamily="34" charset="-122"/>
              </a:rPr>
              <a:t>倍。</a:t>
            </a:r>
            <a:endParaRPr lang="en-US" altLang="zh-CN" sz="2000" b="1" dirty="0">
              <a:latin typeface="微软雅黑" pitchFamily="34" charset="-122"/>
              <a:ea typeface="微软雅黑" pitchFamily="34" charset="-122"/>
            </a:endParaRPr>
          </a:p>
          <a:p>
            <a:pPr marL="285750" indent="-285750">
              <a:lnSpc>
                <a:spcPts val="3400"/>
              </a:lnSpc>
              <a:buClr>
                <a:srgbClr val="0070C0"/>
              </a:buClr>
              <a:buFont typeface="Wingdings" pitchFamily="2" charset="2"/>
              <a:buChar char="l"/>
            </a:pP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约有</a:t>
            </a:r>
            <a:r>
              <a:rPr lang="en-US" altLang="zh-CN" sz="2000" b="1" dirty="0">
                <a:latin typeface="微软雅黑" pitchFamily="34" charset="-122"/>
                <a:ea typeface="微软雅黑" pitchFamily="34" charset="-122"/>
              </a:rPr>
              <a:t>3.4 × 10</a:t>
            </a:r>
            <a:r>
              <a:rPr lang="en-US" altLang="zh-CN" sz="2000" b="1" baseline="30000" dirty="0">
                <a:latin typeface="微软雅黑" pitchFamily="34" charset="-122"/>
                <a:ea typeface="微软雅黑" pitchFamily="34" charset="-122"/>
              </a:rPr>
              <a:t>38</a:t>
            </a:r>
            <a:r>
              <a:rPr lang="zh-CN" altLang="en-US" sz="2000" b="1" dirty="0">
                <a:latin typeface="微软雅黑" pitchFamily="34" charset="-122"/>
                <a:ea typeface="微软雅黑" pitchFamily="34" charset="-122"/>
              </a:rPr>
              <a:t>个地址。</a:t>
            </a:r>
            <a:endParaRPr lang="en-US" altLang="zh-CN" sz="2000" b="1" dirty="0">
              <a:latin typeface="微软雅黑" pitchFamily="34" charset="-122"/>
              <a:ea typeface="微软雅黑" pitchFamily="34" charset="-122"/>
            </a:endParaRPr>
          </a:p>
          <a:p>
            <a:pPr marL="285750" indent="-285750">
              <a:lnSpc>
                <a:spcPts val="3400"/>
              </a:lnSpc>
              <a:buClr>
                <a:srgbClr val="0070C0"/>
              </a:buClr>
              <a:buFont typeface="Wingdings" pitchFamily="2" charset="2"/>
              <a:buChar char="l"/>
            </a:pPr>
            <a:r>
              <a:rPr lang="zh-CN" altLang="en-US" sz="2000" b="1" dirty="0">
                <a:latin typeface="微软雅黑" pitchFamily="34" charset="-122"/>
                <a:ea typeface="微软雅黑" pitchFamily="34" charset="-122"/>
              </a:rPr>
              <a:t>地球表面约为</a:t>
            </a:r>
            <a:r>
              <a:rPr lang="en-US" altLang="zh-CN" sz="2000" b="1" dirty="0">
                <a:latin typeface="微软雅黑" pitchFamily="34" charset="-122"/>
                <a:ea typeface="微软雅黑" pitchFamily="34" charset="-122"/>
              </a:rPr>
              <a:t>5.1 × 10</a:t>
            </a:r>
            <a:r>
              <a:rPr lang="en-US" altLang="zh-CN" sz="2000" b="1" baseline="30000" dirty="0">
                <a:latin typeface="微软雅黑" pitchFamily="34" charset="-122"/>
                <a:ea typeface="微软雅黑" pitchFamily="34" charset="-122"/>
              </a:rPr>
              <a:t>8</a:t>
            </a:r>
            <a:r>
              <a:rPr lang="en-US" altLang="zh-CN" sz="2000" b="1" dirty="0">
                <a:latin typeface="微软雅黑" pitchFamily="34" charset="-122"/>
                <a:ea typeface="微软雅黑" pitchFamily="34" charset="-122"/>
              </a:rPr>
              <a:t> km</a:t>
            </a:r>
            <a:r>
              <a:rPr lang="en-US" altLang="zh-CN" sz="2000" b="1" baseline="30000" dirty="0">
                <a:latin typeface="微软雅黑" pitchFamily="34" charset="-122"/>
                <a:ea typeface="微软雅黑" pitchFamily="34" charset="-122"/>
              </a:rPr>
              <a:t>2</a:t>
            </a:r>
            <a:r>
              <a:rPr lang="en-US" altLang="zh-CN" sz="2000" b="1" dirty="0">
                <a:latin typeface="微软雅黑" pitchFamily="34" charset="-122"/>
                <a:ea typeface="微软雅黑" pitchFamily="34" charset="-122"/>
              </a:rPr>
              <a:t> = 5.1 × 10</a:t>
            </a:r>
            <a:r>
              <a:rPr lang="en-US" altLang="zh-CN" sz="2000" b="1" baseline="30000" dirty="0">
                <a:latin typeface="微软雅黑" pitchFamily="34" charset="-122"/>
                <a:ea typeface="微软雅黑" pitchFamily="34" charset="-122"/>
              </a:rPr>
              <a:t>14</a:t>
            </a:r>
            <a:r>
              <a:rPr lang="en-US" altLang="zh-CN" sz="2000" b="1" dirty="0">
                <a:latin typeface="微软雅黑" pitchFamily="34" charset="-122"/>
                <a:ea typeface="微软雅黑" pitchFamily="34" charset="-122"/>
              </a:rPr>
              <a:t> m</a:t>
            </a:r>
            <a:r>
              <a:rPr lang="en-US" altLang="zh-CN" sz="2000" b="1" baseline="30000" dirty="0">
                <a:latin typeface="微软雅黑" pitchFamily="34" charset="-122"/>
                <a:ea typeface="微软雅黑" pitchFamily="34" charset="-122"/>
              </a:rPr>
              <a:t>2</a:t>
            </a:r>
            <a:r>
              <a:rPr lang="zh-CN" altLang="en-US" sz="2000" b="1" dirty="0">
                <a:latin typeface="微软雅黑" pitchFamily="34" charset="-122"/>
                <a:ea typeface="微软雅黑" pitchFamily="34" charset="-122"/>
              </a:rPr>
              <a:t>，平均每平方米的地球表面可以分配到超过</a:t>
            </a:r>
            <a:r>
              <a:rPr lang="en-US" altLang="zh-CN" sz="2000" b="1" dirty="0">
                <a:latin typeface="微软雅黑" pitchFamily="34" charset="-122"/>
                <a:ea typeface="微软雅黑" pitchFamily="34" charset="-122"/>
              </a:rPr>
              <a:t>10</a:t>
            </a:r>
            <a:r>
              <a:rPr lang="en-US" altLang="zh-CN" sz="2000" b="1" baseline="30000" dirty="0">
                <a:latin typeface="微软雅黑" pitchFamily="34" charset="-122"/>
                <a:ea typeface="微软雅黑" pitchFamily="34" charset="-122"/>
              </a:rPr>
              <a:t>23</a:t>
            </a:r>
            <a:r>
              <a:rPr lang="zh-CN" altLang="en-US" sz="2000" b="1" dirty="0">
                <a:latin typeface="微软雅黑" pitchFamily="34" charset="-122"/>
                <a:ea typeface="微软雅黑" pitchFamily="34" charset="-122"/>
              </a:rPr>
              <a:t>个</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a:t>
            </a:r>
            <a:endParaRPr lang="en-US" altLang="zh-CN" sz="2000" b="1" dirty="0">
              <a:latin typeface="微软雅黑" pitchFamily="34" charset="-122"/>
              <a:ea typeface="微软雅黑" pitchFamily="34" charset="-122"/>
            </a:endParaRPr>
          </a:p>
          <a:p>
            <a:pPr marL="285750" indent="-285750">
              <a:lnSpc>
                <a:spcPts val="3400"/>
              </a:lnSpc>
              <a:buClr>
                <a:srgbClr val="0070C0"/>
              </a:buClr>
              <a:buFont typeface="Wingdings" pitchFamily="2" charset="2"/>
              <a:buChar char="l"/>
            </a:pPr>
            <a:r>
              <a:rPr lang="zh-CN" altLang="en-US" sz="2000" b="1" dirty="0">
                <a:latin typeface="微软雅黑" pitchFamily="34" charset="-122"/>
                <a:ea typeface="微软雅黑" pitchFamily="34" charset="-122"/>
              </a:rPr>
              <a:t>在可预见的将来，</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地址是不会用完的。</a:t>
            </a:r>
          </a:p>
        </p:txBody>
      </p:sp>
    </p:spTree>
    <p:extLst>
      <p:ext uri="{BB962C8B-B14F-4D97-AF65-F5344CB8AC3E}">
        <p14:creationId xmlns:p14="http://schemas.microsoft.com/office/powerpoint/2010/main" val="2374230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1009374"/>
            <a:ext cx="8053710" cy="25867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a:t>
            </a:r>
            <a:r>
              <a:rPr lang="zh-CN" altLang="en-US" sz="2000" b="1" dirty="0">
                <a:solidFill>
                  <a:srgbClr val="0000FF"/>
                </a:solidFill>
                <a:latin typeface="微软雅黑" pitchFamily="34" charset="-122"/>
                <a:ea typeface="微软雅黑" pitchFamily="34" charset="-122"/>
              </a:rPr>
              <a:t>冒号十六进制记法</a:t>
            </a:r>
            <a:r>
              <a:rPr lang="en-US" altLang="zh-CN" sz="2000" b="1" dirty="0">
                <a:latin typeface="微软雅黑" pitchFamily="34" charset="-122"/>
                <a:ea typeface="微软雅黑" pitchFamily="34" charset="-122"/>
              </a:rPr>
              <a:t>(colon hexadecimal notation, </a:t>
            </a:r>
            <a:r>
              <a:rPr lang="zh-CN" altLang="en-US" sz="2000" b="1" dirty="0">
                <a:latin typeface="微软雅黑" pitchFamily="34" charset="-122"/>
                <a:ea typeface="微软雅黑" pitchFamily="34" charset="-122"/>
              </a:rPr>
              <a:t>简写为 </a:t>
            </a:r>
            <a:r>
              <a:rPr lang="en-US" altLang="zh-CN" sz="2000" b="1" dirty="0">
                <a:latin typeface="微软雅黑" pitchFamily="34" charset="-122"/>
                <a:ea typeface="微软雅黑" pitchFamily="34" charset="-122"/>
              </a:rPr>
              <a:t>colon hex)</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16 </a:t>
            </a:r>
            <a:r>
              <a:rPr lang="zh-CN" altLang="en-US" sz="2000" b="1" dirty="0">
                <a:latin typeface="微软雅黑" pitchFamily="34" charset="-122"/>
                <a:ea typeface="微软雅黑" pitchFamily="34" charset="-122"/>
              </a:rPr>
              <a:t>位的值用十六进制值表示，各值之间用冒号分隔。</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例如：</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最早定义大小写字母均可使用，但后来</a:t>
            </a:r>
            <a:r>
              <a:rPr lang="en-US" altLang="zh-CN" sz="2000" b="1" dirty="0">
                <a:latin typeface="微软雅黑" pitchFamily="34" charset="-122"/>
                <a:ea typeface="微软雅黑" pitchFamily="34" charset="-122"/>
              </a:rPr>
              <a:t>RFC 5952</a:t>
            </a:r>
            <a:r>
              <a:rPr lang="zh-CN" altLang="en-US" sz="2000" b="1" dirty="0">
                <a:latin typeface="微软雅黑" pitchFamily="34" charset="-122"/>
                <a:ea typeface="微软雅黑" pitchFamily="34" charset="-122"/>
              </a:rPr>
              <a:t>规定，十六进制数字中的英文字母都必须使用小写。</a:t>
            </a:r>
          </a:p>
        </p:txBody>
      </p:sp>
      <p:sp>
        <p:nvSpPr>
          <p:cNvPr id="3" name="AutoShape 5"/>
          <p:cNvSpPr>
            <a:spLocks noChangeArrowheads="1"/>
          </p:cNvSpPr>
          <p:nvPr/>
        </p:nvSpPr>
        <p:spPr bwMode="auto">
          <a:xfrm>
            <a:off x="545145" y="585018"/>
            <a:ext cx="8053710" cy="425673"/>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9138"/>
            <a:ext cx="5260064"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200" b="1" dirty="0">
                <a:solidFill>
                  <a:schemeClr val="bg1"/>
                </a:solidFill>
                <a:latin typeface="微软雅黑" pitchFamily="34" charset="-122"/>
                <a:ea typeface="微软雅黑" pitchFamily="34" charset="-122"/>
              </a:rPr>
              <a:t>1. IPv6</a:t>
            </a:r>
            <a:r>
              <a:rPr lang="zh-CN" altLang="en-US" sz="2200" b="1" dirty="0">
                <a:solidFill>
                  <a:schemeClr val="bg1"/>
                </a:solidFill>
                <a:latin typeface="微软雅黑" pitchFamily="34" charset="-122"/>
                <a:ea typeface="微软雅黑" pitchFamily="34" charset="-122"/>
              </a:rPr>
              <a:t>地址的记法</a:t>
            </a:r>
          </a:p>
        </p:txBody>
      </p:sp>
      <p:sp>
        <p:nvSpPr>
          <p:cNvPr id="8" name="矩形 7"/>
          <p:cNvSpPr/>
          <p:nvPr/>
        </p:nvSpPr>
        <p:spPr>
          <a:xfrm>
            <a:off x="1574912" y="2249697"/>
            <a:ext cx="5234307" cy="400110"/>
          </a:xfrm>
          <a:prstGeom prst="rect">
            <a:avLst/>
          </a:prstGeom>
        </p:spPr>
        <p:txBody>
          <a:bodyPr wrap="square">
            <a:spAutoFit/>
          </a:bodyPr>
          <a:lstStyle/>
          <a:p>
            <a:pPr algn="ctr">
              <a:buClr>
                <a:srgbClr val="0070C0"/>
              </a:buClr>
            </a:pPr>
            <a:r>
              <a:rPr lang="en-US" altLang="zh-CN" sz="2000" b="1" dirty="0">
                <a:solidFill>
                  <a:srgbClr val="0000FF"/>
                </a:solidFill>
                <a:latin typeface="微软雅黑" pitchFamily="34" charset="-122"/>
                <a:ea typeface="微软雅黑" pitchFamily="34" charset="-122"/>
              </a:rPr>
              <a:t>68e6:8c64:ffff:ffff:0000:1180:960a:ffff</a:t>
            </a:r>
          </a:p>
        </p:txBody>
      </p:sp>
    </p:spTree>
    <p:extLst>
      <p:ext uri="{BB962C8B-B14F-4D97-AF65-F5344CB8AC3E}">
        <p14:creationId xmlns:p14="http://schemas.microsoft.com/office/powerpoint/2010/main" val="729937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1000"/>
                                        <p:tgtEl>
                                          <p:spTgt spid="8"/>
                                        </p:tgtEl>
                                      </p:cBhvr>
                                    </p:animEffect>
                                    <p:anim calcmode="lin" valueType="num">
                                      <p:cBhvr>
                                        <p:cTn id="20" dur="1000" fill="hold"/>
                                        <p:tgtEl>
                                          <p:spTgt spid="8"/>
                                        </p:tgtEl>
                                        <p:attrNameLst>
                                          <p:attrName>ppt_x</p:attrName>
                                        </p:attrNameLst>
                                      </p:cBhvr>
                                      <p:tavLst>
                                        <p:tav tm="0">
                                          <p:val>
                                            <p:strVal val="#ppt_x"/>
                                          </p:val>
                                        </p:tav>
                                        <p:tav tm="100000">
                                          <p:val>
                                            <p:strVal val="#ppt_x"/>
                                          </p:val>
                                        </p:tav>
                                      </p:tavLst>
                                    </p:anim>
                                    <p:anim calcmode="lin" valueType="num">
                                      <p:cBhvr>
                                        <p:cTn id="21" dur="1000" fill="hold"/>
                                        <p:tgtEl>
                                          <p:spTgt spid="8"/>
                                        </p:tgtEl>
                                        <p:attrNameLst>
                                          <p:attrName>ppt_y</p:attrName>
                                        </p:attrNameLst>
                                      </p:cBhvr>
                                      <p:tavLst>
                                        <p:tav tm="0">
                                          <p:val>
                                            <p:strVal val="#ppt_y+.1"/>
                                          </p:val>
                                        </p:tav>
                                        <p:tav tm="100000">
                                          <p:val>
                                            <p:strVal val="#ppt_y"/>
                                          </p:val>
                                        </p:tav>
                                      </p:tavLst>
                                    </p:anim>
                                  </p:childTnLst>
                                </p:cTn>
                              </p:par>
                            </p:childTnLst>
                          </p:cTn>
                        </p:par>
                        <p:par>
                          <p:cTn id="22" fill="hold">
                            <p:stCondLst>
                              <p:cond delay="1000"/>
                            </p:stCondLst>
                            <p:childTnLst>
                              <p:par>
                                <p:cTn id="23" presetID="35" presetClass="emph" presetSubtype="0" repeatCount="3000" fill="hold" grpId="1" nodeType="afterEffect">
                                  <p:stCondLst>
                                    <p:cond delay="0"/>
                                  </p:stCondLst>
                                  <p:childTnLst>
                                    <p:anim calcmode="discrete" valueType="str">
                                      <p:cBhvr>
                                        <p:cTn id="24"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2">
                                            <p:txEl>
                                              <p:pRg st="3" end="3"/>
                                            </p:txEl>
                                          </p:spTgt>
                                        </p:tgtEl>
                                        <p:attrNameLst>
                                          <p:attrName>style.visibility</p:attrName>
                                        </p:attrNameLst>
                                      </p:cBhvr>
                                      <p:to>
                                        <p:strVal val="visible"/>
                                      </p:to>
                                    </p:set>
                                    <p:animEffect transition="in" filter="fade">
                                      <p:cBhvr>
                                        <p:cTn id="29" dur="1000"/>
                                        <p:tgtEl>
                                          <p:spTgt spid="2">
                                            <p:txEl>
                                              <p:pRg st="3" end="3"/>
                                            </p:txEl>
                                          </p:spTgt>
                                        </p:tgtEl>
                                      </p:cBhvr>
                                    </p:animEffect>
                                    <p:anim calcmode="lin" valueType="num">
                                      <p:cBhvr>
                                        <p:cTn id="30"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1"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P spid="8" grpId="0"/>
      <p:bldP spid="8" grpId="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0EA96E-A780-2B8A-A0EB-E9FB97E40AF5}"/>
            </a:ext>
          </a:extLst>
        </p:cNvPr>
        <p:cNvGrpSpPr/>
        <p:nvPr/>
      </p:nvGrpSpPr>
      <p:grpSpPr>
        <a:xfrm>
          <a:off x="0" y="0"/>
          <a:ext cx="0" cy="0"/>
          <a:chOff x="0" y="0"/>
          <a:chExt cx="0" cy="0"/>
        </a:xfrm>
      </p:grpSpPr>
      <p:sp>
        <p:nvSpPr>
          <p:cNvPr id="31" name="圆角矩形 22">
            <a:extLst>
              <a:ext uri="{FF2B5EF4-FFF2-40B4-BE49-F238E27FC236}">
                <a16:creationId xmlns:a16="http://schemas.microsoft.com/office/drawing/2014/main" id="{14E405D7-03A1-862A-3833-E22B1A3374AB}"/>
              </a:ext>
            </a:extLst>
          </p:cNvPr>
          <p:cNvSpPr/>
          <p:nvPr/>
        </p:nvSpPr>
        <p:spPr>
          <a:xfrm>
            <a:off x="1032387" y="2956206"/>
            <a:ext cx="7123471" cy="5244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0" name="圆角矩形 22">
            <a:extLst>
              <a:ext uri="{FF2B5EF4-FFF2-40B4-BE49-F238E27FC236}">
                <a16:creationId xmlns:a16="http://schemas.microsoft.com/office/drawing/2014/main" id="{6F89B607-DD7E-6905-F67F-2BF96271342A}"/>
              </a:ext>
            </a:extLst>
          </p:cNvPr>
          <p:cNvSpPr/>
          <p:nvPr/>
        </p:nvSpPr>
        <p:spPr>
          <a:xfrm>
            <a:off x="1032387" y="4012584"/>
            <a:ext cx="7123471" cy="5244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7" name="圆角矩形 22">
            <a:extLst>
              <a:ext uri="{FF2B5EF4-FFF2-40B4-BE49-F238E27FC236}">
                <a16:creationId xmlns:a16="http://schemas.microsoft.com/office/drawing/2014/main" id="{E6C91CC9-6FD5-C1D6-7574-FE8CA42F8D96}"/>
              </a:ext>
            </a:extLst>
          </p:cNvPr>
          <p:cNvSpPr/>
          <p:nvPr/>
        </p:nvSpPr>
        <p:spPr>
          <a:xfrm>
            <a:off x="1032387" y="1522767"/>
            <a:ext cx="7123471" cy="89722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Rectangle 8">
            <a:extLst>
              <a:ext uri="{FF2B5EF4-FFF2-40B4-BE49-F238E27FC236}">
                <a16:creationId xmlns:a16="http://schemas.microsoft.com/office/drawing/2014/main" id="{A460D675-678D-ECA1-1765-0A19D0B41FA3}"/>
              </a:ext>
            </a:extLst>
          </p:cNvPr>
          <p:cNvSpPr>
            <a:spLocks noChangeArrowheads="1"/>
          </p:cNvSpPr>
          <p:nvPr/>
        </p:nvSpPr>
        <p:spPr bwMode="auto">
          <a:xfrm>
            <a:off x="545145" y="977890"/>
            <a:ext cx="8053710" cy="461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可以把任何一个十六进制组中最前面的</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个</a:t>
            </a:r>
            <a:r>
              <a:rPr lang="en-US" altLang="zh-CN" sz="2000" b="1" dirty="0">
                <a:latin typeface="微软雅黑" pitchFamily="34" charset="-122"/>
                <a:ea typeface="微软雅黑" pitchFamily="34" charset="-122"/>
              </a:rPr>
              <a:t>0</a:t>
            </a:r>
            <a:r>
              <a:rPr lang="zh-CN" altLang="en-US" sz="2000" b="1" dirty="0">
                <a:latin typeface="微软雅黑" pitchFamily="34" charset="-122"/>
                <a:ea typeface="微软雅黑" pitchFamily="34" charset="-122"/>
              </a:rPr>
              <a:t>或</a:t>
            </a:r>
            <a:r>
              <a:rPr lang="en-US" altLang="zh-CN" sz="2000" b="1" dirty="0">
                <a:latin typeface="微软雅黑" pitchFamily="34" charset="-122"/>
                <a:ea typeface="微软雅黑" pitchFamily="34" charset="-122"/>
              </a:rPr>
              <a:t>2 ~ 3</a:t>
            </a:r>
            <a:r>
              <a:rPr lang="zh-CN" altLang="en-US" sz="2000" b="1" dirty="0">
                <a:latin typeface="微软雅黑" pitchFamily="34" charset="-122"/>
                <a:ea typeface="微软雅黑" pitchFamily="34" charset="-122"/>
              </a:rPr>
              <a:t>个连续的</a:t>
            </a:r>
            <a:r>
              <a:rPr lang="en-US" altLang="zh-CN" sz="2000" b="1" dirty="0">
                <a:latin typeface="微软雅黑" pitchFamily="34" charset="-122"/>
                <a:ea typeface="微软雅黑" pitchFamily="34" charset="-122"/>
              </a:rPr>
              <a:t>0</a:t>
            </a:r>
            <a:r>
              <a:rPr lang="zh-CN" altLang="en-US" sz="2000" b="1" dirty="0">
                <a:latin typeface="微软雅黑" pitchFamily="34" charset="-122"/>
                <a:ea typeface="微软雅黑" pitchFamily="34" charset="-122"/>
              </a:rPr>
              <a:t>省略。</a:t>
            </a:r>
          </a:p>
        </p:txBody>
      </p:sp>
      <p:sp>
        <p:nvSpPr>
          <p:cNvPr id="3" name="AutoShape 5">
            <a:extLst>
              <a:ext uri="{FF2B5EF4-FFF2-40B4-BE49-F238E27FC236}">
                <a16:creationId xmlns:a16="http://schemas.microsoft.com/office/drawing/2014/main" id="{2B5827DC-588B-3A69-4F4B-0DCFE1E46DB3}"/>
              </a:ext>
            </a:extLst>
          </p:cNvPr>
          <p:cNvSpPr>
            <a:spLocks noChangeArrowheads="1"/>
          </p:cNvSpPr>
          <p:nvPr/>
        </p:nvSpPr>
        <p:spPr bwMode="auto">
          <a:xfrm>
            <a:off x="545145" y="621601"/>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6DAD9FD3-7DCF-9A62-41BC-4F93D2F1647D}"/>
              </a:ext>
            </a:extLst>
          </p:cNvPr>
          <p:cNvSpPr>
            <a:spLocks noChangeArrowheads="1"/>
          </p:cNvSpPr>
          <p:nvPr/>
        </p:nvSpPr>
        <p:spPr bwMode="auto">
          <a:xfrm>
            <a:off x="1941968" y="58839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零压缩方法</a:t>
            </a:r>
          </a:p>
        </p:txBody>
      </p:sp>
      <p:sp>
        <p:nvSpPr>
          <p:cNvPr id="5" name="矩形 4">
            <a:extLst>
              <a:ext uri="{FF2B5EF4-FFF2-40B4-BE49-F238E27FC236}">
                <a16:creationId xmlns:a16="http://schemas.microsoft.com/office/drawing/2014/main" id="{372291D0-5E97-23A3-6EAE-AB3339294FB5}"/>
              </a:ext>
            </a:extLst>
          </p:cNvPr>
          <p:cNvSpPr/>
          <p:nvPr/>
        </p:nvSpPr>
        <p:spPr>
          <a:xfrm>
            <a:off x="1307691" y="3004947"/>
            <a:ext cx="5009534" cy="422680"/>
          </a:xfrm>
          <a:prstGeom prst="rect">
            <a:avLst/>
          </a:prstGeom>
        </p:spPr>
        <p:txBody>
          <a:bodyPr wrap="square">
            <a:spAutoFit/>
          </a:bodyPr>
          <a:lstStyle/>
          <a:p>
            <a:pPr>
              <a:lnSpc>
                <a:spcPts val="2800"/>
              </a:lnSpc>
              <a:buClr>
                <a:srgbClr val="0070C0"/>
              </a:buClr>
            </a:pPr>
            <a:r>
              <a:rPr lang="en-US" altLang="zh-CN" sz="2000" b="1" dirty="0">
                <a:solidFill>
                  <a:srgbClr val="0000FF"/>
                </a:solidFill>
                <a:latin typeface="微软雅黑" pitchFamily="34" charset="-122"/>
                <a:ea typeface="微软雅黑" pitchFamily="34" charset="-122"/>
              </a:rPr>
              <a:t>ff05:0:0:0:0:0:0:b3  </a:t>
            </a:r>
            <a:r>
              <a:rPr lang="zh-CN" altLang="en-US" sz="2000" b="1" dirty="0">
                <a:latin typeface="微软雅黑" pitchFamily="34" charset="-122"/>
                <a:ea typeface="微软雅黑" pitchFamily="34" charset="-122"/>
              </a:rPr>
              <a:t>可记为：</a:t>
            </a:r>
            <a:r>
              <a:rPr lang="en-US" altLang="zh-CN" sz="2000" b="1" dirty="0">
                <a:solidFill>
                  <a:srgbClr val="0000FF"/>
                </a:solidFill>
                <a:latin typeface="微软雅黑" pitchFamily="34" charset="-122"/>
                <a:ea typeface="微软雅黑" pitchFamily="34" charset="-122"/>
              </a:rPr>
              <a:t>ff05::b3</a:t>
            </a:r>
          </a:p>
        </p:txBody>
      </p:sp>
      <p:sp>
        <p:nvSpPr>
          <p:cNvPr id="7" name="矩形 6">
            <a:extLst>
              <a:ext uri="{FF2B5EF4-FFF2-40B4-BE49-F238E27FC236}">
                <a16:creationId xmlns:a16="http://schemas.microsoft.com/office/drawing/2014/main" id="{05272383-AD9C-AC61-39BE-3CFCEF27BEB1}"/>
              </a:ext>
            </a:extLst>
          </p:cNvPr>
          <p:cNvSpPr/>
          <p:nvPr/>
        </p:nvSpPr>
        <p:spPr>
          <a:xfrm>
            <a:off x="2971890" y="1566020"/>
            <a:ext cx="2661994" cy="400110"/>
          </a:xfrm>
          <a:prstGeom prst="rect">
            <a:avLst/>
          </a:prstGeom>
        </p:spPr>
        <p:txBody>
          <a:bodyPr wrap="square">
            <a:spAutoFit/>
          </a:bodyPr>
          <a:lstStyle/>
          <a:p>
            <a:r>
              <a:rPr lang="en-US" altLang="zh-CN" sz="2000" b="1" dirty="0">
                <a:solidFill>
                  <a:srgbClr val="0000FF"/>
                </a:solidFill>
                <a:latin typeface="微软雅黑" pitchFamily="34" charset="-122"/>
                <a:ea typeface="微软雅黑" pitchFamily="34" charset="-122"/>
              </a:rPr>
              <a:t>00b0  </a:t>
            </a:r>
            <a:r>
              <a:rPr lang="zh-CN" altLang="en-US" sz="2000" b="1" dirty="0">
                <a:latin typeface="微软雅黑" pitchFamily="34" charset="-122"/>
                <a:ea typeface="微软雅黑" pitchFamily="34" charset="-122"/>
              </a:rPr>
              <a:t>可记为：</a:t>
            </a:r>
            <a:r>
              <a:rPr lang="en-US" altLang="zh-CN" sz="2000" b="1" dirty="0">
                <a:solidFill>
                  <a:srgbClr val="0000FF"/>
                </a:solidFill>
                <a:latin typeface="微软雅黑" pitchFamily="34" charset="-122"/>
                <a:ea typeface="微软雅黑" pitchFamily="34" charset="-122"/>
              </a:rPr>
              <a:t>b0</a:t>
            </a:r>
            <a:r>
              <a:rPr lang="zh-CN" altLang="en-US" sz="2000" b="1" dirty="0">
                <a:latin typeface="微软雅黑" pitchFamily="34" charset="-122"/>
                <a:ea typeface="微软雅黑" pitchFamily="34" charset="-122"/>
              </a:rPr>
              <a:t> </a:t>
            </a:r>
            <a:endParaRPr lang="zh-CN" altLang="en-US" sz="2000" dirty="0"/>
          </a:p>
        </p:txBody>
      </p:sp>
      <p:sp>
        <p:nvSpPr>
          <p:cNvPr id="25" name="矩形 24">
            <a:extLst>
              <a:ext uri="{FF2B5EF4-FFF2-40B4-BE49-F238E27FC236}">
                <a16:creationId xmlns:a16="http://schemas.microsoft.com/office/drawing/2014/main" id="{AD4CBD81-5FC9-BCB0-666B-A4EB7ED48755}"/>
              </a:ext>
            </a:extLst>
          </p:cNvPr>
          <p:cNvSpPr/>
          <p:nvPr/>
        </p:nvSpPr>
        <p:spPr>
          <a:xfrm>
            <a:off x="2971890" y="1976479"/>
            <a:ext cx="2661994" cy="400110"/>
          </a:xfrm>
          <a:prstGeom prst="rect">
            <a:avLst/>
          </a:prstGeom>
        </p:spPr>
        <p:txBody>
          <a:bodyPr wrap="square">
            <a:spAutoFit/>
          </a:bodyPr>
          <a:lstStyle/>
          <a:p>
            <a:r>
              <a:rPr lang="en-US" altLang="zh-CN" sz="2000" b="1" dirty="0">
                <a:solidFill>
                  <a:srgbClr val="0000FF"/>
                </a:solidFill>
                <a:latin typeface="微软雅黑" pitchFamily="34" charset="-122"/>
                <a:ea typeface="微软雅黑" pitchFamily="34" charset="-122"/>
              </a:rPr>
              <a:t>0000  </a:t>
            </a:r>
            <a:r>
              <a:rPr lang="zh-CN" altLang="en-US" sz="2000" b="1" dirty="0">
                <a:latin typeface="微软雅黑" pitchFamily="34" charset="-122"/>
                <a:ea typeface="微软雅黑" pitchFamily="34" charset="-122"/>
              </a:rPr>
              <a:t>可记为：</a:t>
            </a:r>
            <a:r>
              <a:rPr lang="en-US" altLang="zh-CN" sz="2000" b="1" dirty="0">
                <a:solidFill>
                  <a:srgbClr val="0000FF"/>
                </a:solidFill>
                <a:latin typeface="微软雅黑" pitchFamily="34" charset="-122"/>
                <a:ea typeface="微软雅黑" pitchFamily="34" charset="-122"/>
              </a:rPr>
              <a:t>0</a:t>
            </a:r>
            <a:r>
              <a:rPr lang="zh-CN" altLang="en-US" sz="2000" b="1" dirty="0">
                <a:latin typeface="微软雅黑" pitchFamily="34" charset="-122"/>
                <a:ea typeface="微软雅黑" pitchFamily="34" charset="-122"/>
              </a:rPr>
              <a:t> </a:t>
            </a:r>
            <a:endParaRPr lang="zh-CN" altLang="en-US" sz="2000" dirty="0"/>
          </a:p>
        </p:txBody>
      </p:sp>
      <p:sp>
        <p:nvSpPr>
          <p:cNvPr id="26" name="Rectangle 8">
            <a:extLst>
              <a:ext uri="{FF2B5EF4-FFF2-40B4-BE49-F238E27FC236}">
                <a16:creationId xmlns:a16="http://schemas.microsoft.com/office/drawing/2014/main" id="{733F9D93-9330-083B-4DE4-231DD2604F21}"/>
              </a:ext>
            </a:extLst>
          </p:cNvPr>
          <p:cNvSpPr>
            <a:spLocks noChangeArrowheads="1"/>
          </p:cNvSpPr>
          <p:nvPr/>
        </p:nvSpPr>
        <p:spPr bwMode="auto">
          <a:xfrm>
            <a:off x="545145" y="2460314"/>
            <a:ext cx="8053710" cy="461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对于冒号隔开的连续</a:t>
            </a:r>
            <a:r>
              <a:rPr lang="en-US" altLang="zh-CN" sz="2000" b="1" dirty="0">
                <a:latin typeface="微软雅黑" pitchFamily="34" charset="-122"/>
                <a:ea typeface="微软雅黑" pitchFamily="34" charset="-122"/>
              </a:rPr>
              <a:t>2</a:t>
            </a:r>
            <a:r>
              <a:rPr lang="zh-CN" altLang="en-US" sz="2000" b="1" dirty="0">
                <a:latin typeface="微软雅黑" pitchFamily="34" charset="-122"/>
                <a:ea typeface="微软雅黑" pitchFamily="34" charset="-122"/>
              </a:rPr>
              <a:t>个或</a:t>
            </a:r>
            <a:r>
              <a:rPr lang="en-US" altLang="zh-CN" sz="2000" b="1" dirty="0">
                <a:latin typeface="微软雅黑" pitchFamily="34" charset="-122"/>
                <a:ea typeface="微软雅黑" pitchFamily="34" charset="-122"/>
              </a:rPr>
              <a:t>2</a:t>
            </a:r>
            <a:r>
              <a:rPr lang="zh-CN" altLang="en-US" sz="2000" b="1" dirty="0">
                <a:latin typeface="微软雅黑" pitchFamily="34" charset="-122"/>
                <a:ea typeface="微软雅黑" pitchFamily="34" charset="-122"/>
              </a:rPr>
              <a:t>个以上的</a:t>
            </a:r>
            <a:r>
              <a:rPr lang="en-US" altLang="zh-CN" sz="2000" b="1" dirty="0">
                <a:latin typeface="微软雅黑" pitchFamily="34" charset="-122"/>
                <a:ea typeface="微软雅黑" pitchFamily="34" charset="-122"/>
              </a:rPr>
              <a:t>0</a:t>
            </a:r>
            <a:r>
              <a:rPr lang="zh-CN" altLang="en-US" sz="2000" b="1" dirty="0">
                <a:latin typeface="微软雅黑" pitchFamily="34" charset="-122"/>
                <a:ea typeface="微软雅黑" pitchFamily="34" charset="-122"/>
              </a:rPr>
              <a:t>，可压缩为一对冒号。</a:t>
            </a:r>
          </a:p>
        </p:txBody>
      </p:sp>
      <p:sp>
        <p:nvSpPr>
          <p:cNvPr id="28" name="Rectangle 8">
            <a:extLst>
              <a:ext uri="{FF2B5EF4-FFF2-40B4-BE49-F238E27FC236}">
                <a16:creationId xmlns:a16="http://schemas.microsoft.com/office/drawing/2014/main" id="{BEA46A6B-2640-C351-672A-B4C686ABEC84}"/>
              </a:ext>
            </a:extLst>
          </p:cNvPr>
          <p:cNvSpPr>
            <a:spLocks noChangeArrowheads="1"/>
          </p:cNvSpPr>
          <p:nvPr/>
        </p:nvSpPr>
        <p:spPr bwMode="auto">
          <a:xfrm>
            <a:off x="545145" y="3511109"/>
            <a:ext cx="8053710" cy="461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任何地址对一连串连续</a:t>
            </a:r>
            <a:r>
              <a:rPr lang="en-US" altLang="zh-CN" sz="2000" b="1" dirty="0">
                <a:latin typeface="微软雅黑" pitchFamily="34" charset="-122"/>
                <a:ea typeface="微软雅黑" pitchFamily="34" charset="-122"/>
              </a:rPr>
              <a:t>0</a:t>
            </a:r>
            <a:r>
              <a:rPr lang="zh-CN" altLang="en-US" sz="2000" b="1" dirty="0">
                <a:latin typeface="微软雅黑" pitchFamily="34" charset="-122"/>
                <a:ea typeface="微软雅黑" pitchFamily="34" charset="-122"/>
              </a:rPr>
              <a:t>的零压缩</a:t>
            </a:r>
            <a:r>
              <a:rPr lang="zh-CN" altLang="en-US" sz="2000" b="1" dirty="0">
                <a:solidFill>
                  <a:srgbClr val="C00000"/>
                </a:solidFill>
                <a:latin typeface="微软雅黑" pitchFamily="34" charset="-122"/>
                <a:ea typeface="微软雅黑" pitchFamily="34" charset="-122"/>
              </a:rPr>
              <a:t>只能使用一次</a:t>
            </a:r>
            <a:r>
              <a:rPr lang="zh-CN" altLang="en-US" sz="2000" b="1" dirty="0">
                <a:latin typeface="微软雅黑" pitchFamily="34" charset="-122"/>
                <a:ea typeface="微软雅黑" pitchFamily="34" charset="-122"/>
              </a:rPr>
              <a:t>。</a:t>
            </a:r>
          </a:p>
        </p:txBody>
      </p:sp>
      <p:sp>
        <p:nvSpPr>
          <p:cNvPr id="29" name="矩形 28">
            <a:extLst>
              <a:ext uri="{FF2B5EF4-FFF2-40B4-BE49-F238E27FC236}">
                <a16:creationId xmlns:a16="http://schemas.microsoft.com/office/drawing/2014/main" id="{BB14C816-936C-1A05-784B-003B29F9DD34}"/>
              </a:ext>
            </a:extLst>
          </p:cNvPr>
          <p:cNvSpPr/>
          <p:nvPr/>
        </p:nvSpPr>
        <p:spPr>
          <a:xfrm>
            <a:off x="1307690" y="4055743"/>
            <a:ext cx="5894341" cy="422680"/>
          </a:xfrm>
          <a:prstGeom prst="rect">
            <a:avLst/>
          </a:prstGeom>
        </p:spPr>
        <p:txBody>
          <a:bodyPr wrap="square">
            <a:spAutoFit/>
          </a:bodyPr>
          <a:lstStyle/>
          <a:p>
            <a:pPr>
              <a:lnSpc>
                <a:spcPts val="2800"/>
              </a:lnSpc>
              <a:buClr>
                <a:srgbClr val="0070C0"/>
              </a:buClr>
            </a:pPr>
            <a:r>
              <a:rPr lang="en-US" altLang="zh-CN" sz="2000" b="1" dirty="0">
                <a:solidFill>
                  <a:srgbClr val="0000FF"/>
                </a:solidFill>
                <a:latin typeface="微软雅黑" pitchFamily="34" charset="-122"/>
                <a:ea typeface="微软雅黑" pitchFamily="34" charset="-122"/>
              </a:rPr>
              <a:t>ff05:0:0:0:ae:0:0:b3  </a:t>
            </a:r>
            <a:r>
              <a:rPr lang="zh-CN" altLang="en-US" sz="2000" b="1" dirty="0">
                <a:latin typeface="微软雅黑" pitchFamily="34" charset="-122"/>
                <a:ea typeface="微软雅黑" pitchFamily="34" charset="-122"/>
              </a:rPr>
              <a:t>可记为：</a:t>
            </a:r>
            <a:r>
              <a:rPr lang="en-US" altLang="zh-CN" sz="2000" b="1" dirty="0">
                <a:solidFill>
                  <a:srgbClr val="0000FF"/>
                </a:solidFill>
                <a:latin typeface="微软雅黑" pitchFamily="34" charset="-122"/>
                <a:ea typeface="微软雅黑" pitchFamily="34" charset="-122"/>
              </a:rPr>
              <a:t>ff05::ae:0:0:b3</a:t>
            </a:r>
          </a:p>
        </p:txBody>
      </p:sp>
    </p:spTree>
    <p:extLst>
      <p:ext uri="{BB962C8B-B14F-4D97-AF65-F5344CB8AC3E}">
        <p14:creationId xmlns:p14="http://schemas.microsoft.com/office/powerpoint/2010/main" val="1396465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27"/>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childTnLst>
                                </p:cTn>
                              </p:par>
                            </p:childTnLst>
                          </p:cTn>
                        </p:par>
                        <p:par>
                          <p:cTn id="16" fill="hold">
                            <p:stCondLst>
                              <p:cond delay="0"/>
                            </p:stCondLst>
                            <p:childTnLst>
                              <p:par>
                                <p:cTn id="17" presetID="35" presetClass="emph" presetSubtype="0" repeatCount="3000" fill="hold" grpId="1" nodeType="afterEffect">
                                  <p:stCondLst>
                                    <p:cond delay="0"/>
                                  </p:stCondLst>
                                  <p:childTnLst>
                                    <p:anim calcmode="discrete" valueType="str">
                                      <p:cBhvr>
                                        <p:cTn id="18"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5"/>
                                        </p:tgtEl>
                                        <p:attrNameLst>
                                          <p:attrName>style.visibility</p:attrName>
                                        </p:attrNameLst>
                                      </p:cBhvr>
                                      <p:to>
                                        <p:strVal val="visible"/>
                                      </p:to>
                                    </p:set>
                                  </p:childTnLst>
                                </p:cTn>
                              </p:par>
                            </p:childTnLst>
                          </p:cTn>
                        </p:par>
                        <p:par>
                          <p:cTn id="23" fill="hold">
                            <p:stCondLst>
                              <p:cond delay="0"/>
                            </p:stCondLst>
                            <p:childTnLst>
                              <p:par>
                                <p:cTn id="24" presetID="35" presetClass="emph" presetSubtype="0" repeatCount="3000" fill="hold" grpId="1" nodeType="afterEffect">
                                  <p:stCondLst>
                                    <p:cond delay="0"/>
                                  </p:stCondLst>
                                  <p:childTnLst>
                                    <p:anim calcmode="discrete" valueType="str">
                                      <p:cBhvr>
                                        <p:cTn id="25" dur="1000" fill="hold"/>
                                        <p:tgtEl>
                                          <p:spTgt spid="25"/>
                                        </p:tgtEl>
                                        <p:attrNameLst>
                                          <p:attrName>style.visibility</p:attrName>
                                        </p:attrNameLst>
                                      </p:cBhvr>
                                      <p:tavLst>
                                        <p:tav tm="0">
                                          <p:val>
                                            <p:strVal val="hidden"/>
                                          </p:val>
                                        </p:tav>
                                        <p:tav tm="50000">
                                          <p:val>
                                            <p:strVal val="visible"/>
                                          </p:val>
                                        </p:tav>
                                      </p:tavLst>
                                    </p:anim>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fade">
                                      <p:cBhvr>
                                        <p:cTn id="30" dur="1000"/>
                                        <p:tgtEl>
                                          <p:spTgt spid="26"/>
                                        </p:tgtEl>
                                      </p:cBhvr>
                                    </p:animEffect>
                                    <p:anim calcmode="lin" valueType="num">
                                      <p:cBhvr>
                                        <p:cTn id="31" dur="1000" fill="hold"/>
                                        <p:tgtEl>
                                          <p:spTgt spid="26"/>
                                        </p:tgtEl>
                                        <p:attrNameLst>
                                          <p:attrName>ppt_x</p:attrName>
                                        </p:attrNameLst>
                                      </p:cBhvr>
                                      <p:tavLst>
                                        <p:tav tm="0">
                                          <p:val>
                                            <p:strVal val="#ppt_x"/>
                                          </p:val>
                                        </p:tav>
                                        <p:tav tm="100000">
                                          <p:val>
                                            <p:strVal val="#ppt_x"/>
                                          </p:val>
                                        </p:tav>
                                      </p:tavLst>
                                    </p:anim>
                                    <p:anim calcmode="lin" valueType="num">
                                      <p:cBhvr>
                                        <p:cTn id="32"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5"/>
                                        </p:tgtEl>
                                        <p:attrNameLst>
                                          <p:attrName>style.visibility</p:attrName>
                                        </p:attrNameLst>
                                      </p:cBhvr>
                                      <p:to>
                                        <p:strVal val="visible"/>
                                      </p:to>
                                    </p:set>
                                  </p:childTnLst>
                                </p:cTn>
                              </p:par>
                            </p:childTnLst>
                          </p:cTn>
                        </p:par>
                        <p:par>
                          <p:cTn id="39" fill="hold">
                            <p:stCondLst>
                              <p:cond delay="0"/>
                            </p:stCondLst>
                            <p:childTnLst>
                              <p:par>
                                <p:cTn id="40" presetID="35" presetClass="emph" presetSubtype="0" repeatCount="3000" fill="hold" grpId="1" nodeType="afterEffect">
                                  <p:stCondLst>
                                    <p:cond delay="0"/>
                                  </p:stCondLst>
                                  <p:childTnLst>
                                    <p:anim calcmode="discrete" valueType="str">
                                      <p:cBhvr>
                                        <p:cTn id="41"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grpId="0" nodeType="clickEffect">
                                  <p:stCondLst>
                                    <p:cond delay="0"/>
                                  </p:stCondLst>
                                  <p:childTnLst>
                                    <p:set>
                                      <p:cBhvr>
                                        <p:cTn id="45" dur="1" fill="hold">
                                          <p:stCondLst>
                                            <p:cond delay="0"/>
                                          </p:stCondLst>
                                        </p:cTn>
                                        <p:tgtEl>
                                          <p:spTgt spid="28"/>
                                        </p:tgtEl>
                                        <p:attrNameLst>
                                          <p:attrName>style.visibility</p:attrName>
                                        </p:attrNameLst>
                                      </p:cBhvr>
                                      <p:to>
                                        <p:strVal val="visible"/>
                                      </p:to>
                                    </p:set>
                                    <p:animEffect transition="in" filter="fade">
                                      <p:cBhvr>
                                        <p:cTn id="46" dur="1000"/>
                                        <p:tgtEl>
                                          <p:spTgt spid="28"/>
                                        </p:tgtEl>
                                      </p:cBhvr>
                                    </p:animEffect>
                                    <p:anim calcmode="lin" valueType="num">
                                      <p:cBhvr>
                                        <p:cTn id="47" dur="1000" fill="hold"/>
                                        <p:tgtEl>
                                          <p:spTgt spid="28"/>
                                        </p:tgtEl>
                                        <p:attrNameLst>
                                          <p:attrName>ppt_x</p:attrName>
                                        </p:attrNameLst>
                                      </p:cBhvr>
                                      <p:tavLst>
                                        <p:tav tm="0">
                                          <p:val>
                                            <p:strVal val="#ppt_x"/>
                                          </p:val>
                                        </p:tav>
                                        <p:tav tm="100000">
                                          <p:val>
                                            <p:strVal val="#ppt_x"/>
                                          </p:val>
                                        </p:tav>
                                      </p:tavLst>
                                    </p:anim>
                                    <p:anim calcmode="lin" valueType="num">
                                      <p:cBhvr>
                                        <p:cTn id="48"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30"/>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29"/>
                                        </p:tgtEl>
                                        <p:attrNameLst>
                                          <p:attrName>style.visibility</p:attrName>
                                        </p:attrNameLst>
                                      </p:cBhvr>
                                      <p:to>
                                        <p:strVal val="visible"/>
                                      </p:to>
                                    </p:set>
                                  </p:childTnLst>
                                </p:cTn>
                              </p:par>
                            </p:childTnLst>
                          </p:cTn>
                        </p:par>
                        <p:par>
                          <p:cTn id="55" fill="hold">
                            <p:stCondLst>
                              <p:cond delay="0"/>
                            </p:stCondLst>
                            <p:childTnLst>
                              <p:par>
                                <p:cTn id="56" presetID="35" presetClass="emph" presetSubtype="0" repeatCount="3000" fill="hold" grpId="1" nodeType="afterEffect">
                                  <p:stCondLst>
                                    <p:cond delay="0"/>
                                  </p:stCondLst>
                                  <p:childTnLst>
                                    <p:anim calcmode="discrete" valueType="str">
                                      <p:cBhvr>
                                        <p:cTn id="57" dur="1000" fill="hold"/>
                                        <p:tgtEl>
                                          <p:spTgt spid="2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27" grpId="0" animBg="1"/>
      <p:bldP spid="2" grpId="0"/>
      <p:bldP spid="5" grpId="0"/>
      <p:bldP spid="5" grpId="1"/>
      <p:bldP spid="7" grpId="0"/>
      <p:bldP spid="7" grpId="1"/>
      <p:bldP spid="25" grpId="0"/>
      <p:bldP spid="25" grpId="1"/>
      <p:bldP spid="26" grpId="0"/>
      <p:bldP spid="28" grpId="0"/>
      <p:bldP spid="29" grpId="0"/>
      <p:bldP spid="29" grpId="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11">
            <a:extLst>
              <a:ext uri="{FF2B5EF4-FFF2-40B4-BE49-F238E27FC236}">
                <a16:creationId xmlns:a16="http://schemas.microsoft.com/office/drawing/2014/main" id="{8A8D0F45-4532-70F9-D560-8D2B9C89BB87}"/>
              </a:ext>
            </a:extLst>
          </p:cNvPr>
          <p:cNvSpPr/>
          <p:nvPr/>
        </p:nvSpPr>
        <p:spPr>
          <a:xfrm>
            <a:off x="1086464" y="1462042"/>
            <a:ext cx="7152968" cy="53203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 name="圆角矩形 11"/>
          <p:cNvSpPr/>
          <p:nvPr/>
        </p:nvSpPr>
        <p:spPr>
          <a:xfrm>
            <a:off x="1086464" y="2495530"/>
            <a:ext cx="7152968" cy="205565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Rectangle 8"/>
          <p:cNvSpPr>
            <a:spLocks noChangeArrowheads="1"/>
          </p:cNvSpPr>
          <p:nvPr/>
        </p:nvSpPr>
        <p:spPr bwMode="auto">
          <a:xfrm>
            <a:off x="545145" y="974134"/>
            <a:ext cx="8053710" cy="14976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ct val="150000"/>
              </a:lnSpc>
              <a:buClr>
                <a:srgbClr val="0070C0"/>
              </a:buClr>
              <a:buFont typeface="Wingdings" pitchFamily="2" charset="2"/>
              <a:buChar char="l"/>
            </a:pPr>
            <a:r>
              <a:rPr lang="zh-CN" altLang="en-US" b="1" dirty="0">
                <a:latin typeface="微软雅黑" pitchFamily="34" charset="-122"/>
                <a:ea typeface="微软雅黑" pitchFamily="34" charset="-122"/>
              </a:rPr>
              <a:t>结合使用点分十进制记法的</a:t>
            </a:r>
            <a:r>
              <a:rPr lang="zh-CN" altLang="en-US" b="1" dirty="0">
                <a:solidFill>
                  <a:srgbClr val="C00000"/>
                </a:solidFill>
                <a:latin typeface="微软雅黑" pitchFamily="34" charset="-122"/>
                <a:ea typeface="微软雅黑" pitchFamily="34" charset="-122"/>
              </a:rPr>
              <a:t>后缀</a:t>
            </a:r>
            <a:r>
              <a:rPr lang="zh-CN" altLang="en-US" b="1" dirty="0">
                <a:latin typeface="微软雅黑" pitchFamily="34" charset="-122"/>
                <a:ea typeface="微软雅黑" pitchFamily="34" charset="-122"/>
              </a:rPr>
              <a:t>在 </a:t>
            </a:r>
            <a:r>
              <a:rPr lang="en-US" altLang="zh-CN" b="1" dirty="0">
                <a:latin typeface="微软雅黑" pitchFamily="34" charset="-122"/>
                <a:ea typeface="微软雅黑" pitchFamily="34" charset="-122"/>
              </a:rPr>
              <a:t>IPv4 </a:t>
            </a:r>
            <a:r>
              <a:rPr lang="zh-CN" altLang="en-US" b="1" dirty="0">
                <a:latin typeface="微软雅黑" pitchFamily="34" charset="-122"/>
                <a:ea typeface="微软雅黑" pitchFamily="34" charset="-122"/>
              </a:rPr>
              <a:t>向 </a:t>
            </a:r>
            <a:r>
              <a:rPr lang="en-US" altLang="zh-CN" b="1" dirty="0">
                <a:latin typeface="微软雅黑" pitchFamily="34" charset="-122"/>
                <a:ea typeface="微软雅黑" pitchFamily="34" charset="-122"/>
              </a:rPr>
              <a:t>IPv6 </a:t>
            </a:r>
            <a:r>
              <a:rPr lang="zh-CN" altLang="en-US" b="1" dirty="0">
                <a:latin typeface="微软雅黑" pitchFamily="34" charset="-122"/>
                <a:ea typeface="微软雅黑" pitchFamily="34" charset="-122"/>
              </a:rPr>
              <a:t>的转换阶段特别有用。</a:t>
            </a:r>
          </a:p>
          <a:p>
            <a:pPr marL="285750" indent="-285750">
              <a:lnSpc>
                <a:spcPct val="150000"/>
              </a:lnSpc>
              <a:buClr>
                <a:srgbClr val="0070C0"/>
              </a:buClr>
              <a:buFont typeface="Wingdings" pitchFamily="2" charset="2"/>
              <a:buChar char="l"/>
            </a:pPr>
            <a:endParaRPr lang="en-US" altLang="zh-CN" b="1" dirty="0">
              <a:latin typeface="微软雅黑" pitchFamily="34" charset="-122"/>
              <a:ea typeface="微软雅黑" pitchFamily="34" charset="-122"/>
            </a:endParaRPr>
          </a:p>
          <a:p>
            <a:pPr marL="285750" indent="-285750">
              <a:lnSpc>
                <a:spcPct val="250000"/>
              </a:lnSpc>
              <a:buClr>
                <a:srgbClr val="0070C0"/>
              </a:buClr>
              <a:buFont typeface="Wingdings" pitchFamily="2" charset="2"/>
              <a:buChar char="l"/>
            </a:pPr>
            <a:r>
              <a:rPr lang="en-US" altLang="zh-CN" b="1" dirty="0">
                <a:latin typeface="微软雅黑" pitchFamily="34" charset="-122"/>
                <a:ea typeface="微软雅黑" pitchFamily="34" charset="-122"/>
              </a:rPr>
              <a:t>CIDR </a:t>
            </a:r>
            <a:r>
              <a:rPr lang="zh-CN" altLang="en-US" b="1" dirty="0">
                <a:latin typeface="微软雅黑" pitchFamily="34" charset="-122"/>
                <a:ea typeface="微软雅黑" pitchFamily="34" charset="-122"/>
              </a:rPr>
              <a:t>的</a:t>
            </a:r>
            <a:r>
              <a:rPr lang="zh-CN" altLang="en-US" b="1" dirty="0">
                <a:solidFill>
                  <a:srgbClr val="C00000"/>
                </a:solidFill>
                <a:latin typeface="微软雅黑" pitchFamily="34" charset="-122"/>
                <a:ea typeface="微软雅黑" pitchFamily="34" charset="-122"/>
              </a:rPr>
              <a:t>斜线表示法</a:t>
            </a:r>
            <a:r>
              <a:rPr lang="zh-CN" altLang="en-US" b="1" dirty="0">
                <a:latin typeface="微软雅黑" pitchFamily="34" charset="-122"/>
                <a:ea typeface="微软雅黑" pitchFamily="34" charset="-122"/>
              </a:rPr>
              <a:t>仍然可用，</a:t>
            </a:r>
            <a:r>
              <a:rPr lang="zh-CN" altLang="en-US" b="1" dirty="0">
                <a:solidFill>
                  <a:srgbClr val="C00000"/>
                </a:solidFill>
                <a:latin typeface="微软雅黑" pitchFamily="34" charset="-122"/>
                <a:ea typeface="微软雅黑" pitchFamily="34" charset="-122"/>
              </a:rPr>
              <a:t>但取消了子网掩码。</a:t>
            </a:r>
            <a:endParaRPr lang="en-US" altLang="zh-CN" b="1" dirty="0">
              <a:solidFill>
                <a:srgbClr val="C00000"/>
              </a:solidFill>
              <a:latin typeface="微软雅黑" pitchFamily="34" charset="-122"/>
              <a:ea typeface="微软雅黑" pitchFamily="34" charset="-122"/>
            </a:endParaRPr>
          </a:p>
        </p:txBody>
      </p:sp>
      <p:sp>
        <p:nvSpPr>
          <p:cNvPr id="3" name="AutoShape 5"/>
          <p:cNvSpPr>
            <a:spLocks noChangeArrowheads="1"/>
          </p:cNvSpPr>
          <p:nvPr/>
        </p:nvSpPr>
        <p:spPr bwMode="auto">
          <a:xfrm>
            <a:off x="545145" y="625529"/>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231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点分十进制记法的后缀</a:t>
            </a:r>
          </a:p>
        </p:txBody>
      </p:sp>
      <p:sp>
        <p:nvSpPr>
          <p:cNvPr id="5" name="矩形 4"/>
          <p:cNvSpPr/>
          <p:nvPr/>
        </p:nvSpPr>
        <p:spPr>
          <a:xfrm>
            <a:off x="1086463" y="1559260"/>
            <a:ext cx="2379863" cy="369332"/>
          </a:xfrm>
          <a:prstGeom prst="rect">
            <a:avLst/>
          </a:prstGeom>
        </p:spPr>
        <p:txBody>
          <a:bodyPr wrap="square">
            <a:spAutoFit/>
          </a:bodyPr>
          <a:lstStyle/>
          <a:p>
            <a:pPr>
              <a:buClr>
                <a:srgbClr val="0070C0"/>
              </a:buClr>
            </a:pPr>
            <a:r>
              <a:rPr lang="en-US" altLang="zh-CN" b="1" dirty="0">
                <a:solidFill>
                  <a:srgbClr val="0000FF"/>
                </a:solidFill>
                <a:latin typeface="微软雅黑" pitchFamily="34" charset="-122"/>
                <a:ea typeface="微软雅黑" pitchFamily="34" charset="-122"/>
              </a:rPr>
              <a:t>64:ff9b::128.10.2.1</a:t>
            </a:r>
          </a:p>
        </p:txBody>
      </p:sp>
      <p:sp>
        <p:nvSpPr>
          <p:cNvPr id="6" name="矩形 5"/>
          <p:cNvSpPr/>
          <p:nvPr/>
        </p:nvSpPr>
        <p:spPr>
          <a:xfrm>
            <a:off x="3431977" y="1559260"/>
            <a:ext cx="4957831" cy="369332"/>
          </a:xfrm>
          <a:prstGeom prst="rect">
            <a:avLst/>
          </a:prstGeom>
        </p:spPr>
        <p:txBody>
          <a:bodyPr wrap="square">
            <a:spAutoFit/>
          </a:bodyPr>
          <a:lstStyle/>
          <a:p>
            <a:r>
              <a:rPr lang="zh-CN" altLang="en-US" b="1" dirty="0">
                <a:latin typeface="微软雅黑" pitchFamily="34" charset="-122"/>
                <a:ea typeface="微软雅黑" pitchFamily="34" charset="-122"/>
              </a:rPr>
              <a:t>其冒号十六进制记法为：</a:t>
            </a:r>
            <a:r>
              <a:rPr lang="en-US" altLang="zh-CN" b="1" dirty="0">
                <a:solidFill>
                  <a:srgbClr val="0000FF"/>
                </a:solidFill>
                <a:latin typeface="微软雅黑" pitchFamily="34" charset="-122"/>
                <a:ea typeface="微软雅黑" pitchFamily="34" charset="-122"/>
              </a:rPr>
              <a:t>64:ff9b::800a:0201</a:t>
            </a:r>
            <a:endParaRPr lang="zh-CN" altLang="en-US" dirty="0"/>
          </a:p>
        </p:txBody>
      </p:sp>
      <p:sp>
        <p:nvSpPr>
          <p:cNvPr id="8" name="矩形 7"/>
          <p:cNvSpPr/>
          <p:nvPr/>
        </p:nvSpPr>
        <p:spPr>
          <a:xfrm>
            <a:off x="1883105" y="2589629"/>
            <a:ext cx="5771132" cy="369332"/>
          </a:xfrm>
          <a:prstGeom prst="rect">
            <a:avLst/>
          </a:prstGeom>
        </p:spPr>
        <p:txBody>
          <a:bodyPr wrap="none">
            <a:spAutoFit/>
          </a:bodyPr>
          <a:lstStyle/>
          <a:p>
            <a:pPr>
              <a:buClr>
                <a:srgbClr val="0070C0"/>
              </a:buClr>
            </a:pPr>
            <a:r>
              <a:rPr lang="en-US" altLang="zh-CN" b="1" dirty="0">
                <a:solidFill>
                  <a:srgbClr val="0000FF"/>
                </a:solidFill>
                <a:latin typeface="微软雅黑" pitchFamily="34" charset="-122"/>
                <a:ea typeface="微软雅黑" pitchFamily="34" charset="-122"/>
              </a:rPr>
              <a:t>12ab:0000:0000:cd30:0000:0000:0000:0000</a:t>
            </a:r>
            <a:r>
              <a:rPr lang="en-US" altLang="zh-CN" b="1" dirty="0">
                <a:solidFill>
                  <a:srgbClr val="C00000"/>
                </a:solidFill>
                <a:latin typeface="微软雅黑" pitchFamily="34" charset="-122"/>
                <a:ea typeface="微软雅黑" pitchFamily="34" charset="-122"/>
              </a:rPr>
              <a:t>/60</a:t>
            </a:r>
            <a:endParaRPr lang="zh-CN" altLang="en-US" b="1" dirty="0">
              <a:solidFill>
                <a:srgbClr val="C00000"/>
              </a:solidFill>
              <a:latin typeface="微软雅黑" pitchFamily="34" charset="-122"/>
              <a:ea typeface="微软雅黑" pitchFamily="34" charset="-122"/>
            </a:endParaRPr>
          </a:p>
        </p:txBody>
      </p:sp>
      <p:sp>
        <p:nvSpPr>
          <p:cNvPr id="22" name="矩形 21"/>
          <p:cNvSpPr/>
          <p:nvPr/>
        </p:nvSpPr>
        <p:spPr>
          <a:xfrm>
            <a:off x="1406104" y="3296032"/>
            <a:ext cx="6341801" cy="1200329"/>
          </a:xfrm>
          <a:prstGeom prst="rect">
            <a:avLst/>
          </a:prstGeom>
        </p:spPr>
        <p:txBody>
          <a:bodyPr wrap="none">
            <a:spAutoFit/>
          </a:bodyPr>
          <a:lstStyle/>
          <a:p>
            <a:pPr>
              <a:buClr>
                <a:srgbClr val="0070C0"/>
              </a:buClr>
            </a:pPr>
            <a:r>
              <a:rPr lang="zh-CN" altLang="en-US" b="1" dirty="0">
                <a:latin typeface="微软雅黑" pitchFamily="34" charset="-122"/>
                <a:ea typeface="微软雅黑" pitchFamily="34" charset="-122"/>
              </a:rPr>
              <a:t>但不允许：</a:t>
            </a:r>
            <a:endParaRPr lang="en-US" altLang="zh-CN" b="1" dirty="0">
              <a:latin typeface="微软雅黑" pitchFamily="34" charset="-122"/>
              <a:ea typeface="微软雅黑" pitchFamily="34" charset="-122"/>
            </a:endParaRPr>
          </a:p>
          <a:p>
            <a:pPr>
              <a:buClr>
                <a:srgbClr val="0070C0"/>
              </a:buClr>
            </a:pPr>
            <a:r>
              <a:rPr lang="en-US" altLang="zh-CN" b="1" dirty="0">
                <a:solidFill>
                  <a:srgbClr val="0000FF"/>
                </a:solidFill>
                <a:latin typeface="微软雅黑" pitchFamily="34" charset="-122"/>
                <a:ea typeface="微软雅黑" pitchFamily="34" charset="-122"/>
              </a:rPr>
              <a:t>       12ab:0:0:cd3/60</a:t>
            </a:r>
            <a:r>
              <a:rPr lang="zh-CN" altLang="en-US" b="1" dirty="0">
                <a:latin typeface="微软雅黑" pitchFamily="34" charset="-122"/>
                <a:ea typeface="微软雅黑" pitchFamily="34" charset="-122"/>
              </a:rPr>
              <a:t>（不能把</a:t>
            </a:r>
            <a:r>
              <a:rPr lang="en-US" altLang="zh-CN" b="1" dirty="0">
                <a:latin typeface="微软雅黑" pitchFamily="34" charset="-122"/>
                <a:ea typeface="微软雅黑" pitchFamily="34" charset="-122"/>
              </a:rPr>
              <a:t>cd30</a:t>
            </a:r>
            <a:r>
              <a:rPr lang="zh-CN" altLang="en-US" b="1" dirty="0">
                <a:latin typeface="微软雅黑" pitchFamily="34" charset="-122"/>
                <a:ea typeface="微软雅黑" pitchFamily="34" charset="-122"/>
              </a:rPr>
              <a:t>中最后的</a:t>
            </a:r>
            <a:r>
              <a:rPr lang="en-US" altLang="zh-CN" b="1" dirty="0">
                <a:latin typeface="微软雅黑" pitchFamily="34" charset="-122"/>
                <a:ea typeface="微软雅黑" pitchFamily="34" charset="-122"/>
              </a:rPr>
              <a:t>0</a:t>
            </a:r>
            <a:r>
              <a:rPr lang="zh-CN" altLang="en-US" b="1" dirty="0">
                <a:latin typeface="微软雅黑" pitchFamily="34" charset="-122"/>
                <a:ea typeface="微软雅黑" pitchFamily="34" charset="-122"/>
              </a:rPr>
              <a:t>省略）</a:t>
            </a:r>
          </a:p>
          <a:p>
            <a:pPr>
              <a:buClr>
                <a:srgbClr val="0070C0"/>
              </a:buClr>
            </a:pPr>
            <a:r>
              <a:rPr lang="zh-CN" altLang="en-US" b="1" dirty="0">
                <a:latin typeface="微软雅黑" pitchFamily="34" charset="-122"/>
                <a:ea typeface="微软雅黑" pitchFamily="34" charset="-122"/>
              </a:rPr>
              <a:t>或</a:t>
            </a:r>
            <a:r>
              <a:rPr lang="zh-CN" altLang="en-US" b="1" dirty="0">
                <a:solidFill>
                  <a:srgbClr val="0000FF"/>
                </a:solidFill>
                <a:latin typeface="微软雅黑" pitchFamily="34" charset="-122"/>
                <a:ea typeface="微软雅黑" pitchFamily="34" charset="-122"/>
              </a:rPr>
              <a:t>    </a:t>
            </a:r>
            <a:r>
              <a:rPr lang="en-US" altLang="zh-CN" b="1" dirty="0">
                <a:solidFill>
                  <a:srgbClr val="0000FF"/>
                </a:solidFill>
                <a:latin typeface="微软雅黑" pitchFamily="34" charset="-122"/>
                <a:ea typeface="微软雅黑" pitchFamily="34" charset="-122"/>
              </a:rPr>
              <a:t>12ab::cd30/60</a:t>
            </a:r>
            <a:r>
              <a:rPr lang="zh-CN" altLang="en-US" b="1" dirty="0">
                <a:latin typeface="微软雅黑" pitchFamily="34" charset="-122"/>
                <a:ea typeface="微软雅黑" pitchFamily="34" charset="-122"/>
              </a:rPr>
              <a:t>（这表示</a:t>
            </a:r>
            <a:r>
              <a:rPr lang="en-US" altLang="zh-CN" b="1" dirty="0">
                <a:latin typeface="微软雅黑" pitchFamily="34" charset="-122"/>
                <a:ea typeface="微软雅黑" pitchFamily="34" charset="-122"/>
              </a:rPr>
              <a:t>12ab:0:0:0:0:0:0:cd30/60</a:t>
            </a:r>
            <a:r>
              <a:rPr lang="zh-CN" altLang="en-US" b="1" dirty="0">
                <a:latin typeface="微软雅黑" pitchFamily="34" charset="-122"/>
                <a:ea typeface="微软雅黑" pitchFamily="34" charset="-122"/>
              </a:rPr>
              <a:t>）</a:t>
            </a:r>
          </a:p>
          <a:p>
            <a:pPr>
              <a:buClr>
                <a:srgbClr val="0070C0"/>
              </a:buClr>
            </a:pPr>
            <a:r>
              <a:rPr lang="zh-CN" altLang="en-US" b="1" dirty="0">
                <a:latin typeface="微软雅黑" pitchFamily="34" charset="-122"/>
                <a:ea typeface="微软雅黑" pitchFamily="34" charset="-122"/>
              </a:rPr>
              <a:t>或</a:t>
            </a:r>
            <a:r>
              <a:rPr lang="zh-CN" altLang="en-US" b="1" dirty="0">
                <a:solidFill>
                  <a:srgbClr val="0000FF"/>
                </a:solidFill>
                <a:latin typeface="微软雅黑" pitchFamily="34" charset="-122"/>
                <a:ea typeface="微软雅黑" pitchFamily="34" charset="-122"/>
              </a:rPr>
              <a:t>    </a:t>
            </a:r>
            <a:r>
              <a:rPr lang="en-US" altLang="zh-CN" b="1" dirty="0">
                <a:solidFill>
                  <a:srgbClr val="0000FF"/>
                </a:solidFill>
                <a:latin typeface="微软雅黑" pitchFamily="34" charset="-122"/>
                <a:ea typeface="微软雅黑" pitchFamily="34" charset="-122"/>
              </a:rPr>
              <a:t>12ab::cd3/60</a:t>
            </a:r>
            <a:r>
              <a:rPr lang="zh-CN" altLang="en-US" b="1" dirty="0">
                <a:latin typeface="微软雅黑" pitchFamily="34" charset="-122"/>
                <a:ea typeface="微软雅黑" pitchFamily="34" charset="-122"/>
              </a:rPr>
              <a:t>（这表示</a:t>
            </a:r>
            <a:r>
              <a:rPr lang="en-US" altLang="zh-CN" b="1" dirty="0">
                <a:latin typeface="微软雅黑" pitchFamily="34" charset="-122"/>
                <a:ea typeface="微软雅黑" pitchFamily="34" charset="-122"/>
              </a:rPr>
              <a:t>12ab:0:0:0:0:0:0:0cd3/60</a:t>
            </a:r>
            <a:r>
              <a:rPr lang="zh-CN" altLang="en-US" b="1" dirty="0">
                <a:latin typeface="微软雅黑" pitchFamily="34" charset="-122"/>
                <a:ea typeface="微软雅黑" pitchFamily="34" charset="-122"/>
              </a:rPr>
              <a:t>）</a:t>
            </a:r>
          </a:p>
        </p:txBody>
      </p:sp>
      <p:sp>
        <p:nvSpPr>
          <p:cNvPr id="23" name="矩形 22"/>
          <p:cNvSpPr/>
          <p:nvPr/>
        </p:nvSpPr>
        <p:spPr>
          <a:xfrm>
            <a:off x="1883104" y="2926700"/>
            <a:ext cx="3954929" cy="369332"/>
          </a:xfrm>
          <a:prstGeom prst="rect">
            <a:avLst/>
          </a:prstGeom>
        </p:spPr>
        <p:txBody>
          <a:bodyPr wrap="none">
            <a:spAutoFit/>
          </a:bodyPr>
          <a:lstStyle/>
          <a:p>
            <a:r>
              <a:rPr lang="zh-CN" altLang="en-US" b="1" dirty="0">
                <a:latin typeface="微软雅黑" pitchFamily="34" charset="-122"/>
                <a:ea typeface="微软雅黑" pitchFamily="34" charset="-122"/>
              </a:rPr>
              <a:t>或 </a:t>
            </a:r>
            <a:r>
              <a:rPr lang="en-US" altLang="zh-CN" b="1" dirty="0">
                <a:solidFill>
                  <a:srgbClr val="0000FF"/>
                </a:solidFill>
                <a:latin typeface="微软雅黑" pitchFamily="34" charset="-122"/>
                <a:ea typeface="微软雅黑" pitchFamily="34" charset="-122"/>
              </a:rPr>
              <a:t>12ab:0:0:cd30</a:t>
            </a:r>
            <a:r>
              <a:rPr lang="en-US" altLang="zh-CN" b="1" dirty="0">
                <a:solidFill>
                  <a:srgbClr val="C00000"/>
                </a:solidFill>
                <a:latin typeface="微软雅黑" pitchFamily="34" charset="-122"/>
                <a:ea typeface="微软雅黑" pitchFamily="34" charset="-122"/>
              </a:rPr>
              <a:t>::/60 </a:t>
            </a:r>
            <a:r>
              <a:rPr lang="zh-CN" altLang="en-US" b="1" dirty="0">
                <a:latin typeface="微软雅黑" pitchFamily="34" charset="-122"/>
                <a:ea typeface="微软雅黑" pitchFamily="34" charset="-122"/>
              </a:rPr>
              <a:t>（零压缩）</a:t>
            </a:r>
            <a:endParaRPr lang="zh-CN" altLang="en-US" dirty="0"/>
          </a:p>
        </p:txBody>
      </p:sp>
    </p:spTree>
    <p:extLst>
      <p:ext uri="{BB962C8B-B14F-4D97-AF65-F5344CB8AC3E}">
        <p14:creationId xmlns:p14="http://schemas.microsoft.com/office/powerpoint/2010/main" val="748436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5"/>
                                        </p:tgtEl>
                                        <p:attrNameLst>
                                          <p:attrName>style.visibility</p:attrName>
                                        </p:attrNameLst>
                                      </p:cBhvr>
                                      <p:to>
                                        <p:strVal val="visible"/>
                                      </p:to>
                                    </p:set>
                                  </p:childTnLst>
                                </p:cTn>
                              </p:par>
                            </p:childTnLst>
                          </p:cTn>
                        </p:par>
                        <p:par>
                          <p:cTn id="16" fill="hold">
                            <p:stCondLst>
                              <p:cond delay="0"/>
                            </p:stCondLst>
                            <p:childTnLst>
                              <p:par>
                                <p:cTn id="17" presetID="35" presetClass="emph" presetSubtype="0" repeatCount="3000" fill="hold" grpId="1" nodeType="afterEffect">
                                  <p:stCondLst>
                                    <p:cond delay="0"/>
                                  </p:stCondLst>
                                  <p:childTnLst>
                                    <p:anim calcmode="discrete" valueType="str">
                                      <p:cBhvr>
                                        <p:cTn id="18"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childTnLst>
                                </p:cTn>
                              </p:par>
                            </p:childTnLst>
                          </p:cTn>
                        </p:par>
                        <p:par>
                          <p:cTn id="23" fill="hold">
                            <p:stCondLst>
                              <p:cond delay="0"/>
                            </p:stCondLst>
                            <p:childTnLst>
                              <p:par>
                                <p:cTn id="24" presetID="35" presetClass="emph" presetSubtype="0" repeatCount="3000" fill="hold" grpId="1" nodeType="afterEffect">
                                  <p:stCondLst>
                                    <p:cond delay="0"/>
                                  </p:stCondLst>
                                  <p:childTnLst>
                                    <p:anim calcmode="discrete" valueType="str">
                                      <p:cBhvr>
                                        <p:cTn id="25"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2">
                                            <p:txEl>
                                              <p:pRg st="2" end="2"/>
                                            </p:txEl>
                                          </p:spTgt>
                                        </p:tgtEl>
                                        <p:attrNameLst>
                                          <p:attrName>style.visibility</p:attrName>
                                        </p:attrNameLst>
                                      </p:cBhvr>
                                      <p:to>
                                        <p:strVal val="visible"/>
                                      </p:to>
                                    </p:set>
                                    <p:animEffect transition="in" filter="fade">
                                      <p:cBhvr>
                                        <p:cTn id="30" dur="1000"/>
                                        <p:tgtEl>
                                          <p:spTgt spid="2">
                                            <p:txEl>
                                              <p:pRg st="2" end="2"/>
                                            </p:txEl>
                                          </p:spTgt>
                                        </p:tgtEl>
                                      </p:cBhvr>
                                    </p:animEffect>
                                    <p:anim calcmode="lin" valueType="num">
                                      <p:cBhvr>
                                        <p:cTn id="31"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32"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8"/>
                                        </p:tgtEl>
                                        <p:attrNameLst>
                                          <p:attrName>style.visibility</p:attrName>
                                        </p:attrNameLst>
                                      </p:cBhvr>
                                      <p:to>
                                        <p:strVal val="visible"/>
                                      </p:to>
                                    </p:set>
                                  </p:childTnLst>
                                </p:cTn>
                              </p:par>
                            </p:childTnLst>
                          </p:cTn>
                        </p:par>
                        <p:par>
                          <p:cTn id="39" fill="hold">
                            <p:stCondLst>
                              <p:cond delay="0"/>
                            </p:stCondLst>
                            <p:childTnLst>
                              <p:par>
                                <p:cTn id="40" presetID="35" presetClass="emph" presetSubtype="0" repeatCount="3000" fill="hold" grpId="1" nodeType="afterEffect">
                                  <p:stCondLst>
                                    <p:cond delay="0"/>
                                  </p:stCondLst>
                                  <p:childTnLst>
                                    <p:anim calcmode="discrete" valueType="str">
                                      <p:cBhvr>
                                        <p:cTn id="41"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23"/>
                                        </p:tgtEl>
                                        <p:attrNameLst>
                                          <p:attrName>style.visibility</p:attrName>
                                        </p:attrNameLst>
                                      </p:cBhvr>
                                      <p:to>
                                        <p:strVal val="visible"/>
                                      </p:to>
                                    </p:set>
                                  </p:childTnLst>
                                </p:cTn>
                              </p:par>
                            </p:childTnLst>
                          </p:cTn>
                        </p:par>
                        <p:par>
                          <p:cTn id="46" fill="hold">
                            <p:stCondLst>
                              <p:cond delay="0"/>
                            </p:stCondLst>
                            <p:childTnLst>
                              <p:par>
                                <p:cTn id="47" presetID="35" presetClass="emph" presetSubtype="0" repeatCount="3000" fill="hold" grpId="1" nodeType="afterEffect">
                                  <p:stCondLst>
                                    <p:cond delay="0"/>
                                  </p:stCondLst>
                                  <p:childTnLst>
                                    <p:anim calcmode="discrete" valueType="str">
                                      <p:cBhvr>
                                        <p:cTn id="48" dur="1000" fill="hold"/>
                                        <p:tgtEl>
                                          <p:spTgt spid="23"/>
                                        </p:tgtEl>
                                        <p:attrNameLst>
                                          <p:attrName>style.visibility</p:attrName>
                                        </p:attrNameLst>
                                      </p:cBhvr>
                                      <p:tavLst>
                                        <p:tav tm="0">
                                          <p:val>
                                            <p:strVal val="hidden"/>
                                          </p:val>
                                        </p:tav>
                                        <p:tav tm="50000">
                                          <p:val>
                                            <p:strVal val="visible"/>
                                          </p:val>
                                        </p:tav>
                                      </p:tavLst>
                                    </p:anim>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22"/>
                                        </p:tgtEl>
                                        <p:attrNameLst>
                                          <p:attrName>style.visibility</p:attrName>
                                        </p:attrNameLst>
                                      </p:cBhvr>
                                      <p:to>
                                        <p:strVal val="visible"/>
                                      </p:to>
                                    </p:set>
                                  </p:childTnLst>
                                </p:cTn>
                              </p:par>
                            </p:childTnLst>
                          </p:cTn>
                        </p:par>
                        <p:par>
                          <p:cTn id="53" fill="hold">
                            <p:stCondLst>
                              <p:cond delay="0"/>
                            </p:stCondLst>
                            <p:childTnLst>
                              <p:par>
                                <p:cTn id="54" presetID="35" presetClass="emph" presetSubtype="0" repeatCount="3000" fill="hold" grpId="1" nodeType="afterEffect">
                                  <p:stCondLst>
                                    <p:cond delay="0"/>
                                  </p:stCondLst>
                                  <p:childTnLst>
                                    <p:anim calcmode="discrete" valueType="str">
                                      <p:cBhvr>
                                        <p:cTn id="55" dur="1000" fill="hold"/>
                                        <p:tgtEl>
                                          <p:spTgt spid="2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2" grpId="0" uiExpand="1" build="p"/>
      <p:bldP spid="5" grpId="0"/>
      <p:bldP spid="5" grpId="1"/>
      <p:bldP spid="6" grpId="0"/>
      <p:bldP spid="6" grpId="1"/>
      <p:bldP spid="8" grpId="0"/>
      <p:bldP spid="8" grpId="1"/>
      <p:bldP spid="22" grpId="0"/>
      <p:bldP spid="22" grpId="1"/>
      <p:bldP spid="23" grpId="0"/>
      <p:bldP spid="23" grpId="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5D0E21-911E-C274-D467-49E10CDAC430}"/>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B6534682-857A-A71F-E241-613AE7246871}"/>
              </a:ext>
            </a:extLst>
          </p:cNvPr>
          <p:cNvSpPr>
            <a:spLocks noChangeArrowheads="1"/>
          </p:cNvSpPr>
          <p:nvPr/>
        </p:nvSpPr>
        <p:spPr bwMode="auto">
          <a:xfrm>
            <a:off x="545144" y="603965"/>
            <a:ext cx="8053711" cy="399271"/>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AD8F9C84-732F-3205-F936-7F0B6CA5E481}"/>
              </a:ext>
            </a:extLst>
          </p:cNvPr>
          <p:cNvSpPr>
            <a:spLocks noChangeArrowheads="1"/>
          </p:cNvSpPr>
          <p:nvPr/>
        </p:nvSpPr>
        <p:spPr bwMode="auto">
          <a:xfrm>
            <a:off x="2731592" y="593090"/>
            <a:ext cx="3680816"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200" b="1" dirty="0">
                <a:solidFill>
                  <a:schemeClr val="bg1"/>
                </a:solidFill>
                <a:latin typeface="微软雅黑" pitchFamily="34" charset="-122"/>
                <a:ea typeface="微软雅黑" pitchFamily="34" charset="-122"/>
              </a:rPr>
              <a:t>2. IPv6</a:t>
            </a:r>
            <a:r>
              <a:rPr lang="zh-CN" altLang="en-US" sz="2200" b="1" dirty="0">
                <a:solidFill>
                  <a:schemeClr val="bg1"/>
                </a:solidFill>
                <a:latin typeface="微软雅黑" pitchFamily="34" charset="-122"/>
                <a:ea typeface="微软雅黑" pitchFamily="34" charset="-122"/>
              </a:rPr>
              <a:t>地址的三种基本类型</a:t>
            </a:r>
          </a:p>
        </p:txBody>
      </p:sp>
      <p:sp>
        <p:nvSpPr>
          <p:cNvPr id="4" name="Rectangle 8">
            <a:extLst>
              <a:ext uri="{FF2B5EF4-FFF2-40B4-BE49-F238E27FC236}">
                <a16:creationId xmlns:a16="http://schemas.microsoft.com/office/drawing/2014/main" id="{CBE0086B-984B-096B-693B-105593F44F30}"/>
              </a:ext>
            </a:extLst>
          </p:cNvPr>
          <p:cNvSpPr>
            <a:spLocks noChangeArrowheads="1"/>
          </p:cNvSpPr>
          <p:nvPr/>
        </p:nvSpPr>
        <p:spPr bwMode="auto">
          <a:xfrm>
            <a:off x="545143" y="1003236"/>
            <a:ext cx="8053711" cy="33337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gn="just">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一个</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数据报的目的地址可以是单播、多播和任播地址：</a:t>
            </a:r>
          </a:p>
          <a:p>
            <a:pPr marL="623888" indent="-342900" algn="just">
              <a:lnSpc>
                <a:spcPts val="32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单播 </a:t>
            </a:r>
            <a:r>
              <a:rPr lang="en-US" altLang="zh-CN" sz="2000" b="1" dirty="0">
                <a:latin typeface="微软雅黑" pitchFamily="34" charset="-122"/>
                <a:ea typeface="微软雅黑" pitchFamily="34" charset="-122"/>
              </a:rPr>
              <a:t>(unicast)</a:t>
            </a:r>
            <a:r>
              <a:rPr lang="zh-CN" altLang="en-US" sz="2000" b="1" dirty="0">
                <a:latin typeface="微软雅黑" pitchFamily="34" charset="-122"/>
                <a:ea typeface="微软雅黑" pitchFamily="34" charset="-122"/>
              </a:rPr>
              <a:t>：传统的点对点通信。</a:t>
            </a:r>
          </a:p>
          <a:p>
            <a:pPr marL="623888" indent="-342900" algn="just">
              <a:lnSpc>
                <a:spcPts val="32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多播 </a:t>
            </a:r>
            <a:r>
              <a:rPr lang="en-US" altLang="zh-CN" sz="2000" b="1" dirty="0">
                <a:latin typeface="微软雅黑" pitchFamily="34" charset="-122"/>
                <a:ea typeface="微软雅黑" pitchFamily="34" charset="-122"/>
              </a:rPr>
              <a:t>(multicast)</a:t>
            </a:r>
            <a:r>
              <a:rPr lang="zh-CN" altLang="en-US" sz="2000" b="1" dirty="0">
                <a:latin typeface="微软雅黑" pitchFamily="34" charset="-122"/>
                <a:ea typeface="微软雅黑" pitchFamily="34" charset="-122"/>
              </a:rPr>
              <a:t>：一点对多点的通信。</a:t>
            </a:r>
            <a:r>
              <a:rPr lang="en-US" altLang="zh-CN" sz="2000" b="1" dirty="0">
                <a:solidFill>
                  <a:srgbClr val="C00000"/>
                </a:solidFill>
                <a:latin typeface="微软雅黑" pitchFamily="34" charset="-122"/>
                <a:ea typeface="微软雅黑" pitchFamily="34" charset="-122"/>
              </a:rPr>
              <a:t>IPv6</a:t>
            </a:r>
            <a:r>
              <a:rPr lang="zh-CN" altLang="en-US" sz="2000" b="1" dirty="0">
                <a:solidFill>
                  <a:srgbClr val="C00000"/>
                </a:solidFill>
                <a:latin typeface="微软雅黑" pitchFamily="34" charset="-122"/>
                <a:ea typeface="微软雅黑" pitchFamily="34" charset="-122"/>
              </a:rPr>
              <a:t>取消了广播地址</a:t>
            </a:r>
            <a:r>
              <a:rPr lang="zh-CN" altLang="en-US" sz="2000" b="1" dirty="0">
                <a:latin typeface="微软雅黑" pitchFamily="34" charset="-122"/>
                <a:ea typeface="微软雅黑" pitchFamily="34" charset="-122"/>
              </a:rPr>
              <a:t>，而是把广播看作多播的一个特例。</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多播地址的前缀是</a:t>
            </a:r>
            <a:r>
              <a:rPr lang="en-US" altLang="zh-CN" sz="2000" b="1" dirty="0">
                <a:latin typeface="微软雅黑" pitchFamily="34" charset="-122"/>
                <a:ea typeface="微软雅黑" pitchFamily="34" charset="-122"/>
              </a:rPr>
              <a:t>ff00::/8</a:t>
            </a:r>
            <a:r>
              <a:rPr lang="zh-CN" altLang="en-US" sz="2000" b="1" dirty="0">
                <a:latin typeface="微软雅黑" pitchFamily="34" charset="-122"/>
                <a:ea typeface="微软雅黑" pitchFamily="34" charset="-122"/>
              </a:rPr>
              <a:t>，占</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地址总数的</a:t>
            </a:r>
            <a:r>
              <a:rPr lang="en-US" altLang="zh-CN" sz="2000" b="1" dirty="0">
                <a:latin typeface="微软雅黑" pitchFamily="34" charset="-122"/>
                <a:ea typeface="微软雅黑" pitchFamily="34" charset="-122"/>
              </a:rPr>
              <a:t>1/256</a:t>
            </a:r>
            <a:r>
              <a:rPr lang="zh-CN" altLang="en-US" sz="2000" b="1" dirty="0">
                <a:latin typeface="微软雅黑" pitchFamily="34" charset="-122"/>
                <a:ea typeface="微软雅黑" pitchFamily="34" charset="-122"/>
              </a:rPr>
              <a:t>。</a:t>
            </a:r>
          </a:p>
          <a:p>
            <a:pPr marL="623888" indent="-342900" algn="just">
              <a:lnSpc>
                <a:spcPts val="3200"/>
              </a:lnSpc>
              <a:buClr>
                <a:srgbClr val="7030A0"/>
              </a:buClr>
              <a:buFont typeface="+mj-lt"/>
              <a:buAutoNum type="arabicPeriod"/>
            </a:pPr>
            <a:r>
              <a:rPr lang="zh-CN" altLang="en-US" sz="2000" b="1" dirty="0">
                <a:solidFill>
                  <a:srgbClr val="0000FF"/>
                </a:solidFill>
                <a:latin typeface="微软雅黑" pitchFamily="34" charset="-122"/>
                <a:ea typeface="微软雅黑" pitchFamily="34" charset="-122"/>
              </a:rPr>
              <a:t>任播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anycast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增加的一种类型。任播的终点是一组计算机，但数据报在交付时只交付其中的一个。通常是按照路由算法得出的距离最近的一个。 </a:t>
            </a:r>
          </a:p>
        </p:txBody>
      </p:sp>
    </p:spTree>
    <p:extLst>
      <p:ext uri="{BB962C8B-B14F-4D97-AF65-F5344CB8AC3E}">
        <p14:creationId xmlns:p14="http://schemas.microsoft.com/office/powerpoint/2010/main" val="3197911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74350"/>
            <a:ext cx="7930640" cy="2346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ct val="150000"/>
              </a:lnSpc>
              <a:buClr>
                <a:srgbClr val="0070C0"/>
              </a:buClr>
              <a:buFont typeface="Wingdings" pitchFamily="2" charset="2"/>
              <a:buChar char="l"/>
            </a:pP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将实现 </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的主机和路由器均称为</a:t>
            </a:r>
            <a:r>
              <a:rPr lang="zh-CN" altLang="en-US" sz="2000" b="1" dirty="0">
                <a:solidFill>
                  <a:srgbClr val="0000FF"/>
                </a:solidFill>
                <a:latin typeface="微软雅黑" pitchFamily="34" charset="-122"/>
                <a:ea typeface="微软雅黑" pitchFamily="34" charset="-122"/>
              </a:rPr>
              <a:t>节点</a:t>
            </a:r>
            <a:r>
              <a:rPr lang="zh-CN" altLang="en-US" sz="2000" b="1" dirty="0">
                <a:latin typeface="微软雅黑" pitchFamily="34" charset="-122"/>
                <a:ea typeface="微软雅黑" pitchFamily="34" charset="-122"/>
              </a:rPr>
              <a:t>。</a:t>
            </a:r>
          </a:p>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一个节点可能有多个与链路相连的接口。</a:t>
            </a:r>
          </a:p>
          <a:p>
            <a:pPr marL="285750" indent="-285750">
              <a:lnSpc>
                <a:spcPct val="150000"/>
              </a:lnSpc>
              <a:buClr>
                <a:srgbClr val="0070C0"/>
              </a:buClr>
              <a:buFont typeface="Wingdings" pitchFamily="2" charset="2"/>
              <a:buChar char="l"/>
            </a:pP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地址是分配给节点上</a:t>
            </a:r>
            <a:r>
              <a:rPr lang="zh-CN" altLang="en-US" sz="2000" b="1" dirty="0">
                <a:solidFill>
                  <a:srgbClr val="C00000"/>
                </a:solidFill>
                <a:latin typeface="微软雅黑" pitchFamily="34" charset="-122"/>
                <a:ea typeface="微软雅黑" pitchFamily="34" charset="-122"/>
              </a:rPr>
              <a:t>接口</a:t>
            </a:r>
            <a:r>
              <a:rPr lang="zh-CN" altLang="en-US" sz="2000" b="1" dirty="0">
                <a:latin typeface="微软雅黑" pitchFamily="34" charset="-122"/>
                <a:ea typeface="微软雅黑" pitchFamily="34" charset="-122"/>
              </a:rPr>
              <a:t>的。</a:t>
            </a:r>
          </a:p>
          <a:p>
            <a:pPr marL="623888" indent="-342900">
              <a:lnSpc>
                <a:spcPct val="150000"/>
              </a:lnSpc>
              <a:buClr>
                <a:srgbClr val="7030A0"/>
              </a:buClr>
              <a:buFont typeface="+mj-lt"/>
              <a:buAutoNum type="arabicPeriod"/>
            </a:pPr>
            <a:r>
              <a:rPr lang="zh-CN" altLang="en-US" sz="2000" b="1" dirty="0">
                <a:latin typeface="微软雅黑" pitchFamily="34" charset="-122"/>
                <a:ea typeface="微软雅黑" pitchFamily="34" charset="-122"/>
              </a:rPr>
              <a:t>一个具有多个接口的节点可以有多个单播地址。</a:t>
            </a:r>
          </a:p>
          <a:p>
            <a:pPr marL="623888" indent="-342900">
              <a:lnSpc>
                <a:spcPct val="150000"/>
              </a:lnSpc>
              <a:buClr>
                <a:srgbClr val="7030A0"/>
              </a:buClr>
              <a:buFont typeface="+mj-lt"/>
              <a:buAutoNum type="arabicPeriod"/>
            </a:pPr>
            <a:r>
              <a:rPr lang="zh-CN" altLang="en-US" sz="2000" b="1" dirty="0">
                <a:latin typeface="微软雅黑" pitchFamily="34" charset="-122"/>
                <a:ea typeface="微软雅黑" pitchFamily="34" charset="-122"/>
              </a:rPr>
              <a:t>其中的任何一个地址都可以当作到达该节点的目的地址。</a:t>
            </a:r>
          </a:p>
        </p:txBody>
      </p:sp>
      <p:sp>
        <p:nvSpPr>
          <p:cNvPr id="3" name="AutoShape 5"/>
          <p:cNvSpPr>
            <a:spLocks noChangeArrowheads="1"/>
          </p:cNvSpPr>
          <p:nvPr/>
        </p:nvSpPr>
        <p:spPr bwMode="auto">
          <a:xfrm>
            <a:off x="545145" y="6257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253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单播地址</a:t>
            </a:r>
          </a:p>
        </p:txBody>
      </p:sp>
    </p:spTree>
    <p:extLst>
      <p:ext uri="{BB962C8B-B14F-4D97-AF65-F5344CB8AC3E}">
        <p14:creationId xmlns:p14="http://schemas.microsoft.com/office/powerpoint/2010/main" val="2794280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2">
                                            <p:txEl>
                                              <p:pRg st="4" end="4"/>
                                            </p:txEl>
                                          </p:spTgt>
                                        </p:tgtEl>
                                        <p:attrNameLst>
                                          <p:attrName>style.visibility</p:attrName>
                                        </p:attrNameLst>
                                      </p:cBhvr>
                                      <p:to>
                                        <p:strVal val="visible"/>
                                      </p:to>
                                    </p:set>
                                    <p:animEffect transition="in" filter="fade">
                                      <p:cBhvr>
                                        <p:cTn id="35" dur="1000"/>
                                        <p:tgtEl>
                                          <p:spTgt spid="2">
                                            <p:txEl>
                                              <p:pRg st="4" end="4"/>
                                            </p:txEl>
                                          </p:spTgt>
                                        </p:tgtEl>
                                      </p:cBhvr>
                                    </p:animEffect>
                                    <p:anim calcmode="lin" valueType="num">
                                      <p:cBhvr>
                                        <p:cTn id="36"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9C588E-D11D-AD68-4746-9FFFE2987761}"/>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3AF7609E-5587-B9CD-DA90-059C698CD354}"/>
              </a:ext>
            </a:extLst>
          </p:cNvPr>
          <p:cNvSpPr>
            <a:spLocks noChangeArrowheads="1"/>
          </p:cNvSpPr>
          <p:nvPr/>
        </p:nvSpPr>
        <p:spPr bwMode="auto">
          <a:xfrm>
            <a:off x="545145" y="974350"/>
            <a:ext cx="7930640" cy="1422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使用得最多的一类单播地址，占</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地址总数的</a:t>
            </a:r>
            <a:r>
              <a:rPr lang="en-US" altLang="zh-CN" sz="2000" b="1" dirty="0">
                <a:latin typeface="微软雅黑" pitchFamily="34" charset="-122"/>
                <a:ea typeface="微软雅黑" pitchFamily="34" charset="-122"/>
              </a:rPr>
              <a:t>1/8</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GUA</a:t>
            </a:r>
            <a:r>
              <a:rPr lang="zh-CN" altLang="en-US" sz="2000" b="1" dirty="0">
                <a:latin typeface="微软雅黑" pitchFamily="34" charset="-122"/>
                <a:ea typeface="微软雅黑" pitchFamily="34" charset="-122"/>
              </a:rPr>
              <a:t>的地址前缀是</a:t>
            </a:r>
            <a:r>
              <a:rPr lang="en-US" altLang="zh-CN" sz="2000" b="1" dirty="0">
                <a:solidFill>
                  <a:srgbClr val="0000FF"/>
                </a:solidFill>
                <a:latin typeface="微软雅黑" pitchFamily="34" charset="-122"/>
                <a:ea typeface="微软雅黑" pitchFamily="34" charset="-122"/>
              </a:rPr>
              <a:t>2000::/3</a:t>
            </a:r>
            <a:r>
              <a:rPr lang="zh-CN" altLang="en-US" sz="2000" b="1" dirty="0">
                <a:latin typeface="微软雅黑" pitchFamily="34" charset="-122"/>
                <a:ea typeface="微软雅黑" pitchFamily="34" charset="-122"/>
              </a:rPr>
              <a:t>。</a:t>
            </a:r>
          </a:p>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全球单播地址的划分方法非常灵活，最常用的是三字段结构。</a:t>
            </a:r>
          </a:p>
        </p:txBody>
      </p:sp>
      <p:sp>
        <p:nvSpPr>
          <p:cNvPr id="3" name="AutoShape 5">
            <a:extLst>
              <a:ext uri="{FF2B5EF4-FFF2-40B4-BE49-F238E27FC236}">
                <a16:creationId xmlns:a16="http://schemas.microsoft.com/office/drawing/2014/main" id="{52F0394E-A94D-E196-0AB4-B339AA8678FD}"/>
              </a:ext>
            </a:extLst>
          </p:cNvPr>
          <p:cNvSpPr>
            <a:spLocks noChangeArrowheads="1"/>
          </p:cNvSpPr>
          <p:nvPr/>
        </p:nvSpPr>
        <p:spPr bwMode="auto">
          <a:xfrm>
            <a:off x="545145" y="6257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F9CCA75D-5F86-0077-E5CA-5C80E68E2160}"/>
              </a:ext>
            </a:extLst>
          </p:cNvPr>
          <p:cNvSpPr>
            <a:spLocks noChangeArrowheads="1"/>
          </p:cNvSpPr>
          <p:nvPr/>
        </p:nvSpPr>
        <p:spPr bwMode="auto">
          <a:xfrm>
            <a:off x="668215" y="592534"/>
            <a:ext cx="780757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全球单播地址 </a:t>
            </a:r>
            <a:r>
              <a:rPr lang="en-US" altLang="zh-CN" sz="2000" b="1" dirty="0">
                <a:solidFill>
                  <a:schemeClr val="bg1"/>
                </a:solidFill>
                <a:latin typeface="微软雅黑" pitchFamily="34" charset="-122"/>
                <a:ea typeface="微软雅黑" pitchFamily="34" charset="-122"/>
              </a:rPr>
              <a:t>GUA (Global Unicast Address)</a:t>
            </a:r>
            <a:endParaRPr lang="zh-CN" altLang="en-US" sz="2000" b="1" dirty="0">
              <a:solidFill>
                <a:schemeClr val="bg1"/>
              </a:solidFill>
              <a:latin typeface="微软雅黑" pitchFamily="34" charset="-122"/>
              <a:ea typeface="微软雅黑" pitchFamily="34" charset="-122"/>
            </a:endParaRPr>
          </a:p>
        </p:txBody>
      </p:sp>
      <p:sp>
        <p:nvSpPr>
          <p:cNvPr id="5" name="圆角矩形 21">
            <a:extLst>
              <a:ext uri="{FF2B5EF4-FFF2-40B4-BE49-F238E27FC236}">
                <a16:creationId xmlns:a16="http://schemas.microsoft.com/office/drawing/2014/main" id="{54E5BC0B-17F9-C5F5-8E11-184BEC68FC0E}"/>
              </a:ext>
            </a:extLst>
          </p:cNvPr>
          <p:cNvSpPr/>
          <p:nvPr/>
        </p:nvSpPr>
        <p:spPr>
          <a:xfrm>
            <a:off x="545145" y="2571750"/>
            <a:ext cx="8053710" cy="185768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dirty="0"/>
          </a:p>
        </p:txBody>
      </p:sp>
      <p:sp>
        <p:nvSpPr>
          <p:cNvPr id="7" name="Rectangle 2">
            <a:extLst>
              <a:ext uri="{FF2B5EF4-FFF2-40B4-BE49-F238E27FC236}">
                <a16:creationId xmlns:a16="http://schemas.microsoft.com/office/drawing/2014/main" id="{3B922E23-FDBC-C607-A9AF-AD9B8F17994E}"/>
              </a:ext>
            </a:extLst>
          </p:cNvPr>
          <p:cNvSpPr>
            <a:spLocks noChangeArrowheads="1"/>
          </p:cNvSpPr>
          <p:nvPr/>
        </p:nvSpPr>
        <p:spPr bwMode="auto">
          <a:xfrm>
            <a:off x="990589" y="3835868"/>
            <a:ext cx="7172653" cy="335566"/>
          </a:xfrm>
          <a:prstGeom prst="rect">
            <a:avLst/>
          </a:prstGeom>
          <a:solidFill>
            <a:srgbClr val="0000FF"/>
          </a:solidFill>
          <a:ln w="19050">
            <a:solidFill>
              <a:schemeClr val="tx1"/>
            </a:solidFill>
            <a:miter lim="800000"/>
            <a:headEnd/>
            <a:tailEnd/>
          </a:ln>
          <a:effectLst/>
        </p:spPr>
        <p:txBody>
          <a:bodyPr wrap="none" anchor="ct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a:defRPr/>
            </a:pPr>
            <a:endParaRPr lang="zh-CN" altLang="en-US" sz="1400" b="1" dirty="0">
              <a:solidFill>
                <a:srgbClr val="000099"/>
              </a:solidFill>
              <a:latin typeface="微软雅黑" pitchFamily="34" charset="-122"/>
              <a:ea typeface="微软雅黑" pitchFamily="34" charset="-122"/>
            </a:endParaRPr>
          </a:p>
        </p:txBody>
      </p:sp>
      <p:sp>
        <p:nvSpPr>
          <p:cNvPr id="8" name="Rectangle 110">
            <a:extLst>
              <a:ext uri="{FF2B5EF4-FFF2-40B4-BE49-F238E27FC236}">
                <a16:creationId xmlns:a16="http://schemas.microsoft.com/office/drawing/2014/main" id="{01CF5B23-AB33-9778-C0B2-8FFEC52DFCEB}"/>
              </a:ext>
            </a:extLst>
          </p:cNvPr>
          <p:cNvSpPr>
            <a:spLocks noChangeArrowheads="1"/>
          </p:cNvSpPr>
          <p:nvPr/>
        </p:nvSpPr>
        <p:spPr bwMode="auto">
          <a:xfrm>
            <a:off x="5400488" y="3867138"/>
            <a:ext cx="2329680"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algn="ctr" defTabSz="762000"/>
            <a:r>
              <a:rPr lang="zh-CN" altLang="en-US" sz="1400" b="1" dirty="0">
                <a:solidFill>
                  <a:schemeClr val="bg1"/>
                </a:solidFill>
                <a:latin typeface="微软雅黑" pitchFamily="34" charset="-122"/>
                <a:ea typeface="微软雅黑" pitchFamily="34" charset="-122"/>
              </a:rPr>
              <a:t>接口标识符 </a:t>
            </a:r>
            <a:r>
              <a:rPr lang="en-US" altLang="zh-CN" sz="1400" b="1" dirty="0">
                <a:solidFill>
                  <a:schemeClr val="bg1"/>
                </a:solidFill>
                <a:latin typeface="微软雅黑" pitchFamily="34" charset="-122"/>
                <a:ea typeface="微软雅黑" pitchFamily="34" charset="-122"/>
              </a:rPr>
              <a:t>(64</a:t>
            </a:r>
            <a:r>
              <a:rPr lang="zh-CN" altLang="en-US" sz="1400" b="1" dirty="0">
                <a:solidFill>
                  <a:schemeClr val="bg1"/>
                </a:solidFill>
                <a:latin typeface="微软雅黑" pitchFamily="34" charset="-122"/>
                <a:ea typeface="微软雅黑" pitchFamily="34" charset="-122"/>
              </a:rPr>
              <a:t>位</a:t>
            </a:r>
            <a:r>
              <a:rPr lang="en-US" altLang="zh-CN" sz="1400" b="1" dirty="0">
                <a:solidFill>
                  <a:schemeClr val="bg1"/>
                </a:solidFill>
                <a:latin typeface="微软雅黑" pitchFamily="34" charset="-122"/>
                <a:ea typeface="微软雅黑" pitchFamily="34" charset="-122"/>
              </a:rPr>
              <a:t>)</a:t>
            </a:r>
            <a:endParaRPr lang="zh-CN" altLang="en-US" sz="1400" b="1" dirty="0">
              <a:solidFill>
                <a:schemeClr val="bg1"/>
              </a:solidFill>
              <a:latin typeface="微软雅黑" pitchFamily="34" charset="-122"/>
              <a:ea typeface="微软雅黑" pitchFamily="34" charset="-122"/>
            </a:endParaRPr>
          </a:p>
        </p:txBody>
      </p:sp>
      <p:sp>
        <p:nvSpPr>
          <p:cNvPr id="18" name="矩形 17">
            <a:extLst>
              <a:ext uri="{FF2B5EF4-FFF2-40B4-BE49-F238E27FC236}">
                <a16:creationId xmlns:a16="http://schemas.microsoft.com/office/drawing/2014/main" id="{B518610B-06FE-AF77-D81B-0C24593E7585}"/>
              </a:ext>
            </a:extLst>
          </p:cNvPr>
          <p:cNvSpPr/>
          <p:nvPr/>
        </p:nvSpPr>
        <p:spPr bwMode="auto">
          <a:xfrm>
            <a:off x="3170492" y="3853214"/>
            <a:ext cx="1624294" cy="305060"/>
          </a:xfrm>
          <a:prstGeom prst="rect">
            <a:avLst/>
          </a:prstGeom>
          <a:solidFill>
            <a:srgbClr val="FF99FF"/>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solidFill>
                <a:srgbClr val="000099"/>
              </a:solidFill>
              <a:effectLst/>
              <a:latin typeface="微软雅黑" pitchFamily="34" charset="-122"/>
              <a:ea typeface="微软雅黑" pitchFamily="34" charset="-122"/>
            </a:endParaRPr>
          </a:p>
        </p:txBody>
      </p:sp>
      <p:sp>
        <p:nvSpPr>
          <p:cNvPr id="19" name="Rectangle 126">
            <a:extLst>
              <a:ext uri="{FF2B5EF4-FFF2-40B4-BE49-F238E27FC236}">
                <a16:creationId xmlns:a16="http://schemas.microsoft.com/office/drawing/2014/main" id="{EAA9F6D3-9BD8-89FA-CF79-45DDAAC23CCC}"/>
              </a:ext>
            </a:extLst>
          </p:cNvPr>
          <p:cNvSpPr>
            <a:spLocks noChangeArrowheads="1"/>
          </p:cNvSpPr>
          <p:nvPr/>
        </p:nvSpPr>
        <p:spPr bwMode="auto">
          <a:xfrm>
            <a:off x="3129156" y="3867137"/>
            <a:ext cx="1611909"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algn="ctr" defTabSz="762000"/>
            <a:r>
              <a:rPr lang="zh-CN" altLang="en-US" sz="1400" b="1" dirty="0">
                <a:latin typeface="微软雅黑" pitchFamily="34" charset="-122"/>
                <a:ea typeface="微软雅黑" pitchFamily="34" charset="-122"/>
              </a:rPr>
              <a:t>子网标识符 </a:t>
            </a:r>
            <a:r>
              <a:rPr lang="en-US" altLang="zh-CN" sz="1400" b="1" dirty="0">
                <a:latin typeface="微软雅黑" pitchFamily="34" charset="-122"/>
                <a:ea typeface="微软雅黑" pitchFamily="34" charset="-122"/>
              </a:rPr>
              <a:t>(16</a:t>
            </a:r>
            <a:r>
              <a:rPr lang="zh-CN" altLang="en-US" sz="1400" b="1" dirty="0">
                <a:latin typeface="微软雅黑" pitchFamily="34" charset="-122"/>
                <a:ea typeface="微软雅黑" pitchFamily="34" charset="-122"/>
              </a:rPr>
              <a:t>位</a:t>
            </a:r>
            <a:r>
              <a:rPr lang="en-US" altLang="zh-CN" sz="1400" b="1" dirty="0">
                <a:latin typeface="微软雅黑" pitchFamily="34" charset="-122"/>
                <a:ea typeface="微软雅黑" pitchFamily="34" charset="-122"/>
              </a:rPr>
              <a:t>)</a:t>
            </a:r>
            <a:endParaRPr lang="zh-CN" altLang="en-US" sz="1400" b="1" dirty="0">
              <a:latin typeface="微软雅黑" pitchFamily="34" charset="-122"/>
              <a:ea typeface="微软雅黑" pitchFamily="34" charset="-122"/>
            </a:endParaRPr>
          </a:p>
        </p:txBody>
      </p:sp>
      <p:sp>
        <p:nvSpPr>
          <p:cNvPr id="20" name="矩形 19">
            <a:extLst>
              <a:ext uri="{FF2B5EF4-FFF2-40B4-BE49-F238E27FC236}">
                <a16:creationId xmlns:a16="http://schemas.microsoft.com/office/drawing/2014/main" id="{3BACD61E-4F47-0B38-EBB0-26D8C373F86C}"/>
              </a:ext>
            </a:extLst>
          </p:cNvPr>
          <p:cNvSpPr/>
          <p:nvPr/>
        </p:nvSpPr>
        <p:spPr bwMode="auto">
          <a:xfrm>
            <a:off x="990589" y="3854039"/>
            <a:ext cx="2155733" cy="304236"/>
          </a:xfrm>
          <a:prstGeom prst="rect">
            <a:avLst/>
          </a:prstGeom>
          <a:solidFill>
            <a:srgbClr val="00FF99"/>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solidFill>
                <a:srgbClr val="000099"/>
              </a:solidFill>
              <a:effectLst/>
              <a:latin typeface="微软雅黑" pitchFamily="34" charset="-122"/>
              <a:ea typeface="微软雅黑" pitchFamily="34" charset="-122"/>
            </a:endParaRPr>
          </a:p>
        </p:txBody>
      </p:sp>
      <p:sp>
        <p:nvSpPr>
          <p:cNvPr id="21" name="Rectangle 126">
            <a:extLst>
              <a:ext uri="{FF2B5EF4-FFF2-40B4-BE49-F238E27FC236}">
                <a16:creationId xmlns:a16="http://schemas.microsoft.com/office/drawing/2014/main" id="{238C166E-E1DD-751A-F5A4-371E49D707BA}"/>
              </a:ext>
            </a:extLst>
          </p:cNvPr>
          <p:cNvSpPr>
            <a:spLocks noChangeArrowheads="1"/>
          </p:cNvSpPr>
          <p:nvPr/>
        </p:nvSpPr>
        <p:spPr bwMode="auto">
          <a:xfrm>
            <a:off x="1014758" y="3867137"/>
            <a:ext cx="2242626"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pPr algn="ctr" defTabSz="762000"/>
            <a:r>
              <a:rPr lang="zh-CN" altLang="en-US" sz="1400" b="1" dirty="0">
                <a:latin typeface="微软雅黑" pitchFamily="34" charset="-122"/>
                <a:ea typeface="微软雅黑" pitchFamily="34" charset="-122"/>
              </a:rPr>
              <a:t>全球路由前缀 </a:t>
            </a:r>
            <a:r>
              <a:rPr lang="en-US" altLang="zh-CN" sz="1400" b="1" dirty="0">
                <a:latin typeface="微软雅黑" pitchFamily="34" charset="-122"/>
                <a:ea typeface="微软雅黑" pitchFamily="34" charset="-122"/>
              </a:rPr>
              <a:t>(48</a:t>
            </a:r>
            <a:r>
              <a:rPr lang="zh-CN" altLang="en-US" sz="1400" b="1" dirty="0">
                <a:latin typeface="微软雅黑" pitchFamily="34" charset="-122"/>
                <a:ea typeface="微软雅黑" pitchFamily="34" charset="-122"/>
              </a:rPr>
              <a:t>位</a:t>
            </a:r>
            <a:r>
              <a:rPr lang="en-US" altLang="zh-CN" sz="1400" b="1" dirty="0">
                <a:latin typeface="微软雅黑" pitchFamily="34" charset="-122"/>
                <a:ea typeface="微软雅黑" pitchFamily="34" charset="-122"/>
              </a:rPr>
              <a:t>)</a:t>
            </a:r>
            <a:endParaRPr lang="zh-CN" altLang="en-US" sz="1400" b="1" dirty="0">
              <a:latin typeface="微软雅黑" pitchFamily="34" charset="-122"/>
              <a:ea typeface="微软雅黑" pitchFamily="34" charset="-122"/>
            </a:endParaRPr>
          </a:p>
        </p:txBody>
      </p:sp>
      <p:sp>
        <p:nvSpPr>
          <p:cNvPr id="10" name="Line 166">
            <a:extLst>
              <a:ext uri="{FF2B5EF4-FFF2-40B4-BE49-F238E27FC236}">
                <a16:creationId xmlns:a16="http://schemas.microsoft.com/office/drawing/2014/main" id="{78720AFD-7A5A-1405-934E-64766E31B0C5}"/>
              </a:ext>
            </a:extLst>
          </p:cNvPr>
          <p:cNvSpPr>
            <a:spLocks noChangeShapeType="1"/>
          </p:cNvSpPr>
          <p:nvPr/>
        </p:nvSpPr>
        <p:spPr bwMode="auto">
          <a:xfrm>
            <a:off x="4782948" y="3835868"/>
            <a:ext cx="0" cy="34140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endParaRPr lang="zh-CN" altLang="en-US" sz="1400" b="1">
              <a:solidFill>
                <a:srgbClr val="000099"/>
              </a:solidFill>
              <a:latin typeface="微软雅黑" pitchFamily="34" charset="-122"/>
              <a:ea typeface="微软雅黑" pitchFamily="34" charset="-122"/>
            </a:endParaRPr>
          </a:p>
        </p:txBody>
      </p:sp>
      <p:grpSp>
        <p:nvGrpSpPr>
          <p:cNvPr id="30" name="组合 29">
            <a:extLst>
              <a:ext uri="{FF2B5EF4-FFF2-40B4-BE49-F238E27FC236}">
                <a16:creationId xmlns:a16="http://schemas.microsoft.com/office/drawing/2014/main" id="{D262FD77-9E3E-F023-F265-B12307D81E5F}"/>
              </a:ext>
            </a:extLst>
          </p:cNvPr>
          <p:cNvGrpSpPr/>
          <p:nvPr/>
        </p:nvGrpSpPr>
        <p:grpSpPr>
          <a:xfrm>
            <a:off x="990589" y="2782686"/>
            <a:ext cx="7172653" cy="348170"/>
            <a:chOff x="990589" y="2782686"/>
            <a:chExt cx="7172653" cy="348170"/>
          </a:xfrm>
        </p:grpSpPr>
        <p:sp>
          <p:nvSpPr>
            <p:cNvPr id="24" name="Rectangle 2">
              <a:extLst>
                <a:ext uri="{FF2B5EF4-FFF2-40B4-BE49-F238E27FC236}">
                  <a16:creationId xmlns:a16="http://schemas.microsoft.com/office/drawing/2014/main" id="{9DA01829-6300-047F-B301-8821FC290496}"/>
                </a:ext>
              </a:extLst>
            </p:cNvPr>
            <p:cNvSpPr>
              <a:spLocks noChangeArrowheads="1"/>
            </p:cNvSpPr>
            <p:nvPr/>
          </p:nvSpPr>
          <p:spPr bwMode="auto">
            <a:xfrm>
              <a:off x="990589" y="2795290"/>
              <a:ext cx="7172653" cy="335566"/>
            </a:xfrm>
            <a:prstGeom prst="rect">
              <a:avLst/>
            </a:prstGeom>
            <a:solidFill>
              <a:srgbClr val="00FFFF"/>
            </a:solidFill>
            <a:ln w="19050">
              <a:solidFill>
                <a:schemeClr val="tx1"/>
              </a:solidFill>
              <a:miter lim="800000"/>
              <a:headEnd/>
              <a:tailEnd/>
            </a:ln>
            <a:effectLst/>
          </p:spPr>
          <p:txBody>
            <a:bodyPr wrap="none" anchor="ctr"/>
            <a:lstStyle/>
            <a:p>
              <a:pPr>
                <a:defRPr/>
              </a:pPr>
              <a:endParaRPr lang="zh-CN" altLang="en-US" sz="1400" b="1">
                <a:solidFill>
                  <a:srgbClr val="000099"/>
                </a:solidFill>
                <a:latin typeface="微软雅黑" pitchFamily="34" charset="-122"/>
                <a:ea typeface="微软雅黑" pitchFamily="34" charset="-122"/>
              </a:endParaRPr>
            </a:p>
          </p:txBody>
        </p:sp>
        <p:sp>
          <p:nvSpPr>
            <p:cNvPr id="25" name="Rectangle 126">
              <a:extLst>
                <a:ext uri="{FF2B5EF4-FFF2-40B4-BE49-F238E27FC236}">
                  <a16:creationId xmlns:a16="http://schemas.microsoft.com/office/drawing/2014/main" id="{07719E8D-A3D9-3904-A07F-5A055C1BCE5D}"/>
                </a:ext>
              </a:extLst>
            </p:cNvPr>
            <p:cNvSpPr>
              <a:spLocks noChangeArrowheads="1"/>
            </p:cNvSpPr>
            <p:nvPr/>
          </p:nvSpPr>
          <p:spPr bwMode="auto">
            <a:xfrm>
              <a:off x="2716810" y="2782686"/>
              <a:ext cx="3879272"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p>
              <a:pPr algn="ctr" defTabSz="762000"/>
              <a:r>
                <a:rPr lang="zh-CN" altLang="en-US" sz="1600" b="1" dirty="0">
                  <a:latin typeface="微软雅黑" pitchFamily="34" charset="-122"/>
                  <a:ea typeface="微软雅黑" pitchFamily="34" charset="-122"/>
                </a:rPr>
                <a:t>节 点 地 址 </a:t>
              </a:r>
              <a:r>
                <a:rPr lang="en-US" altLang="zh-CN" sz="1600" b="1" dirty="0">
                  <a:latin typeface="微软雅黑" pitchFamily="34" charset="-122"/>
                  <a:ea typeface="微软雅黑" pitchFamily="34" charset="-122"/>
                </a:rPr>
                <a:t>(128 bit)</a:t>
              </a:r>
              <a:endParaRPr lang="zh-CN" altLang="en-US" sz="1600" b="1" dirty="0">
                <a:latin typeface="微软雅黑" pitchFamily="34" charset="-122"/>
                <a:ea typeface="微软雅黑" pitchFamily="34" charset="-122"/>
              </a:endParaRPr>
            </a:p>
          </p:txBody>
        </p:sp>
      </p:grpSp>
      <p:grpSp>
        <p:nvGrpSpPr>
          <p:cNvPr id="31" name="组合 30">
            <a:extLst>
              <a:ext uri="{FF2B5EF4-FFF2-40B4-BE49-F238E27FC236}">
                <a16:creationId xmlns:a16="http://schemas.microsoft.com/office/drawing/2014/main" id="{706B4C70-34E3-5605-D80E-766AF6F89D8D}"/>
              </a:ext>
            </a:extLst>
          </p:cNvPr>
          <p:cNvGrpSpPr/>
          <p:nvPr/>
        </p:nvGrpSpPr>
        <p:grpSpPr>
          <a:xfrm>
            <a:off x="990589" y="3315579"/>
            <a:ext cx="7172653" cy="341402"/>
            <a:chOff x="990589" y="3315579"/>
            <a:chExt cx="7172653" cy="341402"/>
          </a:xfrm>
        </p:grpSpPr>
        <p:sp>
          <p:nvSpPr>
            <p:cNvPr id="23" name="Rectangle 2">
              <a:extLst>
                <a:ext uri="{FF2B5EF4-FFF2-40B4-BE49-F238E27FC236}">
                  <a16:creationId xmlns:a16="http://schemas.microsoft.com/office/drawing/2014/main" id="{963D09F1-9693-A52F-55CA-3598DCFE7FE6}"/>
                </a:ext>
              </a:extLst>
            </p:cNvPr>
            <p:cNvSpPr>
              <a:spLocks noChangeArrowheads="1"/>
            </p:cNvSpPr>
            <p:nvPr/>
          </p:nvSpPr>
          <p:spPr bwMode="auto">
            <a:xfrm>
              <a:off x="990589" y="3315579"/>
              <a:ext cx="7172653" cy="335566"/>
            </a:xfrm>
            <a:prstGeom prst="rect">
              <a:avLst/>
            </a:prstGeom>
            <a:solidFill>
              <a:srgbClr val="0000FF"/>
            </a:solidFill>
            <a:ln w="19050">
              <a:solidFill>
                <a:schemeClr val="tx1"/>
              </a:solidFill>
              <a:miter lim="800000"/>
              <a:headEnd/>
              <a:tailEnd/>
            </a:ln>
            <a:effectLst/>
          </p:spPr>
          <p:txBody>
            <a:bodyPr wrap="none" anchor="ctr"/>
            <a:lstStyle/>
            <a:p>
              <a:pPr>
                <a:defRPr/>
              </a:pPr>
              <a:endParaRPr lang="zh-CN" altLang="en-US" sz="1400" b="1">
                <a:solidFill>
                  <a:srgbClr val="000099"/>
                </a:solidFill>
                <a:latin typeface="微软雅黑" pitchFamily="34" charset="-122"/>
                <a:ea typeface="微软雅黑" pitchFamily="34" charset="-122"/>
              </a:endParaRPr>
            </a:p>
          </p:txBody>
        </p:sp>
        <p:sp>
          <p:nvSpPr>
            <p:cNvPr id="27" name="Rectangle 110">
              <a:extLst>
                <a:ext uri="{FF2B5EF4-FFF2-40B4-BE49-F238E27FC236}">
                  <a16:creationId xmlns:a16="http://schemas.microsoft.com/office/drawing/2014/main" id="{DFF4E6EB-2EBD-1753-AA5E-F236B3339037}"/>
                </a:ext>
              </a:extLst>
            </p:cNvPr>
            <p:cNvSpPr>
              <a:spLocks noChangeArrowheads="1"/>
            </p:cNvSpPr>
            <p:nvPr/>
          </p:nvSpPr>
          <p:spPr bwMode="auto">
            <a:xfrm>
              <a:off x="5625458" y="3342315"/>
              <a:ext cx="1859177"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p>
              <a:pPr algn="ctr" defTabSz="762000"/>
              <a:r>
                <a:rPr lang="zh-CN" altLang="en-US" sz="1400" b="1" dirty="0">
                  <a:solidFill>
                    <a:schemeClr val="bg1"/>
                  </a:solidFill>
                  <a:latin typeface="微软雅黑" pitchFamily="34" charset="-122"/>
                  <a:ea typeface="微软雅黑" pitchFamily="34" charset="-122"/>
                </a:rPr>
                <a:t>接口标识符 </a:t>
              </a:r>
              <a:r>
                <a:rPr lang="en-US" altLang="zh-CN" sz="1400" b="1" dirty="0">
                  <a:solidFill>
                    <a:schemeClr val="bg1"/>
                  </a:solidFill>
                  <a:latin typeface="微软雅黑" pitchFamily="34" charset="-122"/>
                  <a:ea typeface="微软雅黑" pitchFamily="34" charset="-122"/>
                </a:rPr>
                <a:t>(64</a:t>
              </a:r>
              <a:r>
                <a:rPr lang="zh-CN" altLang="en-US" sz="1400" b="1" dirty="0">
                  <a:solidFill>
                    <a:schemeClr val="bg1"/>
                  </a:solidFill>
                  <a:latin typeface="微软雅黑" pitchFamily="34" charset="-122"/>
                  <a:ea typeface="微软雅黑" pitchFamily="34" charset="-122"/>
                </a:rPr>
                <a:t>位</a:t>
              </a:r>
              <a:r>
                <a:rPr lang="en-US" altLang="zh-CN" sz="1400" b="1" dirty="0">
                  <a:solidFill>
                    <a:schemeClr val="bg1"/>
                  </a:solidFill>
                  <a:latin typeface="微软雅黑" pitchFamily="34" charset="-122"/>
                  <a:ea typeface="微软雅黑" pitchFamily="34" charset="-122"/>
                </a:rPr>
                <a:t>) </a:t>
              </a:r>
              <a:endParaRPr lang="zh-CN" altLang="en-US" sz="1400" b="1" dirty="0">
                <a:solidFill>
                  <a:schemeClr val="bg1"/>
                </a:solidFill>
                <a:latin typeface="微软雅黑" pitchFamily="34" charset="-122"/>
                <a:ea typeface="微软雅黑" pitchFamily="34" charset="-122"/>
              </a:endParaRPr>
            </a:p>
          </p:txBody>
        </p:sp>
        <p:sp>
          <p:nvSpPr>
            <p:cNvPr id="28" name="矩形 27">
              <a:extLst>
                <a:ext uri="{FF2B5EF4-FFF2-40B4-BE49-F238E27FC236}">
                  <a16:creationId xmlns:a16="http://schemas.microsoft.com/office/drawing/2014/main" id="{251CD790-513C-F3B5-494F-8EA6573BCDF2}"/>
                </a:ext>
              </a:extLst>
            </p:cNvPr>
            <p:cNvSpPr/>
            <p:nvPr/>
          </p:nvSpPr>
          <p:spPr bwMode="auto">
            <a:xfrm>
              <a:off x="990589" y="3330832"/>
              <a:ext cx="3792359" cy="305060"/>
            </a:xfrm>
            <a:prstGeom prst="rect">
              <a:avLst/>
            </a:prstGeom>
            <a:solidFill>
              <a:srgbClr val="FF99FF"/>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400" b="0" i="0" u="none" strike="noStrike" cap="none" normalizeH="0" baseline="0">
                <a:ln>
                  <a:noFill/>
                </a:ln>
                <a:solidFill>
                  <a:srgbClr val="000099"/>
                </a:solidFill>
                <a:effectLst/>
                <a:latin typeface="微软雅黑" pitchFamily="34" charset="-122"/>
                <a:ea typeface="微软雅黑" pitchFamily="34" charset="-122"/>
              </a:endParaRPr>
            </a:p>
          </p:txBody>
        </p:sp>
        <p:sp>
          <p:nvSpPr>
            <p:cNvPr id="29" name="Rectangle 126">
              <a:extLst>
                <a:ext uri="{FF2B5EF4-FFF2-40B4-BE49-F238E27FC236}">
                  <a16:creationId xmlns:a16="http://schemas.microsoft.com/office/drawing/2014/main" id="{9CBD68F0-F295-8629-D1EA-7FC8590D9510}"/>
                </a:ext>
              </a:extLst>
            </p:cNvPr>
            <p:cNvSpPr>
              <a:spLocks noChangeArrowheads="1"/>
            </p:cNvSpPr>
            <p:nvPr/>
          </p:nvSpPr>
          <p:spPr bwMode="auto">
            <a:xfrm>
              <a:off x="2188337" y="3340467"/>
              <a:ext cx="1495602"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400" b="1" dirty="0">
                  <a:latin typeface="微软雅黑" pitchFamily="34" charset="-122"/>
                  <a:ea typeface="微软雅黑" pitchFamily="34" charset="-122"/>
                </a:rPr>
                <a:t>网络前缀 </a:t>
              </a:r>
              <a:r>
                <a:rPr lang="en-US" altLang="zh-CN" sz="1400" b="1" dirty="0">
                  <a:latin typeface="微软雅黑" pitchFamily="34" charset="-122"/>
                  <a:ea typeface="微软雅黑" pitchFamily="34" charset="-122"/>
                </a:rPr>
                <a:t>(64</a:t>
              </a:r>
              <a:r>
                <a:rPr lang="zh-CN" altLang="en-US" sz="1400" b="1" dirty="0">
                  <a:latin typeface="微软雅黑" pitchFamily="34" charset="-122"/>
                  <a:ea typeface="微软雅黑" pitchFamily="34" charset="-122"/>
                </a:rPr>
                <a:t>位</a:t>
              </a:r>
              <a:r>
                <a:rPr lang="en-US" altLang="zh-CN" sz="1400" b="1" dirty="0">
                  <a:latin typeface="微软雅黑" pitchFamily="34" charset="-122"/>
                  <a:ea typeface="微软雅黑" pitchFamily="34" charset="-122"/>
                </a:rPr>
                <a:t>)</a:t>
              </a:r>
              <a:endParaRPr lang="zh-CN" altLang="en-US" sz="1400" b="1" dirty="0">
                <a:latin typeface="微软雅黑" pitchFamily="34" charset="-122"/>
                <a:ea typeface="微软雅黑" pitchFamily="34" charset="-122"/>
              </a:endParaRPr>
            </a:p>
          </p:txBody>
        </p:sp>
        <p:sp>
          <p:nvSpPr>
            <p:cNvPr id="26" name="Line 166">
              <a:extLst>
                <a:ext uri="{FF2B5EF4-FFF2-40B4-BE49-F238E27FC236}">
                  <a16:creationId xmlns:a16="http://schemas.microsoft.com/office/drawing/2014/main" id="{24FA6B03-8C13-8479-F8A9-7F5C68813930}"/>
                </a:ext>
              </a:extLst>
            </p:cNvPr>
            <p:cNvSpPr>
              <a:spLocks noChangeShapeType="1"/>
            </p:cNvSpPr>
            <p:nvPr/>
          </p:nvSpPr>
          <p:spPr bwMode="auto">
            <a:xfrm>
              <a:off x="4791290" y="3315579"/>
              <a:ext cx="0" cy="34140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Tree>
    <p:extLst>
      <p:ext uri="{BB962C8B-B14F-4D97-AF65-F5344CB8AC3E}">
        <p14:creationId xmlns:p14="http://schemas.microsoft.com/office/powerpoint/2010/main" val="21712865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nodeType="clickEffect">
                                  <p:stCondLst>
                                    <p:cond delay="0"/>
                                  </p:stCondLst>
                                  <p:childTnLst>
                                    <p:anim calcmode="discrete" valueType="str">
                                      <p:cBhvr>
                                        <p:cTn id="20" dur="1000" fill="hold"/>
                                        <p:tgtEl>
                                          <p:spTgt spid="30"/>
                                        </p:tgtEl>
                                        <p:attrNameLst>
                                          <p:attrName>style.visibility</p:attrName>
                                        </p:attrNameLst>
                                      </p:cBhvr>
                                      <p:tavLst>
                                        <p:tav tm="0">
                                          <p:val>
                                            <p:strVal val="hidden"/>
                                          </p:val>
                                        </p:tav>
                                        <p:tav tm="50000">
                                          <p:val>
                                            <p:strVal val="visible"/>
                                          </p:val>
                                        </p:tav>
                                      </p:tavLst>
                                    </p:anim>
                                  </p:childTnLst>
                                </p:cTn>
                              </p:par>
                            </p:childTnLst>
                          </p:cTn>
                        </p:par>
                      </p:childTnLst>
                    </p:cTn>
                  </p:par>
                  <p:par>
                    <p:cTn id="21" fill="hold">
                      <p:stCondLst>
                        <p:cond delay="indefinite"/>
                      </p:stCondLst>
                      <p:childTnLst>
                        <p:par>
                          <p:cTn id="22" fill="hold">
                            <p:stCondLst>
                              <p:cond delay="0"/>
                            </p:stCondLst>
                            <p:childTnLst>
                              <p:par>
                                <p:cTn id="23" presetID="35" presetClass="emph" presetSubtype="0" repeatCount="3000" fill="hold" nodeType="clickEffect">
                                  <p:stCondLst>
                                    <p:cond delay="0"/>
                                  </p:stCondLst>
                                  <p:childTnLst>
                                    <p:anim calcmode="discrete" valueType="str">
                                      <p:cBhvr>
                                        <p:cTn id="24" dur="1000" fill="hold"/>
                                        <p:tgtEl>
                                          <p:spTgt spid="31"/>
                                        </p:tgtEl>
                                        <p:attrNameLst>
                                          <p:attrName>style.visibility</p:attrName>
                                        </p:attrNameLst>
                                      </p:cBhvr>
                                      <p:tavLst>
                                        <p:tav tm="0">
                                          <p:val>
                                            <p:strVal val="hidden"/>
                                          </p:val>
                                        </p:tav>
                                        <p:tav tm="50000">
                                          <p:val>
                                            <p:strVal val="visible"/>
                                          </p:val>
                                        </p:tav>
                                      </p:tavLst>
                                    </p:anim>
                                  </p:childTnLst>
                                </p:cTn>
                              </p:par>
                            </p:childTnLst>
                          </p:cTn>
                        </p:par>
                      </p:childTnLst>
                    </p:cTn>
                  </p:par>
                  <p:par>
                    <p:cTn id="25" fill="hold">
                      <p:stCondLst>
                        <p:cond delay="indefinite"/>
                      </p:stCondLst>
                      <p:childTnLst>
                        <p:par>
                          <p:cTn id="26" fill="hold">
                            <p:stCondLst>
                              <p:cond delay="0"/>
                            </p:stCondLst>
                            <p:childTnLst>
                              <p:par>
                                <p:cTn id="27" presetID="35" presetClass="emph" presetSubtype="0" repeatCount="3000" fill="hold" grpId="0" nodeType="clickEffect">
                                  <p:stCondLst>
                                    <p:cond delay="0"/>
                                  </p:stCondLst>
                                  <p:childTnLst>
                                    <p:anim calcmode="discrete" valueType="str">
                                      <p:cBhvr>
                                        <p:cTn id="28" dur="1000" fill="hold"/>
                                        <p:tgtEl>
                                          <p:spTgt spid="21"/>
                                        </p:tgtEl>
                                        <p:attrNameLst>
                                          <p:attrName>style.visibility</p:attrName>
                                        </p:attrNameLst>
                                      </p:cBhvr>
                                      <p:tavLst>
                                        <p:tav tm="0">
                                          <p:val>
                                            <p:strVal val="hidden"/>
                                          </p:val>
                                        </p:tav>
                                        <p:tav tm="50000">
                                          <p:val>
                                            <p:strVal val="visible"/>
                                          </p:val>
                                        </p:tav>
                                      </p:tavLst>
                                    </p:anim>
                                  </p:childTnLst>
                                </p:cTn>
                              </p:par>
                            </p:childTnLst>
                          </p:cTn>
                        </p:par>
                      </p:childTnLst>
                    </p:cTn>
                  </p:par>
                  <p:par>
                    <p:cTn id="29" fill="hold">
                      <p:stCondLst>
                        <p:cond delay="indefinite"/>
                      </p:stCondLst>
                      <p:childTnLst>
                        <p:par>
                          <p:cTn id="30" fill="hold">
                            <p:stCondLst>
                              <p:cond delay="0"/>
                            </p:stCondLst>
                            <p:childTnLst>
                              <p:par>
                                <p:cTn id="31" presetID="35" presetClass="emph" presetSubtype="0" repeatCount="3000" fill="hold" grpId="0" nodeType="clickEffect">
                                  <p:stCondLst>
                                    <p:cond delay="0"/>
                                  </p:stCondLst>
                                  <p:childTnLst>
                                    <p:anim calcmode="discrete" valueType="str">
                                      <p:cBhvr>
                                        <p:cTn id="32" dur="1000" fill="hold"/>
                                        <p:tgtEl>
                                          <p:spTgt spid="19"/>
                                        </p:tgtEl>
                                        <p:attrNameLst>
                                          <p:attrName>style.visibility</p:attrName>
                                        </p:attrNameLst>
                                      </p:cBhvr>
                                      <p:tavLst>
                                        <p:tav tm="0">
                                          <p:val>
                                            <p:strVal val="hidden"/>
                                          </p:val>
                                        </p:tav>
                                        <p:tav tm="50000">
                                          <p:val>
                                            <p:strVal val="visible"/>
                                          </p:val>
                                        </p:tav>
                                      </p:tavLst>
                                    </p:anim>
                                  </p:childTnLst>
                                </p:cTn>
                              </p:par>
                            </p:childTnLst>
                          </p:cTn>
                        </p:par>
                      </p:childTnLst>
                    </p:cTn>
                  </p:par>
                  <p:par>
                    <p:cTn id="33" fill="hold">
                      <p:stCondLst>
                        <p:cond delay="indefinite"/>
                      </p:stCondLst>
                      <p:childTnLst>
                        <p:par>
                          <p:cTn id="34" fill="hold">
                            <p:stCondLst>
                              <p:cond delay="0"/>
                            </p:stCondLst>
                            <p:childTnLst>
                              <p:par>
                                <p:cTn id="35" presetID="35" presetClass="emph" presetSubtype="0" repeatCount="3000" fill="hold" grpId="0" nodeType="clickEffect">
                                  <p:stCondLst>
                                    <p:cond delay="0"/>
                                  </p:stCondLst>
                                  <p:childTnLst>
                                    <p:anim calcmode="discrete" valueType="str">
                                      <p:cBhvr>
                                        <p:cTn id="36"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P spid="8" grpId="0"/>
      <p:bldP spid="19" grpId="0"/>
      <p:bldP spid="21"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C88594-0071-8E6F-0A7A-9C7CF08D597B}"/>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63046025-5162-2783-CBDA-51416CB15533}"/>
              </a:ext>
            </a:extLst>
          </p:cNvPr>
          <p:cNvSpPr>
            <a:spLocks noChangeArrowheads="1"/>
          </p:cNvSpPr>
          <p:nvPr/>
        </p:nvSpPr>
        <p:spPr bwMode="auto">
          <a:xfrm>
            <a:off x="545145" y="974350"/>
            <a:ext cx="7930640" cy="961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这类地址相当于</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的私用地址，这类地址不能接入到互联网。</a:t>
            </a:r>
          </a:p>
          <a:p>
            <a:pPr marL="285750" indent="-285750">
              <a:lnSpc>
                <a:spcPct val="150000"/>
              </a:lnSpc>
              <a:buClr>
                <a:srgbClr val="0070C0"/>
              </a:buClr>
              <a:buFont typeface="Wingdings" pitchFamily="2" charset="2"/>
              <a:buChar char="l"/>
            </a:pPr>
            <a:r>
              <a:rPr lang="en-US" altLang="zh-CN" sz="2000" b="1" dirty="0">
                <a:latin typeface="微软雅黑" pitchFamily="34" charset="-122"/>
                <a:ea typeface="微软雅黑" pitchFamily="34" charset="-122"/>
              </a:rPr>
              <a:t>ULA</a:t>
            </a:r>
            <a:r>
              <a:rPr lang="zh-CN" altLang="en-US" sz="2000" b="1" dirty="0">
                <a:latin typeface="微软雅黑" pitchFamily="34" charset="-122"/>
                <a:ea typeface="微软雅黑" pitchFamily="34" charset="-122"/>
              </a:rPr>
              <a:t>的前缀为</a:t>
            </a:r>
            <a:r>
              <a:rPr lang="en-US" altLang="zh-CN" sz="2000" b="1" dirty="0">
                <a:solidFill>
                  <a:srgbClr val="0000FF"/>
                </a:solidFill>
                <a:latin typeface="微软雅黑" pitchFamily="34" charset="-122"/>
                <a:ea typeface="微软雅黑" pitchFamily="34" charset="-122"/>
              </a:rPr>
              <a:t>fc00::/7</a:t>
            </a:r>
            <a:r>
              <a:rPr lang="zh-CN" altLang="en-US" sz="2000" b="1" dirty="0">
                <a:latin typeface="微软雅黑" pitchFamily="34" charset="-122"/>
                <a:ea typeface="微软雅黑" pitchFamily="34" charset="-122"/>
              </a:rPr>
              <a:t>，占</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地址总数的</a:t>
            </a:r>
            <a:r>
              <a:rPr lang="en-US" altLang="zh-CN" sz="2000" b="1" dirty="0">
                <a:latin typeface="微软雅黑" pitchFamily="34" charset="-122"/>
                <a:ea typeface="微软雅黑" pitchFamily="34" charset="-122"/>
              </a:rPr>
              <a:t>1/128</a:t>
            </a:r>
            <a:r>
              <a:rPr lang="zh-CN" altLang="en-US" sz="2000" b="1" dirty="0">
                <a:latin typeface="微软雅黑" pitchFamily="34" charset="-122"/>
                <a:ea typeface="微软雅黑" pitchFamily="34" charset="-122"/>
              </a:rPr>
              <a:t>。</a:t>
            </a:r>
          </a:p>
        </p:txBody>
      </p:sp>
      <p:sp>
        <p:nvSpPr>
          <p:cNvPr id="3" name="AutoShape 5">
            <a:extLst>
              <a:ext uri="{FF2B5EF4-FFF2-40B4-BE49-F238E27FC236}">
                <a16:creationId xmlns:a16="http://schemas.microsoft.com/office/drawing/2014/main" id="{BF131C11-06F1-04C2-DD61-3436A0271392}"/>
              </a:ext>
            </a:extLst>
          </p:cNvPr>
          <p:cNvSpPr>
            <a:spLocks noChangeArrowheads="1"/>
          </p:cNvSpPr>
          <p:nvPr/>
        </p:nvSpPr>
        <p:spPr bwMode="auto">
          <a:xfrm>
            <a:off x="545145" y="6257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A8C3E88B-E555-225D-18E8-104C1856C38C}"/>
              </a:ext>
            </a:extLst>
          </p:cNvPr>
          <p:cNvSpPr>
            <a:spLocks noChangeArrowheads="1"/>
          </p:cNvSpPr>
          <p:nvPr/>
        </p:nvSpPr>
        <p:spPr bwMode="auto">
          <a:xfrm>
            <a:off x="668215" y="592534"/>
            <a:ext cx="780757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唯一本地单播地址 </a:t>
            </a:r>
            <a:r>
              <a:rPr lang="en-US" altLang="zh-CN" sz="2000" b="1" dirty="0">
                <a:solidFill>
                  <a:schemeClr val="bg1"/>
                </a:solidFill>
                <a:latin typeface="微软雅黑" pitchFamily="34" charset="-122"/>
                <a:ea typeface="微软雅黑" pitchFamily="34" charset="-122"/>
              </a:rPr>
              <a:t>ULA (Unique Local unicast Address)</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840034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209540-2D71-CD01-F929-37CE344A8442}"/>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F259A749-5043-D861-072F-B497E8A55F10}"/>
              </a:ext>
            </a:extLst>
          </p:cNvPr>
          <p:cNvSpPr>
            <a:spLocks noChangeArrowheads="1"/>
          </p:cNvSpPr>
          <p:nvPr/>
        </p:nvSpPr>
        <p:spPr bwMode="auto">
          <a:xfrm>
            <a:off x="545145" y="974350"/>
            <a:ext cx="7930640" cy="18846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这类地址相当于</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的</a:t>
            </a:r>
            <a:r>
              <a:rPr lang="en-US" altLang="zh-CN" sz="2000" b="1" dirty="0">
                <a:latin typeface="微软雅黑" pitchFamily="34" charset="-122"/>
                <a:ea typeface="微软雅黑" pitchFamily="34" charset="-122"/>
              </a:rPr>
              <a:t>169.254.0.0/16</a:t>
            </a:r>
            <a:r>
              <a:rPr lang="zh-CN" altLang="en-US" sz="2000" b="1" dirty="0">
                <a:latin typeface="微软雅黑" pitchFamily="34" charset="-122"/>
                <a:ea typeface="微软雅黑" pitchFamily="34" charset="-122"/>
              </a:rPr>
              <a:t>（自动生成</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a:t>
            </a:r>
          </a:p>
          <a:p>
            <a:pPr marL="285750" indent="-285750">
              <a:lnSpc>
                <a:spcPct val="150000"/>
              </a:lnSpc>
              <a:buClr>
                <a:srgbClr val="0070C0"/>
              </a:buClr>
              <a:buFont typeface="Wingdings" pitchFamily="2" charset="2"/>
              <a:buChar char="l"/>
            </a:pPr>
            <a:r>
              <a:rPr lang="en-US" altLang="zh-CN" sz="2000" b="1" dirty="0">
                <a:latin typeface="微软雅黑" pitchFamily="34" charset="-122"/>
                <a:ea typeface="微软雅黑" pitchFamily="34" charset="-122"/>
              </a:rPr>
              <a:t>LLA</a:t>
            </a:r>
            <a:r>
              <a:rPr lang="zh-CN" altLang="en-US" sz="2000" b="1" dirty="0">
                <a:latin typeface="微软雅黑" pitchFamily="34" charset="-122"/>
                <a:ea typeface="微软雅黑" pitchFamily="34" charset="-122"/>
              </a:rPr>
              <a:t>的前缀为</a:t>
            </a:r>
            <a:r>
              <a:rPr lang="en-US" altLang="zh-CN" sz="2000" b="1" dirty="0">
                <a:latin typeface="微软雅黑" pitchFamily="34" charset="-122"/>
                <a:ea typeface="微软雅黑" pitchFamily="34" charset="-122"/>
              </a:rPr>
              <a:t>fe80::/10</a:t>
            </a:r>
            <a:r>
              <a:rPr lang="zh-CN" altLang="en-US" sz="2000" b="1" dirty="0">
                <a:latin typeface="微软雅黑" pitchFamily="34" charset="-122"/>
                <a:ea typeface="微软雅黑" pitchFamily="34" charset="-122"/>
              </a:rPr>
              <a:t>，占</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地址总数的</a:t>
            </a:r>
            <a:r>
              <a:rPr lang="en-US" altLang="zh-CN" sz="2000" b="1" dirty="0">
                <a:latin typeface="微软雅黑" pitchFamily="34" charset="-122"/>
                <a:ea typeface="微软雅黑" pitchFamily="34" charset="-122"/>
              </a:rPr>
              <a:t>1/1024</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这类地址也不能接入到互联网，而仅在单一链路上（而不是在本地网络中）使用。</a:t>
            </a:r>
          </a:p>
        </p:txBody>
      </p:sp>
      <p:sp>
        <p:nvSpPr>
          <p:cNvPr id="3" name="AutoShape 5">
            <a:extLst>
              <a:ext uri="{FF2B5EF4-FFF2-40B4-BE49-F238E27FC236}">
                <a16:creationId xmlns:a16="http://schemas.microsoft.com/office/drawing/2014/main" id="{6B90F85C-661B-4D1A-EEF3-F29870322A83}"/>
              </a:ext>
            </a:extLst>
          </p:cNvPr>
          <p:cNvSpPr>
            <a:spLocks noChangeArrowheads="1"/>
          </p:cNvSpPr>
          <p:nvPr/>
        </p:nvSpPr>
        <p:spPr bwMode="auto">
          <a:xfrm>
            <a:off x="545145" y="6257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16A27307-85CB-58F0-1511-045F35594509}"/>
              </a:ext>
            </a:extLst>
          </p:cNvPr>
          <p:cNvSpPr>
            <a:spLocks noChangeArrowheads="1"/>
          </p:cNvSpPr>
          <p:nvPr/>
        </p:nvSpPr>
        <p:spPr bwMode="auto">
          <a:xfrm>
            <a:off x="668215" y="592534"/>
            <a:ext cx="780757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链路本地单播地址</a:t>
            </a:r>
            <a:r>
              <a:rPr lang="en-US" altLang="zh-CN" sz="2000" b="1" dirty="0">
                <a:solidFill>
                  <a:schemeClr val="bg1"/>
                </a:solidFill>
                <a:latin typeface="微软雅黑" pitchFamily="34" charset="-122"/>
                <a:ea typeface="微软雅黑" pitchFamily="34" charset="-122"/>
              </a:rPr>
              <a:t>LLA (Link Local unicast Address) </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22455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8FA938-8F8C-669A-DA83-4EB8CC8CC139}"/>
            </a:ext>
          </a:extLst>
        </p:cNvPr>
        <p:cNvGrpSpPr/>
        <p:nvPr/>
      </p:nvGrpSpPr>
      <p:grpSpPr>
        <a:xfrm>
          <a:off x="0" y="0"/>
          <a:ext cx="0" cy="0"/>
          <a:chOff x="0" y="0"/>
          <a:chExt cx="0" cy="0"/>
        </a:xfrm>
      </p:grpSpPr>
      <p:sp>
        <p:nvSpPr>
          <p:cNvPr id="47" name="矩形 46">
            <a:extLst>
              <a:ext uri="{FF2B5EF4-FFF2-40B4-BE49-F238E27FC236}">
                <a16:creationId xmlns:a16="http://schemas.microsoft.com/office/drawing/2014/main" id="{981E9E09-D175-54A3-0317-40FB0030C57F}"/>
              </a:ext>
            </a:extLst>
          </p:cNvPr>
          <p:cNvSpPr/>
          <p:nvPr/>
        </p:nvSpPr>
        <p:spPr>
          <a:xfrm>
            <a:off x="430769" y="2628320"/>
            <a:ext cx="8453842" cy="1808374"/>
          </a:xfrm>
          <a:prstGeom prst="rect">
            <a:avLst/>
          </a:prstGeom>
          <a:solidFill>
            <a:srgbClr val="FFFF9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Rectangle 8">
            <a:extLst>
              <a:ext uri="{FF2B5EF4-FFF2-40B4-BE49-F238E27FC236}">
                <a16:creationId xmlns:a16="http://schemas.microsoft.com/office/drawing/2014/main" id="{9174700F-6FD9-C6CF-AD07-977A67029F19}"/>
              </a:ext>
            </a:extLst>
          </p:cNvPr>
          <p:cNvSpPr>
            <a:spLocks noChangeArrowheads="1"/>
          </p:cNvSpPr>
          <p:nvPr/>
        </p:nvSpPr>
        <p:spPr bwMode="auto">
          <a:xfrm>
            <a:off x="545145" y="974350"/>
            <a:ext cx="7930640" cy="1422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地址中嵌入了</a:t>
            </a:r>
            <a:r>
              <a:rPr lang="en-US" altLang="zh-CN" sz="2000" b="1" dirty="0">
                <a:latin typeface="微软雅黑" pitchFamily="34" charset="-122"/>
                <a:ea typeface="微软雅黑" pitchFamily="34" charset="-122"/>
              </a:rPr>
              <a:t>32</a:t>
            </a:r>
            <a:r>
              <a:rPr lang="zh-CN" altLang="en-US" sz="2000" b="1" dirty="0">
                <a:latin typeface="微软雅黑" pitchFamily="34" charset="-122"/>
                <a:ea typeface="微软雅黑" pitchFamily="34" charset="-122"/>
              </a:rPr>
              <a:t>位</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地址，用于从</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向</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过渡。</a:t>
            </a:r>
          </a:p>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现在新一代嵌入</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的</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地址建议使用</a:t>
            </a:r>
            <a:r>
              <a:rPr lang="zh-CN" altLang="en-US" sz="2000" b="1" dirty="0">
                <a:solidFill>
                  <a:srgbClr val="C00000"/>
                </a:solidFill>
                <a:latin typeface="微软雅黑" pitchFamily="34" charset="-122"/>
                <a:ea typeface="微软雅黑" pitchFamily="34" charset="-122"/>
              </a:rPr>
              <a:t>特定网络前缀</a:t>
            </a:r>
            <a:r>
              <a:rPr lang="en-US" altLang="zh-CN" sz="2000" b="1" dirty="0">
                <a:solidFill>
                  <a:srgbClr val="C00000"/>
                </a:solidFill>
                <a:latin typeface="微软雅黑" pitchFamily="34" charset="-122"/>
                <a:ea typeface="微软雅黑" pitchFamily="34" charset="-122"/>
              </a:rPr>
              <a:t>NSP (Network-Specific Prefix)</a:t>
            </a:r>
            <a:endParaRPr lang="zh-CN" altLang="en-US" sz="2000" b="1" dirty="0">
              <a:latin typeface="微软雅黑" pitchFamily="34" charset="-122"/>
              <a:ea typeface="微软雅黑" pitchFamily="34" charset="-122"/>
            </a:endParaRPr>
          </a:p>
        </p:txBody>
      </p:sp>
      <p:sp>
        <p:nvSpPr>
          <p:cNvPr id="3" name="AutoShape 5">
            <a:extLst>
              <a:ext uri="{FF2B5EF4-FFF2-40B4-BE49-F238E27FC236}">
                <a16:creationId xmlns:a16="http://schemas.microsoft.com/office/drawing/2014/main" id="{BE7ABCC4-7AA5-BA7F-E413-9EBDB141CF36}"/>
              </a:ext>
            </a:extLst>
          </p:cNvPr>
          <p:cNvSpPr>
            <a:spLocks noChangeArrowheads="1"/>
          </p:cNvSpPr>
          <p:nvPr/>
        </p:nvSpPr>
        <p:spPr bwMode="auto">
          <a:xfrm>
            <a:off x="545145" y="6257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7FAAE145-D405-2FE1-0A9D-C2020074230B}"/>
              </a:ext>
            </a:extLst>
          </p:cNvPr>
          <p:cNvSpPr>
            <a:spLocks noChangeArrowheads="1"/>
          </p:cNvSpPr>
          <p:nvPr/>
        </p:nvSpPr>
        <p:spPr bwMode="auto">
          <a:xfrm>
            <a:off x="668215" y="592534"/>
            <a:ext cx="780757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嵌入</a:t>
            </a:r>
            <a:r>
              <a:rPr lang="en-US" altLang="zh-CN" sz="2000" b="1" dirty="0">
                <a:solidFill>
                  <a:schemeClr val="bg1"/>
                </a:solidFill>
                <a:latin typeface="微软雅黑" pitchFamily="34" charset="-122"/>
                <a:ea typeface="微软雅黑" pitchFamily="34" charset="-122"/>
              </a:rPr>
              <a:t>IPv4</a:t>
            </a:r>
            <a:r>
              <a:rPr lang="zh-CN" altLang="en-US" sz="2000" b="1" dirty="0">
                <a:solidFill>
                  <a:schemeClr val="bg1"/>
                </a:solidFill>
                <a:latin typeface="微软雅黑" pitchFamily="34" charset="-122"/>
                <a:ea typeface="微软雅黑" pitchFamily="34" charset="-122"/>
              </a:rPr>
              <a:t>的</a:t>
            </a:r>
            <a:r>
              <a:rPr lang="en-US" altLang="zh-CN" sz="2000" b="1" dirty="0">
                <a:solidFill>
                  <a:schemeClr val="bg1"/>
                </a:solidFill>
                <a:latin typeface="微软雅黑" pitchFamily="34" charset="-122"/>
                <a:ea typeface="微软雅黑" pitchFamily="34" charset="-122"/>
              </a:rPr>
              <a:t>IPv6</a:t>
            </a:r>
            <a:r>
              <a:rPr lang="zh-CN" altLang="en-US" sz="2000" b="1" dirty="0">
                <a:solidFill>
                  <a:schemeClr val="bg1"/>
                </a:solidFill>
                <a:latin typeface="微软雅黑" pitchFamily="34" charset="-122"/>
                <a:ea typeface="微软雅黑" pitchFamily="34" charset="-122"/>
              </a:rPr>
              <a:t>地址 </a:t>
            </a:r>
            <a:r>
              <a:rPr lang="en-US" altLang="zh-CN" sz="2000" b="1" dirty="0">
                <a:solidFill>
                  <a:schemeClr val="bg1"/>
                </a:solidFill>
                <a:latin typeface="微软雅黑" pitchFamily="34" charset="-122"/>
                <a:ea typeface="微软雅黑" pitchFamily="34" charset="-122"/>
              </a:rPr>
              <a:t>(IPv4-embeded IPv6 address) </a:t>
            </a:r>
            <a:endParaRPr lang="zh-CN" altLang="en-US" sz="2000" b="1" dirty="0">
              <a:solidFill>
                <a:schemeClr val="bg1"/>
              </a:solidFill>
              <a:latin typeface="微软雅黑" pitchFamily="34" charset="-122"/>
              <a:ea typeface="微软雅黑" pitchFamily="34" charset="-122"/>
            </a:endParaRPr>
          </a:p>
        </p:txBody>
      </p:sp>
      <p:grpSp>
        <p:nvGrpSpPr>
          <p:cNvPr id="46" name="组合 45">
            <a:extLst>
              <a:ext uri="{FF2B5EF4-FFF2-40B4-BE49-F238E27FC236}">
                <a16:creationId xmlns:a16="http://schemas.microsoft.com/office/drawing/2014/main" id="{41AA2C2B-D1F4-AB10-2086-6592D05517FF}"/>
              </a:ext>
            </a:extLst>
          </p:cNvPr>
          <p:cNvGrpSpPr/>
          <p:nvPr/>
        </p:nvGrpSpPr>
        <p:grpSpPr>
          <a:xfrm>
            <a:off x="132735" y="2349910"/>
            <a:ext cx="8882988" cy="2103497"/>
            <a:chOff x="132735" y="2349910"/>
            <a:chExt cx="8882988" cy="2103497"/>
          </a:xfrm>
        </p:grpSpPr>
        <p:sp>
          <p:nvSpPr>
            <p:cNvPr id="5" name="矩形 4">
              <a:extLst>
                <a:ext uri="{FF2B5EF4-FFF2-40B4-BE49-F238E27FC236}">
                  <a16:creationId xmlns:a16="http://schemas.microsoft.com/office/drawing/2014/main" id="{A698B277-4287-8EC2-A23C-2A5CB9609FE1}"/>
                </a:ext>
              </a:extLst>
            </p:cNvPr>
            <p:cNvSpPr/>
            <p:nvPr/>
          </p:nvSpPr>
          <p:spPr>
            <a:xfrm>
              <a:off x="2551066" y="2632253"/>
              <a:ext cx="2087317" cy="297113"/>
            </a:xfrm>
            <a:prstGeom prst="rect">
              <a:avLst/>
            </a:prstGeom>
            <a:solidFill>
              <a:srgbClr val="C3E3F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noProof="0">
                <a:ln>
                  <a:noFill/>
                </a:ln>
                <a:solidFill>
                  <a:prstClr val="white"/>
                </a:solidFill>
                <a:effectLst/>
                <a:uLnTx/>
                <a:uFillTx/>
                <a:latin typeface="微软雅黑" panose="020B0503020204020204" pitchFamily="34" charset="-122"/>
                <a:ea typeface="微软雅黑" panose="020B0503020204020204" pitchFamily="34" charset="-122"/>
              </a:endParaRPr>
            </a:p>
          </p:txBody>
        </p:sp>
        <p:sp>
          <p:nvSpPr>
            <p:cNvPr id="6" name="矩形 5">
              <a:extLst>
                <a:ext uri="{FF2B5EF4-FFF2-40B4-BE49-F238E27FC236}">
                  <a16:creationId xmlns:a16="http://schemas.microsoft.com/office/drawing/2014/main" id="{93C5D5A3-F4F8-E601-4E04-3478026CE5FC}"/>
                </a:ext>
              </a:extLst>
            </p:cNvPr>
            <p:cNvSpPr/>
            <p:nvPr/>
          </p:nvSpPr>
          <p:spPr>
            <a:xfrm>
              <a:off x="3072706" y="2934139"/>
              <a:ext cx="2087317" cy="297113"/>
            </a:xfrm>
            <a:prstGeom prst="rect">
              <a:avLst/>
            </a:prstGeom>
            <a:solidFill>
              <a:srgbClr val="C3E3F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noProof="0">
                <a:ln>
                  <a:noFill/>
                </a:ln>
                <a:solidFill>
                  <a:prstClr val="white"/>
                </a:solidFill>
                <a:effectLst/>
                <a:uLnTx/>
                <a:uFillTx/>
                <a:latin typeface="微软雅黑" panose="020B0503020204020204" pitchFamily="34" charset="-122"/>
                <a:ea typeface="微软雅黑" panose="020B0503020204020204" pitchFamily="34" charset="-122"/>
              </a:endParaRPr>
            </a:p>
          </p:txBody>
        </p:sp>
        <p:sp>
          <p:nvSpPr>
            <p:cNvPr id="7" name="矩形 6">
              <a:extLst>
                <a:ext uri="{FF2B5EF4-FFF2-40B4-BE49-F238E27FC236}">
                  <a16:creationId xmlns:a16="http://schemas.microsoft.com/office/drawing/2014/main" id="{561CB8ED-EE81-C112-2FE4-6146F28D0FE6}"/>
                </a:ext>
              </a:extLst>
            </p:cNvPr>
            <p:cNvSpPr/>
            <p:nvPr/>
          </p:nvSpPr>
          <p:spPr>
            <a:xfrm>
              <a:off x="6774262" y="4145796"/>
              <a:ext cx="2110635" cy="297113"/>
            </a:xfrm>
            <a:prstGeom prst="rect">
              <a:avLst/>
            </a:prstGeom>
            <a:solidFill>
              <a:srgbClr val="C3E3F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noProof="0">
                <a:ln>
                  <a:noFill/>
                </a:ln>
                <a:solidFill>
                  <a:prstClr val="white"/>
                </a:solidFill>
                <a:effectLst/>
                <a:uLnTx/>
                <a:uFillTx/>
                <a:latin typeface="微软雅黑" panose="020B0503020204020204" pitchFamily="34" charset="-122"/>
                <a:ea typeface="微软雅黑" panose="020B0503020204020204" pitchFamily="34" charset="-122"/>
              </a:endParaRPr>
            </a:p>
          </p:txBody>
        </p:sp>
        <p:sp>
          <p:nvSpPr>
            <p:cNvPr id="8" name="矩形 7">
              <a:extLst>
                <a:ext uri="{FF2B5EF4-FFF2-40B4-BE49-F238E27FC236}">
                  <a16:creationId xmlns:a16="http://schemas.microsoft.com/office/drawing/2014/main" id="{B2E6C15F-B714-1954-24DF-6B2F85236FFC}"/>
                </a:ext>
              </a:extLst>
            </p:cNvPr>
            <p:cNvSpPr/>
            <p:nvPr/>
          </p:nvSpPr>
          <p:spPr>
            <a:xfrm>
              <a:off x="3580006" y="3236811"/>
              <a:ext cx="2113632" cy="297113"/>
            </a:xfrm>
            <a:prstGeom prst="rect">
              <a:avLst/>
            </a:prstGeom>
            <a:solidFill>
              <a:srgbClr val="C3E3F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noProof="0">
                <a:ln>
                  <a:noFill/>
                </a:ln>
                <a:solidFill>
                  <a:prstClr val="white"/>
                </a:solidFill>
                <a:effectLst/>
                <a:uLnTx/>
                <a:uFillTx/>
                <a:latin typeface="微软雅黑" panose="020B0503020204020204" pitchFamily="34" charset="-122"/>
                <a:ea typeface="微软雅黑" panose="020B0503020204020204" pitchFamily="34" charset="-122"/>
              </a:endParaRPr>
            </a:p>
          </p:txBody>
        </p:sp>
        <p:sp>
          <p:nvSpPr>
            <p:cNvPr id="9" name="矩形 8">
              <a:extLst>
                <a:ext uri="{FF2B5EF4-FFF2-40B4-BE49-F238E27FC236}">
                  <a16:creationId xmlns:a16="http://schemas.microsoft.com/office/drawing/2014/main" id="{A3FF82ED-78C4-9B9A-100A-7E6052740085}"/>
                </a:ext>
              </a:extLst>
            </p:cNvPr>
            <p:cNvSpPr/>
            <p:nvPr/>
          </p:nvSpPr>
          <p:spPr>
            <a:xfrm>
              <a:off x="4144774" y="3538342"/>
              <a:ext cx="2087317" cy="297113"/>
            </a:xfrm>
            <a:prstGeom prst="rect">
              <a:avLst/>
            </a:prstGeom>
            <a:solidFill>
              <a:srgbClr val="C3E3F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noProof="0">
                <a:ln>
                  <a:noFill/>
                </a:ln>
                <a:solidFill>
                  <a:prstClr val="white"/>
                </a:solidFill>
                <a:effectLst/>
                <a:uLnTx/>
                <a:uFillTx/>
                <a:latin typeface="微软雅黑" panose="020B0503020204020204" pitchFamily="34" charset="-122"/>
                <a:ea typeface="微软雅黑" panose="020B0503020204020204" pitchFamily="34" charset="-122"/>
              </a:endParaRPr>
            </a:p>
          </p:txBody>
        </p:sp>
        <p:sp>
          <p:nvSpPr>
            <p:cNvPr id="10" name="矩形 9">
              <a:extLst>
                <a:ext uri="{FF2B5EF4-FFF2-40B4-BE49-F238E27FC236}">
                  <a16:creationId xmlns:a16="http://schemas.microsoft.com/office/drawing/2014/main" id="{D4028EE4-E22E-E33D-8420-0C90D873BA7E}"/>
                </a:ext>
              </a:extLst>
            </p:cNvPr>
            <p:cNvSpPr/>
            <p:nvPr/>
          </p:nvSpPr>
          <p:spPr>
            <a:xfrm>
              <a:off x="4663626" y="3842480"/>
              <a:ext cx="2102703" cy="297113"/>
            </a:xfrm>
            <a:prstGeom prst="rect">
              <a:avLst/>
            </a:prstGeom>
            <a:solidFill>
              <a:srgbClr val="C3E3F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noProof="0">
                <a:ln>
                  <a:noFill/>
                </a:ln>
                <a:solidFill>
                  <a:prstClr val="white"/>
                </a:solidFill>
                <a:effectLst/>
                <a:uLnTx/>
                <a:uFillTx/>
                <a:latin typeface="微软雅黑" panose="020B0503020204020204" pitchFamily="34" charset="-122"/>
                <a:ea typeface="微软雅黑" panose="020B0503020204020204" pitchFamily="34" charset="-122"/>
              </a:endParaRPr>
            </a:p>
          </p:txBody>
        </p:sp>
        <p:sp>
          <p:nvSpPr>
            <p:cNvPr id="11" name="矩形 10">
              <a:extLst>
                <a:ext uri="{FF2B5EF4-FFF2-40B4-BE49-F238E27FC236}">
                  <a16:creationId xmlns:a16="http://schemas.microsoft.com/office/drawing/2014/main" id="{A188568C-CCCA-ACE1-DC29-084CEE896464}"/>
                </a:ext>
              </a:extLst>
            </p:cNvPr>
            <p:cNvSpPr/>
            <p:nvPr/>
          </p:nvSpPr>
          <p:spPr>
            <a:xfrm>
              <a:off x="430769" y="2632253"/>
              <a:ext cx="8454129" cy="1808376"/>
            </a:xfrm>
            <a:prstGeom prst="rect">
              <a:avLst/>
            </a:prstGeom>
            <a:noFill/>
            <a:ln w="12700" cap="flat" cmpd="sng" algn="ctr">
              <a:solidFill>
                <a:srgbClr val="4472C4">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600" b="0" i="0" u="none" strike="noStrike" kern="0" cap="none" spc="0" normalizeH="0" noProof="0">
                <a:ln>
                  <a:noFill/>
                </a:ln>
                <a:solidFill>
                  <a:prstClr val="white"/>
                </a:solidFill>
                <a:effectLst/>
                <a:uLnTx/>
                <a:uFillTx/>
                <a:latin typeface="微软雅黑" panose="020B0503020204020204" pitchFamily="34" charset="-122"/>
                <a:ea typeface="微软雅黑" panose="020B0503020204020204" pitchFamily="34" charset="-122"/>
              </a:endParaRPr>
            </a:p>
          </p:txBody>
        </p:sp>
        <p:sp>
          <p:nvSpPr>
            <p:cNvPr id="12" name="文本框 11">
              <a:extLst>
                <a:ext uri="{FF2B5EF4-FFF2-40B4-BE49-F238E27FC236}">
                  <a16:creationId xmlns:a16="http://schemas.microsoft.com/office/drawing/2014/main" id="{6CD959D2-3198-D9DB-2757-398AD90FF48C}"/>
                </a:ext>
              </a:extLst>
            </p:cNvPr>
            <p:cNvSpPr txBox="1"/>
            <p:nvPr/>
          </p:nvSpPr>
          <p:spPr>
            <a:xfrm>
              <a:off x="2930954" y="2608770"/>
              <a:ext cx="1353256"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32</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a:t>
              </a:r>
              <a:r>
                <a:rPr lang="zh-CN" altLang="en-US" sz="700" dirty="0">
                  <a:solidFill>
                    <a:prstClr val="black"/>
                  </a:solidFill>
                  <a:latin typeface="微软雅黑" panose="020B0503020204020204" pitchFamily="34" charset="-122"/>
                  <a:ea typeface="微软雅黑" panose="020B0503020204020204" pitchFamily="34" charset="-122"/>
                </a:rPr>
                <a:t> </a:t>
              </a: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IPv4 </a:t>
              </a:r>
              <a:r>
                <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地址</a:t>
              </a:r>
            </a:p>
          </p:txBody>
        </p:sp>
        <p:cxnSp>
          <p:nvCxnSpPr>
            <p:cNvPr id="13" name="直接连接符 12">
              <a:extLst>
                <a:ext uri="{FF2B5EF4-FFF2-40B4-BE49-F238E27FC236}">
                  <a16:creationId xmlns:a16="http://schemas.microsoft.com/office/drawing/2014/main" id="{095964B3-33E6-1282-3A72-3D68F4F0E9BD}"/>
                </a:ext>
              </a:extLst>
            </p:cNvPr>
            <p:cNvCxnSpPr/>
            <p:nvPr/>
          </p:nvCxnSpPr>
          <p:spPr>
            <a:xfrm>
              <a:off x="430769" y="2932134"/>
              <a:ext cx="8454129" cy="0"/>
            </a:xfrm>
            <a:prstGeom prst="line">
              <a:avLst/>
            </a:prstGeom>
            <a:noFill/>
            <a:ln w="6350" cap="flat" cmpd="sng" algn="ctr">
              <a:solidFill>
                <a:sysClr val="windowText" lastClr="000000"/>
              </a:solidFill>
              <a:prstDash val="solid"/>
              <a:miter lim="800000"/>
            </a:ln>
            <a:effectLst/>
          </p:spPr>
        </p:cxnSp>
        <p:cxnSp>
          <p:nvCxnSpPr>
            <p:cNvPr id="14" name="直接连接符 13">
              <a:extLst>
                <a:ext uri="{FF2B5EF4-FFF2-40B4-BE49-F238E27FC236}">
                  <a16:creationId xmlns:a16="http://schemas.microsoft.com/office/drawing/2014/main" id="{EE479545-CE1C-2A40-94B9-CFA2452F556B}"/>
                </a:ext>
              </a:extLst>
            </p:cNvPr>
            <p:cNvCxnSpPr/>
            <p:nvPr/>
          </p:nvCxnSpPr>
          <p:spPr>
            <a:xfrm>
              <a:off x="422133" y="3232016"/>
              <a:ext cx="8454129" cy="0"/>
            </a:xfrm>
            <a:prstGeom prst="line">
              <a:avLst/>
            </a:prstGeom>
            <a:noFill/>
            <a:ln w="6350" cap="flat" cmpd="sng" algn="ctr">
              <a:solidFill>
                <a:sysClr val="windowText" lastClr="000000"/>
              </a:solidFill>
              <a:prstDash val="solid"/>
              <a:miter lim="800000"/>
            </a:ln>
            <a:effectLst/>
          </p:spPr>
        </p:cxnSp>
        <p:cxnSp>
          <p:nvCxnSpPr>
            <p:cNvPr id="15" name="直接连接符 14">
              <a:extLst>
                <a:ext uri="{FF2B5EF4-FFF2-40B4-BE49-F238E27FC236}">
                  <a16:creationId xmlns:a16="http://schemas.microsoft.com/office/drawing/2014/main" id="{23F4B9AC-BF0D-9007-35D1-5A5C167AA604}"/>
                </a:ext>
              </a:extLst>
            </p:cNvPr>
            <p:cNvCxnSpPr/>
            <p:nvPr/>
          </p:nvCxnSpPr>
          <p:spPr>
            <a:xfrm>
              <a:off x="439404" y="3531897"/>
              <a:ext cx="8454129" cy="0"/>
            </a:xfrm>
            <a:prstGeom prst="line">
              <a:avLst/>
            </a:prstGeom>
            <a:noFill/>
            <a:ln w="6350" cap="flat" cmpd="sng" algn="ctr">
              <a:solidFill>
                <a:sysClr val="windowText" lastClr="000000"/>
              </a:solidFill>
              <a:prstDash val="solid"/>
              <a:miter lim="800000"/>
            </a:ln>
            <a:effectLst/>
          </p:spPr>
        </p:cxnSp>
        <p:cxnSp>
          <p:nvCxnSpPr>
            <p:cNvPr id="16" name="直接连接符 15">
              <a:extLst>
                <a:ext uri="{FF2B5EF4-FFF2-40B4-BE49-F238E27FC236}">
                  <a16:creationId xmlns:a16="http://schemas.microsoft.com/office/drawing/2014/main" id="{25D212DE-6F11-E03E-592B-AE576C9D67BD}"/>
                </a:ext>
              </a:extLst>
            </p:cNvPr>
            <p:cNvCxnSpPr/>
            <p:nvPr/>
          </p:nvCxnSpPr>
          <p:spPr>
            <a:xfrm>
              <a:off x="422134" y="3840865"/>
              <a:ext cx="8454129" cy="0"/>
            </a:xfrm>
            <a:prstGeom prst="line">
              <a:avLst/>
            </a:prstGeom>
            <a:noFill/>
            <a:ln w="6350" cap="flat" cmpd="sng" algn="ctr">
              <a:solidFill>
                <a:sysClr val="windowText" lastClr="000000"/>
              </a:solidFill>
              <a:prstDash val="solid"/>
              <a:miter lim="800000"/>
            </a:ln>
            <a:effectLst/>
          </p:spPr>
        </p:cxnSp>
        <p:cxnSp>
          <p:nvCxnSpPr>
            <p:cNvPr id="17" name="直接连接符 16">
              <a:extLst>
                <a:ext uri="{FF2B5EF4-FFF2-40B4-BE49-F238E27FC236}">
                  <a16:creationId xmlns:a16="http://schemas.microsoft.com/office/drawing/2014/main" id="{EE478ACB-774D-B958-DFD4-5E5F42DB4F11}"/>
                </a:ext>
              </a:extLst>
            </p:cNvPr>
            <p:cNvCxnSpPr/>
            <p:nvPr/>
          </p:nvCxnSpPr>
          <p:spPr>
            <a:xfrm>
              <a:off x="422133" y="4143168"/>
              <a:ext cx="8454129" cy="0"/>
            </a:xfrm>
            <a:prstGeom prst="line">
              <a:avLst/>
            </a:prstGeom>
            <a:noFill/>
            <a:ln w="6350" cap="flat" cmpd="sng" algn="ctr">
              <a:solidFill>
                <a:sysClr val="windowText" lastClr="000000"/>
              </a:solidFill>
              <a:prstDash val="solid"/>
              <a:miter lim="800000"/>
            </a:ln>
            <a:effectLst/>
          </p:spPr>
        </p:cxnSp>
        <p:cxnSp>
          <p:nvCxnSpPr>
            <p:cNvPr id="18" name="直接连接符 17">
              <a:extLst>
                <a:ext uri="{FF2B5EF4-FFF2-40B4-BE49-F238E27FC236}">
                  <a16:creationId xmlns:a16="http://schemas.microsoft.com/office/drawing/2014/main" id="{3BF79B52-7ED4-3B28-2704-ACB0A0FBE752}"/>
                </a:ext>
              </a:extLst>
            </p:cNvPr>
            <p:cNvCxnSpPr>
              <a:cxnSpLocks/>
            </p:cNvCxnSpPr>
            <p:nvPr/>
          </p:nvCxnSpPr>
          <p:spPr>
            <a:xfrm>
              <a:off x="6766329" y="3853644"/>
              <a:ext cx="0" cy="599763"/>
            </a:xfrm>
            <a:prstGeom prst="line">
              <a:avLst/>
            </a:prstGeom>
            <a:noFill/>
            <a:ln w="6350" cap="flat" cmpd="sng" algn="ctr">
              <a:solidFill>
                <a:sysClr val="windowText" lastClr="000000"/>
              </a:solidFill>
              <a:prstDash val="solid"/>
              <a:miter lim="800000"/>
            </a:ln>
            <a:effectLst/>
          </p:spPr>
        </p:cxnSp>
        <p:cxnSp>
          <p:nvCxnSpPr>
            <p:cNvPr id="19" name="直接连接符 18">
              <a:extLst>
                <a:ext uri="{FF2B5EF4-FFF2-40B4-BE49-F238E27FC236}">
                  <a16:creationId xmlns:a16="http://schemas.microsoft.com/office/drawing/2014/main" id="{10CF92DF-C2FD-9271-3709-A4424E470A65}"/>
                </a:ext>
              </a:extLst>
            </p:cNvPr>
            <p:cNvCxnSpPr>
              <a:cxnSpLocks/>
            </p:cNvCxnSpPr>
            <p:nvPr/>
          </p:nvCxnSpPr>
          <p:spPr>
            <a:xfrm>
              <a:off x="2542144" y="2619476"/>
              <a:ext cx="8922" cy="318025"/>
            </a:xfrm>
            <a:prstGeom prst="line">
              <a:avLst/>
            </a:prstGeom>
            <a:noFill/>
            <a:ln w="6350" cap="flat" cmpd="sng" algn="ctr">
              <a:solidFill>
                <a:sysClr val="windowText" lastClr="000000"/>
              </a:solidFill>
              <a:prstDash val="solid"/>
              <a:miter lim="800000"/>
            </a:ln>
            <a:effectLst/>
          </p:spPr>
        </p:cxnSp>
        <p:cxnSp>
          <p:nvCxnSpPr>
            <p:cNvPr id="20" name="直接连接符 19">
              <a:extLst>
                <a:ext uri="{FF2B5EF4-FFF2-40B4-BE49-F238E27FC236}">
                  <a16:creationId xmlns:a16="http://schemas.microsoft.com/office/drawing/2014/main" id="{AF35F9D9-7FA9-9513-7897-FB71C919EBFC}"/>
                </a:ext>
              </a:extLst>
            </p:cNvPr>
            <p:cNvCxnSpPr>
              <a:cxnSpLocks/>
            </p:cNvCxnSpPr>
            <p:nvPr/>
          </p:nvCxnSpPr>
          <p:spPr>
            <a:xfrm>
              <a:off x="4657833" y="3837692"/>
              <a:ext cx="0" cy="292699"/>
            </a:xfrm>
            <a:prstGeom prst="line">
              <a:avLst/>
            </a:prstGeom>
            <a:noFill/>
            <a:ln w="6350" cap="flat" cmpd="sng" algn="ctr">
              <a:solidFill>
                <a:sysClr val="windowText" lastClr="000000"/>
              </a:solidFill>
              <a:prstDash val="solid"/>
              <a:miter lim="800000"/>
            </a:ln>
            <a:effectLst/>
          </p:spPr>
        </p:cxnSp>
        <p:cxnSp>
          <p:nvCxnSpPr>
            <p:cNvPr id="21" name="直接连接符 20">
              <a:extLst>
                <a:ext uri="{FF2B5EF4-FFF2-40B4-BE49-F238E27FC236}">
                  <a16:creationId xmlns:a16="http://schemas.microsoft.com/office/drawing/2014/main" id="{D44CA55E-0A27-ECD9-CBE3-E4D46E620F98}"/>
                </a:ext>
              </a:extLst>
            </p:cNvPr>
            <p:cNvCxnSpPr>
              <a:cxnSpLocks/>
            </p:cNvCxnSpPr>
            <p:nvPr/>
          </p:nvCxnSpPr>
          <p:spPr>
            <a:xfrm>
              <a:off x="3580005" y="3225815"/>
              <a:ext cx="8922" cy="318025"/>
            </a:xfrm>
            <a:prstGeom prst="line">
              <a:avLst/>
            </a:prstGeom>
            <a:noFill/>
            <a:ln w="6350" cap="flat" cmpd="sng" algn="ctr">
              <a:solidFill>
                <a:sysClr val="windowText" lastClr="000000"/>
              </a:solidFill>
              <a:prstDash val="solid"/>
              <a:miter lim="800000"/>
            </a:ln>
            <a:effectLst/>
          </p:spPr>
        </p:cxnSp>
        <p:cxnSp>
          <p:nvCxnSpPr>
            <p:cNvPr id="22" name="直接连接符 21">
              <a:extLst>
                <a:ext uri="{FF2B5EF4-FFF2-40B4-BE49-F238E27FC236}">
                  <a16:creationId xmlns:a16="http://schemas.microsoft.com/office/drawing/2014/main" id="{D567224E-D645-9F89-5C9F-167836F27E62}"/>
                </a:ext>
              </a:extLst>
            </p:cNvPr>
            <p:cNvCxnSpPr>
              <a:cxnSpLocks/>
            </p:cNvCxnSpPr>
            <p:nvPr/>
          </p:nvCxnSpPr>
          <p:spPr>
            <a:xfrm>
              <a:off x="4641859" y="2619801"/>
              <a:ext cx="8922" cy="318025"/>
            </a:xfrm>
            <a:prstGeom prst="line">
              <a:avLst/>
            </a:prstGeom>
            <a:noFill/>
            <a:ln w="6350" cap="flat" cmpd="sng" algn="ctr">
              <a:solidFill>
                <a:sysClr val="windowText" lastClr="000000"/>
              </a:solidFill>
              <a:prstDash val="solid"/>
              <a:miter lim="800000"/>
            </a:ln>
            <a:effectLst/>
          </p:spPr>
        </p:cxnSp>
        <p:cxnSp>
          <p:nvCxnSpPr>
            <p:cNvPr id="23" name="直接连接符 22">
              <a:extLst>
                <a:ext uri="{FF2B5EF4-FFF2-40B4-BE49-F238E27FC236}">
                  <a16:creationId xmlns:a16="http://schemas.microsoft.com/office/drawing/2014/main" id="{460CE427-F2AD-E923-E6BF-FC8DD4180EF9}"/>
                </a:ext>
              </a:extLst>
            </p:cNvPr>
            <p:cNvCxnSpPr>
              <a:cxnSpLocks/>
            </p:cNvCxnSpPr>
            <p:nvPr/>
          </p:nvCxnSpPr>
          <p:spPr>
            <a:xfrm>
              <a:off x="3058289" y="2933347"/>
              <a:ext cx="1439" cy="310239"/>
            </a:xfrm>
            <a:prstGeom prst="line">
              <a:avLst/>
            </a:prstGeom>
            <a:noFill/>
            <a:ln w="6350" cap="flat" cmpd="sng" algn="ctr">
              <a:solidFill>
                <a:sysClr val="windowText" lastClr="000000"/>
              </a:solidFill>
              <a:prstDash val="solid"/>
              <a:miter lim="800000"/>
            </a:ln>
            <a:effectLst/>
          </p:spPr>
        </p:cxnSp>
        <p:cxnSp>
          <p:nvCxnSpPr>
            <p:cNvPr id="24" name="直接连接符 23">
              <a:extLst>
                <a:ext uri="{FF2B5EF4-FFF2-40B4-BE49-F238E27FC236}">
                  <a16:creationId xmlns:a16="http://schemas.microsoft.com/office/drawing/2014/main" id="{C18481A8-DF77-3F91-82AC-40B8F80F8C3C}"/>
                </a:ext>
              </a:extLst>
            </p:cNvPr>
            <p:cNvCxnSpPr>
              <a:cxnSpLocks/>
            </p:cNvCxnSpPr>
            <p:nvPr/>
          </p:nvCxnSpPr>
          <p:spPr>
            <a:xfrm>
              <a:off x="5164341" y="2929839"/>
              <a:ext cx="1439" cy="310239"/>
            </a:xfrm>
            <a:prstGeom prst="line">
              <a:avLst/>
            </a:prstGeom>
            <a:noFill/>
            <a:ln w="6350" cap="flat" cmpd="sng" algn="ctr">
              <a:solidFill>
                <a:sysClr val="windowText" lastClr="000000"/>
              </a:solidFill>
              <a:prstDash val="solid"/>
              <a:miter lim="800000"/>
            </a:ln>
            <a:effectLst/>
          </p:spPr>
        </p:cxnSp>
        <p:cxnSp>
          <p:nvCxnSpPr>
            <p:cNvPr id="25" name="直接连接符 24">
              <a:extLst>
                <a:ext uri="{FF2B5EF4-FFF2-40B4-BE49-F238E27FC236}">
                  <a16:creationId xmlns:a16="http://schemas.microsoft.com/office/drawing/2014/main" id="{7EA762E8-C988-E046-3293-CEC36AABDB14}"/>
                </a:ext>
              </a:extLst>
            </p:cNvPr>
            <p:cNvCxnSpPr>
              <a:cxnSpLocks/>
            </p:cNvCxnSpPr>
            <p:nvPr/>
          </p:nvCxnSpPr>
          <p:spPr>
            <a:xfrm>
              <a:off x="5694174" y="3236082"/>
              <a:ext cx="1439" cy="310239"/>
            </a:xfrm>
            <a:prstGeom prst="line">
              <a:avLst/>
            </a:prstGeom>
            <a:noFill/>
            <a:ln w="6350" cap="flat" cmpd="sng" algn="ctr">
              <a:solidFill>
                <a:sysClr val="windowText" lastClr="000000"/>
              </a:solidFill>
              <a:prstDash val="solid"/>
              <a:miter lim="800000"/>
            </a:ln>
            <a:effectLst/>
          </p:spPr>
        </p:cxnSp>
        <p:cxnSp>
          <p:nvCxnSpPr>
            <p:cNvPr id="26" name="直接连接符 25">
              <a:extLst>
                <a:ext uri="{FF2B5EF4-FFF2-40B4-BE49-F238E27FC236}">
                  <a16:creationId xmlns:a16="http://schemas.microsoft.com/office/drawing/2014/main" id="{6EE561E1-8658-3C6A-9E9E-A7D0B01026F1}"/>
                </a:ext>
              </a:extLst>
            </p:cNvPr>
            <p:cNvCxnSpPr>
              <a:cxnSpLocks/>
            </p:cNvCxnSpPr>
            <p:nvPr/>
          </p:nvCxnSpPr>
          <p:spPr>
            <a:xfrm>
              <a:off x="6232091" y="3535531"/>
              <a:ext cx="1439" cy="310239"/>
            </a:xfrm>
            <a:prstGeom prst="line">
              <a:avLst/>
            </a:prstGeom>
            <a:noFill/>
            <a:ln w="6350" cap="flat" cmpd="sng" algn="ctr">
              <a:solidFill>
                <a:sysClr val="windowText" lastClr="000000"/>
              </a:solidFill>
              <a:prstDash val="solid"/>
              <a:miter lim="800000"/>
            </a:ln>
            <a:effectLst/>
          </p:spPr>
        </p:cxnSp>
        <p:cxnSp>
          <p:nvCxnSpPr>
            <p:cNvPr id="27" name="直接连接符 26">
              <a:extLst>
                <a:ext uri="{FF2B5EF4-FFF2-40B4-BE49-F238E27FC236}">
                  <a16:creationId xmlns:a16="http://schemas.microsoft.com/office/drawing/2014/main" id="{B361F469-A6C7-2D5A-359F-F168980C4572}"/>
                </a:ext>
              </a:extLst>
            </p:cNvPr>
            <p:cNvCxnSpPr>
              <a:cxnSpLocks/>
            </p:cNvCxnSpPr>
            <p:nvPr/>
          </p:nvCxnSpPr>
          <p:spPr>
            <a:xfrm>
              <a:off x="4145431" y="3535340"/>
              <a:ext cx="1439" cy="310239"/>
            </a:xfrm>
            <a:prstGeom prst="line">
              <a:avLst/>
            </a:prstGeom>
            <a:noFill/>
            <a:ln w="6350" cap="flat" cmpd="sng" algn="ctr">
              <a:solidFill>
                <a:sysClr val="windowText" lastClr="000000"/>
              </a:solidFill>
              <a:prstDash val="solid"/>
              <a:miter lim="800000"/>
            </a:ln>
            <a:effectLst/>
          </p:spPr>
        </p:cxnSp>
        <p:sp>
          <p:nvSpPr>
            <p:cNvPr id="28" name="文本框 27">
              <a:extLst>
                <a:ext uri="{FF2B5EF4-FFF2-40B4-BE49-F238E27FC236}">
                  <a16:creationId xmlns:a16="http://schemas.microsoft.com/office/drawing/2014/main" id="{9C159EFB-79E9-E3E9-1BE9-593F5F8D5C9F}"/>
                </a:ext>
              </a:extLst>
            </p:cNvPr>
            <p:cNvSpPr txBox="1"/>
            <p:nvPr/>
          </p:nvSpPr>
          <p:spPr>
            <a:xfrm>
              <a:off x="3429402" y="2930198"/>
              <a:ext cx="1353256"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32</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a:t>
              </a:r>
              <a:r>
                <a:rPr lang="zh-CN" altLang="en-US" sz="700" dirty="0">
                  <a:solidFill>
                    <a:prstClr val="black"/>
                  </a:solidFill>
                  <a:latin typeface="微软雅黑" panose="020B0503020204020204" pitchFamily="34" charset="-122"/>
                  <a:ea typeface="微软雅黑" panose="020B0503020204020204" pitchFamily="34" charset="-122"/>
                </a:rPr>
                <a:t> </a:t>
              </a: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IPv4 </a:t>
              </a:r>
              <a:r>
                <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地址</a:t>
              </a:r>
            </a:p>
          </p:txBody>
        </p:sp>
        <p:sp>
          <p:nvSpPr>
            <p:cNvPr id="29" name="文本框 28">
              <a:extLst>
                <a:ext uri="{FF2B5EF4-FFF2-40B4-BE49-F238E27FC236}">
                  <a16:creationId xmlns:a16="http://schemas.microsoft.com/office/drawing/2014/main" id="{1478DFAB-E9CC-A882-F11B-A6F71BF1BBA6}"/>
                </a:ext>
              </a:extLst>
            </p:cNvPr>
            <p:cNvSpPr txBox="1"/>
            <p:nvPr/>
          </p:nvSpPr>
          <p:spPr>
            <a:xfrm>
              <a:off x="3935776" y="3218239"/>
              <a:ext cx="1353256"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32</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a:t>
              </a:r>
              <a:r>
                <a:rPr lang="zh-CN" altLang="en-US" sz="700" dirty="0">
                  <a:solidFill>
                    <a:prstClr val="black"/>
                  </a:solidFill>
                  <a:latin typeface="微软雅黑" panose="020B0503020204020204" pitchFamily="34" charset="-122"/>
                  <a:ea typeface="微软雅黑" panose="020B0503020204020204" pitchFamily="34" charset="-122"/>
                </a:rPr>
                <a:t> </a:t>
              </a: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IPv4 </a:t>
              </a:r>
              <a:r>
                <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地址</a:t>
              </a:r>
            </a:p>
          </p:txBody>
        </p:sp>
        <p:sp>
          <p:nvSpPr>
            <p:cNvPr id="30" name="文本框 29">
              <a:extLst>
                <a:ext uri="{FF2B5EF4-FFF2-40B4-BE49-F238E27FC236}">
                  <a16:creationId xmlns:a16="http://schemas.microsoft.com/office/drawing/2014/main" id="{6AF5FD88-3E28-99FB-B1C0-A2B84EF72009}"/>
                </a:ext>
              </a:extLst>
            </p:cNvPr>
            <p:cNvSpPr txBox="1"/>
            <p:nvPr/>
          </p:nvSpPr>
          <p:spPr>
            <a:xfrm>
              <a:off x="4527044" y="3532020"/>
              <a:ext cx="1353256"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32</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a:t>
              </a:r>
              <a:r>
                <a:rPr lang="zh-CN" altLang="en-US" sz="700" dirty="0">
                  <a:solidFill>
                    <a:prstClr val="black"/>
                  </a:solidFill>
                  <a:latin typeface="微软雅黑" panose="020B0503020204020204" pitchFamily="34" charset="-122"/>
                  <a:ea typeface="微软雅黑" panose="020B0503020204020204" pitchFamily="34" charset="-122"/>
                </a:rPr>
                <a:t> </a:t>
              </a: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IPv4 </a:t>
              </a:r>
              <a:r>
                <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地址</a:t>
              </a:r>
            </a:p>
          </p:txBody>
        </p:sp>
        <p:sp>
          <p:nvSpPr>
            <p:cNvPr id="31" name="文本框 30">
              <a:extLst>
                <a:ext uri="{FF2B5EF4-FFF2-40B4-BE49-F238E27FC236}">
                  <a16:creationId xmlns:a16="http://schemas.microsoft.com/office/drawing/2014/main" id="{38AEB1C0-B53F-8532-216D-AF2BB2930306}"/>
                </a:ext>
              </a:extLst>
            </p:cNvPr>
            <p:cNvSpPr txBox="1"/>
            <p:nvPr/>
          </p:nvSpPr>
          <p:spPr>
            <a:xfrm>
              <a:off x="5018271" y="3836154"/>
              <a:ext cx="1353256"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32</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a:t>
              </a:r>
              <a:r>
                <a:rPr lang="zh-CN" altLang="en-US" sz="700" dirty="0">
                  <a:solidFill>
                    <a:prstClr val="black"/>
                  </a:solidFill>
                  <a:latin typeface="微软雅黑" panose="020B0503020204020204" pitchFamily="34" charset="-122"/>
                  <a:ea typeface="微软雅黑" panose="020B0503020204020204" pitchFamily="34" charset="-122"/>
                </a:rPr>
                <a:t> </a:t>
              </a: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IPv4 </a:t>
              </a:r>
              <a:r>
                <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地址</a:t>
              </a:r>
            </a:p>
          </p:txBody>
        </p:sp>
        <p:sp>
          <p:nvSpPr>
            <p:cNvPr id="32" name="文本框 31">
              <a:extLst>
                <a:ext uri="{FF2B5EF4-FFF2-40B4-BE49-F238E27FC236}">
                  <a16:creationId xmlns:a16="http://schemas.microsoft.com/office/drawing/2014/main" id="{080218D2-03AA-0F60-EF6A-07E88643467D}"/>
                </a:ext>
              </a:extLst>
            </p:cNvPr>
            <p:cNvSpPr txBox="1"/>
            <p:nvPr/>
          </p:nvSpPr>
          <p:spPr>
            <a:xfrm>
              <a:off x="7151524" y="4134543"/>
              <a:ext cx="1353256"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32</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a:t>
              </a:r>
              <a:r>
                <a:rPr lang="zh-CN" altLang="en-US" sz="700" dirty="0">
                  <a:solidFill>
                    <a:prstClr val="black"/>
                  </a:solidFill>
                  <a:latin typeface="微软雅黑" panose="020B0503020204020204" pitchFamily="34" charset="-122"/>
                  <a:ea typeface="微软雅黑" panose="020B0503020204020204" pitchFamily="34" charset="-122"/>
                </a:rPr>
                <a:t> </a:t>
              </a: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IPv4 </a:t>
              </a:r>
              <a:r>
                <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地址</a:t>
              </a:r>
            </a:p>
          </p:txBody>
        </p:sp>
        <p:sp>
          <p:nvSpPr>
            <p:cNvPr id="33" name="文本框 32">
              <a:extLst>
                <a:ext uri="{FF2B5EF4-FFF2-40B4-BE49-F238E27FC236}">
                  <a16:creationId xmlns:a16="http://schemas.microsoft.com/office/drawing/2014/main" id="{96C12268-7CAF-9A93-7B59-3C1536674F37}"/>
                </a:ext>
              </a:extLst>
            </p:cNvPr>
            <p:cNvSpPr txBox="1"/>
            <p:nvPr/>
          </p:nvSpPr>
          <p:spPr>
            <a:xfrm>
              <a:off x="7341816" y="3820512"/>
              <a:ext cx="925253"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32</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位后缀</a:t>
              </a:r>
              <a:endPar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34" name="文本框 33">
              <a:extLst>
                <a:ext uri="{FF2B5EF4-FFF2-40B4-BE49-F238E27FC236}">
                  <a16:creationId xmlns:a16="http://schemas.microsoft.com/office/drawing/2014/main" id="{BEAF5D5A-32F9-66CC-F348-77A1AECBA3A9}"/>
                </a:ext>
              </a:extLst>
            </p:cNvPr>
            <p:cNvSpPr txBox="1"/>
            <p:nvPr/>
          </p:nvSpPr>
          <p:spPr>
            <a:xfrm>
              <a:off x="970269" y="2608280"/>
              <a:ext cx="925253"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32</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位前缀</a:t>
              </a:r>
              <a:endPar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35" name="文本框 34">
              <a:extLst>
                <a:ext uri="{FF2B5EF4-FFF2-40B4-BE49-F238E27FC236}">
                  <a16:creationId xmlns:a16="http://schemas.microsoft.com/office/drawing/2014/main" id="{0B75317A-E391-2BE0-BCF0-8C4BC8CAD04B}"/>
                </a:ext>
              </a:extLst>
            </p:cNvPr>
            <p:cNvSpPr txBox="1"/>
            <p:nvPr/>
          </p:nvSpPr>
          <p:spPr>
            <a:xfrm>
              <a:off x="1186831" y="2921043"/>
              <a:ext cx="925253"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40</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位前缀</a:t>
              </a:r>
              <a:endPar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36" name="文本框 35">
              <a:extLst>
                <a:ext uri="{FF2B5EF4-FFF2-40B4-BE49-F238E27FC236}">
                  <a16:creationId xmlns:a16="http://schemas.microsoft.com/office/drawing/2014/main" id="{131D523D-FDD7-70D6-B4E9-B834DD706FB5}"/>
                </a:ext>
              </a:extLst>
            </p:cNvPr>
            <p:cNvSpPr txBox="1"/>
            <p:nvPr/>
          </p:nvSpPr>
          <p:spPr>
            <a:xfrm>
              <a:off x="1444720" y="3210842"/>
              <a:ext cx="925253"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48</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位前缀</a:t>
              </a:r>
              <a:endPar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37" name="文本框 36">
              <a:extLst>
                <a:ext uri="{FF2B5EF4-FFF2-40B4-BE49-F238E27FC236}">
                  <a16:creationId xmlns:a16="http://schemas.microsoft.com/office/drawing/2014/main" id="{203393EC-1353-B7E9-C576-940401D245F9}"/>
                </a:ext>
              </a:extLst>
            </p:cNvPr>
            <p:cNvSpPr txBox="1"/>
            <p:nvPr/>
          </p:nvSpPr>
          <p:spPr>
            <a:xfrm>
              <a:off x="1753414" y="3530987"/>
              <a:ext cx="925253"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56</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位前缀</a:t>
              </a:r>
              <a:endPar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38" name="文本框 37">
              <a:extLst>
                <a:ext uri="{FF2B5EF4-FFF2-40B4-BE49-F238E27FC236}">
                  <a16:creationId xmlns:a16="http://schemas.microsoft.com/office/drawing/2014/main" id="{CB2A7A1F-A8F6-8695-404C-91B7ECA42F2C}"/>
                </a:ext>
              </a:extLst>
            </p:cNvPr>
            <p:cNvSpPr txBox="1"/>
            <p:nvPr/>
          </p:nvSpPr>
          <p:spPr>
            <a:xfrm>
              <a:off x="2261841" y="3836394"/>
              <a:ext cx="925253"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64</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位前缀</a:t>
              </a:r>
              <a:endPar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39" name="文本框 38">
              <a:extLst>
                <a:ext uri="{FF2B5EF4-FFF2-40B4-BE49-F238E27FC236}">
                  <a16:creationId xmlns:a16="http://schemas.microsoft.com/office/drawing/2014/main" id="{1A21D4F8-7154-B645-83FF-4892E25F9F44}"/>
                </a:ext>
              </a:extLst>
            </p:cNvPr>
            <p:cNvSpPr txBox="1"/>
            <p:nvPr/>
          </p:nvSpPr>
          <p:spPr>
            <a:xfrm>
              <a:off x="2899703" y="4140747"/>
              <a:ext cx="925253"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96</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位前缀</a:t>
              </a:r>
              <a:endPar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40" name="文本框 39">
              <a:extLst>
                <a:ext uri="{FF2B5EF4-FFF2-40B4-BE49-F238E27FC236}">
                  <a16:creationId xmlns:a16="http://schemas.microsoft.com/office/drawing/2014/main" id="{5517D6E4-0B4E-8D4F-1A18-D93D9EFD29D9}"/>
                </a:ext>
              </a:extLst>
            </p:cNvPr>
            <p:cNvSpPr txBox="1"/>
            <p:nvPr/>
          </p:nvSpPr>
          <p:spPr>
            <a:xfrm>
              <a:off x="6388588" y="2628320"/>
              <a:ext cx="925253"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64</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位后缀</a:t>
              </a:r>
              <a:endPar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41" name="文本框 40">
              <a:extLst>
                <a:ext uri="{FF2B5EF4-FFF2-40B4-BE49-F238E27FC236}">
                  <a16:creationId xmlns:a16="http://schemas.microsoft.com/office/drawing/2014/main" id="{AB6114D6-160E-0F55-C093-F5C65A4EE1BE}"/>
                </a:ext>
              </a:extLst>
            </p:cNvPr>
            <p:cNvSpPr txBox="1"/>
            <p:nvPr/>
          </p:nvSpPr>
          <p:spPr>
            <a:xfrm>
              <a:off x="6577542" y="2933845"/>
              <a:ext cx="925253"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56</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位后缀</a:t>
              </a:r>
              <a:endPar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42" name="文本框 41">
              <a:extLst>
                <a:ext uri="{FF2B5EF4-FFF2-40B4-BE49-F238E27FC236}">
                  <a16:creationId xmlns:a16="http://schemas.microsoft.com/office/drawing/2014/main" id="{4D1297F0-BFF7-F9C4-B928-0FA2E08A024D}"/>
                </a:ext>
              </a:extLst>
            </p:cNvPr>
            <p:cNvSpPr txBox="1"/>
            <p:nvPr/>
          </p:nvSpPr>
          <p:spPr>
            <a:xfrm>
              <a:off x="6831895" y="3238818"/>
              <a:ext cx="925253"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48</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位后缀</a:t>
              </a:r>
              <a:endPar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43" name="文本框 42">
              <a:extLst>
                <a:ext uri="{FF2B5EF4-FFF2-40B4-BE49-F238E27FC236}">
                  <a16:creationId xmlns:a16="http://schemas.microsoft.com/office/drawing/2014/main" id="{0819408F-9A99-5C20-7EBA-103C062F7556}"/>
                </a:ext>
              </a:extLst>
            </p:cNvPr>
            <p:cNvSpPr txBox="1"/>
            <p:nvPr/>
          </p:nvSpPr>
          <p:spPr>
            <a:xfrm>
              <a:off x="7151524" y="3527429"/>
              <a:ext cx="925253" cy="307777"/>
            </a:xfrm>
            <a:prstGeom prst="rect">
              <a:avLst/>
            </a:prstGeom>
            <a:noFill/>
          </p:spPr>
          <p:txBody>
            <a:bodyPr wrap="none" rtlCol="0">
              <a:spAutoFit/>
            </a:bodyPr>
            <a:lstStyle/>
            <a:p>
              <a:pPr fontAlgn="auto">
                <a:spcBef>
                  <a:spcPts val="0"/>
                </a:spcBef>
                <a:spcAft>
                  <a:spcPts val="0"/>
                </a:spcAft>
              </a:pPr>
              <a:r>
                <a:rPr lang="en-US" altLang="zh-CN"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40</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zh-CN" altLang="en-US" sz="1400" dirty="0">
                  <a:solidFill>
                    <a:prstClr val="black"/>
                  </a:solidFill>
                  <a:latin typeface="微软雅黑" panose="020B0503020204020204" pitchFamily="34" charset="-122"/>
                  <a:ea typeface="微软雅黑" panose="020B0503020204020204" pitchFamily="34" charset="-122"/>
                </a:rPr>
                <a:t>位后缀</a:t>
              </a:r>
              <a:endParaRPr lang="zh-CN" altLang="en-US" sz="14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44" name="文本框 43">
              <a:extLst>
                <a:ext uri="{FF2B5EF4-FFF2-40B4-BE49-F238E27FC236}">
                  <a16:creationId xmlns:a16="http://schemas.microsoft.com/office/drawing/2014/main" id="{1BEF04EE-F7AF-150A-DE88-F97919BAB0C3}"/>
                </a:ext>
              </a:extLst>
            </p:cNvPr>
            <p:cNvSpPr txBox="1"/>
            <p:nvPr/>
          </p:nvSpPr>
          <p:spPr>
            <a:xfrm>
              <a:off x="132735" y="2349910"/>
              <a:ext cx="8882988" cy="307777"/>
            </a:xfrm>
            <a:prstGeom prst="rect">
              <a:avLst/>
            </a:prstGeom>
            <a:noFill/>
          </p:spPr>
          <p:txBody>
            <a:bodyPr wrap="square" rtlCol="0">
              <a:spAutoFit/>
            </a:bodyPr>
            <a:lstStyle/>
            <a:p>
              <a:pPr fontAlgn="auto">
                <a:spcBef>
                  <a:spcPts val="0"/>
                </a:spcBef>
                <a:spcAft>
                  <a:spcPts val="0"/>
                </a:spcAft>
              </a:pPr>
              <a:r>
                <a:rPr lang="zh-CN" altLang="en-US" sz="1400" dirty="0">
                  <a:solidFill>
                    <a:prstClr val="black"/>
                  </a:solidFill>
                  <a:latin typeface="微软雅黑" panose="020B0503020204020204" pitchFamily="34" charset="-122"/>
                  <a:ea typeface="微软雅黑" panose="020B0503020204020204" pitchFamily="34" charset="-122"/>
                </a:rPr>
                <a:t>位</a:t>
              </a:r>
              <a:r>
                <a:rPr lang="zh-CN" altLang="en-US" sz="700" dirty="0">
                  <a:solidFill>
                    <a:prstClr val="black"/>
                  </a:solidFill>
                  <a:latin typeface="微软雅黑" panose="020B0503020204020204" pitchFamily="34" charset="-122"/>
                  <a:ea typeface="微软雅黑" panose="020B0503020204020204" pitchFamily="34" charset="-122"/>
                </a:rPr>
                <a:t> </a:t>
              </a:r>
              <a:r>
                <a:rPr lang="en-US" altLang="zh-CN" sz="12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0                                                     32        </a:t>
              </a:r>
              <a:r>
                <a:rPr lang="en-US" altLang="zh-CN" sz="7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   </a:t>
              </a:r>
              <a:r>
                <a:rPr lang="en-US" altLang="zh-CN" sz="12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rPr>
                <a:t>40          48          56         64                                                   96                                              127</a:t>
              </a:r>
              <a:endParaRPr lang="zh-CN" altLang="en-US" sz="1200" dirty="0">
                <a:solidFill>
                  <a:prstClr val="black"/>
                </a:solidFill>
                <a:latin typeface="Times New Roman" panose="02020603050405020304" pitchFamily="18" charset="0"/>
                <a:ea typeface="微软雅黑" panose="020B0503020204020204" pitchFamily="34" charset="-122"/>
                <a:cs typeface="Times New Roman" panose="02020603050405020304" pitchFamily="18" charset="0"/>
              </a:endParaRPr>
            </a:p>
          </p:txBody>
        </p:sp>
      </p:grpSp>
    </p:spTree>
    <p:extLst>
      <p:ext uri="{BB962C8B-B14F-4D97-AF65-F5344CB8AC3E}">
        <p14:creationId xmlns:p14="http://schemas.microsoft.com/office/powerpoint/2010/main" val="718559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2DDE11-B244-85F9-CB09-4C7410BA2E5D}"/>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584FA59D-6C93-66D0-B802-DBB6B088FE47}"/>
              </a:ext>
            </a:extLst>
          </p:cNvPr>
          <p:cNvSpPr>
            <a:spLocks noChangeArrowheads="1"/>
          </p:cNvSpPr>
          <p:nvPr/>
        </p:nvSpPr>
        <p:spPr bwMode="auto">
          <a:xfrm>
            <a:off x="545145" y="974350"/>
            <a:ext cx="7930640" cy="28079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ct val="150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未指明地址    </a:t>
            </a:r>
            <a:r>
              <a:rPr lang="zh-CN" altLang="en-US" sz="2000" b="1" dirty="0">
                <a:latin typeface="微软雅黑" pitchFamily="34" charset="-122"/>
                <a:ea typeface="微软雅黑" pitchFamily="34" charset="-122"/>
              </a:rPr>
              <a:t>这是</a:t>
            </a:r>
            <a:r>
              <a:rPr lang="en-US" altLang="zh-CN" sz="2000" b="1" dirty="0">
                <a:latin typeface="微软雅黑" pitchFamily="34" charset="-122"/>
                <a:ea typeface="微软雅黑" pitchFamily="34" charset="-122"/>
              </a:rPr>
              <a:t>128</a:t>
            </a:r>
            <a:r>
              <a:rPr lang="zh-CN" altLang="en-US" sz="2000" b="1" dirty="0">
                <a:latin typeface="微软雅黑" pitchFamily="34" charset="-122"/>
                <a:ea typeface="微软雅黑" pitchFamily="34" charset="-122"/>
              </a:rPr>
              <a:t>位全</a:t>
            </a:r>
            <a:r>
              <a:rPr lang="en-US" altLang="zh-CN" sz="2000" b="1" dirty="0">
                <a:latin typeface="微软雅黑" pitchFamily="34" charset="-122"/>
                <a:ea typeface="微软雅黑" pitchFamily="34" charset="-122"/>
              </a:rPr>
              <a:t>0</a:t>
            </a:r>
            <a:r>
              <a:rPr lang="zh-CN" altLang="en-US" sz="2000" b="1" dirty="0">
                <a:latin typeface="微软雅黑" pitchFamily="34" charset="-122"/>
                <a:ea typeface="微软雅黑" pitchFamily="34" charset="-122"/>
              </a:rPr>
              <a:t>地址，可缩写为两个冒号“</a:t>
            </a:r>
            <a:r>
              <a:rPr lang="en-US" altLang="zh-CN" sz="2000" b="1" dirty="0">
                <a:solidFill>
                  <a:srgbClr val="0000FF"/>
                </a:solidFill>
                <a:latin typeface="微软雅黑" pitchFamily="34" charset="-122"/>
                <a:ea typeface="微软雅黑" pitchFamily="34" charset="-122"/>
              </a:rPr>
              <a: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。不能用作目的地址，只能作为源地址使用，表明源主机还没有配置一个标准的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地址。未指明地址仅此一个，其前缀是</a:t>
            </a:r>
            <a:r>
              <a:rPr lang="en-US" altLang="zh-CN" sz="2000" b="1" dirty="0">
                <a:solidFill>
                  <a:srgbClr val="0000FF"/>
                </a:solidFill>
                <a:latin typeface="微软雅黑" pitchFamily="34" charset="-122"/>
                <a:ea typeface="微软雅黑" pitchFamily="34" charset="-122"/>
              </a:rPr>
              <a:t>::/128</a:t>
            </a:r>
            <a:r>
              <a:rPr lang="zh-CN" altLang="en-US" sz="2000" b="1" dirty="0">
                <a:latin typeface="微软雅黑" pitchFamily="34" charset="-122"/>
                <a:ea typeface="微软雅黑" pitchFamily="34" charset="-122"/>
              </a:rPr>
              <a:t>。</a:t>
            </a:r>
          </a:p>
          <a:p>
            <a:pPr marL="285750" indent="-285750">
              <a:lnSpc>
                <a:spcPct val="150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环回地址    </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的环回地址是</a:t>
            </a:r>
            <a:r>
              <a:rPr lang="en-US" altLang="zh-CN" sz="2000" b="1" dirty="0">
                <a:solidFill>
                  <a:srgbClr val="0000FF"/>
                </a:solidFill>
                <a:latin typeface="微软雅黑" pitchFamily="34" charset="-122"/>
                <a:ea typeface="微软雅黑" pitchFamily="34" charset="-122"/>
              </a:rPr>
              <a:t>0:0:0:0:0:0:0:1</a:t>
            </a:r>
            <a:r>
              <a:rPr lang="zh-CN" altLang="en-US" sz="2000" b="1" dirty="0">
                <a:latin typeface="微软雅黑" pitchFamily="34" charset="-122"/>
                <a:ea typeface="微软雅黑" pitchFamily="34" charset="-122"/>
              </a:rPr>
              <a:t>，可缩写为</a:t>
            </a:r>
            <a:r>
              <a:rPr lang="en-US" altLang="zh-CN" sz="2000" b="1" dirty="0">
                <a:solidFill>
                  <a:srgbClr val="0000FF"/>
                </a:solidFill>
                <a:latin typeface="微软雅黑" pitchFamily="34" charset="-122"/>
                <a:ea typeface="微软雅黑" pitchFamily="34" charset="-122"/>
              </a:rPr>
              <a:t>::1</a:t>
            </a:r>
            <a:r>
              <a:rPr lang="zh-CN" altLang="en-US" sz="2000" b="1" dirty="0">
                <a:latin typeface="微软雅黑" pitchFamily="34" charset="-122"/>
                <a:ea typeface="微软雅黑" pitchFamily="34" charset="-122"/>
              </a:rPr>
              <a:t>。它的作用和</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的环回地址</a:t>
            </a:r>
            <a:r>
              <a:rPr lang="en-US" altLang="zh-CN" sz="2000" b="1" dirty="0">
                <a:latin typeface="微软雅黑" pitchFamily="34" charset="-122"/>
                <a:ea typeface="微软雅黑" pitchFamily="34" charset="-122"/>
              </a:rPr>
              <a:t>127.0.0.1</a:t>
            </a:r>
            <a:r>
              <a:rPr lang="zh-CN" altLang="en-US" sz="2000" b="1" dirty="0">
                <a:latin typeface="微软雅黑" pitchFamily="34" charset="-122"/>
                <a:ea typeface="微软雅黑" pitchFamily="34" charset="-122"/>
              </a:rPr>
              <a:t>一样，仅用于本机软件环回测试，不发送到网络。环回地址仅此一个。</a:t>
            </a:r>
          </a:p>
        </p:txBody>
      </p:sp>
      <p:sp>
        <p:nvSpPr>
          <p:cNvPr id="3" name="AutoShape 5">
            <a:extLst>
              <a:ext uri="{FF2B5EF4-FFF2-40B4-BE49-F238E27FC236}">
                <a16:creationId xmlns:a16="http://schemas.microsoft.com/office/drawing/2014/main" id="{122E94DE-CDE8-27B9-2FDD-D72EE3EB6940}"/>
              </a:ext>
            </a:extLst>
          </p:cNvPr>
          <p:cNvSpPr>
            <a:spLocks noChangeArrowheads="1"/>
          </p:cNvSpPr>
          <p:nvPr/>
        </p:nvSpPr>
        <p:spPr bwMode="auto">
          <a:xfrm>
            <a:off x="545145" y="6257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B2CF76DC-50B5-8FFD-3D8B-5C845D793D19}"/>
              </a:ext>
            </a:extLst>
          </p:cNvPr>
          <p:cNvSpPr>
            <a:spLocks noChangeArrowheads="1"/>
          </p:cNvSpPr>
          <p:nvPr/>
        </p:nvSpPr>
        <p:spPr bwMode="auto">
          <a:xfrm>
            <a:off x="668215" y="592534"/>
            <a:ext cx="780757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未指明地址 </a:t>
            </a:r>
            <a:r>
              <a:rPr lang="en-US" altLang="zh-CN" sz="2000" b="1" dirty="0">
                <a:solidFill>
                  <a:schemeClr val="bg1"/>
                </a:solidFill>
                <a:latin typeface="微软雅黑" pitchFamily="34" charset="-122"/>
                <a:ea typeface="微软雅黑" pitchFamily="34" charset="-122"/>
              </a:rPr>
              <a:t>&amp; </a:t>
            </a:r>
            <a:r>
              <a:rPr lang="zh-CN" altLang="en-US" sz="2000" b="1" dirty="0">
                <a:solidFill>
                  <a:schemeClr val="bg1"/>
                </a:solidFill>
                <a:latin typeface="微软雅黑" pitchFamily="34" charset="-122"/>
                <a:ea typeface="微软雅黑" pitchFamily="34" charset="-122"/>
              </a:rPr>
              <a:t>环回地址</a:t>
            </a:r>
          </a:p>
        </p:txBody>
      </p:sp>
    </p:spTree>
    <p:extLst>
      <p:ext uri="{BB962C8B-B14F-4D97-AF65-F5344CB8AC3E}">
        <p14:creationId xmlns:p14="http://schemas.microsoft.com/office/powerpoint/2010/main" val="3608083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367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9046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地址分类</a:t>
            </a:r>
          </a:p>
        </p:txBody>
      </p:sp>
      <p:graphicFrame>
        <p:nvGraphicFramePr>
          <p:cNvPr id="4" name="内容占位符 3"/>
          <p:cNvGraphicFramePr>
            <a:graphicFrameLocks/>
          </p:cNvGraphicFramePr>
          <p:nvPr/>
        </p:nvGraphicFramePr>
        <p:xfrm>
          <a:off x="545145" y="1119916"/>
          <a:ext cx="8053709" cy="3171768"/>
        </p:xfrm>
        <a:graphic>
          <a:graphicData uri="http://schemas.openxmlformats.org/drawingml/2006/table">
            <a:tbl>
              <a:tblPr firstRow="1" firstCol="1" bandCol="1">
                <a:tableStyleId>{5C22544A-7EE6-4342-B048-85BDC9FD1C3A}</a:tableStyleId>
              </a:tblPr>
              <a:tblGrid>
                <a:gridCol w="2394700">
                  <a:extLst>
                    <a:ext uri="{9D8B030D-6E8A-4147-A177-3AD203B41FA5}">
                      <a16:colId xmlns:a16="http://schemas.microsoft.com/office/drawing/2014/main" val="20000"/>
                    </a:ext>
                  </a:extLst>
                </a:gridCol>
                <a:gridCol w="3357716">
                  <a:extLst>
                    <a:ext uri="{9D8B030D-6E8A-4147-A177-3AD203B41FA5}">
                      <a16:colId xmlns:a16="http://schemas.microsoft.com/office/drawing/2014/main" val="20001"/>
                    </a:ext>
                  </a:extLst>
                </a:gridCol>
                <a:gridCol w="2301293">
                  <a:extLst>
                    <a:ext uri="{9D8B030D-6E8A-4147-A177-3AD203B41FA5}">
                      <a16:colId xmlns:a16="http://schemas.microsoft.com/office/drawing/2014/main" val="20002"/>
                    </a:ext>
                  </a:extLst>
                </a:gridCol>
              </a:tblGrid>
              <a:tr h="396471">
                <a:tc>
                  <a:txBody>
                    <a:bodyPr/>
                    <a:lstStyle/>
                    <a:p>
                      <a:pPr algn="ctr">
                        <a:lnSpc>
                          <a:spcPts val="2400"/>
                        </a:lnSpc>
                        <a:spcAft>
                          <a:spcPts val="0"/>
                        </a:spcAft>
                      </a:pPr>
                      <a:r>
                        <a:rPr lang="zh-CN" sz="1600" b="1" dirty="0">
                          <a:effectLst/>
                          <a:latin typeface="微软雅黑" panose="020B0503020204020204" pitchFamily="34" charset="-122"/>
                          <a:ea typeface="微软雅黑" panose="020B0503020204020204" pitchFamily="34" charset="-122"/>
                        </a:rPr>
                        <a:t>地址类型</a:t>
                      </a:r>
                      <a:endParaRPr lang="zh-CN" sz="1600" b="1" dirty="0">
                        <a:solidFill>
                          <a:schemeClr val="bg1"/>
                        </a:solidFill>
                        <a:effectLst/>
                        <a:latin typeface="微软雅黑" pitchFamily="34" charset="-122"/>
                        <a:ea typeface="微软雅黑" pitchFamily="34" charset="-122"/>
                      </a:endParaRPr>
                    </a:p>
                  </a:txBody>
                  <a:tcPr marL="68580" marR="68580" marT="0" marB="0" anchor="ctr">
                    <a:solidFill>
                      <a:schemeClr val="tx2"/>
                    </a:solidFill>
                  </a:tcPr>
                </a:tc>
                <a:tc>
                  <a:txBody>
                    <a:bodyPr/>
                    <a:lstStyle/>
                    <a:p>
                      <a:pPr algn="ctr">
                        <a:lnSpc>
                          <a:spcPts val="2400"/>
                        </a:lnSpc>
                        <a:spcAft>
                          <a:spcPts val="0"/>
                        </a:spcAft>
                      </a:pPr>
                      <a:r>
                        <a:rPr lang="zh-CN" sz="1600" b="1" dirty="0">
                          <a:effectLst/>
                          <a:latin typeface="微软雅黑" panose="020B0503020204020204" pitchFamily="34" charset="-122"/>
                          <a:ea typeface="微软雅黑" panose="020B0503020204020204" pitchFamily="34" charset="-122"/>
                        </a:rPr>
                        <a:t>二进制前缀</a:t>
                      </a:r>
                      <a:endParaRPr lang="zh-CN" sz="1600" b="1" dirty="0">
                        <a:solidFill>
                          <a:schemeClr val="bg1"/>
                        </a:solidFill>
                        <a:effectLst/>
                        <a:latin typeface="微软雅黑" pitchFamily="34" charset="-122"/>
                        <a:ea typeface="微软雅黑" pitchFamily="34" charset="-122"/>
                      </a:endParaRPr>
                    </a:p>
                  </a:txBody>
                  <a:tcPr marL="68580" marR="68580" marT="0" marB="0" anchor="ctr">
                    <a:solidFill>
                      <a:schemeClr val="tx2"/>
                    </a:solidFill>
                  </a:tcPr>
                </a:tc>
                <a:tc>
                  <a:txBody>
                    <a:bodyPr/>
                    <a:lstStyle/>
                    <a:p>
                      <a:pPr algn="ctr">
                        <a:lnSpc>
                          <a:spcPts val="2400"/>
                        </a:lnSpc>
                        <a:spcAft>
                          <a:spcPts val="0"/>
                        </a:spcAft>
                      </a:pPr>
                      <a:r>
                        <a:rPr lang="en-US" altLang="zh-CN" sz="1600" b="1" dirty="0" err="1">
                          <a:solidFill>
                            <a:schemeClr val="bg1"/>
                          </a:solidFill>
                          <a:latin typeface="微软雅黑" pitchFamily="34" charset="-122"/>
                          <a:ea typeface="微软雅黑" pitchFamily="34" charset="-122"/>
                        </a:rPr>
                        <a:t>IPv6</a:t>
                      </a:r>
                      <a:r>
                        <a:rPr lang="zh-CN" altLang="en-US" sz="1600" b="1" dirty="0">
                          <a:solidFill>
                            <a:schemeClr val="bg1"/>
                          </a:solidFill>
                          <a:latin typeface="微软雅黑" pitchFamily="34" charset="-122"/>
                          <a:ea typeface="微软雅黑" pitchFamily="34" charset="-122"/>
                        </a:rPr>
                        <a:t>记法</a:t>
                      </a:r>
                      <a:endParaRPr lang="zh-CN" sz="1600" b="1" dirty="0">
                        <a:solidFill>
                          <a:schemeClr val="bg1"/>
                        </a:solidFill>
                        <a:effectLst/>
                        <a:latin typeface="微软雅黑" pitchFamily="34" charset="-122"/>
                        <a:ea typeface="微软雅黑" pitchFamily="34" charset="-122"/>
                      </a:endParaRPr>
                    </a:p>
                  </a:txBody>
                  <a:tcPr marL="68580" marR="68580" marT="0" marB="0" anchor="ctr">
                    <a:solidFill>
                      <a:schemeClr val="tx2"/>
                    </a:solidFill>
                  </a:tcPr>
                </a:tc>
                <a:extLst>
                  <a:ext uri="{0D108BD9-81ED-4DB2-BD59-A6C34878D82A}">
                    <a16:rowId xmlns:a16="http://schemas.microsoft.com/office/drawing/2014/main" val="10000"/>
                  </a:ext>
                </a:extLst>
              </a:tr>
              <a:tr h="396471">
                <a:tc>
                  <a:txBody>
                    <a:bodyPr/>
                    <a:lstStyle/>
                    <a:p>
                      <a:pPr algn="just">
                        <a:lnSpc>
                          <a:spcPts val="2400"/>
                        </a:lnSpc>
                        <a:spcAft>
                          <a:spcPts val="0"/>
                        </a:spcAft>
                      </a:pPr>
                      <a:r>
                        <a:rPr lang="zh-CN" altLang="zh-CN" sz="1600" b="1" dirty="0">
                          <a:effectLst/>
                          <a:latin typeface="微软雅黑" panose="020B0503020204020204" pitchFamily="34" charset="-122"/>
                          <a:ea typeface="微软雅黑" panose="020B0503020204020204" pitchFamily="34" charset="-122"/>
                        </a:rPr>
                        <a:t>全球单播地址</a:t>
                      </a:r>
                      <a:endParaRPr lang="zh-CN" alt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00</a:t>
                      </a:r>
                      <a:r>
                        <a:rPr lang="en-US" altLang="zh-CN" sz="1600" b="1" dirty="0">
                          <a:effectLst/>
                          <a:latin typeface="微软雅黑" panose="020B0503020204020204" pitchFamily="34" charset="-122"/>
                          <a:ea typeface="微软雅黑" panose="020B0503020204020204" pitchFamily="34" charset="-122"/>
                        </a:rPr>
                        <a:t>1</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2000::/3</a:t>
                      </a:r>
                      <a:endParaRPr lang="zh-CN" sz="1600" b="1" dirty="0">
                        <a:solidFill>
                          <a:schemeClr val="tx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1"/>
                  </a:ext>
                </a:extLst>
              </a:tr>
              <a:tr h="396471">
                <a:tc>
                  <a:txBody>
                    <a:bodyPr/>
                    <a:lstStyle/>
                    <a:p>
                      <a:pPr algn="just">
                        <a:lnSpc>
                          <a:spcPts val="2400"/>
                        </a:lnSpc>
                        <a:spcAft>
                          <a:spcPts val="0"/>
                        </a:spcAft>
                      </a:pPr>
                      <a:r>
                        <a:rPr lang="zh-CN" altLang="en-US" sz="1600" b="1" dirty="0">
                          <a:effectLst/>
                          <a:latin typeface="微软雅黑" panose="020B0503020204020204" pitchFamily="34" charset="-122"/>
                          <a:ea typeface="微软雅黑" panose="020B0503020204020204" pitchFamily="34" charset="-122"/>
                        </a:rPr>
                        <a:t>唯一本地单播地址</a:t>
                      </a: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1111110</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fc00::/7</a:t>
                      </a:r>
                      <a:endParaRPr lang="zh-CN" sz="1600" b="1" dirty="0">
                        <a:solidFill>
                          <a:schemeClr val="tx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2"/>
                  </a:ext>
                </a:extLst>
              </a:tr>
              <a:tr h="396471">
                <a:tc>
                  <a:txBody>
                    <a:bodyPr/>
                    <a:lstStyle/>
                    <a:p>
                      <a:pPr algn="just">
                        <a:lnSpc>
                          <a:spcPts val="2400"/>
                        </a:lnSpc>
                        <a:spcAft>
                          <a:spcPts val="0"/>
                        </a:spcAft>
                      </a:pPr>
                      <a:r>
                        <a:rPr lang="zh-CN" altLang="zh-CN" sz="1600" b="1" dirty="0">
                          <a:effectLst/>
                          <a:latin typeface="微软雅黑" panose="020B0503020204020204" pitchFamily="34" charset="-122"/>
                          <a:ea typeface="微软雅黑" panose="020B0503020204020204" pitchFamily="34" charset="-122"/>
                        </a:rPr>
                        <a:t>链路</a:t>
                      </a:r>
                      <a:r>
                        <a:rPr lang="zh-CN" sz="1600" b="1" dirty="0">
                          <a:effectLst/>
                          <a:latin typeface="微软雅黑" panose="020B0503020204020204" pitchFamily="34" charset="-122"/>
                          <a:ea typeface="微软雅黑" panose="020B0503020204020204" pitchFamily="34" charset="-122"/>
                        </a:rPr>
                        <a:t>本地单播地址</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1111111010</a:t>
                      </a:r>
                      <a:endParaRPr lang="zh-CN" altLang="en-US" sz="1600" b="1" dirty="0">
                        <a:solidFill>
                          <a:srgbClr val="C00000"/>
                        </a:solidFill>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fe80::/10</a:t>
                      </a:r>
                      <a:endParaRPr lang="zh-CN" altLang="en-US" sz="1600" b="1" dirty="0">
                        <a:solidFill>
                          <a:srgbClr val="C00000"/>
                        </a:solidFill>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3"/>
                  </a:ext>
                </a:extLst>
              </a:tr>
              <a:tr h="396471">
                <a:tc>
                  <a:txBody>
                    <a:bodyPr/>
                    <a:lstStyle/>
                    <a:p>
                      <a:pPr marL="0" algn="just" defTabSz="914400" rtl="0" eaLnBrk="1" latinLnBrk="0" hangingPunct="1">
                        <a:lnSpc>
                          <a:spcPts val="2400"/>
                        </a:lnSpc>
                        <a:spcAft>
                          <a:spcPts val="0"/>
                        </a:spcAft>
                      </a:pPr>
                      <a:r>
                        <a:rPr lang="zh-CN" altLang="en-US" sz="1600" b="1" kern="1200" dirty="0">
                          <a:solidFill>
                            <a:schemeClr val="lt1"/>
                          </a:solidFill>
                          <a:effectLst/>
                          <a:latin typeface="微软雅黑" panose="020B0503020204020204" pitchFamily="34" charset="-122"/>
                          <a:ea typeface="微软雅黑" panose="020B0503020204020204" pitchFamily="34" charset="-122"/>
                          <a:cs typeface="+mn-cs"/>
                        </a:rPr>
                        <a:t>嵌入</a:t>
                      </a:r>
                      <a:r>
                        <a:rPr lang="en-US" altLang="zh-CN" sz="1600" b="1" kern="1200" dirty="0">
                          <a:solidFill>
                            <a:schemeClr val="lt1"/>
                          </a:solidFill>
                          <a:effectLst/>
                          <a:latin typeface="微软雅黑" panose="020B0503020204020204" pitchFamily="34" charset="-122"/>
                          <a:ea typeface="微软雅黑" panose="020B0503020204020204" pitchFamily="34" charset="-122"/>
                          <a:cs typeface="+mn-cs"/>
                        </a:rPr>
                        <a:t>IPv4</a:t>
                      </a:r>
                      <a:r>
                        <a:rPr lang="zh-CN" altLang="en-US" sz="1600" b="1" kern="1200" dirty="0">
                          <a:solidFill>
                            <a:schemeClr val="lt1"/>
                          </a:solidFill>
                          <a:effectLst/>
                          <a:latin typeface="微软雅黑" panose="020B0503020204020204" pitchFamily="34" charset="-122"/>
                          <a:ea typeface="微软雅黑" panose="020B0503020204020204" pitchFamily="34" charset="-122"/>
                          <a:cs typeface="+mn-cs"/>
                        </a:rPr>
                        <a:t>的</a:t>
                      </a:r>
                      <a:r>
                        <a:rPr lang="en-US" altLang="zh-CN" sz="1600" b="1" kern="1200" dirty="0">
                          <a:solidFill>
                            <a:schemeClr val="lt1"/>
                          </a:solidFill>
                          <a:effectLst/>
                          <a:latin typeface="微软雅黑" panose="020B0503020204020204" pitchFamily="34" charset="-122"/>
                          <a:ea typeface="微软雅黑" panose="020B0503020204020204" pitchFamily="34" charset="-122"/>
                          <a:cs typeface="+mn-cs"/>
                        </a:rPr>
                        <a:t>IPv6</a:t>
                      </a:r>
                      <a:r>
                        <a:rPr lang="zh-CN" altLang="en-US" sz="1600" b="1" kern="1200" dirty="0">
                          <a:solidFill>
                            <a:schemeClr val="lt1"/>
                          </a:solidFill>
                          <a:effectLst/>
                          <a:latin typeface="微软雅黑" panose="020B0503020204020204" pitchFamily="34" charset="-122"/>
                          <a:ea typeface="微软雅黑" panose="020B0503020204020204" pitchFamily="34" charset="-122"/>
                          <a:cs typeface="+mn-cs"/>
                        </a:rPr>
                        <a:t>地址</a:t>
                      </a:r>
                    </a:p>
                  </a:txBody>
                  <a:tcPr marL="68580" marR="68580" marT="0" marB="0" anchor="ctr"/>
                </a:tc>
                <a:tc gridSpan="2">
                  <a:txBody>
                    <a:bodyPr/>
                    <a:lstStyle/>
                    <a:p>
                      <a:pPr algn="ctr">
                        <a:lnSpc>
                          <a:spcPts val="2400"/>
                        </a:lnSpc>
                        <a:spcAft>
                          <a:spcPts val="0"/>
                        </a:spcAft>
                      </a:pPr>
                      <a:r>
                        <a:rPr lang="en-US" altLang="zh-CN" sz="1600" b="1" dirty="0">
                          <a:solidFill>
                            <a:schemeClr val="tx1"/>
                          </a:solidFill>
                          <a:latin typeface="微软雅黑" pitchFamily="34" charset="-122"/>
                          <a:ea typeface="微软雅黑" pitchFamily="34" charset="-122"/>
                        </a:rPr>
                        <a:t>/32, /40, /48, /56, /64, /96</a:t>
                      </a:r>
                      <a:r>
                        <a:rPr lang="zh-CN" altLang="en-US" sz="1600" b="1" dirty="0">
                          <a:solidFill>
                            <a:schemeClr val="tx1"/>
                          </a:solidFill>
                          <a:latin typeface="微软雅黑" pitchFamily="34" charset="-122"/>
                          <a:ea typeface="微软雅黑" pitchFamily="34" charset="-122"/>
                        </a:rPr>
                        <a:t>等多种格式的前缀</a:t>
                      </a:r>
                    </a:p>
                  </a:txBody>
                  <a:tcPr marL="68580" marR="68580" marT="0" marB="0" anchor="ctr"/>
                </a:tc>
                <a:tc hMerge="1">
                  <a:txBody>
                    <a:bodyPr/>
                    <a:lstStyle/>
                    <a:p>
                      <a:pPr algn="just">
                        <a:lnSpc>
                          <a:spcPts val="2400"/>
                        </a:lnSpc>
                        <a:spcAft>
                          <a:spcPts val="0"/>
                        </a:spcAft>
                      </a:pPr>
                      <a:endParaRPr lang="zh-CN" altLang="en-US" sz="1600" b="1" dirty="0">
                        <a:solidFill>
                          <a:srgbClr val="C00000"/>
                        </a:solidFill>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6266177"/>
                  </a:ext>
                </a:extLst>
              </a:tr>
              <a:tr h="396471">
                <a:tc>
                  <a:txBody>
                    <a:bodyPr/>
                    <a:lstStyle/>
                    <a:p>
                      <a:pPr algn="just">
                        <a:lnSpc>
                          <a:spcPts val="2400"/>
                        </a:lnSpc>
                        <a:spcAft>
                          <a:spcPts val="0"/>
                        </a:spcAft>
                      </a:pPr>
                      <a:r>
                        <a:rPr lang="zh-CN" sz="1600" b="1" dirty="0">
                          <a:effectLst/>
                          <a:latin typeface="微软雅黑" panose="020B0503020204020204" pitchFamily="34" charset="-122"/>
                          <a:ea typeface="微软雅黑" panose="020B0503020204020204" pitchFamily="34" charset="-122"/>
                        </a:rPr>
                        <a:t>未指明地址</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00…0</a:t>
                      </a:r>
                      <a:r>
                        <a:rPr lang="zh-CN" sz="1600" b="1" dirty="0">
                          <a:effectLst/>
                          <a:latin typeface="微软雅黑" panose="020B0503020204020204" pitchFamily="34" charset="-122"/>
                          <a:ea typeface="微软雅黑" panose="020B0503020204020204" pitchFamily="34" charset="-122"/>
                        </a:rPr>
                        <a:t>（</a:t>
                      </a:r>
                      <a:r>
                        <a:rPr lang="en-US" sz="1600" b="1" dirty="0">
                          <a:effectLst/>
                          <a:latin typeface="微软雅黑" panose="020B0503020204020204" pitchFamily="34" charset="-122"/>
                          <a:ea typeface="微软雅黑" panose="020B0503020204020204" pitchFamily="34" charset="-122"/>
                        </a:rPr>
                        <a:t>128</a:t>
                      </a:r>
                      <a:r>
                        <a:rPr lang="zh-CN" sz="1600" b="1" dirty="0">
                          <a:effectLst/>
                          <a:latin typeface="微软雅黑" panose="020B0503020204020204" pitchFamily="34" charset="-122"/>
                          <a:ea typeface="微软雅黑" panose="020B0503020204020204" pitchFamily="34" charset="-122"/>
                        </a:rPr>
                        <a:t>位）</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::/128</a:t>
                      </a:r>
                      <a:endParaRPr lang="zh-CN" sz="1600" b="1" dirty="0">
                        <a:solidFill>
                          <a:schemeClr val="tx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2645026973"/>
                  </a:ext>
                </a:extLst>
              </a:tr>
              <a:tr h="396471">
                <a:tc>
                  <a:txBody>
                    <a:bodyPr/>
                    <a:lstStyle/>
                    <a:p>
                      <a:pPr algn="just">
                        <a:lnSpc>
                          <a:spcPts val="2400"/>
                        </a:lnSpc>
                        <a:spcAft>
                          <a:spcPts val="0"/>
                        </a:spcAft>
                      </a:pPr>
                      <a:r>
                        <a:rPr lang="zh-CN" sz="1600" b="1" dirty="0">
                          <a:effectLst/>
                          <a:latin typeface="微软雅黑" panose="020B0503020204020204" pitchFamily="34" charset="-122"/>
                          <a:ea typeface="微软雅黑" panose="020B0503020204020204" pitchFamily="34" charset="-122"/>
                        </a:rPr>
                        <a:t>环回地址</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00…1</a:t>
                      </a:r>
                      <a:r>
                        <a:rPr lang="zh-CN" sz="1600" b="1" dirty="0">
                          <a:effectLst/>
                          <a:latin typeface="微软雅黑" panose="020B0503020204020204" pitchFamily="34" charset="-122"/>
                          <a:ea typeface="微软雅黑" panose="020B0503020204020204" pitchFamily="34" charset="-122"/>
                        </a:rPr>
                        <a:t>（</a:t>
                      </a:r>
                      <a:r>
                        <a:rPr lang="en-US" sz="1600" b="1" dirty="0">
                          <a:effectLst/>
                          <a:latin typeface="微软雅黑" panose="020B0503020204020204" pitchFamily="34" charset="-122"/>
                          <a:ea typeface="微软雅黑" panose="020B0503020204020204" pitchFamily="34" charset="-122"/>
                        </a:rPr>
                        <a:t>128</a:t>
                      </a:r>
                      <a:r>
                        <a:rPr lang="zh-CN" sz="1600" b="1" dirty="0">
                          <a:effectLst/>
                          <a:latin typeface="微软雅黑" panose="020B0503020204020204" pitchFamily="34" charset="-122"/>
                          <a:ea typeface="微软雅黑" panose="020B0503020204020204" pitchFamily="34" charset="-122"/>
                        </a:rPr>
                        <a:t>位）</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algn="just">
                        <a:lnSpc>
                          <a:spcPts val="2400"/>
                        </a:lnSpc>
                        <a:spcAft>
                          <a:spcPts val="0"/>
                        </a:spcAft>
                      </a:pPr>
                      <a:r>
                        <a:rPr lang="en-US" sz="1600" b="1" dirty="0">
                          <a:effectLst/>
                          <a:latin typeface="微软雅黑" panose="020B0503020204020204" pitchFamily="34" charset="-122"/>
                          <a:ea typeface="微软雅黑" panose="020B0503020204020204" pitchFamily="34" charset="-122"/>
                        </a:rPr>
                        <a:t>::1/128</a:t>
                      </a:r>
                      <a:endParaRPr lang="zh-CN" sz="1600" b="1" dirty="0">
                        <a:solidFill>
                          <a:schemeClr val="tx1"/>
                        </a:solidFill>
                        <a:effectLst/>
                        <a:latin typeface="微软雅黑" pitchFamily="34" charset="-122"/>
                        <a:ea typeface="微软雅黑" pitchFamily="34" charset="-122"/>
                      </a:endParaRPr>
                    </a:p>
                  </a:txBody>
                  <a:tcPr marL="68580" marR="68580" marT="0" marB="0" anchor="ctr"/>
                </a:tc>
                <a:extLst>
                  <a:ext uri="{0D108BD9-81ED-4DB2-BD59-A6C34878D82A}">
                    <a16:rowId xmlns:a16="http://schemas.microsoft.com/office/drawing/2014/main" val="10004"/>
                  </a:ext>
                </a:extLst>
              </a:tr>
              <a:tr h="396471">
                <a:tc>
                  <a:txBody>
                    <a:bodyPr/>
                    <a:lstStyle/>
                    <a:p>
                      <a:pPr algn="just">
                        <a:lnSpc>
                          <a:spcPts val="2400"/>
                        </a:lnSpc>
                        <a:spcAft>
                          <a:spcPts val="0"/>
                        </a:spcAft>
                      </a:pPr>
                      <a:r>
                        <a:rPr lang="zh-CN" sz="1600" b="1" dirty="0">
                          <a:effectLst/>
                          <a:latin typeface="微软雅黑" panose="020B0503020204020204" pitchFamily="34" charset="-122"/>
                          <a:ea typeface="微软雅黑" panose="020B0503020204020204" pitchFamily="34" charset="-122"/>
                        </a:rPr>
                        <a:t>多播地址</a:t>
                      </a:r>
                      <a:endParaRPr lang="zh-CN" sz="1600" b="1" dirty="0">
                        <a:solidFill>
                          <a:schemeClr val="tx1"/>
                        </a:solidFill>
                        <a:effectLst/>
                        <a:latin typeface="微软雅黑" pitchFamily="34" charset="-122"/>
                        <a:ea typeface="微软雅黑" pitchFamily="34" charset="-122"/>
                      </a:endParaRPr>
                    </a:p>
                  </a:txBody>
                  <a:tcPr marL="68580" marR="68580" marT="0" marB="0" anchor="ctr"/>
                </a:tc>
                <a:tc>
                  <a:txBody>
                    <a:bodyPr/>
                    <a:lstStyle/>
                    <a:p>
                      <a:pPr marL="0" marR="0" indent="0" algn="just" defTabSz="914400" rtl="0" eaLnBrk="1" fontAlgn="auto" latinLnBrk="0" hangingPunct="1">
                        <a:lnSpc>
                          <a:spcPts val="2400"/>
                        </a:lnSpc>
                        <a:spcBef>
                          <a:spcPts val="0"/>
                        </a:spcBef>
                        <a:spcAft>
                          <a:spcPts val="0"/>
                        </a:spcAft>
                        <a:buClrTx/>
                        <a:buSzTx/>
                        <a:buFontTx/>
                        <a:buNone/>
                        <a:tabLst/>
                        <a:defRPr/>
                      </a:pPr>
                      <a:r>
                        <a:rPr lang="en-US" sz="1600" b="1" dirty="0">
                          <a:effectLst/>
                          <a:latin typeface="微软雅黑" panose="020B0503020204020204" pitchFamily="34" charset="-122"/>
                          <a:ea typeface="微软雅黑" panose="020B0503020204020204" pitchFamily="34" charset="-122"/>
                        </a:rPr>
                        <a:t>11111111</a:t>
                      </a:r>
                      <a:endParaRPr lang="zh-CN" altLang="en-US" sz="1600" b="1" kern="1200" dirty="0">
                        <a:solidFill>
                          <a:srgbClr val="C00000"/>
                        </a:solidFill>
                        <a:latin typeface="微软雅黑" pitchFamily="34" charset="-122"/>
                        <a:ea typeface="微软雅黑" pitchFamily="34" charset="-122"/>
                        <a:cs typeface="+mn-cs"/>
                      </a:endParaRPr>
                    </a:p>
                  </a:txBody>
                  <a:tcPr marL="68580" marR="68580" marT="0" marB="0" anchor="ctr"/>
                </a:tc>
                <a:tc>
                  <a:txBody>
                    <a:bodyPr/>
                    <a:lstStyle/>
                    <a:p>
                      <a:pPr marL="0" marR="0" indent="0" algn="just" defTabSz="914400" rtl="0" eaLnBrk="1" fontAlgn="auto" latinLnBrk="0" hangingPunct="1">
                        <a:lnSpc>
                          <a:spcPts val="2400"/>
                        </a:lnSpc>
                        <a:spcBef>
                          <a:spcPts val="0"/>
                        </a:spcBef>
                        <a:spcAft>
                          <a:spcPts val="0"/>
                        </a:spcAft>
                        <a:buClrTx/>
                        <a:buSzTx/>
                        <a:buFontTx/>
                        <a:buNone/>
                        <a:tabLst/>
                        <a:defRPr/>
                      </a:pPr>
                      <a:r>
                        <a:rPr lang="en-US" sz="1600" b="1" dirty="0">
                          <a:effectLst/>
                          <a:latin typeface="微软雅黑" panose="020B0503020204020204" pitchFamily="34" charset="-122"/>
                          <a:ea typeface="微软雅黑" panose="020B0503020204020204" pitchFamily="34" charset="-122"/>
                        </a:rPr>
                        <a:t>ff00::/8</a:t>
                      </a:r>
                      <a:endParaRPr lang="zh-CN" altLang="en-US" sz="1600" b="1" kern="1200" dirty="0">
                        <a:solidFill>
                          <a:srgbClr val="C00000"/>
                        </a:solidFill>
                        <a:latin typeface="微软雅黑" pitchFamily="34" charset="-122"/>
                        <a:ea typeface="微软雅黑" pitchFamily="34" charset="-122"/>
                        <a:cs typeface="+mn-cs"/>
                      </a:endParaRPr>
                    </a:p>
                  </a:txBody>
                  <a:tcPr marL="68580" marR="68580" marT="0" marB="0" anchor="ct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1680941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p:cNvSpPr>
            <a:spLocks noChangeArrowheads="1"/>
          </p:cNvSpPr>
          <p:nvPr/>
        </p:nvSpPr>
        <p:spPr bwMode="auto">
          <a:xfrm>
            <a:off x="545143" y="1002588"/>
            <a:ext cx="8159242" cy="1317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仍支持</a:t>
            </a:r>
            <a:r>
              <a:rPr lang="zh-CN" altLang="en-US" sz="2000" b="1" dirty="0">
                <a:solidFill>
                  <a:srgbClr val="0000FF"/>
                </a:solidFill>
                <a:latin typeface="微软雅黑" pitchFamily="34" charset="-122"/>
                <a:ea typeface="微软雅黑" pitchFamily="34" charset="-122"/>
              </a:rPr>
              <a:t>无连接的传送</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将协议数据单元 </a:t>
            </a:r>
            <a:r>
              <a:rPr lang="en-US" altLang="zh-CN" sz="2000" b="1" dirty="0">
                <a:latin typeface="微软雅黑" pitchFamily="34" charset="-122"/>
                <a:ea typeface="微软雅黑" pitchFamily="34" charset="-122"/>
              </a:rPr>
              <a:t>PDU </a:t>
            </a:r>
            <a:r>
              <a:rPr lang="zh-CN" altLang="en-US" sz="2000" b="1" dirty="0">
                <a:latin typeface="微软雅黑" pitchFamily="34" charset="-122"/>
                <a:ea typeface="微软雅黑" pitchFamily="34" charset="-122"/>
              </a:rPr>
              <a:t>称为</a:t>
            </a:r>
            <a:r>
              <a:rPr lang="zh-CN" altLang="en-US" sz="2000" b="1" dirty="0">
                <a:solidFill>
                  <a:srgbClr val="0000FF"/>
                </a:solidFill>
                <a:latin typeface="微软雅黑" pitchFamily="34" charset="-122"/>
                <a:ea typeface="微软雅黑" pitchFamily="34" charset="-122"/>
              </a:rPr>
              <a:t>分组 </a:t>
            </a:r>
            <a:r>
              <a:rPr lang="en-US" altLang="zh-CN" sz="2000" b="1" dirty="0">
                <a:latin typeface="微软雅黑" pitchFamily="34" charset="-122"/>
                <a:ea typeface="微软雅黑" pitchFamily="34" charset="-122"/>
              </a:rPr>
              <a:t>(packet)</a:t>
            </a:r>
            <a:r>
              <a:rPr lang="zh-CN" altLang="en-US" sz="2000" b="1" dirty="0">
                <a:latin typeface="微软雅黑" pitchFamily="34" charset="-122"/>
                <a:ea typeface="微软雅黑" pitchFamily="34" charset="-122"/>
              </a:rPr>
              <a:t> 。</a:t>
            </a:r>
          </a:p>
          <a:p>
            <a:pPr marL="285750" indent="-285750">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IPv6</a:t>
            </a:r>
            <a:r>
              <a:rPr lang="zh-CN" altLang="en-US" sz="2000" b="1" dirty="0">
                <a:solidFill>
                  <a:srgbClr val="C00000"/>
                </a:solidFill>
                <a:latin typeface="微软雅黑" pitchFamily="34" charset="-122"/>
                <a:ea typeface="微软雅黑" pitchFamily="34" charset="-122"/>
              </a:rPr>
              <a:t>在首部上的最大的变化就是使用固定长度的基本首部。</a:t>
            </a:r>
            <a:endParaRPr lang="zh-CN" altLang="en-US" sz="2000" b="1" dirty="0">
              <a:latin typeface="微软雅黑" pitchFamily="34" charset="-122"/>
              <a:ea typeface="微软雅黑" pitchFamily="34" charset="-122"/>
            </a:endParaRPr>
          </a:p>
        </p:txBody>
      </p:sp>
      <p:sp>
        <p:nvSpPr>
          <p:cNvPr id="5" name="AutoShape 5"/>
          <p:cNvSpPr>
            <a:spLocks noChangeArrowheads="1"/>
          </p:cNvSpPr>
          <p:nvPr/>
        </p:nvSpPr>
        <p:spPr bwMode="auto">
          <a:xfrm>
            <a:off x="545144" y="611161"/>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65444" y="579090"/>
            <a:ext cx="341311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4.5.2  IPv6 </a:t>
            </a:r>
            <a:r>
              <a:rPr lang="zh-CN" altLang="en-US" sz="2400" b="1" dirty="0">
                <a:solidFill>
                  <a:schemeClr val="bg1"/>
                </a:solidFill>
                <a:latin typeface="微软雅黑" pitchFamily="34" charset="-122"/>
                <a:ea typeface="微软雅黑" pitchFamily="34" charset="-122"/>
              </a:rPr>
              <a:t>的基本首部</a:t>
            </a:r>
          </a:p>
        </p:txBody>
      </p:sp>
      <p:sp>
        <p:nvSpPr>
          <p:cNvPr id="2" name="圆角矩形 35">
            <a:extLst>
              <a:ext uri="{FF2B5EF4-FFF2-40B4-BE49-F238E27FC236}">
                <a16:creationId xmlns:a16="http://schemas.microsoft.com/office/drawing/2014/main" id="{55E413DB-815E-FFB1-F1DB-3788682FEDEE}"/>
              </a:ext>
            </a:extLst>
          </p:cNvPr>
          <p:cNvSpPr/>
          <p:nvPr/>
        </p:nvSpPr>
        <p:spPr>
          <a:xfrm>
            <a:off x="934719" y="2674032"/>
            <a:ext cx="7000241" cy="1929758"/>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Rectangle 2">
            <a:extLst>
              <a:ext uri="{FF2B5EF4-FFF2-40B4-BE49-F238E27FC236}">
                <a16:creationId xmlns:a16="http://schemas.microsoft.com/office/drawing/2014/main" id="{1251B7D9-2F21-DD92-3F3B-88839593E51D}"/>
              </a:ext>
            </a:extLst>
          </p:cNvPr>
          <p:cNvSpPr>
            <a:spLocks noChangeArrowheads="1"/>
          </p:cNvSpPr>
          <p:nvPr/>
        </p:nvSpPr>
        <p:spPr bwMode="auto">
          <a:xfrm>
            <a:off x="2725001" y="3081124"/>
            <a:ext cx="4548321" cy="373441"/>
          </a:xfrm>
          <a:prstGeom prst="rect">
            <a:avLst/>
          </a:prstGeom>
          <a:solidFill>
            <a:srgbClr val="0000FF"/>
          </a:solidFill>
          <a:ln w="19050">
            <a:solidFill>
              <a:schemeClr val="tx1"/>
            </a:solidFill>
            <a:miter lim="800000"/>
            <a:headEnd/>
            <a:tailEnd/>
          </a:ln>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8" name="Rectangle 30">
            <a:extLst>
              <a:ext uri="{FF2B5EF4-FFF2-40B4-BE49-F238E27FC236}">
                <a16:creationId xmlns:a16="http://schemas.microsoft.com/office/drawing/2014/main" id="{D86898E7-3AF8-CE2F-47CA-C9EE7FC21DB6}"/>
              </a:ext>
            </a:extLst>
          </p:cNvPr>
          <p:cNvSpPr>
            <a:spLocks noChangeArrowheads="1"/>
          </p:cNvSpPr>
          <p:nvPr/>
        </p:nvSpPr>
        <p:spPr bwMode="auto">
          <a:xfrm>
            <a:off x="3541048" y="3833482"/>
            <a:ext cx="3732273" cy="372323"/>
          </a:xfrm>
          <a:prstGeom prst="rect">
            <a:avLst/>
          </a:prstGeom>
          <a:solidFill>
            <a:srgbClr val="00FFFF"/>
          </a:solidFill>
          <a:ln w="19050">
            <a:solidFill>
              <a:schemeClr val="tx1"/>
            </a:solidFill>
            <a:miter lim="800000"/>
            <a:headEnd/>
            <a:tailEnd/>
          </a:ln>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9" name="Line 3">
            <a:extLst>
              <a:ext uri="{FF2B5EF4-FFF2-40B4-BE49-F238E27FC236}">
                <a16:creationId xmlns:a16="http://schemas.microsoft.com/office/drawing/2014/main" id="{E8A1416A-25BC-E16A-C1C7-91A3F672D03A}"/>
              </a:ext>
            </a:extLst>
          </p:cNvPr>
          <p:cNvSpPr>
            <a:spLocks noChangeShapeType="1"/>
          </p:cNvSpPr>
          <p:nvPr/>
        </p:nvSpPr>
        <p:spPr bwMode="auto">
          <a:xfrm>
            <a:off x="3537334" y="383907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10" name="Line 4">
            <a:extLst>
              <a:ext uri="{FF2B5EF4-FFF2-40B4-BE49-F238E27FC236}">
                <a16:creationId xmlns:a16="http://schemas.microsoft.com/office/drawing/2014/main" id="{CB300DF9-05AF-EC3B-8458-2EB5D39129F1}"/>
              </a:ext>
            </a:extLst>
          </p:cNvPr>
          <p:cNvSpPr>
            <a:spLocks noChangeShapeType="1"/>
          </p:cNvSpPr>
          <p:nvPr/>
        </p:nvSpPr>
        <p:spPr bwMode="auto">
          <a:xfrm>
            <a:off x="4072284" y="383907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11" name="Line 5">
            <a:extLst>
              <a:ext uri="{FF2B5EF4-FFF2-40B4-BE49-F238E27FC236}">
                <a16:creationId xmlns:a16="http://schemas.microsoft.com/office/drawing/2014/main" id="{AE79A653-A209-76F4-31C2-94F2BE2FBB37}"/>
              </a:ext>
            </a:extLst>
          </p:cNvPr>
          <p:cNvSpPr>
            <a:spLocks noChangeShapeType="1"/>
          </p:cNvSpPr>
          <p:nvPr/>
        </p:nvSpPr>
        <p:spPr bwMode="auto">
          <a:xfrm>
            <a:off x="4410343" y="383907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12" name="Line 6">
            <a:extLst>
              <a:ext uri="{FF2B5EF4-FFF2-40B4-BE49-F238E27FC236}">
                <a16:creationId xmlns:a16="http://schemas.microsoft.com/office/drawing/2014/main" id="{E62729DD-F551-7D90-1402-C87BD3C3BDF5}"/>
              </a:ext>
            </a:extLst>
          </p:cNvPr>
          <p:cNvSpPr>
            <a:spLocks noChangeShapeType="1"/>
          </p:cNvSpPr>
          <p:nvPr/>
        </p:nvSpPr>
        <p:spPr bwMode="auto">
          <a:xfrm>
            <a:off x="4971299" y="383907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13" name="Text Box 15">
            <a:extLst>
              <a:ext uri="{FF2B5EF4-FFF2-40B4-BE49-F238E27FC236}">
                <a16:creationId xmlns:a16="http://schemas.microsoft.com/office/drawing/2014/main" id="{C96B9E3E-2D86-1B1F-7DB4-BF4534743937}"/>
              </a:ext>
            </a:extLst>
          </p:cNvPr>
          <p:cNvSpPr txBox="1">
            <a:spLocks noChangeArrowheads="1"/>
          </p:cNvSpPr>
          <p:nvPr/>
        </p:nvSpPr>
        <p:spPr bwMode="auto">
          <a:xfrm>
            <a:off x="2636456" y="3134511"/>
            <a:ext cx="9998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zh-CN" altLang="en-US" sz="1400" b="1" dirty="0">
                <a:solidFill>
                  <a:schemeClr val="bg1"/>
                </a:solidFill>
                <a:latin typeface="微软雅黑" pitchFamily="34" charset="-122"/>
                <a:ea typeface="微软雅黑" pitchFamily="34" charset="-122"/>
              </a:rPr>
              <a:t>基本首部</a:t>
            </a:r>
          </a:p>
        </p:txBody>
      </p:sp>
      <p:sp>
        <p:nvSpPr>
          <p:cNvPr id="14" name="Text Box 16">
            <a:extLst>
              <a:ext uri="{FF2B5EF4-FFF2-40B4-BE49-F238E27FC236}">
                <a16:creationId xmlns:a16="http://schemas.microsoft.com/office/drawing/2014/main" id="{00609F0A-8495-F315-56DB-56F54174D392}"/>
              </a:ext>
            </a:extLst>
          </p:cNvPr>
          <p:cNvSpPr txBox="1">
            <a:spLocks noChangeArrowheads="1"/>
          </p:cNvSpPr>
          <p:nvPr/>
        </p:nvSpPr>
        <p:spPr bwMode="auto">
          <a:xfrm>
            <a:off x="3499559" y="3830433"/>
            <a:ext cx="659018"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en-US" altLang="zh-CN" sz="1100" b="1" dirty="0">
                <a:latin typeface="微软雅黑" pitchFamily="34" charset="-122"/>
                <a:ea typeface="微软雅黑" pitchFamily="34" charset="-122"/>
              </a:rPr>
              <a:t> </a:t>
            </a:r>
            <a:r>
              <a:rPr lang="zh-CN" altLang="en-US" sz="1100" b="1" dirty="0">
                <a:latin typeface="微软雅黑" pitchFamily="34" charset="-122"/>
                <a:ea typeface="微软雅黑" pitchFamily="34" charset="-122"/>
              </a:rPr>
              <a:t>扩展</a:t>
            </a:r>
          </a:p>
          <a:p>
            <a:pPr algn="ctr" eaLnBrk="1" hangingPunct="1">
              <a:lnSpc>
                <a:spcPct val="90000"/>
              </a:lnSpc>
            </a:pPr>
            <a:r>
              <a:rPr lang="zh-CN" altLang="en-US" sz="1100" b="1" dirty="0">
                <a:latin typeface="微软雅黑" pitchFamily="34" charset="-122"/>
                <a:ea typeface="微软雅黑" pitchFamily="34" charset="-122"/>
              </a:rPr>
              <a:t>首部 </a:t>
            </a:r>
            <a:r>
              <a:rPr lang="en-US" altLang="zh-CN" sz="1100" b="1" dirty="0">
                <a:latin typeface="微软雅黑" pitchFamily="34" charset="-122"/>
                <a:ea typeface="微软雅黑" pitchFamily="34" charset="-122"/>
              </a:rPr>
              <a:t>1</a:t>
            </a:r>
          </a:p>
        </p:txBody>
      </p:sp>
      <p:sp>
        <p:nvSpPr>
          <p:cNvPr id="15" name="Text Box 17">
            <a:extLst>
              <a:ext uri="{FF2B5EF4-FFF2-40B4-BE49-F238E27FC236}">
                <a16:creationId xmlns:a16="http://schemas.microsoft.com/office/drawing/2014/main" id="{BA3FBEDA-D9ED-6F83-7D73-C3D88C3628F8}"/>
              </a:ext>
            </a:extLst>
          </p:cNvPr>
          <p:cNvSpPr txBox="1">
            <a:spLocks noChangeArrowheads="1"/>
          </p:cNvSpPr>
          <p:nvPr/>
        </p:nvSpPr>
        <p:spPr bwMode="auto">
          <a:xfrm>
            <a:off x="4340305" y="3821488"/>
            <a:ext cx="696301"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en-US" altLang="zh-CN" sz="1100" b="1" dirty="0">
                <a:latin typeface="微软雅黑" pitchFamily="34" charset="-122"/>
                <a:ea typeface="微软雅黑" pitchFamily="34" charset="-122"/>
              </a:rPr>
              <a:t> </a:t>
            </a:r>
            <a:r>
              <a:rPr lang="zh-CN" altLang="en-US" sz="1100" b="1" dirty="0">
                <a:latin typeface="微软雅黑" pitchFamily="34" charset="-122"/>
                <a:ea typeface="微软雅黑" pitchFamily="34" charset="-122"/>
              </a:rPr>
              <a:t>扩展</a:t>
            </a:r>
          </a:p>
          <a:p>
            <a:pPr algn="ctr" eaLnBrk="1" hangingPunct="1">
              <a:lnSpc>
                <a:spcPct val="90000"/>
              </a:lnSpc>
            </a:pPr>
            <a:r>
              <a:rPr lang="zh-CN" altLang="en-US" sz="1100" b="1" dirty="0">
                <a:latin typeface="微软雅黑" pitchFamily="34" charset="-122"/>
                <a:ea typeface="微软雅黑" pitchFamily="34" charset="-122"/>
              </a:rPr>
              <a:t>首部 </a:t>
            </a:r>
            <a:r>
              <a:rPr lang="en-US" altLang="zh-CN" sz="1100" b="1" dirty="0">
                <a:latin typeface="微软雅黑" pitchFamily="34" charset="-122"/>
                <a:ea typeface="微软雅黑" pitchFamily="34" charset="-122"/>
              </a:rPr>
              <a:t>N</a:t>
            </a:r>
          </a:p>
        </p:txBody>
      </p:sp>
      <p:sp>
        <p:nvSpPr>
          <p:cNvPr id="16" name="Text Box 18">
            <a:extLst>
              <a:ext uri="{FF2B5EF4-FFF2-40B4-BE49-F238E27FC236}">
                <a16:creationId xmlns:a16="http://schemas.microsoft.com/office/drawing/2014/main" id="{77C7EF8D-3F1D-F6A0-041F-7A5A70A0B1D7}"/>
              </a:ext>
            </a:extLst>
          </p:cNvPr>
          <p:cNvSpPr txBox="1">
            <a:spLocks noChangeArrowheads="1"/>
          </p:cNvSpPr>
          <p:nvPr/>
        </p:nvSpPr>
        <p:spPr bwMode="auto">
          <a:xfrm>
            <a:off x="4033335" y="3858539"/>
            <a:ext cx="40159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100" b="1" dirty="0">
                <a:solidFill>
                  <a:srgbClr val="000099"/>
                </a:solidFill>
                <a:latin typeface="微软雅黑" pitchFamily="34" charset="-122"/>
                <a:ea typeface="微软雅黑" pitchFamily="34" charset="-122"/>
              </a:rPr>
              <a:t> …</a:t>
            </a:r>
          </a:p>
        </p:txBody>
      </p:sp>
      <p:sp>
        <p:nvSpPr>
          <p:cNvPr id="17" name="Text Box 19">
            <a:extLst>
              <a:ext uri="{FF2B5EF4-FFF2-40B4-BE49-F238E27FC236}">
                <a16:creationId xmlns:a16="http://schemas.microsoft.com/office/drawing/2014/main" id="{6B0308B2-797A-8DB2-DEFF-9C09C1633307}"/>
              </a:ext>
            </a:extLst>
          </p:cNvPr>
          <p:cNvSpPr txBox="1">
            <a:spLocks noChangeArrowheads="1"/>
          </p:cNvSpPr>
          <p:nvPr/>
        </p:nvSpPr>
        <p:spPr bwMode="auto">
          <a:xfrm>
            <a:off x="5462456" y="3901840"/>
            <a:ext cx="138337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latin typeface="微软雅黑" pitchFamily="34" charset="-122"/>
                <a:ea typeface="微软雅黑" pitchFamily="34" charset="-122"/>
              </a:rPr>
              <a:t>数    据    部    分</a:t>
            </a:r>
          </a:p>
        </p:txBody>
      </p:sp>
      <p:sp>
        <p:nvSpPr>
          <p:cNvPr id="18" name="Line 22">
            <a:extLst>
              <a:ext uri="{FF2B5EF4-FFF2-40B4-BE49-F238E27FC236}">
                <a16:creationId xmlns:a16="http://schemas.microsoft.com/office/drawing/2014/main" id="{3E847125-679F-FC4C-2748-9BA6BEC21BEE}"/>
              </a:ext>
            </a:extLst>
          </p:cNvPr>
          <p:cNvSpPr>
            <a:spLocks noChangeShapeType="1"/>
          </p:cNvSpPr>
          <p:nvPr/>
        </p:nvSpPr>
        <p:spPr bwMode="auto">
          <a:xfrm>
            <a:off x="3511329" y="4341093"/>
            <a:ext cx="1459971"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19" name="Text Box 23">
            <a:extLst>
              <a:ext uri="{FF2B5EF4-FFF2-40B4-BE49-F238E27FC236}">
                <a16:creationId xmlns:a16="http://schemas.microsoft.com/office/drawing/2014/main" id="{C046CC9D-5727-0AED-86F6-14BB115D99A1}"/>
              </a:ext>
            </a:extLst>
          </p:cNvPr>
          <p:cNvSpPr txBox="1">
            <a:spLocks noChangeArrowheads="1"/>
          </p:cNvSpPr>
          <p:nvPr/>
        </p:nvSpPr>
        <p:spPr bwMode="auto">
          <a:xfrm>
            <a:off x="4012845" y="4222577"/>
            <a:ext cx="516988"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solidFill>
                  <a:srgbClr val="0000FF"/>
                </a:solidFill>
                <a:latin typeface="微软雅黑" pitchFamily="34" charset="-122"/>
                <a:ea typeface="微软雅黑" pitchFamily="34" charset="-122"/>
              </a:rPr>
              <a:t>选项</a:t>
            </a:r>
          </a:p>
        </p:txBody>
      </p:sp>
      <p:grpSp>
        <p:nvGrpSpPr>
          <p:cNvPr id="20" name="组合 26">
            <a:extLst>
              <a:ext uri="{FF2B5EF4-FFF2-40B4-BE49-F238E27FC236}">
                <a16:creationId xmlns:a16="http://schemas.microsoft.com/office/drawing/2014/main" id="{8BEC20A1-7B5F-C987-57D2-230311E58041}"/>
              </a:ext>
            </a:extLst>
          </p:cNvPr>
          <p:cNvGrpSpPr>
            <a:grpSpLocks/>
          </p:cNvGrpSpPr>
          <p:nvPr/>
        </p:nvGrpSpPr>
        <p:grpSpPr bwMode="auto">
          <a:xfrm>
            <a:off x="2725001" y="2856615"/>
            <a:ext cx="4549559" cy="191192"/>
            <a:chOff x="1331640" y="1700808"/>
            <a:chExt cx="5832648" cy="344488"/>
          </a:xfrm>
        </p:grpSpPr>
        <p:sp>
          <p:nvSpPr>
            <p:cNvPr id="33" name="Line 25">
              <a:extLst>
                <a:ext uri="{FF2B5EF4-FFF2-40B4-BE49-F238E27FC236}">
                  <a16:creationId xmlns:a16="http://schemas.microsoft.com/office/drawing/2014/main" id="{84156EDE-D77F-284B-9E6B-DFEAC05A0A25}"/>
                </a:ext>
              </a:extLst>
            </p:cNvPr>
            <p:cNvSpPr>
              <a:spLocks noChangeShapeType="1"/>
            </p:cNvSpPr>
            <p:nvPr/>
          </p:nvSpPr>
          <p:spPr bwMode="auto">
            <a:xfrm>
              <a:off x="1331640" y="1700808"/>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4" name="Line 26">
              <a:extLst>
                <a:ext uri="{FF2B5EF4-FFF2-40B4-BE49-F238E27FC236}">
                  <a16:creationId xmlns:a16="http://schemas.microsoft.com/office/drawing/2014/main" id="{9D4E681A-D720-5E92-12BB-0AAEC74A5BA2}"/>
                </a:ext>
              </a:extLst>
            </p:cNvPr>
            <p:cNvSpPr>
              <a:spLocks noChangeShapeType="1"/>
            </p:cNvSpPr>
            <p:nvPr/>
          </p:nvSpPr>
          <p:spPr bwMode="auto">
            <a:xfrm>
              <a:off x="7164288" y="1707158"/>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grpSp>
      <p:sp>
        <p:nvSpPr>
          <p:cNvPr id="21" name="Line 27">
            <a:extLst>
              <a:ext uri="{FF2B5EF4-FFF2-40B4-BE49-F238E27FC236}">
                <a16:creationId xmlns:a16="http://schemas.microsoft.com/office/drawing/2014/main" id="{9EAAD1A4-D9BD-8C42-41D1-F3CA10158B53}"/>
              </a:ext>
            </a:extLst>
          </p:cNvPr>
          <p:cNvSpPr>
            <a:spLocks noChangeShapeType="1"/>
          </p:cNvSpPr>
          <p:nvPr/>
        </p:nvSpPr>
        <p:spPr bwMode="auto">
          <a:xfrm flipV="1">
            <a:off x="2725001" y="2949415"/>
            <a:ext cx="4540890"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22" name="Text Box 28">
            <a:extLst>
              <a:ext uri="{FF2B5EF4-FFF2-40B4-BE49-F238E27FC236}">
                <a16:creationId xmlns:a16="http://schemas.microsoft.com/office/drawing/2014/main" id="{BB4E5E96-165E-8123-6887-1BB4C23E1EDD}"/>
              </a:ext>
            </a:extLst>
          </p:cNvPr>
          <p:cNvSpPr txBox="1">
            <a:spLocks noChangeArrowheads="1"/>
          </p:cNvSpPr>
          <p:nvPr/>
        </p:nvSpPr>
        <p:spPr bwMode="auto">
          <a:xfrm>
            <a:off x="4487119" y="2803205"/>
            <a:ext cx="1062029"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100" b="1" dirty="0">
                <a:solidFill>
                  <a:srgbClr val="0000FF"/>
                </a:solidFill>
                <a:latin typeface="微软雅黑" pitchFamily="34" charset="-122"/>
                <a:ea typeface="微软雅黑" pitchFamily="34" charset="-122"/>
              </a:rPr>
              <a:t>IPv6 </a:t>
            </a:r>
            <a:r>
              <a:rPr lang="zh-CN" altLang="en-US" sz="1100" b="1" dirty="0">
                <a:solidFill>
                  <a:srgbClr val="0000FF"/>
                </a:solidFill>
                <a:latin typeface="微软雅黑" pitchFamily="34" charset="-122"/>
                <a:ea typeface="微软雅黑" pitchFamily="34" charset="-122"/>
              </a:rPr>
              <a:t>数据报</a:t>
            </a:r>
          </a:p>
        </p:txBody>
      </p:sp>
      <p:cxnSp>
        <p:nvCxnSpPr>
          <p:cNvPr id="23" name="直接连接符 32">
            <a:extLst>
              <a:ext uri="{FF2B5EF4-FFF2-40B4-BE49-F238E27FC236}">
                <a16:creationId xmlns:a16="http://schemas.microsoft.com/office/drawing/2014/main" id="{F55D3276-3ED8-E66F-7E5D-1930AB752043}"/>
              </a:ext>
            </a:extLst>
          </p:cNvPr>
          <p:cNvCxnSpPr>
            <a:cxnSpLocks noChangeShapeType="1"/>
          </p:cNvCxnSpPr>
          <p:nvPr/>
        </p:nvCxnSpPr>
        <p:spPr bwMode="auto">
          <a:xfrm>
            <a:off x="3545017" y="3479389"/>
            <a:ext cx="0" cy="422451"/>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24" name="直接连接符 34">
            <a:extLst>
              <a:ext uri="{FF2B5EF4-FFF2-40B4-BE49-F238E27FC236}">
                <a16:creationId xmlns:a16="http://schemas.microsoft.com/office/drawing/2014/main" id="{ED91B4D6-1E73-0299-126B-A9EAA5E51B47}"/>
              </a:ext>
            </a:extLst>
          </p:cNvPr>
          <p:cNvCxnSpPr>
            <a:cxnSpLocks noChangeShapeType="1"/>
          </p:cNvCxnSpPr>
          <p:nvPr/>
        </p:nvCxnSpPr>
        <p:spPr bwMode="auto">
          <a:xfrm>
            <a:off x="7273321" y="3479389"/>
            <a:ext cx="0" cy="422451"/>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5" name="Text Box 23">
            <a:extLst>
              <a:ext uri="{FF2B5EF4-FFF2-40B4-BE49-F238E27FC236}">
                <a16:creationId xmlns:a16="http://schemas.microsoft.com/office/drawing/2014/main" id="{61756F3C-2632-7E04-CB77-8B849DD7604E}"/>
              </a:ext>
            </a:extLst>
          </p:cNvPr>
          <p:cNvSpPr txBox="1">
            <a:spLocks noChangeArrowheads="1"/>
          </p:cNvSpPr>
          <p:nvPr/>
        </p:nvSpPr>
        <p:spPr bwMode="auto">
          <a:xfrm>
            <a:off x="2771341" y="3470444"/>
            <a:ext cx="728084"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200" b="1" dirty="0">
                <a:solidFill>
                  <a:srgbClr val="CC0099"/>
                </a:solidFill>
                <a:latin typeface="微软雅黑" pitchFamily="34" charset="-122"/>
                <a:ea typeface="微软雅黑" pitchFamily="34" charset="-122"/>
              </a:rPr>
              <a:t>40 </a:t>
            </a:r>
            <a:r>
              <a:rPr lang="zh-CN" altLang="en-US" sz="1200" b="1" dirty="0">
                <a:solidFill>
                  <a:srgbClr val="CC0099"/>
                </a:solidFill>
                <a:latin typeface="微软雅黑" pitchFamily="34" charset="-122"/>
                <a:ea typeface="微软雅黑" pitchFamily="34" charset="-122"/>
              </a:rPr>
              <a:t>字节</a:t>
            </a:r>
          </a:p>
        </p:txBody>
      </p:sp>
      <p:sp>
        <p:nvSpPr>
          <p:cNvPr id="26" name="Line 27">
            <a:extLst>
              <a:ext uri="{FF2B5EF4-FFF2-40B4-BE49-F238E27FC236}">
                <a16:creationId xmlns:a16="http://schemas.microsoft.com/office/drawing/2014/main" id="{95674D02-56F4-67C3-7CA3-258807EB9252}"/>
              </a:ext>
            </a:extLst>
          </p:cNvPr>
          <p:cNvSpPr>
            <a:spLocks noChangeShapeType="1"/>
          </p:cNvSpPr>
          <p:nvPr/>
        </p:nvSpPr>
        <p:spPr bwMode="auto">
          <a:xfrm>
            <a:off x="3539810" y="3613559"/>
            <a:ext cx="3734750" cy="3355"/>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27" name="Text Box 23">
            <a:extLst>
              <a:ext uri="{FF2B5EF4-FFF2-40B4-BE49-F238E27FC236}">
                <a16:creationId xmlns:a16="http://schemas.microsoft.com/office/drawing/2014/main" id="{C889E120-FA43-1E2F-A4EE-907C2CBA51B7}"/>
              </a:ext>
            </a:extLst>
          </p:cNvPr>
          <p:cNvSpPr txBox="1">
            <a:spLocks noChangeArrowheads="1"/>
          </p:cNvSpPr>
          <p:nvPr/>
        </p:nvSpPr>
        <p:spPr bwMode="auto">
          <a:xfrm>
            <a:off x="4593614" y="3484980"/>
            <a:ext cx="1557357"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a:solidFill>
                  <a:srgbClr val="0000FF"/>
                </a:solidFill>
                <a:latin typeface="微软雅黑" pitchFamily="34" charset="-122"/>
                <a:ea typeface="微软雅黑" pitchFamily="34" charset="-122"/>
              </a:rPr>
              <a:t>不超过 </a:t>
            </a:r>
            <a:r>
              <a:rPr lang="en-US" altLang="zh-CN" sz="1100" b="1">
                <a:solidFill>
                  <a:srgbClr val="0000FF"/>
                </a:solidFill>
                <a:latin typeface="微软雅黑" pitchFamily="34" charset="-122"/>
                <a:ea typeface="微软雅黑" pitchFamily="34" charset="-122"/>
              </a:rPr>
              <a:t>65535 </a:t>
            </a:r>
            <a:r>
              <a:rPr lang="zh-CN" altLang="en-US" sz="1100" b="1">
                <a:solidFill>
                  <a:srgbClr val="0000FF"/>
                </a:solidFill>
                <a:latin typeface="微软雅黑" pitchFamily="34" charset="-122"/>
                <a:ea typeface="微软雅黑" pitchFamily="34" charset="-122"/>
              </a:rPr>
              <a:t>字节</a:t>
            </a:r>
          </a:p>
        </p:txBody>
      </p:sp>
      <p:sp>
        <p:nvSpPr>
          <p:cNvPr id="28" name="右箭头 28">
            <a:extLst>
              <a:ext uri="{FF2B5EF4-FFF2-40B4-BE49-F238E27FC236}">
                <a16:creationId xmlns:a16="http://schemas.microsoft.com/office/drawing/2014/main" id="{C1D346EA-E880-09C5-0CA5-890BC5B3E308}"/>
              </a:ext>
            </a:extLst>
          </p:cNvPr>
          <p:cNvSpPr>
            <a:spLocks noChangeArrowheads="1"/>
          </p:cNvSpPr>
          <p:nvPr/>
        </p:nvSpPr>
        <p:spPr bwMode="auto">
          <a:xfrm rot="10800000">
            <a:off x="2162806" y="3191587"/>
            <a:ext cx="562194" cy="143115"/>
          </a:xfrm>
          <a:prstGeom prst="rightArrow">
            <a:avLst>
              <a:gd name="adj1" fmla="val 50000"/>
              <a:gd name="adj2" fmla="val 162073"/>
            </a:avLst>
          </a:prstGeom>
          <a:solidFill>
            <a:srgbClr val="FF00FF"/>
          </a:solidFill>
          <a:ln w="9525" algn="ctr">
            <a:solidFill>
              <a:schemeClr val="tx1"/>
            </a:solidFill>
            <a:round/>
            <a:headEnd/>
            <a:tailEnd/>
          </a:ln>
        </p:spPr>
        <p:txBody>
          <a:bodyPr/>
          <a:lstStyle/>
          <a:p>
            <a:endParaRPr lang="zh-CN" altLang="en-US" sz="1100" b="1">
              <a:solidFill>
                <a:srgbClr val="000099"/>
              </a:solidFill>
              <a:latin typeface="微软雅黑" pitchFamily="34" charset="-122"/>
              <a:ea typeface="微软雅黑" pitchFamily="34" charset="-122"/>
            </a:endParaRPr>
          </a:p>
        </p:txBody>
      </p:sp>
      <p:sp>
        <p:nvSpPr>
          <p:cNvPr id="29" name="Text Box 23">
            <a:extLst>
              <a:ext uri="{FF2B5EF4-FFF2-40B4-BE49-F238E27FC236}">
                <a16:creationId xmlns:a16="http://schemas.microsoft.com/office/drawing/2014/main" id="{E5691CE7-BE71-F64D-2B36-68C63CFEF85F}"/>
              </a:ext>
            </a:extLst>
          </p:cNvPr>
          <p:cNvSpPr txBox="1">
            <a:spLocks noChangeArrowheads="1"/>
          </p:cNvSpPr>
          <p:nvPr/>
        </p:nvSpPr>
        <p:spPr bwMode="auto">
          <a:xfrm>
            <a:off x="1688153" y="3410292"/>
            <a:ext cx="82945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solidFill>
                  <a:srgbClr val="0000FF"/>
                </a:solidFill>
                <a:latin typeface="微软雅黑" pitchFamily="34" charset="-122"/>
                <a:ea typeface="微软雅黑" pitchFamily="34" charset="-122"/>
              </a:rPr>
              <a:t>发送在前</a:t>
            </a:r>
          </a:p>
        </p:txBody>
      </p:sp>
      <p:sp>
        <p:nvSpPr>
          <p:cNvPr id="30" name="Line 3">
            <a:extLst>
              <a:ext uri="{FF2B5EF4-FFF2-40B4-BE49-F238E27FC236}">
                <a16:creationId xmlns:a16="http://schemas.microsoft.com/office/drawing/2014/main" id="{98C6A777-1F38-5A5F-DD36-A5B43C0D1415}"/>
              </a:ext>
            </a:extLst>
          </p:cNvPr>
          <p:cNvSpPr>
            <a:spLocks noChangeShapeType="1"/>
          </p:cNvSpPr>
          <p:nvPr/>
        </p:nvSpPr>
        <p:spPr bwMode="auto">
          <a:xfrm>
            <a:off x="3537334" y="3079114"/>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1" name="矩形 30">
            <a:extLst>
              <a:ext uri="{FF2B5EF4-FFF2-40B4-BE49-F238E27FC236}">
                <a16:creationId xmlns:a16="http://schemas.microsoft.com/office/drawing/2014/main" id="{C21285C3-C512-B244-CC57-618929693439}"/>
              </a:ext>
            </a:extLst>
          </p:cNvPr>
          <p:cNvSpPr/>
          <p:nvPr/>
        </p:nvSpPr>
        <p:spPr bwMode="auto">
          <a:xfrm>
            <a:off x="3543525" y="3090295"/>
            <a:ext cx="3722367" cy="362260"/>
          </a:xfrm>
          <a:prstGeom prst="rect">
            <a:avLst/>
          </a:prstGeom>
          <a:solidFill>
            <a:srgbClr val="99FFCC"/>
          </a:solidFill>
          <a:ln w="9525" cap="flat" cmpd="sng" algn="ctr">
            <a:noFill/>
            <a:prstDash val="solid"/>
            <a:round/>
            <a:headEnd type="none" w="med" len="med"/>
            <a:tailEnd type="none" w="med" len="med"/>
          </a:ln>
          <a:effectLst/>
        </p:spPr>
        <p:txBody>
          <a:bodyPr/>
          <a:lstStyle/>
          <a:p>
            <a:pPr>
              <a:defRPr/>
            </a:pPr>
            <a:endParaRPr lang="zh-CN" altLang="en-US" sz="1100" b="1">
              <a:solidFill>
                <a:srgbClr val="000099"/>
              </a:solidFill>
              <a:latin typeface="微软雅黑" pitchFamily="34" charset="-122"/>
              <a:ea typeface="微软雅黑" pitchFamily="34" charset="-122"/>
            </a:endParaRPr>
          </a:p>
        </p:txBody>
      </p:sp>
      <p:sp>
        <p:nvSpPr>
          <p:cNvPr id="32" name="Text Box 33">
            <a:extLst>
              <a:ext uri="{FF2B5EF4-FFF2-40B4-BE49-F238E27FC236}">
                <a16:creationId xmlns:a16="http://schemas.microsoft.com/office/drawing/2014/main" id="{DE2F4227-C8AB-291B-6F3E-8CCDEDEFFCF9}"/>
              </a:ext>
            </a:extLst>
          </p:cNvPr>
          <p:cNvSpPr txBox="1">
            <a:spLocks noChangeArrowheads="1"/>
          </p:cNvSpPr>
          <p:nvPr/>
        </p:nvSpPr>
        <p:spPr bwMode="auto">
          <a:xfrm>
            <a:off x="3894722" y="3119165"/>
            <a:ext cx="31188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r>
              <a:rPr lang="zh-CN" altLang="en-US" sz="1400" b="1" dirty="0">
                <a:latin typeface="微软雅黑" pitchFamily="34" charset="-122"/>
                <a:ea typeface="微软雅黑" pitchFamily="34" charset="-122"/>
              </a:rPr>
              <a:t>有     效     载     荷</a:t>
            </a:r>
          </a:p>
        </p:txBody>
      </p:sp>
    </p:spTree>
    <p:extLst>
      <p:ext uri="{BB962C8B-B14F-4D97-AF65-F5344CB8AC3E}">
        <p14:creationId xmlns:p14="http://schemas.microsoft.com/office/powerpoint/2010/main" val="23207670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par>
                          <p:cTn id="24" fill="hold">
                            <p:stCondLst>
                              <p:cond delay="1000"/>
                            </p:stCondLst>
                            <p:childTnLst>
                              <p:par>
                                <p:cTn id="25" presetID="35" presetClass="emph" presetSubtype="0" repeatCount="3000" fill="hold" grpId="0" nodeType="afterEffect">
                                  <p:stCondLst>
                                    <p:cond delay="0"/>
                                  </p:stCondLst>
                                  <p:childTnLst>
                                    <p:anim calcmode="discrete" valueType="str">
                                      <p:cBhvr>
                                        <p:cTn id="26" dur="1000" fill="hold"/>
                                        <p:tgtEl>
                                          <p:spTgt spid="1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P spid="13"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0E2C08-02DE-C5FF-3A0C-7E7649825143}"/>
            </a:ext>
          </a:extLst>
        </p:cNvPr>
        <p:cNvGrpSpPr/>
        <p:nvPr/>
      </p:nvGrpSpPr>
      <p:grpSpPr>
        <a:xfrm>
          <a:off x="0" y="0"/>
          <a:ext cx="0" cy="0"/>
          <a:chOff x="0" y="0"/>
          <a:chExt cx="0" cy="0"/>
        </a:xfrm>
      </p:grpSpPr>
      <p:sp>
        <p:nvSpPr>
          <p:cNvPr id="4" name="Rectangle 8">
            <a:extLst>
              <a:ext uri="{FF2B5EF4-FFF2-40B4-BE49-F238E27FC236}">
                <a16:creationId xmlns:a16="http://schemas.microsoft.com/office/drawing/2014/main" id="{B04107C6-D770-35A9-C896-D8255DA810AD}"/>
              </a:ext>
            </a:extLst>
          </p:cNvPr>
          <p:cNvSpPr>
            <a:spLocks noChangeArrowheads="1"/>
          </p:cNvSpPr>
          <p:nvPr/>
        </p:nvSpPr>
        <p:spPr bwMode="auto">
          <a:xfrm>
            <a:off x="545143" y="1002588"/>
            <a:ext cx="8159242" cy="1317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使用可选字段的首部长度是可变的，增加了路由器的负担。</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将可选功能放在可选的扩展首部中，所有的路由器只处理基本首部部分，不处理扩展首部（除了逐跳选项扩展首部外）。</a:t>
            </a:r>
          </a:p>
        </p:txBody>
      </p:sp>
      <p:sp>
        <p:nvSpPr>
          <p:cNvPr id="5" name="AutoShape 5">
            <a:extLst>
              <a:ext uri="{FF2B5EF4-FFF2-40B4-BE49-F238E27FC236}">
                <a16:creationId xmlns:a16="http://schemas.microsoft.com/office/drawing/2014/main" id="{00927B2C-22EE-E870-60CA-31696C16F1BB}"/>
              </a:ext>
            </a:extLst>
          </p:cNvPr>
          <p:cNvSpPr>
            <a:spLocks noChangeArrowheads="1"/>
          </p:cNvSpPr>
          <p:nvPr/>
        </p:nvSpPr>
        <p:spPr bwMode="auto">
          <a:xfrm>
            <a:off x="545144" y="611161"/>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054259C8-BBAC-5F27-8322-C43F06328EAD}"/>
              </a:ext>
            </a:extLst>
          </p:cNvPr>
          <p:cNvSpPr>
            <a:spLocks noChangeArrowheads="1"/>
          </p:cNvSpPr>
          <p:nvPr/>
        </p:nvSpPr>
        <p:spPr bwMode="auto">
          <a:xfrm>
            <a:off x="2865444" y="579090"/>
            <a:ext cx="341311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4.5.2  IPv6 </a:t>
            </a:r>
            <a:r>
              <a:rPr lang="zh-CN" altLang="en-US" sz="2400" b="1" dirty="0">
                <a:solidFill>
                  <a:schemeClr val="bg1"/>
                </a:solidFill>
                <a:latin typeface="微软雅黑" pitchFamily="34" charset="-122"/>
                <a:ea typeface="微软雅黑" pitchFamily="34" charset="-122"/>
              </a:rPr>
              <a:t>的基本首部</a:t>
            </a:r>
          </a:p>
        </p:txBody>
      </p:sp>
      <p:sp>
        <p:nvSpPr>
          <p:cNvPr id="3" name="圆角矩形 35">
            <a:extLst>
              <a:ext uri="{FF2B5EF4-FFF2-40B4-BE49-F238E27FC236}">
                <a16:creationId xmlns:a16="http://schemas.microsoft.com/office/drawing/2014/main" id="{D4F92ED5-AF47-0254-2BBE-274445D394ED}"/>
              </a:ext>
            </a:extLst>
          </p:cNvPr>
          <p:cNvSpPr/>
          <p:nvPr/>
        </p:nvSpPr>
        <p:spPr>
          <a:xfrm>
            <a:off x="934719" y="2674032"/>
            <a:ext cx="7000241" cy="1929758"/>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5" name="Rectangle 2">
            <a:extLst>
              <a:ext uri="{FF2B5EF4-FFF2-40B4-BE49-F238E27FC236}">
                <a16:creationId xmlns:a16="http://schemas.microsoft.com/office/drawing/2014/main" id="{123F42D4-A72E-365B-8316-420F41336F4B}"/>
              </a:ext>
            </a:extLst>
          </p:cNvPr>
          <p:cNvSpPr>
            <a:spLocks noChangeArrowheads="1"/>
          </p:cNvSpPr>
          <p:nvPr/>
        </p:nvSpPr>
        <p:spPr bwMode="auto">
          <a:xfrm>
            <a:off x="2725001" y="3081124"/>
            <a:ext cx="4548321" cy="373441"/>
          </a:xfrm>
          <a:prstGeom prst="rect">
            <a:avLst/>
          </a:prstGeom>
          <a:solidFill>
            <a:srgbClr val="0000FF"/>
          </a:solidFill>
          <a:ln w="19050">
            <a:solidFill>
              <a:schemeClr val="tx1"/>
            </a:solidFill>
            <a:miter lim="800000"/>
            <a:headEnd/>
            <a:tailEnd/>
          </a:ln>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6" name="Rectangle 30">
            <a:extLst>
              <a:ext uri="{FF2B5EF4-FFF2-40B4-BE49-F238E27FC236}">
                <a16:creationId xmlns:a16="http://schemas.microsoft.com/office/drawing/2014/main" id="{B861CA29-59EF-CF79-27FE-428156FAB2C9}"/>
              </a:ext>
            </a:extLst>
          </p:cNvPr>
          <p:cNvSpPr>
            <a:spLocks noChangeArrowheads="1"/>
          </p:cNvSpPr>
          <p:nvPr/>
        </p:nvSpPr>
        <p:spPr bwMode="auto">
          <a:xfrm>
            <a:off x="3541048" y="3833482"/>
            <a:ext cx="3732273" cy="372323"/>
          </a:xfrm>
          <a:prstGeom prst="rect">
            <a:avLst/>
          </a:prstGeom>
          <a:solidFill>
            <a:srgbClr val="00FFFF"/>
          </a:solidFill>
          <a:ln w="19050">
            <a:solidFill>
              <a:schemeClr val="tx1"/>
            </a:solidFill>
            <a:miter lim="800000"/>
            <a:headEnd/>
            <a:tailEnd/>
          </a:ln>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7" name="Line 3">
            <a:extLst>
              <a:ext uri="{FF2B5EF4-FFF2-40B4-BE49-F238E27FC236}">
                <a16:creationId xmlns:a16="http://schemas.microsoft.com/office/drawing/2014/main" id="{8F3EC113-FF6E-7CEC-7D3B-36EA3BA3CC7A}"/>
              </a:ext>
            </a:extLst>
          </p:cNvPr>
          <p:cNvSpPr>
            <a:spLocks noChangeShapeType="1"/>
          </p:cNvSpPr>
          <p:nvPr/>
        </p:nvSpPr>
        <p:spPr bwMode="auto">
          <a:xfrm>
            <a:off x="3537334" y="383907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8" name="Line 4">
            <a:extLst>
              <a:ext uri="{FF2B5EF4-FFF2-40B4-BE49-F238E27FC236}">
                <a16:creationId xmlns:a16="http://schemas.microsoft.com/office/drawing/2014/main" id="{202B3017-8C0B-E6BB-0ED1-547588A29167}"/>
              </a:ext>
            </a:extLst>
          </p:cNvPr>
          <p:cNvSpPr>
            <a:spLocks noChangeShapeType="1"/>
          </p:cNvSpPr>
          <p:nvPr/>
        </p:nvSpPr>
        <p:spPr bwMode="auto">
          <a:xfrm>
            <a:off x="4072284" y="383907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9" name="Line 5">
            <a:extLst>
              <a:ext uri="{FF2B5EF4-FFF2-40B4-BE49-F238E27FC236}">
                <a16:creationId xmlns:a16="http://schemas.microsoft.com/office/drawing/2014/main" id="{DF63990C-B0C5-D713-1F29-58ADEBBAE798}"/>
              </a:ext>
            </a:extLst>
          </p:cNvPr>
          <p:cNvSpPr>
            <a:spLocks noChangeShapeType="1"/>
          </p:cNvSpPr>
          <p:nvPr/>
        </p:nvSpPr>
        <p:spPr bwMode="auto">
          <a:xfrm>
            <a:off x="4410343" y="383907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0" name="Line 6">
            <a:extLst>
              <a:ext uri="{FF2B5EF4-FFF2-40B4-BE49-F238E27FC236}">
                <a16:creationId xmlns:a16="http://schemas.microsoft.com/office/drawing/2014/main" id="{4464EA71-74CD-5378-431A-4AB69434033D}"/>
              </a:ext>
            </a:extLst>
          </p:cNvPr>
          <p:cNvSpPr>
            <a:spLocks noChangeShapeType="1"/>
          </p:cNvSpPr>
          <p:nvPr/>
        </p:nvSpPr>
        <p:spPr bwMode="auto">
          <a:xfrm>
            <a:off x="4971299" y="383907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1" name="Text Box 15">
            <a:extLst>
              <a:ext uri="{FF2B5EF4-FFF2-40B4-BE49-F238E27FC236}">
                <a16:creationId xmlns:a16="http://schemas.microsoft.com/office/drawing/2014/main" id="{4F9296E9-86A1-CF7F-7A8E-2B4AE8A5EBBA}"/>
              </a:ext>
            </a:extLst>
          </p:cNvPr>
          <p:cNvSpPr txBox="1">
            <a:spLocks noChangeArrowheads="1"/>
          </p:cNvSpPr>
          <p:nvPr/>
        </p:nvSpPr>
        <p:spPr bwMode="auto">
          <a:xfrm>
            <a:off x="2636456" y="3134511"/>
            <a:ext cx="9998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zh-CN" altLang="en-US" sz="1400" b="1" dirty="0">
                <a:solidFill>
                  <a:schemeClr val="bg1"/>
                </a:solidFill>
                <a:latin typeface="微软雅黑" pitchFamily="34" charset="-122"/>
                <a:ea typeface="微软雅黑" pitchFamily="34" charset="-122"/>
              </a:rPr>
              <a:t>基本首部</a:t>
            </a:r>
          </a:p>
        </p:txBody>
      </p:sp>
      <p:sp>
        <p:nvSpPr>
          <p:cNvPr id="42" name="Text Box 16">
            <a:extLst>
              <a:ext uri="{FF2B5EF4-FFF2-40B4-BE49-F238E27FC236}">
                <a16:creationId xmlns:a16="http://schemas.microsoft.com/office/drawing/2014/main" id="{9520632C-7028-92C0-DCA1-E219C2BDBB12}"/>
              </a:ext>
            </a:extLst>
          </p:cNvPr>
          <p:cNvSpPr txBox="1">
            <a:spLocks noChangeArrowheads="1"/>
          </p:cNvSpPr>
          <p:nvPr/>
        </p:nvSpPr>
        <p:spPr bwMode="auto">
          <a:xfrm>
            <a:off x="3499559" y="3830433"/>
            <a:ext cx="659018"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en-US" altLang="zh-CN" sz="1100" b="1" dirty="0">
                <a:latin typeface="微软雅黑" pitchFamily="34" charset="-122"/>
                <a:ea typeface="微软雅黑" pitchFamily="34" charset="-122"/>
              </a:rPr>
              <a:t> </a:t>
            </a:r>
            <a:r>
              <a:rPr lang="zh-CN" altLang="en-US" sz="1100" b="1" dirty="0">
                <a:latin typeface="微软雅黑" pitchFamily="34" charset="-122"/>
                <a:ea typeface="微软雅黑" pitchFamily="34" charset="-122"/>
              </a:rPr>
              <a:t>扩展</a:t>
            </a:r>
          </a:p>
          <a:p>
            <a:pPr algn="ctr" eaLnBrk="1" hangingPunct="1">
              <a:lnSpc>
                <a:spcPct val="90000"/>
              </a:lnSpc>
            </a:pPr>
            <a:r>
              <a:rPr lang="zh-CN" altLang="en-US" sz="1100" b="1" dirty="0">
                <a:latin typeface="微软雅黑" pitchFamily="34" charset="-122"/>
                <a:ea typeface="微软雅黑" pitchFamily="34" charset="-122"/>
              </a:rPr>
              <a:t>首部 </a:t>
            </a:r>
            <a:r>
              <a:rPr lang="en-US" altLang="zh-CN" sz="1100" b="1" dirty="0">
                <a:latin typeface="微软雅黑" pitchFamily="34" charset="-122"/>
                <a:ea typeface="微软雅黑" pitchFamily="34" charset="-122"/>
              </a:rPr>
              <a:t>1</a:t>
            </a:r>
          </a:p>
        </p:txBody>
      </p:sp>
      <p:sp>
        <p:nvSpPr>
          <p:cNvPr id="43" name="Text Box 17">
            <a:extLst>
              <a:ext uri="{FF2B5EF4-FFF2-40B4-BE49-F238E27FC236}">
                <a16:creationId xmlns:a16="http://schemas.microsoft.com/office/drawing/2014/main" id="{0FC15036-7E1F-C108-CF22-77FE3E90FD48}"/>
              </a:ext>
            </a:extLst>
          </p:cNvPr>
          <p:cNvSpPr txBox="1">
            <a:spLocks noChangeArrowheads="1"/>
          </p:cNvSpPr>
          <p:nvPr/>
        </p:nvSpPr>
        <p:spPr bwMode="auto">
          <a:xfrm>
            <a:off x="4340305" y="3821488"/>
            <a:ext cx="696301"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en-US" altLang="zh-CN" sz="1100" b="1" dirty="0">
                <a:latin typeface="微软雅黑" pitchFamily="34" charset="-122"/>
                <a:ea typeface="微软雅黑" pitchFamily="34" charset="-122"/>
              </a:rPr>
              <a:t> </a:t>
            </a:r>
            <a:r>
              <a:rPr lang="zh-CN" altLang="en-US" sz="1100" b="1" dirty="0">
                <a:latin typeface="微软雅黑" pitchFamily="34" charset="-122"/>
                <a:ea typeface="微软雅黑" pitchFamily="34" charset="-122"/>
              </a:rPr>
              <a:t>扩展</a:t>
            </a:r>
          </a:p>
          <a:p>
            <a:pPr algn="ctr" eaLnBrk="1" hangingPunct="1">
              <a:lnSpc>
                <a:spcPct val="90000"/>
              </a:lnSpc>
            </a:pPr>
            <a:r>
              <a:rPr lang="zh-CN" altLang="en-US" sz="1100" b="1" dirty="0">
                <a:latin typeface="微软雅黑" pitchFamily="34" charset="-122"/>
                <a:ea typeface="微软雅黑" pitchFamily="34" charset="-122"/>
              </a:rPr>
              <a:t>首部 </a:t>
            </a:r>
            <a:r>
              <a:rPr lang="en-US" altLang="zh-CN" sz="1100" b="1" dirty="0">
                <a:latin typeface="微软雅黑" pitchFamily="34" charset="-122"/>
                <a:ea typeface="微软雅黑" pitchFamily="34" charset="-122"/>
              </a:rPr>
              <a:t>N</a:t>
            </a:r>
          </a:p>
        </p:txBody>
      </p:sp>
      <p:sp>
        <p:nvSpPr>
          <p:cNvPr id="44" name="Text Box 18">
            <a:extLst>
              <a:ext uri="{FF2B5EF4-FFF2-40B4-BE49-F238E27FC236}">
                <a16:creationId xmlns:a16="http://schemas.microsoft.com/office/drawing/2014/main" id="{E5173645-1EAC-28C8-E0E7-4A46ACC6CA5C}"/>
              </a:ext>
            </a:extLst>
          </p:cNvPr>
          <p:cNvSpPr txBox="1">
            <a:spLocks noChangeArrowheads="1"/>
          </p:cNvSpPr>
          <p:nvPr/>
        </p:nvSpPr>
        <p:spPr bwMode="auto">
          <a:xfrm>
            <a:off x="4033335" y="3858539"/>
            <a:ext cx="40159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100" b="1" dirty="0">
                <a:solidFill>
                  <a:srgbClr val="000099"/>
                </a:solidFill>
                <a:latin typeface="微软雅黑" pitchFamily="34" charset="-122"/>
                <a:ea typeface="微软雅黑" pitchFamily="34" charset="-122"/>
              </a:rPr>
              <a:t> …</a:t>
            </a:r>
          </a:p>
        </p:txBody>
      </p:sp>
      <p:sp>
        <p:nvSpPr>
          <p:cNvPr id="45" name="Text Box 19">
            <a:extLst>
              <a:ext uri="{FF2B5EF4-FFF2-40B4-BE49-F238E27FC236}">
                <a16:creationId xmlns:a16="http://schemas.microsoft.com/office/drawing/2014/main" id="{868146DA-AC39-FDCA-4090-50C2CACDA12B}"/>
              </a:ext>
            </a:extLst>
          </p:cNvPr>
          <p:cNvSpPr txBox="1">
            <a:spLocks noChangeArrowheads="1"/>
          </p:cNvSpPr>
          <p:nvPr/>
        </p:nvSpPr>
        <p:spPr bwMode="auto">
          <a:xfrm>
            <a:off x="5462456" y="3901840"/>
            <a:ext cx="138337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latin typeface="微软雅黑" pitchFamily="34" charset="-122"/>
                <a:ea typeface="微软雅黑" pitchFamily="34" charset="-122"/>
              </a:rPr>
              <a:t>数    据    部    分</a:t>
            </a:r>
          </a:p>
        </p:txBody>
      </p:sp>
      <p:sp>
        <p:nvSpPr>
          <p:cNvPr id="46" name="Line 22">
            <a:extLst>
              <a:ext uri="{FF2B5EF4-FFF2-40B4-BE49-F238E27FC236}">
                <a16:creationId xmlns:a16="http://schemas.microsoft.com/office/drawing/2014/main" id="{BA34FAB6-8FFD-6B28-D972-5867F8FC06A0}"/>
              </a:ext>
            </a:extLst>
          </p:cNvPr>
          <p:cNvSpPr>
            <a:spLocks noChangeShapeType="1"/>
          </p:cNvSpPr>
          <p:nvPr/>
        </p:nvSpPr>
        <p:spPr bwMode="auto">
          <a:xfrm>
            <a:off x="3511329" y="4341093"/>
            <a:ext cx="1459971"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7" name="Text Box 23">
            <a:extLst>
              <a:ext uri="{FF2B5EF4-FFF2-40B4-BE49-F238E27FC236}">
                <a16:creationId xmlns:a16="http://schemas.microsoft.com/office/drawing/2014/main" id="{D8CD98EF-05BB-F092-2C0D-E0D5E3C94F43}"/>
              </a:ext>
            </a:extLst>
          </p:cNvPr>
          <p:cNvSpPr txBox="1">
            <a:spLocks noChangeArrowheads="1"/>
          </p:cNvSpPr>
          <p:nvPr/>
        </p:nvSpPr>
        <p:spPr bwMode="auto">
          <a:xfrm>
            <a:off x="4012845" y="4222577"/>
            <a:ext cx="516988"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solidFill>
                  <a:srgbClr val="0000FF"/>
                </a:solidFill>
                <a:latin typeface="微软雅黑" pitchFamily="34" charset="-122"/>
                <a:ea typeface="微软雅黑" pitchFamily="34" charset="-122"/>
              </a:rPr>
              <a:t>选项</a:t>
            </a:r>
          </a:p>
        </p:txBody>
      </p:sp>
      <p:grpSp>
        <p:nvGrpSpPr>
          <p:cNvPr id="48" name="组合 26">
            <a:extLst>
              <a:ext uri="{FF2B5EF4-FFF2-40B4-BE49-F238E27FC236}">
                <a16:creationId xmlns:a16="http://schemas.microsoft.com/office/drawing/2014/main" id="{28C13906-CFEC-8D66-3BBE-EB97A7DF187A}"/>
              </a:ext>
            </a:extLst>
          </p:cNvPr>
          <p:cNvGrpSpPr>
            <a:grpSpLocks/>
          </p:cNvGrpSpPr>
          <p:nvPr/>
        </p:nvGrpSpPr>
        <p:grpSpPr bwMode="auto">
          <a:xfrm>
            <a:off x="2725001" y="2856615"/>
            <a:ext cx="4549559" cy="191192"/>
            <a:chOff x="1331640" y="1700808"/>
            <a:chExt cx="5832648" cy="344488"/>
          </a:xfrm>
        </p:grpSpPr>
        <p:sp>
          <p:nvSpPr>
            <p:cNvPr id="49" name="Line 25">
              <a:extLst>
                <a:ext uri="{FF2B5EF4-FFF2-40B4-BE49-F238E27FC236}">
                  <a16:creationId xmlns:a16="http://schemas.microsoft.com/office/drawing/2014/main" id="{99C324F2-F927-C8DF-4B92-0D8BDDB43385}"/>
                </a:ext>
              </a:extLst>
            </p:cNvPr>
            <p:cNvSpPr>
              <a:spLocks noChangeShapeType="1"/>
            </p:cNvSpPr>
            <p:nvPr/>
          </p:nvSpPr>
          <p:spPr bwMode="auto">
            <a:xfrm>
              <a:off x="1331640" y="1700808"/>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50" name="Line 26">
              <a:extLst>
                <a:ext uri="{FF2B5EF4-FFF2-40B4-BE49-F238E27FC236}">
                  <a16:creationId xmlns:a16="http://schemas.microsoft.com/office/drawing/2014/main" id="{44759E61-B955-C065-4041-324FE6E4FEA4}"/>
                </a:ext>
              </a:extLst>
            </p:cNvPr>
            <p:cNvSpPr>
              <a:spLocks noChangeShapeType="1"/>
            </p:cNvSpPr>
            <p:nvPr/>
          </p:nvSpPr>
          <p:spPr bwMode="auto">
            <a:xfrm>
              <a:off x="7164288" y="1707158"/>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grpSp>
      <p:sp>
        <p:nvSpPr>
          <p:cNvPr id="51" name="Line 27">
            <a:extLst>
              <a:ext uri="{FF2B5EF4-FFF2-40B4-BE49-F238E27FC236}">
                <a16:creationId xmlns:a16="http://schemas.microsoft.com/office/drawing/2014/main" id="{EA8BB46B-3C33-EEB7-B6E0-FD0997EE4B6D}"/>
              </a:ext>
            </a:extLst>
          </p:cNvPr>
          <p:cNvSpPr>
            <a:spLocks noChangeShapeType="1"/>
          </p:cNvSpPr>
          <p:nvPr/>
        </p:nvSpPr>
        <p:spPr bwMode="auto">
          <a:xfrm flipV="1">
            <a:off x="2725001" y="2949415"/>
            <a:ext cx="4540890"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52" name="Text Box 28">
            <a:extLst>
              <a:ext uri="{FF2B5EF4-FFF2-40B4-BE49-F238E27FC236}">
                <a16:creationId xmlns:a16="http://schemas.microsoft.com/office/drawing/2014/main" id="{DD1F13FF-5975-5686-1A7B-F334A4DD721A}"/>
              </a:ext>
            </a:extLst>
          </p:cNvPr>
          <p:cNvSpPr txBox="1">
            <a:spLocks noChangeArrowheads="1"/>
          </p:cNvSpPr>
          <p:nvPr/>
        </p:nvSpPr>
        <p:spPr bwMode="auto">
          <a:xfrm>
            <a:off x="4487119" y="2803205"/>
            <a:ext cx="1062029"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100" b="1" dirty="0">
                <a:solidFill>
                  <a:srgbClr val="0000FF"/>
                </a:solidFill>
                <a:latin typeface="微软雅黑" pitchFamily="34" charset="-122"/>
                <a:ea typeface="微软雅黑" pitchFamily="34" charset="-122"/>
              </a:rPr>
              <a:t>IPv6 </a:t>
            </a:r>
            <a:r>
              <a:rPr lang="zh-CN" altLang="en-US" sz="1100" b="1" dirty="0">
                <a:solidFill>
                  <a:srgbClr val="0000FF"/>
                </a:solidFill>
                <a:latin typeface="微软雅黑" pitchFamily="34" charset="-122"/>
                <a:ea typeface="微软雅黑" pitchFamily="34" charset="-122"/>
              </a:rPr>
              <a:t>数据报</a:t>
            </a:r>
          </a:p>
        </p:txBody>
      </p:sp>
      <p:cxnSp>
        <p:nvCxnSpPr>
          <p:cNvPr id="53" name="直接连接符 32">
            <a:extLst>
              <a:ext uri="{FF2B5EF4-FFF2-40B4-BE49-F238E27FC236}">
                <a16:creationId xmlns:a16="http://schemas.microsoft.com/office/drawing/2014/main" id="{7D80DFC4-219E-7CB5-30E1-92B821EFBBA6}"/>
              </a:ext>
            </a:extLst>
          </p:cNvPr>
          <p:cNvCxnSpPr>
            <a:cxnSpLocks noChangeShapeType="1"/>
          </p:cNvCxnSpPr>
          <p:nvPr/>
        </p:nvCxnSpPr>
        <p:spPr bwMode="auto">
          <a:xfrm>
            <a:off x="3545017" y="3479389"/>
            <a:ext cx="0" cy="422451"/>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4" name="直接连接符 34">
            <a:extLst>
              <a:ext uri="{FF2B5EF4-FFF2-40B4-BE49-F238E27FC236}">
                <a16:creationId xmlns:a16="http://schemas.microsoft.com/office/drawing/2014/main" id="{ABDF769F-A89C-A9CA-4A4C-3C6B800ECAD2}"/>
              </a:ext>
            </a:extLst>
          </p:cNvPr>
          <p:cNvCxnSpPr>
            <a:cxnSpLocks noChangeShapeType="1"/>
          </p:cNvCxnSpPr>
          <p:nvPr/>
        </p:nvCxnSpPr>
        <p:spPr bwMode="auto">
          <a:xfrm>
            <a:off x="7273321" y="3479389"/>
            <a:ext cx="0" cy="422451"/>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55" name="Text Box 23">
            <a:extLst>
              <a:ext uri="{FF2B5EF4-FFF2-40B4-BE49-F238E27FC236}">
                <a16:creationId xmlns:a16="http://schemas.microsoft.com/office/drawing/2014/main" id="{353F0461-2790-13D0-EB0D-3B513E98FC8D}"/>
              </a:ext>
            </a:extLst>
          </p:cNvPr>
          <p:cNvSpPr txBox="1">
            <a:spLocks noChangeArrowheads="1"/>
          </p:cNvSpPr>
          <p:nvPr/>
        </p:nvSpPr>
        <p:spPr bwMode="auto">
          <a:xfrm>
            <a:off x="2771341" y="3470444"/>
            <a:ext cx="728084"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200" b="1" dirty="0">
                <a:solidFill>
                  <a:srgbClr val="CC0099"/>
                </a:solidFill>
                <a:latin typeface="微软雅黑" pitchFamily="34" charset="-122"/>
                <a:ea typeface="微软雅黑" pitchFamily="34" charset="-122"/>
              </a:rPr>
              <a:t>40 </a:t>
            </a:r>
            <a:r>
              <a:rPr lang="zh-CN" altLang="en-US" sz="1200" b="1" dirty="0">
                <a:solidFill>
                  <a:srgbClr val="CC0099"/>
                </a:solidFill>
                <a:latin typeface="微软雅黑" pitchFamily="34" charset="-122"/>
                <a:ea typeface="微软雅黑" pitchFamily="34" charset="-122"/>
              </a:rPr>
              <a:t>字节</a:t>
            </a:r>
          </a:p>
        </p:txBody>
      </p:sp>
      <p:sp>
        <p:nvSpPr>
          <p:cNvPr id="56" name="Line 27">
            <a:extLst>
              <a:ext uri="{FF2B5EF4-FFF2-40B4-BE49-F238E27FC236}">
                <a16:creationId xmlns:a16="http://schemas.microsoft.com/office/drawing/2014/main" id="{DFB225F6-5D0C-FC3F-748E-8588BE57EF1E}"/>
              </a:ext>
            </a:extLst>
          </p:cNvPr>
          <p:cNvSpPr>
            <a:spLocks noChangeShapeType="1"/>
          </p:cNvSpPr>
          <p:nvPr/>
        </p:nvSpPr>
        <p:spPr bwMode="auto">
          <a:xfrm>
            <a:off x="3539810" y="3613559"/>
            <a:ext cx="3734750" cy="3355"/>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57" name="Text Box 23">
            <a:extLst>
              <a:ext uri="{FF2B5EF4-FFF2-40B4-BE49-F238E27FC236}">
                <a16:creationId xmlns:a16="http://schemas.microsoft.com/office/drawing/2014/main" id="{2E4A4B10-4116-39AD-7D09-F72268AE2EFE}"/>
              </a:ext>
            </a:extLst>
          </p:cNvPr>
          <p:cNvSpPr txBox="1">
            <a:spLocks noChangeArrowheads="1"/>
          </p:cNvSpPr>
          <p:nvPr/>
        </p:nvSpPr>
        <p:spPr bwMode="auto">
          <a:xfrm>
            <a:off x="4593614" y="3484980"/>
            <a:ext cx="1557357"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a:solidFill>
                  <a:srgbClr val="0000FF"/>
                </a:solidFill>
                <a:latin typeface="微软雅黑" pitchFamily="34" charset="-122"/>
                <a:ea typeface="微软雅黑" pitchFamily="34" charset="-122"/>
              </a:rPr>
              <a:t>不超过 </a:t>
            </a:r>
            <a:r>
              <a:rPr lang="en-US" altLang="zh-CN" sz="1100" b="1">
                <a:solidFill>
                  <a:srgbClr val="0000FF"/>
                </a:solidFill>
                <a:latin typeface="微软雅黑" pitchFamily="34" charset="-122"/>
                <a:ea typeface="微软雅黑" pitchFamily="34" charset="-122"/>
              </a:rPr>
              <a:t>65535 </a:t>
            </a:r>
            <a:r>
              <a:rPr lang="zh-CN" altLang="en-US" sz="1100" b="1">
                <a:solidFill>
                  <a:srgbClr val="0000FF"/>
                </a:solidFill>
                <a:latin typeface="微软雅黑" pitchFamily="34" charset="-122"/>
                <a:ea typeface="微软雅黑" pitchFamily="34" charset="-122"/>
              </a:rPr>
              <a:t>字节</a:t>
            </a:r>
          </a:p>
        </p:txBody>
      </p:sp>
      <p:sp>
        <p:nvSpPr>
          <p:cNvPr id="58" name="右箭头 28">
            <a:extLst>
              <a:ext uri="{FF2B5EF4-FFF2-40B4-BE49-F238E27FC236}">
                <a16:creationId xmlns:a16="http://schemas.microsoft.com/office/drawing/2014/main" id="{FC455238-F21A-3235-A5B1-64A0E6A6FBEA}"/>
              </a:ext>
            </a:extLst>
          </p:cNvPr>
          <p:cNvSpPr>
            <a:spLocks noChangeArrowheads="1"/>
          </p:cNvSpPr>
          <p:nvPr/>
        </p:nvSpPr>
        <p:spPr bwMode="auto">
          <a:xfrm rot="10800000">
            <a:off x="2162806" y="3191587"/>
            <a:ext cx="562194" cy="143115"/>
          </a:xfrm>
          <a:prstGeom prst="rightArrow">
            <a:avLst>
              <a:gd name="adj1" fmla="val 50000"/>
              <a:gd name="adj2" fmla="val 162073"/>
            </a:avLst>
          </a:prstGeom>
          <a:solidFill>
            <a:srgbClr val="FF00FF"/>
          </a:solidFill>
          <a:ln w="9525" algn="ctr">
            <a:solidFill>
              <a:schemeClr val="tx1"/>
            </a:solidFill>
            <a:round/>
            <a:headEnd/>
            <a:tailEnd/>
          </a:ln>
        </p:spPr>
        <p:txBody>
          <a:bodyPr/>
          <a:lstStyle/>
          <a:p>
            <a:endParaRPr lang="zh-CN" altLang="en-US" sz="1100" b="1">
              <a:solidFill>
                <a:srgbClr val="000099"/>
              </a:solidFill>
              <a:latin typeface="微软雅黑" pitchFamily="34" charset="-122"/>
              <a:ea typeface="微软雅黑" pitchFamily="34" charset="-122"/>
            </a:endParaRPr>
          </a:p>
        </p:txBody>
      </p:sp>
      <p:sp>
        <p:nvSpPr>
          <p:cNvPr id="59" name="Text Box 23">
            <a:extLst>
              <a:ext uri="{FF2B5EF4-FFF2-40B4-BE49-F238E27FC236}">
                <a16:creationId xmlns:a16="http://schemas.microsoft.com/office/drawing/2014/main" id="{1E30CD0F-A8AE-177F-2ADA-AEB69D44DE67}"/>
              </a:ext>
            </a:extLst>
          </p:cNvPr>
          <p:cNvSpPr txBox="1">
            <a:spLocks noChangeArrowheads="1"/>
          </p:cNvSpPr>
          <p:nvPr/>
        </p:nvSpPr>
        <p:spPr bwMode="auto">
          <a:xfrm>
            <a:off x="1688153" y="3410292"/>
            <a:ext cx="82945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solidFill>
                  <a:srgbClr val="0000FF"/>
                </a:solidFill>
                <a:latin typeface="微软雅黑" pitchFamily="34" charset="-122"/>
                <a:ea typeface="微软雅黑" pitchFamily="34" charset="-122"/>
              </a:rPr>
              <a:t>发送在前</a:t>
            </a:r>
          </a:p>
        </p:txBody>
      </p:sp>
      <p:sp>
        <p:nvSpPr>
          <p:cNvPr id="60" name="Line 3">
            <a:extLst>
              <a:ext uri="{FF2B5EF4-FFF2-40B4-BE49-F238E27FC236}">
                <a16:creationId xmlns:a16="http://schemas.microsoft.com/office/drawing/2014/main" id="{3A32309C-8113-568E-D938-7A7184941952}"/>
              </a:ext>
            </a:extLst>
          </p:cNvPr>
          <p:cNvSpPr>
            <a:spLocks noChangeShapeType="1"/>
          </p:cNvSpPr>
          <p:nvPr/>
        </p:nvSpPr>
        <p:spPr bwMode="auto">
          <a:xfrm>
            <a:off x="3537334" y="3079114"/>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61" name="矩形 60">
            <a:extLst>
              <a:ext uri="{FF2B5EF4-FFF2-40B4-BE49-F238E27FC236}">
                <a16:creationId xmlns:a16="http://schemas.microsoft.com/office/drawing/2014/main" id="{8EB695FB-2BBF-C5A0-8983-54442C06E654}"/>
              </a:ext>
            </a:extLst>
          </p:cNvPr>
          <p:cNvSpPr/>
          <p:nvPr/>
        </p:nvSpPr>
        <p:spPr bwMode="auto">
          <a:xfrm>
            <a:off x="3543525" y="3090295"/>
            <a:ext cx="3722367" cy="362260"/>
          </a:xfrm>
          <a:prstGeom prst="rect">
            <a:avLst/>
          </a:prstGeom>
          <a:solidFill>
            <a:srgbClr val="99FFCC"/>
          </a:solidFill>
          <a:ln w="9525" cap="flat" cmpd="sng" algn="ctr">
            <a:noFill/>
            <a:prstDash val="solid"/>
            <a:round/>
            <a:headEnd type="none" w="med" len="med"/>
            <a:tailEnd type="none" w="med" len="med"/>
          </a:ln>
          <a:effectLst/>
        </p:spPr>
        <p:txBody>
          <a:bodyPr/>
          <a:lstStyle/>
          <a:p>
            <a:pPr>
              <a:defRPr/>
            </a:pPr>
            <a:endParaRPr lang="zh-CN" altLang="en-US" sz="1100" b="1">
              <a:solidFill>
                <a:srgbClr val="000099"/>
              </a:solidFill>
              <a:latin typeface="微软雅黑" pitchFamily="34" charset="-122"/>
              <a:ea typeface="微软雅黑" pitchFamily="34" charset="-122"/>
            </a:endParaRPr>
          </a:p>
        </p:txBody>
      </p:sp>
      <p:sp>
        <p:nvSpPr>
          <p:cNvPr id="62" name="Text Box 33">
            <a:extLst>
              <a:ext uri="{FF2B5EF4-FFF2-40B4-BE49-F238E27FC236}">
                <a16:creationId xmlns:a16="http://schemas.microsoft.com/office/drawing/2014/main" id="{E5F3F276-BEBD-01BA-D156-798BC169785E}"/>
              </a:ext>
            </a:extLst>
          </p:cNvPr>
          <p:cNvSpPr txBox="1">
            <a:spLocks noChangeArrowheads="1"/>
          </p:cNvSpPr>
          <p:nvPr/>
        </p:nvSpPr>
        <p:spPr bwMode="auto">
          <a:xfrm>
            <a:off x="3894722" y="3119165"/>
            <a:ext cx="31188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r>
              <a:rPr lang="zh-CN" altLang="en-US" sz="1400" b="1" dirty="0">
                <a:latin typeface="微软雅黑" pitchFamily="34" charset="-122"/>
                <a:ea typeface="微软雅黑" pitchFamily="34" charset="-122"/>
              </a:rPr>
              <a:t>有     效     载     荷</a:t>
            </a:r>
          </a:p>
        </p:txBody>
      </p:sp>
    </p:spTree>
    <p:extLst>
      <p:ext uri="{BB962C8B-B14F-4D97-AF65-F5344CB8AC3E}">
        <p14:creationId xmlns:p14="http://schemas.microsoft.com/office/powerpoint/2010/main" val="1815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grpId="0" nodeType="clickEffect">
                                  <p:stCondLst>
                                    <p:cond delay="0"/>
                                  </p:stCondLst>
                                  <p:childTnLst>
                                    <p:anim calcmode="discrete" valueType="str">
                                      <p:cBhvr>
                                        <p:cTn id="20" dur="1000" fill="hold"/>
                                        <p:tgtEl>
                                          <p:spTgt spid="42"/>
                                        </p:tgtEl>
                                        <p:attrNameLst>
                                          <p:attrName>style.visibility</p:attrName>
                                        </p:attrNameLst>
                                      </p:cBhvr>
                                      <p:tavLst>
                                        <p:tav tm="0">
                                          <p:val>
                                            <p:strVal val="hidden"/>
                                          </p:val>
                                        </p:tav>
                                        <p:tav tm="50000">
                                          <p:val>
                                            <p:strVal val="visible"/>
                                          </p:val>
                                        </p:tav>
                                      </p:tavLst>
                                    </p:anim>
                                  </p:childTnLst>
                                </p:cTn>
                              </p:par>
                              <p:par>
                                <p:cTn id="21" presetID="35" presetClass="emph" presetSubtype="0" repeatCount="3000" fill="hold" grpId="0" nodeType="withEffect">
                                  <p:stCondLst>
                                    <p:cond delay="0"/>
                                  </p:stCondLst>
                                  <p:childTnLst>
                                    <p:anim calcmode="discrete" valueType="str">
                                      <p:cBhvr>
                                        <p:cTn id="22"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P spid="42" grpId="0"/>
      <p:bldP spid="43"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2C89C7-4B26-3ADF-21BE-217AB644D754}"/>
            </a:ext>
          </a:extLst>
        </p:cNvPr>
        <p:cNvGrpSpPr/>
        <p:nvPr/>
      </p:nvGrpSpPr>
      <p:grpSpPr>
        <a:xfrm>
          <a:off x="0" y="0"/>
          <a:ext cx="0" cy="0"/>
          <a:chOff x="0" y="0"/>
          <a:chExt cx="0" cy="0"/>
        </a:xfrm>
      </p:grpSpPr>
      <p:sp>
        <p:nvSpPr>
          <p:cNvPr id="4" name="Rectangle 8">
            <a:extLst>
              <a:ext uri="{FF2B5EF4-FFF2-40B4-BE49-F238E27FC236}">
                <a16:creationId xmlns:a16="http://schemas.microsoft.com/office/drawing/2014/main" id="{16F3D7BB-E6D2-A6E5-3E3A-C8BC2CC08D0E}"/>
              </a:ext>
            </a:extLst>
          </p:cNvPr>
          <p:cNvSpPr>
            <a:spLocks noChangeArrowheads="1"/>
          </p:cNvSpPr>
          <p:nvPr/>
        </p:nvSpPr>
        <p:spPr bwMode="auto">
          <a:xfrm>
            <a:off x="545143" y="1002588"/>
            <a:ext cx="8159242" cy="1317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由基本首部和有效载荷两大部分组成。有效载荷也称为净负荷。</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有效载荷包括零个或多个扩展首部，其后面是数据部分。</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仅在没有扩展首部时，数据部分才是全部的有效载荷。</a:t>
            </a:r>
          </a:p>
        </p:txBody>
      </p:sp>
      <p:sp>
        <p:nvSpPr>
          <p:cNvPr id="5" name="AutoShape 5">
            <a:extLst>
              <a:ext uri="{FF2B5EF4-FFF2-40B4-BE49-F238E27FC236}">
                <a16:creationId xmlns:a16="http://schemas.microsoft.com/office/drawing/2014/main" id="{0B34452F-DF1D-FBE3-7BDE-FA93898EF0C3}"/>
              </a:ext>
            </a:extLst>
          </p:cNvPr>
          <p:cNvSpPr>
            <a:spLocks noChangeArrowheads="1"/>
          </p:cNvSpPr>
          <p:nvPr/>
        </p:nvSpPr>
        <p:spPr bwMode="auto">
          <a:xfrm>
            <a:off x="545144" y="611161"/>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4A5FCF5D-5510-A558-0399-78846404D8AD}"/>
              </a:ext>
            </a:extLst>
          </p:cNvPr>
          <p:cNvSpPr>
            <a:spLocks noChangeArrowheads="1"/>
          </p:cNvSpPr>
          <p:nvPr/>
        </p:nvSpPr>
        <p:spPr bwMode="auto">
          <a:xfrm>
            <a:off x="2865444" y="579090"/>
            <a:ext cx="341311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4.5.2  IPv6 </a:t>
            </a:r>
            <a:r>
              <a:rPr lang="zh-CN" altLang="en-US" sz="2400" b="1" dirty="0">
                <a:solidFill>
                  <a:schemeClr val="bg1"/>
                </a:solidFill>
                <a:latin typeface="微软雅黑" pitchFamily="34" charset="-122"/>
                <a:ea typeface="微软雅黑" pitchFamily="34" charset="-122"/>
              </a:rPr>
              <a:t>的基本首部</a:t>
            </a:r>
          </a:p>
        </p:txBody>
      </p:sp>
      <p:sp>
        <p:nvSpPr>
          <p:cNvPr id="3" name="圆角矩形 35">
            <a:extLst>
              <a:ext uri="{FF2B5EF4-FFF2-40B4-BE49-F238E27FC236}">
                <a16:creationId xmlns:a16="http://schemas.microsoft.com/office/drawing/2014/main" id="{521655BC-CB9A-37EB-666D-91DE468679FA}"/>
              </a:ext>
            </a:extLst>
          </p:cNvPr>
          <p:cNvSpPr/>
          <p:nvPr/>
        </p:nvSpPr>
        <p:spPr>
          <a:xfrm>
            <a:off x="934719" y="2674032"/>
            <a:ext cx="7000241" cy="1929758"/>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5" name="Rectangle 2">
            <a:extLst>
              <a:ext uri="{FF2B5EF4-FFF2-40B4-BE49-F238E27FC236}">
                <a16:creationId xmlns:a16="http://schemas.microsoft.com/office/drawing/2014/main" id="{93729706-92C4-3D59-C31D-3B2EE469D9A6}"/>
              </a:ext>
            </a:extLst>
          </p:cNvPr>
          <p:cNvSpPr>
            <a:spLocks noChangeArrowheads="1"/>
          </p:cNvSpPr>
          <p:nvPr/>
        </p:nvSpPr>
        <p:spPr bwMode="auto">
          <a:xfrm>
            <a:off x="2725001" y="3081124"/>
            <a:ext cx="4548321" cy="373441"/>
          </a:xfrm>
          <a:prstGeom prst="rect">
            <a:avLst/>
          </a:prstGeom>
          <a:solidFill>
            <a:srgbClr val="0000FF"/>
          </a:solidFill>
          <a:ln w="19050">
            <a:solidFill>
              <a:schemeClr val="tx1"/>
            </a:solidFill>
            <a:miter lim="800000"/>
            <a:headEnd/>
            <a:tailEnd/>
          </a:ln>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6" name="Rectangle 30">
            <a:extLst>
              <a:ext uri="{FF2B5EF4-FFF2-40B4-BE49-F238E27FC236}">
                <a16:creationId xmlns:a16="http://schemas.microsoft.com/office/drawing/2014/main" id="{0809B99C-DD67-2899-A6D9-0293C0462E86}"/>
              </a:ext>
            </a:extLst>
          </p:cNvPr>
          <p:cNvSpPr>
            <a:spLocks noChangeArrowheads="1"/>
          </p:cNvSpPr>
          <p:nvPr/>
        </p:nvSpPr>
        <p:spPr bwMode="auto">
          <a:xfrm>
            <a:off x="3541048" y="3833482"/>
            <a:ext cx="3732273" cy="372323"/>
          </a:xfrm>
          <a:prstGeom prst="rect">
            <a:avLst/>
          </a:prstGeom>
          <a:solidFill>
            <a:srgbClr val="00FFFF"/>
          </a:solidFill>
          <a:ln w="19050">
            <a:solidFill>
              <a:schemeClr val="tx1"/>
            </a:solidFill>
            <a:miter lim="800000"/>
            <a:headEnd/>
            <a:tailEnd/>
          </a:ln>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7" name="Line 3">
            <a:extLst>
              <a:ext uri="{FF2B5EF4-FFF2-40B4-BE49-F238E27FC236}">
                <a16:creationId xmlns:a16="http://schemas.microsoft.com/office/drawing/2014/main" id="{D2D6F053-A5D8-158A-22E8-79BBCDF5AA30}"/>
              </a:ext>
            </a:extLst>
          </p:cNvPr>
          <p:cNvSpPr>
            <a:spLocks noChangeShapeType="1"/>
          </p:cNvSpPr>
          <p:nvPr/>
        </p:nvSpPr>
        <p:spPr bwMode="auto">
          <a:xfrm>
            <a:off x="3537334" y="383907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8" name="Line 4">
            <a:extLst>
              <a:ext uri="{FF2B5EF4-FFF2-40B4-BE49-F238E27FC236}">
                <a16:creationId xmlns:a16="http://schemas.microsoft.com/office/drawing/2014/main" id="{EF965012-7760-37C8-89E3-C105923DF736}"/>
              </a:ext>
            </a:extLst>
          </p:cNvPr>
          <p:cNvSpPr>
            <a:spLocks noChangeShapeType="1"/>
          </p:cNvSpPr>
          <p:nvPr/>
        </p:nvSpPr>
        <p:spPr bwMode="auto">
          <a:xfrm>
            <a:off x="4072284" y="383907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9" name="Line 5">
            <a:extLst>
              <a:ext uri="{FF2B5EF4-FFF2-40B4-BE49-F238E27FC236}">
                <a16:creationId xmlns:a16="http://schemas.microsoft.com/office/drawing/2014/main" id="{92D27E9E-7AE5-9611-06B7-A66A74E21290}"/>
              </a:ext>
            </a:extLst>
          </p:cNvPr>
          <p:cNvSpPr>
            <a:spLocks noChangeShapeType="1"/>
          </p:cNvSpPr>
          <p:nvPr/>
        </p:nvSpPr>
        <p:spPr bwMode="auto">
          <a:xfrm>
            <a:off x="4410343" y="383907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0" name="Line 6">
            <a:extLst>
              <a:ext uri="{FF2B5EF4-FFF2-40B4-BE49-F238E27FC236}">
                <a16:creationId xmlns:a16="http://schemas.microsoft.com/office/drawing/2014/main" id="{44E521A4-38BB-0E16-45E9-C141F7FE6F2C}"/>
              </a:ext>
            </a:extLst>
          </p:cNvPr>
          <p:cNvSpPr>
            <a:spLocks noChangeShapeType="1"/>
          </p:cNvSpPr>
          <p:nvPr/>
        </p:nvSpPr>
        <p:spPr bwMode="auto">
          <a:xfrm>
            <a:off x="4971299" y="3839073"/>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1" name="Text Box 15">
            <a:extLst>
              <a:ext uri="{FF2B5EF4-FFF2-40B4-BE49-F238E27FC236}">
                <a16:creationId xmlns:a16="http://schemas.microsoft.com/office/drawing/2014/main" id="{0707A266-3D89-DE4A-A36C-6CC9F7E39279}"/>
              </a:ext>
            </a:extLst>
          </p:cNvPr>
          <p:cNvSpPr txBox="1">
            <a:spLocks noChangeArrowheads="1"/>
          </p:cNvSpPr>
          <p:nvPr/>
        </p:nvSpPr>
        <p:spPr bwMode="auto">
          <a:xfrm>
            <a:off x="2636456" y="3134511"/>
            <a:ext cx="9998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zh-CN" altLang="en-US" sz="1400" b="1" dirty="0">
                <a:solidFill>
                  <a:schemeClr val="bg1"/>
                </a:solidFill>
                <a:latin typeface="微软雅黑" pitchFamily="34" charset="-122"/>
                <a:ea typeface="微软雅黑" pitchFamily="34" charset="-122"/>
              </a:rPr>
              <a:t>基本首部</a:t>
            </a:r>
          </a:p>
        </p:txBody>
      </p:sp>
      <p:sp>
        <p:nvSpPr>
          <p:cNvPr id="42" name="Text Box 16">
            <a:extLst>
              <a:ext uri="{FF2B5EF4-FFF2-40B4-BE49-F238E27FC236}">
                <a16:creationId xmlns:a16="http://schemas.microsoft.com/office/drawing/2014/main" id="{638C6BB1-F80B-36E0-A167-AD01F75DB379}"/>
              </a:ext>
            </a:extLst>
          </p:cNvPr>
          <p:cNvSpPr txBox="1">
            <a:spLocks noChangeArrowheads="1"/>
          </p:cNvSpPr>
          <p:nvPr/>
        </p:nvSpPr>
        <p:spPr bwMode="auto">
          <a:xfrm>
            <a:off x="3499559" y="3830433"/>
            <a:ext cx="659018"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en-US" altLang="zh-CN" sz="1100" b="1" dirty="0">
                <a:latin typeface="微软雅黑" pitchFamily="34" charset="-122"/>
                <a:ea typeface="微软雅黑" pitchFamily="34" charset="-122"/>
              </a:rPr>
              <a:t> </a:t>
            </a:r>
            <a:r>
              <a:rPr lang="zh-CN" altLang="en-US" sz="1100" b="1" dirty="0">
                <a:latin typeface="微软雅黑" pitchFamily="34" charset="-122"/>
                <a:ea typeface="微软雅黑" pitchFamily="34" charset="-122"/>
              </a:rPr>
              <a:t>扩展</a:t>
            </a:r>
          </a:p>
          <a:p>
            <a:pPr algn="ctr" eaLnBrk="1" hangingPunct="1">
              <a:lnSpc>
                <a:spcPct val="90000"/>
              </a:lnSpc>
            </a:pPr>
            <a:r>
              <a:rPr lang="zh-CN" altLang="en-US" sz="1100" b="1" dirty="0">
                <a:latin typeface="微软雅黑" pitchFamily="34" charset="-122"/>
                <a:ea typeface="微软雅黑" pitchFamily="34" charset="-122"/>
              </a:rPr>
              <a:t>首部 </a:t>
            </a:r>
            <a:r>
              <a:rPr lang="en-US" altLang="zh-CN" sz="1100" b="1" dirty="0">
                <a:latin typeface="微软雅黑" pitchFamily="34" charset="-122"/>
                <a:ea typeface="微软雅黑" pitchFamily="34" charset="-122"/>
              </a:rPr>
              <a:t>1</a:t>
            </a:r>
          </a:p>
        </p:txBody>
      </p:sp>
      <p:sp>
        <p:nvSpPr>
          <p:cNvPr id="43" name="Text Box 17">
            <a:extLst>
              <a:ext uri="{FF2B5EF4-FFF2-40B4-BE49-F238E27FC236}">
                <a16:creationId xmlns:a16="http://schemas.microsoft.com/office/drawing/2014/main" id="{C0545656-E4B9-B583-7AF3-2AF5019D9F8E}"/>
              </a:ext>
            </a:extLst>
          </p:cNvPr>
          <p:cNvSpPr txBox="1">
            <a:spLocks noChangeArrowheads="1"/>
          </p:cNvSpPr>
          <p:nvPr/>
        </p:nvSpPr>
        <p:spPr bwMode="auto">
          <a:xfrm>
            <a:off x="4340305" y="3821488"/>
            <a:ext cx="696301"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en-US" altLang="zh-CN" sz="1100" b="1" dirty="0">
                <a:latin typeface="微软雅黑" pitchFamily="34" charset="-122"/>
                <a:ea typeface="微软雅黑" pitchFamily="34" charset="-122"/>
              </a:rPr>
              <a:t> </a:t>
            </a:r>
            <a:r>
              <a:rPr lang="zh-CN" altLang="en-US" sz="1100" b="1" dirty="0">
                <a:latin typeface="微软雅黑" pitchFamily="34" charset="-122"/>
                <a:ea typeface="微软雅黑" pitchFamily="34" charset="-122"/>
              </a:rPr>
              <a:t>扩展</a:t>
            </a:r>
          </a:p>
          <a:p>
            <a:pPr algn="ctr" eaLnBrk="1" hangingPunct="1">
              <a:lnSpc>
                <a:spcPct val="90000"/>
              </a:lnSpc>
            </a:pPr>
            <a:r>
              <a:rPr lang="zh-CN" altLang="en-US" sz="1100" b="1" dirty="0">
                <a:latin typeface="微软雅黑" pitchFamily="34" charset="-122"/>
                <a:ea typeface="微软雅黑" pitchFamily="34" charset="-122"/>
              </a:rPr>
              <a:t>首部 </a:t>
            </a:r>
            <a:r>
              <a:rPr lang="en-US" altLang="zh-CN" sz="1100" b="1" dirty="0">
                <a:latin typeface="微软雅黑" pitchFamily="34" charset="-122"/>
                <a:ea typeface="微软雅黑" pitchFamily="34" charset="-122"/>
              </a:rPr>
              <a:t>N</a:t>
            </a:r>
          </a:p>
        </p:txBody>
      </p:sp>
      <p:sp>
        <p:nvSpPr>
          <p:cNvPr id="44" name="Text Box 18">
            <a:extLst>
              <a:ext uri="{FF2B5EF4-FFF2-40B4-BE49-F238E27FC236}">
                <a16:creationId xmlns:a16="http://schemas.microsoft.com/office/drawing/2014/main" id="{71EE608E-C210-963C-39A3-D15E2B92CE1D}"/>
              </a:ext>
            </a:extLst>
          </p:cNvPr>
          <p:cNvSpPr txBox="1">
            <a:spLocks noChangeArrowheads="1"/>
          </p:cNvSpPr>
          <p:nvPr/>
        </p:nvSpPr>
        <p:spPr bwMode="auto">
          <a:xfrm>
            <a:off x="4033335" y="3858539"/>
            <a:ext cx="40159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100" b="1" dirty="0">
                <a:solidFill>
                  <a:srgbClr val="000099"/>
                </a:solidFill>
                <a:latin typeface="微软雅黑" pitchFamily="34" charset="-122"/>
                <a:ea typeface="微软雅黑" pitchFamily="34" charset="-122"/>
              </a:rPr>
              <a:t> …</a:t>
            </a:r>
          </a:p>
        </p:txBody>
      </p:sp>
      <p:sp>
        <p:nvSpPr>
          <p:cNvPr id="45" name="Text Box 19">
            <a:extLst>
              <a:ext uri="{FF2B5EF4-FFF2-40B4-BE49-F238E27FC236}">
                <a16:creationId xmlns:a16="http://schemas.microsoft.com/office/drawing/2014/main" id="{CB010B89-D7E1-2FED-AEED-3C6CE4238694}"/>
              </a:ext>
            </a:extLst>
          </p:cNvPr>
          <p:cNvSpPr txBox="1">
            <a:spLocks noChangeArrowheads="1"/>
          </p:cNvSpPr>
          <p:nvPr/>
        </p:nvSpPr>
        <p:spPr bwMode="auto">
          <a:xfrm>
            <a:off x="5462456" y="3901840"/>
            <a:ext cx="138337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latin typeface="微软雅黑" pitchFamily="34" charset="-122"/>
                <a:ea typeface="微软雅黑" pitchFamily="34" charset="-122"/>
              </a:rPr>
              <a:t>数    据    部    分</a:t>
            </a:r>
          </a:p>
        </p:txBody>
      </p:sp>
      <p:sp>
        <p:nvSpPr>
          <p:cNvPr id="46" name="Line 22">
            <a:extLst>
              <a:ext uri="{FF2B5EF4-FFF2-40B4-BE49-F238E27FC236}">
                <a16:creationId xmlns:a16="http://schemas.microsoft.com/office/drawing/2014/main" id="{5BA212A3-9A48-89B7-2DD3-BDF5E2822692}"/>
              </a:ext>
            </a:extLst>
          </p:cNvPr>
          <p:cNvSpPr>
            <a:spLocks noChangeShapeType="1"/>
          </p:cNvSpPr>
          <p:nvPr/>
        </p:nvSpPr>
        <p:spPr bwMode="auto">
          <a:xfrm>
            <a:off x="3511329" y="4341093"/>
            <a:ext cx="1459971"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7" name="Text Box 23">
            <a:extLst>
              <a:ext uri="{FF2B5EF4-FFF2-40B4-BE49-F238E27FC236}">
                <a16:creationId xmlns:a16="http://schemas.microsoft.com/office/drawing/2014/main" id="{F20EBDA6-4589-E818-D434-E04A1BC503D5}"/>
              </a:ext>
            </a:extLst>
          </p:cNvPr>
          <p:cNvSpPr txBox="1">
            <a:spLocks noChangeArrowheads="1"/>
          </p:cNvSpPr>
          <p:nvPr/>
        </p:nvSpPr>
        <p:spPr bwMode="auto">
          <a:xfrm>
            <a:off x="4012845" y="4222577"/>
            <a:ext cx="516988"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solidFill>
                  <a:srgbClr val="0000FF"/>
                </a:solidFill>
                <a:latin typeface="微软雅黑" pitchFamily="34" charset="-122"/>
                <a:ea typeface="微软雅黑" pitchFamily="34" charset="-122"/>
              </a:rPr>
              <a:t>选项</a:t>
            </a:r>
          </a:p>
        </p:txBody>
      </p:sp>
      <p:grpSp>
        <p:nvGrpSpPr>
          <p:cNvPr id="48" name="组合 26">
            <a:extLst>
              <a:ext uri="{FF2B5EF4-FFF2-40B4-BE49-F238E27FC236}">
                <a16:creationId xmlns:a16="http://schemas.microsoft.com/office/drawing/2014/main" id="{B67032E2-8FFA-0A80-7114-340F99F9642A}"/>
              </a:ext>
            </a:extLst>
          </p:cNvPr>
          <p:cNvGrpSpPr>
            <a:grpSpLocks/>
          </p:cNvGrpSpPr>
          <p:nvPr/>
        </p:nvGrpSpPr>
        <p:grpSpPr bwMode="auto">
          <a:xfrm>
            <a:off x="2725001" y="2856615"/>
            <a:ext cx="4549559" cy="191192"/>
            <a:chOff x="1331640" y="1700808"/>
            <a:chExt cx="5832648" cy="344488"/>
          </a:xfrm>
        </p:grpSpPr>
        <p:sp>
          <p:nvSpPr>
            <p:cNvPr id="49" name="Line 25">
              <a:extLst>
                <a:ext uri="{FF2B5EF4-FFF2-40B4-BE49-F238E27FC236}">
                  <a16:creationId xmlns:a16="http://schemas.microsoft.com/office/drawing/2014/main" id="{62AD12D6-F608-DB3B-D90A-D96465BF9DCD}"/>
                </a:ext>
              </a:extLst>
            </p:cNvPr>
            <p:cNvSpPr>
              <a:spLocks noChangeShapeType="1"/>
            </p:cNvSpPr>
            <p:nvPr/>
          </p:nvSpPr>
          <p:spPr bwMode="auto">
            <a:xfrm>
              <a:off x="1331640" y="1700808"/>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50" name="Line 26">
              <a:extLst>
                <a:ext uri="{FF2B5EF4-FFF2-40B4-BE49-F238E27FC236}">
                  <a16:creationId xmlns:a16="http://schemas.microsoft.com/office/drawing/2014/main" id="{4F756ABD-6F77-7AD7-3EB5-39B8A46B8D56}"/>
                </a:ext>
              </a:extLst>
            </p:cNvPr>
            <p:cNvSpPr>
              <a:spLocks noChangeShapeType="1"/>
            </p:cNvSpPr>
            <p:nvPr/>
          </p:nvSpPr>
          <p:spPr bwMode="auto">
            <a:xfrm>
              <a:off x="7164288" y="1707158"/>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grpSp>
      <p:sp>
        <p:nvSpPr>
          <p:cNvPr id="51" name="Line 27">
            <a:extLst>
              <a:ext uri="{FF2B5EF4-FFF2-40B4-BE49-F238E27FC236}">
                <a16:creationId xmlns:a16="http://schemas.microsoft.com/office/drawing/2014/main" id="{D5371D6F-4F52-47CF-4303-F3404F5A2FE4}"/>
              </a:ext>
            </a:extLst>
          </p:cNvPr>
          <p:cNvSpPr>
            <a:spLocks noChangeShapeType="1"/>
          </p:cNvSpPr>
          <p:nvPr/>
        </p:nvSpPr>
        <p:spPr bwMode="auto">
          <a:xfrm flipV="1">
            <a:off x="2725001" y="2949415"/>
            <a:ext cx="4540890"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52" name="Text Box 28">
            <a:extLst>
              <a:ext uri="{FF2B5EF4-FFF2-40B4-BE49-F238E27FC236}">
                <a16:creationId xmlns:a16="http://schemas.microsoft.com/office/drawing/2014/main" id="{785000A6-64F1-EFB1-720F-6FD348BFE05E}"/>
              </a:ext>
            </a:extLst>
          </p:cNvPr>
          <p:cNvSpPr txBox="1">
            <a:spLocks noChangeArrowheads="1"/>
          </p:cNvSpPr>
          <p:nvPr/>
        </p:nvSpPr>
        <p:spPr bwMode="auto">
          <a:xfrm>
            <a:off x="4487119" y="2803205"/>
            <a:ext cx="1062029"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100" b="1" dirty="0">
                <a:solidFill>
                  <a:srgbClr val="0000FF"/>
                </a:solidFill>
                <a:latin typeface="微软雅黑" pitchFamily="34" charset="-122"/>
                <a:ea typeface="微软雅黑" pitchFamily="34" charset="-122"/>
              </a:rPr>
              <a:t>IPv6 </a:t>
            </a:r>
            <a:r>
              <a:rPr lang="zh-CN" altLang="en-US" sz="1100" b="1" dirty="0">
                <a:solidFill>
                  <a:srgbClr val="0000FF"/>
                </a:solidFill>
                <a:latin typeface="微软雅黑" pitchFamily="34" charset="-122"/>
                <a:ea typeface="微软雅黑" pitchFamily="34" charset="-122"/>
              </a:rPr>
              <a:t>数据报</a:t>
            </a:r>
          </a:p>
        </p:txBody>
      </p:sp>
      <p:cxnSp>
        <p:nvCxnSpPr>
          <p:cNvPr id="53" name="直接连接符 32">
            <a:extLst>
              <a:ext uri="{FF2B5EF4-FFF2-40B4-BE49-F238E27FC236}">
                <a16:creationId xmlns:a16="http://schemas.microsoft.com/office/drawing/2014/main" id="{133C1AD2-36DA-DB4B-5DD0-1C51FCB1A6BB}"/>
              </a:ext>
            </a:extLst>
          </p:cNvPr>
          <p:cNvCxnSpPr>
            <a:cxnSpLocks noChangeShapeType="1"/>
          </p:cNvCxnSpPr>
          <p:nvPr/>
        </p:nvCxnSpPr>
        <p:spPr bwMode="auto">
          <a:xfrm>
            <a:off x="3545017" y="3479389"/>
            <a:ext cx="0" cy="422451"/>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4" name="直接连接符 34">
            <a:extLst>
              <a:ext uri="{FF2B5EF4-FFF2-40B4-BE49-F238E27FC236}">
                <a16:creationId xmlns:a16="http://schemas.microsoft.com/office/drawing/2014/main" id="{B20BD217-D6E5-23CD-93A1-4E9A9B5C759A}"/>
              </a:ext>
            </a:extLst>
          </p:cNvPr>
          <p:cNvCxnSpPr>
            <a:cxnSpLocks noChangeShapeType="1"/>
          </p:cNvCxnSpPr>
          <p:nvPr/>
        </p:nvCxnSpPr>
        <p:spPr bwMode="auto">
          <a:xfrm>
            <a:off x="7273321" y="3479389"/>
            <a:ext cx="0" cy="422451"/>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55" name="Text Box 23">
            <a:extLst>
              <a:ext uri="{FF2B5EF4-FFF2-40B4-BE49-F238E27FC236}">
                <a16:creationId xmlns:a16="http://schemas.microsoft.com/office/drawing/2014/main" id="{BE71A349-F71E-4FD1-DB40-A30FE09380A7}"/>
              </a:ext>
            </a:extLst>
          </p:cNvPr>
          <p:cNvSpPr txBox="1">
            <a:spLocks noChangeArrowheads="1"/>
          </p:cNvSpPr>
          <p:nvPr/>
        </p:nvSpPr>
        <p:spPr bwMode="auto">
          <a:xfrm>
            <a:off x="2771341" y="3470444"/>
            <a:ext cx="728084" cy="276999"/>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200" b="1" dirty="0">
                <a:solidFill>
                  <a:srgbClr val="CC0099"/>
                </a:solidFill>
                <a:latin typeface="微软雅黑" pitchFamily="34" charset="-122"/>
                <a:ea typeface="微软雅黑" pitchFamily="34" charset="-122"/>
              </a:rPr>
              <a:t>40 </a:t>
            </a:r>
            <a:r>
              <a:rPr lang="zh-CN" altLang="en-US" sz="1200" b="1" dirty="0">
                <a:solidFill>
                  <a:srgbClr val="CC0099"/>
                </a:solidFill>
                <a:latin typeface="微软雅黑" pitchFamily="34" charset="-122"/>
                <a:ea typeface="微软雅黑" pitchFamily="34" charset="-122"/>
              </a:rPr>
              <a:t>字节</a:t>
            </a:r>
          </a:p>
        </p:txBody>
      </p:sp>
      <p:sp>
        <p:nvSpPr>
          <p:cNvPr id="56" name="Line 27">
            <a:extLst>
              <a:ext uri="{FF2B5EF4-FFF2-40B4-BE49-F238E27FC236}">
                <a16:creationId xmlns:a16="http://schemas.microsoft.com/office/drawing/2014/main" id="{5993986C-D2E2-B081-5C27-47A77FD4061D}"/>
              </a:ext>
            </a:extLst>
          </p:cNvPr>
          <p:cNvSpPr>
            <a:spLocks noChangeShapeType="1"/>
          </p:cNvSpPr>
          <p:nvPr/>
        </p:nvSpPr>
        <p:spPr bwMode="auto">
          <a:xfrm>
            <a:off x="3539810" y="3613559"/>
            <a:ext cx="3734750" cy="3355"/>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57" name="Text Box 23">
            <a:extLst>
              <a:ext uri="{FF2B5EF4-FFF2-40B4-BE49-F238E27FC236}">
                <a16:creationId xmlns:a16="http://schemas.microsoft.com/office/drawing/2014/main" id="{DFDFFB70-E624-9D38-C753-F8AA53C949A8}"/>
              </a:ext>
            </a:extLst>
          </p:cNvPr>
          <p:cNvSpPr txBox="1">
            <a:spLocks noChangeArrowheads="1"/>
          </p:cNvSpPr>
          <p:nvPr/>
        </p:nvSpPr>
        <p:spPr bwMode="auto">
          <a:xfrm>
            <a:off x="4593614" y="3484980"/>
            <a:ext cx="1557357"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a:solidFill>
                  <a:srgbClr val="0000FF"/>
                </a:solidFill>
                <a:latin typeface="微软雅黑" pitchFamily="34" charset="-122"/>
                <a:ea typeface="微软雅黑" pitchFamily="34" charset="-122"/>
              </a:rPr>
              <a:t>不超过 </a:t>
            </a:r>
            <a:r>
              <a:rPr lang="en-US" altLang="zh-CN" sz="1100" b="1">
                <a:solidFill>
                  <a:srgbClr val="0000FF"/>
                </a:solidFill>
                <a:latin typeface="微软雅黑" pitchFamily="34" charset="-122"/>
                <a:ea typeface="微软雅黑" pitchFamily="34" charset="-122"/>
              </a:rPr>
              <a:t>65535 </a:t>
            </a:r>
            <a:r>
              <a:rPr lang="zh-CN" altLang="en-US" sz="1100" b="1">
                <a:solidFill>
                  <a:srgbClr val="0000FF"/>
                </a:solidFill>
                <a:latin typeface="微软雅黑" pitchFamily="34" charset="-122"/>
                <a:ea typeface="微软雅黑" pitchFamily="34" charset="-122"/>
              </a:rPr>
              <a:t>字节</a:t>
            </a:r>
          </a:p>
        </p:txBody>
      </p:sp>
      <p:sp>
        <p:nvSpPr>
          <p:cNvPr id="58" name="右箭头 28">
            <a:extLst>
              <a:ext uri="{FF2B5EF4-FFF2-40B4-BE49-F238E27FC236}">
                <a16:creationId xmlns:a16="http://schemas.microsoft.com/office/drawing/2014/main" id="{6B37400B-F0AC-B7B6-2031-DECE8AE1F148}"/>
              </a:ext>
            </a:extLst>
          </p:cNvPr>
          <p:cNvSpPr>
            <a:spLocks noChangeArrowheads="1"/>
          </p:cNvSpPr>
          <p:nvPr/>
        </p:nvSpPr>
        <p:spPr bwMode="auto">
          <a:xfrm rot="10800000">
            <a:off x="2162806" y="3191587"/>
            <a:ext cx="562194" cy="143115"/>
          </a:xfrm>
          <a:prstGeom prst="rightArrow">
            <a:avLst>
              <a:gd name="adj1" fmla="val 50000"/>
              <a:gd name="adj2" fmla="val 162073"/>
            </a:avLst>
          </a:prstGeom>
          <a:solidFill>
            <a:srgbClr val="FF00FF"/>
          </a:solidFill>
          <a:ln w="9525" algn="ctr">
            <a:solidFill>
              <a:schemeClr val="tx1"/>
            </a:solidFill>
            <a:round/>
            <a:headEnd/>
            <a:tailEnd/>
          </a:ln>
        </p:spPr>
        <p:txBody>
          <a:bodyPr/>
          <a:lstStyle/>
          <a:p>
            <a:endParaRPr lang="zh-CN" altLang="en-US" sz="1100" b="1">
              <a:solidFill>
                <a:srgbClr val="000099"/>
              </a:solidFill>
              <a:latin typeface="微软雅黑" pitchFamily="34" charset="-122"/>
              <a:ea typeface="微软雅黑" pitchFamily="34" charset="-122"/>
            </a:endParaRPr>
          </a:p>
        </p:txBody>
      </p:sp>
      <p:sp>
        <p:nvSpPr>
          <p:cNvPr id="59" name="Text Box 23">
            <a:extLst>
              <a:ext uri="{FF2B5EF4-FFF2-40B4-BE49-F238E27FC236}">
                <a16:creationId xmlns:a16="http://schemas.microsoft.com/office/drawing/2014/main" id="{0161E7CB-0551-46FF-006E-2162444B1A5B}"/>
              </a:ext>
            </a:extLst>
          </p:cNvPr>
          <p:cNvSpPr txBox="1">
            <a:spLocks noChangeArrowheads="1"/>
          </p:cNvSpPr>
          <p:nvPr/>
        </p:nvSpPr>
        <p:spPr bwMode="auto">
          <a:xfrm>
            <a:off x="1688153" y="3410292"/>
            <a:ext cx="82945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100" b="1" dirty="0">
                <a:solidFill>
                  <a:srgbClr val="0000FF"/>
                </a:solidFill>
                <a:latin typeface="微软雅黑" pitchFamily="34" charset="-122"/>
                <a:ea typeface="微软雅黑" pitchFamily="34" charset="-122"/>
              </a:rPr>
              <a:t>发送在前</a:t>
            </a:r>
          </a:p>
        </p:txBody>
      </p:sp>
      <p:sp>
        <p:nvSpPr>
          <p:cNvPr id="60" name="Line 3">
            <a:extLst>
              <a:ext uri="{FF2B5EF4-FFF2-40B4-BE49-F238E27FC236}">
                <a16:creationId xmlns:a16="http://schemas.microsoft.com/office/drawing/2014/main" id="{208A439F-5DB8-96B6-C5CB-8BC281E2195E}"/>
              </a:ext>
            </a:extLst>
          </p:cNvPr>
          <p:cNvSpPr>
            <a:spLocks noChangeShapeType="1"/>
          </p:cNvSpPr>
          <p:nvPr/>
        </p:nvSpPr>
        <p:spPr bwMode="auto">
          <a:xfrm>
            <a:off x="3537334" y="3079114"/>
            <a:ext cx="0" cy="3734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61" name="矩形 60">
            <a:extLst>
              <a:ext uri="{FF2B5EF4-FFF2-40B4-BE49-F238E27FC236}">
                <a16:creationId xmlns:a16="http://schemas.microsoft.com/office/drawing/2014/main" id="{EB85D080-216C-7210-D010-1F4CABF9FBC2}"/>
              </a:ext>
            </a:extLst>
          </p:cNvPr>
          <p:cNvSpPr/>
          <p:nvPr/>
        </p:nvSpPr>
        <p:spPr bwMode="auto">
          <a:xfrm>
            <a:off x="3543525" y="3090295"/>
            <a:ext cx="3722367" cy="362260"/>
          </a:xfrm>
          <a:prstGeom prst="rect">
            <a:avLst/>
          </a:prstGeom>
          <a:solidFill>
            <a:srgbClr val="99FFCC"/>
          </a:solidFill>
          <a:ln w="9525" cap="flat" cmpd="sng" algn="ctr">
            <a:noFill/>
            <a:prstDash val="solid"/>
            <a:round/>
            <a:headEnd type="none" w="med" len="med"/>
            <a:tailEnd type="none" w="med" len="med"/>
          </a:ln>
          <a:effectLst/>
        </p:spPr>
        <p:txBody>
          <a:bodyPr/>
          <a:lstStyle/>
          <a:p>
            <a:pPr>
              <a:defRPr/>
            </a:pPr>
            <a:endParaRPr lang="zh-CN" altLang="en-US" sz="1100" b="1">
              <a:solidFill>
                <a:srgbClr val="000099"/>
              </a:solidFill>
              <a:latin typeface="微软雅黑" pitchFamily="34" charset="-122"/>
              <a:ea typeface="微软雅黑" pitchFamily="34" charset="-122"/>
            </a:endParaRPr>
          </a:p>
        </p:txBody>
      </p:sp>
      <p:sp>
        <p:nvSpPr>
          <p:cNvPr id="62" name="Text Box 33">
            <a:extLst>
              <a:ext uri="{FF2B5EF4-FFF2-40B4-BE49-F238E27FC236}">
                <a16:creationId xmlns:a16="http://schemas.microsoft.com/office/drawing/2014/main" id="{EF40F2C9-9D12-F0DD-DCA0-75DAC3B79C46}"/>
              </a:ext>
            </a:extLst>
          </p:cNvPr>
          <p:cNvSpPr txBox="1">
            <a:spLocks noChangeArrowheads="1"/>
          </p:cNvSpPr>
          <p:nvPr/>
        </p:nvSpPr>
        <p:spPr bwMode="auto">
          <a:xfrm>
            <a:off x="3894722" y="3119165"/>
            <a:ext cx="31188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r>
              <a:rPr lang="zh-CN" altLang="en-US" sz="1400" b="1" dirty="0">
                <a:latin typeface="微软雅黑" pitchFamily="34" charset="-122"/>
                <a:ea typeface="微软雅黑" pitchFamily="34" charset="-122"/>
              </a:rPr>
              <a:t>有     效     载     荷</a:t>
            </a:r>
          </a:p>
        </p:txBody>
      </p:sp>
    </p:spTree>
    <p:extLst>
      <p:ext uri="{BB962C8B-B14F-4D97-AF65-F5344CB8AC3E}">
        <p14:creationId xmlns:p14="http://schemas.microsoft.com/office/powerpoint/2010/main" val="30304691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35" presetClass="emph" presetSubtype="0" repeatCount="3000" fill="hold" grpId="0" nodeType="afterEffect">
                                  <p:stCondLst>
                                    <p:cond delay="0"/>
                                  </p:stCondLst>
                                  <p:childTnLst>
                                    <p:anim calcmode="discrete" valueType="str">
                                      <p:cBhvr>
                                        <p:cTn id="12" dur="1000" fill="hold"/>
                                        <p:tgtEl>
                                          <p:spTgt spid="41"/>
                                        </p:tgtEl>
                                        <p:attrNameLst>
                                          <p:attrName>style.visibility</p:attrName>
                                        </p:attrNameLst>
                                      </p:cBhvr>
                                      <p:tavLst>
                                        <p:tav tm="0">
                                          <p:val>
                                            <p:strVal val="hidden"/>
                                          </p:val>
                                        </p:tav>
                                        <p:tav tm="50000">
                                          <p:val>
                                            <p:strVal val="visible"/>
                                          </p:val>
                                        </p:tav>
                                      </p:tavLst>
                                    </p:anim>
                                  </p:childTnLst>
                                </p:cTn>
                              </p:par>
                            </p:childTnLst>
                          </p:cTn>
                        </p:par>
                        <p:par>
                          <p:cTn id="13" fill="hold">
                            <p:stCondLst>
                              <p:cond delay="4000"/>
                            </p:stCondLst>
                            <p:childTnLst>
                              <p:par>
                                <p:cTn id="14" presetID="35" presetClass="emph" presetSubtype="0" repeatCount="3000" fill="hold" grpId="0" nodeType="afterEffect">
                                  <p:stCondLst>
                                    <p:cond delay="0"/>
                                  </p:stCondLst>
                                  <p:childTnLst>
                                    <p:anim calcmode="discrete" valueType="str">
                                      <p:cBhvr>
                                        <p:cTn id="15" dur="1000" fill="hold"/>
                                        <p:tgtEl>
                                          <p:spTgt spid="62"/>
                                        </p:tgtEl>
                                        <p:attrNameLst>
                                          <p:attrName>style.visibility</p:attrName>
                                        </p:attrNameLst>
                                      </p:cBhvr>
                                      <p:tavLst>
                                        <p:tav tm="0">
                                          <p:val>
                                            <p:strVal val="hidden"/>
                                          </p:val>
                                        </p:tav>
                                        <p:tav tm="50000">
                                          <p:val>
                                            <p:strVal val="visible"/>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nodeType="clickEffect">
                                  <p:stCondLst>
                                    <p:cond delay="0"/>
                                  </p:stCondLst>
                                  <p:childTnLst>
                                    <p:set>
                                      <p:cBhvr>
                                        <p:cTn id="19" dur="1" fill="hold">
                                          <p:stCondLst>
                                            <p:cond delay="0"/>
                                          </p:stCondLst>
                                        </p:cTn>
                                        <p:tgtEl>
                                          <p:spTgt spid="4">
                                            <p:txEl>
                                              <p:pRg st="1" end="1"/>
                                            </p:txEl>
                                          </p:spTgt>
                                        </p:tgtEl>
                                        <p:attrNameLst>
                                          <p:attrName>style.visibility</p:attrName>
                                        </p:attrNameLst>
                                      </p:cBhvr>
                                      <p:to>
                                        <p:strVal val="visible"/>
                                      </p:to>
                                    </p:set>
                                    <p:animEffect transition="in" filter="fade">
                                      <p:cBhvr>
                                        <p:cTn id="20" dur="1000"/>
                                        <p:tgtEl>
                                          <p:spTgt spid="4">
                                            <p:txEl>
                                              <p:pRg st="1" end="1"/>
                                            </p:txEl>
                                          </p:spTgt>
                                        </p:tgtEl>
                                      </p:cBhvr>
                                    </p:animEffect>
                                    <p:anim calcmode="lin" valueType="num">
                                      <p:cBhvr>
                                        <p:cTn id="21"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22"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par>
                          <p:cTn id="23" fill="hold">
                            <p:stCondLst>
                              <p:cond delay="1000"/>
                            </p:stCondLst>
                            <p:childTnLst>
                              <p:par>
                                <p:cTn id="24" presetID="35" presetClass="emph" presetSubtype="0" repeatCount="3000" fill="hold" grpId="0" nodeType="afterEffect">
                                  <p:stCondLst>
                                    <p:cond delay="0"/>
                                  </p:stCondLst>
                                  <p:childTnLst>
                                    <p:anim calcmode="discrete" valueType="str">
                                      <p:cBhvr>
                                        <p:cTn id="25" dur="1000" fill="hold"/>
                                        <p:tgtEl>
                                          <p:spTgt spid="42"/>
                                        </p:tgtEl>
                                        <p:attrNameLst>
                                          <p:attrName>style.visibility</p:attrName>
                                        </p:attrNameLst>
                                      </p:cBhvr>
                                      <p:tavLst>
                                        <p:tav tm="0">
                                          <p:val>
                                            <p:strVal val="hidden"/>
                                          </p:val>
                                        </p:tav>
                                        <p:tav tm="50000">
                                          <p:val>
                                            <p:strVal val="visible"/>
                                          </p:val>
                                        </p:tav>
                                      </p:tavLst>
                                    </p:anim>
                                  </p:childTnLst>
                                </p:cTn>
                              </p:par>
                              <p:par>
                                <p:cTn id="26" presetID="35" presetClass="emph" presetSubtype="0" repeatCount="3000" fill="hold" grpId="0" nodeType="withEffect">
                                  <p:stCondLst>
                                    <p:cond delay="0"/>
                                  </p:stCondLst>
                                  <p:childTnLst>
                                    <p:anim calcmode="discrete" valueType="str">
                                      <p:cBhvr>
                                        <p:cTn id="27" dur="1000" fill="hold"/>
                                        <p:tgtEl>
                                          <p:spTgt spid="43"/>
                                        </p:tgtEl>
                                        <p:attrNameLst>
                                          <p:attrName>style.visibility</p:attrName>
                                        </p:attrNameLst>
                                      </p:cBhvr>
                                      <p:tavLst>
                                        <p:tav tm="0">
                                          <p:val>
                                            <p:strVal val="hidden"/>
                                          </p:val>
                                        </p:tav>
                                        <p:tav tm="50000">
                                          <p:val>
                                            <p:strVal val="visible"/>
                                          </p:val>
                                        </p:tav>
                                      </p:tavLst>
                                    </p:anim>
                                  </p:childTnLst>
                                </p:cTn>
                              </p:par>
                            </p:childTnLst>
                          </p:cTn>
                        </p:par>
                        <p:par>
                          <p:cTn id="28" fill="hold">
                            <p:stCondLst>
                              <p:cond delay="4000"/>
                            </p:stCondLst>
                            <p:childTnLst>
                              <p:par>
                                <p:cTn id="29" presetID="35" presetClass="emph" presetSubtype="0" repeatCount="3000" fill="hold" grpId="0" nodeType="afterEffect">
                                  <p:stCondLst>
                                    <p:cond delay="0"/>
                                  </p:stCondLst>
                                  <p:childTnLst>
                                    <p:anim calcmode="discrete" valueType="str">
                                      <p:cBhvr>
                                        <p:cTn id="30" dur="1000" fill="hold"/>
                                        <p:tgtEl>
                                          <p:spTgt spid="45"/>
                                        </p:tgtEl>
                                        <p:attrNameLst>
                                          <p:attrName>style.visibility</p:attrName>
                                        </p:attrNameLst>
                                      </p:cBhvr>
                                      <p:tavLst>
                                        <p:tav tm="0">
                                          <p:val>
                                            <p:strVal val="hidden"/>
                                          </p:val>
                                        </p:tav>
                                        <p:tav tm="50000">
                                          <p:val>
                                            <p:strVal val="visible"/>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4">
                                            <p:txEl>
                                              <p:pRg st="2" end="2"/>
                                            </p:txEl>
                                          </p:spTgt>
                                        </p:tgtEl>
                                        <p:attrNameLst>
                                          <p:attrName>style.visibility</p:attrName>
                                        </p:attrNameLst>
                                      </p:cBhvr>
                                      <p:to>
                                        <p:strVal val="visible"/>
                                      </p:to>
                                    </p:set>
                                    <p:animEffect transition="in" filter="fade">
                                      <p:cBhvr>
                                        <p:cTn id="35" dur="1000"/>
                                        <p:tgtEl>
                                          <p:spTgt spid="4">
                                            <p:txEl>
                                              <p:pRg st="2" end="2"/>
                                            </p:txEl>
                                          </p:spTgt>
                                        </p:tgtEl>
                                      </p:cBhvr>
                                    </p:animEffect>
                                    <p:anim calcmode="lin" valueType="num">
                                      <p:cBhvr>
                                        <p:cTn id="36"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37"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P spid="41" grpId="0"/>
      <p:bldP spid="42" grpId="0"/>
      <p:bldP spid="43" grpId="0"/>
      <p:bldP spid="45" grpId="0"/>
      <p:bldP spid="62"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 name="圆角矩形 1">
            <a:extLst>
              <a:ext uri="{FF2B5EF4-FFF2-40B4-BE49-F238E27FC236}">
                <a16:creationId xmlns:a16="http://schemas.microsoft.com/office/drawing/2014/main" id="{B19B344F-8520-ADAC-C87F-F2BFD8FEEF66}"/>
              </a:ext>
            </a:extLst>
          </p:cNvPr>
          <p:cNvSpPr/>
          <p:nvPr/>
        </p:nvSpPr>
        <p:spPr>
          <a:xfrm>
            <a:off x="1553496" y="615462"/>
            <a:ext cx="7045359"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189" name="直接连接符 87">
            <a:extLst>
              <a:ext uri="{FF2B5EF4-FFF2-40B4-BE49-F238E27FC236}">
                <a16:creationId xmlns:a16="http://schemas.microsoft.com/office/drawing/2014/main" id="{1C154407-2902-7439-0304-D59EF2C48862}"/>
              </a:ext>
            </a:extLst>
          </p:cNvPr>
          <p:cNvCxnSpPr>
            <a:cxnSpLocks noChangeShapeType="1"/>
          </p:cNvCxnSpPr>
          <p:nvPr/>
        </p:nvCxnSpPr>
        <p:spPr bwMode="auto">
          <a:xfrm>
            <a:off x="2462444" y="2169197"/>
            <a:ext cx="5230" cy="2043874"/>
          </a:xfrm>
          <a:prstGeom prst="line">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190" name="Rectangle 113">
            <a:extLst>
              <a:ext uri="{FF2B5EF4-FFF2-40B4-BE49-F238E27FC236}">
                <a16:creationId xmlns:a16="http://schemas.microsoft.com/office/drawing/2014/main" id="{FD2264EA-C7F6-A6C5-ECC5-3A0CE3DA242D}"/>
              </a:ext>
            </a:extLst>
          </p:cNvPr>
          <p:cNvSpPr>
            <a:spLocks noChangeArrowheads="1"/>
          </p:cNvSpPr>
          <p:nvPr/>
        </p:nvSpPr>
        <p:spPr bwMode="auto">
          <a:xfrm>
            <a:off x="2089965" y="2992111"/>
            <a:ext cx="798296" cy="459100"/>
          </a:xfrm>
          <a:prstGeom prst="rect">
            <a:avLst/>
          </a:prstGeom>
          <a:solidFill>
            <a:srgbClr val="C3E3F9"/>
          </a:solidFill>
          <a:ln>
            <a:noFill/>
          </a:ln>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lgn="ctr">
              <a:spcBef>
                <a:spcPct val="0"/>
              </a:spcBef>
              <a:buSzTx/>
              <a:buFontTx/>
              <a:buNone/>
            </a:pPr>
            <a:r>
              <a:rPr lang="en-US" altLang="zh-CN" sz="1200">
                <a:latin typeface="微软雅黑" panose="020B0503020204020204" pitchFamily="34" charset="-122"/>
                <a:ea typeface="微软雅黑" panose="020B0503020204020204" pitchFamily="34" charset="-122"/>
              </a:rPr>
              <a:t>IPv6 </a:t>
            </a:r>
            <a:r>
              <a:rPr lang="zh-CN" altLang="en-US" sz="1200">
                <a:latin typeface="微软雅黑" panose="020B0503020204020204" pitchFamily="34" charset="-122"/>
                <a:ea typeface="微软雅黑" panose="020B0503020204020204" pitchFamily="34" charset="-122"/>
              </a:rPr>
              <a:t>的</a:t>
            </a:r>
          </a:p>
          <a:p>
            <a:pPr algn="ctr">
              <a:spcBef>
                <a:spcPct val="0"/>
              </a:spcBef>
              <a:buSzTx/>
              <a:buFontTx/>
              <a:buNone/>
            </a:pPr>
            <a:r>
              <a:rPr lang="zh-CN" altLang="en-US" sz="1200">
                <a:latin typeface="微软雅黑" panose="020B0503020204020204" pitchFamily="34" charset="-122"/>
                <a:ea typeface="微软雅黑" panose="020B0503020204020204" pitchFamily="34" charset="-122"/>
              </a:rPr>
              <a:t>有效载荷</a:t>
            </a:r>
          </a:p>
        </p:txBody>
      </p:sp>
      <p:cxnSp>
        <p:nvCxnSpPr>
          <p:cNvPr id="191" name="直接连接符 86">
            <a:extLst>
              <a:ext uri="{FF2B5EF4-FFF2-40B4-BE49-F238E27FC236}">
                <a16:creationId xmlns:a16="http://schemas.microsoft.com/office/drawing/2014/main" id="{978473FC-11E8-8481-A336-377C89B00F20}"/>
              </a:ext>
            </a:extLst>
          </p:cNvPr>
          <p:cNvCxnSpPr>
            <a:cxnSpLocks noChangeShapeType="1"/>
          </p:cNvCxnSpPr>
          <p:nvPr/>
        </p:nvCxnSpPr>
        <p:spPr bwMode="auto">
          <a:xfrm flipH="1">
            <a:off x="2462444" y="854895"/>
            <a:ext cx="5230" cy="1314302"/>
          </a:xfrm>
          <a:prstGeom prst="line">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192" name="Rectangle 2">
            <a:extLst>
              <a:ext uri="{FF2B5EF4-FFF2-40B4-BE49-F238E27FC236}">
                <a16:creationId xmlns:a16="http://schemas.microsoft.com/office/drawing/2014/main" id="{8300B2C7-2685-E90D-B7E2-7B8A69577DD2}"/>
              </a:ext>
            </a:extLst>
          </p:cNvPr>
          <p:cNvSpPr>
            <a:spLocks noChangeArrowheads="1"/>
          </p:cNvSpPr>
          <p:nvPr/>
        </p:nvSpPr>
        <p:spPr bwMode="auto">
          <a:xfrm>
            <a:off x="2922958" y="830218"/>
            <a:ext cx="4366350" cy="3364614"/>
          </a:xfrm>
          <a:prstGeom prst="rect">
            <a:avLst/>
          </a:prstGeom>
          <a:solidFill>
            <a:schemeClr val="accent3">
              <a:lumMod val="40000"/>
              <a:lumOff val="60000"/>
            </a:schemeClr>
          </a:solidFill>
          <a:ln w="28575">
            <a:solidFill>
              <a:schemeClr val="tx1"/>
            </a:solidFill>
            <a:miter lim="800000"/>
            <a:headEnd/>
            <a:tailEnd/>
          </a:ln>
          <a:effectLst/>
        </p:spPr>
        <p:txBody>
          <a:bodyPr wrap="none" anchor="ctr"/>
          <a:lstStyle>
            <a:lvl1pPr>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endParaRPr lang="zh-CN" altLang="en-US" sz="1800">
              <a:latin typeface="微软雅黑" panose="020B0503020204020204" pitchFamily="34" charset="-122"/>
              <a:ea typeface="微软雅黑" panose="020B0503020204020204" pitchFamily="34" charset="-122"/>
            </a:endParaRPr>
          </a:p>
        </p:txBody>
      </p:sp>
      <p:sp>
        <p:nvSpPr>
          <p:cNvPr id="193" name="矩形 192">
            <a:extLst>
              <a:ext uri="{FF2B5EF4-FFF2-40B4-BE49-F238E27FC236}">
                <a16:creationId xmlns:a16="http://schemas.microsoft.com/office/drawing/2014/main" id="{A7CE48AF-4A61-7CBA-D86E-285A64E92248}"/>
              </a:ext>
            </a:extLst>
          </p:cNvPr>
          <p:cNvSpPr/>
          <p:nvPr/>
        </p:nvSpPr>
        <p:spPr bwMode="auto">
          <a:xfrm>
            <a:off x="5100224" y="1049089"/>
            <a:ext cx="1105525" cy="257496"/>
          </a:xfrm>
          <a:prstGeom prst="rect">
            <a:avLst/>
          </a:prstGeom>
          <a:solidFill>
            <a:srgbClr val="FFC000"/>
          </a:solidFill>
          <a:ln w="12700" cap="flat" cmpd="sng" algn="ctr">
            <a:noFill/>
            <a:prstDash val="solid"/>
            <a:round/>
            <a:headEnd type="none" w="med" len="med"/>
            <a:tailEnd type="none" w="med" len="med"/>
          </a:ln>
          <a:effectLst/>
        </p:spPr>
        <p:txBody>
          <a:bodyPr/>
          <a:lstStyle/>
          <a:p>
            <a:pPr>
              <a:defRPr/>
            </a:pPr>
            <a:endParaRPr lang="zh-CN" altLang="en-US" sz="1400">
              <a:latin typeface="微软雅黑" panose="020B0503020204020204" pitchFamily="34" charset="-122"/>
              <a:ea typeface="微软雅黑" panose="020B0503020204020204" pitchFamily="34" charset="-122"/>
            </a:endParaRPr>
          </a:p>
        </p:txBody>
      </p:sp>
      <p:sp>
        <p:nvSpPr>
          <p:cNvPr id="194" name="Line 3">
            <a:extLst>
              <a:ext uri="{FF2B5EF4-FFF2-40B4-BE49-F238E27FC236}">
                <a16:creationId xmlns:a16="http://schemas.microsoft.com/office/drawing/2014/main" id="{BC9CF9DA-BD4E-67C5-FE64-A4B65D365A19}"/>
              </a:ext>
            </a:extLst>
          </p:cNvPr>
          <p:cNvSpPr>
            <a:spLocks noChangeShapeType="1"/>
          </p:cNvSpPr>
          <p:nvPr/>
        </p:nvSpPr>
        <p:spPr bwMode="auto">
          <a:xfrm>
            <a:off x="2932057" y="1055526"/>
            <a:ext cx="4372941"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95" name="Line 9">
            <a:extLst>
              <a:ext uri="{FF2B5EF4-FFF2-40B4-BE49-F238E27FC236}">
                <a16:creationId xmlns:a16="http://schemas.microsoft.com/office/drawing/2014/main" id="{66F71D3B-64F6-BE16-2AF8-D2AA4F870B69}"/>
              </a:ext>
            </a:extLst>
          </p:cNvPr>
          <p:cNvSpPr>
            <a:spLocks noChangeShapeType="1"/>
          </p:cNvSpPr>
          <p:nvPr/>
        </p:nvSpPr>
        <p:spPr bwMode="auto">
          <a:xfrm>
            <a:off x="3471746" y="831291"/>
            <a:ext cx="0" cy="22530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96" name="Line 12">
            <a:extLst>
              <a:ext uri="{FF2B5EF4-FFF2-40B4-BE49-F238E27FC236}">
                <a16:creationId xmlns:a16="http://schemas.microsoft.com/office/drawing/2014/main" id="{FA548025-222E-E6FF-6F25-B490A1983B63}"/>
              </a:ext>
            </a:extLst>
          </p:cNvPr>
          <p:cNvSpPr>
            <a:spLocks noChangeShapeType="1"/>
          </p:cNvSpPr>
          <p:nvPr/>
        </p:nvSpPr>
        <p:spPr bwMode="auto">
          <a:xfrm>
            <a:off x="5111729" y="1055526"/>
            <a:ext cx="0" cy="25105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197" name="Rectangle 15">
            <a:extLst>
              <a:ext uri="{FF2B5EF4-FFF2-40B4-BE49-F238E27FC236}">
                <a16:creationId xmlns:a16="http://schemas.microsoft.com/office/drawing/2014/main" id="{0D229A02-1A6A-6E1A-B19D-2049CCECFFCE}"/>
              </a:ext>
            </a:extLst>
          </p:cNvPr>
          <p:cNvSpPr>
            <a:spLocks noChangeArrowheads="1"/>
          </p:cNvSpPr>
          <p:nvPr/>
        </p:nvSpPr>
        <p:spPr bwMode="auto">
          <a:xfrm>
            <a:off x="2837608" y="609922"/>
            <a:ext cx="272512"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en-US" altLang="zh-CN" sz="1200">
                <a:latin typeface="微软雅黑" panose="020B0503020204020204" pitchFamily="34" charset="-122"/>
                <a:ea typeface="微软雅黑" panose="020B0503020204020204" pitchFamily="34" charset="-122"/>
              </a:rPr>
              <a:t>0</a:t>
            </a:r>
          </a:p>
        </p:txBody>
      </p:sp>
      <p:sp>
        <p:nvSpPr>
          <p:cNvPr id="198" name="Rectangle 16">
            <a:extLst>
              <a:ext uri="{FF2B5EF4-FFF2-40B4-BE49-F238E27FC236}">
                <a16:creationId xmlns:a16="http://schemas.microsoft.com/office/drawing/2014/main" id="{7D4DA5BF-40C5-CD08-FEC3-45B6AAB82560}"/>
              </a:ext>
            </a:extLst>
          </p:cNvPr>
          <p:cNvSpPr>
            <a:spLocks noChangeArrowheads="1"/>
          </p:cNvSpPr>
          <p:nvPr/>
        </p:nvSpPr>
        <p:spPr bwMode="auto">
          <a:xfrm>
            <a:off x="3406585" y="609922"/>
            <a:ext cx="272512"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en-US" altLang="zh-CN" sz="1200" dirty="0">
                <a:latin typeface="微软雅黑" panose="020B0503020204020204" pitchFamily="34" charset="-122"/>
                <a:ea typeface="微软雅黑" panose="020B0503020204020204" pitchFamily="34" charset="-122"/>
              </a:rPr>
              <a:t>4</a:t>
            </a:r>
          </a:p>
        </p:txBody>
      </p:sp>
      <p:sp>
        <p:nvSpPr>
          <p:cNvPr id="199" name="Rectangle 18">
            <a:extLst>
              <a:ext uri="{FF2B5EF4-FFF2-40B4-BE49-F238E27FC236}">
                <a16:creationId xmlns:a16="http://schemas.microsoft.com/office/drawing/2014/main" id="{B0B2E661-A9DF-A02E-238C-4829A5BDFD01}"/>
              </a:ext>
            </a:extLst>
          </p:cNvPr>
          <p:cNvSpPr>
            <a:spLocks noChangeArrowheads="1"/>
          </p:cNvSpPr>
          <p:nvPr/>
        </p:nvSpPr>
        <p:spPr bwMode="auto">
          <a:xfrm>
            <a:off x="5013099" y="609922"/>
            <a:ext cx="362280"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en-US" altLang="zh-CN" sz="1200">
                <a:latin typeface="微软雅黑" panose="020B0503020204020204" pitchFamily="34" charset="-122"/>
                <a:ea typeface="微软雅黑" panose="020B0503020204020204" pitchFamily="34" charset="-122"/>
              </a:rPr>
              <a:t>16</a:t>
            </a:r>
          </a:p>
        </p:txBody>
      </p:sp>
      <p:sp>
        <p:nvSpPr>
          <p:cNvPr id="200" name="Rectangle 21">
            <a:extLst>
              <a:ext uri="{FF2B5EF4-FFF2-40B4-BE49-F238E27FC236}">
                <a16:creationId xmlns:a16="http://schemas.microsoft.com/office/drawing/2014/main" id="{8839C209-E430-6FBB-A2DE-4B66D18B88D0}"/>
              </a:ext>
            </a:extLst>
          </p:cNvPr>
          <p:cNvSpPr>
            <a:spLocks noChangeArrowheads="1"/>
          </p:cNvSpPr>
          <p:nvPr/>
        </p:nvSpPr>
        <p:spPr bwMode="auto">
          <a:xfrm>
            <a:off x="7047387" y="609922"/>
            <a:ext cx="362280"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en-US" altLang="zh-CN" sz="1200">
                <a:latin typeface="微软雅黑" panose="020B0503020204020204" pitchFamily="34" charset="-122"/>
                <a:ea typeface="微软雅黑" panose="020B0503020204020204" pitchFamily="34" charset="-122"/>
              </a:rPr>
              <a:t>31</a:t>
            </a:r>
          </a:p>
        </p:txBody>
      </p:sp>
      <p:sp>
        <p:nvSpPr>
          <p:cNvPr id="201" name="Rectangle 22">
            <a:extLst>
              <a:ext uri="{FF2B5EF4-FFF2-40B4-BE49-F238E27FC236}">
                <a16:creationId xmlns:a16="http://schemas.microsoft.com/office/drawing/2014/main" id="{ECEB15E5-5D36-AFA0-4EC1-FE7F5352864B}"/>
              </a:ext>
            </a:extLst>
          </p:cNvPr>
          <p:cNvSpPr>
            <a:spLocks noChangeArrowheads="1"/>
          </p:cNvSpPr>
          <p:nvPr/>
        </p:nvSpPr>
        <p:spPr bwMode="auto">
          <a:xfrm>
            <a:off x="2954751" y="810378"/>
            <a:ext cx="535404"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dirty="0">
                <a:latin typeface="微软雅黑" panose="020B0503020204020204" pitchFamily="34" charset="-122"/>
                <a:ea typeface="微软雅黑" panose="020B0503020204020204" pitchFamily="34" charset="-122"/>
              </a:rPr>
              <a:t>版 本</a:t>
            </a:r>
          </a:p>
        </p:txBody>
      </p:sp>
      <p:sp>
        <p:nvSpPr>
          <p:cNvPr id="202" name="Rectangle 35">
            <a:extLst>
              <a:ext uri="{FF2B5EF4-FFF2-40B4-BE49-F238E27FC236}">
                <a16:creationId xmlns:a16="http://schemas.microsoft.com/office/drawing/2014/main" id="{725F1B8B-A469-17AC-B49A-5F20E54AAE95}"/>
              </a:ext>
            </a:extLst>
          </p:cNvPr>
          <p:cNvSpPr>
            <a:spLocks noChangeArrowheads="1"/>
          </p:cNvSpPr>
          <p:nvPr/>
        </p:nvSpPr>
        <p:spPr bwMode="auto">
          <a:xfrm>
            <a:off x="2656668" y="605630"/>
            <a:ext cx="336632"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a:latin typeface="微软雅黑" panose="020B0503020204020204" pitchFamily="34" charset="-122"/>
                <a:ea typeface="微软雅黑" panose="020B0503020204020204" pitchFamily="34" charset="-122"/>
              </a:rPr>
              <a:t>位</a:t>
            </a:r>
          </a:p>
        </p:txBody>
      </p:sp>
      <p:sp>
        <p:nvSpPr>
          <p:cNvPr id="203" name="Line 77">
            <a:extLst>
              <a:ext uri="{FF2B5EF4-FFF2-40B4-BE49-F238E27FC236}">
                <a16:creationId xmlns:a16="http://schemas.microsoft.com/office/drawing/2014/main" id="{33C53834-6BC9-3539-4C6A-B6F5A5D63CA3}"/>
              </a:ext>
            </a:extLst>
          </p:cNvPr>
          <p:cNvSpPr>
            <a:spLocks noChangeShapeType="1"/>
          </p:cNvSpPr>
          <p:nvPr/>
        </p:nvSpPr>
        <p:spPr bwMode="auto">
          <a:xfrm>
            <a:off x="2927874" y="1306585"/>
            <a:ext cx="437189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06" name="Rectangle 33">
            <a:extLst>
              <a:ext uri="{FF2B5EF4-FFF2-40B4-BE49-F238E27FC236}">
                <a16:creationId xmlns:a16="http://schemas.microsoft.com/office/drawing/2014/main" id="{98CDFEEF-7D00-0799-3B99-E8A4BDCAE300}"/>
              </a:ext>
            </a:extLst>
          </p:cNvPr>
          <p:cNvSpPr>
            <a:spLocks noChangeArrowheads="1"/>
          </p:cNvSpPr>
          <p:nvPr/>
        </p:nvSpPr>
        <p:spPr bwMode="auto">
          <a:xfrm>
            <a:off x="4218525" y="1844108"/>
            <a:ext cx="2114362"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a:latin typeface="微软雅黑" panose="020B0503020204020204" pitchFamily="34" charset="-122"/>
                <a:ea typeface="微软雅黑" panose="020B0503020204020204" pitchFamily="34" charset="-122"/>
              </a:rPr>
              <a:t>目   的</a:t>
            </a:r>
            <a:r>
              <a:rPr lang="zh-CN" altLang="en-US" sz="1200" b="1">
                <a:latin typeface="微软雅黑" panose="020B0503020204020204" pitchFamily="34" charset="-122"/>
                <a:ea typeface="微软雅黑" panose="020B0503020204020204" pitchFamily="34" charset="-122"/>
              </a:rPr>
              <a:t> </a:t>
            </a:r>
            <a:r>
              <a:rPr lang="zh-CN" altLang="en-US" sz="1200">
                <a:latin typeface="微软雅黑" panose="020B0503020204020204" pitchFamily="34" charset="-122"/>
                <a:ea typeface="微软雅黑" panose="020B0503020204020204" pitchFamily="34" charset="-122"/>
              </a:rPr>
              <a:t>  地   址   （</a:t>
            </a:r>
            <a:r>
              <a:rPr lang="en-US" altLang="zh-CN" sz="1200">
                <a:latin typeface="微软雅黑" panose="020B0503020204020204" pitchFamily="34" charset="-122"/>
                <a:ea typeface="微软雅黑" panose="020B0503020204020204" pitchFamily="34" charset="-122"/>
              </a:rPr>
              <a:t>128 </a:t>
            </a:r>
            <a:r>
              <a:rPr lang="zh-CN" altLang="en-US" sz="1200">
                <a:latin typeface="微软雅黑" panose="020B0503020204020204" pitchFamily="34" charset="-122"/>
                <a:ea typeface="微软雅黑" panose="020B0503020204020204" pitchFamily="34" charset="-122"/>
              </a:rPr>
              <a:t>位）</a:t>
            </a:r>
          </a:p>
        </p:txBody>
      </p:sp>
      <p:sp>
        <p:nvSpPr>
          <p:cNvPr id="207" name="Line 89">
            <a:extLst>
              <a:ext uri="{FF2B5EF4-FFF2-40B4-BE49-F238E27FC236}">
                <a16:creationId xmlns:a16="http://schemas.microsoft.com/office/drawing/2014/main" id="{4E94208C-1569-3B53-0418-7D8FF7E89ECE}"/>
              </a:ext>
            </a:extLst>
          </p:cNvPr>
          <p:cNvSpPr>
            <a:spLocks noChangeShapeType="1"/>
          </p:cNvSpPr>
          <p:nvPr/>
        </p:nvSpPr>
        <p:spPr bwMode="auto">
          <a:xfrm>
            <a:off x="6207841" y="1055526"/>
            <a:ext cx="0" cy="25105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08" name="Rectangle 92">
            <a:extLst>
              <a:ext uri="{FF2B5EF4-FFF2-40B4-BE49-F238E27FC236}">
                <a16:creationId xmlns:a16="http://schemas.microsoft.com/office/drawing/2014/main" id="{E2859B4F-2C47-68AF-8B5D-8016934287A7}"/>
              </a:ext>
            </a:extLst>
          </p:cNvPr>
          <p:cNvSpPr>
            <a:spLocks noChangeArrowheads="1"/>
          </p:cNvSpPr>
          <p:nvPr/>
        </p:nvSpPr>
        <p:spPr bwMode="auto">
          <a:xfrm>
            <a:off x="5098126" y="1041496"/>
            <a:ext cx="1131721"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dirty="0">
                <a:latin typeface="微软雅黑" panose="020B0503020204020204" pitchFamily="34" charset="-122"/>
                <a:ea typeface="微软雅黑" panose="020B0503020204020204" pitchFamily="34" charset="-122"/>
              </a:rPr>
              <a:t>下 一 个 首 部</a:t>
            </a:r>
          </a:p>
        </p:txBody>
      </p:sp>
      <p:sp>
        <p:nvSpPr>
          <p:cNvPr id="209" name="Rectangle 93">
            <a:extLst>
              <a:ext uri="{FF2B5EF4-FFF2-40B4-BE49-F238E27FC236}">
                <a16:creationId xmlns:a16="http://schemas.microsoft.com/office/drawing/2014/main" id="{7A6D0016-D78C-7DB0-5164-A9EC3821EF5C}"/>
              </a:ext>
            </a:extLst>
          </p:cNvPr>
          <p:cNvSpPr>
            <a:spLocks noChangeArrowheads="1"/>
          </p:cNvSpPr>
          <p:nvPr/>
        </p:nvSpPr>
        <p:spPr bwMode="auto">
          <a:xfrm>
            <a:off x="5330430" y="805462"/>
            <a:ext cx="1093249"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dirty="0">
                <a:latin typeface="微软雅黑" panose="020B0503020204020204" pitchFamily="34" charset="-122"/>
                <a:ea typeface="微软雅黑" panose="020B0503020204020204" pitchFamily="34" charset="-122"/>
              </a:rPr>
              <a:t>流     标     号</a:t>
            </a:r>
          </a:p>
        </p:txBody>
      </p:sp>
      <p:sp>
        <p:nvSpPr>
          <p:cNvPr id="210" name="Rectangle 95">
            <a:extLst>
              <a:ext uri="{FF2B5EF4-FFF2-40B4-BE49-F238E27FC236}">
                <a16:creationId xmlns:a16="http://schemas.microsoft.com/office/drawing/2014/main" id="{2FFC21AA-B17B-DF9A-1A20-5B2C46BA44CF}"/>
              </a:ext>
            </a:extLst>
          </p:cNvPr>
          <p:cNvSpPr>
            <a:spLocks noChangeArrowheads="1"/>
          </p:cNvSpPr>
          <p:nvPr/>
        </p:nvSpPr>
        <p:spPr bwMode="auto">
          <a:xfrm>
            <a:off x="4472363" y="609922"/>
            <a:ext cx="362280"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en-US" altLang="zh-CN" sz="1200">
                <a:latin typeface="微软雅黑" panose="020B0503020204020204" pitchFamily="34" charset="-122"/>
                <a:ea typeface="微软雅黑" panose="020B0503020204020204" pitchFamily="34" charset="-122"/>
              </a:rPr>
              <a:t>12</a:t>
            </a:r>
          </a:p>
        </p:txBody>
      </p:sp>
      <p:sp>
        <p:nvSpPr>
          <p:cNvPr id="211" name="Rectangle 96">
            <a:extLst>
              <a:ext uri="{FF2B5EF4-FFF2-40B4-BE49-F238E27FC236}">
                <a16:creationId xmlns:a16="http://schemas.microsoft.com/office/drawing/2014/main" id="{2658B2F1-E5AD-6AE5-F164-3D3A5F35ADC1}"/>
              </a:ext>
            </a:extLst>
          </p:cNvPr>
          <p:cNvSpPr>
            <a:spLocks noChangeArrowheads="1"/>
          </p:cNvSpPr>
          <p:nvPr/>
        </p:nvSpPr>
        <p:spPr bwMode="auto">
          <a:xfrm>
            <a:off x="3567861" y="810378"/>
            <a:ext cx="932949"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dirty="0">
                <a:latin typeface="微软雅黑" panose="020B0503020204020204" pitchFamily="34" charset="-122"/>
                <a:ea typeface="微软雅黑" panose="020B0503020204020204" pitchFamily="34" charset="-122"/>
              </a:rPr>
              <a:t>通 信 量 类</a:t>
            </a:r>
          </a:p>
        </p:txBody>
      </p:sp>
      <p:sp>
        <p:nvSpPr>
          <p:cNvPr id="212" name="Rectangle 99">
            <a:extLst>
              <a:ext uri="{FF2B5EF4-FFF2-40B4-BE49-F238E27FC236}">
                <a16:creationId xmlns:a16="http://schemas.microsoft.com/office/drawing/2014/main" id="{0739B4A9-AC02-FA59-36F0-96B7E5AFE9FA}"/>
              </a:ext>
            </a:extLst>
          </p:cNvPr>
          <p:cNvSpPr>
            <a:spLocks noChangeArrowheads="1"/>
          </p:cNvSpPr>
          <p:nvPr/>
        </p:nvSpPr>
        <p:spPr bwMode="auto">
          <a:xfrm>
            <a:off x="3287872" y="1050883"/>
            <a:ext cx="1554914"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dirty="0">
                <a:latin typeface="微软雅黑" panose="020B0503020204020204" pitchFamily="34" charset="-122"/>
                <a:ea typeface="微软雅黑" panose="020B0503020204020204" pitchFamily="34" charset="-122"/>
              </a:rPr>
              <a:t>有  效  载  荷  长  度</a:t>
            </a:r>
          </a:p>
        </p:txBody>
      </p:sp>
      <p:sp>
        <p:nvSpPr>
          <p:cNvPr id="213" name="Rectangle 100">
            <a:extLst>
              <a:ext uri="{FF2B5EF4-FFF2-40B4-BE49-F238E27FC236}">
                <a16:creationId xmlns:a16="http://schemas.microsoft.com/office/drawing/2014/main" id="{7DD80661-07CA-3A42-6786-51BE1F552978}"/>
              </a:ext>
            </a:extLst>
          </p:cNvPr>
          <p:cNvSpPr>
            <a:spLocks noChangeArrowheads="1"/>
          </p:cNvSpPr>
          <p:nvPr/>
        </p:nvSpPr>
        <p:spPr bwMode="auto">
          <a:xfrm>
            <a:off x="6319332" y="1052853"/>
            <a:ext cx="932949"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dirty="0">
                <a:latin typeface="微软雅黑" panose="020B0503020204020204" pitchFamily="34" charset="-122"/>
                <a:ea typeface="微软雅黑" panose="020B0503020204020204" pitchFamily="34" charset="-122"/>
              </a:rPr>
              <a:t>跳 数 限 制</a:t>
            </a:r>
          </a:p>
        </p:txBody>
      </p:sp>
      <p:sp>
        <p:nvSpPr>
          <p:cNvPr id="214" name="Line 103">
            <a:extLst>
              <a:ext uri="{FF2B5EF4-FFF2-40B4-BE49-F238E27FC236}">
                <a16:creationId xmlns:a16="http://schemas.microsoft.com/office/drawing/2014/main" id="{1ED1F453-39EA-B619-8505-1B09A9E2B354}"/>
              </a:ext>
            </a:extLst>
          </p:cNvPr>
          <p:cNvSpPr>
            <a:spLocks noChangeShapeType="1"/>
          </p:cNvSpPr>
          <p:nvPr/>
        </p:nvSpPr>
        <p:spPr bwMode="auto">
          <a:xfrm>
            <a:off x="4559490" y="830218"/>
            <a:ext cx="4184" cy="2263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15" name="Rectangle 104">
            <a:extLst>
              <a:ext uri="{FF2B5EF4-FFF2-40B4-BE49-F238E27FC236}">
                <a16:creationId xmlns:a16="http://schemas.microsoft.com/office/drawing/2014/main" id="{C01C916B-95D1-6B92-6B8D-EE548F8695FE}"/>
              </a:ext>
            </a:extLst>
          </p:cNvPr>
          <p:cNvSpPr>
            <a:spLocks noChangeArrowheads="1"/>
          </p:cNvSpPr>
          <p:nvPr/>
        </p:nvSpPr>
        <p:spPr bwMode="auto">
          <a:xfrm>
            <a:off x="6100842" y="609922"/>
            <a:ext cx="362280"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en-US" altLang="zh-CN" sz="1200">
                <a:latin typeface="微软雅黑" panose="020B0503020204020204" pitchFamily="34" charset="-122"/>
                <a:ea typeface="微软雅黑" panose="020B0503020204020204" pitchFamily="34" charset="-122"/>
              </a:rPr>
              <a:t>24</a:t>
            </a:r>
          </a:p>
        </p:txBody>
      </p:sp>
      <p:sp>
        <p:nvSpPr>
          <p:cNvPr id="216" name="Rectangle 107">
            <a:extLst>
              <a:ext uri="{FF2B5EF4-FFF2-40B4-BE49-F238E27FC236}">
                <a16:creationId xmlns:a16="http://schemas.microsoft.com/office/drawing/2014/main" id="{D7D314B5-55F2-5AE8-4DFE-0D0EF933668C}"/>
              </a:ext>
            </a:extLst>
          </p:cNvPr>
          <p:cNvSpPr>
            <a:spLocks noChangeArrowheads="1"/>
          </p:cNvSpPr>
          <p:nvPr/>
        </p:nvSpPr>
        <p:spPr bwMode="auto">
          <a:xfrm>
            <a:off x="2937286" y="3147681"/>
            <a:ext cx="4344702" cy="1047150"/>
          </a:xfrm>
          <a:prstGeom prst="rect">
            <a:avLst/>
          </a:prstGeom>
          <a:solidFill>
            <a:schemeClr val="accent4">
              <a:lumMod val="20000"/>
              <a:lumOff val="80000"/>
            </a:schemeClr>
          </a:solidFill>
          <a:ln>
            <a:noFill/>
          </a:ln>
        </p:spPr>
        <p:txBody>
          <a:bodyPr wrap="none" anchor="ctr"/>
          <a:lstStyle>
            <a:lvl1pPr>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defRPr/>
            </a:pPr>
            <a:endParaRPr lang="zh-CN" altLang="en-US" sz="1800">
              <a:latin typeface="微软雅黑" panose="020B0503020204020204" pitchFamily="34" charset="-122"/>
              <a:ea typeface="微软雅黑" panose="020B0503020204020204" pitchFamily="34" charset="-122"/>
            </a:endParaRPr>
          </a:p>
        </p:txBody>
      </p:sp>
      <p:sp>
        <p:nvSpPr>
          <p:cNvPr id="217" name="Rectangle 108">
            <a:extLst>
              <a:ext uri="{FF2B5EF4-FFF2-40B4-BE49-F238E27FC236}">
                <a16:creationId xmlns:a16="http://schemas.microsoft.com/office/drawing/2014/main" id="{58CECCAE-A2EB-0A69-F461-AA88E0404102}"/>
              </a:ext>
            </a:extLst>
          </p:cNvPr>
          <p:cNvSpPr>
            <a:spLocks noChangeArrowheads="1"/>
          </p:cNvSpPr>
          <p:nvPr/>
        </p:nvSpPr>
        <p:spPr bwMode="auto">
          <a:xfrm>
            <a:off x="4317884" y="3547873"/>
            <a:ext cx="2010167" cy="274434"/>
          </a:xfrm>
          <a:prstGeom prst="rect">
            <a:avLst/>
          </a:prstGeom>
          <a:noFill/>
          <a:ln>
            <a:noFill/>
          </a:ln>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dirty="0">
                <a:latin typeface="微软雅黑" panose="020B0503020204020204" pitchFamily="34" charset="-122"/>
                <a:ea typeface="微软雅黑" panose="020B0503020204020204" pitchFamily="34" charset="-122"/>
              </a:rPr>
              <a:t>数         据         部         分</a:t>
            </a:r>
          </a:p>
        </p:txBody>
      </p:sp>
      <p:sp>
        <p:nvSpPr>
          <p:cNvPr id="218" name="Rectangle 111">
            <a:extLst>
              <a:ext uri="{FF2B5EF4-FFF2-40B4-BE49-F238E27FC236}">
                <a16:creationId xmlns:a16="http://schemas.microsoft.com/office/drawing/2014/main" id="{300E7F01-FE3E-1032-3F71-1D696C133836}"/>
              </a:ext>
            </a:extLst>
          </p:cNvPr>
          <p:cNvSpPr>
            <a:spLocks noChangeArrowheads="1"/>
          </p:cNvSpPr>
          <p:nvPr/>
        </p:nvSpPr>
        <p:spPr bwMode="auto">
          <a:xfrm>
            <a:off x="2067344" y="1223972"/>
            <a:ext cx="811120" cy="643766"/>
          </a:xfrm>
          <a:prstGeom prst="rect">
            <a:avLst/>
          </a:prstGeom>
          <a:solidFill>
            <a:srgbClr val="C3E3F9"/>
          </a:solidFill>
          <a:ln>
            <a:noFill/>
          </a:ln>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lgn="ctr">
              <a:spcBef>
                <a:spcPct val="0"/>
              </a:spcBef>
              <a:buSzTx/>
              <a:buFontTx/>
              <a:buNone/>
            </a:pPr>
            <a:r>
              <a:rPr lang="en-US" altLang="zh-CN" sz="1200" dirty="0">
                <a:latin typeface="微软雅黑" panose="020B0503020204020204" pitchFamily="34" charset="-122"/>
                <a:ea typeface="微软雅黑" panose="020B0503020204020204" pitchFamily="34" charset="-122"/>
              </a:rPr>
              <a:t>IPv6 </a:t>
            </a:r>
            <a:r>
              <a:rPr lang="zh-CN" altLang="en-US" sz="1200" dirty="0">
                <a:latin typeface="微软雅黑" panose="020B0503020204020204" pitchFamily="34" charset="-122"/>
                <a:ea typeface="微软雅黑" panose="020B0503020204020204" pitchFamily="34" charset="-122"/>
              </a:rPr>
              <a:t>的</a:t>
            </a:r>
          </a:p>
          <a:p>
            <a:pPr algn="ctr">
              <a:spcBef>
                <a:spcPct val="0"/>
              </a:spcBef>
              <a:buSzTx/>
              <a:buFontTx/>
              <a:buNone/>
            </a:pPr>
            <a:r>
              <a:rPr lang="zh-CN" altLang="en-US" sz="1200" dirty="0">
                <a:latin typeface="微软雅黑" panose="020B0503020204020204" pitchFamily="34" charset="-122"/>
                <a:ea typeface="微软雅黑" panose="020B0503020204020204" pitchFamily="34" charset="-122"/>
              </a:rPr>
              <a:t>基本首部</a:t>
            </a:r>
          </a:p>
          <a:p>
            <a:pPr algn="ctr">
              <a:spcBef>
                <a:spcPct val="0"/>
              </a:spcBef>
              <a:buSzTx/>
              <a:buFontTx/>
              <a:buNone/>
            </a:pPr>
            <a:r>
              <a:rPr lang="zh-CN" altLang="en-US" sz="1200" dirty="0">
                <a:latin typeface="微软雅黑" panose="020B0503020204020204" pitchFamily="34" charset="-122"/>
                <a:ea typeface="微软雅黑" panose="020B0503020204020204" pitchFamily="34" charset="-122"/>
              </a:rPr>
              <a:t>（</a:t>
            </a:r>
            <a:r>
              <a:rPr lang="en-US" altLang="zh-CN" sz="1200" dirty="0">
                <a:latin typeface="微软雅黑" panose="020B0503020204020204" pitchFamily="34" charset="-122"/>
                <a:ea typeface="微软雅黑" panose="020B0503020204020204" pitchFamily="34" charset="-122"/>
              </a:rPr>
              <a:t>40 B</a:t>
            </a:r>
            <a:r>
              <a:rPr lang="zh-CN" altLang="en-US" sz="1200" dirty="0">
                <a:latin typeface="微软雅黑" panose="020B0503020204020204" pitchFamily="34" charset="-122"/>
                <a:ea typeface="微软雅黑" panose="020B0503020204020204" pitchFamily="34" charset="-122"/>
              </a:rPr>
              <a:t>）</a:t>
            </a:r>
          </a:p>
        </p:txBody>
      </p:sp>
      <p:sp>
        <p:nvSpPr>
          <p:cNvPr id="219" name="Rectangle 88">
            <a:extLst>
              <a:ext uri="{FF2B5EF4-FFF2-40B4-BE49-F238E27FC236}">
                <a16:creationId xmlns:a16="http://schemas.microsoft.com/office/drawing/2014/main" id="{0906DC01-FA81-CA9C-57CF-91B15E3B482E}"/>
              </a:ext>
            </a:extLst>
          </p:cNvPr>
          <p:cNvSpPr>
            <a:spLocks noChangeArrowheads="1"/>
          </p:cNvSpPr>
          <p:nvPr/>
        </p:nvSpPr>
        <p:spPr bwMode="auto">
          <a:xfrm>
            <a:off x="4436072" y="1406365"/>
            <a:ext cx="1779334"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dirty="0">
                <a:latin typeface="微软雅黑" panose="020B0503020204020204" pitchFamily="34" charset="-122"/>
                <a:ea typeface="微软雅黑" panose="020B0503020204020204" pitchFamily="34" charset="-122"/>
              </a:rPr>
              <a:t>源   地   址  （</a:t>
            </a:r>
            <a:r>
              <a:rPr lang="en-US" altLang="zh-CN" sz="1200" dirty="0">
                <a:latin typeface="微软雅黑" panose="020B0503020204020204" pitchFamily="34" charset="-122"/>
                <a:ea typeface="微软雅黑" panose="020B0503020204020204" pitchFamily="34" charset="-122"/>
              </a:rPr>
              <a:t>128 </a:t>
            </a:r>
            <a:r>
              <a:rPr lang="zh-CN" altLang="en-US" sz="1200" dirty="0">
                <a:latin typeface="微软雅黑" panose="020B0503020204020204" pitchFamily="34" charset="-122"/>
                <a:ea typeface="微软雅黑" panose="020B0503020204020204" pitchFamily="34" charset="-122"/>
              </a:rPr>
              <a:t>位）</a:t>
            </a:r>
          </a:p>
        </p:txBody>
      </p:sp>
      <p:sp>
        <p:nvSpPr>
          <p:cNvPr id="220" name="Line 81">
            <a:extLst>
              <a:ext uri="{FF2B5EF4-FFF2-40B4-BE49-F238E27FC236}">
                <a16:creationId xmlns:a16="http://schemas.microsoft.com/office/drawing/2014/main" id="{399DD02D-41D3-61C3-4594-49D054331E7E}"/>
              </a:ext>
            </a:extLst>
          </p:cNvPr>
          <p:cNvSpPr>
            <a:spLocks noChangeShapeType="1"/>
          </p:cNvSpPr>
          <p:nvPr/>
        </p:nvSpPr>
        <p:spPr bwMode="auto">
          <a:xfrm>
            <a:off x="2926827" y="1730381"/>
            <a:ext cx="4372941"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21" name="Line 81">
            <a:extLst>
              <a:ext uri="{FF2B5EF4-FFF2-40B4-BE49-F238E27FC236}">
                <a16:creationId xmlns:a16="http://schemas.microsoft.com/office/drawing/2014/main" id="{083CBA66-F62A-D4F2-9D18-04DED75ECE0E}"/>
              </a:ext>
            </a:extLst>
          </p:cNvPr>
          <p:cNvSpPr>
            <a:spLocks noChangeShapeType="1"/>
          </p:cNvSpPr>
          <p:nvPr/>
        </p:nvSpPr>
        <p:spPr bwMode="auto">
          <a:xfrm>
            <a:off x="2917414" y="2415963"/>
            <a:ext cx="218281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22" name="Line 89">
            <a:extLst>
              <a:ext uri="{FF2B5EF4-FFF2-40B4-BE49-F238E27FC236}">
                <a16:creationId xmlns:a16="http://schemas.microsoft.com/office/drawing/2014/main" id="{73DBE68A-D742-2508-3E35-4CC840FD9ECD}"/>
              </a:ext>
            </a:extLst>
          </p:cNvPr>
          <p:cNvSpPr>
            <a:spLocks noChangeShapeType="1"/>
          </p:cNvSpPr>
          <p:nvPr/>
        </p:nvSpPr>
        <p:spPr bwMode="auto">
          <a:xfrm>
            <a:off x="3986332" y="2165978"/>
            <a:ext cx="0" cy="25105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23" name="Line 89">
            <a:extLst>
              <a:ext uri="{FF2B5EF4-FFF2-40B4-BE49-F238E27FC236}">
                <a16:creationId xmlns:a16="http://schemas.microsoft.com/office/drawing/2014/main" id="{0301EF5B-E034-4B84-4FC6-56C4010739F2}"/>
              </a:ext>
            </a:extLst>
          </p:cNvPr>
          <p:cNvSpPr>
            <a:spLocks noChangeShapeType="1"/>
          </p:cNvSpPr>
          <p:nvPr/>
        </p:nvSpPr>
        <p:spPr bwMode="auto">
          <a:xfrm>
            <a:off x="5100224" y="2172416"/>
            <a:ext cx="0" cy="25105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24" name="矩形 49">
            <a:extLst>
              <a:ext uri="{FF2B5EF4-FFF2-40B4-BE49-F238E27FC236}">
                <a16:creationId xmlns:a16="http://schemas.microsoft.com/office/drawing/2014/main" id="{8AD66E11-D567-4247-DD1F-5F943EBCF9D3}"/>
              </a:ext>
            </a:extLst>
          </p:cNvPr>
          <p:cNvSpPr>
            <a:spLocks noChangeArrowheads="1"/>
          </p:cNvSpPr>
          <p:nvPr/>
        </p:nvSpPr>
        <p:spPr bwMode="auto">
          <a:xfrm>
            <a:off x="2870348" y="1487905"/>
            <a:ext cx="95178" cy="48280"/>
          </a:xfrm>
          <a:prstGeom prst="rect">
            <a:avLst/>
          </a:prstGeom>
          <a:solidFill>
            <a:schemeClr val="bg1"/>
          </a:solidFill>
          <a:ln>
            <a:noFill/>
          </a:ln>
          <a:extLst>
            <a:ext uri="{91240B29-F687-4F45-9708-019B960494DF}">
              <a14:hiddenLine xmlns:a14="http://schemas.microsoft.com/office/drawing/2010/main" w="12700" algn="ctr">
                <a:solidFill>
                  <a:srgbClr val="000000"/>
                </a:solidFill>
                <a:round/>
                <a:headEnd/>
                <a:tailEnd/>
              </a14:hiddenLine>
            </a:ext>
          </a:extLst>
        </p:spPr>
        <p:txBody>
          <a:bodyPr/>
          <a:lstStyle>
            <a:lvl1pPr>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endParaRPr lang="zh-CN" altLang="en-US" sz="1800">
              <a:latin typeface="微软雅黑" panose="020B0503020204020204" pitchFamily="34" charset="-122"/>
              <a:ea typeface="微软雅黑" panose="020B0503020204020204" pitchFamily="34" charset="-122"/>
            </a:endParaRPr>
          </a:p>
        </p:txBody>
      </p:sp>
      <p:sp>
        <p:nvSpPr>
          <p:cNvPr id="225" name="矩形 50">
            <a:extLst>
              <a:ext uri="{FF2B5EF4-FFF2-40B4-BE49-F238E27FC236}">
                <a16:creationId xmlns:a16="http://schemas.microsoft.com/office/drawing/2014/main" id="{3024AB01-0C4A-0A0A-A2BA-4B4E0810CA53}"/>
              </a:ext>
            </a:extLst>
          </p:cNvPr>
          <p:cNvSpPr>
            <a:spLocks noChangeArrowheads="1"/>
          </p:cNvSpPr>
          <p:nvPr/>
        </p:nvSpPr>
        <p:spPr bwMode="auto">
          <a:xfrm>
            <a:off x="7234923" y="1487905"/>
            <a:ext cx="95177" cy="48280"/>
          </a:xfrm>
          <a:prstGeom prst="rect">
            <a:avLst/>
          </a:prstGeom>
          <a:solidFill>
            <a:schemeClr val="bg1"/>
          </a:solidFill>
          <a:ln>
            <a:noFill/>
          </a:ln>
          <a:extLst>
            <a:ext uri="{91240B29-F687-4F45-9708-019B960494DF}">
              <a14:hiddenLine xmlns:a14="http://schemas.microsoft.com/office/drawing/2010/main" w="12700" algn="ctr">
                <a:solidFill>
                  <a:srgbClr val="000000"/>
                </a:solidFill>
                <a:round/>
                <a:headEnd/>
                <a:tailEnd/>
              </a14:hiddenLine>
            </a:ext>
          </a:extLst>
        </p:spPr>
        <p:txBody>
          <a:bodyPr/>
          <a:lstStyle>
            <a:lvl1pPr>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endParaRPr lang="zh-CN" altLang="en-US" sz="1800">
              <a:latin typeface="微软雅黑" panose="020B0503020204020204" pitchFamily="34" charset="-122"/>
              <a:ea typeface="微软雅黑" panose="020B0503020204020204" pitchFamily="34" charset="-122"/>
            </a:endParaRPr>
          </a:p>
        </p:txBody>
      </p:sp>
      <p:sp>
        <p:nvSpPr>
          <p:cNvPr id="227" name="矩形 52">
            <a:extLst>
              <a:ext uri="{FF2B5EF4-FFF2-40B4-BE49-F238E27FC236}">
                <a16:creationId xmlns:a16="http://schemas.microsoft.com/office/drawing/2014/main" id="{2E45F478-1D0B-D028-E3D5-CA313D814362}"/>
              </a:ext>
            </a:extLst>
          </p:cNvPr>
          <p:cNvSpPr>
            <a:spLocks noChangeArrowheads="1"/>
          </p:cNvSpPr>
          <p:nvPr/>
        </p:nvSpPr>
        <p:spPr bwMode="auto">
          <a:xfrm>
            <a:off x="2870348" y="1925649"/>
            <a:ext cx="95178" cy="48280"/>
          </a:xfrm>
          <a:prstGeom prst="rect">
            <a:avLst/>
          </a:prstGeom>
          <a:solidFill>
            <a:schemeClr val="bg1"/>
          </a:solidFill>
          <a:ln>
            <a:noFill/>
          </a:ln>
          <a:extLst>
            <a:ext uri="{91240B29-F687-4F45-9708-019B960494DF}">
              <a14:hiddenLine xmlns:a14="http://schemas.microsoft.com/office/drawing/2010/main" w="12700" algn="ctr">
                <a:solidFill>
                  <a:srgbClr val="000000"/>
                </a:solidFill>
                <a:round/>
                <a:headEnd/>
                <a:tailEnd/>
              </a14:hiddenLine>
            </a:ext>
          </a:extLst>
        </p:spPr>
        <p:txBody>
          <a:bodyPr/>
          <a:lstStyle>
            <a:lvl1pPr>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endParaRPr lang="zh-CN" altLang="en-US" sz="1800">
              <a:latin typeface="微软雅黑" panose="020B0503020204020204" pitchFamily="34" charset="-122"/>
              <a:ea typeface="微软雅黑" panose="020B0503020204020204" pitchFamily="34" charset="-122"/>
            </a:endParaRPr>
          </a:p>
        </p:txBody>
      </p:sp>
      <p:sp>
        <p:nvSpPr>
          <p:cNvPr id="228" name="矩形 53">
            <a:extLst>
              <a:ext uri="{FF2B5EF4-FFF2-40B4-BE49-F238E27FC236}">
                <a16:creationId xmlns:a16="http://schemas.microsoft.com/office/drawing/2014/main" id="{D231B035-3A90-067A-A0DB-DFCA92CD3BA5}"/>
              </a:ext>
            </a:extLst>
          </p:cNvPr>
          <p:cNvSpPr>
            <a:spLocks noChangeArrowheads="1"/>
          </p:cNvSpPr>
          <p:nvPr/>
        </p:nvSpPr>
        <p:spPr bwMode="auto">
          <a:xfrm>
            <a:off x="7260024" y="1925649"/>
            <a:ext cx="94132" cy="48280"/>
          </a:xfrm>
          <a:prstGeom prst="rect">
            <a:avLst/>
          </a:prstGeom>
          <a:solidFill>
            <a:schemeClr val="bg1"/>
          </a:solidFill>
          <a:ln>
            <a:noFill/>
          </a:ln>
          <a:extLst>
            <a:ext uri="{91240B29-F687-4F45-9708-019B960494DF}">
              <a14:hiddenLine xmlns:a14="http://schemas.microsoft.com/office/drawing/2010/main" w="12700" algn="ctr">
                <a:solidFill>
                  <a:srgbClr val="000000"/>
                </a:solidFill>
                <a:round/>
                <a:headEnd/>
                <a:tailEnd/>
              </a14:hiddenLine>
            </a:ext>
          </a:extLst>
        </p:spPr>
        <p:txBody>
          <a:bodyPr/>
          <a:lstStyle>
            <a:lvl1pPr>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endParaRPr lang="zh-CN" altLang="en-US" sz="1800">
              <a:latin typeface="微软雅黑" panose="020B0503020204020204" pitchFamily="34" charset="-122"/>
              <a:ea typeface="微软雅黑" panose="020B0503020204020204" pitchFamily="34" charset="-122"/>
            </a:endParaRPr>
          </a:p>
        </p:txBody>
      </p:sp>
      <p:sp>
        <p:nvSpPr>
          <p:cNvPr id="229" name="矩形 228">
            <a:extLst>
              <a:ext uri="{FF2B5EF4-FFF2-40B4-BE49-F238E27FC236}">
                <a16:creationId xmlns:a16="http://schemas.microsoft.com/office/drawing/2014/main" id="{521449C1-BBF1-882F-3088-C73D90AF6D47}"/>
              </a:ext>
            </a:extLst>
          </p:cNvPr>
          <p:cNvSpPr/>
          <p:nvPr/>
        </p:nvSpPr>
        <p:spPr bwMode="auto">
          <a:xfrm>
            <a:off x="2943562" y="2169197"/>
            <a:ext cx="1037541" cy="244621"/>
          </a:xfrm>
          <a:prstGeom prst="rect">
            <a:avLst/>
          </a:prstGeom>
          <a:solidFill>
            <a:srgbClr val="FFC000"/>
          </a:solidFill>
          <a:ln w="12700" cap="flat" cmpd="sng" algn="ctr">
            <a:noFill/>
            <a:prstDash val="solid"/>
            <a:round/>
            <a:headEnd type="none" w="med" len="med"/>
            <a:tailEnd type="none" w="med" len="med"/>
          </a:ln>
          <a:effectLst/>
        </p:spPr>
        <p:txBody>
          <a:bodyPr/>
          <a:lstStyle/>
          <a:p>
            <a:pPr>
              <a:defRPr/>
            </a:pPr>
            <a:endParaRPr lang="zh-CN" altLang="en-US" sz="1400">
              <a:latin typeface="微软雅黑" panose="020B0503020204020204" pitchFamily="34" charset="-122"/>
              <a:ea typeface="微软雅黑" panose="020B0503020204020204" pitchFamily="34" charset="-122"/>
            </a:endParaRPr>
          </a:p>
        </p:txBody>
      </p:sp>
      <p:sp>
        <p:nvSpPr>
          <p:cNvPr id="230" name="Rectangle 92">
            <a:extLst>
              <a:ext uri="{FF2B5EF4-FFF2-40B4-BE49-F238E27FC236}">
                <a16:creationId xmlns:a16="http://schemas.microsoft.com/office/drawing/2014/main" id="{3004611C-1AAC-39A1-6A3C-A557841247D8}"/>
              </a:ext>
            </a:extLst>
          </p:cNvPr>
          <p:cNvSpPr>
            <a:spLocks noChangeArrowheads="1"/>
          </p:cNvSpPr>
          <p:nvPr/>
        </p:nvSpPr>
        <p:spPr bwMode="auto">
          <a:xfrm>
            <a:off x="2921594" y="2158738"/>
            <a:ext cx="1131721"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dirty="0">
                <a:latin typeface="微软雅黑" panose="020B0503020204020204" pitchFamily="34" charset="-122"/>
                <a:ea typeface="微软雅黑" panose="020B0503020204020204" pitchFamily="34" charset="-122"/>
              </a:rPr>
              <a:t>下 一 个 首 部</a:t>
            </a:r>
          </a:p>
        </p:txBody>
      </p:sp>
      <p:sp>
        <p:nvSpPr>
          <p:cNvPr id="231" name="Rectangle 100">
            <a:extLst>
              <a:ext uri="{FF2B5EF4-FFF2-40B4-BE49-F238E27FC236}">
                <a16:creationId xmlns:a16="http://schemas.microsoft.com/office/drawing/2014/main" id="{776955B8-D222-44CE-ADC6-9214CEA9A351}"/>
              </a:ext>
            </a:extLst>
          </p:cNvPr>
          <p:cNvSpPr>
            <a:spLocks noChangeArrowheads="1"/>
          </p:cNvSpPr>
          <p:nvPr/>
        </p:nvSpPr>
        <p:spPr bwMode="auto">
          <a:xfrm>
            <a:off x="4037682" y="2159637"/>
            <a:ext cx="1067601"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dirty="0">
                <a:latin typeface="微软雅黑" panose="020B0503020204020204" pitchFamily="34" charset="-122"/>
                <a:ea typeface="微软雅黑" panose="020B0503020204020204" pitchFamily="34" charset="-122"/>
              </a:rPr>
              <a:t>首  部  长  度</a:t>
            </a:r>
          </a:p>
        </p:txBody>
      </p:sp>
      <p:sp>
        <p:nvSpPr>
          <p:cNvPr id="232" name="Line 81">
            <a:extLst>
              <a:ext uri="{FF2B5EF4-FFF2-40B4-BE49-F238E27FC236}">
                <a16:creationId xmlns:a16="http://schemas.microsoft.com/office/drawing/2014/main" id="{F5D23455-C054-F4A2-BA21-BD8DE3BE9F87}"/>
              </a:ext>
            </a:extLst>
          </p:cNvPr>
          <p:cNvSpPr>
            <a:spLocks noChangeShapeType="1"/>
          </p:cNvSpPr>
          <p:nvPr/>
        </p:nvSpPr>
        <p:spPr bwMode="auto">
          <a:xfrm>
            <a:off x="2917414" y="2169197"/>
            <a:ext cx="4372941"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33" name="Line 81">
            <a:extLst>
              <a:ext uri="{FF2B5EF4-FFF2-40B4-BE49-F238E27FC236}">
                <a16:creationId xmlns:a16="http://schemas.microsoft.com/office/drawing/2014/main" id="{7D80A98C-2E1D-3150-0B58-035E942DAA1A}"/>
              </a:ext>
            </a:extLst>
          </p:cNvPr>
          <p:cNvSpPr>
            <a:spLocks noChangeShapeType="1"/>
          </p:cNvSpPr>
          <p:nvPr/>
        </p:nvSpPr>
        <p:spPr bwMode="auto">
          <a:xfrm>
            <a:off x="2917414" y="3142317"/>
            <a:ext cx="4372941"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34" name="Line 89">
            <a:extLst>
              <a:ext uri="{FF2B5EF4-FFF2-40B4-BE49-F238E27FC236}">
                <a16:creationId xmlns:a16="http://schemas.microsoft.com/office/drawing/2014/main" id="{99EB7138-6789-4C63-7E6C-6C7B0988521C}"/>
              </a:ext>
            </a:extLst>
          </p:cNvPr>
          <p:cNvSpPr>
            <a:spLocks noChangeShapeType="1"/>
          </p:cNvSpPr>
          <p:nvPr/>
        </p:nvSpPr>
        <p:spPr bwMode="auto">
          <a:xfrm>
            <a:off x="5100224" y="2659512"/>
            <a:ext cx="0" cy="25105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35" name="矩形 234">
            <a:extLst>
              <a:ext uri="{FF2B5EF4-FFF2-40B4-BE49-F238E27FC236}">
                <a16:creationId xmlns:a16="http://schemas.microsoft.com/office/drawing/2014/main" id="{EFA6EB3F-0ACB-7B1A-F6F0-43CEC332195E}"/>
              </a:ext>
            </a:extLst>
          </p:cNvPr>
          <p:cNvSpPr/>
          <p:nvPr/>
        </p:nvSpPr>
        <p:spPr bwMode="auto">
          <a:xfrm>
            <a:off x="2943562" y="2655220"/>
            <a:ext cx="1037541" cy="245694"/>
          </a:xfrm>
          <a:prstGeom prst="rect">
            <a:avLst/>
          </a:prstGeom>
          <a:solidFill>
            <a:srgbClr val="FFC000"/>
          </a:solidFill>
          <a:ln w="12700" cap="flat" cmpd="sng" algn="ctr">
            <a:noFill/>
            <a:prstDash val="solid"/>
            <a:round/>
            <a:headEnd type="none" w="med" len="med"/>
            <a:tailEnd type="none" w="med" len="med"/>
          </a:ln>
          <a:effectLst/>
        </p:spPr>
        <p:txBody>
          <a:bodyPr/>
          <a:lstStyle/>
          <a:p>
            <a:pPr>
              <a:defRPr/>
            </a:pPr>
            <a:endParaRPr lang="zh-CN" altLang="en-US" sz="1400">
              <a:latin typeface="微软雅黑" panose="020B0503020204020204" pitchFamily="34" charset="-122"/>
              <a:ea typeface="微软雅黑" panose="020B0503020204020204" pitchFamily="34" charset="-122"/>
            </a:endParaRPr>
          </a:p>
        </p:txBody>
      </p:sp>
      <p:sp>
        <p:nvSpPr>
          <p:cNvPr id="236" name="Rectangle 92">
            <a:extLst>
              <a:ext uri="{FF2B5EF4-FFF2-40B4-BE49-F238E27FC236}">
                <a16:creationId xmlns:a16="http://schemas.microsoft.com/office/drawing/2014/main" id="{1D0CCB88-FABB-99EE-EA5E-34ACD9BDCCDF}"/>
              </a:ext>
            </a:extLst>
          </p:cNvPr>
          <p:cNvSpPr>
            <a:spLocks noChangeArrowheads="1"/>
          </p:cNvSpPr>
          <p:nvPr/>
        </p:nvSpPr>
        <p:spPr bwMode="auto">
          <a:xfrm>
            <a:off x="2906846" y="2645837"/>
            <a:ext cx="1131721"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dirty="0">
                <a:latin typeface="微软雅黑" panose="020B0503020204020204" pitchFamily="34" charset="-122"/>
                <a:ea typeface="微软雅黑" panose="020B0503020204020204" pitchFamily="34" charset="-122"/>
              </a:rPr>
              <a:t>下 一 个 首 部</a:t>
            </a:r>
          </a:p>
        </p:txBody>
      </p:sp>
      <p:sp>
        <p:nvSpPr>
          <p:cNvPr id="237" name="Rectangle 100">
            <a:extLst>
              <a:ext uri="{FF2B5EF4-FFF2-40B4-BE49-F238E27FC236}">
                <a16:creationId xmlns:a16="http://schemas.microsoft.com/office/drawing/2014/main" id="{F6C4E309-1DB5-9C93-C237-D1BB049BD38D}"/>
              </a:ext>
            </a:extLst>
          </p:cNvPr>
          <p:cNvSpPr>
            <a:spLocks noChangeArrowheads="1"/>
          </p:cNvSpPr>
          <p:nvPr/>
        </p:nvSpPr>
        <p:spPr bwMode="auto">
          <a:xfrm>
            <a:off x="4042599" y="2651650"/>
            <a:ext cx="1067601"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dirty="0">
                <a:latin typeface="微软雅黑" panose="020B0503020204020204" pitchFamily="34" charset="-122"/>
                <a:ea typeface="微软雅黑" panose="020B0503020204020204" pitchFamily="34" charset="-122"/>
              </a:rPr>
              <a:t>首  部  长  度</a:t>
            </a:r>
          </a:p>
        </p:txBody>
      </p:sp>
      <p:sp>
        <p:nvSpPr>
          <p:cNvPr id="238" name="Line 81">
            <a:extLst>
              <a:ext uri="{FF2B5EF4-FFF2-40B4-BE49-F238E27FC236}">
                <a16:creationId xmlns:a16="http://schemas.microsoft.com/office/drawing/2014/main" id="{DC8D61F6-5135-39D0-FBCD-FE575EA1683D}"/>
              </a:ext>
            </a:extLst>
          </p:cNvPr>
          <p:cNvSpPr>
            <a:spLocks noChangeShapeType="1"/>
          </p:cNvSpPr>
          <p:nvPr/>
        </p:nvSpPr>
        <p:spPr bwMode="auto">
          <a:xfrm>
            <a:off x="2923690" y="2657366"/>
            <a:ext cx="4372941"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39" name="Line 89">
            <a:extLst>
              <a:ext uri="{FF2B5EF4-FFF2-40B4-BE49-F238E27FC236}">
                <a16:creationId xmlns:a16="http://schemas.microsoft.com/office/drawing/2014/main" id="{D0717C10-DD3D-2937-C65B-3F8993E6CF42}"/>
              </a:ext>
            </a:extLst>
          </p:cNvPr>
          <p:cNvSpPr>
            <a:spLocks noChangeShapeType="1"/>
          </p:cNvSpPr>
          <p:nvPr/>
        </p:nvSpPr>
        <p:spPr bwMode="auto">
          <a:xfrm>
            <a:off x="3977965" y="2655220"/>
            <a:ext cx="0" cy="25105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sp>
        <p:nvSpPr>
          <p:cNvPr id="240" name="Line 81">
            <a:extLst>
              <a:ext uri="{FF2B5EF4-FFF2-40B4-BE49-F238E27FC236}">
                <a16:creationId xmlns:a16="http://schemas.microsoft.com/office/drawing/2014/main" id="{8DD34DB2-89D4-021F-C499-10B04CDC087E}"/>
              </a:ext>
            </a:extLst>
          </p:cNvPr>
          <p:cNvSpPr>
            <a:spLocks noChangeShapeType="1"/>
          </p:cNvSpPr>
          <p:nvPr/>
        </p:nvSpPr>
        <p:spPr bwMode="auto">
          <a:xfrm>
            <a:off x="2917414" y="2903060"/>
            <a:ext cx="218281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latin typeface="微软雅黑" panose="020B0503020204020204" pitchFamily="34" charset="-122"/>
              <a:ea typeface="微软雅黑" panose="020B0503020204020204" pitchFamily="34" charset="-122"/>
            </a:endParaRPr>
          </a:p>
        </p:txBody>
      </p:sp>
      <p:grpSp>
        <p:nvGrpSpPr>
          <p:cNvPr id="241" name="组合 63">
            <a:extLst>
              <a:ext uri="{FF2B5EF4-FFF2-40B4-BE49-F238E27FC236}">
                <a16:creationId xmlns:a16="http://schemas.microsoft.com/office/drawing/2014/main" id="{3AA4E627-7D4A-1321-CA1F-9981B5121C6F}"/>
              </a:ext>
            </a:extLst>
          </p:cNvPr>
          <p:cNvGrpSpPr>
            <a:grpSpLocks/>
          </p:cNvGrpSpPr>
          <p:nvPr/>
        </p:nvGrpSpPr>
        <p:grpSpPr bwMode="auto">
          <a:xfrm>
            <a:off x="2230253" y="835583"/>
            <a:ext cx="712264" cy="3369082"/>
            <a:chOff x="107504" y="592138"/>
            <a:chExt cx="1223962" cy="4997450"/>
          </a:xfrm>
        </p:grpSpPr>
        <p:cxnSp>
          <p:nvCxnSpPr>
            <p:cNvPr id="256" name="直接连接符 78">
              <a:extLst>
                <a:ext uri="{FF2B5EF4-FFF2-40B4-BE49-F238E27FC236}">
                  <a16:creationId xmlns:a16="http://schemas.microsoft.com/office/drawing/2014/main" id="{DCA4EBBD-7BD8-4795-B738-51D1CFD133AC}"/>
                </a:ext>
              </a:extLst>
            </p:cNvPr>
            <p:cNvCxnSpPr>
              <a:cxnSpLocks noChangeShapeType="1"/>
            </p:cNvCxnSpPr>
            <p:nvPr/>
          </p:nvCxnSpPr>
          <p:spPr bwMode="auto">
            <a:xfrm>
              <a:off x="110679" y="592138"/>
              <a:ext cx="115252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57" name="直接连接符 83">
              <a:extLst>
                <a:ext uri="{FF2B5EF4-FFF2-40B4-BE49-F238E27FC236}">
                  <a16:creationId xmlns:a16="http://schemas.microsoft.com/office/drawing/2014/main" id="{C2E8BE91-9F6F-648B-1716-57696A29756D}"/>
                </a:ext>
              </a:extLst>
            </p:cNvPr>
            <p:cNvCxnSpPr>
              <a:cxnSpLocks noChangeShapeType="1"/>
            </p:cNvCxnSpPr>
            <p:nvPr/>
          </p:nvCxnSpPr>
          <p:spPr bwMode="auto">
            <a:xfrm>
              <a:off x="107504" y="2565400"/>
              <a:ext cx="115252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258" name="直接连接符 84">
              <a:extLst>
                <a:ext uri="{FF2B5EF4-FFF2-40B4-BE49-F238E27FC236}">
                  <a16:creationId xmlns:a16="http://schemas.microsoft.com/office/drawing/2014/main" id="{BFE91CDF-46C1-707E-EEE5-12D78FC6A19F}"/>
                </a:ext>
              </a:extLst>
            </p:cNvPr>
            <p:cNvCxnSpPr>
              <a:cxnSpLocks noChangeShapeType="1"/>
            </p:cNvCxnSpPr>
            <p:nvPr/>
          </p:nvCxnSpPr>
          <p:spPr bwMode="auto">
            <a:xfrm>
              <a:off x="178941" y="5589588"/>
              <a:ext cx="115252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244" name="Rectangle 35">
            <a:extLst>
              <a:ext uri="{FF2B5EF4-FFF2-40B4-BE49-F238E27FC236}">
                <a16:creationId xmlns:a16="http://schemas.microsoft.com/office/drawing/2014/main" id="{A96EB145-1626-A2CD-CACF-C9A80EFEF309}"/>
              </a:ext>
            </a:extLst>
          </p:cNvPr>
          <p:cNvSpPr>
            <a:spLocks noChangeArrowheads="1"/>
          </p:cNvSpPr>
          <p:nvPr/>
        </p:nvSpPr>
        <p:spPr bwMode="auto">
          <a:xfrm>
            <a:off x="7303950" y="2315111"/>
            <a:ext cx="932949"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a:latin typeface="微软雅黑" panose="020B0503020204020204" pitchFamily="34" charset="-122"/>
                <a:ea typeface="微软雅黑" panose="020B0503020204020204" pitchFamily="34" charset="-122"/>
              </a:rPr>
              <a:t>扩展首部 </a:t>
            </a:r>
            <a:r>
              <a:rPr lang="en-US" altLang="zh-CN" sz="1200">
                <a:latin typeface="微软雅黑" panose="020B0503020204020204" pitchFamily="34" charset="-122"/>
                <a:ea typeface="微软雅黑" panose="020B0503020204020204" pitchFamily="34" charset="-122"/>
              </a:rPr>
              <a:t>1</a:t>
            </a:r>
            <a:endParaRPr lang="zh-CN" altLang="en-US" sz="1200">
              <a:latin typeface="微软雅黑" panose="020B0503020204020204" pitchFamily="34" charset="-122"/>
              <a:ea typeface="微软雅黑" panose="020B0503020204020204" pitchFamily="34" charset="-122"/>
            </a:endParaRPr>
          </a:p>
        </p:txBody>
      </p:sp>
      <p:sp>
        <p:nvSpPr>
          <p:cNvPr id="245" name="Rectangle 35">
            <a:extLst>
              <a:ext uri="{FF2B5EF4-FFF2-40B4-BE49-F238E27FC236}">
                <a16:creationId xmlns:a16="http://schemas.microsoft.com/office/drawing/2014/main" id="{8E26A2C6-AA31-E81C-F783-C20772A31239}"/>
              </a:ext>
            </a:extLst>
          </p:cNvPr>
          <p:cNvSpPr>
            <a:spLocks noChangeArrowheads="1"/>
          </p:cNvSpPr>
          <p:nvPr/>
        </p:nvSpPr>
        <p:spPr bwMode="auto">
          <a:xfrm>
            <a:off x="7303954" y="2801135"/>
            <a:ext cx="932949"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defTabSz="762000">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defTabSz="76200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defTabSz="7620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7620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7620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zh-CN" altLang="en-US" sz="1200">
                <a:latin typeface="微软雅黑" panose="020B0503020204020204" pitchFamily="34" charset="-122"/>
                <a:ea typeface="微软雅黑" panose="020B0503020204020204" pitchFamily="34" charset="-122"/>
              </a:rPr>
              <a:t>扩展首部 </a:t>
            </a:r>
            <a:r>
              <a:rPr lang="en-US" altLang="zh-CN" sz="1200">
                <a:latin typeface="微软雅黑" panose="020B0503020204020204" pitchFamily="34" charset="-122"/>
                <a:ea typeface="微软雅黑" panose="020B0503020204020204" pitchFamily="34" charset="-122"/>
              </a:rPr>
              <a:t>2</a:t>
            </a:r>
            <a:endParaRPr lang="zh-CN" altLang="en-US" sz="1200">
              <a:latin typeface="微软雅黑" panose="020B0503020204020204" pitchFamily="34" charset="-122"/>
              <a:ea typeface="微软雅黑" panose="020B0503020204020204" pitchFamily="34" charset="-122"/>
            </a:endParaRPr>
          </a:p>
        </p:txBody>
      </p:sp>
      <p:cxnSp>
        <p:nvCxnSpPr>
          <p:cNvPr id="246" name="直接连接符 63">
            <a:extLst>
              <a:ext uri="{FF2B5EF4-FFF2-40B4-BE49-F238E27FC236}">
                <a16:creationId xmlns:a16="http://schemas.microsoft.com/office/drawing/2014/main" id="{ECCF3303-2AAC-CE0C-7775-D062D8E8A3B1}"/>
              </a:ext>
            </a:extLst>
          </p:cNvPr>
          <p:cNvCxnSpPr>
            <a:cxnSpLocks noChangeShapeType="1"/>
          </p:cNvCxnSpPr>
          <p:nvPr/>
        </p:nvCxnSpPr>
        <p:spPr bwMode="auto">
          <a:xfrm>
            <a:off x="2870348" y="1967491"/>
            <a:ext cx="95178"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cxnSp>
        <p:nvCxnSpPr>
          <p:cNvPr id="247" name="直接连接符 64">
            <a:extLst>
              <a:ext uri="{FF2B5EF4-FFF2-40B4-BE49-F238E27FC236}">
                <a16:creationId xmlns:a16="http://schemas.microsoft.com/office/drawing/2014/main" id="{792C6D38-431A-25F1-96F7-390D23ECD11D}"/>
              </a:ext>
            </a:extLst>
          </p:cNvPr>
          <p:cNvCxnSpPr>
            <a:cxnSpLocks noChangeShapeType="1"/>
          </p:cNvCxnSpPr>
          <p:nvPr/>
        </p:nvCxnSpPr>
        <p:spPr bwMode="auto">
          <a:xfrm>
            <a:off x="2878716" y="1541550"/>
            <a:ext cx="95178"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cxnSp>
        <p:nvCxnSpPr>
          <p:cNvPr id="248" name="直接连接符 65">
            <a:extLst>
              <a:ext uri="{FF2B5EF4-FFF2-40B4-BE49-F238E27FC236}">
                <a16:creationId xmlns:a16="http://schemas.microsoft.com/office/drawing/2014/main" id="{428449F6-366F-5230-0FBB-1F1017FA2FAA}"/>
              </a:ext>
            </a:extLst>
          </p:cNvPr>
          <p:cNvCxnSpPr>
            <a:cxnSpLocks noChangeShapeType="1"/>
          </p:cNvCxnSpPr>
          <p:nvPr/>
        </p:nvCxnSpPr>
        <p:spPr bwMode="auto">
          <a:xfrm>
            <a:off x="7247473" y="1536186"/>
            <a:ext cx="94132"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cxnSp>
        <p:nvCxnSpPr>
          <p:cNvPr id="249" name="直接连接符 66">
            <a:extLst>
              <a:ext uri="{FF2B5EF4-FFF2-40B4-BE49-F238E27FC236}">
                <a16:creationId xmlns:a16="http://schemas.microsoft.com/office/drawing/2014/main" id="{840D5FA2-BC1A-4CFD-16F2-63EDC6BD893C}"/>
              </a:ext>
            </a:extLst>
          </p:cNvPr>
          <p:cNvCxnSpPr>
            <a:cxnSpLocks noChangeShapeType="1"/>
          </p:cNvCxnSpPr>
          <p:nvPr/>
        </p:nvCxnSpPr>
        <p:spPr bwMode="auto">
          <a:xfrm>
            <a:off x="7249565" y="1483614"/>
            <a:ext cx="95177"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cxnSp>
        <p:nvCxnSpPr>
          <p:cNvPr id="250" name="直接连接符 67">
            <a:extLst>
              <a:ext uri="{FF2B5EF4-FFF2-40B4-BE49-F238E27FC236}">
                <a16:creationId xmlns:a16="http://schemas.microsoft.com/office/drawing/2014/main" id="{6E858850-B9FD-56B4-38CD-2D590CAB472A}"/>
              </a:ext>
            </a:extLst>
          </p:cNvPr>
          <p:cNvCxnSpPr>
            <a:cxnSpLocks noChangeShapeType="1"/>
          </p:cNvCxnSpPr>
          <p:nvPr/>
        </p:nvCxnSpPr>
        <p:spPr bwMode="auto">
          <a:xfrm>
            <a:off x="2877670" y="1484686"/>
            <a:ext cx="95177"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cxnSp>
        <p:nvCxnSpPr>
          <p:cNvPr id="251" name="直接连接符 68">
            <a:extLst>
              <a:ext uri="{FF2B5EF4-FFF2-40B4-BE49-F238E27FC236}">
                <a16:creationId xmlns:a16="http://schemas.microsoft.com/office/drawing/2014/main" id="{C1286368-8B90-C967-4E24-9C9E3DAA8555}"/>
              </a:ext>
            </a:extLst>
          </p:cNvPr>
          <p:cNvCxnSpPr>
            <a:cxnSpLocks noChangeShapeType="1"/>
          </p:cNvCxnSpPr>
          <p:nvPr/>
        </p:nvCxnSpPr>
        <p:spPr bwMode="auto">
          <a:xfrm>
            <a:off x="7250611" y="1971783"/>
            <a:ext cx="95178"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cxnSp>
        <p:nvCxnSpPr>
          <p:cNvPr id="252" name="直接连接符 69">
            <a:extLst>
              <a:ext uri="{FF2B5EF4-FFF2-40B4-BE49-F238E27FC236}">
                <a16:creationId xmlns:a16="http://schemas.microsoft.com/office/drawing/2014/main" id="{5FD964D5-B7E0-2554-B61F-99D4DD635C23}"/>
              </a:ext>
            </a:extLst>
          </p:cNvPr>
          <p:cNvCxnSpPr>
            <a:cxnSpLocks noChangeShapeType="1"/>
          </p:cNvCxnSpPr>
          <p:nvPr/>
        </p:nvCxnSpPr>
        <p:spPr bwMode="auto">
          <a:xfrm>
            <a:off x="7250611" y="1921357"/>
            <a:ext cx="95178"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cxnSp>
        <p:nvCxnSpPr>
          <p:cNvPr id="253" name="直接连接符 70">
            <a:extLst>
              <a:ext uri="{FF2B5EF4-FFF2-40B4-BE49-F238E27FC236}">
                <a16:creationId xmlns:a16="http://schemas.microsoft.com/office/drawing/2014/main" id="{E87B1780-5168-2FAB-13AE-2E60FB957753}"/>
              </a:ext>
            </a:extLst>
          </p:cNvPr>
          <p:cNvCxnSpPr>
            <a:cxnSpLocks noChangeShapeType="1"/>
          </p:cNvCxnSpPr>
          <p:nvPr/>
        </p:nvCxnSpPr>
        <p:spPr bwMode="auto">
          <a:xfrm>
            <a:off x="2875578" y="1914920"/>
            <a:ext cx="95177"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grpSp>
        <p:nvGrpSpPr>
          <p:cNvPr id="265" name="组合 264">
            <a:extLst>
              <a:ext uri="{FF2B5EF4-FFF2-40B4-BE49-F238E27FC236}">
                <a16:creationId xmlns:a16="http://schemas.microsoft.com/office/drawing/2014/main" id="{1A91D82F-B707-662D-FA30-814A38FC6F55}"/>
              </a:ext>
            </a:extLst>
          </p:cNvPr>
          <p:cNvGrpSpPr/>
          <p:nvPr/>
        </p:nvGrpSpPr>
        <p:grpSpPr>
          <a:xfrm>
            <a:off x="2775171" y="695323"/>
            <a:ext cx="2857138" cy="1624080"/>
            <a:chOff x="2485117" y="695323"/>
            <a:chExt cx="2857138" cy="1624080"/>
          </a:xfrm>
        </p:grpSpPr>
        <p:sp>
          <p:nvSpPr>
            <p:cNvPr id="242" name="任意多边形 95">
              <a:extLst>
                <a:ext uri="{FF2B5EF4-FFF2-40B4-BE49-F238E27FC236}">
                  <a16:creationId xmlns:a16="http://schemas.microsoft.com/office/drawing/2014/main" id="{D679F14A-0971-8193-3786-32955312EAD7}"/>
                </a:ext>
              </a:extLst>
            </p:cNvPr>
            <p:cNvSpPr>
              <a:spLocks/>
            </p:cNvSpPr>
            <p:nvPr/>
          </p:nvSpPr>
          <p:spPr bwMode="auto">
            <a:xfrm>
              <a:off x="2485117" y="1259378"/>
              <a:ext cx="2666359" cy="1060025"/>
            </a:xfrm>
            <a:custGeom>
              <a:avLst/>
              <a:gdLst>
                <a:gd name="T0" fmla="*/ 4128414 w 4118457"/>
                <a:gd name="T1" fmla="*/ 0 h 1616659"/>
                <a:gd name="T2" fmla="*/ 7333 w 4118457"/>
                <a:gd name="T3" fmla="*/ 1485942 h 1616659"/>
                <a:gd name="T4" fmla="*/ 0 w 4118457"/>
                <a:gd name="T5" fmla="*/ 1625708 h 1616659"/>
                <a:gd name="T6" fmla="*/ 395974 w 4118457"/>
                <a:gd name="T7" fmla="*/ 1618352 h 1616659"/>
                <a:gd name="T8" fmla="*/ 0 60000 65536"/>
                <a:gd name="T9" fmla="*/ 0 60000 65536"/>
                <a:gd name="T10" fmla="*/ 0 60000 65536"/>
                <a:gd name="T11" fmla="*/ 0 60000 65536"/>
                <a:gd name="T12" fmla="*/ 0 w 4118457"/>
                <a:gd name="T13" fmla="*/ 0 h 1616659"/>
                <a:gd name="T14" fmla="*/ 4118457 w 4118457"/>
                <a:gd name="T15" fmla="*/ 1616659 h 1616659"/>
              </a:gdLst>
              <a:ahLst/>
              <a:cxnLst>
                <a:cxn ang="T8">
                  <a:pos x="T0" y="T1"/>
                </a:cxn>
                <a:cxn ang="T9">
                  <a:pos x="T2" y="T3"/>
                </a:cxn>
                <a:cxn ang="T10">
                  <a:pos x="T4" y="T5"/>
                </a:cxn>
                <a:cxn ang="T11">
                  <a:pos x="T6" y="T7"/>
                </a:cxn>
              </a:cxnLst>
              <a:rect l="T12" t="T13" r="T14" b="T15"/>
              <a:pathLst>
                <a:path w="4118457" h="1616659">
                  <a:moveTo>
                    <a:pt x="4118457" y="0"/>
                  </a:moveTo>
                  <a:lnTo>
                    <a:pt x="7315" y="1477670"/>
                  </a:lnTo>
                  <a:lnTo>
                    <a:pt x="0" y="1616659"/>
                  </a:lnTo>
                  <a:lnTo>
                    <a:pt x="395020" y="1609344"/>
                  </a:lnTo>
                </a:path>
              </a:pathLst>
            </a:custGeom>
            <a:noFill/>
            <a:ln w="19050" cap="flat" cmpd="sng" algn="ctr">
              <a:solidFill>
                <a:srgbClr val="FF0000"/>
              </a:solidFill>
              <a:prstDash val="solid"/>
              <a:round/>
              <a:headEnd type="none" w="med" len="med"/>
              <a:tailEnd type="triangle" w="sm" len="med"/>
            </a:ln>
            <a:extLst>
              <a:ext uri="{909E8E84-426E-40DD-AFC4-6F175D3DCCD1}">
                <a14:hiddenFill xmlns:a14="http://schemas.microsoft.com/office/drawing/2010/main">
                  <a:solidFill>
                    <a:srgbClr val="FFFFFF"/>
                  </a:solid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4" name="文本框 3">
              <a:extLst>
                <a:ext uri="{FF2B5EF4-FFF2-40B4-BE49-F238E27FC236}">
                  <a16:creationId xmlns:a16="http://schemas.microsoft.com/office/drawing/2014/main" id="{1D28CC7C-59A5-598C-14BD-CF9F08F16E14}"/>
                </a:ext>
              </a:extLst>
            </p:cNvPr>
            <p:cNvSpPr txBox="1">
              <a:spLocks noChangeArrowheads="1"/>
            </p:cNvSpPr>
            <p:nvPr/>
          </p:nvSpPr>
          <p:spPr bwMode="auto">
            <a:xfrm>
              <a:off x="5016525" y="695323"/>
              <a:ext cx="32573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en-US" altLang="zh-CN" sz="4400" dirty="0">
                  <a:latin typeface="微软雅黑" panose="020B0503020204020204" pitchFamily="34" charset="-122"/>
                  <a:ea typeface="微软雅黑" panose="020B0503020204020204" pitchFamily="34" charset="-122"/>
                </a:rPr>
                <a:t>.</a:t>
              </a:r>
              <a:endParaRPr lang="zh-CN" altLang="en-US" sz="4400" dirty="0">
                <a:latin typeface="微软雅黑" panose="020B0503020204020204" pitchFamily="34" charset="-122"/>
                <a:ea typeface="微软雅黑" panose="020B0503020204020204" pitchFamily="34" charset="-122"/>
              </a:endParaRPr>
            </a:p>
          </p:txBody>
        </p:sp>
      </p:grpSp>
      <p:grpSp>
        <p:nvGrpSpPr>
          <p:cNvPr id="261" name="组合 260">
            <a:extLst>
              <a:ext uri="{FF2B5EF4-FFF2-40B4-BE49-F238E27FC236}">
                <a16:creationId xmlns:a16="http://schemas.microsoft.com/office/drawing/2014/main" id="{DEB11248-8615-486C-F658-6E31424CA9DF}"/>
              </a:ext>
            </a:extLst>
          </p:cNvPr>
          <p:cNvGrpSpPr/>
          <p:nvPr/>
        </p:nvGrpSpPr>
        <p:grpSpPr>
          <a:xfrm>
            <a:off x="2804456" y="1817400"/>
            <a:ext cx="665127" cy="970860"/>
            <a:chOff x="2514402" y="1817400"/>
            <a:chExt cx="665127" cy="970860"/>
          </a:xfrm>
        </p:grpSpPr>
        <p:sp>
          <p:nvSpPr>
            <p:cNvPr id="243" name="任意多边形 96">
              <a:extLst>
                <a:ext uri="{FF2B5EF4-FFF2-40B4-BE49-F238E27FC236}">
                  <a16:creationId xmlns:a16="http://schemas.microsoft.com/office/drawing/2014/main" id="{A3273799-84FD-82D8-B70F-9E50DBF6D13A}"/>
                </a:ext>
              </a:extLst>
            </p:cNvPr>
            <p:cNvSpPr>
              <a:spLocks/>
            </p:cNvSpPr>
            <p:nvPr/>
          </p:nvSpPr>
          <p:spPr bwMode="auto">
            <a:xfrm>
              <a:off x="2514402" y="2385430"/>
              <a:ext cx="486347" cy="402830"/>
            </a:xfrm>
            <a:custGeom>
              <a:avLst/>
              <a:gdLst>
                <a:gd name="T0" fmla="*/ 733026 w 738835"/>
                <a:gd name="T1" fmla="*/ 0 h 643737"/>
                <a:gd name="T2" fmla="*/ 0 w 738835"/>
                <a:gd name="T3" fmla="*/ 491904 h 643737"/>
                <a:gd name="T4" fmla="*/ 0 w 738835"/>
                <a:gd name="T5" fmla="*/ 636582 h 643737"/>
                <a:gd name="T6" fmla="*/ 333853 w 738835"/>
                <a:gd name="T7" fmla="*/ 629348 h 643737"/>
                <a:gd name="T8" fmla="*/ 0 60000 65536"/>
                <a:gd name="T9" fmla="*/ 0 60000 65536"/>
                <a:gd name="T10" fmla="*/ 0 60000 65536"/>
                <a:gd name="T11" fmla="*/ 0 60000 65536"/>
                <a:gd name="T12" fmla="*/ 0 w 738835"/>
                <a:gd name="T13" fmla="*/ 0 h 643737"/>
                <a:gd name="T14" fmla="*/ 738835 w 738835"/>
                <a:gd name="T15" fmla="*/ 643737 h 643737"/>
              </a:gdLst>
              <a:ahLst/>
              <a:cxnLst>
                <a:cxn ang="T8">
                  <a:pos x="T0" y="T1"/>
                </a:cxn>
                <a:cxn ang="T9">
                  <a:pos x="T2" y="T3"/>
                </a:cxn>
                <a:cxn ang="T10">
                  <a:pos x="T4" y="T5"/>
                </a:cxn>
                <a:cxn ang="T11">
                  <a:pos x="T6" y="T7"/>
                </a:cxn>
              </a:cxnLst>
              <a:rect l="T12" t="T13" r="T14" b="T15"/>
              <a:pathLst>
                <a:path w="738835" h="643737">
                  <a:moveTo>
                    <a:pt x="738835" y="0"/>
                  </a:moveTo>
                  <a:lnTo>
                    <a:pt x="0" y="497433"/>
                  </a:lnTo>
                  <a:lnTo>
                    <a:pt x="0" y="643737"/>
                  </a:lnTo>
                  <a:lnTo>
                    <a:pt x="336499" y="636422"/>
                  </a:lnTo>
                </a:path>
              </a:pathLst>
            </a:custGeom>
            <a:noFill/>
            <a:ln w="19050" cap="flat" cmpd="sng" algn="ctr">
              <a:solidFill>
                <a:srgbClr val="FF0000"/>
              </a:solidFill>
              <a:prstDash val="solid"/>
              <a:round/>
              <a:headEnd type="none" w="med" len="med"/>
              <a:tailEnd type="triangle" w="sm" len="med"/>
            </a:ln>
            <a:extLst>
              <a:ext uri="{909E8E84-426E-40DD-AFC4-6F175D3DCCD1}">
                <a14:hiddenFill xmlns:a14="http://schemas.microsoft.com/office/drawing/2010/main">
                  <a:solidFill>
                    <a:srgbClr val="FFFFFF"/>
                  </a:solid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5" name="文本框 4">
              <a:extLst>
                <a:ext uri="{FF2B5EF4-FFF2-40B4-BE49-F238E27FC236}">
                  <a16:creationId xmlns:a16="http://schemas.microsoft.com/office/drawing/2014/main" id="{A5930C03-BB28-AC90-06C9-2E7D299A1F83}"/>
                </a:ext>
              </a:extLst>
            </p:cNvPr>
            <p:cNvSpPr txBox="1">
              <a:spLocks noChangeArrowheads="1"/>
            </p:cNvSpPr>
            <p:nvPr/>
          </p:nvSpPr>
          <p:spPr bwMode="auto">
            <a:xfrm>
              <a:off x="2853799" y="1817400"/>
              <a:ext cx="32573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en-US" altLang="zh-CN" sz="4400" dirty="0">
                  <a:latin typeface="微软雅黑" panose="020B0503020204020204" pitchFamily="34" charset="-122"/>
                  <a:ea typeface="微软雅黑" panose="020B0503020204020204" pitchFamily="34" charset="-122"/>
                </a:rPr>
                <a:t>.</a:t>
              </a:r>
              <a:endParaRPr lang="zh-CN" altLang="en-US" sz="4400" dirty="0">
                <a:latin typeface="微软雅黑" panose="020B0503020204020204" pitchFamily="34" charset="-122"/>
                <a:ea typeface="微软雅黑" panose="020B0503020204020204" pitchFamily="34" charset="-122"/>
              </a:endParaRPr>
            </a:p>
          </p:txBody>
        </p:sp>
      </p:grpSp>
      <p:grpSp>
        <p:nvGrpSpPr>
          <p:cNvPr id="262" name="组合 261">
            <a:extLst>
              <a:ext uri="{FF2B5EF4-FFF2-40B4-BE49-F238E27FC236}">
                <a16:creationId xmlns:a16="http://schemas.microsoft.com/office/drawing/2014/main" id="{6B7425A3-B914-5F91-7FE7-B1C02076FD04}"/>
              </a:ext>
            </a:extLst>
          </p:cNvPr>
          <p:cNvGrpSpPr/>
          <p:nvPr/>
        </p:nvGrpSpPr>
        <p:grpSpPr>
          <a:xfrm>
            <a:off x="2831352" y="2309107"/>
            <a:ext cx="665127" cy="970860"/>
            <a:chOff x="2514402" y="1817400"/>
            <a:chExt cx="665127" cy="970860"/>
          </a:xfrm>
        </p:grpSpPr>
        <p:sp>
          <p:nvSpPr>
            <p:cNvPr id="263" name="任意多边形 96">
              <a:extLst>
                <a:ext uri="{FF2B5EF4-FFF2-40B4-BE49-F238E27FC236}">
                  <a16:creationId xmlns:a16="http://schemas.microsoft.com/office/drawing/2014/main" id="{50C751C2-ACDD-AD57-C528-7307513BD6AE}"/>
                </a:ext>
              </a:extLst>
            </p:cNvPr>
            <p:cNvSpPr>
              <a:spLocks/>
            </p:cNvSpPr>
            <p:nvPr/>
          </p:nvSpPr>
          <p:spPr bwMode="auto">
            <a:xfrm>
              <a:off x="2514402" y="2385430"/>
              <a:ext cx="486347" cy="402830"/>
            </a:xfrm>
            <a:custGeom>
              <a:avLst/>
              <a:gdLst>
                <a:gd name="T0" fmla="*/ 733026 w 738835"/>
                <a:gd name="T1" fmla="*/ 0 h 643737"/>
                <a:gd name="T2" fmla="*/ 0 w 738835"/>
                <a:gd name="T3" fmla="*/ 491904 h 643737"/>
                <a:gd name="T4" fmla="*/ 0 w 738835"/>
                <a:gd name="T5" fmla="*/ 636582 h 643737"/>
                <a:gd name="T6" fmla="*/ 333853 w 738835"/>
                <a:gd name="T7" fmla="*/ 629348 h 643737"/>
                <a:gd name="T8" fmla="*/ 0 60000 65536"/>
                <a:gd name="T9" fmla="*/ 0 60000 65536"/>
                <a:gd name="T10" fmla="*/ 0 60000 65536"/>
                <a:gd name="T11" fmla="*/ 0 60000 65536"/>
                <a:gd name="T12" fmla="*/ 0 w 738835"/>
                <a:gd name="T13" fmla="*/ 0 h 643737"/>
                <a:gd name="T14" fmla="*/ 738835 w 738835"/>
                <a:gd name="T15" fmla="*/ 643737 h 643737"/>
              </a:gdLst>
              <a:ahLst/>
              <a:cxnLst>
                <a:cxn ang="T8">
                  <a:pos x="T0" y="T1"/>
                </a:cxn>
                <a:cxn ang="T9">
                  <a:pos x="T2" y="T3"/>
                </a:cxn>
                <a:cxn ang="T10">
                  <a:pos x="T4" y="T5"/>
                </a:cxn>
                <a:cxn ang="T11">
                  <a:pos x="T6" y="T7"/>
                </a:cxn>
              </a:cxnLst>
              <a:rect l="T12" t="T13" r="T14" b="T15"/>
              <a:pathLst>
                <a:path w="738835" h="643737">
                  <a:moveTo>
                    <a:pt x="738835" y="0"/>
                  </a:moveTo>
                  <a:lnTo>
                    <a:pt x="0" y="497433"/>
                  </a:lnTo>
                  <a:lnTo>
                    <a:pt x="0" y="643737"/>
                  </a:lnTo>
                  <a:lnTo>
                    <a:pt x="336499" y="636422"/>
                  </a:lnTo>
                </a:path>
              </a:pathLst>
            </a:custGeom>
            <a:noFill/>
            <a:ln w="19050" cap="flat" cmpd="sng" algn="ctr">
              <a:solidFill>
                <a:srgbClr val="FF0000"/>
              </a:solidFill>
              <a:prstDash val="solid"/>
              <a:round/>
              <a:headEnd type="none" w="med" len="med"/>
              <a:tailEnd type="triangle" w="sm" len="med"/>
            </a:ln>
            <a:extLst>
              <a:ext uri="{909E8E84-426E-40DD-AFC4-6F175D3DCCD1}">
                <a14:hiddenFill xmlns:a14="http://schemas.microsoft.com/office/drawing/2010/main">
                  <a:solidFill>
                    <a:srgbClr val="FFFFFF"/>
                  </a:solidFill>
                </a14:hiddenFill>
              </a:ext>
            </a:ex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4" name="文本框 4">
              <a:extLst>
                <a:ext uri="{FF2B5EF4-FFF2-40B4-BE49-F238E27FC236}">
                  <a16:creationId xmlns:a16="http://schemas.microsoft.com/office/drawing/2014/main" id="{2E8EDC2A-6776-2388-BF03-A8353C5E363F}"/>
                </a:ext>
              </a:extLst>
            </p:cNvPr>
            <p:cNvSpPr txBox="1">
              <a:spLocks noChangeArrowheads="1"/>
            </p:cNvSpPr>
            <p:nvPr/>
          </p:nvSpPr>
          <p:spPr bwMode="auto">
            <a:xfrm>
              <a:off x="2853799" y="1817400"/>
              <a:ext cx="32573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SzPct val="100000"/>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SzPct val="100000"/>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SzPct val="100000"/>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SzPct val="100000"/>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SzPct val="100000"/>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SzTx/>
                <a:buFontTx/>
                <a:buNone/>
              </a:pPr>
              <a:r>
                <a:rPr lang="en-US" altLang="zh-CN" sz="4400" dirty="0">
                  <a:latin typeface="微软雅黑" panose="020B0503020204020204" pitchFamily="34" charset="-122"/>
                  <a:ea typeface="微软雅黑" panose="020B0503020204020204" pitchFamily="34" charset="-122"/>
                </a:rPr>
                <a:t>.</a:t>
              </a:r>
              <a:endParaRPr lang="zh-CN" altLang="en-US" sz="4400" dirty="0">
                <a:latin typeface="微软雅黑" panose="020B0503020204020204" pitchFamily="34" charset="-122"/>
                <a:ea typeface="微软雅黑" panose="020B0503020204020204" pitchFamily="34" charset="-122"/>
              </a:endParaRPr>
            </a:p>
          </p:txBody>
        </p:sp>
      </p:grpSp>
      <p:sp>
        <p:nvSpPr>
          <p:cNvPr id="269" name="Line 35">
            <a:extLst>
              <a:ext uri="{FF2B5EF4-FFF2-40B4-BE49-F238E27FC236}">
                <a16:creationId xmlns:a16="http://schemas.microsoft.com/office/drawing/2014/main" id="{4D27B052-F7E2-9F9E-3CBD-02C09E2518C1}"/>
              </a:ext>
            </a:extLst>
          </p:cNvPr>
          <p:cNvSpPr>
            <a:spLocks noChangeShapeType="1"/>
          </p:cNvSpPr>
          <p:nvPr/>
        </p:nvSpPr>
        <p:spPr bwMode="auto">
          <a:xfrm>
            <a:off x="2921012"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grpSp>
        <p:nvGrpSpPr>
          <p:cNvPr id="272" name="组合 271">
            <a:extLst>
              <a:ext uri="{FF2B5EF4-FFF2-40B4-BE49-F238E27FC236}">
                <a16:creationId xmlns:a16="http://schemas.microsoft.com/office/drawing/2014/main" id="{DF712698-1519-43EB-D6CF-E37624424AA1}"/>
              </a:ext>
            </a:extLst>
          </p:cNvPr>
          <p:cNvGrpSpPr/>
          <p:nvPr/>
        </p:nvGrpSpPr>
        <p:grpSpPr>
          <a:xfrm>
            <a:off x="273130" y="1374790"/>
            <a:ext cx="1127358" cy="2587610"/>
            <a:chOff x="273130" y="1373987"/>
            <a:chExt cx="1127358" cy="2173886"/>
          </a:xfrm>
        </p:grpSpPr>
        <p:sp>
          <p:nvSpPr>
            <p:cNvPr id="270" name="对角圆角矩形 47">
              <a:extLst>
                <a:ext uri="{FF2B5EF4-FFF2-40B4-BE49-F238E27FC236}">
                  <a16:creationId xmlns:a16="http://schemas.microsoft.com/office/drawing/2014/main" id="{9D7C54ED-B142-DD52-D0B1-9AA350994B53}"/>
                </a:ext>
              </a:extLst>
            </p:cNvPr>
            <p:cNvSpPr/>
            <p:nvPr/>
          </p:nvSpPr>
          <p:spPr>
            <a:xfrm>
              <a:off x="273130" y="1373987"/>
              <a:ext cx="1127358" cy="217388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zh-CN" altLang="en-US"/>
            </a:p>
          </p:txBody>
        </p:sp>
        <p:sp>
          <p:nvSpPr>
            <p:cNvPr id="268" name="文本框 267">
              <a:extLst>
                <a:ext uri="{FF2B5EF4-FFF2-40B4-BE49-F238E27FC236}">
                  <a16:creationId xmlns:a16="http://schemas.microsoft.com/office/drawing/2014/main" id="{F9688609-543B-7A26-C324-36074C9250E0}"/>
                </a:ext>
              </a:extLst>
            </p:cNvPr>
            <p:cNvSpPr txBox="1"/>
            <p:nvPr/>
          </p:nvSpPr>
          <p:spPr>
            <a:xfrm>
              <a:off x="331405" y="1390419"/>
              <a:ext cx="1004186" cy="1995101"/>
            </a:xfrm>
            <a:prstGeom prst="rect">
              <a:avLst/>
            </a:prstGeom>
          </p:spPr>
          <p:txBody>
            <a:bodyPr wrap="square">
              <a:spAutoFit/>
            </a:bodyPr>
            <a:lstStyle>
              <a:defPPr>
                <a:defRPr lang="zh-CN"/>
              </a:defPPr>
              <a:lvl1pPr>
                <a:lnSpc>
                  <a:spcPts val="2700"/>
                </a:lnSpc>
                <a:defRPr sz="1600" b="1">
                  <a:solidFill>
                    <a:schemeClr val="bg1"/>
                  </a:solidFill>
                  <a:latin typeface="微软雅黑" pitchFamily="34" charset="-122"/>
                  <a:ea typeface="微软雅黑" pitchFamily="34" charset="-122"/>
                </a:defRPr>
              </a:lvl1pPr>
            </a:lstStyle>
            <a:p>
              <a:pPr algn="just"/>
              <a:r>
                <a:rPr lang="zh-CN" altLang="en-US" dirty="0"/>
                <a:t>下一个首部，占</a:t>
              </a:r>
              <a:r>
                <a:rPr lang="en-US" altLang="zh-CN" dirty="0"/>
                <a:t>8</a:t>
              </a:r>
              <a:r>
                <a:rPr lang="zh-CN" altLang="en-US" dirty="0"/>
                <a:t>位，相当于</a:t>
              </a:r>
              <a:r>
                <a:rPr lang="en-US" altLang="zh-CN" dirty="0"/>
                <a:t>IPv4</a:t>
              </a:r>
              <a:r>
                <a:rPr lang="zh-CN" altLang="en-US" dirty="0"/>
                <a:t>的协议字段或可选字段。</a:t>
              </a:r>
            </a:p>
          </p:txBody>
        </p:sp>
      </p:grpSp>
    </p:spTree>
    <p:extLst>
      <p:ext uri="{BB962C8B-B14F-4D97-AF65-F5344CB8AC3E}">
        <p14:creationId xmlns:p14="http://schemas.microsoft.com/office/powerpoint/2010/main" val="282884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72"/>
                                        </p:tgtEl>
                                        <p:attrNameLst>
                                          <p:attrName>style.visibility</p:attrName>
                                        </p:attrNameLst>
                                      </p:cBhvr>
                                      <p:to>
                                        <p:strVal val="visible"/>
                                      </p:to>
                                    </p:set>
                                    <p:animEffect transition="in" filter="fade">
                                      <p:cBhvr>
                                        <p:cTn id="7" dur="1000"/>
                                        <p:tgtEl>
                                          <p:spTgt spid="272"/>
                                        </p:tgtEl>
                                      </p:cBhvr>
                                    </p:animEffect>
                                    <p:anim calcmode="lin" valueType="num">
                                      <p:cBhvr>
                                        <p:cTn id="8" dur="1000" fill="hold"/>
                                        <p:tgtEl>
                                          <p:spTgt spid="272"/>
                                        </p:tgtEl>
                                        <p:attrNameLst>
                                          <p:attrName>ppt_x</p:attrName>
                                        </p:attrNameLst>
                                      </p:cBhvr>
                                      <p:tavLst>
                                        <p:tav tm="0">
                                          <p:val>
                                            <p:strVal val="#ppt_x"/>
                                          </p:val>
                                        </p:tav>
                                        <p:tav tm="100000">
                                          <p:val>
                                            <p:strVal val="#ppt_x"/>
                                          </p:val>
                                        </p:tav>
                                      </p:tavLst>
                                    </p:anim>
                                    <p:anim calcmode="lin" valueType="num">
                                      <p:cBhvr>
                                        <p:cTn id="9" dur="1000" fill="hold"/>
                                        <p:tgtEl>
                                          <p:spTgt spid="27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35" presetClass="emph" presetSubtype="0" repeatCount="3000" fill="hold" grpId="0" nodeType="afterEffect">
                                  <p:stCondLst>
                                    <p:cond delay="0"/>
                                  </p:stCondLst>
                                  <p:childTnLst>
                                    <p:anim calcmode="discrete" valueType="str">
                                      <p:cBhvr>
                                        <p:cTn id="12" dur="1000" fill="hold"/>
                                        <p:tgtEl>
                                          <p:spTgt spid="208"/>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35" presetClass="emph" presetSubtype="0" repeatCount="3000" fill="hold" nodeType="clickEffect">
                                  <p:stCondLst>
                                    <p:cond delay="0"/>
                                  </p:stCondLst>
                                  <p:childTnLst>
                                    <p:anim calcmode="discrete" valueType="str">
                                      <p:cBhvr>
                                        <p:cTn id="16" dur="1000" fill="hold"/>
                                        <p:tgtEl>
                                          <p:spTgt spid="265"/>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nodeType="clickEffect">
                                  <p:stCondLst>
                                    <p:cond delay="0"/>
                                  </p:stCondLst>
                                  <p:childTnLst>
                                    <p:anim calcmode="discrete" valueType="str">
                                      <p:cBhvr>
                                        <p:cTn id="20" dur="1000" fill="hold"/>
                                        <p:tgtEl>
                                          <p:spTgt spid="261"/>
                                        </p:tgtEl>
                                        <p:attrNameLst>
                                          <p:attrName>style.visibility</p:attrName>
                                        </p:attrNameLst>
                                      </p:cBhvr>
                                      <p:tavLst>
                                        <p:tav tm="0">
                                          <p:val>
                                            <p:strVal val="hidden"/>
                                          </p:val>
                                        </p:tav>
                                        <p:tav tm="50000">
                                          <p:val>
                                            <p:strVal val="visible"/>
                                          </p:val>
                                        </p:tav>
                                      </p:tavLst>
                                    </p:anim>
                                  </p:childTnLst>
                                </p:cTn>
                              </p:par>
                            </p:childTnLst>
                          </p:cTn>
                        </p:par>
                      </p:childTnLst>
                    </p:cTn>
                  </p:par>
                  <p:par>
                    <p:cTn id="21" fill="hold">
                      <p:stCondLst>
                        <p:cond delay="indefinite"/>
                      </p:stCondLst>
                      <p:childTnLst>
                        <p:par>
                          <p:cTn id="22" fill="hold">
                            <p:stCondLst>
                              <p:cond delay="0"/>
                            </p:stCondLst>
                            <p:childTnLst>
                              <p:par>
                                <p:cTn id="23" presetID="35" presetClass="emph" presetSubtype="0" repeatCount="3000" fill="hold" nodeType="clickEffect">
                                  <p:stCondLst>
                                    <p:cond delay="0"/>
                                  </p:stCondLst>
                                  <p:childTnLst>
                                    <p:anim calcmode="discrete" valueType="str">
                                      <p:cBhvr>
                                        <p:cTn id="24" dur="1000" fill="hold"/>
                                        <p:tgtEl>
                                          <p:spTgt spid="26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8"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圆角矩形 45"/>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2"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3"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44" name="Rectangle 43"/>
          <p:cNvSpPr>
            <a:spLocks noChangeArrowheads="1"/>
          </p:cNvSpPr>
          <p:nvPr/>
        </p:nvSpPr>
        <p:spPr bwMode="auto">
          <a:xfrm>
            <a:off x="2635360" y="840900"/>
            <a:ext cx="499187"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8" name="对角圆角矩形 47"/>
          <p:cNvSpPr/>
          <p:nvPr/>
        </p:nvSpPr>
        <p:spPr>
          <a:xfrm>
            <a:off x="1885750" y="3392007"/>
            <a:ext cx="5394293" cy="876103"/>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矩形 48"/>
          <p:cNvSpPr/>
          <p:nvPr/>
        </p:nvSpPr>
        <p:spPr>
          <a:xfrm>
            <a:off x="2086918" y="3435469"/>
            <a:ext cx="5060049" cy="747128"/>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版本</a:t>
            </a:r>
            <a:r>
              <a:rPr lang="en-US" altLang="zh-CN" sz="1600" b="1" dirty="0">
                <a:solidFill>
                  <a:schemeClr val="bg1"/>
                </a:solidFill>
                <a:latin typeface="微软雅黑" pitchFamily="34" charset="-122"/>
                <a:ea typeface="微软雅黑" pitchFamily="34" charset="-122"/>
              </a:rPr>
              <a:t>(version)—— 4 </a:t>
            </a:r>
            <a:r>
              <a:rPr lang="zh-CN" altLang="en-US" sz="1600" b="1" dirty="0">
                <a:solidFill>
                  <a:schemeClr val="bg1"/>
                </a:solidFill>
                <a:latin typeface="微软雅黑" pitchFamily="34" charset="-122"/>
                <a:ea typeface="微软雅黑" pitchFamily="34" charset="-122"/>
              </a:rPr>
              <a:t>位。它指明了协议的版本，对 </a:t>
            </a:r>
            <a:r>
              <a:rPr lang="en-US" altLang="zh-CN" sz="1600" b="1" dirty="0">
                <a:solidFill>
                  <a:schemeClr val="bg1"/>
                </a:solidFill>
                <a:latin typeface="微软雅黑" pitchFamily="34" charset="-122"/>
                <a:ea typeface="微软雅黑" pitchFamily="34" charset="-122"/>
              </a:rPr>
              <a:t>IPv6 </a:t>
            </a:r>
            <a:r>
              <a:rPr lang="zh-CN" altLang="en-US" sz="1600" b="1" dirty="0">
                <a:solidFill>
                  <a:schemeClr val="bg1"/>
                </a:solidFill>
                <a:latin typeface="微软雅黑" pitchFamily="34" charset="-122"/>
                <a:ea typeface="微软雅黑" pitchFamily="34" charset="-122"/>
              </a:rPr>
              <a:t>该字段总是 </a:t>
            </a:r>
            <a:r>
              <a:rPr lang="en-US" altLang="zh-CN" sz="1600" b="1" dirty="0">
                <a:solidFill>
                  <a:schemeClr val="bg1"/>
                </a:solidFill>
                <a:latin typeface="微软雅黑" pitchFamily="34" charset="-122"/>
                <a:ea typeface="微软雅黑" pitchFamily="34" charset="-122"/>
              </a:rPr>
              <a:t>6</a:t>
            </a:r>
            <a:r>
              <a:rPr lang="zh-CN" altLang="en-US" sz="1600" b="1" dirty="0">
                <a:solidFill>
                  <a:schemeClr val="bg1"/>
                </a:solidFill>
                <a:latin typeface="微软雅黑" pitchFamily="34" charset="-122"/>
                <a:ea typeface="微软雅黑" pitchFamily="34" charset="-122"/>
              </a:rPr>
              <a:t>。 </a:t>
            </a:r>
          </a:p>
        </p:txBody>
      </p:sp>
    </p:spTree>
    <p:extLst>
      <p:ext uri="{BB962C8B-B14F-4D97-AF65-F5344CB8AC3E}">
        <p14:creationId xmlns:p14="http://schemas.microsoft.com/office/powerpoint/2010/main" val="22250123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flipH="1">
            <a:off x="3134547" y="840900"/>
            <a:ext cx="1008059"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368955"/>
            <a:ext cx="6998676" cy="876103"/>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a:p>
        </p:txBody>
      </p:sp>
      <p:sp>
        <p:nvSpPr>
          <p:cNvPr id="42" name="矩形 41"/>
          <p:cNvSpPr/>
          <p:nvPr/>
        </p:nvSpPr>
        <p:spPr>
          <a:xfrm>
            <a:off x="1169377" y="3412417"/>
            <a:ext cx="6875585" cy="747128"/>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通信量类</a:t>
            </a:r>
            <a:r>
              <a:rPr lang="en-US" altLang="zh-CN" sz="1600" b="1" dirty="0">
                <a:solidFill>
                  <a:schemeClr val="bg1"/>
                </a:solidFill>
                <a:latin typeface="微软雅黑" pitchFamily="34" charset="-122"/>
                <a:ea typeface="微软雅黑" pitchFamily="34" charset="-122"/>
              </a:rPr>
              <a:t>(traffic class)—— 8 </a:t>
            </a:r>
            <a:r>
              <a:rPr lang="zh-CN" altLang="en-US" sz="1600" b="1" dirty="0">
                <a:solidFill>
                  <a:schemeClr val="bg1"/>
                </a:solidFill>
                <a:latin typeface="微软雅黑" pitchFamily="34" charset="-122"/>
                <a:ea typeface="微软雅黑" pitchFamily="34" charset="-122"/>
              </a:rPr>
              <a:t>位。这是为了区分不同的 </a:t>
            </a:r>
            <a:r>
              <a:rPr lang="en-US" altLang="zh-CN" sz="1600" b="1" dirty="0">
                <a:solidFill>
                  <a:schemeClr val="bg1"/>
                </a:solidFill>
                <a:latin typeface="微软雅黑" pitchFamily="34" charset="-122"/>
                <a:ea typeface="微软雅黑" pitchFamily="34" charset="-122"/>
              </a:rPr>
              <a:t>IPv6 </a:t>
            </a:r>
            <a:r>
              <a:rPr lang="zh-CN" altLang="en-US" sz="1600" b="1" dirty="0">
                <a:solidFill>
                  <a:schemeClr val="bg1"/>
                </a:solidFill>
                <a:latin typeface="微软雅黑" pitchFamily="34" charset="-122"/>
                <a:ea typeface="微软雅黑" pitchFamily="34" charset="-122"/>
              </a:rPr>
              <a:t>数据报的类别或优先级。</a:t>
            </a:r>
          </a:p>
        </p:txBody>
      </p:sp>
    </p:spTree>
    <p:extLst>
      <p:ext uri="{BB962C8B-B14F-4D97-AF65-F5344CB8AC3E}">
        <p14:creationId xmlns:p14="http://schemas.microsoft.com/office/powerpoint/2010/main" val="16070696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a:off x="4142605" y="840900"/>
            <a:ext cx="2524894"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270739"/>
            <a:ext cx="6998676" cy="108189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344153"/>
            <a:ext cx="6875585" cy="938719"/>
          </a:xfrm>
          <a:prstGeom prst="rect">
            <a:avLst/>
          </a:prstGeom>
        </p:spPr>
        <p:txBody>
          <a:bodyPr wrap="square">
            <a:spAutoFit/>
          </a:bodyPr>
          <a:lstStyle/>
          <a:p>
            <a:pPr>
              <a:lnSpc>
                <a:spcPts val="2200"/>
              </a:lnSpc>
            </a:pPr>
            <a:r>
              <a:rPr lang="zh-CN" altLang="en-US" sz="1600" b="1" dirty="0">
                <a:solidFill>
                  <a:schemeClr val="bg1"/>
                </a:solidFill>
                <a:latin typeface="微软雅黑" pitchFamily="34" charset="-122"/>
                <a:ea typeface="微软雅黑" pitchFamily="34" charset="-122"/>
              </a:rPr>
              <a:t>流标号</a:t>
            </a:r>
            <a:r>
              <a:rPr lang="en-US" altLang="zh-CN" sz="1600" b="1" dirty="0">
                <a:solidFill>
                  <a:schemeClr val="bg1"/>
                </a:solidFill>
                <a:latin typeface="微软雅黑" pitchFamily="34" charset="-122"/>
                <a:ea typeface="微软雅黑" pitchFamily="34" charset="-122"/>
              </a:rPr>
              <a:t>(flow label)—— 20 </a:t>
            </a:r>
            <a:r>
              <a:rPr lang="zh-CN" altLang="en-US" sz="1600" b="1" dirty="0">
                <a:solidFill>
                  <a:schemeClr val="bg1"/>
                </a:solidFill>
                <a:latin typeface="微软雅黑" pitchFamily="34" charset="-122"/>
                <a:ea typeface="微软雅黑" pitchFamily="34" charset="-122"/>
              </a:rPr>
              <a:t>位。 “流”是互联网络上从特定源点到特定终点的一系列数据报， “流”所经过的路径上的路由器都保证指明的服务质量。所有属于同一个流的数据报都具有同样的流标号。 </a:t>
            </a:r>
          </a:p>
        </p:txBody>
      </p:sp>
    </p:spTree>
    <p:extLst>
      <p:ext uri="{BB962C8B-B14F-4D97-AF65-F5344CB8AC3E}">
        <p14:creationId xmlns:p14="http://schemas.microsoft.com/office/powerpoint/2010/main" val="509313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a:off x="2630958" y="1071593"/>
            <a:ext cx="2029323"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270739"/>
            <a:ext cx="6998676" cy="108189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306286" y="3344153"/>
            <a:ext cx="6615581" cy="938719"/>
          </a:xfrm>
          <a:prstGeom prst="rect">
            <a:avLst/>
          </a:prstGeom>
        </p:spPr>
        <p:txBody>
          <a:bodyPr wrap="square">
            <a:spAutoFit/>
          </a:bodyPr>
          <a:lstStyle/>
          <a:p>
            <a:pPr>
              <a:lnSpc>
                <a:spcPts val="2200"/>
              </a:lnSpc>
            </a:pPr>
            <a:r>
              <a:rPr lang="zh-CN" altLang="en-US" sz="1600" b="1" dirty="0">
                <a:solidFill>
                  <a:schemeClr val="bg1"/>
                </a:solidFill>
                <a:latin typeface="微软雅黑" pitchFamily="34" charset="-122"/>
                <a:ea typeface="微软雅黑" pitchFamily="34" charset="-122"/>
              </a:rPr>
              <a:t>有效载荷长度</a:t>
            </a:r>
            <a:r>
              <a:rPr lang="en-US" altLang="zh-CN" sz="1600" b="1" dirty="0">
                <a:solidFill>
                  <a:schemeClr val="bg1"/>
                </a:solidFill>
                <a:latin typeface="微软雅黑" pitchFamily="34" charset="-122"/>
                <a:ea typeface="微软雅黑" pitchFamily="34" charset="-122"/>
              </a:rPr>
              <a:t>(payload length)—— 16 </a:t>
            </a:r>
            <a:r>
              <a:rPr lang="zh-CN" altLang="en-US" sz="1600" b="1" dirty="0">
                <a:solidFill>
                  <a:schemeClr val="bg1"/>
                </a:solidFill>
                <a:latin typeface="微软雅黑" pitchFamily="34" charset="-122"/>
                <a:ea typeface="微软雅黑" pitchFamily="34" charset="-122"/>
              </a:rPr>
              <a:t>位。它指明 </a:t>
            </a:r>
            <a:r>
              <a:rPr lang="en-US" altLang="zh-CN" sz="1600" b="1" dirty="0">
                <a:solidFill>
                  <a:schemeClr val="bg1"/>
                </a:solidFill>
                <a:latin typeface="微软雅黑" pitchFamily="34" charset="-122"/>
                <a:ea typeface="微软雅黑" pitchFamily="34" charset="-122"/>
              </a:rPr>
              <a:t>IPv6 </a:t>
            </a:r>
            <a:r>
              <a:rPr lang="zh-CN" altLang="en-US" sz="1600" b="1" dirty="0">
                <a:solidFill>
                  <a:schemeClr val="bg1"/>
                </a:solidFill>
                <a:latin typeface="微软雅黑" pitchFamily="34" charset="-122"/>
                <a:ea typeface="微软雅黑" pitchFamily="34" charset="-122"/>
              </a:rPr>
              <a:t>数据报除基本首部以外的字节数（所有扩展首部都算在有效载荷之内），其最大值是 </a:t>
            </a:r>
            <a:r>
              <a:rPr lang="en-US" altLang="zh-CN" sz="1600" b="1" dirty="0">
                <a:solidFill>
                  <a:schemeClr val="bg1"/>
                </a:solidFill>
                <a:latin typeface="微软雅黑" pitchFamily="34" charset="-122"/>
                <a:ea typeface="微软雅黑" pitchFamily="34" charset="-122"/>
              </a:rPr>
              <a:t>64 KB</a:t>
            </a:r>
            <a:r>
              <a:rPr lang="zh-CN" altLang="en-US" sz="1600" b="1" dirty="0">
                <a:solidFill>
                  <a:schemeClr val="bg1"/>
                </a:solidFill>
                <a:latin typeface="微软雅黑" pitchFamily="34" charset="-122"/>
                <a:ea typeface="微软雅黑" pitchFamily="34" charset="-122"/>
              </a:rPr>
              <a:t>。 </a:t>
            </a:r>
          </a:p>
        </p:txBody>
      </p:sp>
    </p:spTree>
    <p:extLst>
      <p:ext uri="{BB962C8B-B14F-4D97-AF65-F5344CB8AC3E}">
        <p14:creationId xmlns:p14="http://schemas.microsoft.com/office/powerpoint/2010/main" val="4072344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0257"/>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a:off x="5669221" y="1059683"/>
            <a:ext cx="998278" cy="21834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270739"/>
            <a:ext cx="6998676" cy="108189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344153"/>
            <a:ext cx="6875585" cy="938719"/>
          </a:xfrm>
          <a:prstGeom prst="rect">
            <a:avLst/>
          </a:prstGeom>
        </p:spPr>
        <p:txBody>
          <a:bodyPr wrap="square">
            <a:spAutoFit/>
          </a:bodyPr>
          <a:lstStyle/>
          <a:p>
            <a:pPr>
              <a:lnSpc>
                <a:spcPts val="2200"/>
              </a:lnSpc>
            </a:pPr>
            <a:r>
              <a:rPr lang="zh-CN" altLang="en-US" sz="1600" b="1" dirty="0">
                <a:solidFill>
                  <a:schemeClr val="bg1"/>
                </a:solidFill>
                <a:latin typeface="微软雅黑" pitchFamily="34" charset="-122"/>
                <a:ea typeface="微软雅黑" pitchFamily="34" charset="-122"/>
              </a:rPr>
              <a:t>跳数限制</a:t>
            </a:r>
            <a:r>
              <a:rPr lang="en-US" altLang="zh-CN" sz="1600" b="1" dirty="0">
                <a:solidFill>
                  <a:schemeClr val="bg1"/>
                </a:solidFill>
                <a:latin typeface="微软雅黑" pitchFamily="34" charset="-122"/>
                <a:ea typeface="微软雅黑" pitchFamily="34" charset="-122"/>
              </a:rPr>
              <a:t>(hop limit)—— 8 </a:t>
            </a:r>
            <a:r>
              <a:rPr lang="zh-CN" altLang="en-US" sz="1600" b="1" dirty="0">
                <a:solidFill>
                  <a:schemeClr val="bg1"/>
                </a:solidFill>
                <a:latin typeface="微软雅黑" pitchFamily="34" charset="-122"/>
                <a:ea typeface="微软雅黑" pitchFamily="34" charset="-122"/>
              </a:rPr>
              <a:t>位。源站在数据报发出时即设定跳数限制。路由器在转发数据报时将跳数限制字段中的值减 </a:t>
            </a:r>
            <a:r>
              <a:rPr lang="en-US" altLang="zh-CN" sz="1600" b="1" dirty="0">
                <a:solidFill>
                  <a:schemeClr val="bg1"/>
                </a:solidFill>
                <a:latin typeface="微软雅黑" pitchFamily="34" charset="-122"/>
                <a:ea typeface="微软雅黑" pitchFamily="34" charset="-122"/>
              </a:rPr>
              <a:t>1</a:t>
            </a:r>
            <a:r>
              <a:rPr lang="zh-CN" altLang="en-US" sz="1600" b="1" dirty="0">
                <a:solidFill>
                  <a:schemeClr val="bg1"/>
                </a:solidFill>
                <a:latin typeface="微软雅黑" pitchFamily="34" charset="-122"/>
                <a:ea typeface="微软雅黑" pitchFamily="34" charset="-122"/>
              </a:rPr>
              <a:t>。当跳数限制的值为零时，就要将此数据报丢弃。 </a:t>
            </a:r>
          </a:p>
        </p:txBody>
      </p:sp>
    </p:spTree>
    <p:extLst>
      <p:ext uri="{BB962C8B-B14F-4D97-AF65-F5344CB8AC3E}">
        <p14:creationId xmlns:p14="http://schemas.microsoft.com/office/powerpoint/2010/main" val="10058085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2"/>
          <p:cNvSpPr>
            <a:spLocks noChangeArrowheads="1"/>
          </p:cNvSpPr>
          <p:nvPr/>
        </p:nvSpPr>
        <p:spPr bwMode="auto">
          <a:xfrm>
            <a:off x="2630958" y="847062"/>
            <a:ext cx="4042800" cy="2326899"/>
          </a:xfrm>
          <a:prstGeom prst="rect">
            <a:avLst/>
          </a:prstGeom>
          <a:solidFill>
            <a:srgbClr val="99FFCC"/>
          </a:solidFill>
          <a:ln w="38100">
            <a:solidFill>
              <a:schemeClr val="tx1"/>
            </a:solidFill>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 name="Line 3"/>
          <p:cNvSpPr>
            <a:spLocks noChangeShapeType="1"/>
          </p:cNvSpPr>
          <p:nvPr/>
        </p:nvSpPr>
        <p:spPr bwMode="auto">
          <a:xfrm>
            <a:off x="2635360" y="1058358"/>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5" name="Line 4"/>
          <p:cNvSpPr>
            <a:spLocks noChangeShapeType="1"/>
          </p:cNvSpPr>
          <p:nvPr/>
        </p:nvSpPr>
        <p:spPr bwMode="auto">
          <a:xfrm>
            <a:off x="3134547" y="847943"/>
            <a:ext cx="0" cy="21129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6" name="Line 5"/>
          <p:cNvSpPr>
            <a:spLocks noChangeShapeType="1"/>
          </p:cNvSpPr>
          <p:nvPr/>
        </p:nvSpPr>
        <p:spPr bwMode="auto">
          <a:xfrm>
            <a:off x="4654119"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7" name="Rectangle 6"/>
          <p:cNvSpPr>
            <a:spLocks noChangeArrowheads="1"/>
          </p:cNvSpPr>
          <p:nvPr/>
        </p:nvSpPr>
        <p:spPr bwMode="auto">
          <a:xfrm>
            <a:off x="2588699"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0</a:t>
            </a:r>
          </a:p>
        </p:txBody>
      </p:sp>
      <p:sp>
        <p:nvSpPr>
          <p:cNvPr id="8" name="Rectangle 7"/>
          <p:cNvSpPr>
            <a:spLocks noChangeArrowheads="1"/>
          </p:cNvSpPr>
          <p:nvPr/>
        </p:nvSpPr>
        <p:spPr bwMode="auto">
          <a:xfrm>
            <a:off x="3089647" y="631364"/>
            <a:ext cx="269306"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4</a:t>
            </a:r>
          </a:p>
        </p:txBody>
      </p:sp>
      <p:sp>
        <p:nvSpPr>
          <p:cNvPr id="9" name="Rectangle 8"/>
          <p:cNvSpPr>
            <a:spLocks noChangeArrowheads="1"/>
          </p:cNvSpPr>
          <p:nvPr/>
        </p:nvSpPr>
        <p:spPr bwMode="auto">
          <a:xfrm>
            <a:off x="4603936"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16</a:t>
            </a:r>
          </a:p>
        </p:txBody>
      </p:sp>
      <p:sp>
        <p:nvSpPr>
          <p:cNvPr id="10" name="Rectangle 9"/>
          <p:cNvSpPr>
            <a:spLocks noChangeArrowheads="1"/>
          </p:cNvSpPr>
          <p:nvPr/>
        </p:nvSpPr>
        <p:spPr bwMode="auto">
          <a:xfrm>
            <a:off x="6487993"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31</a:t>
            </a:r>
          </a:p>
        </p:txBody>
      </p:sp>
      <p:sp>
        <p:nvSpPr>
          <p:cNvPr id="11" name="Rectangle 10"/>
          <p:cNvSpPr>
            <a:spLocks noChangeArrowheads="1"/>
          </p:cNvSpPr>
          <p:nvPr/>
        </p:nvSpPr>
        <p:spPr bwMode="auto">
          <a:xfrm>
            <a:off x="2670612" y="820698"/>
            <a:ext cx="49052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版本</a:t>
            </a:r>
          </a:p>
        </p:txBody>
      </p:sp>
      <p:sp>
        <p:nvSpPr>
          <p:cNvPr id="12" name="Rectangle 11"/>
          <p:cNvSpPr>
            <a:spLocks noChangeArrowheads="1"/>
          </p:cNvSpPr>
          <p:nvPr/>
        </p:nvSpPr>
        <p:spPr bwMode="auto">
          <a:xfrm>
            <a:off x="2246223" y="631364"/>
            <a:ext cx="32380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100" b="1" dirty="0">
                <a:solidFill>
                  <a:srgbClr val="0000CC"/>
                </a:solidFill>
                <a:latin typeface="微软雅黑" pitchFamily="34" charset="-122"/>
                <a:ea typeface="微软雅黑" pitchFamily="34" charset="-122"/>
              </a:rPr>
              <a:t>位</a:t>
            </a:r>
          </a:p>
        </p:txBody>
      </p:sp>
      <p:sp>
        <p:nvSpPr>
          <p:cNvPr id="13" name="Line 12"/>
          <p:cNvSpPr>
            <a:spLocks noChangeShapeType="1"/>
          </p:cNvSpPr>
          <p:nvPr/>
        </p:nvSpPr>
        <p:spPr bwMode="auto">
          <a:xfrm>
            <a:off x="2630958" y="1292545"/>
            <a:ext cx="40498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4" name="Line 13"/>
          <p:cNvSpPr>
            <a:spLocks noChangeShapeType="1"/>
          </p:cNvSpPr>
          <p:nvPr/>
        </p:nvSpPr>
        <p:spPr bwMode="auto">
          <a:xfrm>
            <a:off x="2631838" y="1526731"/>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5" name="Line 14"/>
          <p:cNvSpPr>
            <a:spLocks noChangeShapeType="1"/>
          </p:cNvSpPr>
          <p:nvPr/>
        </p:nvSpPr>
        <p:spPr bwMode="auto">
          <a:xfrm>
            <a:off x="2631838" y="1761798"/>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6" name="Line 15"/>
          <p:cNvSpPr>
            <a:spLocks noChangeShapeType="1"/>
          </p:cNvSpPr>
          <p:nvPr/>
        </p:nvSpPr>
        <p:spPr bwMode="auto">
          <a:xfrm>
            <a:off x="2631838" y="199686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Line 16"/>
          <p:cNvSpPr>
            <a:spLocks noChangeShapeType="1"/>
          </p:cNvSpPr>
          <p:nvPr/>
        </p:nvSpPr>
        <p:spPr bwMode="auto">
          <a:xfrm>
            <a:off x="2631838" y="223193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7"/>
          <p:cNvSpPr>
            <a:spLocks noChangeShapeType="1"/>
          </p:cNvSpPr>
          <p:nvPr/>
        </p:nvSpPr>
        <p:spPr bwMode="auto">
          <a:xfrm>
            <a:off x="2631838" y="2466119"/>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9" name="Line 18"/>
          <p:cNvSpPr>
            <a:spLocks noChangeShapeType="1"/>
          </p:cNvSpPr>
          <p:nvPr/>
        </p:nvSpPr>
        <p:spPr bwMode="auto">
          <a:xfrm>
            <a:off x="2631838" y="2701185"/>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0" name="Line 19"/>
          <p:cNvSpPr>
            <a:spLocks noChangeShapeType="1"/>
          </p:cNvSpPr>
          <p:nvPr/>
        </p:nvSpPr>
        <p:spPr bwMode="auto">
          <a:xfrm>
            <a:off x="2631838" y="2935372"/>
            <a:ext cx="405072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1" name="Rectangle 20"/>
          <p:cNvSpPr>
            <a:spLocks noChangeArrowheads="1"/>
          </p:cNvSpPr>
          <p:nvPr/>
        </p:nvSpPr>
        <p:spPr bwMode="auto">
          <a:xfrm>
            <a:off x="2756855" y="2387763"/>
            <a:ext cx="3798929" cy="62596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2" name="Rectangle 21"/>
          <p:cNvSpPr>
            <a:spLocks noChangeArrowheads="1"/>
          </p:cNvSpPr>
          <p:nvPr/>
        </p:nvSpPr>
        <p:spPr bwMode="auto">
          <a:xfrm>
            <a:off x="2756855" y="1469987"/>
            <a:ext cx="3798929" cy="626845"/>
          </a:xfrm>
          <a:prstGeom prst="rect">
            <a:avLst/>
          </a:prstGeom>
          <a:solidFill>
            <a:srgbClr val="99FFCC"/>
          </a:solidFill>
          <a:ln>
            <a:noFill/>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3" name="Rectangle 22"/>
          <p:cNvSpPr>
            <a:spLocks noChangeArrowheads="1"/>
          </p:cNvSpPr>
          <p:nvPr/>
        </p:nvSpPr>
        <p:spPr bwMode="auto">
          <a:xfrm>
            <a:off x="4240663" y="247056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目的地址</a:t>
            </a:r>
          </a:p>
        </p:txBody>
      </p:sp>
      <p:sp>
        <p:nvSpPr>
          <p:cNvPr id="24" name="Rectangle 23"/>
          <p:cNvSpPr>
            <a:spLocks noChangeArrowheads="1"/>
          </p:cNvSpPr>
          <p:nvPr/>
        </p:nvSpPr>
        <p:spPr bwMode="auto">
          <a:xfrm>
            <a:off x="4317607" y="1531181"/>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源地址</a:t>
            </a:r>
          </a:p>
        </p:txBody>
      </p:sp>
      <p:sp>
        <p:nvSpPr>
          <p:cNvPr id="25" name="Line 24"/>
          <p:cNvSpPr>
            <a:spLocks noChangeShapeType="1"/>
          </p:cNvSpPr>
          <p:nvPr/>
        </p:nvSpPr>
        <p:spPr bwMode="auto">
          <a:xfrm>
            <a:off x="5669221" y="1058358"/>
            <a:ext cx="0" cy="2341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6" name="Rectangle 25"/>
          <p:cNvSpPr>
            <a:spLocks noChangeArrowheads="1"/>
          </p:cNvSpPr>
          <p:nvPr/>
        </p:nvSpPr>
        <p:spPr bwMode="auto">
          <a:xfrm>
            <a:off x="4600594" y="104167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下一个首部</a:t>
            </a:r>
          </a:p>
        </p:txBody>
      </p:sp>
      <p:sp>
        <p:nvSpPr>
          <p:cNvPr id="27" name="Rectangle 26"/>
          <p:cNvSpPr>
            <a:spLocks noChangeArrowheads="1"/>
          </p:cNvSpPr>
          <p:nvPr/>
        </p:nvSpPr>
        <p:spPr bwMode="auto">
          <a:xfrm>
            <a:off x="5079909" y="820698"/>
            <a:ext cx="644408"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流标号</a:t>
            </a:r>
          </a:p>
        </p:txBody>
      </p:sp>
      <p:sp>
        <p:nvSpPr>
          <p:cNvPr id="28" name="Rectangle 27"/>
          <p:cNvSpPr>
            <a:spLocks noChangeArrowheads="1"/>
          </p:cNvSpPr>
          <p:nvPr/>
        </p:nvSpPr>
        <p:spPr bwMode="auto">
          <a:xfrm>
            <a:off x="4066011"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12</a:t>
            </a:r>
          </a:p>
        </p:txBody>
      </p:sp>
      <p:sp>
        <p:nvSpPr>
          <p:cNvPr id="29" name="Rectangle 28"/>
          <p:cNvSpPr>
            <a:spLocks noChangeArrowheads="1"/>
          </p:cNvSpPr>
          <p:nvPr/>
        </p:nvSpPr>
        <p:spPr bwMode="auto">
          <a:xfrm>
            <a:off x="3248167" y="820698"/>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通信量类</a:t>
            </a:r>
          </a:p>
        </p:txBody>
      </p:sp>
      <p:sp>
        <p:nvSpPr>
          <p:cNvPr id="30" name="Rectangle 29"/>
          <p:cNvSpPr>
            <a:spLocks noChangeArrowheads="1"/>
          </p:cNvSpPr>
          <p:nvPr/>
        </p:nvSpPr>
        <p:spPr bwMode="auto">
          <a:xfrm>
            <a:off x="4175741" y="1716945"/>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1" name="Rectangle 30"/>
          <p:cNvSpPr>
            <a:spLocks noChangeArrowheads="1"/>
          </p:cNvSpPr>
          <p:nvPr/>
        </p:nvSpPr>
        <p:spPr bwMode="auto">
          <a:xfrm>
            <a:off x="4175741" y="2657783"/>
            <a:ext cx="928140"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128</a:t>
            </a:r>
            <a:r>
              <a:rPr kumimoji="1" lang="zh-CN" altLang="en-US" sz="1200" b="1" dirty="0">
                <a:latin typeface="微软雅黑" pitchFamily="34" charset="-122"/>
                <a:ea typeface="微软雅黑" pitchFamily="34" charset="-122"/>
              </a:rPr>
              <a:t>位）</a:t>
            </a:r>
          </a:p>
        </p:txBody>
      </p:sp>
      <p:sp>
        <p:nvSpPr>
          <p:cNvPr id="32" name="Rectangle 31"/>
          <p:cNvSpPr>
            <a:spLocks noChangeArrowheads="1"/>
          </p:cNvSpPr>
          <p:nvPr/>
        </p:nvSpPr>
        <p:spPr bwMode="auto">
          <a:xfrm>
            <a:off x="2966475" y="1037276"/>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有效载荷长度</a:t>
            </a:r>
          </a:p>
        </p:txBody>
      </p:sp>
      <p:sp>
        <p:nvSpPr>
          <p:cNvPr id="33" name="Rectangle 32"/>
          <p:cNvSpPr>
            <a:spLocks noChangeArrowheads="1"/>
          </p:cNvSpPr>
          <p:nvPr/>
        </p:nvSpPr>
        <p:spPr bwMode="auto">
          <a:xfrm>
            <a:off x="5774061" y="1039049"/>
            <a:ext cx="798296"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1200" b="1" dirty="0">
                <a:latin typeface="微软雅黑" pitchFamily="34" charset="-122"/>
                <a:ea typeface="微软雅黑" pitchFamily="34" charset="-122"/>
              </a:rPr>
              <a:t>跳数限制</a:t>
            </a:r>
          </a:p>
        </p:txBody>
      </p:sp>
      <p:sp>
        <p:nvSpPr>
          <p:cNvPr id="34" name="Line 33"/>
          <p:cNvSpPr>
            <a:spLocks noChangeShapeType="1"/>
          </p:cNvSpPr>
          <p:nvPr/>
        </p:nvSpPr>
        <p:spPr bwMode="auto">
          <a:xfrm>
            <a:off x="4142606" y="847062"/>
            <a:ext cx="3522" cy="2121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5" name="Rectangle 34"/>
          <p:cNvSpPr>
            <a:spLocks noChangeArrowheads="1"/>
          </p:cNvSpPr>
          <p:nvPr/>
        </p:nvSpPr>
        <p:spPr bwMode="auto">
          <a:xfrm>
            <a:off x="5611114" y="631364"/>
            <a:ext cx="355868" cy="259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100" b="1">
                <a:solidFill>
                  <a:srgbClr val="0000CC"/>
                </a:solidFill>
                <a:latin typeface="微软雅黑" pitchFamily="34" charset="-122"/>
                <a:ea typeface="微软雅黑" pitchFamily="34" charset="-122"/>
              </a:rPr>
              <a:t>24</a:t>
            </a:r>
          </a:p>
        </p:txBody>
      </p:sp>
      <p:sp>
        <p:nvSpPr>
          <p:cNvPr id="36" name="Line 35"/>
          <p:cNvSpPr>
            <a:spLocks noChangeShapeType="1"/>
          </p:cNvSpPr>
          <p:nvPr/>
        </p:nvSpPr>
        <p:spPr bwMode="auto">
          <a:xfrm>
            <a:off x="2630958" y="3173961"/>
            <a:ext cx="40516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AutoShape 39"/>
          <p:cNvSpPr>
            <a:spLocks/>
          </p:cNvSpPr>
          <p:nvPr/>
        </p:nvSpPr>
        <p:spPr bwMode="auto">
          <a:xfrm>
            <a:off x="2461921" y="865551"/>
            <a:ext cx="126778" cy="2308410"/>
          </a:xfrm>
          <a:prstGeom prst="leftBrace">
            <a:avLst>
              <a:gd name="adj1" fmla="val 15173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8" name="Rectangle 40"/>
          <p:cNvSpPr>
            <a:spLocks noChangeArrowheads="1"/>
          </p:cNvSpPr>
          <p:nvPr/>
        </p:nvSpPr>
        <p:spPr bwMode="auto">
          <a:xfrm>
            <a:off x="1711709" y="1759157"/>
            <a:ext cx="775854" cy="597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1100" b="1" dirty="0">
                <a:solidFill>
                  <a:srgbClr val="0000CC"/>
                </a:solidFill>
                <a:latin typeface="微软雅黑" pitchFamily="34" charset="-122"/>
                <a:ea typeface="微软雅黑" pitchFamily="34" charset="-122"/>
              </a:rPr>
              <a:t>IPv6 </a:t>
            </a:r>
            <a:r>
              <a:rPr kumimoji="1" lang="zh-CN" altLang="en-US" sz="1100" b="1" dirty="0">
                <a:solidFill>
                  <a:srgbClr val="0000CC"/>
                </a:solidFill>
                <a:latin typeface="微软雅黑" pitchFamily="34" charset="-122"/>
                <a:ea typeface="微软雅黑" pitchFamily="34" charset="-122"/>
              </a:rPr>
              <a:t>的</a:t>
            </a:r>
          </a:p>
          <a:p>
            <a:pPr algn="ctr" defTabSz="762000" eaLnBrk="0" hangingPunct="0"/>
            <a:r>
              <a:rPr kumimoji="1" lang="zh-CN" altLang="en-US" sz="1100" b="1" dirty="0">
                <a:solidFill>
                  <a:srgbClr val="0000CC"/>
                </a:solidFill>
                <a:latin typeface="微软雅黑" pitchFamily="34" charset="-122"/>
                <a:ea typeface="微软雅黑" pitchFamily="34" charset="-122"/>
              </a:rPr>
              <a:t>基本首部</a:t>
            </a:r>
          </a:p>
          <a:p>
            <a:pPr algn="ctr" defTabSz="762000" eaLnBrk="0" hangingPunct="0"/>
            <a:r>
              <a:rPr kumimoji="1" lang="zh-CN" altLang="en-US" sz="1100" b="1" dirty="0">
                <a:solidFill>
                  <a:srgbClr val="0000CC"/>
                </a:solidFill>
                <a:latin typeface="微软雅黑" pitchFamily="34" charset="-122"/>
                <a:ea typeface="微软雅黑" pitchFamily="34" charset="-122"/>
              </a:rPr>
              <a:t>（</a:t>
            </a:r>
            <a:r>
              <a:rPr kumimoji="1" lang="en-US" altLang="zh-CN" sz="1100" b="1" dirty="0">
                <a:solidFill>
                  <a:srgbClr val="0000CC"/>
                </a:solidFill>
                <a:latin typeface="微软雅黑" pitchFamily="34" charset="-122"/>
                <a:ea typeface="微软雅黑" pitchFamily="34" charset="-122"/>
              </a:rPr>
              <a:t>40 B</a:t>
            </a:r>
            <a:r>
              <a:rPr kumimoji="1" lang="zh-CN" altLang="en-US" sz="1100" b="1" dirty="0">
                <a:solidFill>
                  <a:srgbClr val="0000CC"/>
                </a:solidFill>
                <a:latin typeface="微软雅黑" pitchFamily="34" charset="-122"/>
                <a:ea typeface="微软雅黑" pitchFamily="34" charset="-122"/>
              </a:rPr>
              <a:t>）</a:t>
            </a:r>
          </a:p>
        </p:txBody>
      </p:sp>
      <p:sp>
        <p:nvSpPr>
          <p:cNvPr id="39" name="Rectangle 43"/>
          <p:cNvSpPr>
            <a:spLocks noChangeArrowheads="1"/>
          </p:cNvSpPr>
          <p:nvPr/>
        </p:nvSpPr>
        <p:spPr bwMode="auto">
          <a:xfrm flipH="1">
            <a:off x="2630514" y="1300662"/>
            <a:ext cx="4035411" cy="1873298"/>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41" name="对角圆角矩形 40"/>
          <p:cNvSpPr/>
          <p:nvPr/>
        </p:nvSpPr>
        <p:spPr>
          <a:xfrm>
            <a:off x="1046286" y="3344795"/>
            <a:ext cx="6998676" cy="883074"/>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1169377" y="3412417"/>
            <a:ext cx="6875585" cy="747128"/>
          </a:xfrm>
          <a:prstGeom prst="rect">
            <a:avLst/>
          </a:prstGeom>
        </p:spPr>
        <p:txBody>
          <a:bodyPr wrap="square">
            <a:spAutoFit/>
          </a:bodyPr>
          <a:lstStyle/>
          <a:p>
            <a:pPr>
              <a:lnSpc>
                <a:spcPts val="2700"/>
              </a:lnSpc>
            </a:pPr>
            <a:r>
              <a:rPr lang="zh-CN" altLang="en-US" sz="1600" b="1" dirty="0">
                <a:solidFill>
                  <a:schemeClr val="bg1"/>
                </a:solidFill>
                <a:latin typeface="微软雅黑" pitchFamily="34" charset="-122"/>
                <a:ea typeface="微软雅黑" pitchFamily="34" charset="-122"/>
              </a:rPr>
              <a:t>源地址</a:t>
            </a:r>
            <a:r>
              <a:rPr lang="en-US" altLang="zh-CN" sz="1600" b="1" dirty="0">
                <a:solidFill>
                  <a:schemeClr val="bg1"/>
                </a:solidFill>
                <a:latin typeface="微软雅黑" pitchFamily="34" charset="-122"/>
                <a:ea typeface="微软雅黑" pitchFamily="34" charset="-122"/>
              </a:rPr>
              <a:t>—— 128 </a:t>
            </a:r>
            <a:r>
              <a:rPr lang="zh-CN" altLang="en-US" sz="1600" b="1" dirty="0">
                <a:solidFill>
                  <a:schemeClr val="bg1"/>
                </a:solidFill>
                <a:latin typeface="微软雅黑" pitchFamily="34" charset="-122"/>
                <a:ea typeface="微软雅黑" pitchFamily="34" charset="-122"/>
              </a:rPr>
              <a:t>位。是数据报的发送站的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地址。</a:t>
            </a:r>
            <a:endParaRPr lang="en-US" altLang="zh-CN" sz="1600" b="1" dirty="0">
              <a:solidFill>
                <a:schemeClr val="bg1"/>
              </a:solidFill>
              <a:latin typeface="微软雅黑" pitchFamily="34" charset="-122"/>
              <a:ea typeface="微软雅黑" pitchFamily="34" charset="-122"/>
            </a:endParaRPr>
          </a:p>
          <a:p>
            <a:pPr>
              <a:lnSpc>
                <a:spcPts val="2700"/>
              </a:lnSpc>
            </a:pPr>
            <a:r>
              <a:rPr lang="zh-CN" altLang="en-US" sz="1600" b="1" dirty="0">
                <a:solidFill>
                  <a:schemeClr val="bg1"/>
                </a:solidFill>
                <a:latin typeface="微软雅黑" pitchFamily="34" charset="-122"/>
                <a:ea typeface="微软雅黑" pitchFamily="34" charset="-122"/>
              </a:rPr>
              <a:t>目的地址</a:t>
            </a:r>
            <a:r>
              <a:rPr lang="en-US" altLang="zh-CN" sz="1600" b="1" dirty="0">
                <a:solidFill>
                  <a:schemeClr val="bg1"/>
                </a:solidFill>
                <a:latin typeface="微软雅黑" pitchFamily="34" charset="-122"/>
                <a:ea typeface="微软雅黑" pitchFamily="34" charset="-122"/>
              </a:rPr>
              <a:t>—— 128 </a:t>
            </a:r>
            <a:r>
              <a:rPr lang="zh-CN" altLang="en-US" sz="1600" b="1" dirty="0">
                <a:solidFill>
                  <a:schemeClr val="bg1"/>
                </a:solidFill>
                <a:latin typeface="微软雅黑" pitchFamily="34" charset="-122"/>
                <a:ea typeface="微软雅黑" pitchFamily="34" charset="-122"/>
              </a:rPr>
              <a:t>位。是数据报的接收站的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地址。</a:t>
            </a:r>
          </a:p>
        </p:txBody>
      </p:sp>
    </p:spTree>
    <p:extLst>
      <p:ext uri="{BB962C8B-B14F-4D97-AF65-F5344CB8AC3E}">
        <p14:creationId xmlns:p14="http://schemas.microsoft.com/office/powerpoint/2010/main" val="566624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E880C7-C93F-AE10-231A-5246D0E332F5}"/>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A10B3AD0-8473-ADB4-C394-14288C345D64}"/>
              </a:ext>
            </a:extLst>
          </p:cNvPr>
          <p:cNvSpPr>
            <a:spLocks noChangeArrowheads="1"/>
          </p:cNvSpPr>
          <p:nvPr/>
        </p:nvSpPr>
        <p:spPr bwMode="auto">
          <a:xfrm>
            <a:off x="545144" y="969615"/>
            <a:ext cx="8053711" cy="8361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29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基本首部</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固定的 </a:t>
            </a:r>
            <a:r>
              <a:rPr lang="en-US" altLang="zh-CN" sz="2000" b="1" dirty="0">
                <a:solidFill>
                  <a:srgbClr val="0000FF"/>
                </a:solidFill>
                <a:latin typeface="微软雅黑" pitchFamily="34" charset="-122"/>
                <a:ea typeface="微软雅黑" pitchFamily="34" charset="-122"/>
              </a:rPr>
              <a:t>40 </a:t>
            </a:r>
            <a:r>
              <a:rPr lang="zh-CN" altLang="en-US" sz="2000" b="1" dirty="0">
                <a:solidFill>
                  <a:srgbClr val="0000FF"/>
                </a:solidFill>
                <a:latin typeface="微软雅黑" pitchFamily="34" charset="-122"/>
                <a:ea typeface="微软雅黑" pitchFamily="34" charset="-122"/>
              </a:rPr>
              <a:t>字节</a:t>
            </a:r>
            <a:r>
              <a:rPr lang="zh-CN" altLang="en-US" sz="2000" b="1" dirty="0">
                <a:latin typeface="微软雅黑" pitchFamily="34" charset="-122"/>
                <a:ea typeface="微软雅黑" pitchFamily="34" charset="-122"/>
              </a:rPr>
              <a:t>。</a:t>
            </a:r>
          </a:p>
          <a:p>
            <a:pPr marL="342900" indent="-342900">
              <a:lnSpc>
                <a:spcPts val="2900"/>
              </a:lnSpc>
              <a:buClr>
                <a:srgbClr val="0070C0"/>
              </a:buClr>
              <a:buFont typeface="Wingdings" pitchFamily="2" charset="2"/>
              <a:buChar char="l"/>
            </a:pPr>
            <a:r>
              <a:rPr lang="zh-CN" altLang="en-US" sz="2000" b="1" dirty="0">
                <a:latin typeface="微软雅黑" pitchFamily="34" charset="-122"/>
                <a:ea typeface="微软雅黑" pitchFamily="34" charset="-122"/>
              </a:rPr>
              <a:t>首部字段数：只有 </a:t>
            </a:r>
            <a:r>
              <a:rPr lang="en-US" altLang="zh-CN" sz="2000" b="1" dirty="0">
                <a:latin typeface="微软雅黑" pitchFamily="34" charset="-122"/>
                <a:ea typeface="微软雅黑" pitchFamily="34" charset="-122"/>
              </a:rPr>
              <a:t>8 </a:t>
            </a:r>
            <a:r>
              <a:rPr lang="zh-CN" altLang="en-US" sz="2000" b="1" dirty="0">
                <a:latin typeface="微软雅黑" pitchFamily="34" charset="-122"/>
                <a:ea typeface="微软雅黑" pitchFamily="34" charset="-122"/>
              </a:rPr>
              <a:t>个。</a:t>
            </a:r>
          </a:p>
        </p:txBody>
      </p:sp>
      <p:sp>
        <p:nvSpPr>
          <p:cNvPr id="3" name="AutoShape 5">
            <a:extLst>
              <a:ext uri="{FF2B5EF4-FFF2-40B4-BE49-F238E27FC236}">
                <a16:creationId xmlns:a16="http://schemas.microsoft.com/office/drawing/2014/main" id="{5B61060A-D125-A823-A90A-659955E76E8F}"/>
              </a:ext>
            </a:extLst>
          </p:cNvPr>
          <p:cNvSpPr>
            <a:spLocks noChangeArrowheads="1"/>
          </p:cNvSpPr>
          <p:nvPr/>
        </p:nvSpPr>
        <p:spPr bwMode="auto">
          <a:xfrm>
            <a:off x="545144" y="613326"/>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F288A4D6-463B-E35C-C10D-F5F3DB6B9C6B}"/>
              </a:ext>
            </a:extLst>
          </p:cNvPr>
          <p:cNvSpPr>
            <a:spLocks noChangeArrowheads="1"/>
          </p:cNvSpPr>
          <p:nvPr/>
        </p:nvSpPr>
        <p:spPr bwMode="auto">
          <a:xfrm>
            <a:off x="1941968" y="580115"/>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数据报的基本首部</a:t>
            </a:r>
          </a:p>
        </p:txBody>
      </p:sp>
      <p:graphicFrame>
        <p:nvGraphicFramePr>
          <p:cNvPr id="35" name="表格 34">
            <a:extLst>
              <a:ext uri="{FF2B5EF4-FFF2-40B4-BE49-F238E27FC236}">
                <a16:creationId xmlns:a16="http://schemas.microsoft.com/office/drawing/2014/main" id="{9E6C40E4-FAE7-1953-C006-EA5326088780}"/>
              </a:ext>
            </a:extLst>
          </p:cNvPr>
          <p:cNvGraphicFramePr>
            <a:graphicFrameLocks noGrp="1"/>
          </p:cNvGraphicFramePr>
          <p:nvPr/>
        </p:nvGraphicFramePr>
        <p:xfrm>
          <a:off x="615346" y="2152261"/>
          <a:ext cx="7685374" cy="2190560"/>
        </p:xfrm>
        <a:graphic>
          <a:graphicData uri="http://schemas.openxmlformats.org/drawingml/2006/table">
            <a:tbl>
              <a:tblPr firstRow="1" bandRow="1">
                <a:tableStyleId>{5C22544A-7EE6-4342-B048-85BDC9FD1C3A}</a:tableStyleId>
              </a:tblPr>
              <a:tblGrid>
                <a:gridCol w="3599373">
                  <a:extLst>
                    <a:ext uri="{9D8B030D-6E8A-4147-A177-3AD203B41FA5}">
                      <a16:colId xmlns:a16="http://schemas.microsoft.com/office/drawing/2014/main" val="20000"/>
                    </a:ext>
                  </a:extLst>
                </a:gridCol>
                <a:gridCol w="4086001">
                  <a:extLst>
                    <a:ext uri="{9D8B030D-6E8A-4147-A177-3AD203B41FA5}">
                      <a16:colId xmlns:a16="http://schemas.microsoft.com/office/drawing/2014/main" val="20001"/>
                    </a:ext>
                  </a:extLst>
                </a:gridCol>
              </a:tblGrid>
              <a:tr h="1257129">
                <a:tc>
                  <a:txBody>
                    <a:bodyPr/>
                    <a:lstStyle/>
                    <a:p>
                      <a:pPr marL="342900" lvl="0" indent="-342900">
                        <a:lnSpc>
                          <a:spcPts val="2800"/>
                        </a:lnSpc>
                        <a:buClr>
                          <a:srgbClr val="CC00CC"/>
                        </a:buClr>
                        <a:buSzPct val="80000"/>
                        <a:buFont typeface="Wingdings" pitchFamily="2" charset="2"/>
                        <a:buChar char="l"/>
                      </a:pPr>
                      <a:endParaRPr lang="en-US" altLang="zh-CN" sz="1800" dirty="0">
                        <a:solidFill>
                          <a:schemeClr val="tx1"/>
                        </a:solidFill>
                        <a:latin typeface="微软雅黑" pitchFamily="34" charset="-122"/>
                        <a:ea typeface="微软雅黑" pitchFamily="34"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endParaRPr lang="en-US" altLang="zh-CN" sz="1800" dirty="0">
                        <a:solidFill>
                          <a:schemeClr val="tx1"/>
                        </a:solidFill>
                        <a:latin typeface="微软雅黑" pitchFamily="34" charset="-122"/>
                        <a:ea typeface="微软雅黑" pitchFamily="34" charset="-122"/>
                      </a:endParaRPr>
                    </a:p>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endParaRPr lang="en-US" altLang="zh-CN" sz="1800" dirty="0">
                        <a:solidFill>
                          <a:schemeClr val="tx1"/>
                        </a:solidFill>
                        <a:latin typeface="微软雅黑" pitchFamily="34" charset="-122"/>
                        <a:ea typeface="微软雅黑" pitchFamily="34" charset="-122"/>
                      </a:endParaRPr>
                    </a:p>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endParaRPr lang="en-US" altLang="zh-CN" sz="1800" dirty="0">
                        <a:solidFill>
                          <a:schemeClr val="tx1"/>
                        </a:solidFill>
                        <a:latin typeface="微软雅黑" pitchFamily="34" charset="-122"/>
                        <a:ea typeface="微软雅黑" pitchFamily="34" charset="-122"/>
                      </a:endParaRPr>
                    </a:p>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endParaRPr lang="en-US" altLang="zh-CN" sz="1800" dirty="0">
                        <a:solidFill>
                          <a:schemeClr val="tx1"/>
                        </a:solidFill>
                        <a:latin typeface="微软雅黑" pitchFamily="34" charset="-122"/>
                        <a:ea typeface="微软雅黑" pitchFamily="34" charset="-122"/>
                      </a:endParaRPr>
                    </a:p>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endParaRPr lang="en-US" altLang="zh-CN" sz="1800" dirty="0">
                        <a:solidFill>
                          <a:schemeClr val="tx1"/>
                        </a:solidFill>
                        <a:latin typeface="微软雅黑" pitchFamily="34" charset="-122"/>
                        <a:ea typeface="微软雅黑" pitchFamily="34" charset="-122"/>
                      </a:endParaRPr>
                    </a:p>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endParaRPr lang="zh-CN" altLang="en-US" sz="1800" dirty="0">
                        <a:solidFill>
                          <a:schemeClr val="tx1"/>
                        </a:solidFill>
                        <a:latin typeface="微软雅黑" pitchFamily="34" charset="-122"/>
                        <a:ea typeface="微软雅黑" pitchFamily="34" charset="-122"/>
                      </a:endParaRPr>
                    </a:p>
                  </a:txBody>
                  <a:tcPr marL="180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0"/>
                  </a:ext>
                </a:extLst>
              </a:tr>
            </a:tbl>
          </a:graphicData>
        </a:graphic>
      </p:graphicFrame>
      <p:sp>
        <p:nvSpPr>
          <p:cNvPr id="5" name="矩形 4">
            <a:extLst>
              <a:ext uri="{FF2B5EF4-FFF2-40B4-BE49-F238E27FC236}">
                <a16:creationId xmlns:a16="http://schemas.microsoft.com/office/drawing/2014/main" id="{3B45AFF1-AC0C-96A7-E17D-6A0C55156370}"/>
              </a:ext>
            </a:extLst>
          </p:cNvPr>
          <p:cNvSpPr/>
          <p:nvPr/>
        </p:nvSpPr>
        <p:spPr>
          <a:xfrm>
            <a:off x="2082373" y="1803249"/>
            <a:ext cx="5119659" cy="369332"/>
          </a:xfrm>
          <a:prstGeom prst="rect">
            <a:avLst/>
          </a:prstGeom>
        </p:spPr>
        <p:txBody>
          <a:bodyPr wrap="square">
            <a:spAutoFit/>
          </a:bodyPr>
          <a:lstStyle/>
          <a:p>
            <a:pPr algn="ctr">
              <a:buClr>
                <a:srgbClr val="0070C0"/>
              </a:buClr>
            </a:pPr>
            <a:r>
              <a:rPr lang="en-US" altLang="zh-CN" b="1" dirty="0">
                <a:latin typeface="微软雅黑" pitchFamily="34" charset="-122"/>
                <a:ea typeface="微软雅黑" pitchFamily="34" charset="-122"/>
              </a:rPr>
              <a:t>IPv6 </a:t>
            </a:r>
            <a:r>
              <a:rPr lang="zh-CN" altLang="en-US" b="1" dirty="0">
                <a:latin typeface="微软雅黑" pitchFamily="34" charset="-122"/>
                <a:ea typeface="微软雅黑" pitchFamily="34" charset="-122"/>
              </a:rPr>
              <a:t>对首部的主要</a:t>
            </a:r>
            <a:r>
              <a:rPr lang="zh-CN" altLang="en-US" b="1" dirty="0">
                <a:solidFill>
                  <a:srgbClr val="0000FF"/>
                </a:solidFill>
                <a:latin typeface="微软雅黑" pitchFamily="34" charset="-122"/>
                <a:ea typeface="微软雅黑" pitchFamily="34" charset="-122"/>
              </a:rPr>
              <a:t>更改</a:t>
            </a:r>
            <a:endParaRPr lang="zh-CN" altLang="en-US" b="1" dirty="0">
              <a:latin typeface="微软雅黑" pitchFamily="34" charset="-122"/>
              <a:ea typeface="微软雅黑" pitchFamily="34" charset="-122"/>
            </a:endParaRPr>
          </a:p>
        </p:txBody>
      </p:sp>
      <p:sp>
        <p:nvSpPr>
          <p:cNvPr id="7" name="文本框 6">
            <a:extLst>
              <a:ext uri="{FF2B5EF4-FFF2-40B4-BE49-F238E27FC236}">
                <a16:creationId xmlns:a16="http://schemas.microsoft.com/office/drawing/2014/main" id="{E321B9F7-0CD9-94F5-D5E1-66CBD2B6473B}"/>
              </a:ext>
            </a:extLst>
          </p:cNvPr>
          <p:cNvSpPr txBox="1"/>
          <p:nvPr/>
        </p:nvSpPr>
        <p:spPr>
          <a:xfrm>
            <a:off x="635010" y="2130869"/>
            <a:ext cx="3578112" cy="2211952"/>
          </a:xfrm>
          <a:prstGeom prst="rect">
            <a:avLst/>
          </a:prstGeom>
          <a:noFill/>
        </p:spPr>
        <p:txBody>
          <a:bodyPr wrap="square">
            <a:spAutoFit/>
          </a:bodyPr>
          <a:lstStyle/>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r>
              <a:rPr kumimoji="0" lang="zh-CN"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取消了首部长度字段</a:t>
            </a:r>
            <a:r>
              <a:rPr kumimoji="0" lang="zh-CN" altLang="en-US"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a:t>
            </a:r>
            <a:endParaRPr kumimoji="0" lang="en-US"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endParaRPr>
          </a:p>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r>
              <a:rPr kumimoji="0" lang="zh-CN"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取消了服务类型字段</a:t>
            </a:r>
            <a:r>
              <a:rPr kumimoji="0" lang="zh-CN" altLang="en-US"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，改用通信量类字段；</a:t>
            </a:r>
            <a:endParaRPr kumimoji="0" lang="en-US"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endParaRPr>
          </a:p>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r>
              <a:rPr kumimoji="0" lang="zh-CN"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取消了总长度字段</a:t>
            </a:r>
            <a:r>
              <a:rPr kumimoji="0" lang="zh-CN" altLang="en-US"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a:t>
            </a:r>
            <a:r>
              <a:rPr kumimoji="0" lang="zh-CN"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改用有效载荷长度字段</a:t>
            </a:r>
            <a:r>
              <a:rPr kumimoji="0" lang="zh-CN" altLang="en-US"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a:t>
            </a:r>
            <a:endParaRPr kumimoji="0" lang="en-US"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endParaRPr>
          </a:p>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r>
              <a:rPr kumimoji="0" lang="zh-CN"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取消了检验和字段</a:t>
            </a:r>
            <a:r>
              <a:rPr kumimoji="0" lang="zh-CN" altLang="en-US"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a:t>
            </a:r>
            <a:endParaRPr kumimoji="0" lang="en-US"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endParaRPr>
          </a:p>
        </p:txBody>
      </p:sp>
      <p:sp>
        <p:nvSpPr>
          <p:cNvPr id="9" name="文本框 8">
            <a:extLst>
              <a:ext uri="{FF2B5EF4-FFF2-40B4-BE49-F238E27FC236}">
                <a16:creationId xmlns:a16="http://schemas.microsoft.com/office/drawing/2014/main" id="{A76D5CAE-9A81-1DCD-596C-976A743575A1}"/>
              </a:ext>
            </a:extLst>
          </p:cNvPr>
          <p:cNvSpPr txBox="1"/>
          <p:nvPr/>
        </p:nvSpPr>
        <p:spPr>
          <a:xfrm>
            <a:off x="4213122" y="2130869"/>
            <a:ext cx="4097430" cy="2216632"/>
          </a:xfrm>
          <a:prstGeom prst="rect">
            <a:avLst/>
          </a:prstGeom>
          <a:noFill/>
        </p:spPr>
        <p:txBody>
          <a:bodyPr wrap="square">
            <a:spAutoFit/>
          </a:bodyPr>
          <a:lstStyle/>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r>
              <a:rPr kumimoji="0" lang="zh-CN"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把</a:t>
            </a:r>
            <a:r>
              <a:rPr kumimoji="0" lang="en-US"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 TTL </a:t>
            </a:r>
            <a:r>
              <a:rPr kumimoji="0" lang="zh-CN"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字段改称为跳数限制字段</a:t>
            </a:r>
            <a:r>
              <a:rPr kumimoji="0" lang="zh-CN" altLang="en-US"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a:t>
            </a:r>
            <a:endParaRPr kumimoji="0" lang="en-US"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endParaRPr>
          </a:p>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r>
              <a:rPr kumimoji="0" lang="zh-CN"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取消了协议字段，改用下一个首部字段</a:t>
            </a:r>
            <a:r>
              <a:rPr kumimoji="0" lang="zh-CN" altLang="en-US"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a:t>
            </a:r>
            <a:endParaRPr kumimoji="0" lang="en-US"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endParaRPr>
          </a:p>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r>
              <a:rPr kumimoji="0" lang="zh-CN"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取消了选项字段，而用扩展首部来实现选项功能</a:t>
            </a:r>
            <a:r>
              <a:rPr kumimoji="0" lang="zh-CN" altLang="en-US"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a:t>
            </a:r>
            <a:endParaRPr kumimoji="0" lang="en-US" altLang="zh-CN"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endParaRPr>
          </a:p>
          <a:p>
            <a:pPr marL="342900" marR="0" lvl="0" indent="-342900" algn="l" defTabSz="914400" rtl="0" eaLnBrk="1" fontAlgn="auto" latinLnBrk="0" hangingPunct="1">
              <a:lnSpc>
                <a:spcPts val="2800"/>
              </a:lnSpc>
              <a:spcBef>
                <a:spcPts val="0"/>
              </a:spcBef>
              <a:spcAft>
                <a:spcPts val="0"/>
              </a:spcAft>
              <a:buClr>
                <a:srgbClr val="CC00CC"/>
              </a:buClr>
              <a:buSzPct val="80000"/>
              <a:buFont typeface="Wingdings" pitchFamily="2" charset="2"/>
              <a:buChar char="l"/>
              <a:tabLst/>
              <a:defRPr/>
            </a:pPr>
            <a:r>
              <a:rPr kumimoji="0" lang="zh-CN" altLang="en-US" sz="18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取消了与分片有关的字段。</a:t>
            </a:r>
            <a:endParaRPr lang="zh-CN" altLang="en-US" dirty="0"/>
          </a:p>
        </p:txBody>
      </p:sp>
    </p:spTree>
    <p:extLst>
      <p:ext uri="{BB962C8B-B14F-4D97-AF65-F5344CB8AC3E}">
        <p14:creationId xmlns:p14="http://schemas.microsoft.com/office/powerpoint/2010/main" val="35288138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xEl>
                                              <p:pRg st="0" end="0"/>
                                            </p:txEl>
                                          </p:spTgt>
                                        </p:tgtEl>
                                        <p:attrNameLst>
                                          <p:attrName>style.visibility</p:attrName>
                                        </p:attrNameLst>
                                      </p:cBhvr>
                                      <p:to>
                                        <p:strVal val="visible"/>
                                      </p:to>
                                    </p:set>
                                    <p:animEffect transition="in" filter="fade">
                                      <p:cBhvr>
                                        <p:cTn id="21" dur="1000"/>
                                        <p:tgtEl>
                                          <p:spTgt spid="5">
                                            <p:txEl>
                                              <p:pRg st="0" end="0"/>
                                            </p:txEl>
                                          </p:spTgt>
                                        </p:tgtEl>
                                      </p:cBhvr>
                                    </p:animEffect>
                                    <p:anim calcmode="lin" valueType="num">
                                      <p:cBhvr>
                                        <p:cTn id="22"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23" dur="1000" fill="hold"/>
                                        <p:tgtEl>
                                          <p:spTgt spid="5">
                                            <p:txEl>
                                              <p:pRg st="0" end="0"/>
                                            </p:txEl>
                                          </p:spTgt>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35"/>
                                        </p:tgtEl>
                                        <p:attrNameLst>
                                          <p:attrName>style.visibility</p:attrName>
                                        </p:attrNameLst>
                                      </p:cBhvr>
                                      <p:to>
                                        <p:strVal val="visible"/>
                                      </p:to>
                                    </p:set>
                                    <p:animEffect transition="in" filter="fade">
                                      <p:cBhvr>
                                        <p:cTn id="26" dur="1000"/>
                                        <p:tgtEl>
                                          <p:spTgt spid="35"/>
                                        </p:tgtEl>
                                      </p:cBhvr>
                                    </p:animEffect>
                                    <p:anim calcmode="lin" valueType="num">
                                      <p:cBhvr>
                                        <p:cTn id="27" dur="1000" fill="hold"/>
                                        <p:tgtEl>
                                          <p:spTgt spid="35"/>
                                        </p:tgtEl>
                                        <p:attrNameLst>
                                          <p:attrName>ppt_x</p:attrName>
                                        </p:attrNameLst>
                                      </p:cBhvr>
                                      <p:tavLst>
                                        <p:tav tm="0">
                                          <p:val>
                                            <p:strVal val="#ppt_x"/>
                                          </p:val>
                                        </p:tav>
                                        <p:tav tm="100000">
                                          <p:val>
                                            <p:strVal val="#ppt_x"/>
                                          </p:val>
                                        </p:tav>
                                      </p:tavLst>
                                    </p:anim>
                                    <p:anim calcmode="lin" valueType="num">
                                      <p:cBhvr>
                                        <p:cTn id="28"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7">
                                            <p:txEl>
                                              <p:pRg st="0" end="0"/>
                                            </p:txEl>
                                          </p:spTgt>
                                        </p:tgtEl>
                                        <p:attrNameLst>
                                          <p:attrName>style.visibility</p:attrName>
                                        </p:attrNameLst>
                                      </p:cBhvr>
                                      <p:to>
                                        <p:strVal val="visible"/>
                                      </p:to>
                                    </p:set>
                                    <p:animEffect transition="in" filter="fade">
                                      <p:cBhvr>
                                        <p:cTn id="33" dur="1000"/>
                                        <p:tgtEl>
                                          <p:spTgt spid="7">
                                            <p:txEl>
                                              <p:pRg st="0" end="0"/>
                                            </p:txEl>
                                          </p:spTgt>
                                        </p:tgtEl>
                                      </p:cBhvr>
                                    </p:animEffect>
                                    <p:anim calcmode="lin" valueType="num">
                                      <p:cBhvr>
                                        <p:cTn id="34"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35"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7">
                                            <p:txEl>
                                              <p:pRg st="1" end="1"/>
                                            </p:txEl>
                                          </p:spTgt>
                                        </p:tgtEl>
                                        <p:attrNameLst>
                                          <p:attrName>style.visibility</p:attrName>
                                        </p:attrNameLst>
                                      </p:cBhvr>
                                      <p:to>
                                        <p:strVal val="visible"/>
                                      </p:to>
                                    </p:set>
                                    <p:animEffect transition="in" filter="fade">
                                      <p:cBhvr>
                                        <p:cTn id="40" dur="1000"/>
                                        <p:tgtEl>
                                          <p:spTgt spid="7">
                                            <p:txEl>
                                              <p:pRg st="1" end="1"/>
                                            </p:txEl>
                                          </p:spTgt>
                                        </p:tgtEl>
                                      </p:cBhvr>
                                    </p:animEffect>
                                    <p:anim calcmode="lin" valueType="num">
                                      <p:cBhvr>
                                        <p:cTn id="41"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42"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7">
                                            <p:txEl>
                                              <p:pRg st="2" end="2"/>
                                            </p:txEl>
                                          </p:spTgt>
                                        </p:tgtEl>
                                        <p:attrNameLst>
                                          <p:attrName>style.visibility</p:attrName>
                                        </p:attrNameLst>
                                      </p:cBhvr>
                                      <p:to>
                                        <p:strVal val="visible"/>
                                      </p:to>
                                    </p:set>
                                    <p:animEffect transition="in" filter="fade">
                                      <p:cBhvr>
                                        <p:cTn id="47" dur="1000"/>
                                        <p:tgtEl>
                                          <p:spTgt spid="7">
                                            <p:txEl>
                                              <p:pRg st="2" end="2"/>
                                            </p:txEl>
                                          </p:spTgt>
                                        </p:tgtEl>
                                      </p:cBhvr>
                                    </p:animEffect>
                                    <p:anim calcmode="lin" valueType="num">
                                      <p:cBhvr>
                                        <p:cTn id="48" dur="1000" fill="hold"/>
                                        <p:tgtEl>
                                          <p:spTgt spid="7">
                                            <p:txEl>
                                              <p:pRg st="2" end="2"/>
                                            </p:txEl>
                                          </p:spTgt>
                                        </p:tgtEl>
                                        <p:attrNameLst>
                                          <p:attrName>ppt_x</p:attrName>
                                        </p:attrNameLst>
                                      </p:cBhvr>
                                      <p:tavLst>
                                        <p:tav tm="0">
                                          <p:val>
                                            <p:strVal val="#ppt_x"/>
                                          </p:val>
                                        </p:tav>
                                        <p:tav tm="100000">
                                          <p:val>
                                            <p:strVal val="#ppt_x"/>
                                          </p:val>
                                        </p:tav>
                                      </p:tavLst>
                                    </p:anim>
                                    <p:anim calcmode="lin" valueType="num">
                                      <p:cBhvr>
                                        <p:cTn id="49" dur="1000" fill="hold"/>
                                        <p:tgtEl>
                                          <p:spTgt spid="7">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7">
                                            <p:txEl>
                                              <p:pRg st="3" end="3"/>
                                            </p:txEl>
                                          </p:spTgt>
                                        </p:tgtEl>
                                        <p:attrNameLst>
                                          <p:attrName>style.visibility</p:attrName>
                                        </p:attrNameLst>
                                      </p:cBhvr>
                                      <p:to>
                                        <p:strVal val="visible"/>
                                      </p:to>
                                    </p:set>
                                    <p:animEffect transition="in" filter="fade">
                                      <p:cBhvr>
                                        <p:cTn id="54" dur="1000"/>
                                        <p:tgtEl>
                                          <p:spTgt spid="7">
                                            <p:txEl>
                                              <p:pRg st="3" end="3"/>
                                            </p:txEl>
                                          </p:spTgt>
                                        </p:tgtEl>
                                      </p:cBhvr>
                                    </p:animEffect>
                                    <p:anim calcmode="lin" valueType="num">
                                      <p:cBhvr>
                                        <p:cTn id="55" dur="1000" fill="hold"/>
                                        <p:tgtEl>
                                          <p:spTgt spid="7">
                                            <p:txEl>
                                              <p:pRg st="3" end="3"/>
                                            </p:txEl>
                                          </p:spTgt>
                                        </p:tgtEl>
                                        <p:attrNameLst>
                                          <p:attrName>ppt_x</p:attrName>
                                        </p:attrNameLst>
                                      </p:cBhvr>
                                      <p:tavLst>
                                        <p:tav tm="0">
                                          <p:val>
                                            <p:strVal val="#ppt_x"/>
                                          </p:val>
                                        </p:tav>
                                        <p:tav tm="100000">
                                          <p:val>
                                            <p:strVal val="#ppt_x"/>
                                          </p:val>
                                        </p:tav>
                                      </p:tavLst>
                                    </p:anim>
                                    <p:anim calcmode="lin" valueType="num">
                                      <p:cBhvr>
                                        <p:cTn id="56" dur="1000" fill="hold"/>
                                        <p:tgtEl>
                                          <p:spTgt spid="7">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42" presetClass="entr" presetSubtype="0" fill="hold" grpId="0" nodeType="clickEffect">
                                  <p:stCondLst>
                                    <p:cond delay="0"/>
                                  </p:stCondLst>
                                  <p:childTnLst>
                                    <p:set>
                                      <p:cBhvr>
                                        <p:cTn id="60" dur="1" fill="hold">
                                          <p:stCondLst>
                                            <p:cond delay="0"/>
                                          </p:stCondLst>
                                        </p:cTn>
                                        <p:tgtEl>
                                          <p:spTgt spid="9">
                                            <p:txEl>
                                              <p:pRg st="0" end="0"/>
                                            </p:txEl>
                                          </p:spTgt>
                                        </p:tgtEl>
                                        <p:attrNameLst>
                                          <p:attrName>style.visibility</p:attrName>
                                        </p:attrNameLst>
                                      </p:cBhvr>
                                      <p:to>
                                        <p:strVal val="visible"/>
                                      </p:to>
                                    </p:set>
                                    <p:animEffect transition="in" filter="fade">
                                      <p:cBhvr>
                                        <p:cTn id="61" dur="1000"/>
                                        <p:tgtEl>
                                          <p:spTgt spid="9">
                                            <p:txEl>
                                              <p:pRg st="0" end="0"/>
                                            </p:txEl>
                                          </p:spTgt>
                                        </p:tgtEl>
                                      </p:cBhvr>
                                    </p:animEffect>
                                    <p:anim calcmode="lin" valueType="num">
                                      <p:cBhvr>
                                        <p:cTn id="62" dur="10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63" dur="10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64" fill="hold">
                      <p:stCondLst>
                        <p:cond delay="indefinite"/>
                      </p:stCondLst>
                      <p:childTnLst>
                        <p:par>
                          <p:cTn id="65" fill="hold">
                            <p:stCondLst>
                              <p:cond delay="0"/>
                            </p:stCondLst>
                            <p:childTnLst>
                              <p:par>
                                <p:cTn id="66" presetID="42" presetClass="entr" presetSubtype="0" fill="hold" grpId="0" nodeType="clickEffect">
                                  <p:stCondLst>
                                    <p:cond delay="0"/>
                                  </p:stCondLst>
                                  <p:childTnLst>
                                    <p:set>
                                      <p:cBhvr>
                                        <p:cTn id="67" dur="1" fill="hold">
                                          <p:stCondLst>
                                            <p:cond delay="0"/>
                                          </p:stCondLst>
                                        </p:cTn>
                                        <p:tgtEl>
                                          <p:spTgt spid="9">
                                            <p:txEl>
                                              <p:pRg st="1" end="1"/>
                                            </p:txEl>
                                          </p:spTgt>
                                        </p:tgtEl>
                                        <p:attrNameLst>
                                          <p:attrName>style.visibility</p:attrName>
                                        </p:attrNameLst>
                                      </p:cBhvr>
                                      <p:to>
                                        <p:strVal val="visible"/>
                                      </p:to>
                                    </p:set>
                                    <p:animEffect transition="in" filter="fade">
                                      <p:cBhvr>
                                        <p:cTn id="68" dur="1000"/>
                                        <p:tgtEl>
                                          <p:spTgt spid="9">
                                            <p:txEl>
                                              <p:pRg st="1" end="1"/>
                                            </p:txEl>
                                          </p:spTgt>
                                        </p:tgtEl>
                                      </p:cBhvr>
                                    </p:animEffect>
                                    <p:anim calcmode="lin" valueType="num">
                                      <p:cBhvr>
                                        <p:cTn id="69" dur="1000" fill="hold"/>
                                        <p:tgtEl>
                                          <p:spTgt spid="9">
                                            <p:txEl>
                                              <p:pRg st="1" end="1"/>
                                            </p:txEl>
                                          </p:spTgt>
                                        </p:tgtEl>
                                        <p:attrNameLst>
                                          <p:attrName>ppt_x</p:attrName>
                                        </p:attrNameLst>
                                      </p:cBhvr>
                                      <p:tavLst>
                                        <p:tav tm="0">
                                          <p:val>
                                            <p:strVal val="#ppt_x"/>
                                          </p:val>
                                        </p:tav>
                                        <p:tav tm="100000">
                                          <p:val>
                                            <p:strVal val="#ppt_x"/>
                                          </p:val>
                                        </p:tav>
                                      </p:tavLst>
                                    </p:anim>
                                    <p:anim calcmode="lin" valueType="num">
                                      <p:cBhvr>
                                        <p:cTn id="70" dur="1000" fill="hold"/>
                                        <p:tgtEl>
                                          <p:spTgt spid="9">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42" presetClass="entr" presetSubtype="0" fill="hold" grpId="0" nodeType="clickEffect">
                                  <p:stCondLst>
                                    <p:cond delay="0"/>
                                  </p:stCondLst>
                                  <p:childTnLst>
                                    <p:set>
                                      <p:cBhvr>
                                        <p:cTn id="74" dur="1" fill="hold">
                                          <p:stCondLst>
                                            <p:cond delay="0"/>
                                          </p:stCondLst>
                                        </p:cTn>
                                        <p:tgtEl>
                                          <p:spTgt spid="9">
                                            <p:txEl>
                                              <p:pRg st="2" end="2"/>
                                            </p:txEl>
                                          </p:spTgt>
                                        </p:tgtEl>
                                        <p:attrNameLst>
                                          <p:attrName>style.visibility</p:attrName>
                                        </p:attrNameLst>
                                      </p:cBhvr>
                                      <p:to>
                                        <p:strVal val="visible"/>
                                      </p:to>
                                    </p:set>
                                    <p:animEffect transition="in" filter="fade">
                                      <p:cBhvr>
                                        <p:cTn id="75" dur="1000"/>
                                        <p:tgtEl>
                                          <p:spTgt spid="9">
                                            <p:txEl>
                                              <p:pRg st="2" end="2"/>
                                            </p:txEl>
                                          </p:spTgt>
                                        </p:tgtEl>
                                      </p:cBhvr>
                                    </p:animEffect>
                                    <p:anim calcmode="lin" valueType="num">
                                      <p:cBhvr>
                                        <p:cTn id="76" dur="1000" fill="hold"/>
                                        <p:tgtEl>
                                          <p:spTgt spid="9">
                                            <p:txEl>
                                              <p:pRg st="2" end="2"/>
                                            </p:txEl>
                                          </p:spTgt>
                                        </p:tgtEl>
                                        <p:attrNameLst>
                                          <p:attrName>ppt_x</p:attrName>
                                        </p:attrNameLst>
                                      </p:cBhvr>
                                      <p:tavLst>
                                        <p:tav tm="0">
                                          <p:val>
                                            <p:strVal val="#ppt_x"/>
                                          </p:val>
                                        </p:tav>
                                        <p:tav tm="100000">
                                          <p:val>
                                            <p:strVal val="#ppt_x"/>
                                          </p:val>
                                        </p:tav>
                                      </p:tavLst>
                                    </p:anim>
                                    <p:anim calcmode="lin" valueType="num">
                                      <p:cBhvr>
                                        <p:cTn id="77" dur="1000" fill="hold"/>
                                        <p:tgtEl>
                                          <p:spTgt spid="9">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78" fill="hold">
                      <p:stCondLst>
                        <p:cond delay="indefinite"/>
                      </p:stCondLst>
                      <p:childTnLst>
                        <p:par>
                          <p:cTn id="79" fill="hold">
                            <p:stCondLst>
                              <p:cond delay="0"/>
                            </p:stCondLst>
                            <p:childTnLst>
                              <p:par>
                                <p:cTn id="80" presetID="42" presetClass="entr" presetSubtype="0" fill="hold" grpId="0" nodeType="clickEffect">
                                  <p:stCondLst>
                                    <p:cond delay="0"/>
                                  </p:stCondLst>
                                  <p:childTnLst>
                                    <p:set>
                                      <p:cBhvr>
                                        <p:cTn id="81" dur="1" fill="hold">
                                          <p:stCondLst>
                                            <p:cond delay="0"/>
                                          </p:stCondLst>
                                        </p:cTn>
                                        <p:tgtEl>
                                          <p:spTgt spid="9">
                                            <p:txEl>
                                              <p:pRg st="3" end="3"/>
                                            </p:txEl>
                                          </p:spTgt>
                                        </p:tgtEl>
                                        <p:attrNameLst>
                                          <p:attrName>style.visibility</p:attrName>
                                        </p:attrNameLst>
                                      </p:cBhvr>
                                      <p:to>
                                        <p:strVal val="visible"/>
                                      </p:to>
                                    </p:set>
                                    <p:animEffect transition="in" filter="fade">
                                      <p:cBhvr>
                                        <p:cTn id="82" dur="1000"/>
                                        <p:tgtEl>
                                          <p:spTgt spid="9">
                                            <p:txEl>
                                              <p:pRg st="3" end="3"/>
                                            </p:txEl>
                                          </p:spTgt>
                                        </p:tgtEl>
                                      </p:cBhvr>
                                    </p:animEffect>
                                    <p:anim calcmode="lin" valueType="num">
                                      <p:cBhvr>
                                        <p:cTn id="83" dur="1000" fill="hold"/>
                                        <p:tgtEl>
                                          <p:spTgt spid="9">
                                            <p:txEl>
                                              <p:pRg st="3" end="3"/>
                                            </p:txEl>
                                          </p:spTgt>
                                        </p:tgtEl>
                                        <p:attrNameLst>
                                          <p:attrName>ppt_x</p:attrName>
                                        </p:attrNameLst>
                                      </p:cBhvr>
                                      <p:tavLst>
                                        <p:tav tm="0">
                                          <p:val>
                                            <p:strVal val="#ppt_x"/>
                                          </p:val>
                                        </p:tav>
                                        <p:tav tm="100000">
                                          <p:val>
                                            <p:strVal val="#ppt_x"/>
                                          </p:val>
                                        </p:tav>
                                      </p:tavLst>
                                    </p:anim>
                                    <p:anim calcmode="lin" valueType="num">
                                      <p:cBhvr>
                                        <p:cTn id="84" dur="1000" fill="hold"/>
                                        <p:tgtEl>
                                          <p:spTgt spid="9">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P spid="5" grpId="0" build="p"/>
      <p:bldP spid="7" grpId="0" uiExpand="1" build="p"/>
      <p:bldP spid="9" grpId="0" uiExpand="1" build="p"/>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2313"/>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911130" y="581450"/>
            <a:ext cx="332174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4.5.3  IPv6</a:t>
            </a:r>
            <a:r>
              <a:rPr lang="zh-CN" altLang="en-US" sz="2400" b="1" dirty="0">
                <a:solidFill>
                  <a:schemeClr val="bg1"/>
                </a:solidFill>
                <a:latin typeface="微软雅黑" pitchFamily="34" charset="-122"/>
                <a:ea typeface="微软雅黑" pitchFamily="34" charset="-122"/>
              </a:rPr>
              <a:t>的扩展首部</a:t>
            </a:r>
          </a:p>
        </p:txBody>
      </p:sp>
      <p:sp>
        <p:nvSpPr>
          <p:cNvPr id="4" name="Rectangle 8"/>
          <p:cNvSpPr>
            <a:spLocks noChangeArrowheads="1"/>
          </p:cNvSpPr>
          <p:nvPr/>
        </p:nvSpPr>
        <p:spPr bwMode="auto">
          <a:xfrm>
            <a:off x="545143" y="1014028"/>
            <a:ext cx="8053711" cy="3830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已定义了</a:t>
            </a:r>
            <a:r>
              <a:rPr lang="en-US" altLang="zh-CN" sz="2000" b="1" dirty="0">
                <a:latin typeface="微软雅黑" pitchFamily="34" charset="-122"/>
                <a:ea typeface="微软雅黑" pitchFamily="34" charset="-122"/>
              </a:rPr>
              <a:t>6</a:t>
            </a:r>
            <a:r>
              <a:rPr lang="zh-CN" altLang="en-US" sz="2000" b="1" dirty="0">
                <a:latin typeface="微软雅黑" pitchFamily="34" charset="-122"/>
                <a:ea typeface="微软雅黑" pitchFamily="34" charset="-122"/>
              </a:rPr>
              <a:t>种</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扩展首部，当使用多个扩展首部时，一般应按下面的先后顺序出现。</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逐跳选项：每一台路由器必须处理；</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目的站选项：仅供目的节点（路由首部中第一个中间节点）处理；</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路由：用来指明数据报必须经过哪些中间节点；</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分片：源主机进行分片时写入用于目的站重装分片的控制信息；</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鉴别：提供数据报的完整性和真实性验证；</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封装安全有效载荷：提供数据报的加密和数据完整性保护；</a:t>
            </a:r>
          </a:p>
          <a:p>
            <a:pPr marL="342900" indent="-34290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目的站选项：仅供最终到达的目的站处理。</a:t>
            </a:r>
          </a:p>
        </p:txBody>
      </p:sp>
    </p:spTree>
    <p:extLst>
      <p:ext uri="{BB962C8B-B14F-4D97-AF65-F5344CB8AC3E}">
        <p14:creationId xmlns:p14="http://schemas.microsoft.com/office/powerpoint/2010/main" val="40638365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4">
                                            <p:txEl>
                                              <p:pRg st="4" end="4"/>
                                            </p:txEl>
                                          </p:spTgt>
                                        </p:tgtEl>
                                        <p:attrNameLst>
                                          <p:attrName>style.visibility</p:attrName>
                                        </p:attrNameLst>
                                      </p:cBhvr>
                                      <p:to>
                                        <p:strVal val="visible"/>
                                      </p:to>
                                    </p:set>
                                    <p:animEffect transition="in" filter="fade">
                                      <p:cBhvr>
                                        <p:cTn id="35" dur="1000"/>
                                        <p:tgtEl>
                                          <p:spTgt spid="4">
                                            <p:txEl>
                                              <p:pRg st="4" end="4"/>
                                            </p:txEl>
                                          </p:spTgt>
                                        </p:tgtEl>
                                      </p:cBhvr>
                                    </p:animEffect>
                                    <p:anim calcmode="lin" valueType="num">
                                      <p:cBhvr>
                                        <p:cTn id="36"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4">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4">
                                            <p:txEl>
                                              <p:pRg st="5" end="5"/>
                                            </p:txEl>
                                          </p:spTgt>
                                        </p:tgtEl>
                                        <p:attrNameLst>
                                          <p:attrName>style.visibility</p:attrName>
                                        </p:attrNameLst>
                                      </p:cBhvr>
                                      <p:to>
                                        <p:strVal val="visible"/>
                                      </p:to>
                                    </p:set>
                                    <p:animEffect transition="in" filter="fade">
                                      <p:cBhvr>
                                        <p:cTn id="42" dur="1000"/>
                                        <p:tgtEl>
                                          <p:spTgt spid="4">
                                            <p:txEl>
                                              <p:pRg st="5" end="5"/>
                                            </p:txEl>
                                          </p:spTgt>
                                        </p:tgtEl>
                                      </p:cBhvr>
                                    </p:animEffect>
                                    <p:anim calcmode="lin" valueType="num">
                                      <p:cBhvr>
                                        <p:cTn id="43" dur="1000" fill="hold"/>
                                        <p:tgtEl>
                                          <p:spTgt spid="4">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4">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4">
                                            <p:txEl>
                                              <p:pRg st="6" end="6"/>
                                            </p:txEl>
                                          </p:spTgt>
                                        </p:tgtEl>
                                        <p:attrNameLst>
                                          <p:attrName>style.visibility</p:attrName>
                                        </p:attrNameLst>
                                      </p:cBhvr>
                                      <p:to>
                                        <p:strVal val="visible"/>
                                      </p:to>
                                    </p:set>
                                    <p:animEffect transition="in" filter="fade">
                                      <p:cBhvr>
                                        <p:cTn id="49" dur="1000"/>
                                        <p:tgtEl>
                                          <p:spTgt spid="4">
                                            <p:txEl>
                                              <p:pRg st="6" end="6"/>
                                            </p:txEl>
                                          </p:spTgt>
                                        </p:tgtEl>
                                      </p:cBhvr>
                                    </p:animEffect>
                                    <p:anim calcmode="lin" valueType="num">
                                      <p:cBhvr>
                                        <p:cTn id="50" dur="1000" fill="hold"/>
                                        <p:tgtEl>
                                          <p:spTgt spid="4">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4">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4">
                                            <p:txEl>
                                              <p:pRg st="7" end="7"/>
                                            </p:txEl>
                                          </p:spTgt>
                                        </p:tgtEl>
                                        <p:attrNameLst>
                                          <p:attrName>style.visibility</p:attrName>
                                        </p:attrNameLst>
                                      </p:cBhvr>
                                      <p:to>
                                        <p:strVal val="visible"/>
                                      </p:to>
                                    </p:set>
                                    <p:animEffect transition="in" filter="fade">
                                      <p:cBhvr>
                                        <p:cTn id="56" dur="1000"/>
                                        <p:tgtEl>
                                          <p:spTgt spid="4">
                                            <p:txEl>
                                              <p:pRg st="7" end="7"/>
                                            </p:txEl>
                                          </p:spTgt>
                                        </p:tgtEl>
                                      </p:cBhvr>
                                    </p:animEffect>
                                    <p:anim calcmode="lin" valueType="num">
                                      <p:cBhvr>
                                        <p:cTn id="57" dur="1000" fill="hold"/>
                                        <p:tgtEl>
                                          <p:spTgt spid="4">
                                            <p:txEl>
                                              <p:pRg st="7" end="7"/>
                                            </p:txEl>
                                          </p:spTgt>
                                        </p:tgtEl>
                                        <p:attrNameLst>
                                          <p:attrName>ppt_x</p:attrName>
                                        </p:attrNameLst>
                                      </p:cBhvr>
                                      <p:tavLst>
                                        <p:tav tm="0">
                                          <p:val>
                                            <p:strVal val="#ppt_x"/>
                                          </p:val>
                                        </p:tav>
                                        <p:tav tm="100000">
                                          <p:val>
                                            <p:strVal val="#ppt_x"/>
                                          </p:val>
                                        </p:tav>
                                      </p:tavLst>
                                    </p:anim>
                                    <p:anim calcmode="lin" valueType="num">
                                      <p:cBhvr>
                                        <p:cTn id="58" dur="1000" fill="hold"/>
                                        <p:tgtEl>
                                          <p:spTgt spid="4">
                                            <p:txEl>
                                              <p:pRg st="7" end="7"/>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F53E7D-F761-28EE-0D49-58A26AF9E26F}"/>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BF9CADA9-A793-A409-9583-2EAF40DE0B21}"/>
              </a:ext>
            </a:extLst>
          </p:cNvPr>
          <p:cNvSpPr>
            <a:spLocks noChangeArrowheads="1"/>
          </p:cNvSpPr>
          <p:nvPr/>
        </p:nvSpPr>
        <p:spPr bwMode="auto">
          <a:xfrm>
            <a:off x="545145" y="974350"/>
            <a:ext cx="7930640" cy="373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ct val="150000"/>
              </a:lnSpc>
              <a:buClr>
                <a:srgbClr val="0070C0"/>
              </a:buClr>
              <a:buFont typeface="Wingdings" pitchFamily="2" charset="2"/>
              <a:buChar char="l"/>
            </a:pP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网络中所有链路</a:t>
            </a:r>
            <a:r>
              <a:rPr lang="en-US" altLang="zh-CN" sz="2000" b="1" dirty="0">
                <a:latin typeface="微软雅黑" pitchFamily="34" charset="-122"/>
                <a:ea typeface="微软雅黑" pitchFamily="34" charset="-122"/>
              </a:rPr>
              <a:t>MTU</a:t>
            </a:r>
            <a:r>
              <a:rPr lang="zh-CN" altLang="en-US" sz="2000" b="1" dirty="0">
                <a:latin typeface="微软雅黑" pitchFamily="34" charset="-122"/>
                <a:ea typeface="微软雅黑" pitchFamily="34" charset="-122"/>
              </a:rPr>
              <a:t>都不能小于</a:t>
            </a:r>
            <a:r>
              <a:rPr lang="en-US" altLang="zh-CN" sz="2000" b="1" dirty="0">
                <a:latin typeface="微软雅黑" pitchFamily="34" charset="-122"/>
                <a:ea typeface="微软雅黑" pitchFamily="34" charset="-122"/>
              </a:rPr>
              <a:t>1280</a:t>
            </a:r>
            <a:r>
              <a:rPr lang="zh-CN" altLang="en-US" sz="2000" b="1" dirty="0">
                <a:latin typeface="微软雅黑" pitchFamily="34" charset="-122"/>
                <a:ea typeface="微软雅黑" pitchFamily="34" charset="-122"/>
              </a:rPr>
              <a:t>字节，只要</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网络发送的数据报不超过</a:t>
            </a:r>
            <a:r>
              <a:rPr lang="en-US" altLang="zh-CN" sz="2000" b="1" dirty="0">
                <a:latin typeface="微软雅黑" pitchFamily="34" charset="-122"/>
                <a:ea typeface="微软雅黑" pitchFamily="34" charset="-122"/>
              </a:rPr>
              <a:t>1280</a:t>
            </a:r>
            <a:r>
              <a:rPr lang="zh-CN" altLang="en-US" sz="2000" b="1" dirty="0">
                <a:latin typeface="微软雅黑" pitchFamily="34" charset="-122"/>
                <a:ea typeface="微软雅黑" pitchFamily="34" charset="-122"/>
              </a:rPr>
              <a:t>字节，就不需要分片。</a:t>
            </a:r>
          </a:p>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路径可能有更大的</a:t>
            </a:r>
            <a:r>
              <a:rPr lang="en-US" altLang="zh-CN" sz="2000" b="1" dirty="0">
                <a:latin typeface="微软雅黑" pitchFamily="34" charset="-122"/>
                <a:ea typeface="微软雅黑" pitchFamily="34" charset="-122"/>
              </a:rPr>
              <a:t>MTU</a:t>
            </a:r>
            <a:r>
              <a:rPr lang="zh-CN" altLang="en-US" sz="2000" b="1" dirty="0">
                <a:latin typeface="微软雅黑" pitchFamily="34" charset="-122"/>
                <a:ea typeface="微软雅黑" pitchFamily="34" charset="-122"/>
              </a:rPr>
              <a:t>值，每台主机在首次发送数据报时，必须执行</a:t>
            </a:r>
            <a:r>
              <a:rPr lang="zh-CN" altLang="en-US" sz="2000" b="1" dirty="0">
                <a:solidFill>
                  <a:srgbClr val="C00000"/>
                </a:solidFill>
                <a:latin typeface="微软雅黑" pitchFamily="34" charset="-122"/>
                <a:ea typeface="微软雅黑" pitchFamily="34" charset="-122"/>
              </a:rPr>
              <a:t>路径</a:t>
            </a:r>
            <a:r>
              <a:rPr lang="en-US" altLang="zh-CN" sz="2000" b="1" dirty="0">
                <a:solidFill>
                  <a:srgbClr val="C00000"/>
                </a:solidFill>
                <a:latin typeface="微软雅黑" pitchFamily="34" charset="-122"/>
                <a:ea typeface="微软雅黑" pitchFamily="34" charset="-122"/>
              </a:rPr>
              <a:t>MTU</a:t>
            </a:r>
            <a:r>
              <a:rPr lang="zh-CN" altLang="en-US" sz="2000" b="1" dirty="0">
                <a:solidFill>
                  <a:srgbClr val="C00000"/>
                </a:solidFill>
                <a:latin typeface="微软雅黑" pitchFamily="34" charset="-122"/>
                <a:ea typeface="微软雅黑" pitchFamily="34" charset="-122"/>
              </a:rPr>
              <a:t>发现机制</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当要发送的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数据报长度超过要通过的路径</a:t>
            </a:r>
            <a:r>
              <a:rPr lang="en-US" altLang="zh-CN" sz="2000" b="1" dirty="0">
                <a:latin typeface="微软雅黑" pitchFamily="34" charset="-122"/>
                <a:ea typeface="微软雅黑" pitchFamily="34" charset="-122"/>
              </a:rPr>
              <a:t>MTU</a:t>
            </a:r>
            <a:r>
              <a:rPr lang="zh-CN" altLang="en-US" sz="2000" b="1" dirty="0">
                <a:latin typeface="微软雅黑" pitchFamily="34" charset="-122"/>
                <a:ea typeface="微软雅黑" pitchFamily="34" charset="-122"/>
              </a:rPr>
              <a:t>时，就</a:t>
            </a:r>
            <a:r>
              <a:rPr lang="zh-CN" altLang="en-US" sz="2000" b="1" dirty="0">
                <a:solidFill>
                  <a:srgbClr val="C00000"/>
                </a:solidFill>
                <a:latin typeface="微软雅黑" pitchFamily="34" charset="-122"/>
                <a:ea typeface="微软雅黑" pitchFamily="34" charset="-122"/>
              </a:rPr>
              <a:t>必须在源主机进行分片</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分片扩展首部包括：下一个首部、分片的标识符、分片偏移，以及指示是否还有更多的分片的标志位。</a:t>
            </a:r>
          </a:p>
        </p:txBody>
      </p:sp>
      <p:sp>
        <p:nvSpPr>
          <p:cNvPr id="3" name="AutoShape 5">
            <a:extLst>
              <a:ext uri="{FF2B5EF4-FFF2-40B4-BE49-F238E27FC236}">
                <a16:creationId xmlns:a16="http://schemas.microsoft.com/office/drawing/2014/main" id="{716D1AE2-CE16-A7E6-1781-A65AABFCF8AF}"/>
              </a:ext>
            </a:extLst>
          </p:cNvPr>
          <p:cNvSpPr>
            <a:spLocks noChangeArrowheads="1"/>
          </p:cNvSpPr>
          <p:nvPr/>
        </p:nvSpPr>
        <p:spPr bwMode="auto">
          <a:xfrm>
            <a:off x="545145" y="6257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A86D6868-1F96-16C5-7AA1-C736DDBC00D4}"/>
              </a:ext>
            </a:extLst>
          </p:cNvPr>
          <p:cNvSpPr>
            <a:spLocks noChangeArrowheads="1"/>
          </p:cNvSpPr>
          <p:nvPr/>
        </p:nvSpPr>
        <p:spPr bwMode="auto">
          <a:xfrm>
            <a:off x="668215" y="592534"/>
            <a:ext cx="780757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分片扩展首部</a:t>
            </a:r>
          </a:p>
        </p:txBody>
      </p:sp>
    </p:spTree>
    <p:extLst>
      <p:ext uri="{BB962C8B-B14F-4D97-AF65-F5344CB8AC3E}">
        <p14:creationId xmlns:p14="http://schemas.microsoft.com/office/powerpoint/2010/main" val="3778232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AE52F7-E064-8789-703F-ABA14F07EE34}"/>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4B186FBA-A609-1ECA-C678-013F9B6D9A01}"/>
              </a:ext>
            </a:extLst>
          </p:cNvPr>
          <p:cNvSpPr>
            <a:spLocks noChangeArrowheads="1"/>
          </p:cNvSpPr>
          <p:nvPr/>
        </p:nvSpPr>
        <p:spPr bwMode="auto">
          <a:xfrm>
            <a:off x="545145" y="974350"/>
            <a:ext cx="7930640" cy="3269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ct val="150000"/>
              </a:lnSpc>
              <a:buClr>
                <a:srgbClr val="0070C0"/>
              </a:buClr>
              <a:buFont typeface="Wingdings" pitchFamily="2" charset="2"/>
              <a:buChar char="l"/>
            </a:pP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扩展首部中的路由首部是用来指明数据报必须经过哪些中间节点。</a:t>
            </a:r>
          </a:p>
          <a:p>
            <a:pPr marL="285750" indent="-285750">
              <a:lnSpc>
                <a:spcPct val="150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IPv6</a:t>
            </a:r>
            <a:r>
              <a:rPr lang="zh-CN" altLang="en-US" sz="2000" b="1" dirty="0">
                <a:solidFill>
                  <a:srgbClr val="C00000"/>
                </a:solidFill>
                <a:latin typeface="微软雅黑" pitchFamily="34" charset="-122"/>
                <a:ea typeface="微软雅黑" pitchFamily="34" charset="-122"/>
              </a:rPr>
              <a:t>分段路由</a:t>
            </a:r>
            <a:r>
              <a:rPr lang="en-US" altLang="zh-CN" sz="2000" b="1" dirty="0">
                <a:solidFill>
                  <a:srgbClr val="C00000"/>
                </a:solidFill>
                <a:latin typeface="微软雅黑" pitchFamily="34" charset="-122"/>
                <a:ea typeface="微软雅黑" pitchFamily="34" charset="-122"/>
              </a:rPr>
              <a:t>SRv6</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Segment Routing over IPv6</a:t>
            </a:r>
            <a:r>
              <a:rPr lang="zh-CN" altLang="en-US" sz="2000" b="1" dirty="0">
                <a:latin typeface="微软雅黑" pitchFamily="34" charset="-122"/>
                <a:ea typeface="微软雅黑" pitchFamily="34" charset="-122"/>
              </a:rPr>
              <a:t>）把网络中的路径分为多个分段（</a:t>
            </a:r>
            <a:r>
              <a:rPr lang="en-US" altLang="zh-CN" sz="2000" b="1" dirty="0">
                <a:latin typeface="微软雅黑" pitchFamily="34" charset="-122"/>
                <a:ea typeface="微软雅黑" pitchFamily="34" charset="-122"/>
              </a:rPr>
              <a:t>Segment</a:t>
            </a:r>
            <a:r>
              <a:rPr lang="zh-CN" altLang="en-US" sz="2000" b="1" dirty="0">
                <a:latin typeface="微软雅黑" pitchFamily="34" charset="-122"/>
                <a:ea typeface="微软雅黑" pitchFamily="34" charset="-122"/>
              </a:rPr>
              <a:t>），每个分段由一个 </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地址表示。</a:t>
            </a:r>
            <a:endParaRPr lang="en-US" altLang="zh-CN" sz="2000" b="1" dirty="0">
              <a:latin typeface="微软雅黑" pitchFamily="34" charset="-122"/>
              <a:ea typeface="微软雅黑" pitchFamily="34" charset="-122"/>
            </a:endParaRPr>
          </a:p>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源主机在数据报的 </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扩展路由首部中写入整个路径。这些路径由一系列的分段组成，每个分段是一个 </a:t>
            </a:r>
            <a:r>
              <a:rPr lang="en-US" altLang="zh-CN" sz="2000" b="1" dirty="0">
                <a:latin typeface="微软雅黑" pitchFamily="34" charset="-122"/>
                <a:ea typeface="微软雅黑" pitchFamily="34" charset="-122"/>
              </a:rPr>
              <a:t>128 </a:t>
            </a:r>
            <a:r>
              <a:rPr lang="zh-CN" altLang="en-US" sz="2000" b="1" dirty="0">
                <a:latin typeface="微软雅黑" pitchFamily="34" charset="-122"/>
                <a:ea typeface="微软雅黑" pitchFamily="34" charset="-122"/>
              </a:rPr>
              <a:t>位的 </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地址。</a:t>
            </a:r>
          </a:p>
        </p:txBody>
      </p:sp>
      <p:sp>
        <p:nvSpPr>
          <p:cNvPr id="3" name="AutoShape 5">
            <a:extLst>
              <a:ext uri="{FF2B5EF4-FFF2-40B4-BE49-F238E27FC236}">
                <a16:creationId xmlns:a16="http://schemas.microsoft.com/office/drawing/2014/main" id="{D4293323-E61E-2D89-371B-60C2158CDD0C}"/>
              </a:ext>
            </a:extLst>
          </p:cNvPr>
          <p:cNvSpPr>
            <a:spLocks noChangeArrowheads="1"/>
          </p:cNvSpPr>
          <p:nvPr/>
        </p:nvSpPr>
        <p:spPr bwMode="auto">
          <a:xfrm>
            <a:off x="545145" y="6257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65074655-A169-39C3-5F0F-138B7E348020}"/>
              </a:ext>
            </a:extLst>
          </p:cNvPr>
          <p:cNvSpPr>
            <a:spLocks noChangeArrowheads="1"/>
          </p:cNvSpPr>
          <p:nvPr/>
        </p:nvSpPr>
        <p:spPr bwMode="auto">
          <a:xfrm>
            <a:off x="668215" y="592534"/>
            <a:ext cx="780757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路由首部</a:t>
            </a:r>
          </a:p>
        </p:txBody>
      </p:sp>
    </p:spTree>
    <p:extLst>
      <p:ext uri="{BB962C8B-B14F-4D97-AF65-F5344CB8AC3E}">
        <p14:creationId xmlns:p14="http://schemas.microsoft.com/office/powerpoint/2010/main" val="2670751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3AF4E0-AE06-E8E2-E520-4C5E7C137C1F}"/>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D9204129-DC43-2240-7C51-99194BAE7B56}"/>
              </a:ext>
            </a:extLst>
          </p:cNvPr>
          <p:cNvSpPr>
            <a:spLocks noChangeArrowheads="1"/>
          </p:cNvSpPr>
          <p:nvPr/>
        </p:nvSpPr>
        <p:spPr bwMode="auto">
          <a:xfrm>
            <a:off x="545145" y="974350"/>
            <a:ext cx="7930640" cy="1596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ct val="125000"/>
              </a:lnSpc>
              <a:buClr>
                <a:srgbClr val="0070C0"/>
              </a:buClr>
              <a:buFont typeface="Wingdings" pitchFamily="2" charset="2"/>
              <a:buChar char="l"/>
            </a:pPr>
            <a:r>
              <a:rPr lang="zh-CN" altLang="en-US" sz="2000" b="1" dirty="0">
                <a:latin typeface="微软雅黑" pitchFamily="34" charset="-122"/>
                <a:ea typeface="微软雅黑" pitchFamily="34" charset="-122"/>
              </a:rPr>
              <a:t>假定</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网络中，主机</a:t>
            </a:r>
            <a:r>
              <a:rPr lang="en-US" altLang="zh-CN" sz="2000" b="1" dirty="0">
                <a:latin typeface="微软雅黑" pitchFamily="34" charset="-122"/>
                <a:ea typeface="微软雅黑" pitchFamily="34" charset="-122"/>
              </a:rPr>
              <a:t>A</a:t>
            </a:r>
            <a:r>
              <a:rPr lang="zh-CN" altLang="en-US" sz="2000" b="1" dirty="0">
                <a:latin typeface="微软雅黑" pitchFamily="34" charset="-122"/>
                <a:ea typeface="微软雅黑" pitchFamily="34" charset="-122"/>
              </a:rPr>
              <a:t>向主机</a:t>
            </a:r>
            <a:r>
              <a:rPr lang="en-US" altLang="zh-CN" sz="2000" b="1" dirty="0">
                <a:latin typeface="微软雅黑" pitchFamily="34" charset="-122"/>
                <a:ea typeface="微软雅黑" pitchFamily="34" charset="-122"/>
              </a:rPr>
              <a:t>B</a:t>
            </a:r>
            <a:r>
              <a:rPr lang="zh-CN" altLang="en-US" sz="2000" b="1" dirty="0">
                <a:latin typeface="微软雅黑" pitchFamily="34" charset="-122"/>
                <a:ea typeface="微软雅黑" pitchFamily="34" charset="-122"/>
              </a:rPr>
              <a:t>发送数据报，并希望在经过节点</a:t>
            </a:r>
            <a:r>
              <a:rPr lang="en-US" altLang="zh-CN" sz="2000" b="1" dirty="0">
                <a:latin typeface="微软雅黑" pitchFamily="34" charset="-122"/>
                <a:ea typeface="微软雅黑" pitchFamily="34" charset="-122"/>
              </a:rPr>
              <a:t>X</a:t>
            </a:r>
            <a:r>
              <a:rPr lang="zh-CN" altLang="en-US" sz="2000" b="1" dirty="0">
                <a:latin typeface="微软雅黑" pitchFamily="34" charset="-122"/>
                <a:ea typeface="微软雅黑" pitchFamily="34" charset="-122"/>
              </a:rPr>
              <a:t>和</a:t>
            </a:r>
            <a:r>
              <a:rPr lang="en-US" altLang="zh-CN" sz="2000" b="1" dirty="0">
                <a:latin typeface="微软雅黑" pitchFamily="34" charset="-122"/>
                <a:ea typeface="微软雅黑" pitchFamily="34" charset="-122"/>
              </a:rPr>
              <a:t>Y</a:t>
            </a:r>
            <a:r>
              <a:rPr lang="zh-CN" altLang="en-US" sz="2000" b="1" dirty="0">
                <a:latin typeface="微软雅黑" pitchFamily="34" charset="-122"/>
                <a:ea typeface="微软雅黑" pitchFamily="34" charset="-122"/>
              </a:rPr>
              <a:t>时，进行某些特定的数据处理或服务。</a:t>
            </a:r>
            <a:endParaRPr lang="en-US" altLang="zh-CN" sz="2000" b="1" dirty="0">
              <a:latin typeface="微软雅黑" pitchFamily="34" charset="-122"/>
              <a:ea typeface="微软雅黑" pitchFamily="34" charset="-122"/>
            </a:endParaRPr>
          </a:p>
          <a:p>
            <a:pPr marL="285750" indent="-285750">
              <a:lnSpc>
                <a:spcPct val="125000"/>
              </a:lnSpc>
              <a:buClr>
                <a:srgbClr val="0070C0"/>
              </a:buClr>
              <a:buFont typeface="Wingdings" pitchFamily="2" charset="2"/>
              <a:buChar char="l"/>
            </a:pPr>
            <a:r>
              <a:rPr lang="zh-CN" altLang="en-US" sz="2000" b="1" dirty="0">
                <a:latin typeface="微软雅黑" pitchFamily="34" charset="-122"/>
                <a:ea typeface="微软雅黑" pitchFamily="34" charset="-122"/>
              </a:rPr>
              <a:t>源主机</a:t>
            </a:r>
            <a:r>
              <a:rPr lang="en-US" altLang="zh-CN" sz="2000" b="1" dirty="0">
                <a:latin typeface="微软雅黑" pitchFamily="34" charset="-122"/>
                <a:ea typeface="微软雅黑" pitchFamily="34" charset="-122"/>
              </a:rPr>
              <a:t>A</a:t>
            </a:r>
            <a:r>
              <a:rPr lang="zh-CN" altLang="en-US" sz="2000" b="1" dirty="0">
                <a:latin typeface="微软雅黑" pitchFamily="34" charset="-122"/>
                <a:ea typeface="微软雅黑" pitchFamily="34" charset="-122"/>
              </a:rPr>
              <a:t>需要初始化一个分段表，用来定义数据报经过的</a:t>
            </a:r>
            <a:r>
              <a:rPr lang="en-US" altLang="zh-CN" sz="2000" b="1" dirty="0">
                <a:latin typeface="微软雅黑" pitchFamily="34" charset="-122"/>
                <a:ea typeface="微软雅黑" pitchFamily="34" charset="-122"/>
              </a:rPr>
              <a:t>SRv6</a:t>
            </a:r>
            <a:r>
              <a:rPr lang="zh-CN" altLang="en-US" sz="2000" b="1" dirty="0">
                <a:latin typeface="微软雅黑" pitchFamily="34" charset="-122"/>
                <a:ea typeface="微软雅黑" pitchFamily="34" charset="-122"/>
              </a:rPr>
              <a:t>路径，包括经过节点的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地址，以及在这些节点上要执行的某些特定功能。</a:t>
            </a:r>
          </a:p>
        </p:txBody>
      </p:sp>
      <p:sp>
        <p:nvSpPr>
          <p:cNvPr id="3" name="AutoShape 5">
            <a:extLst>
              <a:ext uri="{FF2B5EF4-FFF2-40B4-BE49-F238E27FC236}">
                <a16:creationId xmlns:a16="http://schemas.microsoft.com/office/drawing/2014/main" id="{9C2098BB-E934-0720-FC8C-80CE4D186ADD}"/>
              </a:ext>
            </a:extLst>
          </p:cNvPr>
          <p:cNvSpPr>
            <a:spLocks noChangeArrowheads="1"/>
          </p:cNvSpPr>
          <p:nvPr/>
        </p:nvSpPr>
        <p:spPr bwMode="auto">
          <a:xfrm>
            <a:off x="545145" y="6257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1AC9FA72-2957-CAFA-3557-8E4F0586E1A4}"/>
              </a:ext>
            </a:extLst>
          </p:cNvPr>
          <p:cNvSpPr>
            <a:spLocks noChangeArrowheads="1"/>
          </p:cNvSpPr>
          <p:nvPr/>
        </p:nvSpPr>
        <p:spPr bwMode="auto">
          <a:xfrm>
            <a:off x="668215" y="592534"/>
            <a:ext cx="780757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SRv6</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Segment Routing over IPv6</a:t>
            </a:r>
            <a:r>
              <a:rPr lang="zh-CN" altLang="en-US" sz="2000" b="1" dirty="0">
                <a:solidFill>
                  <a:schemeClr val="bg1"/>
                </a:solidFill>
                <a:latin typeface="微软雅黑" pitchFamily="34" charset="-122"/>
                <a:ea typeface="微软雅黑" pitchFamily="34" charset="-122"/>
              </a:rPr>
              <a:t>）</a:t>
            </a:r>
          </a:p>
        </p:txBody>
      </p:sp>
      <p:pic>
        <p:nvPicPr>
          <p:cNvPr id="7" name="Picture 27">
            <a:extLst>
              <a:ext uri="{FF2B5EF4-FFF2-40B4-BE49-F238E27FC236}">
                <a16:creationId xmlns:a16="http://schemas.microsoft.com/office/drawing/2014/main" id="{AEC61918-F523-AD1E-ED35-C903C0D764D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91828" y="3003850"/>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 name="Picture 29">
            <a:extLst>
              <a:ext uri="{FF2B5EF4-FFF2-40B4-BE49-F238E27FC236}">
                <a16:creationId xmlns:a16="http://schemas.microsoft.com/office/drawing/2014/main" id="{46B43389-5E3D-3546-C640-95CB88BEC5C1}"/>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91827" y="3898896"/>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 name="Picture 30">
            <a:extLst>
              <a:ext uri="{FF2B5EF4-FFF2-40B4-BE49-F238E27FC236}">
                <a16:creationId xmlns:a16="http://schemas.microsoft.com/office/drawing/2014/main" id="{F38EA286-75E9-5E82-1BBE-B8C7C68FFF83}"/>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60211" y="3003850"/>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1" name="Picture 31">
            <a:extLst>
              <a:ext uri="{FF2B5EF4-FFF2-40B4-BE49-F238E27FC236}">
                <a16:creationId xmlns:a16="http://schemas.microsoft.com/office/drawing/2014/main" id="{427009AB-EA0E-8569-8D68-0D080298727A}"/>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41484" y="3003850"/>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 name="Text Box 36">
            <a:extLst>
              <a:ext uri="{FF2B5EF4-FFF2-40B4-BE49-F238E27FC236}">
                <a16:creationId xmlns:a16="http://schemas.microsoft.com/office/drawing/2014/main" id="{60ADEBEA-A5ED-6F51-3762-7A233A602990}"/>
              </a:ext>
            </a:extLst>
          </p:cNvPr>
          <p:cNvSpPr txBox="1">
            <a:spLocks noChangeArrowheads="1"/>
          </p:cNvSpPr>
          <p:nvPr/>
        </p:nvSpPr>
        <p:spPr bwMode="auto">
          <a:xfrm>
            <a:off x="1864667" y="3186535"/>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r>
              <a:rPr kumimoji="1" lang="en-US" altLang="zh-CN" sz="1200" b="1" dirty="0">
                <a:latin typeface="微软雅黑" pitchFamily="34" charset="-122"/>
                <a:ea typeface="微软雅黑" pitchFamily="34" charset="-122"/>
              </a:rPr>
              <a:t>A</a:t>
            </a:r>
          </a:p>
        </p:txBody>
      </p:sp>
      <p:sp>
        <p:nvSpPr>
          <p:cNvPr id="18" name="Text Box 39">
            <a:extLst>
              <a:ext uri="{FF2B5EF4-FFF2-40B4-BE49-F238E27FC236}">
                <a16:creationId xmlns:a16="http://schemas.microsoft.com/office/drawing/2014/main" id="{AD045DDA-4B53-81F7-0D9E-A3723EF473F6}"/>
              </a:ext>
            </a:extLst>
          </p:cNvPr>
          <p:cNvSpPr txBox="1">
            <a:spLocks noChangeArrowheads="1"/>
          </p:cNvSpPr>
          <p:nvPr/>
        </p:nvSpPr>
        <p:spPr bwMode="auto">
          <a:xfrm>
            <a:off x="4296535" y="2761513"/>
            <a:ext cx="2920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r>
              <a:rPr kumimoji="1" lang="en-US" altLang="zh-CN" sz="1200" b="1" dirty="0">
                <a:latin typeface="微软雅黑" pitchFamily="34" charset="-122"/>
                <a:ea typeface="微软雅黑" pitchFamily="34" charset="-122"/>
              </a:rPr>
              <a:t>X</a:t>
            </a:r>
          </a:p>
        </p:txBody>
      </p:sp>
      <p:sp>
        <p:nvSpPr>
          <p:cNvPr id="20" name="Text Box 41">
            <a:extLst>
              <a:ext uri="{FF2B5EF4-FFF2-40B4-BE49-F238E27FC236}">
                <a16:creationId xmlns:a16="http://schemas.microsoft.com/office/drawing/2014/main" id="{995AD774-1DE3-EEBB-53C0-7686C9B6E5F4}"/>
              </a:ext>
            </a:extLst>
          </p:cNvPr>
          <p:cNvSpPr txBox="1">
            <a:spLocks noChangeArrowheads="1"/>
          </p:cNvSpPr>
          <p:nvPr/>
        </p:nvSpPr>
        <p:spPr bwMode="auto">
          <a:xfrm>
            <a:off x="6732600" y="3191230"/>
            <a:ext cx="2904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r>
              <a:rPr kumimoji="1" lang="en-US" altLang="zh-CN" sz="1200" b="1" dirty="0">
                <a:latin typeface="微软雅黑" pitchFamily="34" charset="-122"/>
                <a:ea typeface="微软雅黑" pitchFamily="34" charset="-122"/>
              </a:rPr>
              <a:t>B</a:t>
            </a:r>
          </a:p>
        </p:txBody>
      </p:sp>
      <p:pic>
        <p:nvPicPr>
          <p:cNvPr id="26" name="Picture 246" descr="jisuanji">
            <a:extLst>
              <a:ext uri="{FF2B5EF4-FFF2-40B4-BE49-F238E27FC236}">
                <a16:creationId xmlns:a16="http://schemas.microsoft.com/office/drawing/2014/main" id="{CEC3B331-EC2C-3262-8202-3404BE15B7A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38267" y="3410939"/>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246" descr="jisuanji">
            <a:extLst>
              <a:ext uri="{FF2B5EF4-FFF2-40B4-BE49-F238E27FC236}">
                <a16:creationId xmlns:a16="http://schemas.microsoft.com/office/drawing/2014/main" id="{C5317FB8-DA32-A321-FCD3-BD8726A9CF5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01392" y="3410939"/>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30">
            <a:extLst>
              <a:ext uri="{FF2B5EF4-FFF2-40B4-BE49-F238E27FC236}">
                <a16:creationId xmlns:a16="http://schemas.microsoft.com/office/drawing/2014/main" id="{F2634AE9-28DA-F6AC-4307-E43B9E595AF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60211" y="3898896"/>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31">
            <a:extLst>
              <a:ext uri="{FF2B5EF4-FFF2-40B4-BE49-F238E27FC236}">
                <a16:creationId xmlns:a16="http://schemas.microsoft.com/office/drawing/2014/main" id="{59E15D67-BE32-5E37-A1AB-50569A053BBF}"/>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41484" y="3898896"/>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cxnSp>
        <p:nvCxnSpPr>
          <p:cNvPr id="51" name="直接连接符 50">
            <a:extLst>
              <a:ext uri="{FF2B5EF4-FFF2-40B4-BE49-F238E27FC236}">
                <a16:creationId xmlns:a16="http://schemas.microsoft.com/office/drawing/2014/main" id="{4F2A6143-BE02-351D-A68A-5627FD26A772}"/>
              </a:ext>
            </a:extLst>
          </p:cNvPr>
          <p:cNvCxnSpPr>
            <a:stCxn id="26" idx="3"/>
            <a:endCxn id="7" idx="1"/>
          </p:cNvCxnSpPr>
          <p:nvPr/>
        </p:nvCxnSpPr>
        <p:spPr>
          <a:xfrm flipV="1">
            <a:off x="2191148" y="3118374"/>
            <a:ext cx="800680" cy="46900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C8123B06-E8C6-3FFD-C9B9-4853D0F93621}"/>
              </a:ext>
            </a:extLst>
          </p:cNvPr>
          <p:cNvCxnSpPr>
            <a:stCxn id="7" idx="3"/>
            <a:endCxn id="10" idx="1"/>
          </p:cNvCxnSpPr>
          <p:nvPr/>
        </p:nvCxnSpPr>
        <p:spPr>
          <a:xfrm>
            <a:off x="3361775" y="3118374"/>
            <a:ext cx="8984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E1D5E5AE-8513-79AE-343C-A0477D39790F}"/>
              </a:ext>
            </a:extLst>
          </p:cNvPr>
          <p:cNvCxnSpPr>
            <a:stCxn id="10" idx="3"/>
            <a:endCxn id="11" idx="1"/>
          </p:cNvCxnSpPr>
          <p:nvPr/>
        </p:nvCxnSpPr>
        <p:spPr>
          <a:xfrm>
            <a:off x="4630158" y="3118374"/>
            <a:ext cx="91132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6E5145D8-9374-1058-4262-C7C35399E944}"/>
              </a:ext>
            </a:extLst>
          </p:cNvPr>
          <p:cNvCxnSpPr>
            <a:stCxn id="11" idx="3"/>
            <a:endCxn id="27" idx="1"/>
          </p:cNvCxnSpPr>
          <p:nvPr/>
        </p:nvCxnSpPr>
        <p:spPr>
          <a:xfrm>
            <a:off x="5911431" y="3118374"/>
            <a:ext cx="789961" cy="46900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1F41004A-EF4C-0B39-9DC9-C47DA873165F}"/>
              </a:ext>
            </a:extLst>
          </p:cNvPr>
          <p:cNvCxnSpPr>
            <a:stCxn id="26" idx="3"/>
            <a:endCxn id="9" idx="1"/>
          </p:cNvCxnSpPr>
          <p:nvPr/>
        </p:nvCxnSpPr>
        <p:spPr>
          <a:xfrm>
            <a:off x="2191148" y="3587380"/>
            <a:ext cx="800679" cy="42604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11A49240-5800-76BF-0711-2C50FF29C637}"/>
              </a:ext>
            </a:extLst>
          </p:cNvPr>
          <p:cNvCxnSpPr>
            <a:stCxn id="9" idx="3"/>
            <a:endCxn id="47" idx="1"/>
          </p:cNvCxnSpPr>
          <p:nvPr/>
        </p:nvCxnSpPr>
        <p:spPr>
          <a:xfrm>
            <a:off x="3361774" y="4013420"/>
            <a:ext cx="898437"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7896E9D9-3F31-D82C-CF40-A51326A6EC89}"/>
              </a:ext>
            </a:extLst>
          </p:cNvPr>
          <p:cNvCxnSpPr>
            <a:stCxn id="47" idx="3"/>
            <a:endCxn id="48" idx="1"/>
          </p:cNvCxnSpPr>
          <p:nvPr/>
        </p:nvCxnSpPr>
        <p:spPr>
          <a:xfrm>
            <a:off x="4630158" y="4013420"/>
            <a:ext cx="91132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0849DE68-8833-BF18-73D2-5A7B8D3961E0}"/>
              </a:ext>
            </a:extLst>
          </p:cNvPr>
          <p:cNvCxnSpPr>
            <a:stCxn id="48" idx="3"/>
            <a:endCxn id="27" idx="1"/>
          </p:cNvCxnSpPr>
          <p:nvPr/>
        </p:nvCxnSpPr>
        <p:spPr>
          <a:xfrm flipV="1">
            <a:off x="5911431" y="3587380"/>
            <a:ext cx="789961" cy="42604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918A3CC4-23A1-3A24-554D-49B54CBDE59A}"/>
              </a:ext>
            </a:extLst>
          </p:cNvPr>
          <p:cNvCxnSpPr>
            <a:stCxn id="7" idx="2"/>
            <a:endCxn id="9" idx="0"/>
          </p:cNvCxnSpPr>
          <p:nvPr/>
        </p:nvCxnSpPr>
        <p:spPr>
          <a:xfrm flipH="1">
            <a:off x="3176801" y="3232898"/>
            <a:ext cx="1" cy="665998"/>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6D03D5A5-209E-6573-306A-9A29A075E36C}"/>
              </a:ext>
            </a:extLst>
          </p:cNvPr>
          <p:cNvCxnSpPr>
            <a:cxnSpLocks/>
            <a:stCxn id="10" idx="2"/>
            <a:endCxn id="47" idx="0"/>
          </p:cNvCxnSpPr>
          <p:nvPr/>
        </p:nvCxnSpPr>
        <p:spPr>
          <a:xfrm>
            <a:off x="4445185" y="3232898"/>
            <a:ext cx="0" cy="665998"/>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71" name="直接连接符 70">
            <a:extLst>
              <a:ext uri="{FF2B5EF4-FFF2-40B4-BE49-F238E27FC236}">
                <a16:creationId xmlns:a16="http://schemas.microsoft.com/office/drawing/2014/main" id="{79BD4B52-6431-1A18-3B56-2F4D1F2537C3}"/>
              </a:ext>
            </a:extLst>
          </p:cNvPr>
          <p:cNvCxnSpPr>
            <a:stCxn id="11" idx="2"/>
            <a:endCxn id="48" idx="0"/>
          </p:cNvCxnSpPr>
          <p:nvPr/>
        </p:nvCxnSpPr>
        <p:spPr>
          <a:xfrm>
            <a:off x="5726458" y="3232898"/>
            <a:ext cx="0" cy="665998"/>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74" name="Text Box 39">
            <a:extLst>
              <a:ext uri="{FF2B5EF4-FFF2-40B4-BE49-F238E27FC236}">
                <a16:creationId xmlns:a16="http://schemas.microsoft.com/office/drawing/2014/main" id="{9E9F33FB-3B05-296A-7118-53C40A4BF573}"/>
              </a:ext>
            </a:extLst>
          </p:cNvPr>
          <p:cNvSpPr txBox="1">
            <a:spLocks noChangeArrowheads="1"/>
          </p:cNvSpPr>
          <p:nvPr/>
        </p:nvSpPr>
        <p:spPr bwMode="auto">
          <a:xfrm>
            <a:off x="4299150" y="4117257"/>
            <a:ext cx="2920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r>
              <a:rPr kumimoji="1" lang="en-US" altLang="zh-CN" sz="1200" b="1" dirty="0">
                <a:latin typeface="微软雅黑" pitchFamily="34" charset="-122"/>
                <a:ea typeface="微软雅黑" pitchFamily="34" charset="-122"/>
              </a:rPr>
              <a:t>Y</a:t>
            </a:r>
          </a:p>
        </p:txBody>
      </p:sp>
      <p:sp>
        <p:nvSpPr>
          <p:cNvPr id="75" name="任意多边形: 形状 74">
            <a:extLst>
              <a:ext uri="{FF2B5EF4-FFF2-40B4-BE49-F238E27FC236}">
                <a16:creationId xmlns:a16="http://schemas.microsoft.com/office/drawing/2014/main" id="{A47A3E1A-E5A3-EF08-F5E2-F7151CE1BBEF}"/>
              </a:ext>
            </a:extLst>
          </p:cNvPr>
          <p:cNvSpPr/>
          <p:nvPr/>
        </p:nvSpPr>
        <p:spPr>
          <a:xfrm>
            <a:off x="2015613" y="3141002"/>
            <a:ext cx="4862052" cy="797222"/>
          </a:xfrm>
          <a:custGeom>
            <a:avLst/>
            <a:gdLst>
              <a:gd name="csX0" fmla="*/ 0 w 4862052"/>
              <a:gd name="csY0" fmla="*/ 413359 h 797222"/>
              <a:gd name="csX1" fmla="*/ 2290916 w 4862052"/>
              <a:gd name="csY1" fmla="*/ 10237 h 797222"/>
              <a:gd name="csX2" fmla="*/ 2433484 w 4862052"/>
              <a:gd name="csY2" fmla="*/ 786985 h 797222"/>
              <a:gd name="csX3" fmla="*/ 4862052 w 4862052"/>
              <a:gd name="csY3" fmla="*/ 383863 h 797222"/>
            </a:gdLst>
            <a:ahLst/>
            <a:cxnLst>
              <a:cxn ang="0">
                <a:pos x="csX0" y="csY0"/>
              </a:cxn>
              <a:cxn ang="0">
                <a:pos x="csX1" y="csY1"/>
              </a:cxn>
              <a:cxn ang="0">
                <a:pos x="csX2" y="csY2"/>
              </a:cxn>
              <a:cxn ang="0">
                <a:pos x="csX3" y="csY3"/>
              </a:cxn>
            </a:cxnLst>
            <a:rect l="l" t="t" r="r" b="b"/>
            <a:pathLst>
              <a:path w="4862052" h="797222">
                <a:moveTo>
                  <a:pt x="0" y="413359"/>
                </a:moveTo>
                <a:cubicBezTo>
                  <a:pt x="942667" y="180662"/>
                  <a:pt x="1885335" y="-52034"/>
                  <a:pt x="2290916" y="10237"/>
                </a:cubicBezTo>
                <a:cubicBezTo>
                  <a:pt x="2696497" y="72508"/>
                  <a:pt x="2004961" y="724714"/>
                  <a:pt x="2433484" y="786985"/>
                </a:cubicBezTo>
                <a:cubicBezTo>
                  <a:pt x="2862007" y="849256"/>
                  <a:pt x="3862029" y="616559"/>
                  <a:pt x="4862052" y="383863"/>
                </a:cubicBezTo>
              </a:path>
            </a:pathLst>
          </a:cu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p>
        </p:txBody>
      </p:sp>
      <p:sp>
        <p:nvSpPr>
          <p:cNvPr id="78" name="对话气泡: 矩形 77">
            <a:extLst>
              <a:ext uri="{FF2B5EF4-FFF2-40B4-BE49-F238E27FC236}">
                <a16:creationId xmlns:a16="http://schemas.microsoft.com/office/drawing/2014/main" id="{E554ADB3-BD55-4893-0197-AD80BF503CB4}"/>
              </a:ext>
            </a:extLst>
          </p:cNvPr>
          <p:cNvSpPr/>
          <p:nvPr/>
        </p:nvSpPr>
        <p:spPr>
          <a:xfrm>
            <a:off x="473986" y="3829668"/>
            <a:ext cx="1637450" cy="307777"/>
          </a:xfrm>
          <a:prstGeom prst="wedgeRectCallout">
            <a:avLst>
              <a:gd name="adj1" fmla="val 36811"/>
              <a:gd name="adj2" fmla="val -90841"/>
            </a:avLst>
          </a:prstGeom>
        </p:spPr>
        <p:style>
          <a:lnRef idx="1">
            <a:schemeClr val="accent5"/>
          </a:lnRef>
          <a:fillRef idx="2">
            <a:schemeClr val="accent5"/>
          </a:fillRef>
          <a:effectRef idx="1">
            <a:schemeClr val="accent5"/>
          </a:effectRef>
          <a:fontRef idx="minor">
            <a:schemeClr val="dk1"/>
          </a:fontRef>
        </p:style>
        <p:txBody>
          <a:bodyPr wrap="square" rtlCol="0">
            <a:spAutoFit/>
          </a:bodyPr>
          <a:lstStyle/>
          <a:p>
            <a:r>
              <a:rPr lang="es-ES" altLang="zh-CN" sz="1400" dirty="0"/>
              <a:t>[SID_X, SID_Y, SID_B]</a:t>
            </a:r>
            <a:endParaRPr lang="zh-CN" altLang="en-US" sz="1400" dirty="0"/>
          </a:p>
        </p:txBody>
      </p:sp>
    </p:spTree>
    <p:extLst>
      <p:ext uri="{BB962C8B-B14F-4D97-AF65-F5344CB8AC3E}">
        <p14:creationId xmlns:p14="http://schemas.microsoft.com/office/powerpoint/2010/main" val="1118488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grpId="0" nodeType="clickEffect">
                                  <p:stCondLst>
                                    <p:cond delay="0"/>
                                  </p:stCondLst>
                                  <p:childTnLst>
                                    <p:set>
                                      <p:cBhvr>
                                        <p:cTn id="13" dur="1" fill="hold">
                                          <p:stCondLst>
                                            <p:cond delay="0"/>
                                          </p:stCondLst>
                                        </p:cTn>
                                        <p:tgtEl>
                                          <p:spTgt spid="75"/>
                                        </p:tgtEl>
                                        <p:attrNameLst>
                                          <p:attrName>style.visibility</p:attrName>
                                        </p:attrNameLst>
                                      </p:cBhvr>
                                      <p:to>
                                        <p:strVal val="visible"/>
                                      </p:to>
                                    </p:set>
                                    <p:animEffect transition="in" filter="wipe(left)">
                                      <p:cBhvr>
                                        <p:cTn id="14" dur="500"/>
                                        <p:tgtEl>
                                          <p:spTgt spid="75"/>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2">
                                            <p:txEl>
                                              <p:pRg st="1" end="1"/>
                                            </p:txEl>
                                          </p:spTgt>
                                        </p:tgtEl>
                                        <p:attrNameLst>
                                          <p:attrName>style.visibility</p:attrName>
                                        </p:attrNameLst>
                                      </p:cBhvr>
                                      <p:to>
                                        <p:strVal val="visible"/>
                                      </p:to>
                                    </p:set>
                                    <p:animEffect transition="in" filter="fade">
                                      <p:cBhvr>
                                        <p:cTn id="19" dur="1000"/>
                                        <p:tgtEl>
                                          <p:spTgt spid="2">
                                            <p:txEl>
                                              <p:pRg st="1" end="1"/>
                                            </p:txEl>
                                          </p:spTgt>
                                        </p:tgtEl>
                                      </p:cBhvr>
                                    </p:animEffect>
                                    <p:anim calcmode="lin" valueType="num">
                                      <p:cBhvr>
                                        <p:cTn id="20"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78"/>
                                        </p:tgtEl>
                                        <p:attrNameLst>
                                          <p:attrName>style.visibility</p:attrName>
                                        </p:attrNameLst>
                                      </p:cBhvr>
                                      <p:to>
                                        <p:strVal val="visible"/>
                                      </p:to>
                                    </p:set>
                                    <p:anim calcmode="lin" valueType="num">
                                      <p:cBhvr>
                                        <p:cTn id="26" dur="500" fill="hold"/>
                                        <p:tgtEl>
                                          <p:spTgt spid="78"/>
                                        </p:tgtEl>
                                        <p:attrNameLst>
                                          <p:attrName>ppt_w</p:attrName>
                                        </p:attrNameLst>
                                      </p:cBhvr>
                                      <p:tavLst>
                                        <p:tav tm="0">
                                          <p:val>
                                            <p:fltVal val="0"/>
                                          </p:val>
                                        </p:tav>
                                        <p:tav tm="100000">
                                          <p:val>
                                            <p:strVal val="#ppt_w"/>
                                          </p:val>
                                        </p:tav>
                                      </p:tavLst>
                                    </p:anim>
                                    <p:anim calcmode="lin" valueType="num">
                                      <p:cBhvr>
                                        <p:cTn id="27" dur="500" fill="hold"/>
                                        <p:tgtEl>
                                          <p:spTgt spid="78"/>
                                        </p:tgtEl>
                                        <p:attrNameLst>
                                          <p:attrName>ppt_h</p:attrName>
                                        </p:attrNameLst>
                                      </p:cBhvr>
                                      <p:tavLst>
                                        <p:tav tm="0">
                                          <p:val>
                                            <p:fltVal val="0"/>
                                          </p:val>
                                        </p:tav>
                                        <p:tav tm="100000">
                                          <p:val>
                                            <p:strVal val="#ppt_h"/>
                                          </p:val>
                                        </p:tav>
                                      </p:tavLst>
                                    </p:anim>
                                    <p:animEffect transition="in" filter="fade">
                                      <p:cBhvr>
                                        <p:cTn id="28"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P spid="75" grpId="0" animBg="1"/>
      <p:bldP spid="78"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FC4B2E-689B-F48E-D630-2D22DE19B4C5}"/>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30443E16-3D19-0A6C-4F13-B68CB353C89F}"/>
              </a:ext>
            </a:extLst>
          </p:cNvPr>
          <p:cNvSpPr>
            <a:spLocks noChangeArrowheads="1"/>
          </p:cNvSpPr>
          <p:nvPr/>
        </p:nvSpPr>
        <p:spPr bwMode="auto">
          <a:xfrm>
            <a:off x="545145" y="974350"/>
            <a:ext cx="7930640" cy="1596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ct val="125000"/>
              </a:lnSpc>
              <a:buClr>
                <a:srgbClr val="0070C0"/>
              </a:buClr>
              <a:buFont typeface="Wingdings" pitchFamily="2" charset="2"/>
              <a:buChar char="l"/>
            </a:pPr>
            <a:r>
              <a:rPr lang="zh-CN" altLang="en-US" sz="2000" b="1" dirty="0">
                <a:latin typeface="微软雅黑" pitchFamily="34" charset="-122"/>
                <a:ea typeface="微软雅黑" pitchFamily="34" charset="-122"/>
              </a:rPr>
              <a:t>数据报最初的目的地址是节点</a:t>
            </a:r>
            <a:r>
              <a:rPr lang="en-US" altLang="zh-CN" sz="2000" b="1" dirty="0">
                <a:latin typeface="微软雅黑" pitchFamily="34" charset="-122"/>
                <a:ea typeface="微软雅黑" pitchFamily="34" charset="-122"/>
              </a:rPr>
              <a:t>X</a:t>
            </a:r>
            <a:r>
              <a:rPr lang="zh-CN" altLang="en-US" sz="2000" b="1" dirty="0">
                <a:latin typeface="微软雅黑" pitchFamily="34" charset="-122"/>
                <a:ea typeface="微软雅黑" pitchFamily="34" charset="-122"/>
              </a:rPr>
              <a:t>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地址。当节点</a:t>
            </a:r>
            <a:r>
              <a:rPr lang="en-US" altLang="zh-CN" sz="2000" b="1" dirty="0">
                <a:latin typeface="微软雅黑" pitchFamily="34" charset="-122"/>
                <a:ea typeface="微软雅黑" pitchFamily="34" charset="-122"/>
              </a:rPr>
              <a:t>X</a:t>
            </a:r>
            <a:r>
              <a:rPr lang="zh-CN" altLang="en-US" sz="2000" b="1" dirty="0">
                <a:latin typeface="微软雅黑" pitchFamily="34" charset="-122"/>
                <a:ea typeface="微软雅黑" pitchFamily="34" charset="-122"/>
              </a:rPr>
              <a:t>收到</a:t>
            </a:r>
            <a:r>
              <a:rPr lang="en-US" altLang="zh-CN" sz="2000" b="1" dirty="0">
                <a:latin typeface="微软雅黑" pitchFamily="34" charset="-122"/>
                <a:ea typeface="微软雅黑" pitchFamily="34" charset="-122"/>
              </a:rPr>
              <a:t>SRv6</a:t>
            </a:r>
            <a:r>
              <a:rPr lang="zh-CN" altLang="en-US" sz="2000" b="1" dirty="0">
                <a:latin typeface="微软雅黑" pitchFamily="34" charset="-122"/>
                <a:ea typeface="微软雅黑" pitchFamily="34" charset="-122"/>
              </a:rPr>
              <a:t>数据报时，就执行与</a:t>
            </a:r>
            <a:r>
              <a:rPr lang="en-US" altLang="zh-CN" sz="2000" b="1" dirty="0">
                <a:latin typeface="微软雅黑" pitchFamily="34" charset="-122"/>
                <a:ea typeface="微软雅黑" pitchFamily="34" charset="-122"/>
              </a:rPr>
              <a:t>SID_X</a:t>
            </a:r>
            <a:r>
              <a:rPr lang="zh-CN" altLang="en-US" sz="2000" b="1" dirty="0">
                <a:latin typeface="微软雅黑" pitchFamily="34" charset="-122"/>
                <a:ea typeface="微软雅黑" pitchFamily="34" charset="-122"/>
              </a:rPr>
              <a:t>关联的功能。</a:t>
            </a:r>
            <a:endParaRPr lang="en-US" altLang="zh-CN" sz="2000" b="1" dirty="0">
              <a:latin typeface="微软雅黑" pitchFamily="34" charset="-122"/>
              <a:ea typeface="微软雅黑" pitchFamily="34" charset="-122"/>
            </a:endParaRPr>
          </a:p>
          <a:p>
            <a:pPr marL="285750" indent="-285750">
              <a:lnSpc>
                <a:spcPct val="125000"/>
              </a:lnSpc>
              <a:buClr>
                <a:srgbClr val="0070C0"/>
              </a:buClr>
              <a:buFont typeface="Wingdings" pitchFamily="2" charset="2"/>
              <a:buChar char="l"/>
            </a:pPr>
            <a:r>
              <a:rPr lang="zh-CN" altLang="en-US" sz="2000" b="1" dirty="0">
                <a:latin typeface="微软雅黑" pitchFamily="34" charset="-122"/>
                <a:ea typeface="微软雅黑" pitchFamily="34" charset="-122"/>
              </a:rPr>
              <a:t>把目的地址更改为下一个节点</a:t>
            </a:r>
            <a:r>
              <a:rPr lang="en-US" altLang="zh-CN" sz="2000" b="1" dirty="0">
                <a:latin typeface="微软雅黑" pitchFamily="34" charset="-122"/>
                <a:ea typeface="微软雅黑" pitchFamily="34" charset="-122"/>
              </a:rPr>
              <a:t>Y</a:t>
            </a:r>
            <a:r>
              <a:rPr lang="zh-CN" altLang="en-US" sz="2000" b="1" dirty="0">
                <a:latin typeface="微软雅黑" pitchFamily="34" charset="-122"/>
                <a:ea typeface="微软雅黑" pitchFamily="34" charset="-122"/>
              </a:rPr>
              <a:t>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地址，而分段表也更新为 </a:t>
            </a:r>
            <a:r>
              <a:rPr lang="en-US" altLang="zh-CN" sz="2000" b="1" dirty="0">
                <a:latin typeface="微软雅黑" pitchFamily="34" charset="-122"/>
                <a:ea typeface="微软雅黑" pitchFamily="34" charset="-122"/>
              </a:rPr>
              <a:t>[SID_Y, SID_B]</a:t>
            </a:r>
            <a:r>
              <a:rPr lang="zh-CN" altLang="en-US" sz="2000" b="1" dirty="0">
                <a:latin typeface="微软雅黑" pitchFamily="34" charset="-122"/>
                <a:ea typeface="微软雅黑" pitchFamily="34" charset="-122"/>
              </a:rPr>
              <a:t> 。</a:t>
            </a:r>
          </a:p>
        </p:txBody>
      </p:sp>
      <p:sp>
        <p:nvSpPr>
          <p:cNvPr id="3" name="AutoShape 5">
            <a:extLst>
              <a:ext uri="{FF2B5EF4-FFF2-40B4-BE49-F238E27FC236}">
                <a16:creationId xmlns:a16="http://schemas.microsoft.com/office/drawing/2014/main" id="{D3D8B7ED-8A1A-6F02-7533-354C5470B698}"/>
              </a:ext>
            </a:extLst>
          </p:cNvPr>
          <p:cNvSpPr>
            <a:spLocks noChangeArrowheads="1"/>
          </p:cNvSpPr>
          <p:nvPr/>
        </p:nvSpPr>
        <p:spPr bwMode="auto">
          <a:xfrm>
            <a:off x="545145" y="6257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30CF77E7-248E-3181-AD8A-0CD571C1C64B}"/>
              </a:ext>
            </a:extLst>
          </p:cNvPr>
          <p:cNvSpPr>
            <a:spLocks noChangeArrowheads="1"/>
          </p:cNvSpPr>
          <p:nvPr/>
        </p:nvSpPr>
        <p:spPr bwMode="auto">
          <a:xfrm>
            <a:off x="668215" y="592534"/>
            <a:ext cx="780757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SRv6</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Segment Routing over IPv6</a:t>
            </a:r>
            <a:r>
              <a:rPr lang="zh-CN" altLang="en-US" sz="2000" b="1" dirty="0">
                <a:solidFill>
                  <a:schemeClr val="bg1"/>
                </a:solidFill>
                <a:latin typeface="微软雅黑" pitchFamily="34" charset="-122"/>
                <a:ea typeface="微软雅黑" pitchFamily="34" charset="-122"/>
              </a:rPr>
              <a:t>）</a:t>
            </a:r>
          </a:p>
        </p:txBody>
      </p:sp>
      <p:pic>
        <p:nvPicPr>
          <p:cNvPr id="7" name="Picture 27">
            <a:extLst>
              <a:ext uri="{FF2B5EF4-FFF2-40B4-BE49-F238E27FC236}">
                <a16:creationId xmlns:a16="http://schemas.microsoft.com/office/drawing/2014/main" id="{91437D19-694C-8541-B580-85DAB87F5CF7}"/>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91828" y="3003850"/>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 name="Picture 29">
            <a:extLst>
              <a:ext uri="{FF2B5EF4-FFF2-40B4-BE49-F238E27FC236}">
                <a16:creationId xmlns:a16="http://schemas.microsoft.com/office/drawing/2014/main" id="{E1C325D3-BCAB-FBE8-0A72-4BC1A8A79F7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91827" y="3898896"/>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 name="Picture 30">
            <a:extLst>
              <a:ext uri="{FF2B5EF4-FFF2-40B4-BE49-F238E27FC236}">
                <a16:creationId xmlns:a16="http://schemas.microsoft.com/office/drawing/2014/main" id="{4A5DE806-DB46-B53E-8CCC-0106FF2FEB8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60211" y="3003850"/>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1" name="Picture 31">
            <a:extLst>
              <a:ext uri="{FF2B5EF4-FFF2-40B4-BE49-F238E27FC236}">
                <a16:creationId xmlns:a16="http://schemas.microsoft.com/office/drawing/2014/main" id="{F338F142-311F-32FB-824D-C728AA66E2AF}"/>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41484" y="3003850"/>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 name="Text Box 36">
            <a:extLst>
              <a:ext uri="{FF2B5EF4-FFF2-40B4-BE49-F238E27FC236}">
                <a16:creationId xmlns:a16="http://schemas.microsoft.com/office/drawing/2014/main" id="{8C382228-403E-FFDF-E7DE-7998BAB5E674}"/>
              </a:ext>
            </a:extLst>
          </p:cNvPr>
          <p:cNvSpPr txBox="1">
            <a:spLocks noChangeArrowheads="1"/>
          </p:cNvSpPr>
          <p:nvPr/>
        </p:nvSpPr>
        <p:spPr bwMode="auto">
          <a:xfrm>
            <a:off x="1864667" y="3186535"/>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r>
              <a:rPr kumimoji="1" lang="en-US" altLang="zh-CN" sz="1200" b="1" dirty="0">
                <a:latin typeface="微软雅黑" pitchFamily="34" charset="-122"/>
                <a:ea typeface="微软雅黑" pitchFamily="34" charset="-122"/>
              </a:rPr>
              <a:t>A</a:t>
            </a:r>
          </a:p>
        </p:txBody>
      </p:sp>
      <p:sp>
        <p:nvSpPr>
          <p:cNvPr id="18" name="Text Box 39">
            <a:extLst>
              <a:ext uri="{FF2B5EF4-FFF2-40B4-BE49-F238E27FC236}">
                <a16:creationId xmlns:a16="http://schemas.microsoft.com/office/drawing/2014/main" id="{EE6747ED-8366-957C-0C8D-2A5669908200}"/>
              </a:ext>
            </a:extLst>
          </p:cNvPr>
          <p:cNvSpPr txBox="1">
            <a:spLocks noChangeArrowheads="1"/>
          </p:cNvSpPr>
          <p:nvPr/>
        </p:nvSpPr>
        <p:spPr bwMode="auto">
          <a:xfrm>
            <a:off x="4296535" y="2761513"/>
            <a:ext cx="2920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r>
              <a:rPr kumimoji="1" lang="en-US" altLang="zh-CN" sz="1200" b="1" dirty="0">
                <a:latin typeface="微软雅黑" pitchFamily="34" charset="-122"/>
                <a:ea typeface="微软雅黑" pitchFamily="34" charset="-122"/>
              </a:rPr>
              <a:t>X</a:t>
            </a:r>
          </a:p>
        </p:txBody>
      </p:sp>
      <p:sp>
        <p:nvSpPr>
          <p:cNvPr id="20" name="Text Box 41">
            <a:extLst>
              <a:ext uri="{FF2B5EF4-FFF2-40B4-BE49-F238E27FC236}">
                <a16:creationId xmlns:a16="http://schemas.microsoft.com/office/drawing/2014/main" id="{4D5CCEDA-4CED-D359-70B1-C9A76BE395BD}"/>
              </a:ext>
            </a:extLst>
          </p:cNvPr>
          <p:cNvSpPr txBox="1">
            <a:spLocks noChangeArrowheads="1"/>
          </p:cNvSpPr>
          <p:nvPr/>
        </p:nvSpPr>
        <p:spPr bwMode="auto">
          <a:xfrm>
            <a:off x="6732600" y="3191230"/>
            <a:ext cx="2904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r>
              <a:rPr kumimoji="1" lang="en-US" altLang="zh-CN" sz="1200" b="1" dirty="0">
                <a:latin typeface="微软雅黑" pitchFamily="34" charset="-122"/>
                <a:ea typeface="微软雅黑" pitchFamily="34" charset="-122"/>
              </a:rPr>
              <a:t>B</a:t>
            </a:r>
          </a:p>
        </p:txBody>
      </p:sp>
      <p:pic>
        <p:nvPicPr>
          <p:cNvPr id="26" name="Picture 246" descr="jisuanji">
            <a:extLst>
              <a:ext uri="{FF2B5EF4-FFF2-40B4-BE49-F238E27FC236}">
                <a16:creationId xmlns:a16="http://schemas.microsoft.com/office/drawing/2014/main" id="{2FCA21B7-702E-08BD-1BBB-CC59DDC0BA9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38267" y="3410939"/>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246" descr="jisuanji">
            <a:extLst>
              <a:ext uri="{FF2B5EF4-FFF2-40B4-BE49-F238E27FC236}">
                <a16:creationId xmlns:a16="http://schemas.microsoft.com/office/drawing/2014/main" id="{26D6875A-09F6-9079-2FA7-DCE5447A910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01392" y="3410939"/>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30">
            <a:extLst>
              <a:ext uri="{FF2B5EF4-FFF2-40B4-BE49-F238E27FC236}">
                <a16:creationId xmlns:a16="http://schemas.microsoft.com/office/drawing/2014/main" id="{FC62722D-6D90-8BD0-72D7-C809E7C82A7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60211" y="3898896"/>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31">
            <a:extLst>
              <a:ext uri="{FF2B5EF4-FFF2-40B4-BE49-F238E27FC236}">
                <a16:creationId xmlns:a16="http://schemas.microsoft.com/office/drawing/2014/main" id="{92B1A276-86DA-CED3-2983-A35FB15E6942}"/>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41484" y="3898896"/>
            <a:ext cx="369947" cy="229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cxnSp>
        <p:nvCxnSpPr>
          <p:cNvPr id="51" name="直接连接符 50">
            <a:extLst>
              <a:ext uri="{FF2B5EF4-FFF2-40B4-BE49-F238E27FC236}">
                <a16:creationId xmlns:a16="http://schemas.microsoft.com/office/drawing/2014/main" id="{D729ED91-1184-CD04-BBDD-A8ADCF00E01F}"/>
              </a:ext>
            </a:extLst>
          </p:cNvPr>
          <p:cNvCxnSpPr>
            <a:stCxn id="26" idx="3"/>
            <a:endCxn id="7" idx="1"/>
          </p:cNvCxnSpPr>
          <p:nvPr/>
        </p:nvCxnSpPr>
        <p:spPr>
          <a:xfrm flipV="1">
            <a:off x="2191148" y="3118374"/>
            <a:ext cx="800680" cy="46900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0D44905F-E808-270E-DA9F-8A7453CE8CC8}"/>
              </a:ext>
            </a:extLst>
          </p:cNvPr>
          <p:cNvCxnSpPr>
            <a:stCxn id="7" idx="3"/>
            <a:endCxn id="10" idx="1"/>
          </p:cNvCxnSpPr>
          <p:nvPr/>
        </p:nvCxnSpPr>
        <p:spPr>
          <a:xfrm>
            <a:off x="3361775" y="3118374"/>
            <a:ext cx="8984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9ABB739C-0777-1964-A6C4-30634ECC1C44}"/>
              </a:ext>
            </a:extLst>
          </p:cNvPr>
          <p:cNvCxnSpPr>
            <a:stCxn id="10" idx="3"/>
            <a:endCxn id="11" idx="1"/>
          </p:cNvCxnSpPr>
          <p:nvPr/>
        </p:nvCxnSpPr>
        <p:spPr>
          <a:xfrm>
            <a:off x="4630158" y="3118374"/>
            <a:ext cx="91132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9261B75C-4BC9-2E4E-5E92-E53D44F7D556}"/>
              </a:ext>
            </a:extLst>
          </p:cNvPr>
          <p:cNvCxnSpPr>
            <a:stCxn id="11" idx="3"/>
            <a:endCxn id="27" idx="1"/>
          </p:cNvCxnSpPr>
          <p:nvPr/>
        </p:nvCxnSpPr>
        <p:spPr>
          <a:xfrm>
            <a:off x="5911431" y="3118374"/>
            <a:ext cx="789961" cy="46900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6FE9CCAE-71BC-7F0E-7C89-51AF1CE81F8F}"/>
              </a:ext>
            </a:extLst>
          </p:cNvPr>
          <p:cNvCxnSpPr>
            <a:stCxn id="26" idx="3"/>
            <a:endCxn id="9" idx="1"/>
          </p:cNvCxnSpPr>
          <p:nvPr/>
        </p:nvCxnSpPr>
        <p:spPr>
          <a:xfrm>
            <a:off x="2191148" y="3587380"/>
            <a:ext cx="800679" cy="42604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B34F3481-8841-9D5F-70E0-DAD7719DA4EB}"/>
              </a:ext>
            </a:extLst>
          </p:cNvPr>
          <p:cNvCxnSpPr>
            <a:stCxn id="9" idx="3"/>
            <a:endCxn id="47" idx="1"/>
          </p:cNvCxnSpPr>
          <p:nvPr/>
        </p:nvCxnSpPr>
        <p:spPr>
          <a:xfrm>
            <a:off x="3361774" y="4013420"/>
            <a:ext cx="898437"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4A12B00F-8EF3-ADCC-D1E6-A3C84C801444}"/>
              </a:ext>
            </a:extLst>
          </p:cNvPr>
          <p:cNvCxnSpPr>
            <a:stCxn id="47" idx="3"/>
            <a:endCxn id="48" idx="1"/>
          </p:cNvCxnSpPr>
          <p:nvPr/>
        </p:nvCxnSpPr>
        <p:spPr>
          <a:xfrm>
            <a:off x="4630158" y="4013420"/>
            <a:ext cx="91132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5BFF6314-DC65-1B70-510F-73DE2E99A65C}"/>
              </a:ext>
            </a:extLst>
          </p:cNvPr>
          <p:cNvCxnSpPr>
            <a:stCxn id="48" idx="3"/>
            <a:endCxn id="27" idx="1"/>
          </p:cNvCxnSpPr>
          <p:nvPr/>
        </p:nvCxnSpPr>
        <p:spPr>
          <a:xfrm flipV="1">
            <a:off x="5911431" y="3587380"/>
            <a:ext cx="789961" cy="42604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83BE67BD-6D00-0A5F-7240-FD796E39E2FB}"/>
              </a:ext>
            </a:extLst>
          </p:cNvPr>
          <p:cNvCxnSpPr>
            <a:stCxn id="7" idx="2"/>
            <a:endCxn id="9" idx="0"/>
          </p:cNvCxnSpPr>
          <p:nvPr/>
        </p:nvCxnSpPr>
        <p:spPr>
          <a:xfrm flipH="1">
            <a:off x="3176801" y="3232898"/>
            <a:ext cx="1" cy="665998"/>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4BD200A2-5E5D-25C1-3492-50A38EB3CAA4}"/>
              </a:ext>
            </a:extLst>
          </p:cNvPr>
          <p:cNvCxnSpPr>
            <a:cxnSpLocks/>
            <a:stCxn id="10" idx="2"/>
            <a:endCxn id="47" idx="0"/>
          </p:cNvCxnSpPr>
          <p:nvPr/>
        </p:nvCxnSpPr>
        <p:spPr>
          <a:xfrm>
            <a:off x="4445185" y="3232898"/>
            <a:ext cx="0" cy="665998"/>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71" name="直接连接符 70">
            <a:extLst>
              <a:ext uri="{FF2B5EF4-FFF2-40B4-BE49-F238E27FC236}">
                <a16:creationId xmlns:a16="http://schemas.microsoft.com/office/drawing/2014/main" id="{4EF107FC-98A5-DC03-AF76-F9C05779510D}"/>
              </a:ext>
            </a:extLst>
          </p:cNvPr>
          <p:cNvCxnSpPr>
            <a:stCxn id="11" idx="2"/>
            <a:endCxn id="48" idx="0"/>
          </p:cNvCxnSpPr>
          <p:nvPr/>
        </p:nvCxnSpPr>
        <p:spPr>
          <a:xfrm>
            <a:off x="5726458" y="3232898"/>
            <a:ext cx="0" cy="665998"/>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74" name="Text Box 39">
            <a:extLst>
              <a:ext uri="{FF2B5EF4-FFF2-40B4-BE49-F238E27FC236}">
                <a16:creationId xmlns:a16="http://schemas.microsoft.com/office/drawing/2014/main" id="{3D1488D8-7EF8-07D4-CB55-50EEDC7FD38B}"/>
              </a:ext>
            </a:extLst>
          </p:cNvPr>
          <p:cNvSpPr txBox="1">
            <a:spLocks noChangeArrowheads="1"/>
          </p:cNvSpPr>
          <p:nvPr/>
        </p:nvSpPr>
        <p:spPr bwMode="auto">
          <a:xfrm>
            <a:off x="4299150" y="4117257"/>
            <a:ext cx="2920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l" rtl="0" fontAlgn="base">
              <a:spcBef>
                <a:spcPct val="0"/>
              </a:spcBef>
              <a:spcAft>
                <a:spcPct val="0"/>
              </a:spcAft>
              <a:defRPr kern="1200">
                <a:solidFill>
                  <a:schemeClr val="tx1"/>
                </a:solidFill>
                <a:latin typeface="Calibri" pitchFamily="34" charset="0"/>
                <a:ea typeface="宋体" charset="-122"/>
                <a:cs typeface="+mn-cs"/>
              </a:defRPr>
            </a:lvl1pPr>
            <a:lvl2pPr marL="457200" algn="l" rtl="0" fontAlgn="base">
              <a:spcBef>
                <a:spcPct val="0"/>
              </a:spcBef>
              <a:spcAft>
                <a:spcPct val="0"/>
              </a:spcAft>
              <a:defRPr kern="1200">
                <a:solidFill>
                  <a:schemeClr val="tx1"/>
                </a:solidFill>
                <a:latin typeface="Calibri" pitchFamily="34" charset="0"/>
                <a:ea typeface="宋体" charset="-122"/>
                <a:cs typeface="+mn-cs"/>
              </a:defRPr>
            </a:lvl2pPr>
            <a:lvl3pPr marL="914400" algn="l" rtl="0" fontAlgn="base">
              <a:spcBef>
                <a:spcPct val="0"/>
              </a:spcBef>
              <a:spcAft>
                <a:spcPct val="0"/>
              </a:spcAft>
              <a:defRPr kern="1200">
                <a:solidFill>
                  <a:schemeClr val="tx1"/>
                </a:solidFill>
                <a:latin typeface="Calibri" pitchFamily="34" charset="0"/>
                <a:ea typeface="宋体" charset="-122"/>
                <a:cs typeface="+mn-cs"/>
              </a:defRPr>
            </a:lvl3pPr>
            <a:lvl4pPr marL="1371600" algn="l" rtl="0" fontAlgn="base">
              <a:spcBef>
                <a:spcPct val="0"/>
              </a:spcBef>
              <a:spcAft>
                <a:spcPct val="0"/>
              </a:spcAft>
              <a:defRPr kern="1200">
                <a:solidFill>
                  <a:schemeClr val="tx1"/>
                </a:solidFill>
                <a:latin typeface="Calibri" pitchFamily="34" charset="0"/>
                <a:ea typeface="宋体" charset="-122"/>
                <a:cs typeface="+mn-cs"/>
              </a:defRPr>
            </a:lvl4pPr>
            <a:lvl5pPr marL="1828800" algn="l" rtl="0" fontAlgn="base">
              <a:spcBef>
                <a:spcPct val="0"/>
              </a:spcBef>
              <a:spcAft>
                <a:spcPct val="0"/>
              </a:spcAft>
              <a:defRPr kern="1200">
                <a:solidFill>
                  <a:schemeClr val="tx1"/>
                </a:solidFill>
                <a:latin typeface="Calibri" pitchFamily="34" charset="0"/>
                <a:ea typeface="宋体" charset="-122"/>
                <a:cs typeface="+mn-cs"/>
              </a:defRPr>
            </a:lvl5pPr>
            <a:lvl6pPr marL="2286000" algn="l" defTabSz="914400" rtl="0" eaLnBrk="1" latinLnBrk="0" hangingPunct="1">
              <a:defRPr kern="1200">
                <a:solidFill>
                  <a:schemeClr val="tx1"/>
                </a:solidFill>
                <a:latin typeface="Calibri" pitchFamily="34" charset="0"/>
                <a:ea typeface="宋体" charset="-122"/>
                <a:cs typeface="+mn-cs"/>
              </a:defRPr>
            </a:lvl6pPr>
            <a:lvl7pPr marL="2743200" algn="l" defTabSz="914400" rtl="0" eaLnBrk="1" latinLnBrk="0" hangingPunct="1">
              <a:defRPr kern="1200">
                <a:solidFill>
                  <a:schemeClr val="tx1"/>
                </a:solidFill>
                <a:latin typeface="Calibri" pitchFamily="34" charset="0"/>
                <a:ea typeface="宋体" charset="-122"/>
                <a:cs typeface="+mn-cs"/>
              </a:defRPr>
            </a:lvl7pPr>
            <a:lvl8pPr marL="3200400" algn="l" defTabSz="914400" rtl="0" eaLnBrk="1" latinLnBrk="0" hangingPunct="1">
              <a:defRPr kern="1200">
                <a:solidFill>
                  <a:schemeClr val="tx1"/>
                </a:solidFill>
                <a:latin typeface="Calibri" pitchFamily="34" charset="0"/>
                <a:ea typeface="宋体" charset="-122"/>
                <a:cs typeface="+mn-cs"/>
              </a:defRPr>
            </a:lvl8pPr>
            <a:lvl9pPr marL="3657600" algn="l" defTabSz="914400" rtl="0" eaLnBrk="1" latinLnBrk="0" hangingPunct="1">
              <a:defRPr kern="1200">
                <a:solidFill>
                  <a:schemeClr val="tx1"/>
                </a:solidFill>
                <a:latin typeface="Calibri" pitchFamily="34" charset="0"/>
                <a:ea typeface="宋体" charset="-122"/>
                <a:cs typeface="+mn-cs"/>
              </a:defRPr>
            </a:lvl9pPr>
          </a:lstStyle>
          <a:p>
            <a:r>
              <a:rPr kumimoji="1" lang="en-US" altLang="zh-CN" sz="1200" b="1" dirty="0">
                <a:latin typeface="微软雅黑" pitchFamily="34" charset="-122"/>
                <a:ea typeface="微软雅黑" pitchFamily="34" charset="-122"/>
              </a:rPr>
              <a:t>Y</a:t>
            </a:r>
          </a:p>
        </p:txBody>
      </p:sp>
      <p:cxnSp>
        <p:nvCxnSpPr>
          <p:cNvPr id="6" name="直接箭头连接符 5">
            <a:extLst>
              <a:ext uri="{FF2B5EF4-FFF2-40B4-BE49-F238E27FC236}">
                <a16:creationId xmlns:a16="http://schemas.microsoft.com/office/drawing/2014/main" id="{F22CE9D2-2166-F533-D197-20F97A918A84}"/>
              </a:ext>
            </a:extLst>
          </p:cNvPr>
          <p:cNvCxnSpPr>
            <a:cxnSpLocks/>
          </p:cNvCxnSpPr>
          <p:nvPr/>
        </p:nvCxnSpPr>
        <p:spPr>
          <a:xfrm flipV="1">
            <a:off x="2043296" y="3105128"/>
            <a:ext cx="2393783" cy="486895"/>
          </a:xfrm>
          <a:prstGeom prst="straightConnector1">
            <a:avLst/>
          </a:pr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cxnSp>
      <p:cxnSp>
        <p:nvCxnSpPr>
          <p:cNvPr id="16" name="直接箭头连接符 15">
            <a:extLst>
              <a:ext uri="{FF2B5EF4-FFF2-40B4-BE49-F238E27FC236}">
                <a16:creationId xmlns:a16="http://schemas.microsoft.com/office/drawing/2014/main" id="{F6662C1B-4AF3-7C20-D36B-99E0C0613F1D}"/>
              </a:ext>
            </a:extLst>
          </p:cNvPr>
          <p:cNvCxnSpPr>
            <a:cxnSpLocks/>
          </p:cNvCxnSpPr>
          <p:nvPr/>
        </p:nvCxnSpPr>
        <p:spPr>
          <a:xfrm>
            <a:off x="4448660" y="3148236"/>
            <a:ext cx="0" cy="835321"/>
          </a:xfrm>
          <a:prstGeom prst="straightConnector1">
            <a:avLst/>
          </a:pr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cxnSp>
      <p:sp>
        <p:nvSpPr>
          <p:cNvPr id="17" name="对话气泡: 矩形 16">
            <a:extLst>
              <a:ext uri="{FF2B5EF4-FFF2-40B4-BE49-F238E27FC236}">
                <a16:creationId xmlns:a16="http://schemas.microsoft.com/office/drawing/2014/main" id="{EE49D5F3-308C-8D4E-135D-166BBC86ED00}"/>
              </a:ext>
            </a:extLst>
          </p:cNvPr>
          <p:cNvSpPr/>
          <p:nvPr/>
        </p:nvSpPr>
        <p:spPr>
          <a:xfrm>
            <a:off x="473986" y="3829668"/>
            <a:ext cx="1637450" cy="307777"/>
          </a:xfrm>
          <a:prstGeom prst="wedgeRectCallout">
            <a:avLst>
              <a:gd name="adj1" fmla="val 36811"/>
              <a:gd name="adj2" fmla="val -90841"/>
            </a:avLst>
          </a:prstGeom>
        </p:spPr>
        <p:style>
          <a:lnRef idx="1">
            <a:schemeClr val="accent5"/>
          </a:lnRef>
          <a:fillRef idx="2">
            <a:schemeClr val="accent5"/>
          </a:fillRef>
          <a:effectRef idx="1">
            <a:schemeClr val="accent5"/>
          </a:effectRef>
          <a:fontRef idx="minor">
            <a:schemeClr val="dk1"/>
          </a:fontRef>
        </p:style>
        <p:txBody>
          <a:bodyPr wrap="square" rtlCol="0">
            <a:spAutoFit/>
          </a:bodyPr>
          <a:lstStyle/>
          <a:p>
            <a:r>
              <a:rPr lang="es-ES" altLang="zh-CN" sz="1400" dirty="0"/>
              <a:t>[SID_X, SID_Y, SID_B]</a:t>
            </a:r>
            <a:endParaRPr lang="zh-CN" altLang="en-US" sz="1400" dirty="0"/>
          </a:p>
        </p:txBody>
      </p:sp>
      <p:sp>
        <p:nvSpPr>
          <p:cNvPr id="19" name="对话气泡: 矩形 18">
            <a:extLst>
              <a:ext uri="{FF2B5EF4-FFF2-40B4-BE49-F238E27FC236}">
                <a16:creationId xmlns:a16="http://schemas.microsoft.com/office/drawing/2014/main" id="{2BD84093-FA64-8D54-A706-879DBA594B0F}"/>
              </a:ext>
            </a:extLst>
          </p:cNvPr>
          <p:cNvSpPr/>
          <p:nvPr/>
        </p:nvSpPr>
        <p:spPr>
          <a:xfrm>
            <a:off x="4588603" y="2566008"/>
            <a:ext cx="1172686" cy="307777"/>
          </a:xfrm>
          <a:prstGeom prst="wedgeRectCallout">
            <a:avLst>
              <a:gd name="adj1" fmla="val -53278"/>
              <a:gd name="adj2" fmla="val 86460"/>
            </a:avLst>
          </a:prstGeom>
        </p:spPr>
        <p:style>
          <a:lnRef idx="1">
            <a:schemeClr val="accent5"/>
          </a:lnRef>
          <a:fillRef idx="2">
            <a:schemeClr val="accent5"/>
          </a:fillRef>
          <a:effectRef idx="1">
            <a:schemeClr val="accent5"/>
          </a:effectRef>
          <a:fontRef idx="minor">
            <a:schemeClr val="dk1"/>
          </a:fontRef>
        </p:style>
        <p:txBody>
          <a:bodyPr wrap="square" rtlCol="0">
            <a:spAutoFit/>
          </a:bodyPr>
          <a:lstStyle/>
          <a:p>
            <a:r>
              <a:rPr lang="es-ES" altLang="zh-CN" sz="1400" dirty="0"/>
              <a:t>[SID_Y, SID_B]</a:t>
            </a:r>
            <a:endParaRPr lang="zh-CN" altLang="en-US" sz="1400" dirty="0"/>
          </a:p>
        </p:txBody>
      </p:sp>
      <p:sp>
        <p:nvSpPr>
          <p:cNvPr id="24" name="对话气泡: 矩形 23">
            <a:extLst>
              <a:ext uri="{FF2B5EF4-FFF2-40B4-BE49-F238E27FC236}">
                <a16:creationId xmlns:a16="http://schemas.microsoft.com/office/drawing/2014/main" id="{569284D7-9F73-094A-046F-9440D144D377}"/>
              </a:ext>
            </a:extLst>
          </p:cNvPr>
          <p:cNvSpPr/>
          <p:nvPr/>
        </p:nvSpPr>
        <p:spPr>
          <a:xfrm>
            <a:off x="4630157" y="4276377"/>
            <a:ext cx="713675" cy="307777"/>
          </a:xfrm>
          <a:prstGeom prst="wedgeRectCallout">
            <a:avLst>
              <a:gd name="adj1" fmla="val -61282"/>
              <a:gd name="adj2" fmla="val -81257"/>
            </a:avLst>
          </a:prstGeom>
        </p:spPr>
        <p:style>
          <a:lnRef idx="1">
            <a:schemeClr val="accent5"/>
          </a:lnRef>
          <a:fillRef idx="2">
            <a:schemeClr val="accent5"/>
          </a:fillRef>
          <a:effectRef idx="1">
            <a:schemeClr val="accent5"/>
          </a:effectRef>
          <a:fontRef idx="minor">
            <a:schemeClr val="dk1"/>
          </a:fontRef>
        </p:style>
        <p:txBody>
          <a:bodyPr wrap="square" rtlCol="0">
            <a:spAutoFit/>
          </a:bodyPr>
          <a:lstStyle/>
          <a:p>
            <a:r>
              <a:rPr lang="es-ES" altLang="zh-CN" sz="1400" dirty="0"/>
              <a:t>[SID_B]</a:t>
            </a:r>
            <a:endParaRPr lang="zh-CN" altLang="en-US" sz="1400" dirty="0"/>
          </a:p>
        </p:txBody>
      </p:sp>
      <p:cxnSp>
        <p:nvCxnSpPr>
          <p:cNvPr id="25" name="直接箭头连接符 24">
            <a:extLst>
              <a:ext uri="{FF2B5EF4-FFF2-40B4-BE49-F238E27FC236}">
                <a16:creationId xmlns:a16="http://schemas.microsoft.com/office/drawing/2014/main" id="{F0876A8B-182D-518E-B3FF-5D20B36A0AB8}"/>
              </a:ext>
            </a:extLst>
          </p:cNvPr>
          <p:cNvCxnSpPr>
            <a:cxnSpLocks/>
          </p:cNvCxnSpPr>
          <p:nvPr/>
        </p:nvCxnSpPr>
        <p:spPr>
          <a:xfrm flipV="1">
            <a:off x="4464848" y="3529578"/>
            <a:ext cx="2393783" cy="486895"/>
          </a:xfrm>
          <a:prstGeom prst="straightConnector1">
            <a:avLst/>
          </a:pr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cxnSp>
    </p:spTree>
    <p:extLst>
      <p:ext uri="{BB962C8B-B14F-4D97-AF65-F5344CB8AC3E}">
        <p14:creationId xmlns:p14="http://schemas.microsoft.com/office/powerpoint/2010/main" val="3760344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wipe(left)">
                                      <p:cBhvr>
                                        <p:cTn id="20" dur="500"/>
                                        <p:tgtEl>
                                          <p:spTgt spid="6"/>
                                        </p:tgtEl>
                                      </p:cBhvr>
                                    </p:animEffect>
                                  </p:childTnLst>
                                  <p:subTnLst>
                                    <p:set>
                                      <p:cBhvr override="childStyle">
                                        <p:cTn dur="1" fill="hold" display="0" masterRel="nextClick" afterEffect="1"/>
                                        <p:tgtEl>
                                          <p:spTgt spid="6"/>
                                        </p:tgtEl>
                                        <p:attrNameLst>
                                          <p:attrName>style.visibility</p:attrName>
                                        </p:attrNameLst>
                                      </p:cBhvr>
                                      <p:to>
                                        <p:strVal val="hidden"/>
                                      </p:to>
                                    </p:set>
                                  </p:sub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0" nodeType="clickEffect">
                                  <p:stCondLst>
                                    <p:cond delay="0"/>
                                  </p:stCondLst>
                                  <p:childTnLst>
                                    <p:set>
                                      <p:cBhvr>
                                        <p:cTn id="24" dur="1" fill="hold">
                                          <p:stCondLst>
                                            <p:cond delay="0"/>
                                          </p:stCondLst>
                                        </p:cTn>
                                        <p:tgtEl>
                                          <p:spTgt spid="17"/>
                                        </p:tgtEl>
                                        <p:attrNameLst>
                                          <p:attrName>style.visibility</p:attrName>
                                        </p:attrNameLst>
                                      </p:cBhvr>
                                      <p:to>
                                        <p:strVal val="hidden"/>
                                      </p:to>
                                    </p:set>
                                  </p:childTnLst>
                                </p:cTn>
                              </p:par>
                            </p:childTnLst>
                          </p:cTn>
                        </p:par>
                        <p:par>
                          <p:cTn id="25" fill="hold">
                            <p:stCondLst>
                              <p:cond delay="0"/>
                            </p:stCondLst>
                            <p:childTnLst>
                              <p:par>
                                <p:cTn id="26" presetID="22" presetClass="entr" presetSubtype="1"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up)">
                                      <p:cBhvr>
                                        <p:cTn id="28" dur="500"/>
                                        <p:tgtEl>
                                          <p:spTgt spid="16"/>
                                        </p:tgtEl>
                                      </p:cBhvr>
                                    </p:animEffect>
                                  </p:childTnLst>
                                </p:cTn>
                              </p:par>
                            </p:childTnLst>
                          </p:cTn>
                        </p:par>
                        <p:par>
                          <p:cTn id="29" fill="hold">
                            <p:stCondLst>
                              <p:cond delay="500"/>
                            </p:stCondLst>
                            <p:childTnLst>
                              <p:par>
                                <p:cTn id="30" presetID="53" presetClass="entr" presetSubtype="16" fill="hold" grpId="0" nodeType="afterEffect">
                                  <p:stCondLst>
                                    <p:cond delay="0"/>
                                  </p:stCondLst>
                                  <p:childTnLst>
                                    <p:set>
                                      <p:cBhvr>
                                        <p:cTn id="31" dur="1" fill="hold">
                                          <p:stCondLst>
                                            <p:cond delay="0"/>
                                          </p:stCondLst>
                                        </p:cTn>
                                        <p:tgtEl>
                                          <p:spTgt spid="19"/>
                                        </p:tgtEl>
                                        <p:attrNameLst>
                                          <p:attrName>style.visibility</p:attrName>
                                        </p:attrNameLst>
                                      </p:cBhvr>
                                      <p:to>
                                        <p:strVal val="visible"/>
                                      </p:to>
                                    </p:set>
                                    <p:anim calcmode="lin" valueType="num">
                                      <p:cBhvr>
                                        <p:cTn id="32" dur="500" fill="hold"/>
                                        <p:tgtEl>
                                          <p:spTgt spid="19"/>
                                        </p:tgtEl>
                                        <p:attrNameLst>
                                          <p:attrName>ppt_w</p:attrName>
                                        </p:attrNameLst>
                                      </p:cBhvr>
                                      <p:tavLst>
                                        <p:tav tm="0">
                                          <p:val>
                                            <p:fltVal val="0"/>
                                          </p:val>
                                        </p:tav>
                                        <p:tav tm="100000">
                                          <p:val>
                                            <p:strVal val="#ppt_w"/>
                                          </p:val>
                                        </p:tav>
                                      </p:tavLst>
                                    </p:anim>
                                    <p:anim calcmode="lin" valueType="num">
                                      <p:cBhvr>
                                        <p:cTn id="33" dur="500" fill="hold"/>
                                        <p:tgtEl>
                                          <p:spTgt spid="19"/>
                                        </p:tgtEl>
                                        <p:attrNameLst>
                                          <p:attrName>ppt_h</p:attrName>
                                        </p:attrNameLst>
                                      </p:cBhvr>
                                      <p:tavLst>
                                        <p:tav tm="0">
                                          <p:val>
                                            <p:fltVal val="0"/>
                                          </p:val>
                                        </p:tav>
                                        <p:tav tm="100000">
                                          <p:val>
                                            <p:strVal val="#ppt_h"/>
                                          </p:val>
                                        </p:tav>
                                      </p:tavLst>
                                    </p:anim>
                                    <p:animEffect transition="in" filter="fade">
                                      <p:cBhvr>
                                        <p:cTn id="34" dur="500"/>
                                        <p:tgtEl>
                                          <p:spTgt spid="19"/>
                                        </p:tgtEl>
                                      </p:cBhvr>
                                    </p:animEffect>
                                  </p:childTnLst>
                                  <p:subTnLst>
                                    <p:set>
                                      <p:cBhvr override="childStyle">
                                        <p:cTn dur="1" fill="hold" display="0" masterRel="nextClick" afterEffect="1"/>
                                        <p:tgtEl>
                                          <p:spTgt spid="19"/>
                                        </p:tgtEl>
                                        <p:attrNameLst>
                                          <p:attrName>style.visibility</p:attrName>
                                        </p:attrNameLst>
                                      </p:cBhvr>
                                      <p:to>
                                        <p:strVal val="hidden"/>
                                      </p:to>
                                    </p:set>
                                  </p:sub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24"/>
                                        </p:tgtEl>
                                        <p:attrNameLst>
                                          <p:attrName>style.visibility</p:attrName>
                                        </p:attrNameLst>
                                      </p:cBhvr>
                                      <p:to>
                                        <p:strVal val="visible"/>
                                      </p:to>
                                    </p:set>
                                    <p:anim calcmode="lin" valueType="num">
                                      <p:cBhvr>
                                        <p:cTn id="39" dur="500" fill="hold"/>
                                        <p:tgtEl>
                                          <p:spTgt spid="24"/>
                                        </p:tgtEl>
                                        <p:attrNameLst>
                                          <p:attrName>ppt_w</p:attrName>
                                        </p:attrNameLst>
                                      </p:cBhvr>
                                      <p:tavLst>
                                        <p:tav tm="0">
                                          <p:val>
                                            <p:fltVal val="0"/>
                                          </p:val>
                                        </p:tav>
                                        <p:tav tm="100000">
                                          <p:val>
                                            <p:strVal val="#ppt_w"/>
                                          </p:val>
                                        </p:tav>
                                      </p:tavLst>
                                    </p:anim>
                                    <p:anim calcmode="lin" valueType="num">
                                      <p:cBhvr>
                                        <p:cTn id="40" dur="500" fill="hold"/>
                                        <p:tgtEl>
                                          <p:spTgt spid="24"/>
                                        </p:tgtEl>
                                        <p:attrNameLst>
                                          <p:attrName>ppt_h</p:attrName>
                                        </p:attrNameLst>
                                      </p:cBhvr>
                                      <p:tavLst>
                                        <p:tav tm="0">
                                          <p:val>
                                            <p:fltVal val="0"/>
                                          </p:val>
                                        </p:tav>
                                        <p:tav tm="100000">
                                          <p:val>
                                            <p:strVal val="#ppt_h"/>
                                          </p:val>
                                        </p:tav>
                                      </p:tavLst>
                                    </p:anim>
                                    <p:animEffect transition="in" filter="fade">
                                      <p:cBhvr>
                                        <p:cTn id="41" dur="500"/>
                                        <p:tgtEl>
                                          <p:spTgt spid="24"/>
                                        </p:tgtEl>
                                      </p:cBhvr>
                                    </p:animEffect>
                                  </p:childTnLst>
                                </p:cTn>
                              </p:par>
                              <p:par>
                                <p:cTn id="42" presetID="1" presetClass="exit" presetSubtype="0" fill="hold" nodeType="withEffect">
                                  <p:stCondLst>
                                    <p:cond delay="0"/>
                                  </p:stCondLst>
                                  <p:childTnLst>
                                    <p:set>
                                      <p:cBhvr>
                                        <p:cTn id="43" dur="1" fill="hold">
                                          <p:stCondLst>
                                            <p:cond delay="0"/>
                                          </p:stCondLst>
                                        </p:cTn>
                                        <p:tgtEl>
                                          <p:spTgt spid="16"/>
                                        </p:tgtEl>
                                        <p:attrNameLst>
                                          <p:attrName>style.visibility</p:attrName>
                                        </p:attrNameLst>
                                      </p:cBhvr>
                                      <p:to>
                                        <p:strVal val="hidden"/>
                                      </p:to>
                                    </p:set>
                                  </p:childTnLst>
                                </p:cTn>
                              </p:par>
                            </p:childTnLst>
                          </p:cTn>
                        </p:par>
                        <p:par>
                          <p:cTn id="44" fill="hold">
                            <p:stCondLst>
                              <p:cond delay="500"/>
                            </p:stCondLst>
                            <p:childTnLst>
                              <p:par>
                                <p:cTn id="45" presetID="22" presetClass="entr" presetSubtype="8" fill="hold" nodeType="after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wipe(left)">
                                      <p:cBhvr>
                                        <p:cTn id="47" dur="500"/>
                                        <p:tgtEl>
                                          <p:spTgt spid="25"/>
                                        </p:tgtEl>
                                      </p:cBhvr>
                                    </p:animEffect>
                                  </p:childTnLst>
                                  <p:subTnLst>
                                    <p:set>
                                      <p:cBhvr override="childStyle">
                                        <p:cTn dur="1" fill="hold" display="0" masterRel="nextClick" afterEffect="1"/>
                                        <p:tgtEl>
                                          <p:spTgt spid="25"/>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P spid="17" grpId="0" animBg="1"/>
      <p:bldP spid="19" grpId="0" animBg="1"/>
      <p:bldP spid="24"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1DDE6E-8B97-17D4-31E5-05240AEEE26A}"/>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E07F49BF-8171-6276-F4DC-5C6EAE438BDC}"/>
              </a:ext>
            </a:extLst>
          </p:cNvPr>
          <p:cNvSpPr>
            <a:spLocks noChangeArrowheads="1"/>
          </p:cNvSpPr>
          <p:nvPr/>
        </p:nvSpPr>
        <p:spPr bwMode="auto">
          <a:xfrm>
            <a:off x="545145" y="974350"/>
            <a:ext cx="7930640" cy="28079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ct val="150000"/>
              </a:lnSpc>
              <a:buClr>
                <a:srgbClr val="0070C0"/>
              </a:buClr>
              <a:buFont typeface="Wingdings" pitchFamily="2" charset="2"/>
              <a:buChar char="l"/>
            </a:pPr>
            <a:r>
              <a:rPr lang="en-US" altLang="zh-CN" sz="2000" b="1" dirty="0">
                <a:latin typeface="微软雅黑" pitchFamily="34" charset="-122"/>
                <a:ea typeface="微软雅黑" pitchFamily="34" charset="-122"/>
              </a:rPr>
              <a:t>SRv6</a:t>
            </a:r>
            <a:r>
              <a:rPr lang="zh-CN" altLang="en-US" sz="2000" b="1" dirty="0">
                <a:latin typeface="微软雅黑" pitchFamily="34" charset="-122"/>
                <a:ea typeface="微软雅黑" pitchFamily="34" charset="-122"/>
              </a:rPr>
              <a:t>技术使数据报的路径的选择和修改，都由源主机控制，无需每个中间节点参与路径规划。</a:t>
            </a:r>
            <a:endParaRPr lang="en-US" altLang="zh-CN" sz="2000" b="1" dirty="0">
              <a:latin typeface="微软雅黑" pitchFamily="34" charset="-122"/>
              <a:ea typeface="微软雅黑" pitchFamily="34" charset="-122"/>
            </a:endParaRPr>
          </a:p>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网络运营者可以根据业务需求，自定义数据报的路由路径和处理方式。</a:t>
            </a:r>
            <a:endParaRPr lang="en-US" altLang="zh-CN" sz="2000" b="1" dirty="0">
              <a:latin typeface="微软雅黑" pitchFamily="34" charset="-122"/>
              <a:ea typeface="微软雅黑" pitchFamily="34" charset="-122"/>
            </a:endParaRPr>
          </a:p>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这样就可以在数据报流经不同节点时，灵活地组合和执行各种网络功能，比如防火墙、负载均衡、服务质量调整等。</a:t>
            </a:r>
          </a:p>
        </p:txBody>
      </p:sp>
      <p:sp>
        <p:nvSpPr>
          <p:cNvPr id="3" name="AutoShape 5">
            <a:extLst>
              <a:ext uri="{FF2B5EF4-FFF2-40B4-BE49-F238E27FC236}">
                <a16:creationId xmlns:a16="http://schemas.microsoft.com/office/drawing/2014/main" id="{5A4C754E-BE7F-2713-71AE-D10796DF37C5}"/>
              </a:ext>
            </a:extLst>
          </p:cNvPr>
          <p:cNvSpPr>
            <a:spLocks noChangeArrowheads="1"/>
          </p:cNvSpPr>
          <p:nvPr/>
        </p:nvSpPr>
        <p:spPr bwMode="auto">
          <a:xfrm>
            <a:off x="545145" y="6257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2A22559D-0531-BA2A-EA25-569F6E14A23B}"/>
              </a:ext>
            </a:extLst>
          </p:cNvPr>
          <p:cNvSpPr>
            <a:spLocks noChangeArrowheads="1"/>
          </p:cNvSpPr>
          <p:nvPr/>
        </p:nvSpPr>
        <p:spPr bwMode="auto">
          <a:xfrm>
            <a:off x="668215" y="592534"/>
            <a:ext cx="780757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SRv6</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Segment Routing over IPv6</a:t>
            </a:r>
            <a:r>
              <a:rPr lang="zh-CN" altLang="en-US" sz="2000" b="1" dirty="0">
                <a:solidFill>
                  <a:schemeClr val="bg1"/>
                </a:solidFill>
                <a:latin typeface="微软雅黑" pitchFamily="34" charset="-122"/>
                <a:ea typeface="微软雅黑" pitchFamily="34" charset="-122"/>
              </a:rPr>
              <a:t>）</a:t>
            </a:r>
          </a:p>
        </p:txBody>
      </p:sp>
    </p:spTree>
    <p:extLst>
      <p:ext uri="{BB962C8B-B14F-4D97-AF65-F5344CB8AC3E}">
        <p14:creationId xmlns:p14="http://schemas.microsoft.com/office/powerpoint/2010/main" val="1432888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6822"/>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419281" y="594751"/>
            <a:ext cx="230543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4.5.4  ICMPv6</a:t>
            </a:r>
            <a:endParaRPr lang="zh-CN" altLang="en-US"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45143" y="1024593"/>
            <a:ext cx="8441839" cy="5155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也需要使用 </a:t>
            </a:r>
            <a:r>
              <a:rPr lang="en-US" altLang="zh-CN" sz="2000" b="1" dirty="0">
                <a:latin typeface="微软雅黑" pitchFamily="34" charset="-122"/>
                <a:ea typeface="微软雅黑" pitchFamily="34" charset="-122"/>
              </a:rPr>
              <a:t>ICMP </a:t>
            </a:r>
            <a:r>
              <a:rPr lang="zh-CN" altLang="en-US" sz="2000" b="1" dirty="0">
                <a:latin typeface="微软雅黑" pitchFamily="34" charset="-122"/>
                <a:ea typeface="微软雅黑" pitchFamily="34" charset="-122"/>
              </a:rPr>
              <a:t>来反馈一些差错信息。新的版本称为 </a:t>
            </a:r>
            <a:r>
              <a:rPr lang="en-US" altLang="zh-CN" sz="2000" b="1" dirty="0">
                <a:latin typeface="微软雅黑" pitchFamily="34" charset="-122"/>
                <a:ea typeface="微软雅黑" pitchFamily="34" charset="-122"/>
              </a:rPr>
              <a:t>ICMPv6</a:t>
            </a:r>
            <a:r>
              <a:rPr lang="zh-CN" altLang="en-US" sz="2000" b="1" dirty="0">
                <a:latin typeface="微软雅黑" pitchFamily="34" charset="-122"/>
                <a:ea typeface="微软雅黑" pitchFamily="34" charset="-122"/>
              </a:rPr>
              <a:t>。</a:t>
            </a:r>
          </a:p>
        </p:txBody>
      </p:sp>
      <p:sp>
        <p:nvSpPr>
          <p:cNvPr id="5" name="圆角矩形 4"/>
          <p:cNvSpPr/>
          <p:nvPr/>
        </p:nvSpPr>
        <p:spPr>
          <a:xfrm>
            <a:off x="545145" y="1549170"/>
            <a:ext cx="8053710" cy="189514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6" name="Text Box 4"/>
          <p:cNvSpPr txBox="1">
            <a:spLocks noChangeArrowheads="1"/>
          </p:cNvSpPr>
          <p:nvPr/>
        </p:nvSpPr>
        <p:spPr bwMode="auto">
          <a:xfrm>
            <a:off x="1524425" y="2890390"/>
            <a:ext cx="2081056" cy="338554"/>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600" b="1" dirty="0">
                <a:solidFill>
                  <a:srgbClr val="0000FF"/>
                </a:solidFill>
                <a:latin typeface="微软雅黑" pitchFamily="34" charset="-122"/>
                <a:ea typeface="微软雅黑" pitchFamily="34" charset="-122"/>
              </a:rPr>
              <a:t>版本 </a:t>
            </a:r>
            <a:r>
              <a:rPr kumimoji="1" lang="en-US" altLang="zh-CN" sz="1600" b="1" dirty="0">
                <a:solidFill>
                  <a:srgbClr val="0000FF"/>
                </a:solidFill>
                <a:latin typeface="微软雅黑" pitchFamily="34" charset="-122"/>
                <a:ea typeface="微软雅黑" pitchFamily="34" charset="-122"/>
              </a:rPr>
              <a:t>4 </a:t>
            </a:r>
            <a:r>
              <a:rPr kumimoji="1" lang="zh-CN" altLang="en-US" sz="1600" b="1" dirty="0">
                <a:solidFill>
                  <a:srgbClr val="0000FF"/>
                </a:solidFill>
                <a:latin typeface="微软雅黑" pitchFamily="34" charset="-122"/>
                <a:ea typeface="微软雅黑" pitchFamily="34" charset="-122"/>
              </a:rPr>
              <a:t>中的网络层</a:t>
            </a:r>
          </a:p>
        </p:txBody>
      </p:sp>
      <p:sp>
        <p:nvSpPr>
          <p:cNvPr id="7" name="Rectangle 6"/>
          <p:cNvSpPr>
            <a:spLocks noChangeArrowheads="1"/>
          </p:cNvSpPr>
          <p:nvPr/>
        </p:nvSpPr>
        <p:spPr bwMode="auto">
          <a:xfrm>
            <a:off x="1293090" y="1843114"/>
            <a:ext cx="2481774" cy="1054335"/>
          </a:xfrm>
          <a:prstGeom prst="rect">
            <a:avLst/>
          </a:prstGeom>
          <a:solidFill>
            <a:srgbClr val="00FFFF"/>
          </a:solidFill>
          <a:ln w="28575">
            <a:solidFill>
              <a:schemeClr val="tx1"/>
            </a:solidFill>
            <a:miter lim="800000"/>
            <a:headEnd/>
            <a:tailEnd/>
          </a:ln>
          <a:effectLst/>
        </p:spPr>
        <p:txBody>
          <a:bodyPr wrap="none" anchor="ctr"/>
          <a:lstStyle/>
          <a:p>
            <a:pPr algn="ctr"/>
            <a:endParaRPr kumimoji="1" lang="zh-CN" altLang="zh-CN" sz="1600" b="1">
              <a:solidFill>
                <a:srgbClr val="000099"/>
              </a:solidFill>
              <a:latin typeface="微软雅黑" pitchFamily="34" charset="-122"/>
              <a:ea typeface="微软雅黑" pitchFamily="34" charset="-122"/>
            </a:endParaRPr>
          </a:p>
        </p:txBody>
      </p:sp>
      <p:sp>
        <p:nvSpPr>
          <p:cNvPr id="8" name="Rectangle 7"/>
          <p:cNvSpPr>
            <a:spLocks noChangeArrowheads="1"/>
          </p:cNvSpPr>
          <p:nvPr/>
        </p:nvSpPr>
        <p:spPr bwMode="auto">
          <a:xfrm>
            <a:off x="1413812" y="1890499"/>
            <a:ext cx="591870" cy="25977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dirty="0">
                <a:solidFill>
                  <a:srgbClr val="0000FF"/>
                </a:solidFill>
                <a:latin typeface="微软雅黑" pitchFamily="34" charset="-122"/>
                <a:ea typeface="微软雅黑" pitchFamily="34" charset="-122"/>
              </a:rPr>
              <a:t>ICMP</a:t>
            </a:r>
          </a:p>
        </p:txBody>
      </p:sp>
      <p:sp>
        <p:nvSpPr>
          <p:cNvPr id="9" name="Text Box 8"/>
          <p:cNvSpPr txBox="1">
            <a:spLocks noChangeArrowheads="1"/>
          </p:cNvSpPr>
          <p:nvPr/>
        </p:nvSpPr>
        <p:spPr bwMode="auto">
          <a:xfrm>
            <a:off x="2178160" y="2290740"/>
            <a:ext cx="70522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itchFamily="34" charset="-122"/>
                <a:ea typeface="微软雅黑" pitchFamily="34" charset="-122"/>
              </a:rPr>
              <a:t>IPv4</a:t>
            </a:r>
          </a:p>
        </p:txBody>
      </p:sp>
      <p:sp>
        <p:nvSpPr>
          <p:cNvPr id="10" name="Rectangle 9"/>
          <p:cNvSpPr>
            <a:spLocks noChangeArrowheads="1"/>
          </p:cNvSpPr>
          <p:nvPr/>
        </p:nvSpPr>
        <p:spPr bwMode="auto">
          <a:xfrm>
            <a:off x="3105745" y="2599882"/>
            <a:ext cx="538806" cy="26062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a:solidFill>
                  <a:srgbClr val="0000FF"/>
                </a:solidFill>
                <a:latin typeface="微软雅黑" pitchFamily="34" charset="-122"/>
                <a:ea typeface="微软雅黑" pitchFamily="34" charset="-122"/>
              </a:rPr>
              <a:t>ARP</a:t>
            </a:r>
          </a:p>
        </p:txBody>
      </p:sp>
      <p:sp>
        <p:nvSpPr>
          <p:cNvPr id="11" name="Rectangle 10"/>
          <p:cNvSpPr>
            <a:spLocks noChangeArrowheads="1"/>
          </p:cNvSpPr>
          <p:nvPr/>
        </p:nvSpPr>
        <p:spPr bwMode="auto">
          <a:xfrm>
            <a:off x="2008163" y="1890499"/>
            <a:ext cx="590849" cy="25977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dirty="0">
                <a:solidFill>
                  <a:srgbClr val="0000FF"/>
                </a:solidFill>
                <a:latin typeface="微软雅黑" pitchFamily="34" charset="-122"/>
                <a:ea typeface="微软雅黑" pitchFamily="34" charset="-122"/>
              </a:rPr>
              <a:t>IGMP</a:t>
            </a:r>
          </a:p>
        </p:txBody>
      </p:sp>
      <p:sp>
        <p:nvSpPr>
          <p:cNvPr id="12" name="Text Box 11"/>
          <p:cNvSpPr txBox="1">
            <a:spLocks noChangeArrowheads="1"/>
          </p:cNvSpPr>
          <p:nvPr/>
        </p:nvSpPr>
        <p:spPr bwMode="auto">
          <a:xfrm>
            <a:off x="4370409" y="2886158"/>
            <a:ext cx="2081056" cy="338554"/>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600" b="1" dirty="0">
                <a:solidFill>
                  <a:srgbClr val="0000FF"/>
                </a:solidFill>
                <a:latin typeface="微软雅黑" pitchFamily="34" charset="-122"/>
                <a:ea typeface="微软雅黑" pitchFamily="34" charset="-122"/>
              </a:rPr>
              <a:t>版本 </a:t>
            </a:r>
            <a:r>
              <a:rPr kumimoji="1" lang="en-US" altLang="zh-CN" sz="1600" b="1" dirty="0">
                <a:solidFill>
                  <a:srgbClr val="0000FF"/>
                </a:solidFill>
                <a:latin typeface="微软雅黑" pitchFamily="34" charset="-122"/>
                <a:ea typeface="微软雅黑" pitchFamily="34" charset="-122"/>
              </a:rPr>
              <a:t>6 </a:t>
            </a:r>
            <a:r>
              <a:rPr kumimoji="1" lang="zh-CN" altLang="en-US" sz="1600" b="1" dirty="0">
                <a:solidFill>
                  <a:srgbClr val="0000FF"/>
                </a:solidFill>
                <a:latin typeface="微软雅黑" pitchFamily="34" charset="-122"/>
                <a:ea typeface="微软雅黑" pitchFamily="34" charset="-122"/>
              </a:rPr>
              <a:t>中的网络层</a:t>
            </a:r>
          </a:p>
        </p:txBody>
      </p:sp>
      <p:sp>
        <p:nvSpPr>
          <p:cNvPr id="13" name="Rectangle 13"/>
          <p:cNvSpPr>
            <a:spLocks noChangeArrowheads="1"/>
          </p:cNvSpPr>
          <p:nvPr/>
        </p:nvSpPr>
        <p:spPr bwMode="auto">
          <a:xfrm>
            <a:off x="4091605" y="1843114"/>
            <a:ext cx="2481774" cy="1054335"/>
          </a:xfrm>
          <a:prstGeom prst="rect">
            <a:avLst/>
          </a:prstGeom>
          <a:solidFill>
            <a:srgbClr val="99FFCC"/>
          </a:solidFill>
          <a:ln w="28575">
            <a:solidFill>
              <a:schemeClr val="tx1"/>
            </a:solidFill>
            <a:miter lim="800000"/>
            <a:headEnd/>
            <a:tailEnd/>
          </a:ln>
          <a:effectLst/>
        </p:spPr>
        <p:txBody>
          <a:bodyPr wrap="none" anchor="ctr"/>
          <a:lstStyle/>
          <a:p>
            <a:pPr algn="ctr"/>
            <a:endParaRPr kumimoji="1" lang="zh-CN" altLang="zh-CN" sz="1600" b="1">
              <a:solidFill>
                <a:srgbClr val="000099"/>
              </a:solidFill>
              <a:latin typeface="微软雅黑" pitchFamily="34" charset="-122"/>
              <a:ea typeface="微软雅黑" pitchFamily="34" charset="-122"/>
            </a:endParaRPr>
          </a:p>
        </p:txBody>
      </p:sp>
      <p:sp>
        <p:nvSpPr>
          <p:cNvPr id="14" name="Rectangle 14"/>
          <p:cNvSpPr>
            <a:spLocks noChangeArrowheads="1"/>
          </p:cNvSpPr>
          <p:nvPr/>
        </p:nvSpPr>
        <p:spPr bwMode="auto">
          <a:xfrm>
            <a:off x="4221976" y="1886269"/>
            <a:ext cx="941889" cy="25977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600" b="1" dirty="0">
                <a:solidFill>
                  <a:srgbClr val="0000FF"/>
                </a:solidFill>
                <a:latin typeface="微软雅黑" pitchFamily="34" charset="-122"/>
                <a:ea typeface="微软雅黑" pitchFamily="34" charset="-122"/>
              </a:rPr>
              <a:t>ICMPv6</a:t>
            </a:r>
          </a:p>
        </p:txBody>
      </p:sp>
      <p:sp>
        <p:nvSpPr>
          <p:cNvPr id="15" name="Text Box 15"/>
          <p:cNvSpPr txBox="1">
            <a:spLocks noChangeArrowheads="1"/>
          </p:cNvSpPr>
          <p:nvPr/>
        </p:nvSpPr>
        <p:spPr bwMode="auto">
          <a:xfrm>
            <a:off x="5038220" y="2286509"/>
            <a:ext cx="70522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itchFamily="34" charset="-122"/>
                <a:ea typeface="微软雅黑" pitchFamily="34" charset="-122"/>
              </a:rPr>
              <a:t>IPv6</a:t>
            </a:r>
          </a:p>
        </p:txBody>
      </p:sp>
      <p:sp>
        <p:nvSpPr>
          <p:cNvPr id="16" name="矩形 15"/>
          <p:cNvSpPr/>
          <p:nvPr/>
        </p:nvSpPr>
        <p:spPr>
          <a:xfrm>
            <a:off x="2285999" y="3451731"/>
            <a:ext cx="3984171" cy="369332"/>
          </a:xfrm>
          <a:prstGeom prst="rect">
            <a:avLst/>
          </a:prstGeom>
        </p:spPr>
        <p:txBody>
          <a:bodyPr wrap="square">
            <a:spAutoFit/>
          </a:bodyPr>
          <a:lstStyle/>
          <a:p>
            <a:pPr algn="ctr"/>
            <a:r>
              <a:rPr lang="zh-CN" altLang="zh-CN" b="1" dirty="0">
                <a:latin typeface="微软雅黑" pitchFamily="34" charset="-122"/>
                <a:ea typeface="微软雅黑" pitchFamily="34" charset="-122"/>
              </a:rPr>
              <a:t>新旧版本中的网络层的比较</a:t>
            </a:r>
            <a:endParaRPr lang="zh-CN" altLang="en-US" b="1" dirty="0">
              <a:latin typeface="微软雅黑" pitchFamily="34" charset="-122"/>
              <a:ea typeface="微软雅黑" pitchFamily="34" charset="-122"/>
            </a:endParaRPr>
          </a:p>
        </p:txBody>
      </p:sp>
      <p:sp>
        <p:nvSpPr>
          <p:cNvPr id="17" name="矩形 16"/>
          <p:cNvSpPr/>
          <p:nvPr/>
        </p:nvSpPr>
        <p:spPr>
          <a:xfrm>
            <a:off x="6756326" y="1862449"/>
            <a:ext cx="1691367" cy="1015663"/>
          </a:xfrm>
          <a:prstGeom prst="rect">
            <a:avLst/>
          </a:prstGeom>
          <a:solidFill>
            <a:schemeClr val="bg1"/>
          </a:solidFill>
        </p:spPr>
        <p:txBody>
          <a:bodyPr wrap="square">
            <a:spAutoFit/>
          </a:bodyPr>
          <a:lstStyle/>
          <a:p>
            <a:pPr algn="ctr">
              <a:lnSpc>
                <a:spcPts val="2400"/>
              </a:lnSpc>
              <a:buClr>
                <a:srgbClr val="0070C0"/>
              </a:buClr>
            </a:pPr>
            <a:r>
              <a:rPr lang="en-US" altLang="zh-CN" sz="1600" b="1" dirty="0">
                <a:latin typeface="微软雅黑" pitchFamily="34" charset="-122"/>
                <a:ea typeface="微软雅黑" pitchFamily="34" charset="-122"/>
              </a:rPr>
              <a:t>ICMPv6 </a:t>
            </a:r>
            <a:r>
              <a:rPr lang="zh-CN" altLang="en-US" sz="1600" b="1" dirty="0">
                <a:latin typeface="微软雅黑" pitchFamily="34" charset="-122"/>
                <a:ea typeface="微软雅黑" pitchFamily="34" charset="-122"/>
              </a:rPr>
              <a:t>包含了 </a:t>
            </a:r>
            <a:r>
              <a:rPr lang="en-US" altLang="zh-CN" sz="1600" b="1" dirty="0">
                <a:latin typeface="微软雅黑" pitchFamily="34" charset="-122"/>
                <a:ea typeface="微软雅黑" pitchFamily="34" charset="-122"/>
              </a:rPr>
              <a:t>ARP </a:t>
            </a:r>
            <a:r>
              <a:rPr lang="zh-CN" altLang="en-US" sz="1600" b="1" dirty="0">
                <a:latin typeface="微软雅黑" pitchFamily="34" charset="-122"/>
                <a:ea typeface="微软雅黑" pitchFamily="34" charset="-122"/>
              </a:rPr>
              <a:t>和 </a:t>
            </a:r>
            <a:r>
              <a:rPr lang="en-US" altLang="zh-CN" sz="1600" b="1" dirty="0">
                <a:latin typeface="微软雅黑" pitchFamily="34" charset="-122"/>
                <a:ea typeface="微软雅黑" pitchFamily="34" charset="-122"/>
              </a:rPr>
              <a:t>IGMP </a:t>
            </a:r>
            <a:r>
              <a:rPr lang="zh-CN" altLang="en-US" sz="1600" b="1" dirty="0">
                <a:latin typeface="微软雅黑" pitchFamily="34" charset="-122"/>
                <a:ea typeface="微软雅黑" pitchFamily="34" charset="-122"/>
              </a:rPr>
              <a:t>协议的功能中。</a:t>
            </a:r>
          </a:p>
        </p:txBody>
      </p:sp>
    </p:spTree>
    <p:extLst>
      <p:ext uri="{BB962C8B-B14F-4D97-AF65-F5344CB8AC3E}">
        <p14:creationId xmlns:p14="http://schemas.microsoft.com/office/powerpoint/2010/main" val="9356819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3000" fill="hold" grpId="0" nodeType="clickEffect">
                                  <p:stCondLst>
                                    <p:cond delay="0"/>
                                  </p:stCondLst>
                                  <p:childTnLst>
                                    <p:anim calcmode="discrete" valueType="str">
                                      <p:cBhvr>
                                        <p:cTn id="13" dur="1000" fill="hold"/>
                                        <p:tgtEl>
                                          <p:spTgt spid="14"/>
                                        </p:tgtEl>
                                        <p:attrNameLst>
                                          <p:attrName>style.visibility</p:attrName>
                                        </p:attrNameLst>
                                      </p:cBhvr>
                                      <p:tavLst>
                                        <p:tav tm="0">
                                          <p:val>
                                            <p:strVal val="hidden"/>
                                          </p:val>
                                        </p:tav>
                                        <p:tav tm="50000">
                                          <p:val>
                                            <p:strVal val="visible"/>
                                          </p:val>
                                        </p:tav>
                                      </p:tavLst>
                                    </p:anim>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fade">
                                      <p:cBhvr>
                                        <p:cTn id="18" dur="1000"/>
                                        <p:tgtEl>
                                          <p:spTgt spid="17"/>
                                        </p:tgtEl>
                                      </p:cBhvr>
                                    </p:animEffect>
                                    <p:anim calcmode="lin" valueType="num">
                                      <p:cBhvr>
                                        <p:cTn id="19" dur="1000" fill="hold"/>
                                        <p:tgtEl>
                                          <p:spTgt spid="17"/>
                                        </p:tgtEl>
                                        <p:attrNameLst>
                                          <p:attrName>ppt_x</p:attrName>
                                        </p:attrNameLst>
                                      </p:cBhvr>
                                      <p:tavLst>
                                        <p:tav tm="0">
                                          <p:val>
                                            <p:strVal val="#ppt_x"/>
                                          </p:val>
                                        </p:tav>
                                        <p:tav tm="100000">
                                          <p:val>
                                            <p:strVal val="#ppt_x"/>
                                          </p:val>
                                        </p:tav>
                                      </p:tavLst>
                                    </p:anim>
                                    <p:anim calcmode="lin" valueType="num">
                                      <p:cBhvr>
                                        <p:cTn id="20"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4" grpId="0" animBg="1"/>
      <p:bldP spid="17"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062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ICMPv6 </a:t>
            </a:r>
            <a:r>
              <a:rPr lang="zh-CN" altLang="en-US" sz="2000" b="1" dirty="0">
                <a:solidFill>
                  <a:schemeClr val="bg1"/>
                </a:solidFill>
                <a:latin typeface="微软雅黑" pitchFamily="34" charset="-122"/>
                <a:ea typeface="微软雅黑" pitchFamily="34" charset="-122"/>
              </a:rPr>
              <a:t>报文的分类</a:t>
            </a:r>
          </a:p>
        </p:txBody>
      </p:sp>
      <p:sp>
        <p:nvSpPr>
          <p:cNvPr id="5" name="圆角矩形 4"/>
          <p:cNvSpPr/>
          <p:nvPr/>
        </p:nvSpPr>
        <p:spPr>
          <a:xfrm>
            <a:off x="840658" y="2030637"/>
            <a:ext cx="7546258" cy="252899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0" name="Rectangle 5"/>
          <p:cNvSpPr>
            <a:spLocks noChangeArrowheads="1"/>
          </p:cNvSpPr>
          <p:nvPr/>
        </p:nvSpPr>
        <p:spPr bwMode="auto">
          <a:xfrm>
            <a:off x="3516598" y="2210047"/>
            <a:ext cx="1448135" cy="340023"/>
          </a:xfrm>
          <a:prstGeom prst="rect">
            <a:avLst/>
          </a:prstGeom>
          <a:solidFill>
            <a:srgbClr val="00FFFF"/>
          </a:solidFill>
          <a:ln w="9525">
            <a:solidFill>
              <a:schemeClr val="tx1"/>
            </a:solidFill>
            <a:miter lim="800000"/>
            <a:headEnd/>
            <a:tailEnd/>
          </a:ln>
          <a:effectLst/>
        </p:spPr>
        <p:txBody>
          <a:bodyPr wrap="none" anchor="ctr"/>
          <a:lstStyle/>
          <a:p>
            <a:pPr algn="ctr"/>
            <a:r>
              <a:rPr kumimoji="1" lang="en-US" altLang="zh-CN" sz="1600" b="1" dirty="0">
                <a:latin typeface="微软雅黑" pitchFamily="34" charset="-122"/>
                <a:ea typeface="微软雅黑" pitchFamily="34" charset="-122"/>
              </a:rPr>
              <a:t>ICMPv6 </a:t>
            </a:r>
            <a:r>
              <a:rPr kumimoji="1" lang="zh-CN" altLang="en-US" sz="1600" b="1" dirty="0">
                <a:latin typeface="微软雅黑" pitchFamily="34" charset="-122"/>
                <a:ea typeface="微软雅黑" pitchFamily="34" charset="-122"/>
              </a:rPr>
              <a:t>报文</a:t>
            </a:r>
          </a:p>
        </p:txBody>
      </p:sp>
      <p:sp>
        <p:nvSpPr>
          <p:cNvPr id="21" name="Rectangle 6"/>
          <p:cNvSpPr>
            <a:spLocks noChangeArrowheads="1"/>
          </p:cNvSpPr>
          <p:nvPr/>
        </p:nvSpPr>
        <p:spPr bwMode="auto">
          <a:xfrm>
            <a:off x="1274619" y="2941183"/>
            <a:ext cx="1371842" cy="345361"/>
          </a:xfrm>
          <a:prstGeom prst="rect">
            <a:avLst/>
          </a:prstGeom>
          <a:solidFill>
            <a:srgbClr val="00FF99"/>
          </a:solidFill>
          <a:ln w="9525">
            <a:solidFill>
              <a:schemeClr val="tx1"/>
            </a:solidFill>
            <a:miter lim="800000"/>
            <a:headEnd/>
            <a:tailEnd/>
          </a:ln>
          <a:effectLst/>
        </p:spPr>
        <p:txBody>
          <a:bodyPr wrap="none" anchor="ctr"/>
          <a:lstStyle/>
          <a:p>
            <a:pPr algn="ctr"/>
            <a:r>
              <a:rPr kumimoji="1" lang="zh-CN" altLang="en-US" sz="1600" b="1" dirty="0">
                <a:latin typeface="微软雅黑" pitchFamily="34" charset="-122"/>
                <a:ea typeface="微软雅黑" pitchFamily="34" charset="-122"/>
              </a:rPr>
              <a:t>差错报文</a:t>
            </a:r>
          </a:p>
        </p:txBody>
      </p:sp>
      <p:sp>
        <p:nvSpPr>
          <p:cNvPr id="22" name="Rectangle 7"/>
          <p:cNvSpPr>
            <a:spLocks noChangeArrowheads="1"/>
          </p:cNvSpPr>
          <p:nvPr/>
        </p:nvSpPr>
        <p:spPr bwMode="auto">
          <a:xfrm>
            <a:off x="5995034" y="2941183"/>
            <a:ext cx="1566173" cy="345361"/>
          </a:xfrm>
          <a:prstGeom prst="rect">
            <a:avLst/>
          </a:prstGeom>
          <a:solidFill>
            <a:srgbClr val="FF99FF"/>
          </a:solidFill>
          <a:ln w="9525">
            <a:solidFill>
              <a:schemeClr val="tx1"/>
            </a:solidFill>
            <a:miter lim="800000"/>
            <a:headEnd/>
            <a:tailEnd/>
          </a:ln>
          <a:effectLst/>
        </p:spPr>
        <p:txBody>
          <a:bodyPr wrap="none" anchor="ctr"/>
          <a:lstStyle/>
          <a:p>
            <a:pPr algn="ctr"/>
            <a:r>
              <a:rPr kumimoji="1" lang="en-US" altLang="zh-CN" sz="1600" b="1" dirty="0">
                <a:latin typeface="微软雅黑" pitchFamily="34" charset="-122"/>
                <a:ea typeface="微软雅黑" pitchFamily="34" charset="-122"/>
              </a:rPr>
              <a:t>MLD</a:t>
            </a:r>
            <a:r>
              <a:rPr kumimoji="1" lang="zh-CN" altLang="en-US" sz="1600" b="1" dirty="0">
                <a:latin typeface="微软雅黑" pitchFamily="34" charset="-122"/>
                <a:ea typeface="微软雅黑" pitchFamily="34" charset="-122"/>
              </a:rPr>
              <a:t>相关报文</a:t>
            </a:r>
          </a:p>
        </p:txBody>
      </p:sp>
      <p:sp>
        <p:nvSpPr>
          <p:cNvPr id="23" name="Rectangle 8"/>
          <p:cNvSpPr>
            <a:spLocks noChangeArrowheads="1"/>
          </p:cNvSpPr>
          <p:nvPr/>
        </p:nvSpPr>
        <p:spPr bwMode="auto">
          <a:xfrm>
            <a:off x="4300371" y="2941183"/>
            <a:ext cx="1566173" cy="345361"/>
          </a:xfrm>
          <a:prstGeom prst="rect">
            <a:avLst/>
          </a:prstGeom>
          <a:solidFill>
            <a:srgbClr val="FF99FF"/>
          </a:solidFill>
          <a:ln w="9525">
            <a:solidFill>
              <a:schemeClr val="tx1"/>
            </a:solidFill>
            <a:miter lim="800000"/>
            <a:headEnd/>
            <a:tailEnd/>
          </a:ln>
          <a:effectLst/>
        </p:spPr>
        <p:txBody>
          <a:bodyPr wrap="none" anchor="ctr"/>
          <a:lstStyle/>
          <a:p>
            <a:pPr algn="ctr"/>
            <a:r>
              <a:rPr kumimoji="1" lang="en-US" altLang="zh-CN" sz="1600" b="1" dirty="0">
                <a:latin typeface="微软雅黑" pitchFamily="34" charset="-122"/>
                <a:ea typeface="微软雅黑" pitchFamily="34" charset="-122"/>
              </a:rPr>
              <a:t>NDP</a:t>
            </a:r>
            <a:r>
              <a:rPr kumimoji="1" lang="zh-CN" altLang="en-US" sz="1600" b="1" dirty="0">
                <a:latin typeface="微软雅黑" pitchFamily="34" charset="-122"/>
                <a:ea typeface="微软雅黑" pitchFamily="34" charset="-122"/>
              </a:rPr>
              <a:t>相关报文</a:t>
            </a:r>
          </a:p>
        </p:txBody>
      </p:sp>
      <p:sp>
        <p:nvSpPr>
          <p:cNvPr id="24" name="Rectangle 9"/>
          <p:cNvSpPr>
            <a:spLocks noChangeArrowheads="1"/>
          </p:cNvSpPr>
          <p:nvPr/>
        </p:nvSpPr>
        <p:spPr bwMode="auto">
          <a:xfrm>
            <a:off x="2793376" y="2941183"/>
            <a:ext cx="1371842" cy="345361"/>
          </a:xfrm>
          <a:prstGeom prst="rect">
            <a:avLst/>
          </a:prstGeom>
          <a:solidFill>
            <a:srgbClr val="00FF99"/>
          </a:solidFill>
          <a:ln w="9525">
            <a:solidFill>
              <a:schemeClr val="tx1"/>
            </a:solidFill>
            <a:miter lim="800000"/>
            <a:headEnd/>
            <a:tailEnd/>
          </a:ln>
          <a:effectLst/>
        </p:spPr>
        <p:txBody>
          <a:bodyPr wrap="none" anchor="ctr"/>
          <a:lstStyle/>
          <a:p>
            <a:pPr algn="ctr"/>
            <a:r>
              <a:rPr kumimoji="1" lang="zh-CN" altLang="en-US" sz="1600" b="1">
                <a:latin typeface="微软雅黑" pitchFamily="34" charset="-122"/>
                <a:ea typeface="微软雅黑" pitchFamily="34" charset="-122"/>
              </a:rPr>
              <a:t>信息报文</a:t>
            </a:r>
          </a:p>
        </p:txBody>
      </p:sp>
      <p:sp>
        <p:nvSpPr>
          <p:cNvPr id="25" name="Freeform 10"/>
          <p:cNvSpPr>
            <a:spLocks/>
          </p:cNvSpPr>
          <p:nvPr/>
        </p:nvSpPr>
        <p:spPr bwMode="auto">
          <a:xfrm>
            <a:off x="1963026" y="2745627"/>
            <a:ext cx="4811393" cy="192554"/>
          </a:xfrm>
          <a:custGeom>
            <a:avLst/>
            <a:gdLst>
              <a:gd name="T0" fmla="*/ 0 w 3311"/>
              <a:gd name="T1" fmla="*/ 136 h 136"/>
              <a:gd name="T2" fmla="*/ 0 w 3311"/>
              <a:gd name="T3" fmla="*/ 0 h 136"/>
              <a:gd name="T4" fmla="*/ 3311 w 3311"/>
              <a:gd name="T5" fmla="*/ 0 h 136"/>
              <a:gd name="T6" fmla="*/ 3311 w 3311"/>
              <a:gd name="T7" fmla="*/ 136 h 136"/>
            </a:gdLst>
            <a:ahLst/>
            <a:cxnLst>
              <a:cxn ang="0">
                <a:pos x="T0" y="T1"/>
              </a:cxn>
              <a:cxn ang="0">
                <a:pos x="T2" y="T3"/>
              </a:cxn>
              <a:cxn ang="0">
                <a:pos x="T4" y="T5"/>
              </a:cxn>
              <a:cxn ang="0">
                <a:pos x="T6" y="T7"/>
              </a:cxn>
            </a:cxnLst>
            <a:rect l="0" t="0" r="r" b="b"/>
            <a:pathLst>
              <a:path w="3311" h="136">
                <a:moveTo>
                  <a:pt x="0" y="136"/>
                </a:moveTo>
                <a:lnTo>
                  <a:pt x="0" y="0"/>
                </a:lnTo>
                <a:lnTo>
                  <a:pt x="3311" y="0"/>
                </a:lnTo>
                <a:lnTo>
                  <a:pt x="3311" y="136"/>
                </a:lnTo>
              </a:path>
            </a:pathLst>
          </a:cu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6" name="Line 11"/>
          <p:cNvSpPr>
            <a:spLocks noChangeShapeType="1"/>
          </p:cNvSpPr>
          <p:nvPr/>
        </p:nvSpPr>
        <p:spPr bwMode="auto">
          <a:xfrm>
            <a:off x="3461722" y="2745626"/>
            <a:ext cx="0" cy="19555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7" name="Line 12"/>
          <p:cNvSpPr>
            <a:spLocks noChangeShapeType="1"/>
          </p:cNvSpPr>
          <p:nvPr/>
        </p:nvSpPr>
        <p:spPr bwMode="auto">
          <a:xfrm>
            <a:off x="5114552" y="2745626"/>
            <a:ext cx="0" cy="19555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8" name="Line 13"/>
          <p:cNvSpPr>
            <a:spLocks noChangeShapeType="1"/>
          </p:cNvSpPr>
          <p:nvPr/>
        </p:nvSpPr>
        <p:spPr bwMode="auto">
          <a:xfrm>
            <a:off x="4231115" y="2550070"/>
            <a:ext cx="0" cy="19555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9" name="Text Box 14"/>
          <p:cNvSpPr txBox="1">
            <a:spLocks noChangeArrowheads="1"/>
          </p:cNvSpPr>
          <p:nvPr/>
        </p:nvSpPr>
        <p:spPr bwMode="auto">
          <a:xfrm>
            <a:off x="4075470" y="3330187"/>
            <a:ext cx="2025445" cy="30777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400" b="1" dirty="0">
                <a:solidFill>
                  <a:srgbClr val="CC00CC"/>
                </a:solidFill>
                <a:latin typeface="微软雅黑" pitchFamily="34" charset="-122"/>
                <a:ea typeface="微软雅黑" pitchFamily="34" charset="-122"/>
              </a:rPr>
              <a:t>用于地址自动配置</a:t>
            </a:r>
          </a:p>
        </p:txBody>
      </p:sp>
      <p:sp>
        <p:nvSpPr>
          <p:cNvPr id="30" name="Text Box 15"/>
          <p:cNvSpPr txBox="1">
            <a:spLocks noChangeArrowheads="1"/>
          </p:cNvSpPr>
          <p:nvPr/>
        </p:nvSpPr>
        <p:spPr bwMode="auto">
          <a:xfrm>
            <a:off x="6086930" y="3330187"/>
            <a:ext cx="1394802" cy="30777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400" b="1" dirty="0">
                <a:solidFill>
                  <a:srgbClr val="CC00CC"/>
                </a:solidFill>
                <a:latin typeface="微软雅黑" pitchFamily="34" charset="-122"/>
                <a:ea typeface="微软雅黑" pitchFamily="34" charset="-122"/>
              </a:rPr>
              <a:t>用于多播</a:t>
            </a:r>
          </a:p>
        </p:txBody>
      </p:sp>
      <p:sp>
        <p:nvSpPr>
          <p:cNvPr id="19" name="矩形 18"/>
          <p:cNvSpPr/>
          <p:nvPr/>
        </p:nvSpPr>
        <p:spPr>
          <a:xfrm>
            <a:off x="1718200" y="3715620"/>
            <a:ext cx="6211780" cy="679801"/>
          </a:xfrm>
          <a:prstGeom prst="rect">
            <a:avLst/>
          </a:prstGeom>
        </p:spPr>
        <p:txBody>
          <a:bodyPr wrap="square">
            <a:spAutoFit/>
          </a:bodyPr>
          <a:lstStyle/>
          <a:p>
            <a:pPr>
              <a:lnSpc>
                <a:spcPts val="2400"/>
              </a:lnSpc>
            </a:pPr>
            <a:r>
              <a:rPr lang="en-US" altLang="zh-CN" sz="1600" b="1" dirty="0">
                <a:solidFill>
                  <a:srgbClr val="0000FF"/>
                </a:solidFill>
                <a:latin typeface="微软雅黑" pitchFamily="34" charset="-122"/>
                <a:ea typeface="微软雅黑" pitchFamily="34" charset="-122"/>
              </a:rPr>
              <a:t>NDP (Neighbor Discovery Protocol)</a:t>
            </a:r>
            <a:r>
              <a:rPr lang="zh-CN" altLang="en-US" sz="1600" b="1" dirty="0">
                <a:solidFill>
                  <a:srgbClr val="0000FF"/>
                </a:solidFill>
                <a:latin typeface="微软雅黑" pitchFamily="34" charset="-122"/>
                <a:ea typeface="微软雅黑" pitchFamily="34" charset="-122"/>
              </a:rPr>
              <a:t>：邻居</a:t>
            </a:r>
            <a:r>
              <a:rPr lang="zh-CN" altLang="zh-CN" sz="1600" b="1" dirty="0">
                <a:solidFill>
                  <a:srgbClr val="0000FF"/>
                </a:solidFill>
                <a:latin typeface="微软雅黑" pitchFamily="34" charset="-122"/>
                <a:ea typeface="微软雅黑" pitchFamily="34" charset="-122"/>
              </a:rPr>
              <a:t>发现</a:t>
            </a:r>
            <a:r>
              <a:rPr lang="zh-CN" altLang="en-US" sz="1600" b="1" dirty="0">
                <a:solidFill>
                  <a:srgbClr val="0000FF"/>
                </a:solidFill>
                <a:latin typeface="微软雅黑" pitchFamily="34" charset="-122"/>
                <a:ea typeface="微软雅黑" pitchFamily="34" charset="-122"/>
              </a:rPr>
              <a:t>协议</a:t>
            </a:r>
            <a:endParaRPr lang="en-US" altLang="zh-CN" sz="1600" b="1" dirty="0">
              <a:solidFill>
                <a:srgbClr val="0000FF"/>
              </a:solidFill>
              <a:latin typeface="微软雅黑" pitchFamily="34" charset="-122"/>
              <a:ea typeface="微软雅黑" pitchFamily="34" charset="-122"/>
            </a:endParaRPr>
          </a:p>
          <a:p>
            <a:pPr>
              <a:lnSpc>
                <a:spcPts val="2400"/>
              </a:lnSpc>
            </a:pPr>
            <a:r>
              <a:rPr lang="en-US" altLang="zh-CN" sz="1600" b="1" dirty="0">
                <a:solidFill>
                  <a:srgbClr val="0000FF"/>
                </a:solidFill>
                <a:latin typeface="微软雅黑" pitchFamily="34" charset="-122"/>
                <a:ea typeface="微软雅黑" pitchFamily="34" charset="-122"/>
              </a:rPr>
              <a:t>MLD (Multicast Listener Delivery)</a:t>
            </a:r>
            <a:r>
              <a:rPr lang="zh-CN" altLang="en-US" sz="1600" b="1" dirty="0">
                <a:solidFill>
                  <a:srgbClr val="0000FF"/>
                </a:solidFill>
                <a:latin typeface="微软雅黑" pitchFamily="34" charset="-122"/>
                <a:ea typeface="微软雅黑" pitchFamily="34" charset="-122"/>
              </a:rPr>
              <a:t>：多播接收方发现协议</a:t>
            </a:r>
          </a:p>
        </p:txBody>
      </p:sp>
      <p:sp>
        <p:nvSpPr>
          <p:cNvPr id="2" name="Rectangle 8">
            <a:extLst>
              <a:ext uri="{FF2B5EF4-FFF2-40B4-BE49-F238E27FC236}">
                <a16:creationId xmlns:a16="http://schemas.microsoft.com/office/drawing/2014/main" id="{0A1022F8-E193-2277-A73B-030031F50F9F}"/>
              </a:ext>
            </a:extLst>
          </p:cNvPr>
          <p:cNvSpPr>
            <a:spLocks noChangeArrowheads="1"/>
          </p:cNvSpPr>
          <p:nvPr/>
        </p:nvSpPr>
        <p:spPr bwMode="auto">
          <a:xfrm>
            <a:off x="545143" y="985263"/>
            <a:ext cx="8441839" cy="893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ICMPv6</a:t>
            </a:r>
            <a:r>
              <a:rPr lang="zh-CN" altLang="en-US" sz="2000" b="1" dirty="0">
                <a:latin typeface="微软雅黑" pitchFamily="34" charset="-122"/>
                <a:ea typeface="微软雅黑" pitchFamily="34" charset="-122"/>
              </a:rPr>
              <a:t>利用报文来报告差错，获取信息，探测邻站或管理多播通信。</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ICMPv6</a:t>
            </a:r>
            <a:r>
              <a:rPr lang="zh-CN" altLang="en-US" sz="2000" b="1" dirty="0">
                <a:latin typeface="微软雅黑" pitchFamily="34" charset="-122"/>
                <a:ea typeface="微软雅黑" pitchFamily="34" charset="-122"/>
              </a:rPr>
              <a:t>报文都具有相同的格式（前</a:t>
            </a:r>
            <a:r>
              <a:rPr lang="en-US" altLang="zh-CN" sz="2000" b="1" dirty="0">
                <a:latin typeface="微软雅黑" pitchFamily="34" charset="-122"/>
                <a:ea typeface="微软雅黑" pitchFamily="34" charset="-122"/>
              </a:rPr>
              <a:t>32</a:t>
            </a:r>
            <a:r>
              <a:rPr lang="zh-CN" altLang="en-US" sz="2000" b="1" dirty="0">
                <a:latin typeface="微软雅黑" pitchFamily="34" charset="-122"/>
                <a:ea typeface="微软雅黑" pitchFamily="34" charset="-122"/>
              </a:rPr>
              <a:t>位是类型、代码和校验和）。</a:t>
            </a:r>
          </a:p>
        </p:txBody>
      </p:sp>
      <p:sp>
        <p:nvSpPr>
          <p:cNvPr id="7" name="Text Box 15">
            <a:extLst>
              <a:ext uri="{FF2B5EF4-FFF2-40B4-BE49-F238E27FC236}">
                <a16:creationId xmlns:a16="http://schemas.microsoft.com/office/drawing/2014/main" id="{81BB4787-2FA5-7B99-0807-9BD794063B0A}"/>
              </a:ext>
            </a:extLst>
          </p:cNvPr>
          <p:cNvSpPr txBox="1">
            <a:spLocks noChangeArrowheads="1"/>
          </p:cNvSpPr>
          <p:nvPr/>
        </p:nvSpPr>
        <p:spPr bwMode="auto">
          <a:xfrm>
            <a:off x="1662268" y="3358896"/>
            <a:ext cx="2179320" cy="30777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400" b="1" dirty="0">
                <a:latin typeface="微软雅黑" pitchFamily="34" charset="-122"/>
                <a:ea typeface="微软雅黑" pitchFamily="34" charset="-122"/>
              </a:rPr>
              <a:t>功能对应于</a:t>
            </a:r>
            <a:r>
              <a:rPr kumimoji="1" lang="en-US" altLang="zh-CN" sz="1400" b="1" dirty="0">
                <a:latin typeface="微软雅黑" pitchFamily="34" charset="-122"/>
                <a:ea typeface="微软雅黑" pitchFamily="34" charset="-122"/>
              </a:rPr>
              <a:t>ICMPv4</a:t>
            </a:r>
            <a:endParaRPr kumimoji="1" lang="zh-CN" altLang="en-US" sz="1400" b="1" dirty="0">
              <a:latin typeface="微软雅黑" pitchFamily="34" charset="-122"/>
              <a:ea typeface="微软雅黑" pitchFamily="34" charset="-122"/>
            </a:endParaRPr>
          </a:p>
        </p:txBody>
      </p:sp>
      <p:sp>
        <p:nvSpPr>
          <p:cNvPr id="8" name="左大括号 7">
            <a:extLst>
              <a:ext uri="{FF2B5EF4-FFF2-40B4-BE49-F238E27FC236}">
                <a16:creationId xmlns:a16="http://schemas.microsoft.com/office/drawing/2014/main" id="{E0786E53-2A86-E59F-9F67-712441A8209D}"/>
              </a:ext>
            </a:extLst>
          </p:cNvPr>
          <p:cNvSpPr/>
          <p:nvPr/>
        </p:nvSpPr>
        <p:spPr>
          <a:xfrm rot="16200000">
            <a:off x="2645489" y="1899123"/>
            <a:ext cx="148845" cy="2890587"/>
          </a:xfrm>
          <a:prstGeom prst="lef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Tree>
    <p:extLst>
      <p:ext uri="{BB962C8B-B14F-4D97-AF65-F5344CB8AC3E}">
        <p14:creationId xmlns:p14="http://schemas.microsoft.com/office/powerpoint/2010/main" val="13911992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grpId="0" nodeType="clickEffect">
                                  <p:stCondLst>
                                    <p:cond delay="0"/>
                                  </p:stCondLst>
                                  <p:childTnLst>
                                    <p:anim calcmode="discrete" valueType="str">
                                      <p:cBhvr>
                                        <p:cTn id="20" dur="1000" fill="hold"/>
                                        <p:tgtEl>
                                          <p:spTgt spid="29"/>
                                        </p:tgtEl>
                                        <p:attrNameLst>
                                          <p:attrName>style.visibility</p:attrName>
                                        </p:attrNameLst>
                                      </p:cBhvr>
                                      <p:tavLst>
                                        <p:tav tm="0">
                                          <p:val>
                                            <p:strVal val="hidden"/>
                                          </p:val>
                                        </p:tav>
                                        <p:tav tm="50000">
                                          <p:val>
                                            <p:strVal val="visible"/>
                                          </p:val>
                                        </p:tav>
                                      </p:tavLst>
                                    </p:anim>
                                  </p:childTnLst>
                                </p:cTn>
                              </p:par>
                            </p:childTnLst>
                          </p:cTn>
                        </p:par>
                        <p:par>
                          <p:cTn id="21" fill="hold">
                            <p:stCondLst>
                              <p:cond delay="3000"/>
                            </p:stCondLst>
                            <p:childTnLst>
                              <p:par>
                                <p:cTn id="22" presetID="35" presetClass="emph" presetSubtype="0" repeatCount="3000" fill="hold" grpId="0" nodeType="afterEffect">
                                  <p:stCondLst>
                                    <p:cond delay="0"/>
                                  </p:stCondLst>
                                  <p:childTnLst>
                                    <p:anim calcmode="discrete" valueType="str">
                                      <p:cBhvr>
                                        <p:cTn id="23" dur="1000" fill="hold"/>
                                        <p:tgtEl>
                                          <p:spTgt spid="30"/>
                                        </p:tgtEl>
                                        <p:attrNameLst>
                                          <p:attrName>style.visibility</p:attrName>
                                        </p:attrNameLst>
                                      </p:cBhvr>
                                      <p:tavLst>
                                        <p:tav tm="0">
                                          <p:val>
                                            <p:strVal val="hidden"/>
                                          </p:val>
                                        </p:tav>
                                        <p:tav tm="50000">
                                          <p:val>
                                            <p:strVal val="visible"/>
                                          </p:val>
                                        </p:tav>
                                      </p:tavLst>
                                    </p:anim>
                                  </p:childTnLst>
                                </p:cTn>
                              </p:par>
                            </p:childTnLst>
                          </p:cTn>
                        </p:par>
                      </p:childTnLst>
                    </p:cTn>
                  </p:par>
                  <p:par>
                    <p:cTn id="24" fill="hold">
                      <p:stCondLst>
                        <p:cond delay="indefinite"/>
                      </p:stCondLst>
                      <p:childTnLst>
                        <p:par>
                          <p:cTn id="25" fill="hold">
                            <p:stCondLst>
                              <p:cond delay="0"/>
                            </p:stCondLst>
                            <p:childTnLst>
                              <p:par>
                                <p:cTn id="26" presetID="35" presetClass="emph" presetSubtype="0" repeatCount="3000" fill="hold" grpId="0" nodeType="clickEffect">
                                  <p:stCondLst>
                                    <p:cond delay="0"/>
                                  </p:stCondLst>
                                  <p:childTnLst>
                                    <p:anim calcmode="discrete" valueType="str">
                                      <p:cBhvr>
                                        <p:cTn id="27"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2" grpId="0" build="p"/>
      <p:bldP spid="7"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E84D98-0CE5-B19C-E8E6-7C56DF95336B}"/>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2F599259-803A-3656-58D4-E1489B5A3801}"/>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37C53452-F0DD-C313-1232-82A22111481D}"/>
              </a:ext>
            </a:extLst>
          </p:cNvPr>
          <p:cNvSpPr>
            <a:spLocks noChangeArrowheads="1"/>
          </p:cNvSpPr>
          <p:nvPr/>
        </p:nvSpPr>
        <p:spPr bwMode="auto">
          <a:xfrm>
            <a:off x="1941968" y="59062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对应 </a:t>
            </a:r>
            <a:r>
              <a:rPr lang="en-US" altLang="zh-CN" sz="2000" b="1" dirty="0">
                <a:solidFill>
                  <a:schemeClr val="bg1"/>
                </a:solidFill>
                <a:latin typeface="微软雅黑" pitchFamily="34" charset="-122"/>
                <a:ea typeface="微软雅黑" pitchFamily="34" charset="-122"/>
              </a:rPr>
              <a:t>ICMPv4 </a:t>
            </a:r>
            <a:r>
              <a:rPr lang="zh-CN" altLang="en-US" sz="2000" b="1" dirty="0">
                <a:solidFill>
                  <a:schemeClr val="bg1"/>
                </a:solidFill>
                <a:latin typeface="微软雅黑" pitchFamily="34" charset="-122"/>
                <a:ea typeface="微软雅黑" pitchFamily="34" charset="-122"/>
              </a:rPr>
              <a:t>的 </a:t>
            </a:r>
            <a:r>
              <a:rPr lang="en-US" altLang="zh-CN" sz="2000" b="1" dirty="0">
                <a:solidFill>
                  <a:schemeClr val="bg1"/>
                </a:solidFill>
                <a:latin typeface="微软雅黑" pitchFamily="34" charset="-122"/>
                <a:ea typeface="微软雅黑" pitchFamily="34" charset="-122"/>
              </a:rPr>
              <a:t>ICMPv6 </a:t>
            </a:r>
            <a:r>
              <a:rPr lang="zh-CN" altLang="en-US" sz="2000" b="1" dirty="0">
                <a:solidFill>
                  <a:schemeClr val="bg1"/>
                </a:solidFill>
                <a:latin typeface="微软雅黑" pitchFamily="34" charset="-122"/>
                <a:ea typeface="微软雅黑" pitchFamily="34" charset="-122"/>
              </a:rPr>
              <a:t>报文</a:t>
            </a:r>
          </a:p>
        </p:txBody>
      </p:sp>
      <p:sp>
        <p:nvSpPr>
          <p:cNvPr id="2" name="Rectangle 8">
            <a:extLst>
              <a:ext uri="{FF2B5EF4-FFF2-40B4-BE49-F238E27FC236}">
                <a16:creationId xmlns:a16="http://schemas.microsoft.com/office/drawing/2014/main" id="{2EDB09AE-A6AC-1315-B6F6-F079B7D49092}"/>
              </a:ext>
            </a:extLst>
          </p:cNvPr>
          <p:cNvSpPr>
            <a:spLocks noChangeArrowheads="1"/>
          </p:cNvSpPr>
          <p:nvPr/>
        </p:nvSpPr>
        <p:spPr bwMode="auto">
          <a:xfrm>
            <a:off x="559891" y="985263"/>
            <a:ext cx="8441839" cy="25867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终点不可达：有更多的细分类型，由路由器将此报文发送给源主机。当因网络拥塞丢弃数据报时，则不发送此报文。</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分组太长：当路由器发现数据报太长不能转发时，发送该报文。</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时间超过：与</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的基本上相同。</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参数问题：与</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的基本上相同，但提供了更多的错误类型和代码。</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信息报文：</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的差不多，但增加了一些特有的消息类型。</a:t>
            </a:r>
          </a:p>
        </p:txBody>
      </p:sp>
    </p:spTree>
    <p:extLst>
      <p:ext uri="{BB962C8B-B14F-4D97-AF65-F5344CB8AC3E}">
        <p14:creationId xmlns:p14="http://schemas.microsoft.com/office/powerpoint/2010/main" val="2381580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2">
                                            <p:txEl>
                                              <p:pRg st="4" end="4"/>
                                            </p:txEl>
                                          </p:spTgt>
                                        </p:tgtEl>
                                        <p:attrNameLst>
                                          <p:attrName>style.visibility</p:attrName>
                                        </p:attrNameLst>
                                      </p:cBhvr>
                                      <p:to>
                                        <p:strVal val="visible"/>
                                      </p:to>
                                    </p:set>
                                    <p:animEffect transition="in" filter="fade">
                                      <p:cBhvr>
                                        <p:cTn id="35" dur="1000"/>
                                        <p:tgtEl>
                                          <p:spTgt spid="2">
                                            <p:txEl>
                                              <p:pRg st="4" end="4"/>
                                            </p:txEl>
                                          </p:spTgt>
                                        </p:tgtEl>
                                      </p:cBhvr>
                                    </p:animEffect>
                                    <p:anim calcmode="lin" valueType="num">
                                      <p:cBhvr>
                                        <p:cTn id="36"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22045B-6E17-1230-7141-F44F1AD123F6}"/>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FE1850D9-2F39-A67B-0450-E79A2EB57E0D}"/>
              </a:ext>
            </a:extLst>
          </p:cNvPr>
          <p:cNvSpPr>
            <a:spLocks noChangeArrowheads="1"/>
          </p:cNvSpPr>
          <p:nvPr/>
        </p:nvSpPr>
        <p:spPr bwMode="auto">
          <a:xfrm>
            <a:off x="545144" y="622313"/>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4A8CDEC8-E52E-BDE8-3427-BC73ACD6EB72}"/>
              </a:ext>
            </a:extLst>
          </p:cNvPr>
          <p:cNvSpPr>
            <a:spLocks noChangeArrowheads="1"/>
          </p:cNvSpPr>
          <p:nvPr/>
        </p:nvSpPr>
        <p:spPr bwMode="auto">
          <a:xfrm>
            <a:off x="2911130" y="581450"/>
            <a:ext cx="332174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4.5.5  IPv6</a:t>
            </a:r>
            <a:r>
              <a:rPr lang="zh-CN" altLang="en-US" sz="2400" b="1" dirty="0">
                <a:solidFill>
                  <a:schemeClr val="bg1"/>
                </a:solidFill>
                <a:latin typeface="微软雅黑" pitchFamily="34" charset="-122"/>
                <a:ea typeface="微软雅黑" pitchFamily="34" charset="-122"/>
              </a:rPr>
              <a:t>地址的配置</a:t>
            </a:r>
          </a:p>
        </p:txBody>
      </p:sp>
      <p:sp>
        <p:nvSpPr>
          <p:cNvPr id="4" name="Rectangle 8">
            <a:extLst>
              <a:ext uri="{FF2B5EF4-FFF2-40B4-BE49-F238E27FC236}">
                <a16:creationId xmlns:a16="http://schemas.microsoft.com/office/drawing/2014/main" id="{0D4FDE2E-6150-12D9-AEF8-F9CEA542A663}"/>
              </a:ext>
            </a:extLst>
          </p:cNvPr>
          <p:cNvSpPr>
            <a:spLocks noChangeArrowheads="1"/>
          </p:cNvSpPr>
          <p:nvPr/>
        </p:nvSpPr>
        <p:spPr bwMode="auto">
          <a:xfrm>
            <a:off x="545143" y="1014028"/>
            <a:ext cx="8053711" cy="1692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的地址配置分为：</a:t>
            </a:r>
            <a:endParaRPr lang="en-US" altLang="zh-CN" sz="2000" b="1" dirty="0">
              <a:latin typeface="微软雅黑" pitchFamily="34" charset="-122"/>
              <a:ea typeface="微软雅黑" pitchFamily="34" charset="-122"/>
            </a:endParaRPr>
          </a:p>
          <a:p>
            <a:pPr marL="800100" lvl="1" indent="-342900">
              <a:lnSpc>
                <a:spcPts val="32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人工配置</a:t>
            </a:r>
            <a:endParaRPr lang="en-US" altLang="zh-CN" sz="2000" b="1" dirty="0">
              <a:latin typeface="微软雅黑" pitchFamily="34" charset="-122"/>
              <a:ea typeface="微软雅黑" pitchFamily="34" charset="-122"/>
            </a:endParaRPr>
          </a:p>
          <a:p>
            <a:pPr marL="800100" lvl="1" indent="-342900">
              <a:lnSpc>
                <a:spcPts val="32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自动配置</a:t>
            </a:r>
            <a:endParaRPr lang="en-US" altLang="zh-CN" sz="2000" b="1" dirty="0">
              <a:latin typeface="微软雅黑" pitchFamily="34" charset="-122"/>
              <a:ea typeface="微软雅黑" pitchFamily="34" charset="-122"/>
            </a:endParaRPr>
          </a:p>
          <a:p>
            <a:pPr marL="800100" lvl="1" indent="-342900">
              <a:lnSpc>
                <a:spcPts val="32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动态配置</a:t>
            </a:r>
          </a:p>
        </p:txBody>
      </p:sp>
    </p:spTree>
    <p:extLst>
      <p:ext uri="{BB962C8B-B14F-4D97-AF65-F5344CB8AC3E}">
        <p14:creationId xmlns:p14="http://schemas.microsoft.com/office/powerpoint/2010/main" val="9469158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fade">
                                      <p:cBhvr>
                                        <p:cTn id="12" dur="1000"/>
                                        <p:tgtEl>
                                          <p:spTgt spid="4">
                                            <p:txEl>
                                              <p:pRg st="1" end="1"/>
                                            </p:txEl>
                                          </p:spTgt>
                                        </p:tgtEl>
                                      </p:cBhvr>
                                    </p:animEffect>
                                    <p:anim calcmode="lin" valueType="num">
                                      <p:cBhvr>
                                        <p:cTn id="13"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4" dur="1000" fill="hold"/>
                                        <p:tgtEl>
                                          <p:spTgt spid="4">
                                            <p:txEl>
                                              <p:pRg st="1" end="1"/>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4">
                                            <p:txEl>
                                              <p:pRg st="2" end="2"/>
                                            </p:txEl>
                                          </p:spTgt>
                                        </p:tgtEl>
                                        <p:attrNameLst>
                                          <p:attrName>style.visibility</p:attrName>
                                        </p:attrNameLst>
                                      </p:cBhvr>
                                      <p:to>
                                        <p:strVal val="visible"/>
                                      </p:to>
                                    </p:set>
                                    <p:animEffect transition="in" filter="fade">
                                      <p:cBhvr>
                                        <p:cTn id="17" dur="1000"/>
                                        <p:tgtEl>
                                          <p:spTgt spid="4">
                                            <p:txEl>
                                              <p:pRg st="2" end="2"/>
                                            </p:txEl>
                                          </p:spTgt>
                                        </p:tgtEl>
                                      </p:cBhvr>
                                    </p:animEffect>
                                    <p:anim calcmode="lin" valueType="num">
                                      <p:cBhvr>
                                        <p:cTn id="18"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19" dur="1000" fill="hold"/>
                                        <p:tgtEl>
                                          <p:spTgt spid="4">
                                            <p:txEl>
                                              <p:pRg st="2" end="2"/>
                                            </p:txEl>
                                          </p:spTgt>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4">
                                            <p:txEl>
                                              <p:pRg st="3" end="3"/>
                                            </p:txEl>
                                          </p:spTgt>
                                        </p:tgtEl>
                                        <p:attrNameLst>
                                          <p:attrName>style.visibility</p:attrName>
                                        </p:attrNameLst>
                                      </p:cBhvr>
                                      <p:to>
                                        <p:strVal val="visible"/>
                                      </p:to>
                                    </p:set>
                                    <p:animEffect transition="in" filter="fade">
                                      <p:cBhvr>
                                        <p:cTn id="22" dur="1000"/>
                                        <p:tgtEl>
                                          <p:spTgt spid="4">
                                            <p:txEl>
                                              <p:pRg st="3" end="3"/>
                                            </p:txEl>
                                          </p:spTgt>
                                        </p:tgtEl>
                                      </p:cBhvr>
                                    </p:animEffect>
                                    <p:anim calcmode="lin" valueType="num">
                                      <p:cBhvr>
                                        <p:cTn id="23"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24"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4519BC-32D9-D909-79E5-C746937D3EA1}"/>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0F990026-08D6-E364-7A33-12E52EC5531D}"/>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21B56B13-5C8E-6E51-386C-26290659BC2C}"/>
              </a:ext>
            </a:extLst>
          </p:cNvPr>
          <p:cNvSpPr>
            <a:spLocks noChangeArrowheads="1"/>
          </p:cNvSpPr>
          <p:nvPr/>
        </p:nvSpPr>
        <p:spPr bwMode="auto">
          <a:xfrm>
            <a:off x="865239" y="590622"/>
            <a:ext cx="74233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邻居发现协议</a:t>
            </a:r>
            <a:r>
              <a:rPr lang="en-US" altLang="zh-CN" sz="2000" b="1" dirty="0">
                <a:solidFill>
                  <a:schemeClr val="bg1"/>
                </a:solidFill>
                <a:latin typeface="微软雅黑" pitchFamily="34" charset="-122"/>
                <a:ea typeface="微软雅黑" pitchFamily="34" charset="-122"/>
              </a:rPr>
              <a:t>NDP (Neighbor Discovery Protocol)</a:t>
            </a:r>
            <a:endParaRPr lang="zh-CN" altLang="en-US" sz="2000" b="1" dirty="0">
              <a:solidFill>
                <a:schemeClr val="bg1"/>
              </a:solidFill>
              <a:latin typeface="微软雅黑" pitchFamily="34" charset="-122"/>
              <a:ea typeface="微软雅黑" pitchFamily="34" charset="-122"/>
            </a:endParaRPr>
          </a:p>
        </p:txBody>
      </p:sp>
      <p:sp>
        <p:nvSpPr>
          <p:cNvPr id="2" name="Rectangle 8">
            <a:extLst>
              <a:ext uri="{FF2B5EF4-FFF2-40B4-BE49-F238E27FC236}">
                <a16:creationId xmlns:a16="http://schemas.microsoft.com/office/drawing/2014/main" id="{F32625B6-D8B3-0EA2-0A29-DC36F9E41EBB}"/>
              </a:ext>
            </a:extLst>
          </p:cNvPr>
          <p:cNvSpPr>
            <a:spLocks noChangeArrowheads="1"/>
          </p:cNvSpPr>
          <p:nvPr/>
        </p:nvSpPr>
        <p:spPr bwMode="auto">
          <a:xfrm>
            <a:off x="559891" y="985263"/>
            <a:ext cx="8441839" cy="25867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latin typeface="微软雅黑" pitchFamily="34" charset="-122"/>
                <a:ea typeface="微软雅黑" pitchFamily="34" charset="-122"/>
              </a:rPr>
              <a:t>NDP</a:t>
            </a: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地址的自动配置中起着非常重要的作用，其主要功能包括：</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主机识别给定链路上的所有路由器。</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主机找到去某个终点的下一跳路由器。</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一个节点识别给定链路上的其他节点（即邻居）。</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一个节点连续监视其邻居，能够知道此邻居在何时变为不可达。</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主机找出其网络前缀。</a:t>
            </a:r>
          </a:p>
        </p:txBody>
      </p:sp>
    </p:spTree>
    <p:extLst>
      <p:ext uri="{BB962C8B-B14F-4D97-AF65-F5344CB8AC3E}">
        <p14:creationId xmlns:p14="http://schemas.microsoft.com/office/powerpoint/2010/main" val="1966638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2">
                                            <p:txEl>
                                              <p:pRg st="4" end="4"/>
                                            </p:txEl>
                                          </p:spTgt>
                                        </p:tgtEl>
                                        <p:attrNameLst>
                                          <p:attrName>style.visibility</p:attrName>
                                        </p:attrNameLst>
                                      </p:cBhvr>
                                      <p:to>
                                        <p:strVal val="visible"/>
                                      </p:to>
                                    </p:set>
                                    <p:animEffect transition="in" filter="fade">
                                      <p:cBhvr>
                                        <p:cTn id="35" dur="1000"/>
                                        <p:tgtEl>
                                          <p:spTgt spid="2">
                                            <p:txEl>
                                              <p:pRg st="4" end="4"/>
                                            </p:txEl>
                                          </p:spTgt>
                                        </p:tgtEl>
                                      </p:cBhvr>
                                    </p:animEffect>
                                    <p:anim calcmode="lin" valueType="num">
                                      <p:cBhvr>
                                        <p:cTn id="36"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2">
                                            <p:txEl>
                                              <p:pRg st="5" end="5"/>
                                            </p:txEl>
                                          </p:spTgt>
                                        </p:tgtEl>
                                        <p:attrNameLst>
                                          <p:attrName>style.visibility</p:attrName>
                                        </p:attrNameLst>
                                      </p:cBhvr>
                                      <p:to>
                                        <p:strVal val="visible"/>
                                      </p:to>
                                    </p:set>
                                    <p:animEffect transition="in" filter="fade">
                                      <p:cBhvr>
                                        <p:cTn id="42" dur="1000"/>
                                        <p:tgtEl>
                                          <p:spTgt spid="2">
                                            <p:txEl>
                                              <p:pRg st="5" end="5"/>
                                            </p:txEl>
                                          </p:spTgt>
                                        </p:tgtEl>
                                      </p:cBhvr>
                                    </p:animEffect>
                                    <p:anim calcmode="lin" valueType="num">
                                      <p:cBhvr>
                                        <p:cTn id="43" dur="1000" fill="hold"/>
                                        <p:tgtEl>
                                          <p:spTgt spid="2">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2">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FEEE92-89C1-11A8-E6F4-C0E705394BB0}"/>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8E454ACD-90B6-6E86-5287-9AD9D3A32081}"/>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88760C75-2716-8F6E-11E0-EC9ABB8DED24}"/>
              </a:ext>
            </a:extLst>
          </p:cNvPr>
          <p:cNvSpPr>
            <a:spLocks noChangeArrowheads="1"/>
          </p:cNvSpPr>
          <p:nvPr/>
        </p:nvSpPr>
        <p:spPr bwMode="auto">
          <a:xfrm>
            <a:off x="865239" y="590622"/>
            <a:ext cx="74233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邻居发现协议</a:t>
            </a:r>
            <a:r>
              <a:rPr lang="en-US" altLang="zh-CN" sz="2000" b="1" dirty="0">
                <a:solidFill>
                  <a:schemeClr val="bg1"/>
                </a:solidFill>
                <a:latin typeface="微软雅黑" pitchFamily="34" charset="-122"/>
                <a:ea typeface="微软雅黑" pitchFamily="34" charset="-122"/>
              </a:rPr>
              <a:t>NDP (Neighbor Discovery Protocol)</a:t>
            </a:r>
            <a:endParaRPr lang="zh-CN" altLang="en-US" sz="2000" b="1" dirty="0">
              <a:solidFill>
                <a:schemeClr val="bg1"/>
              </a:solidFill>
              <a:latin typeface="微软雅黑" pitchFamily="34" charset="-122"/>
              <a:ea typeface="微软雅黑" pitchFamily="34" charset="-122"/>
            </a:endParaRPr>
          </a:p>
        </p:txBody>
      </p:sp>
      <p:sp>
        <p:nvSpPr>
          <p:cNvPr id="2" name="Rectangle 8">
            <a:extLst>
              <a:ext uri="{FF2B5EF4-FFF2-40B4-BE49-F238E27FC236}">
                <a16:creationId xmlns:a16="http://schemas.microsoft.com/office/drawing/2014/main" id="{5318B824-9E2D-2123-44C2-5C0D1A9C7F98}"/>
              </a:ext>
            </a:extLst>
          </p:cNvPr>
          <p:cNvSpPr>
            <a:spLocks noChangeArrowheads="1"/>
          </p:cNvSpPr>
          <p:nvPr/>
        </p:nvSpPr>
        <p:spPr bwMode="auto">
          <a:xfrm>
            <a:off x="559891" y="985263"/>
            <a:ext cx="8441839" cy="30099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latin typeface="微软雅黑" pitchFamily="34" charset="-122"/>
                <a:ea typeface="微软雅黑" pitchFamily="34" charset="-122"/>
              </a:rPr>
              <a:t>NDP</a:t>
            </a: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地址的自动配置中起着非常重要的作用，其主要功能包括：</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主机生成在本链路上使用的</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一个节点确定所生成的地址是否与其他地址重复。</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一个节点使用多播解析出</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地址所对应的</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地址（</a:t>
            </a:r>
            <a:r>
              <a:rPr lang="en-US" altLang="zh-CN" sz="2000" b="1" dirty="0">
                <a:latin typeface="微软雅黑" pitchFamily="34" charset="-122"/>
                <a:ea typeface="微软雅黑" pitchFamily="34" charset="-122"/>
              </a:rPr>
              <a:t>ARP</a:t>
            </a:r>
            <a:r>
              <a:rPr lang="zh-CN" altLang="en-US" sz="2000" b="1" dirty="0">
                <a:latin typeface="微软雅黑" pitchFamily="34" charset="-122"/>
                <a:ea typeface="微软雅黑" pitchFamily="34" charset="-122"/>
              </a:rPr>
              <a:t>是使用广播）。</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一个节点找出在本链路上可用的</a:t>
            </a:r>
            <a:r>
              <a:rPr lang="en-US" altLang="zh-CN" sz="2000" b="1" dirty="0">
                <a:latin typeface="微软雅黑" pitchFamily="34" charset="-122"/>
                <a:ea typeface="微软雅黑" pitchFamily="34" charset="-122"/>
              </a:rPr>
              <a:t>DNS</a:t>
            </a:r>
            <a:r>
              <a:rPr lang="zh-CN" altLang="en-US" sz="2000" b="1" dirty="0">
                <a:latin typeface="微软雅黑" pitchFamily="34" charset="-122"/>
                <a:ea typeface="微软雅黑" pitchFamily="34" charset="-122"/>
              </a:rPr>
              <a:t>服务器（第</a:t>
            </a:r>
            <a:r>
              <a:rPr lang="en-US" altLang="zh-CN" sz="2000" b="1" dirty="0">
                <a:latin typeface="微软雅黑" pitchFamily="34" charset="-122"/>
                <a:ea typeface="微软雅黑" pitchFamily="34" charset="-122"/>
              </a:rPr>
              <a:t>6</a:t>
            </a:r>
            <a:r>
              <a:rPr lang="zh-CN" altLang="en-US" sz="2000" b="1" dirty="0">
                <a:latin typeface="微软雅黑" pitchFamily="34" charset="-122"/>
                <a:ea typeface="微软雅黑" pitchFamily="34" charset="-122"/>
              </a:rPr>
              <a:t>章介绍</a:t>
            </a:r>
            <a:r>
              <a:rPr lang="en-US" altLang="zh-CN" sz="2000" b="1" dirty="0">
                <a:latin typeface="微软雅黑" pitchFamily="34" charset="-122"/>
                <a:ea typeface="微软雅黑" pitchFamily="34" charset="-122"/>
              </a:rPr>
              <a:t>DNS</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路由器通知一个节点有更好的下一跳路由器。</a:t>
            </a:r>
          </a:p>
        </p:txBody>
      </p:sp>
    </p:spTree>
    <p:extLst>
      <p:ext uri="{BB962C8B-B14F-4D97-AF65-F5344CB8AC3E}">
        <p14:creationId xmlns:p14="http://schemas.microsoft.com/office/powerpoint/2010/main" val="2544119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1000"/>
                                        <p:tgtEl>
                                          <p:spTgt spid="2">
                                            <p:txEl>
                                              <p:pRg st="1" end="1"/>
                                            </p:txEl>
                                          </p:spTgt>
                                        </p:tgtEl>
                                      </p:cBhvr>
                                    </p:animEffect>
                                    <p:anim calcmode="lin" valueType="num">
                                      <p:cBhvr>
                                        <p:cTn id="8"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2" end="2"/>
                                            </p:txEl>
                                          </p:spTgt>
                                        </p:tgtEl>
                                        <p:attrNameLst>
                                          <p:attrName>style.visibility</p:attrName>
                                        </p:attrNameLst>
                                      </p:cBhvr>
                                      <p:to>
                                        <p:strVal val="visible"/>
                                      </p:to>
                                    </p:set>
                                    <p:animEffect transition="in" filter="fade">
                                      <p:cBhvr>
                                        <p:cTn id="14" dur="1000"/>
                                        <p:tgtEl>
                                          <p:spTgt spid="2">
                                            <p:txEl>
                                              <p:pRg st="2" end="2"/>
                                            </p:txEl>
                                          </p:spTgt>
                                        </p:tgtEl>
                                      </p:cBhvr>
                                    </p:animEffect>
                                    <p:anim calcmode="lin" valueType="num">
                                      <p:cBhvr>
                                        <p:cTn id="15"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3" end="3"/>
                                            </p:txEl>
                                          </p:spTgt>
                                        </p:tgtEl>
                                        <p:attrNameLst>
                                          <p:attrName>style.visibility</p:attrName>
                                        </p:attrNameLst>
                                      </p:cBhvr>
                                      <p:to>
                                        <p:strVal val="visible"/>
                                      </p:to>
                                    </p:set>
                                    <p:animEffect transition="in" filter="fade">
                                      <p:cBhvr>
                                        <p:cTn id="21" dur="1000"/>
                                        <p:tgtEl>
                                          <p:spTgt spid="2">
                                            <p:txEl>
                                              <p:pRg st="3" end="3"/>
                                            </p:txEl>
                                          </p:spTgt>
                                        </p:tgtEl>
                                      </p:cBhvr>
                                    </p:animEffect>
                                    <p:anim calcmode="lin" valueType="num">
                                      <p:cBhvr>
                                        <p:cTn id="22"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
                                            <p:txEl>
                                              <p:pRg st="4" end="4"/>
                                            </p:txEl>
                                          </p:spTgt>
                                        </p:tgtEl>
                                        <p:attrNameLst>
                                          <p:attrName>style.visibility</p:attrName>
                                        </p:attrNameLst>
                                      </p:cBhvr>
                                      <p:to>
                                        <p:strVal val="visible"/>
                                      </p:to>
                                    </p:set>
                                    <p:animEffect transition="in" filter="fade">
                                      <p:cBhvr>
                                        <p:cTn id="28" dur="1000"/>
                                        <p:tgtEl>
                                          <p:spTgt spid="2">
                                            <p:txEl>
                                              <p:pRg st="4" end="4"/>
                                            </p:txEl>
                                          </p:spTgt>
                                        </p:tgtEl>
                                      </p:cBhvr>
                                    </p:animEffect>
                                    <p:anim calcmode="lin" valueType="num">
                                      <p:cBhvr>
                                        <p:cTn id="29"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fade">
                                      <p:cBhvr>
                                        <p:cTn id="35" dur="1000"/>
                                        <p:tgtEl>
                                          <p:spTgt spid="2">
                                            <p:txEl>
                                              <p:pRg st="5" end="5"/>
                                            </p:txEl>
                                          </p:spTgt>
                                        </p:tgtEl>
                                      </p:cBhvr>
                                    </p:animEffect>
                                    <p:anim calcmode="lin" valueType="num">
                                      <p:cBhvr>
                                        <p:cTn id="36" dur="1000" fill="hold"/>
                                        <p:tgtEl>
                                          <p:spTgt spid="2">
                                            <p:txEl>
                                              <p:pRg st="5" end="5"/>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A5A97E-DC94-5FAF-83F4-4B052A5F538F}"/>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595EA2AD-40C3-AF6C-7B1C-97C38188D040}"/>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A01B8A43-1E1D-2DD6-DF88-2D9E079492D5}"/>
              </a:ext>
            </a:extLst>
          </p:cNvPr>
          <p:cNvSpPr>
            <a:spLocks noChangeArrowheads="1"/>
          </p:cNvSpPr>
          <p:nvPr/>
        </p:nvSpPr>
        <p:spPr bwMode="auto">
          <a:xfrm>
            <a:off x="865239" y="590622"/>
            <a:ext cx="74233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邻居发现协议</a:t>
            </a:r>
            <a:r>
              <a:rPr lang="en-US" altLang="zh-CN" sz="2000" b="1" dirty="0">
                <a:solidFill>
                  <a:schemeClr val="bg1"/>
                </a:solidFill>
                <a:latin typeface="微软雅黑" pitchFamily="34" charset="-122"/>
                <a:ea typeface="微软雅黑" pitchFamily="34" charset="-122"/>
              </a:rPr>
              <a:t>NDP (Neighbor Discovery Protocol)</a:t>
            </a:r>
            <a:endParaRPr lang="zh-CN" altLang="en-US" sz="2000" b="1" dirty="0">
              <a:solidFill>
                <a:schemeClr val="bg1"/>
              </a:solidFill>
              <a:latin typeface="微软雅黑" pitchFamily="34" charset="-122"/>
              <a:ea typeface="微软雅黑" pitchFamily="34" charset="-122"/>
            </a:endParaRPr>
          </a:p>
        </p:txBody>
      </p:sp>
      <p:sp>
        <p:nvSpPr>
          <p:cNvPr id="2" name="Rectangle 8">
            <a:extLst>
              <a:ext uri="{FF2B5EF4-FFF2-40B4-BE49-F238E27FC236}">
                <a16:creationId xmlns:a16="http://schemas.microsoft.com/office/drawing/2014/main" id="{356E18FE-E6E1-220B-2025-70625D5A30F6}"/>
              </a:ext>
            </a:extLst>
          </p:cNvPr>
          <p:cNvSpPr>
            <a:spLocks noChangeArrowheads="1"/>
          </p:cNvSpPr>
          <p:nvPr/>
        </p:nvSpPr>
        <p:spPr bwMode="auto">
          <a:xfrm>
            <a:off x="559891" y="985263"/>
            <a:ext cx="8441839" cy="30099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latin typeface="微软雅黑" pitchFamily="34" charset="-122"/>
                <a:ea typeface="微软雅黑" pitchFamily="34" charset="-122"/>
              </a:rPr>
              <a:t>NDP</a:t>
            </a:r>
            <a:r>
              <a:rPr lang="zh-CN" altLang="en-US" sz="2000" b="1" dirty="0">
                <a:latin typeface="微软雅黑" pitchFamily="34" charset="-122"/>
                <a:ea typeface="微软雅黑" pitchFamily="34" charset="-122"/>
              </a:rPr>
              <a:t>共有</a:t>
            </a:r>
            <a:r>
              <a:rPr lang="en-US" altLang="zh-CN" sz="2000" b="1" dirty="0">
                <a:latin typeface="微软雅黑" pitchFamily="34" charset="-122"/>
                <a:ea typeface="微软雅黑" pitchFamily="34" charset="-122"/>
              </a:rPr>
              <a:t>5</a:t>
            </a:r>
            <a:r>
              <a:rPr lang="zh-CN" altLang="en-US" sz="2000" b="1" dirty="0">
                <a:latin typeface="微软雅黑" pitchFamily="34" charset="-122"/>
                <a:ea typeface="微软雅黑" pitchFamily="34" charset="-122"/>
              </a:rPr>
              <a:t>种类型的</a:t>
            </a:r>
            <a:r>
              <a:rPr lang="en-US" altLang="zh-CN" sz="2000" b="1" dirty="0">
                <a:latin typeface="微软雅黑" pitchFamily="34" charset="-122"/>
                <a:ea typeface="微软雅黑" pitchFamily="34" charset="-122"/>
              </a:rPr>
              <a:t>ICMPv6</a:t>
            </a:r>
            <a:r>
              <a:rPr lang="zh-CN" altLang="en-US" sz="2000" b="1" dirty="0">
                <a:latin typeface="微软雅黑" pitchFamily="34" charset="-122"/>
                <a:ea typeface="微软雅黑" pitchFamily="34" charset="-122"/>
              </a:rPr>
              <a:t>报文：</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路由器寻找</a:t>
            </a:r>
            <a:r>
              <a:rPr lang="en-US" altLang="zh-CN" sz="2000" b="1" dirty="0">
                <a:latin typeface="微软雅黑" pitchFamily="34" charset="-122"/>
                <a:ea typeface="微软雅黑" pitchFamily="34" charset="-122"/>
              </a:rPr>
              <a:t>RS (Router Solicitation)</a:t>
            </a:r>
            <a:r>
              <a:rPr lang="zh-CN" altLang="en-US" sz="2000" b="1" dirty="0">
                <a:latin typeface="微软雅黑" pitchFamily="34" charset="-122"/>
                <a:ea typeface="微软雅黑" pitchFamily="34" charset="-122"/>
              </a:rPr>
              <a:t>报文：由主机发送用来询问网络上是否有可用的路由器来获取</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配置信息。</a:t>
            </a: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路由器通告</a:t>
            </a:r>
            <a:r>
              <a:rPr lang="en-US" altLang="zh-CN" sz="2000" b="1" dirty="0">
                <a:latin typeface="微软雅黑" pitchFamily="34" charset="-122"/>
                <a:ea typeface="微软雅黑" pitchFamily="34" charset="-122"/>
              </a:rPr>
              <a:t>RA (Router Advertisement)</a:t>
            </a:r>
            <a:r>
              <a:rPr lang="zh-CN" altLang="en-US" sz="2000" b="1" dirty="0">
                <a:latin typeface="微软雅黑" pitchFamily="34" charset="-122"/>
                <a:ea typeface="微软雅黑" pitchFamily="34" charset="-122"/>
              </a:rPr>
              <a:t>报文：由路由器周期性发送，或在接收到路由器寻找报文后发送，用来通告路由器的可用性以及配置参数，并提供有关</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地址前缀的信息、可用</a:t>
            </a:r>
            <a:r>
              <a:rPr lang="en-US" altLang="zh-CN" sz="2000" b="1" dirty="0">
                <a:latin typeface="微软雅黑" pitchFamily="34" charset="-122"/>
                <a:ea typeface="微软雅黑" pitchFamily="34" charset="-122"/>
              </a:rPr>
              <a:t>MTU</a:t>
            </a:r>
            <a:r>
              <a:rPr lang="zh-CN" altLang="en-US" sz="2000" b="1" dirty="0">
                <a:latin typeface="微软雅黑" pitchFamily="34" charset="-122"/>
                <a:ea typeface="微软雅黑" pitchFamily="34" charset="-122"/>
              </a:rPr>
              <a:t>、默认网关等，用于无状态自动配置。</a:t>
            </a:r>
          </a:p>
        </p:txBody>
      </p:sp>
    </p:spTree>
    <p:extLst>
      <p:ext uri="{BB962C8B-B14F-4D97-AF65-F5344CB8AC3E}">
        <p14:creationId xmlns:p14="http://schemas.microsoft.com/office/powerpoint/2010/main" val="2642513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1000"/>
                                        <p:tgtEl>
                                          <p:spTgt spid="2">
                                            <p:txEl>
                                              <p:pRg st="1" end="1"/>
                                            </p:txEl>
                                          </p:spTgt>
                                        </p:tgtEl>
                                      </p:cBhvr>
                                    </p:animEffect>
                                    <p:anim calcmode="lin" valueType="num">
                                      <p:cBhvr>
                                        <p:cTn id="8"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2" end="2"/>
                                            </p:txEl>
                                          </p:spTgt>
                                        </p:tgtEl>
                                        <p:attrNameLst>
                                          <p:attrName>style.visibility</p:attrName>
                                        </p:attrNameLst>
                                      </p:cBhvr>
                                      <p:to>
                                        <p:strVal val="visible"/>
                                      </p:to>
                                    </p:set>
                                    <p:animEffect transition="in" filter="fade">
                                      <p:cBhvr>
                                        <p:cTn id="14" dur="1000"/>
                                        <p:tgtEl>
                                          <p:spTgt spid="2">
                                            <p:txEl>
                                              <p:pRg st="2" end="2"/>
                                            </p:txEl>
                                          </p:spTgt>
                                        </p:tgtEl>
                                      </p:cBhvr>
                                    </p:animEffect>
                                    <p:anim calcmode="lin" valueType="num">
                                      <p:cBhvr>
                                        <p:cTn id="15"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CA2168-D072-F93C-E37E-744A4FDA4655}"/>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38A70F15-A768-0E0B-8F94-A62D6C8E3060}"/>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43B61C91-21D7-F9E6-1B71-ED276AB75259}"/>
              </a:ext>
            </a:extLst>
          </p:cNvPr>
          <p:cNvSpPr>
            <a:spLocks noChangeArrowheads="1"/>
          </p:cNvSpPr>
          <p:nvPr/>
        </p:nvSpPr>
        <p:spPr bwMode="auto">
          <a:xfrm>
            <a:off x="865239" y="590622"/>
            <a:ext cx="74233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邻居发现协议</a:t>
            </a:r>
            <a:r>
              <a:rPr lang="en-US" altLang="zh-CN" sz="2000" b="1" dirty="0">
                <a:solidFill>
                  <a:schemeClr val="bg1"/>
                </a:solidFill>
                <a:latin typeface="微软雅黑" pitchFamily="34" charset="-122"/>
                <a:ea typeface="微软雅黑" pitchFamily="34" charset="-122"/>
              </a:rPr>
              <a:t>NDP (Neighbor Discovery Protocol)</a:t>
            </a:r>
            <a:endParaRPr lang="zh-CN" altLang="en-US" sz="2000" b="1" dirty="0">
              <a:solidFill>
                <a:schemeClr val="bg1"/>
              </a:solidFill>
              <a:latin typeface="微软雅黑" pitchFamily="34" charset="-122"/>
              <a:ea typeface="微软雅黑" pitchFamily="34" charset="-122"/>
            </a:endParaRPr>
          </a:p>
        </p:txBody>
      </p:sp>
      <p:sp>
        <p:nvSpPr>
          <p:cNvPr id="2" name="Rectangle 8">
            <a:extLst>
              <a:ext uri="{FF2B5EF4-FFF2-40B4-BE49-F238E27FC236}">
                <a16:creationId xmlns:a16="http://schemas.microsoft.com/office/drawing/2014/main" id="{AC084BC1-86AE-71D1-2B2E-97EE7EAD1A6D}"/>
              </a:ext>
            </a:extLst>
          </p:cNvPr>
          <p:cNvSpPr>
            <a:spLocks noChangeArrowheads="1"/>
          </p:cNvSpPr>
          <p:nvPr/>
        </p:nvSpPr>
        <p:spPr bwMode="auto">
          <a:xfrm>
            <a:off x="559891" y="985263"/>
            <a:ext cx="8441839" cy="3856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en-US" altLang="zh-CN" sz="2000" b="1" dirty="0">
                <a:latin typeface="微软雅黑" pitchFamily="34" charset="-122"/>
                <a:ea typeface="微软雅黑" pitchFamily="34" charset="-122"/>
              </a:rPr>
              <a:t>NDP</a:t>
            </a:r>
            <a:r>
              <a:rPr lang="zh-CN" altLang="en-US" sz="2000" b="1" dirty="0">
                <a:latin typeface="微软雅黑" pitchFamily="34" charset="-122"/>
                <a:ea typeface="微软雅黑" pitchFamily="34" charset="-122"/>
              </a:rPr>
              <a:t>共有</a:t>
            </a:r>
            <a:r>
              <a:rPr lang="en-US" altLang="zh-CN" sz="2000" b="1" dirty="0">
                <a:latin typeface="微软雅黑" pitchFamily="34" charset="-122"/>
                <a:ea typeface="微软雅黑" pitchFamily="34" charset="-122"/>
              </a:rPr>
              <a:t>5</a:t>
            </a:r>
            <a:r>
              <a:rPr lang="zh-CN" altLang="en-US" sz="2000" b="1" dirty="0">
                <a:latin typeface="微软雅黑" pitchFamily="34" charset="-122"/>
                <a:ea typeface="微软雅黑" pitchFamily="34" charset="-122"/>
              </a:rPr>
              <a:t>种类型的</a:t>
            </a:r>
            <a:r>
              <a:rPr lang="en-US" altLang="zh-CN" sz="2000" b="1" dirty="0">
                <a:latin typeface="微软雅黑" pitchFamily="34" charset="-122"/>
                <a:ea typeface="微软雅黑" pitchFamily="34" charset="-122"/>
              </a:rPr>
              <a:t>ICMPv6</a:t>
            </a:r>
            <a:r>
              <a:rPr lang="zh-CN" altLang="en-US" sz="2000" b="1" dirty="0">
                <a:latin typeface="微软雅黑" pitchFamily="34" charset="-122"/>
                <a:ea typeface="微软雅黑" pitchFamily="34" charset="-122"/>
              </a:rPr>
              <a:t>报文：</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邻居寻找</a:t>
            </a:r>
            <a:r>
              <a:rPr lang="en-US" altLang="zh-CN" sz="2000" b="1" dirty="0">
                <a:latin typeface="微软雅黑" pitchFamily="34" charset="-122"/>
                <a:ea typeface="微软雅黑" pitchFamily="34" charset="-122"/>
              </a:rPr>
              <a:t>NS (Neighbor Solicitation)</a:t>
            </a:r>
            <a:r>
              <a:rPr lang="zh-CN" altLang="en-US" sz="2000" b="1" dirty="0">
                <a:latin typeface="微软雅黑" pitchFamily="34" charset="-122"/>
                <a:ea typeface="微软雅黑" pitchFamily="34" charset="-122"/>
              </a:rPr>
              <a:t>报文：检查邻居的可达性，确保设备处于活动状态。用于将</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地址解析为</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地址，</a:t>
            </a:r>
            <a:r>
              <a:rPr lang="zh-CN" altLang="en-US" sz="2000" b="1" dirty="0">
                <a:solidFill>
                  <a:srgbClr val="0070C0"/>
                </a:solidFill>
                <a:latin typeface="微软雅黑" pitchFamily="34" charset="-122"/>
                <a:ea typeface="微软雅黑" pitchFamily="34" charset="-122"/>
              </a:rPr>
              <a:t>类似于</a:t>
            </a:r>
            <a:r>
              <a:rPr lang="en-US" altLang="zh-CN" sz="2000" b="1" dirty="0">
                <a:solidFill>
                  <a:srgbClr val="0070C0"/>
                </a:solidFill>
                <a:latin typeface="微软雅黑" pitchFamily="34" charset="-122"/>
                <a:ea typeface="微软雅黑" pitchFamily="34" charset="-122"/>
              </a:rPr>
              <a:t>IPv4</a:t>
            </a:r>
            <a:r>
              <a:rPr lang="zh-CN" altLang="en-US" sz="2000" b="1" dirty="0">
                <a:solidFill>
                  <a:srgbClr val="0070C0"/>
                </a:solidFill>
                <a:latin typeface="微软雅黑" pitchFamily="34" charset="-122"/>
                <a:ea typeface="微软雅黑" pitchFamily="34" charset="-122"/>
              </a:rPr>
              <a:t>的</a:t>
            </a:r>
            <a:r>
              <a:rPr lang="en-US" altLang="zh-CN" sz="2000" b="1" dirty="0">
                <a:solidFill>
                  <a:srgbClr val="0070C0"/>
                </a:solidFill>
                <a:latin typeface="微软雅黑" pitchFamily="34" charset="-122"/>
                <a:ea typeface="微软雅黑" pitchFamily="34" charset="-122"/>
              </a:rPr>
              <a:t>ARP</a:t>
            </a:r>
            <a:r>
              <a:rPr lang="zh-CN" altLang="en-US" sz="2000" b="1" dirty="0">
                <a:solidFill>
                  <a:srgbClr val="0070C0"/>
                </a:solidFill>
                <a:latin typeface="微软雅黑" pitchFamily="34" charset="-122"/>
                <a:ea typeface="微软雅黑" pitchFamily="34" charset="-122"/>
              </a:rPr>
              <a:t>请求报文</a:t>
            </a:r>
            <a:r>
              <a:rPr lang="zh-CN" altLang="en-US" sz="2000" b="1" dirty="0">
                <a:latin typeface="微软雅黑" pitchFamily="34" charset="-122"/>
                <a:ea typeface="微软雅黑" pitchFamily="34" charset="-122"/>
              </a:rPr>
              <a:t>。这里的“邻居”是指在同一链路上的主机或路由器。</a:t>
            </a: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邻居通告</a:t>
            </a:r>
            <a:r>
              <a:rPr lang="en-US" altLang="zh-CN" sz="2000" b="1" dirty="0">
                <a:latin typeface="微软雅黑" pitchFamily="34" charset="-122"/>
                <a:ea typeface="微软雅黑" pitchFamily="34" charset="-122"/>
              </a:rPr>
              <a:t>NA (Neighbor Advertisement)</a:t>
            </a:r>
            <a:r>
              <a:rPr lang="zh-CN" altLang="en-US" sz="2000" b="1" dirty="0">
                <a:latin typeface="微软雅黑" pitchFamily="34" charset="-122"/>
                <a:ea typeface="微软雅黑" pitchFamily="34" charset="-122"/>
              </a:rPr>
              <a:t>报文：响应邻居寻找报文，提供目的设备的</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地址。通告链路上的其他节点本身发生了</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地址或</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地址的改变。</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重定向</a:t>
            </a:r>
            <a:r>
              <a:rPr lang="en-US" altLang="zh-CN" sz="2000" b="1" dirty="0">
                <a:latin typeface="微软雅黑" pitchFamily="34" charset="-122"/>
                <a:ea typeface="微软雅黑" pitchFamily="34" charset="-122"/>
              </a:rPr>
              <a:t>(redirect)</a:t>
            </a:r>
            <a:r>
              <a:rPr lang="zh-CN" altLang="en-US" sz="2000" b="1" dirty="0">
                <a:latin typeface="微软雅黑" pitchFamily="34" charset="-122"/>
                <a:ea typeface="微软雅黑" pitchFamily="34" charset="-122"/>
              </a:rPr>
              <a:t>报文：路由器使用该报文来通知主机有更好的路由，通常用于优化路径选择。</a:t>
            </a:r>
          </a:p>
        </p:txBody>
      </p:sp>
    </p:spTree>
    <p:extLst>
      <p:ext uri="{BB962C8B-B14F-4D97-AF65-F5344CB8AC3E}">
        <p14:creationId xmlns:p14="http://schemas.microsoft.com/office/powerpoint/2010/main" val="3871204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1000"/>
                                        <p:tgtEl>
                                          <p:spTgt spid="2">
                                            <p:txEl>
                                              <p:pRg st="1" end="1"/>
                                            </p:txEl>
                                          </p:spTgt>
                                        </p:tgtEl>
                                      </p:cBhvr>
                                    </p:animEffect>
                                    <p:anim calcmode="lin" valueType="num">
                                      <p:cBhvr>
                                        <p:cTn id="8"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2" end="2"/>
                                            </p:txEl>
                                          </p:spTgt>
                                        </p:tgtEl>
                                        <p:attrNameLst>
                                          <p:attrName>style.visibility</p:attrName>
                                        </p:attrNameLst>
                                      </p:cBhvr>
                                      <p:to>
                                        <p:strVal val="visible"/>
                                      </p:to>
                                    </p:set>
                                    <p:animEffect transition="in" filter="fade">
                                      <p:cBhvr>
                                        <p:cTn id="14" dur="1000"/>
                                        <p:tgtEl>
                                          <p:spTgt spid="2">
                                            <p:txEl>
                                              <p:pRg st="2" end="2"/>
                                            </p:txEl>
                                          </p:spTgt>
                                        </p:tgtEl>
                                      </p:cBhvr>
                                    </p:animEffect>
                                    <p:anim calcmode="lin" valueType="num">
                                      <p:cBhvr>
                                        <p:cTn id="15"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3" end="3"/>
                                            </p:txEl>
                                          </p:spTgt>
                                        </p:tgtEl>
                                        <p:attrNameLst>
                                          <p:attrName>style.visibility</p:attrName>
                                        </p:attrNameLst>
                                      </p:cBhvr>
                                      <p:to>
                                        <p:strVal val="visible"/>
                                      </p:to>
                                    </p:set>
                                    <p:animEffect transition="in" filter="fade">
                                      <p:cBhvr>
                                        <p:cTn id="21" dur="1000"/>
                                        <p:tgtEl>
                                          <p:spTgt spid="2">
                                            <p:txEl>
                                              <p:pRg st="3" end="3"/>
                                            </p:txEl>
                                          </p:spTgt>
                                        </p:tgtEl>
                                      </p:cBhvr>
                                    </p:animEffect>
                                    <p:anim calcmode="lin" valueType="num">
                                      <p:cBhvr>
                                        <p:cTn id="22"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A401BE-4DC7-94EF-99F0-96B937A248F9}"/>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659731E3-A9DA-2428-6F56-FEF1668743EE}"/>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0AE27FF5-41D3-082E-9C71-F1D92BF99073}"/>
              </a:ext>
            </a:extLst>
          </p:cNvPr>
          <p:cNvSpPr>
            <a:spLocks noChangeArrowheads="1"/>
          </p:cNvSpPr>
          <p:nvPr/>
        </p:nvSpPr>
        <p:spPr bwMode="auto">
          <a:xfrm>
            <a:off x="93406" y="590622"/>
            <a:ext cx="8834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无状态地址自动配置</a:t>
            </a:r>
            <a:r>
              <a:rPr lang="en-US" altLang="zh-CN" sz="2000" b="1" dirty="0">
                <a:solidFill>
                  <a:schemeClr val="bg1"/>
                </a:solidFill>
                <a:latin typeface="微软雅黑" pitchFamily="34" charset="-122"/>
                <a:ea typeface="微软雅黑" pitchFamily="34" charset="-122"/>
              </a:rPr>
              <a:t>SLAAC </a:t>
            </a:r>
            <a:endParaRPr lang="zh-CN" altLang="en-US" sz="2000" b="1" dirty="0">
              <a:solidFill>
                <a:schemeClr val="bg1"/>
              </a:solidFill>
              <a:latin typeface="微软雅黑" pitchFamily="34" charset="-122"/>
              <a:ea typeface="微软雅黑" pitchFamily="34" charset="-122"/>
            </a:endParaRPr>
          </a:p>
        </p:txBody>
      </p:sp>
      <p:sp>
        <p:nvSpPr>
          <p:cNvPr id="2" name="Rectangle 8">
            <a:extLst>
              <a:ext uri="{FF2B5EF4-FFF2-40B4-BE49-F238E27FC236}">
                <a16:creationId xmlns:a16="http://schemas.microsoft.com/office/drawing/2014/main" id="{F97F6D6B-66EC-4ACF-F4F4-8C9ED9239724}"/>
              </a:ext>
            </a:extLst>
          </p:cNvPr>
          <p:cNvSpPr>
            <a:spLocks noChangeArrowheads="1"/>
          </p:cNvSpPr>
          <p:nvPr/>
        </p:nvSpPr>
        <p:spPr bwMode="auto">
          <a:xfrm>
            <a:off x="559891" y="985263"/>
            <a:ext cx="8441839" cy="2163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300"/>
              </a:lnSpc>
              <a:buClr>
                <a:srgbClr val="0070C0"/>
              </a:buClr>
              <a:buFont typeface="Wingdings" panose="05000000000000000000" pitchFamily="2" charset="2"/>
              <a:buChar char="l"/>
            </a:pPr>
            <a:r>
              <a:rPr lang="en-US" altLang="zh-CN" sz="2000" b="1" dirty="0">
                <a:latin typeface="微软雅黑" pitchFamily="34" charset="-122"/>
                <a:ea typeface="微软雅黑" pitchFamily="34" charset="-122"/>
              </a:rPr>
              <a:t>SLAAC (Stateless Address </a:t>
            </a:r>
            <a:r>
              <a:rPr lang="en-US" altLang="zh-CN" sz="2000" b="1" dirty="0" err="1">
                <a:latin typeface="微软雅黑" pitchFamily="34" charset="-122"/>
                <a:ea typeface="微软雅黑" pitchFamily="34" charset="-122"/>
              </a:rPr>
              <a:t>AutoConfiguration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用于自动配置主机的 </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地址。</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SLAAC</a:t>
            </a:r>
            <a:r>
              <a:rPr lang="zh-CN" altLang="en-US" sz="2000" b="1" dirty="0">
                <a:latin typeface="微软雅黑" pitchFamily="34" charset="-122"/>
                <a:ea typeface="微软雅黑" pitchFamily="34" charset="-122"/>
              </a:rPr>
              <a:t>通常生成两种类型的地址：</a:t>
            </a:r>
            <a:endParaRPr lang="en-US" altLang="zh-CN" sz="2000" b="1" dirty="0">
              <a:latin typeface="微软雅黑" pitchFamily="34" charset="-122"/>
              <a:ea typeface="微软雅黑" pitchFamily="34" charset="-122"/>
            </a:endParaRPr>
          </a:p>
          <a:p>
            <a:pPr marL="800100" lvl="1" indent="-342900">
              <a:lnSpc>
                <a:spcPts val="33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链路本地地址</a:t>
            </a:r>
            <a:endParaRPr lang="en-US" altLang="zh-CN" sz="2000" b="1" dirty="0">
              <a:latin typeface="微软雅黑" pitchFamily="34" charset="-122"/>
              <a:ea typeface="微软雅黑" pitchFamily="34" charset="-122"/>
            </a:endParaRPr>
          </a:p>
          <a:p>
            <a:pPr marL="800100" lvl="1" indent="-342900">
              <a:lnSpc>
                <a:spcPts val="33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全球单播地址</a:t>
            </a:r>
          </a:p>
        </p:txBody>
      </p:sp>
    </p:spTree>
    <p:extLst>
      <p:ext uri="{BB962C8B-B14F-4D97-AF65-F5344CB8AC3E}">
        <p14:creationId xmlns:p14="http://schemas.microsoft.com/office/powerpoint/2010/main" val="29919929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2">
                                            <p:txEl>
                                              <p:pRg st="2" end="2"/>
                                            </p:txEl>
                                          </p:spTgt>
                                        </p:tgtEl>
                                        <p:attrNameLst>
                                          <p:attrName>style.visibility</p:attrName>
                                        </p:attrNameLst>
                                      </p:cBhvr>
                                      <p:to>
                                        <p:strVal val="visible"/>
                                      </p:to>
                                    </p:set>
                                    <p:animEffect transition="in" filter="fade">
                                      <p:cBhvr>
                                        <p:cTn id="19" dur="1000"/>
                                        <p:tgtEl>
                                          <p:spTgt spid="2">
                                            <p:txEl>
                                              <p:pRg st="2" end="2"/>
                                            </p:txEl>
                                          </p:spTgt>
                                        </p:tgtEl>
                                      </p:cBhvr>
                                    </p:animEffect>
                                    <p:anim calcmode="lin" valueType="num">
                                      <p:cBhvr>
                                        <p:cTn id="20"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2">
                                            <p:txEl>
                                              <p:pRg st="2" end="2"/>
                                            </p:txEl>
                                          </p:spTgt>
                                        </p:tgtEl>
                                        <p:attrNameLst>
                                          <p:attrName>ppt_y</p:attrName>
                                        </p:attrNameLst>
                                      </p:cBhvr>
                                      <p:tavLst>
                                        <p:tav tm="0">
                                          <p:val>
                                            <p:strVal val="#ppt_y+.1"/>
                                          </p:val>
                                        </p:tav>
                                        <p:tav tm="100000">
                                          <p:val>
                                            <p:strVal val="#ppt_y"/>
                                          </p:val>
                                        </p:tav>
                                      </p:tavLst>
                                    </p:anim>
                                  </p:childTnLst>
                                </p:cTn>
                              </p:par>
                              <p:par>
                                <p:cTn id="22" presetID="42" presetClass="entr" presetSubtype="0" fill="hold" nodeType="withEffect">
                                  <p:stCondLst>
                                    <p:cond delay="0"/>
                                  </p:stCondLst>
                                  <p:childTnLst>
                                    <p:set>
                                      <p:cBhvr>
                                        <p:cTn id="23" dur="1" fill="hold">
                                          <p:stCondLst>
                                            <p:cond delay="0"/>
                                          </p:stCondLst>
                                        </p:cTn>
                                        <p:tgtEl>
                                          <p:spTgt spid="2">
                                            <p:txEl>
                                              <p:pRg st="3" end="3"/>
                                            </p:txEl>
                                          </p:spTgt>
                                        </p:tgtEl>
                                        <p:attrNameLst>
                                          <p:attrName>style.visibility</p:attrName>
                                        </p:attrNameLst>
                                      </p:cBhvr>
                                      <p:to>
                                        <p:strVal val="visible"/>
                                      </p:to>
                                    </p:set>
                                    <p:animEffect transition="in" filter="fade">
                                      <p:cBhvr>
                                        <p:cTn id="24" dur="1000"/>
                                        <p:tgtEl>
                                          <p:spTgt spid="2">
                                            <p:txEl>
                                              <p:pRg st="3" end="3"/>
                                            </p:txEl>
                                          </p:spTgt>
                                        </p:tgtEl>
                                      </p:cBhvr>
                                    </p:animEffect>
                                    <p:anim calcmode="lin" valueType="num">
                                      <p:cBhvr>
                                        <p:cTn id="25"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26"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4CB40A-53BF-320C-B929-C60C12FB3397}"/>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4C049D4A-61A4-EE0D-8C31-A8BEB48644C1}"/>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172693C2-4CC8-3EA1-6506-82DFC58C304F}"/>
              </a:ext>
            </a:extLst>
          </p:cNvPr>
          <p:cNvSpPr>
            <a:spLocks noChangeArrowheads="1"/>
          </p:cNvSpPr>
          <p:nvPr/>
        </p:nvSpPr>
        <p:spPr bwMode="auto">
          <a:xfrm>
            <a:off x="93406" y="590622"/>
            <a:ext cx="8834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无状态地址自动配置</a:t>
            </a:r>
            <a:r>
              <a:rPr lang="en-US" altLang="zh-CN" sz="2000" b="1" dirty="0">
                <a:solidFill>
                  <a:schemeClr val="bg1"/>
                </a:solidFill>
                <a:latin typeface="微软雅黑" pitchFamily="34" charset="-122"/>
                <a:ea typeface="微软雅黑" pitchFamily="34" charset="-122"/>
              </a:rPr>
              <a:t>SLAAC </a:t>
            </a:r>
            <a:endParaRPr lang="zh-CN" altLang="en-US" sz="2000" b="1" dirty="0">
              <a:solidFill>
                <a:schemeClr val="bg1"/>
              </a:solidFill>
              <a:latin typeface="微软雅黑" pitchFamily="34" charset="-122"/>
              <a:ea typeface="微软雅黑" pitchFamily="34" charset="-122"/>
            </a:endParaRPr>
          </a:p>
        </p:txBody>
      </p:sp>
      <p:sp>
        <p:nvSpPr>
          <p:cNvPr id="2" name="Rectangle 8">
            <a:extLst>
              <a:ext uri="{FF2B5EF4-FFF2-40B4-BE49-F238E27FC236}">
                <a16:creationId xmlns:a16="http://schemas.microsoft.com/office/drawing/2014/main" id="{67CA15B4-5981-5672-CB06-1DD282A26259}"/>
              </a:ext>
            </a:extLst>
          </p:cNvPr>
          <p:cNvSpPr>
            <a:spLocks noChangeArrowheads="1"/>
          </p:cNvSpPr>
          <p:nvPr/>
        </p:nvSpPr>
        <p:spPr bwMode="auto">
          <a:xfrm>
            <a:off x="559891" y="985263"/>
            <a:ext cx="8441839" cy="893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用</a:t>
            </a:r>
            <a:r>
              <a:rPr lang="en-US" altLang="zh-CN" sz="2000" b="1" dirty="0">
                <a:latin typeface="微软雅黑" pitchFamily="34" charset="-122"/>
                <a:ea typeface="微软雅黑" pitchFamily="34" charset="-122"/>
              </a:rPr>
              <a:t>SLAAC</a:t>
            </a:r>
            <a:r>
              <a:rPr lang="zh-CN" altLang="en-US" sz="2000" b="1" dirty="0">
                <a:latin typeface="微软雅黑" pitchFamily="34" charset="-122"/>
                <a:ea typeface="微软雅黑" pitchFamily="34" charset="-122"/>
              </a:rPr>
              <a:t>生成链路本地单播地址的步骤：</a:t>
            </a:r>
            <a:endParaRPr lang="en-US" altLang="zh-CN" sz="2000" b="1" dirty="0">
              <a:latin typeface="微软雅黑" pitchFamily="34" charset="-122"/>
              <a:ea typeface="微软雅黑" pitchFamily="34" charset="-122"/>
            </a:endParaRPr>
          </a:p>
          <a:p>
            <a:pPr marL="800100" lvl="1" indent="-342900">
              <a:lnSpc>
                <a:spcPts val="33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生成接口标识符</a:t>
            </a:r>
            <a:r>
              <a:rPr lang="en-US" altLang="zh-CN" sz="2000" b="1" dirty="0">
                <a:latin typeface="微软雅黑" pitchFamily="34" charset="-122"/>
                <a:ea typeface="微软雅黑" pitchFamily="34" charset="-122"/>
              </a:rPr>
              <a:t>IID</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48</a:t>
            </a:r>
            <a:r>
              <a:rPr lang="zh-CN" altLang="en-US" sz="2000" b="1" dirty="0">
                <a:latin typeface="微软雅黑" pitchFamily="34" charset="-122"/>
                <a:ea typeface="微软雅黑" pitchFamily="34" charset="-122"/>
              </a:rPr>
              <a:t>位</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地址转换为</a:t>
            </a:r>
            <a:r>
              <a:rPr lang="en-US" altLang="zh-CN" sz="2000" b="1" dirty="0">
                <a:latin typeface="微软雅黑" pitchFamily="34" charset="-122"/>
                <a:ea typeface="微软雅黑" pitchFamily="34" charset="-122"/>
              </a:rPr>
              <a:t>EUI-64</a:t>
            </a:r>
            <a:r>
              <a:rPr lang="zh-CN" altLang="en-US" sz="2000" b="1" dirty="0">
                <a:latin typeface="微软雅黑" pitchFamily="34" charset="-122"/>
                <a:ea typeface="微软雅黑" pitchFamily="34" charset="-122"/>
              </a:rPr>
              <a:t>格式。</a:t>
            </a:r>
          </a:p>
        </p:txBody>
      </p:sp>
    </p:spTree>
    <p:extLst>
      <p:ext uri="{BB962C8B-B14F-4D97-AF65-F5344CB8AC3E}">
        <p14:creationId xmlns:p14="http://schemas.microsoft.com/office/powerpoint/2010/main" val="2148423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B80CD9-8DCE-3F28-76F5-B2A4180F4AF6}"/>
            </a:ext>
          </a:extLst>
        </p:cNvPr>
        <p:cNvGrpSpPr/>
        <p:nvPr/>
      </p:nvGrpSpPr>
      <p:grpSpPr>
        <a:xfrm>
          <a:off x="0" y="0"/>
          <a:ext cx="0" cy="0"/>
          <a:chOff x="0" y="0"/>
          <a:chExt cx="0" cy="0"/>
        </a:xfrm>
      </p:grpSpPr>
      <p:sp>
        <p:nvSpPr>
          <p:cNvPr id="28" name="圆角矩形 18">
            <a:extLst>
              <a:ext uri="{FF2B5EF4-FFF2-40B4-BE49-F238E27FC236}">
                <a16:creationId xmlns:a16="http://schemas.microsoft.com/office/drawing/2014/main" id="{42D23EF8-6E27-7C11-0CCC-EFF1F31EA930}"/>
              </a:ext>
            </a:extLst>
          </p:cNvPr>
          <p:cNvSpPr/>
          <p:nvPr/>
        </p:nvSpPr>
        <p:spPr>
          <a:xfrm>
            <a:off x="0" y="1126579"/>
            <a:ext cx="9144000" cy="334709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a:extLst>
              <a:ext uri="{FF2B5EF4-FFF2-40B4-BE49-F238E27FC236}">
                <a16:creationId xmlns:a16="http://schemas.microsoft.com/office/drawing/2014/main" id="{5DA1521C-5039-0EE6-B2DF-404B50EE378E}"/>
              </a:ext>
            </a:extLst>
          </p:cNvPr>
          <p:cNvSpPr>
            <a:spLocks noChangeArrowheads="1"/>
          </p:cNvSpPr>
          <p:nvPr/>
        </p:nvSpPr>
        <p:spPr bwMode="auto">
          <a:xfrm>
            <a:off x="545145" y="621169"/>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466FAAB6-938B-E732-722B-072B832FD0FB}"/>
              </a:ext>
            </a:extLst>
          </p:cNvPr>
          <p:cNvSpPr>
            <a:spLocks noChangeArrowheads="1"/>
          </p:cNvSpPr>
          <p:nvPr/>
        </p:nvSpPr>
        <p:spPr bwMode="auto">
          <a:xfrm>
            <a:off x="1941968" y="58795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48</a:t>
            </a:r>
            <a:r>
              <a:rPr lang="zh-CN" altLang="en-US" sz="2000" b="1" dirty="0">
                <a:solidFill>
                  <a:schemeClr val="bg1"/>
                </a:solidFill>
                <a:latin typeface="微软雅黑" pitchFamily="34" charset="-122"/>
                <a:ea typeface="微软雅黑" pitchFamily="34" charset="-122"/>
              </a:rPr>
              <a:t>位</a:t>
            </a:r>
            <a:r>
              <a:rPr lang="en-US" altLang="zh-CN" sz="2000" b="1" dirty="0">
                <a:solidFill>
                  <a:schemeClr val="bg1"/>
                </a:solidFill>
                <a:latin typeface="微软雅黑" pitchFamily="34" charset="-122"/>
                <a:ea typeface="微软雅黑" pitchFamily="34" charset="-122"/>
              </a:rPr>
              <a:t>MAC</a:t>
            </a:r>
            <a:r>
              <a:rPr lang="zh-CN" altLang="en-US" sz="2000" b="1" dirty="0">
                <a:solidFill>
                  <a:schemeClr val="bg1"/>
                </a:solidFill>
                <a:latin typeface="微软雅黑" pitchFamily="34" charset="-122"/>
                <a:ea typeface="微软雅黑" pitchFamily="34" charset="-122"/>
              </a:rPr>
              <a:t>地址转换为</a:t>
            </a:r>
            <a:r>
              <a:rPr lang="en-US" altLang="zh-CN" sz="2000" b="1" dirty="0">
                <a:solidFill>
                  <a:schemeClr val="bg1"/>
                </a:solidFill>
                <a:latin typeface="微软雅黑" pitchFamily="34" charset="-122"/>
                <a:ea typeface="微软雅黑" pitchFamily="34" charset="-122"/>
              </a:rPr>
              <a:t>EUI-64</a:t>
            </a:r>
            <a:r>
              <a:rPr lang="zh-CN" altLang="en-US" sz="2000" b="1" dirty="0">
                <a:solidFill>
                  <a:schemeClr val="bg1"/>
                </a:solidFill>
                <a:latin typeface="微软雅黑" pitchFamily="34" charset="-122"/>
                <a:ea typeface="微软雅黑" pitchFamily="34" charset="-122"/>
              </a:rPr>
              <a:t>格式</a:t>
            </a:r>
          </a:p>
        </p:txBody>
      </p:sp>
      <p:sp>
        <p:nvSpPr>
          <p:cNvPr id="10" name="Rectangle 47">
            <a:extLst>
              <a:ext uri="{FF2B5EF4-FFF2-40B4-BE49-F238E27FC236}">
                <a16:creationId xmlns:a16="http://schemas.microsoft.com/office/drawing/2014/main" id="{564C0BAB-7ABB-3172-139D-63A2B74BA802}"/>
              </a:ext>
            </a:extLst>
          </p:cNvPr>
          <p:cNvSpPr>
            <a:spLocks noChangeArrowheads="1"/>
          </p:cNvSpPr>
          <p:nvPr/>
        </p:nvSpPr>
        <p:spPr bwMode="auto">
          <a:xfrm>
            <a:off x="3216671" y="1344637"/>
            <a:ext cx="3302116" cy="327461"/>
          </a:xfrm>
          <a:prstGeom prst="rect">
            <a:avLst/>
          </a:prstGeom>
          <a:solidFill>
            <a:srgbClr val="FFFF99"/>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pt-BR" altLang="zh-CN" sz="2000" b="1" dirty="0">
                <a:latin typeface="微软雅黑" panose="020B0503020204020204" pitchFamily="34" charset="-122"/>
                <a:ea typeface="微软雅黑" panose="020B0503020204020204" pitchFamily="34" charset="-122"/>
              </a:rPr>
              <a:t>00:1A:2B:3C:4D:5E</a:t>
            </a:r>
            <a:endParaRPr lang="zh-CN" altLang="en-US" sz="2000" b="1" dirty="0">
              <a:latin typeface="微软雅黑" panose="020B0503020204020204" pitchFamily="34" charset="-122"/>
              <a:ea typeface="微软雅黑" panose="020B0503020204020204" pitchFamily="34" charset="-122"/>
            </a:endParaRPr>
          </a:p>
        </p:txBody>
      </p:sp>
      <p:sp>
        <p:nvSpPr>
          <p:cNvPr id="2" name="Text Box 18">
            <a:extLst>
              <a:ext uri="{FF2B5EF4-FFF2-40B4-BE49-F238E27FC236}">
                <a16:creationId xmlns:a16="http://schemas.microsoft.com/office/drawing/2014/main" id="{E83661EC-4249-6D7F-2AE6-DF238AA86FB7}"/>
              </a:ext>
            </a:extLst>
          </p:cNvPr>
          <p:cNvSpPr txBox="1">
            <a:spLocks noChangeArrowheads="1"/>
          </p:cNvSpPr>
          <p:nvPr/>
        </p:nvSpPr>
        <p:spPr bwMode="auto">
          <a:xfrm>
            <a:off x="1339530" y="1333544"/>
            <a:ext cx="15535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600" b="1" dirty="0">
                <a:latin typeface="微软雅黑" panose="020B0503020204020204" pitchFamily="34" charset="-122"/>
                <a:ea typeface="微软雅黑" panose="020B0503020204020204" pitchFamily="34" charset="-122"/>
              </a:rPr>
              <a:t>48</a:t>
            </a:r>
            <a:r>
              <a:rPr lang="zh-CN" altLang="en-US" sz="1600" b="1" dirty="0">
                <a:latin typeface="微软雅黑" panose="020B0503020204020204" pitchFamily="34" charset="-122"/>
                <a:ea typeface="微软雅黑" panose="020B0503020204020204" pitchFamily="34" charset="-122"/>
              </a:rPr>
              <a:t>位</a:t>
            </a:r>
            <a:r>
              <a:rPr lang="en-US" altLang="zh-CN" sz="1600" b="1" dirty="0">
                <a:latin typeface="微软雅黑" panose="020B0503020204020204" pitchFamily="34" charset="-122"/>
                <a:ea typeface="微软雅黑" panose="020B0503020204020204" pitchFamily="34" charset="-122"/>
              </a:rPr>
              <a:t>MAC</a:t>
            </a:r>
            <a:r>
              <a:rPr lang="zh-CN" altLang="en-US" sz="1600" b="1" dirty="0">
                <a:latin typeface="微软雅黑" panose="020B0503020204020204" pitchFamily="34" charset="-122"/>
                <a:ea typeface="微软雅黑" panose="020B0503020204020204" pitchFamily="34" charset="-122"/>
              </a:rPr>
              <a:t>地址</a:t>
            </a:r>
            <a:endParaRPr lang="en-US" altLang="zh-CN" sz="1600" b="1" dirty="0">
              <a:latin typeface="微软雅黑" panose="020B0503020204020204" pitchFamily="34" charset="-122"/>
              <a:ea typeface="微软雅黑" panose="020B0503020204020204" pitchFamily="34" charset="-122"/>
            </a:endParaRPr>
          </a:p>
        </p:txBody>
      </p:sp>
      <p:sp>
        <p:nvSpPr>
          <p:cNvPr id="21" name="Rectangle 47">
            <a:extLst>
              <a:ext uri="{FF2B5EF4-FFF2-40B4-BE49-F238E27FC236}">
                <a16:creationId xmlns:a16="http://schemas.microsoft.com/office/drawing/2014/main" id="{EB4081CB-9768-5CAE-3A25-D7ADE9C85889}"/>
              </a:ext>
            </a:extLst>
          </p:cNvPr>
          <p:cNvSpPr>
            <a:spLocks noChangeArrowheads="1"/>
          </p:cNvSpPr>
          <p:nvPr/>
        </p:nvSpPr>
        <p:spPr bwMode="auto">
          <a:xfrm>
            <a:off x="134258" y="2627747"/>
            <a:ext cx="3203794" cy="327461"/>
          </a:xfrm>
          <a:prstGeom prst="rect">
            <a:avLst/>
          </a:prstGeom>
          <a:solidFill>
            <a:srgbClr val="FFFF99"/>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pt-BR" altLang="zh-CN" sz="1600" b="1" dirty="0">
                <a:latin typeface="微软雅黑" panose="020B0503020204020204" pitchFamily="34" charset="-122"/>
                <a:ea typeface="微软雅黑" panose="020B0503020204020204" pitchFamily="34" charset="-122"/>
              </a:rPr>
              <a:t>00000000 00011010 00101011</a:t>
            </a:r>
            <a:endParaRPr lang="zh-CN" altLang="en-US" sz="1600" b="1" dirty="0">
              <a:latin typeface="微软雅黑" panose="020B0503020204020204" pitchFamily="34" charset="-122"/>
              <a:ea typeface="微软雅黑" panose="020B0503020204020204" pitchFamily="34" charset="-122"/>
            </a:endParaRPr>
          </a:p>
        </p:txBody>
      </p:sp>
      <p:sp>
        <p:nvSpPr>
          <p:cNvPr id="24" name="Rectangle 47">
            <a:extLst>
              <a:ext uri="{FF2B5EF4-FFF2-40B4-BE49-F238E27FC236}">
                <a16:creationId xmlns:a16="http://schemas.microsoft.com/office/drawing/2014/main" id="{481FA46F-2F5B-250D-85F5-6618FD7393E9}"/>
              </a:ext>
            </a:extLst>
          </p:cNvPr>
          <p:cNvSpPr>
            <a:spLocks noChangeArrowheads="1"/>
          </p:cNvSpPr>
          <p:nvPr/>
        </p:nvSpPr>
        <p:spPr bwMode="auto">
          <a:xfrm>
            <a:off x="5766620" y="2627747"/>
            <a:ext cx="3203794" cy="327461"/>
          </a:xfrm>
          <a:prstGeom prst="rect">
            <a:avLst/>
          </a:prstGeom>
          <a:solidFill>
            <a:srgbClr val="FFFF99"/>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pt-BR" altLang="zh-CN" sz="1600" b="1" dirty="0">
                <a:latin typeface="微软雅黑" panose="020B0503020204020204" pitchFamily="34" charset="-122"/>
                <a:ea typeface="微软雅黑" panose="020B0503020204020204" pitchFamily="34" charset="-122"/>
              </a:rPr>
              <a:t>00111100 01001101 01011110</a:t>
            </a:r>
            <a:endParaRPr lang="zh-CN" altLang="en-US" sz="1600" b="1" dirty="0">
              <a:latin typeface="微软雅黑" panose="020B0503020204020204" pitchFamily="34" charset="-122"/>
              <a:ea typeface="微软雅黑" panose="020B0503020204020204" pitchFamily="34" charset="-122"/>
            </a:endParaRPr>
          </a:p>
        </p:txBody>
      </p:sp>
      <p:sp>
        <p:nvSpPr>
          <p:cNvPr id="5" name="Rectangle 47">
            <a:extLst>
              <a:ext uri="{FF2B5EF4-FFF2-40B4-BE49-F238E27FC236}">
                <a16:creationId xmlns:a16="http://schemas.microsoft.com/office/drawing/2014/main" id="{14BC45D8-F5C8-1B44-7A5F-4ECAC74B416E}"/>
              </a:ext>
            </a:extLst>
          </p:cNvPr>
          <p:cNvSpPr>
            <a:spLocks noChangeArrowheads="1"/>
          </p:cNvSpPr>
          <p:nvPr/>
        </p:nvSpPr>
        <p:spPr bwMode="auto">
          <a:xfrm>
            <a:off x="3476465" y="2627747"/>
            <a:ext cx="2151741" cy="327461"/>
          </a:xfrm>
          <a:prstGeom prst="rect">
            <a:avLst/>
          </a:prstGeom>
          <a:solidFill>
            <a:srgbClr val="FFFF99"/>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pt-BR" altLang="zh-CN" sz="2000" b="1" dirty="0">
                <a:latin typeface="微软雅黑" panose="020B0503020204020204" pitchFamily="34" charset="-122"/>
                <a:ea typeface="微软雅黑" panose="020B0503020204020204" pitchFamily="34" charset="-122"/>
              </a:rPr>
              <a:t>fffe</a:t>
            </a:r>
            <a:endParaRPr lang="zh-CN" altLang="en-US" sz="2000" b="1" dirty="0">
              <a:latin typeface="微软雅黑" panose="020B0503020204020204" pitchFamily="34" charset="-122"/>
              <a:ea typeface="微软雅黑" panose="020B0503020204020204" pitchFamily="34" charset="-122"/>
            </a:endParaRPr>
          </a:p>
        </p:txBody>
      </p:sp>
      <p:sp>
        <p:nvSpPr>
          <p:cNvPr id="6" name="Rectangle 47">
            <a:extLst>
              <a:ext uri="{FF2B5EF4-FFF2-40B4-BE49-F238E27FC236}">
                <a16:creationId xmlns:a16="http://schemas.microsoft.com/office/drawing/2014/main" id="{047E33E4-9B5F-9198-792A-4CC510DB6BF7}"/>
              </a:ext>
            </a:extLst>
          </p:cNvPr>
          <p:cNvSpPr>
            <a:spLocks noChangeArrowheads="1"/>
          </p:cNvSpPr>
          <p:nvPr/>
        </p:nvSpPr>
        <p:spPr bwMode="auto">
          <a:xfrm>
            <a:off x="3476465" y="2637579"/>
            <a:ext cx="2151741" cy="327461"/>
          </a:xfrm>
          <a:prstGeom prst="rect">
            <a:avLst/>
          </a:prstGeom>
          <a:solidFill>
            <a:srgbClr val="FFFF99"/>
          </a:solidFill>
          <a:ln w="9525">
            <a:noFill/>
            <a:miter lim="800000"/>
            <a:headEnd/>
            <a:tailEnd/>
          </a:ln>
          <a:effectLst/>
        </p:spPr>
        <p:txBody>
          <a:bodyPr wrap="none" anchor="ctr"/>
          <a:lstStyle/>
          <a:p>
            <a:pPr algn="ctr">
              <a:defRPr/>
            </a:pPr>
            <a:r>
              <a:rPr lang="pt-BR" altLang="zh-CN" sz="1600" b="1" dirty="0">
                <a:latin typeface="微软雅黑" panose="020B0503020204020204" pitchFamily="34" charset="-122"/>
                <a:ea typeface="微软雅黑" panose="020B0503020204020204" pitchFamily="34" charset="-122"/>
              </a:rPr>
              <a:t>11111111 11111110</a:t>
            </a:r>
            <a:endParaRPr lang="zh-CN" altLang="en-US" sz="1600" b="1" dirty="0">
              <a:latin typeface="微软雅黑" panose="020B0503020204020204" pitchFamily="34" charset="-122"/>
              <a:ea typeface="微软雅黑" panose="020B0503020204020204" pitchFamily="34" charset="-122"/>
            </a:endParaRPr>
          </a:p>
        </p:txBody>
      </p:sp>
      <p:grpSp>
        <p:nvGrpSpPr>
          <p:cNvPr id="27" name="组合 26">
            <a:extLst>
              <a:ext uri="{FF2B5EF4-FFF2-40B4-BE49-F238E27FC236}">
                <a16:creationId xmlns:a16="http://schemas.microsoft.com/office/drawing/2014/main" id="{1BA843A3-EFD0-3E5F-9BAC-B39CB5890F09}"/>
              </a:ext>
            </a:extLst>
          </p:cNvPr>
          <p:cNvGrpSpPr/>
          <p:nvPr/>
        </p:nvGrpSpPr>
        <p:grpSpPr>
          <a:xfrm>
            <a:off x="1174956" y="3873969"/>
            <a:ext cx="5343831" cy="354322"/>
            <a:chOff x="1174956" y="3873969"/>
            <a:chExt cx="5343831" cy="354322"/>
          </a:xfrm>
        </p:grpSpPr>
        <p:sp>
          <p:nvSpPr>
            <p:cNvPr id="23" name="Rectangle 47">
              <a:extLst>
                <a:ext uri="{FF2B5EF4-FFF2-40B4-BE49-F238E27FC236}">
                  <a16:creationId xmlns:a16="http://schemas.microsoft.com/office/drawing/2014/main" id="{B8E8539C-ADF6-8620-727C-6F33ED73EEEC}"/>
                </a:ext>
              </a:extLst>
            </p:cNvPr>
            <p:cNvSpPr>
              <a:spLocks noChangeArrowheads="1"/>
            </p:cNvSpPr>
            <p:nvPr/>
          </p:nvSpPr>
          <p:spPr bwMode="auto">
            <a:xfrm>
              <a:off x="3216671" y="3900830"/>
              <a:ext cx="3302116" cy="327461"/>
            </a:xfrm>
            <a:prstGeom prst="rect">
              <a:avLst/>
            </a:prstGeom>
            <a:solidFill>
              <a:srgbClr val="FFFF99"/>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pt-BR" altLang="zh-CN" sz="2000" b="1" dirty="0">
                  <a:latin typeface="微软雅黑" panose="020B0503020204020204" pitchFamily="34" charset="-122"/>
                  <a:ea typeface="微软雅黑" panose="020B0503020204020204" pitchFamily="34" charset="-122"/>
                </a:rPr>
                <a:t>021a:2bff:fe3c:4d5e</a:t>
              </a:r>
              <a:endParaRPr lang="zh-CN" altLang="en-US" sz="2000" b="1" dirty="0">
                <a:latin typeface="微软雅黑" panose="020B0503020204020204" pitchFamily="34" charset="-122"/>
                <a:ea typeface="微软雅黑" panose="020B0503020204020204" pitchFamily="34" charset="-122"/>
              </a:endParaRPr>
            </a:p>
          </p:txBody>
        </p:sp>
        <p:sp>
          <p:nvSpPr>
            <p:cNvPr id="7" name="Text Box 18">
              <a:extLst>
                <a:ext uri="{FF2B5EF4-FFF2-40B4-BE49-F238E27FC236}">
                  <a16:creationId xmlns:a16="http://schemas.microsoft.com/office/drawing/2014/main" id="{3555976B-6C6E-A8D9-E9A6-34FAED4F150E}"/>
                </a:ext>
              </a:extLst>
            </p:cNvPr>
            <p:cNvSpPr txBox="1">
              <a:spLocks noChangeArrowheads="1"/>
            </p:cNvSpPr>
            <p:nvPr/>
          </p:nvSpPr>
          <p:spPr bwMode="auto">
            <a:xfrm>
              <a:off x="1174956" y="3873969"/>
              <a:ext cx="16690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600" b="1" dirty="0">
                  <a:latin typeface="微软雅黑" panose="020B0503020204020204" pitchFamily="34" charset="-122"/>
                  <a:ea typeface="微软雅黑" panose="020B0503020204020204" pitchFamily="34" charset="-122"/>
                </a:rPr>
                <a:t>64</a:t>
              </a:r>
              <a:r>
                <a:rPr lang="zh-CN" altLang="en-US" sz="1600" b="1" dirty="0">
                  <a:latin typeface="微软雅黑" panose="020B0503020204020204" pitchFamily="34" charset="-122"/>
                  <a:ea typeface="微软雅黑" panose="020B0503020204020204" pitchFamily="34" charset="-122"/>
                </a:rPr>
                <a:t>位接口标识符</a:t>
              </a:r>
              <a:endParaRPr lang="en-US" altLang="zh-CN" sz="1600" b="1" dirty="0">
                <a:latin typeface="微软雅黑" panose="020B0503020204020204" pitchFamily="34" charset="-122"/>
                <a:ea typeface="微软雅黑" panose="020B0503020204020204" pitchFamily="34" charset="-122"/>
              </a:endParaRPr>
            </a:p>
          </p:txBody>
        </p:sp>
      </p:grpSp>
      <p:cxnSp>
        <p:nvCxnSpPr>
          <p:cNvPr id="9" name="直接箭头连接符 8">
            <a:extLst>
              <a:ext uri="{FF2B5EF4-FFF2-40B4-BE49-F238E27FC236}">
                <a16:creationId xmlns:a16="http://schemas.microsoft.com/office/drawing/2014/main" id="{646FC8CE-AEBF-6666-212C-4F84BE884E50}"/>
              </a:ext>
            </a:extLst>
          </p:cNvPr>
          <p:cNvCxnSpPr>
            <a:stCxn id="10" idx="2"/>
            <a:endCxn id="21" idx="0"/>
          </p:cNvCxnSpPr>
          <p:nvPr/>
        </p:nvCxnSpPr>
        <p:spPr>
          <a:xfrm flipH="1">
            <a:off x="1736155" y="1672098"/>
            <a:ext cx="3131574" cy="955649"/>
          </a:xfrm>
          <a:prstGeom prst="straightConnector1">
            <a:avLst/>
          </a:prstGeom>
          <a:ln>
            <a:tailEnd type="triangle"/>
          </a:ln>
        </p:spPr>
        <p:style>
          <a:lnRef idx="3">
            <a:schemeClr val="accent6"/>
          </a:lnRef>
          <a:fillRef idx="0">
            <a:schemeClr val="accent6"/>
          </a:fillRef>
          <a:effectRef idx="2">
            <a:schemeClr val="accent6"/>
          </a:effectRef>
          <a:fontRef idx="minor">
            <a:schemeClr val="tx1"/>
          </a:fontRef>
        </p:style>
      </p:cxnSp>
      <p:cxnSp>
        <p:nvCxnSpPr>
          <p:cNvPr id="12" name="直接箭头连接符 11">
            <a:extLst>
              <a:ext uri="{FF2B5EF4-FFF2-40B4-BE49-F238E27FC236}">
                <a16:creationId xmlns:a16="http://schemas.microsoft.com/office/drawing/2014/main" id="{CE58608D-3BD4-B5A4-6EEE-40A1ECA0DD25}"/>
              </a:ext>
            </a:extLst>
          </p:cNvPr>
          <p:cNvCxnSpPr>
            <a:stCxn id="10" idx="2"/>
            <a:endCxn id="24" idx="0"/>
          </p:cNvCxnSpPr>
          <p:nvPr/>
        </p:nvCxnSpPr>
        <p:spPr>
          <a:xfrm>
            <a:off x="4867729" y="1672098"/>
            <a:ext cx="2500788" cy="955649"/>
          </a:xfrm>
          <a:prstGeom prst="straightConnector1">
            <a:avLst/>
          </a:prstGeom>
          <a:ln>
            <a:tailEnd type="triangle"/>
          </a:ln>
        </p:spPr>
        <p:style>
          <a:lnRef idx="3">
            <a:schemeClr val="accent6"/>
          </a:lnRef>
          <a:fillRef idx="0">
            <a:schemeClr val="accent6"/>
          </a:fillRef>
          <a:effectRef idx="2">
            <a:schemeClr val="accent6"/>
          </a:effectRef>
          <a:fontRef idx="minor">
            <a:schemeClr val="tx1"/>
          </a:fontRef>
        </p:style>
      </p:cxnSp>
      <p:sp>
        <p:nvSpPr>
          <p:cNvPr id="13" name="Rectangle 47">
            <a:extLst>
              <a:ext uri="{FF2B5EF4-FFF2-40B4-BE49-F238E27FC236}">
                <a16:creationId xmlns:a16="http://schemas.microsoft.com/office/drawing/2014/main" id="{F66E3711-E24F-F0ED-3818-FAB7920CFB6B}"/>
              </a:ext>
            </a:extLst>
          </p:cNvPr>
          <p:cNvSpPr>
            <a:spLocks noChangeArrowheads="1"/>
          </p:cNvSpPr>
          <p:nvPr/>
        </p:nvSpPr>
        <p:spPr bwMode="auto">
          <a:xfrm>
            <a:off x="924998" y="2627747"/>
            <a:ext cx="122142" cy="327461"/>
          </a:xfrm>
          <a:prstGeom prst="rect">
            <a:avLst/>
          </a:prstGeom>
          <a:solidFill>
            <a:srgbClr val="FF0000"/>
          </a:solidFill>
          <a:ln w="9525">
            <a:noFill/>
            <a:miter lim="800000"/>
            <a:headEnd/>
            <a:tailEnd/>
          </a:ln>
          <a:effectLst/>
        </p:spPr>
        <p:txBody>
          <a:bodyPr wrap="none" anchor="ctr"/>
          <a:lstStyle/>
          <a:p>
            <a:pPr algn="ctr">
              <a:defRPr/>
            </a:pPr>
            <a:r>
              <a:rPr lang="pt-BR" altLang="zh-CN" sz="1600" b="1" dirty="0">
                <a:latin typeface="微软雅黑" panose="020B0503020204020204" pitchFamily="34" charset="-122"/>
                <a:ea typeface="微软雅黑" panose="020B0503020204020204" pitchFamily="34" charset="-122"/>
              </a:rPr>
              <a:t>1</a:t>
            </a:r>
            <a:endParaRPr lang="zh-CN" altLang="en-US" sz="1600" b="1" dirty="0">
              <a:latin typeface="微软雅黑" panose="020B0503020204020204" pitchFamily="34" charset="-122"/>
              <a:ea typeface="微软雅黑" panose="020B0503020204020204" pitchFamily="34" charset="-122"/>
            </a:endParaRPr>
          </a:p>
        </p:txBody>
      </p:sp>
      <p:grpSp>
        <p:nvGrpSpPr>
          <p:cNvPr id="26" name="组合 25">
            <a:extLst>
              <a:ext uri="{FF2B5EF4-FFF2-40B4-BE49-F238E27FC236}">
                <a16:creationId xmlns:a16="http://schemas.microsoft.com/office/drawing/2014/main" id="{B7641B24-EE52-F8EC-CB72-E4F217DAC278}"/>
              </a:ext>
            </a:extLst>
          </p:cNvPr>
          <p:cNvGrpSpPr/>
          <p:nvPr/>
        </p:nvGrpSpPr>
        <p:grpSpPr>
          <a:xfrm>
            <a:off x="1736155" y="2955208"/>
            <a:ext cx="5632362" cy="945622"/>
            <a:chOff x="1736155" y="2955208"/>
            <a:chExt cx="5632362" cy="945622"/>
          </a:xfrm>
        </p:grpSpPr>
        <p:cxnSp>
          <p:nvCxnSpPr>
            <p:cNvPr id="16" name="直接箭头连接符 15">
              <a:extLst>
                <a:ext uri="{FF2B5EF4-FFF2-40B4-BE49-F238E27FC236}">
                  <a16:creationId xmlns:a16="http://schemas.microsoft.com/office/drawing/2014/main" id="{52EE3D47-775D-66EA-45F3-5B5CBD05DA91}"/>
                </a:ext>
              </a:extLst>
            </p:cNvPr>
            <p:cNvCxnSpPr>
              <a:cxnSpLocks/>
              <a:stCxn id="21" idx="2"/>
            </p:cNvCxnSpPr>
            <p:nvPr/>
          </p:nvCxnSpPr>
          <p:spPr>
            <a:xfrm>
              <a:off x="1736155" y="2955208"/>
              <a:ext cx="2430075" cy="934110"/>
            </a:xfrm>
            <a:prstGeom prst="straightConnector1">
              <a:avLst/>
            </a:prstGeom>
            <a:ln>
              <a:tailEnd type="triangle"/>
            </a:ln>
          </p:spPr>
          <p:style>
            <a:lnRef idx="3">
              <a:schemeClr val="accent6"/>
            </a:lnRef>
            <a:fillRef idx="0">
              <a:schemeClr val="accent6"/>
            </a:fillRef>
            <a:effectRef idx="2">
              <a:schemeClr val="accent6"/>
            </a:effectRef>
            <a:fontRef idx="minor">
              <a:schemeClr val="tx1"/>
            </a:fontRef>
          </p:style>
        </p:cxnSp>
        <p:cxnSp>
          <p:nvCxnSpPr>
            <p:cNvPr id="18" name="直接箭头连接符 17">
              <a:extLst>
                <a:ext uri="{FF2B5EF4-FFF2-40B4-BE49-F238E27FC236}">
                  <a16:creationId xmlns:a16="http://schemas.microsoft.com/office/drawing/2014/main" id="{37511E91-B563-A0E1-479C-9E15E0BBF906}"/>
                </a:ext>
              </a:extLst>
            </p:cNvPr>
            <p:cNvCxnSpPr>
              <a:stCxn id="5" idx="2"/>
              <a:endCxn id="23" idx="0"/>
            </p:cNvCxnSpPr>
            <p:nvPr/>
          </p:nvCxnSpPr>
          <p:spPr>
            <a:xfrm>
              <a:off x="4552336" y="2955208"/>
              <a:ext cx="315393" cy="945622"/>
            </a:xfrm>
            <a:prstGeom prst="straightConnector1">
              <a:avLst/>
            </a:prstGeom>
            <a:ln>
              <a:tailEnd type="triangle"/>
            </a:ln>
          </p:spPr>
          <p:style>
            <a:lnRef idx="3">
              <a:schemeClr val="accent6"/>
            </a:lnRef>
            <a:fillRef idx="0">
              <a:schemeClr val="accent6"/>
            </a:fillRef>
            <a:effectRef idx="2">
              <a:schemeClr val="accent6"/>
            </a:effectRef>
            <a:fontRef idx="minor">
              <a:schemeClr val="tx1"/>
            </a:fontRef>
          </p:style>
        </p:cxnSp>
        <p:cxnSp>
          <p:nvCxnSpPr>
            <p:cNvPr id="20" name="直接箭头连接符 19">
              <a:extLst>
                <a:ext uri="{FF2B5EF4-FFF2-40B4-BE49-F238E27FC236}">
                  <a16:creationId xmlns:a16="http://schemas.microsoft.com/office/drawing/2014/main" id="{9F539E9D-04B4-C0AB-3391-FB7A6431DDF3}"/>
                </a:ext>
              </a:extLst>
            </p:cNvPr>
            <p:cNvCxnSpPr>
              <a:cxnSpLocks/>
              <a:stCxn id="24" idx="2"/>
            </p:cNvCxnSpPr>
            <p:nvPr/>
          </p:nvCxnSpPr>
          <p:spPr>
            <a:xfrm flipH="1">
              <a:off x="5501895" y="2955208"/>
              <a:ext cx="1866622" cy="934110"/>
            </a:xfrm>
            <a:prstGeom prst="straightConnector1">
              <a:avLst/>
            </a:prstGeom>
            <a:ln>
              <a:tailEnd type="triangle"/>
            </a:ln>
          </p:spPr>
          <p:style>
            <a:lnRef idx="3">
              <a:schemeClr val="accent6"/>
            </a:lnRef>
            <a:fillRef idx="0">
              <a:schemeClr val="accent6"/>
            </a:fillRef>
            <a:effectRef idx="2">
              <a:schemeClr val="accent6"/>
            </a:effectRef>
            <a:fontRef idx="minor">
              <a:schemeClr val="tx1"/>
            </a:fontRef>
          </p:style>
        </p:cxnSp>
      </p:grpSp>
    </p:spTree>
    <p:extLst>
      <p:ext uri="{BB962C8B-B14F-4D97-AF65-F5344CB8AC3E}">
        <p14:creationId xmlns:p14="http://schemas.microsoft.com/office/powerpoint/2010/main" val="25821525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1000"/>
                                        <p:tgtEl>
                                          <p:spTgt spid="2"/>
                                        </p:tgtEl>
                                      </p:cBhvr>
                                    </p:animEffect>
                                    <p:anim calcmode="lin" valueType="num">
                                      <p:cBhvr>
                                        <p:cTn id="13" dur="1000" fill="hold"/>
                                        <p:tgtEl>
                                          <p:spTgt spid="2"/>
                                        </p:tgtEl>
                                        <p:attrNameLst>
                                          <p:attrName>ppt_x</p:attrName>
                                        </p:attrNameLst>
                                      </p:cBhvr>
                                      <p:tavLst>
                                        <p:tav tm="0">
                                          <p:val>
                                            <p:strVal val="#ppt_x"/>
                                          </p:val>
                                        </p:tav>
                                        <p:tav tm="100000">
                                          <p:val>
                                            <p:strVal val="#ppt_x"/>
                                          </p:val>
                                        </p:tav>
                                      </p:tavLst>
                                    </p:anim>
                                    <p:anim calcmode="lin" valueType="num">
                                      <p:cBhvr>
                                        <p:cTn id="14"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1" fill="hold" nodeType="click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wipe(up)">
                                      <p:cBhvr>
                                        <p:cTn id="19" dur="500"/>
                                        <p:tgtEl>
                                          <p:spTgt spid="9"/>
                                        </p:tgtEl>
                                      </p:cBhvr>
                                    </p:animEffect>
                                  </p:childTnLst>
                                </p:cTn>
                              </p:par>
                              <p:par>
                                <p:cTn id="20" presetID="22" presetClass="entr" presetSubtype="1" fill="hold"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wipe(up)">
                                      <p:cBhvr>
                                        <p:cTn id="22" dur="500"/>
                                        <p:tgtEl>
                                          <p:spTgt spid="12"/>
                                        </p:tgtEl>
                                      </p:cBhvr>
                                    </p:animEffect>
                                  </p:childTnLst>
                                </p:cTn>
                              </p:par>
                            </p:childTnLst>
                          </p:cTn>
                        </p:par>
                        <p:par>
                          <p:cTn id="23" fill="hold">
                            <p:stCondLst>
                              <p:cond delay="500"/>
                            </p:stCondLst>
                            <p:childTnLst>
                              <p:par>
                                <p:cTn id="24" presetID="10" presetClass="entr" presetSubtype="0" fill="hold" grpId="0" nodeType="afterEffect">
                                  <p:stCondLst>
                                    <p:cond delay="0"/>
                                  </p:stCondLst>
                                  <p:childTnLst>
                                    <p:set>
                                      <p:cBhvr>
                                        <p:cTn id="25" dur="1" fill="hold">
                                          <p:stCondLst>
                                            <p:cond delay="0"/>
                                          </p:stCondLst>
                                        </p:cTn>
                                        <p:tgtEl>
                                          <p:spTgt spid="21"/>
                                        </p:tgtEl>
                                        <p:attrNameLst>
                                          <p:attrName>style.visibility</p:attrName>
                                        </p:attrNameLst>
                                      </p:cBhvr>
                                      <p:to>
                                        <p:strVal val="visible"/>
                                      </p:to>
                                    </p:set>
                                    <p:animEffect transition="in" filter="fade">
                                      <p:cBhvr>
                                        <p:cTn id="26" dur="500"/>
                                        <p:tgtEl>
                                          <p:spTgt spid="21"/>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fade">
                                      <p:cBhvr>
                                        <p:cTn id="29" dur="500"/>
                                        <p:tgtEl>
                                          <p:spTgt spid="24"/>
                                        </p:tgtEl>
                                      </p:cBhvr>
                                    </p:animEffect>
                                  </p:childTnLst>
                                </p:cTn>
                              </p:par>
                            </p:childTnLst>
                          </p:cTn>
                        </p:par>
                      </p:childTnLst>
                    </p:cTn>
                  </p:par>
                  <p:par>
                    <p:cTn id="30" fill="hold">
                      <p:stCondLst>
                        <p:cond delay="indefinite"/>
                      </p:stCondLst>
                      <p:childTnLst>
                        <p:par>
                          <p:cTn id="31" fill="hold">
                            <p:stCondLst>
                              <p:cond delay="0"/>
                            </p:stCondLst>
                            <p:childTnLst>
                              <p:par>
                                <p:cTn id="32" presetID="47" presetClass="entr" presetSubtype="0" fill="hold" grpId="0" nodeType="click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fade">
                                      <p:cBhvr>
                                        <p:cTn id="34" dur="1000"/>
                                        <p:tgtEl>
                                          <p:spTgt spid="5"/>
                                        </p:tgtEl>
                                      </p:cBhvr>
                                    </p:animEffect>
                                    <p:anim calcmode="lin" valueType="num">
                                      <p:cBhvr>
                                        <p:cTn id="35" dur="1000" fill="hold"/>
                                        <p:tgtEl>
                                          <p:spTgt spid="5"/>
                                        </p:tgtEl>
                                        <p:attrNameLst>
                                          <p:attrName>ppt_x</p:attrName>
                                        </p:attrNameLst>
                                      </p:cBhvr>
                                      <p:tavLst>
                                        <p:tav tm="0">
                                          <p:val>
                                            <p:strVal val="#ppt_x"/>
                                          </p:val>
                                        </p:tav>
                                        <p:tav tm="100000">
                                          <p:val>
                                            <p:strVal val="#ppt_x"/>
                                          </p:val>
                                        </p:tav>
                                      </p:tavLst>
                                    </p:anim>
                                    <p:anim calcmode="lin" valueType="num">
                                      <p:cBhvr>
                                        <p:cTn id="3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53" presetClass="entr" presetSubtype="16" fill="hold" grpId="0" nodeType="clickEffect">
                                  <p:stCondLst>
                                    <p:cond delay="0"/>
                                  </p:stCondLst>
                                  <p:childTnLst>
                                    <p:set>
                                      <p:cBhvr>
                                        <p:cTn id="40" dur="1" fill="hold">
                                          <p:stCondLst>
                                            <p:cond delay="0"/>
                                          </p:stCondLst>
                                        </p:cTn>
                                        <p:tgtEl>
                                          <p:spTgt spid="6"/>
                                        </p:tgtEl>
                                        <p:attrNameLst>
                                          <p:attrName>style.visibility</p:attrName>
                                        </p:attrNameLst>
                                      </p:cBhvr>
                                      <p:to>
                                        <p:strVal val="visible"/>
                                      </p:to>
                                    </p:set>
                                    <p:anim calcmode="lin" valueType="num">
                                      <p:cBhvr>
                                        <p:cTn id="41" dur="500" fill="hold"/>
                                        <p:tgtEl>
                                          <p:spTgt spid="6"/>
                                        </p:tgtEl>
                                        <p:attrNameLst>
                                          <p:attrName>ppt_w</p:attrName>
                                        </p:attrNameLst>
                                      </p:cBhvr>
                                      <p:tavLst>
                                        <p:tav tm="0">
                                          <p:val>
                                            <p:fltVal val="0"/>
                                          </p:val>
                                        </p:tav>
                                        <p:tav tm="100000">
                                          <p:val>
                                            <p:strVal val="#ppt_w"/>
                                          </p:val>
                                        </p:tav>
                                      </p:tavLst>
                                    </p:anim>
                                    <p:anim calcmode="lin" valueType="num">
                                      <p:cBhvr>
                                        <p:cTn id="42" dur="500" fill="hold"/>
                                        <p:tgtEl>
                                          <p:spTgt spid="6"/>
                                        </p:tgtEl>
                                        <p:attrNameLst>
                                          <p:attrName>ppt_h</p:attrName>
                                        </p:attrNameLst>
                                      </p:cBhvr>
                                      <p:tavLst>
                                        <p:tav tm="0">
                                          <p:val>
                                            <p:fltVal val="0"/>
                                          </p:val>
                                        </p:tav>
                                        <p:tav tm="100000">
                                          <p:val>
                                            <p:strVal val="#ppt_h"/>
                                          </p:val>
                                        </p:tav>
                                      </p:tavLst>
                                    </p:anim>
                                    <p:animEffect transition="in" filter="fade">
                                      <p:cBhvr>
                                        <p:cTn id="43" dur="500"/>
                                        <p:tgtEl>
                                          <p:spTgt spid="6"/>
                                        </p:tgtEl>
                                      </p:cBhvr>
                                    </p:animEffec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3"/>
                                        </p:tgtEl>
                                        <p:attrNameLst>
                                          <p:attrName>style.visibility</p:attrName>
                                        </p:attrNameLst>
                                      </p:cBhvr>
                                      <p:to>
                                        <p:strVal val="visible"/>
                                      </p:to>
                                    </p:set>
                                  </p:childTnLst>
                                </p:cTn>
                              </p:par>
                            </p:childTnLst>
                          </p:cTn>
                        </p:par>
                        <p:par>
                          <p:cTn id="48" fill="hold">
                            <p:stCondLst>
                              <p:cond delay="0"/>
                            </p:stCondLst>
                            <p:childTnLst>
                              <p:par>
                                <p:cTn id="49" presetID="35" presetClass="emph" presetSubtype="0" repeatCount="5000" fill="hold" grpId="1" nodeType="afterEffect">
                                  <p:stCondLst>
                                    <p:cond delay="0"/>
                                  </p:stCondLst>
                                  <p:childTnLst>
                                    <p:anim calcmode="discrete" valueType="str">
                                      <p:cBhvr>
                                        <p:cTn id="50" dur="1000" fill="hold"/>
                                        <p:tgtEl>
                                          <p:spTgt spid="13"/>
                                        </p:tgtEl>
                                        <p:attrNameLst>
                                          <p:attrName>style.visibility</p:attrName>
                                        </p:attrNameLst>
                                      </p:cBhvr>
                                      <p:tavLst>
                                        <p:tav tm="0">
                                          <p:val>
                                            <p:strVal val="hidden"/>
                                          </p:val>
                                        </p:tav>
                                        <p:tav tm="50000">
                                          <p:val>
                                            <p:strVal val="visible"/>
                                          </p:val>
                                        </p:tav>
                                      </p:tavLst>
                                    </p:anim>
                                  </p:childTnLst>
                                </p:cTn>
                              </p:par>
                            </p:childTnLst>
                          </p:cTn>
                        </p:par>
                      </p:childTnLst>
                    </p:cTn>
                  </p:par>
                  <p:par>
                    <p:cTn id="51" fill="hold">
                      <p:stCondLst>
                        <p:cond delay="indefinite"/>
                      </p:stCondLst>
                      <p:childTnLst>
                        <p:par>
                          <p:cTn id="52" fill="hold">
                            <p:stCondLst>
                              <p:cond delay="0"/>
                            </p:stCondLst>
                            <p:childTnLst>
                              <p:par>
                                <p:cTn id="53" presetID="22" presetClass="entr" presetSubtype="1" fill="hold" nodeType="click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wipe(up)">
                                      <p:cBhvr>
                                        <p:cTn id="55" dur="500"/>
                                        <p:tgtEl>
                                          <p:spTgt spid="26"/>
                                        </p:tgtEl>
                                      </p:cBhvr>
                                    </p:animEffect>
                                  </p:childTnLst>
                                </p:cTn>
                              </p:par>
                            </p:childTnLst>
                          </p:cTn>
                        </p:par>
                        <p:par>
                          <p:cTn id="56" fill="hold">
                            <p:stCondLst>
                              <p:cond delay="500"/>
                            </p:stCondLst>
                            <p:childTnLst>
                              <p:par>
                                <p:cTn id="57" presetID="10" presetClass="entr" presetSubtype="0" fill="hold" nodeType="afterEffect">
                                  <p:stCondLst>
                                    <p:cond delay="0"/>
                                  </p:stCondLst>
                                  <p:childTnLst>
                                    <p:set>
                                      <p:cBhvr>
                                        <p:cTn id="58" dur="1" fill="hold">
                                          <p:stCondLst>
                                            <p:cond delay="0"/>
                                          </p:stCondLst>
                                        </p:cTn>
                                        <p:tgtEl>
                                          <p:spTgt spid="27"/>
                                        </p:tgtEl>
                                        <p:attrNameLst>
                                          <p:attrName>style.visibility</p:attrName>
                                        </p:attrNameLst>
                                      </p:cBhvr>
                                      <p:to>
                                        <p:strVal val="visible"/>
                                      </p:to>
                                    </p:set>
                                    <p:animEffect transition="in" filter="fade">
                                      <p:cBhvr>
                                        <p:cTn id="59"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 grpId="0"/>
      <p:bldP spid="21" grpId="0" animBg="1"/>
      <p:bldP spid="24" grpId="0" animBg="1"/>
      <p:bldP spid="5" grpId="0" animBg="1"/>
      <p:bldP spid="6" grpId="0" animBg="1"/>
      <p:bldP spid="13" grpId="0" animBg="1"/>
      <p:bldP spid="13" grpId="1"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BE1E9B-C978-9CF5-6134-DB5866E85528}"/>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4A97141B-FC45-FFF7-9BD5-BF401E75C7EC}"/>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A3415589-5EA7-C6C1-C86A-2543B20E95C4}"/>
              </a:ext>
            </a:extLst>
          </p:cNvPr>
          <p:cNvSpPr>
            <a:spLocks noChangeArrowheads="1"/>
          </p:cNvSpPr>
          <p:nvPr/>
        </p:nvSpPr>
        <p:spPr bwMode="auto">
          <a:xfrm>
            <a:off x="93406" y="590622"/>
            <a:ext cx="8834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无状态地址自动配置</a:t>
            </a:r>
            <a:r>
              <a:rPr lang="en-US" altLang="zh-CN" sz="2000" b="1" dirty="0">
                <a:solidFill>
                  <a:schemeClr val="bg1"/>
                </a:solidFill>
                <a:latin typeface="微软雅黑" pitchFamily="34" charset="-122"/>
                <a:ea typeface="微软雅黑" pitchFamily="34" charset="-122"/>
              </a:rPr>
              <a:t>SLAAC </a:t>
            </a:r>
            <a:endParaRPr lang="zh-CN" altLang="en-US" sz="2000" b="1" dirty="0">
              <a:solidFill>
                <a:schemeClr val="bg1"/>
              </a:solidFill>
              <a:latin typeface="微软雅黑" pitchFamily="34" charset="-122"/>
              <a:ea typeface="微软雅黑" pitchFamily="34" charset="-122"/>
            </a:endParaRPr>
          </a:p>
        </p:txBody>
      </p:sp>
      <p:sp>
        <p:nvSpPr>
          <p:cNvPr id="2" name="Rectangle 8">
            <a:extLst>
              <a:ext uri="{FF2B5EF4-FFF2-40B4-BE49-F238E27FC236}">
                <a16:creationId xmlns:a16="http://schemas.microsoft.com/office/drawing/2014/main" id="{348A8DF7-748B-EBB3-4557-64706A696C82}"/>
              </a:ext>
            </a:extLst>
          </p:cNvPr>
          <p:cNvSpPr>
            <a:spLocks noChangeArrowheads="1"/>
          </p:cNvSpPr>
          <p:nvPr/>
        </p:nvSpPr>
        <p:spPr bwMode="auto">
          <a:xfrm>
            <a:off x="559891" y="985263"/>
            <a:ext cx="8441839" cy="3433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用</a:t>
            </a:r>
            <a:r>
              <a:rPr lang="en-US" altLang="zh-CN" sz="2000" b="1" dirty="0">
                <a:latin typeface="微软雅黑" pitchFamily="34" charset="-122"/>
                <a:ea typeface="微软雅黑" pitchFamily="34" charset="-122"/>
              </a:rPr>
              <a:t>SLAAC</a:t>
            </a:r>
            <a:r>
              <a:rPr lang="zh-CN" altLang="en-US" sz="2000" b="1" dirty="0">
                <a:latin typeface="微软雅黑" pitchFamily="34" charset="-122"/>
                <a:ea typeface="微软雅黑" pitchFamily="34" charset="-122"/>
              </a:rPr>
              <a:t>生成链路本地单播地址的步骤：</a:t>
            </a:r>
            <a:endParaRPr lang="en-US" altLang="zh-CN" sz="2000" b="1" dirty="0">
              <a:latin typeface="微软雅黑" pitchFamily="34" charset="-122"/>
              <a:ea typeface="微软雅黑" pitchFamily="34" charset="-122"/>
            </a:endParaRPr>
          </a:p>
          <a:p>
            <a:pPr marL="800100" lvl="1" indent="-342900">
              <a:lnSpc>
                <a:spcPts val="33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生成接口标识符</a:t>
            </a:r>
            <a:r>
              <a:rPr lang="en-US" altLang="zh-CN" sz="2000" b="1" dirty="0">
                <a:latin typeface="微软雅黑" pitchFamily="34" charset="-122"/>
                <a:ea typeface="微软雅黑" pitchFamily="34" charset="-122"/>
              </a:rPr>
              <a:t>IID</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48</a:t>
            </a:r>
            <a:r>
              <a:rPr lang="zh-CN" altLang="en-US" sz="2000" b="1" dirty="0">
                <a:latin typeface="微软雅黑" pitchFamily="34" charset="-122"/>
                <a:ea typeface="微软雅黑" pitchFamily="34" charset="-122"/>
              </a:rPr>
              <a:t>位</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地址转换为</a:t>
            </a:r>
            <a:r>
              <a:rPr lang="en-US" altLang="zh-CN" sz="2000" b="1" dirty="0">
                <a:latin typeface="微软雅黑" pitchFamily="34" charset="-122"/>
                <a:ea typeface="微软雅黑" pitchFamily="34" charset="-122"/>
              </a:rPr>
              <a:t>EUI-64</a:t>
            </a:r>
            <a:r>
              <a:rPr lang="zh-CN" altLang="en-US" sz="2000" b="1" dirty="0">
                <a:latin typeface="微软雅黑" pitchFamily="34" charset="-122"/>
                <a:ea typeface="微软雅黑" pitchFamily="34" charset="-122"/>
              </a:rPr>
              <a:t>格式。</a:t>
            </a:r>
            <a:endParaRPr lang="en-US" altLang="zh-CN" sz="2000" b="1" dirty="0">
              <a:latin typeface="微软雅黑" pitchFamily="34" charset="-122"/>
              <a:ea typeface="微软雅黑" pitchFamily="34" charset="-122"/>
            </a:endParaRPr>
          </a:p>
          <a:p>
            <a:pPr marL="800100" lvl="1" indent="-342900">
              <a:lnSpc>
                <a:spcPts val="33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前缀部分。链路本地</a:t>
            </a:r>
            <a:r>
              <a:rPr lang="en-US" altLang="zh-CN" sz="2000" b="1" dirty="0">
                <a:latin typeface="微软雅黑" pitchFamily="34" charset="-122"/>
                <a:ea typeface="微软雅黑" pitchFamily="34" charset="-122"/>
              </a:rPr>
              <a:t>(Link local)</a:t>
            </a:r>
            <a:r>
              <a:rPr lang="zh-CN" altLang="en-US" sz="2000" b="1" dirty="0">
                <a:latin typeface="微软雅黑" pitchFamily="34" charset="-122"/>
                <a:ea typeface="微软雅黑" pitchFamily="34" charset="-122"/>
              </a:rPr>
              <a:t>的前缀是</a:t>
            </a:r>
            <a:r>
              <a:rPr lang="en-US" altLang="zh-CN" sz="2000" b="1" dirty="0">
                <a:latin typeface="微软雅黑" pitchFamily="34" charset="-122"/>
                <a:ea typeface="微软雅黑" pitchFamily="34" charset="-122"/>
              </a:rPr>
              <a:t>fe80::/64</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800100" lvl="1" indent="-342900">
              <a:lnSpc>
                <a:spcPts val="33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拼接成链路本地单播地址：</a:t>
            </a:r>
            <a:r>
              <a:rPr lang="pt-BR" altLang="zh-CN" sz="2000" b="1" dirty="0">
                <a:latin typeface="微软雅黑" pitchFamily="34" charset="-122"/>
                <a:ea typeface="微软雅黑" pitchFamily="34" charset="-122"/>
              </a:rPr>
              <a:t>fe80::021a:2bff:fe3c:4d5e/64</a:t>
            </a:r>
            <a:r>
              <a:rPr lang="zh-CN" altLang="en-US" sz="2000" b="1" dirty="0">
                <a:latin typeface="微软雅黑" pitchFamily="34" charset="-122"/>
                <a:ea typeface="微软雅黑" pitchFamily="34" charset="-122"/>
              </a:rPr>
              <a:t>。</a:t>
            </a:r>
            <a:endParaRPr lang="pt-BR" altLang="zh-CN" sz="2000" b="1" dirty="0">
              <a:latin typeface="微软雅黑" pitchFamily="34" charset="-122"/>
              <a:ea typeface="微软雅黑" pitchFamily="34" charset="-122"/>
            </a:endParaRPr>
          </a:p>
          <a:p>
            <a:pPr marL="800100" lvl="1" indent="-342900">
              <a:lnSpc>
                <a:spcPts val="33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唯一性验证。执行重复地址检测</a:t>
            </a:r>
            <a:r>
              <a:rPr lang="en-US" altLang="zh-CN" sz="2000" b="1" dirty="0">
                <a:latin typeface="微软雅黑" pitchFamily="34" charset="-122"/>
                <a:ea typeface="微软雅黑" pitchFamily="34" charset="-122"/>
              </a:rPr>
              <a:t>DAD (Duplicate Address Detection)</a:t>
            </a:r>
            <a:r>
              <a:rPr lang="zh-CN" altLang="en-US" sz="2000" b="1" dirty="0">
                <a:latin typeface="微软雅黑" pitchFamily="34" charset="-122"/>
                <a:ea typeface="微软雅黑" pitchFamily="34" charset="-122"/>
              </a:rPr>
              <a:t>，发送邻居寻找报文</a:t>
            </a:r>
            <a:r>
              <a:rPr lang="en-US" altLang="zh-CN" sz="2000" b="1" dirty="0">
                <a:latin typeface="微软雅黑" pitchFamily="34" charset="-122"/>
                <a:ea typeface="微软雅黑" pitchFamily="34" charset="-122"/>
              </a:rPr>
              <a:t>NS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800100" lvl="1" indent="-342900">
              <a:lnSpc>
                <a:spcPts val="33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监听响应。若在一段预定时间内，没有收到邻居通知报文</a:t>
            </a:r>
            <a:r>
              <a:rPr lang="en-US" altLang="zh-CN" sz="2000" b="1" dirty="0">
                <a:latin typeface="微软雅黑" pitchFamily="34" charset="-122"/>
                <a:ea typeface="微软雅黑" pitchFamily="34" charset="-122"/>
              </a:rPr>
              <a:t>NA</a:t>
            </a:r>
            <a:r>
              <a:rPr lang="zh-CN" altLang="en-US" sz="2000" b="1" dirty="0">
                <a:latin typeface="微软雅黑" pitchFamily="34" charset="-122"/>
                <a:ea typeface="微软雅黑" pitchFamily="34" charset="-122"/>
              </a:rPr>
              <a:t>表示存在相同地址，则认为该</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地址在本网络中唯一。</a:t>
            </a:r>
          </a:p>
        </p:txBody>
      </p:sp>
    </p:spTree>
    <p:extLst>
      <p:ext uri="{BB962C8B-B14F-4D97-AF65-F5344CB8AC3E}">
        <p14:creationId xmlns:p14="http://schemas.microsoft.com/office/powerpoint/2010/main" val="277545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fade">
                                      <p:cBhvr>
                                        <p:cTn id="7" dur="1000"/>
                                        <p:tgtEl>
                                          <p:spTgt spid="2">
                                            <p:txEl>
                                              <p:pRg st="2" end="2"/>
                                            </p:txEl>
                                          </p:spTgt>
                                        </p:tgtEl>
                                      </p:cBhvr>
                                    </p:animEffect>
                                    <p:anim calcmode="lin" valueType="num">
                                      <p:cBhvr>
                                        <p:cTn id="8"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3" end="3"/>
                                            </p:txEl>
                                          </p:spTgt>
                                        </p:tgtEl>
                                        <p:attrNameLst>
                                          <p:attrName>style.visibility</p:attrName>
                                        </p:attrNameLst>
                                      </p:cBhvr>
                                      <p:to>
                                        <p:strVal val="visible"/>
                                      </p:to>
                                    </p:set>
                                    <p:animEffect transition="in" filter="fade">
                                      <p:cBhvr>
                                        <p:cTn id="14" dur="1000"/>
                                        <p:tgtEl>
                                          <p:spTgt spid="2">
                                            <p:txEl>
                                              <p:pRg st="3" end="3"/>
                                            </p:txEl>
                                          </p:spTgt>
                                        </p:tgtEl>
                                      </p:cBhvr>
                                    </p:animEffect>
                                    <p:anim calcmode="lin" valueType="num">
                                      <p:cBhvr>
                                        <p:cTn id="15"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4" end="4"/>
                                            </p:txEl>
                                          </p:spTgt>
                                        </p:tgtEl>
                                        <p:attrNameLst>
                                          <p:attrName>style.visibility</p:attrName>
                                        </p:attrNameLst>
                                      </p:cBhvr>
                                      <p:to>
                                        <p:strVal val="visible"/>
                                      </p:to>
                                    </p:set>
                                    <p:animEffect transition="in" filter="fade">
                                      <p:cBhvr>
                                        <p:cTn id="21" dur="1000"/>
                                        <p:tgtEl>
                                          <p:spTgt spid="2">
                                            <p:txEl>
                                              <p:pRg st="4" end="4"/>
                                            </p:txEl>
                                          </p:spTgt>
                                        </p:tgtEl>
                                      </p:cBhvr>
                                    </p:animEffect>
                                    <p:anim calcmode="lin" valueType="num">
                                      <p:cBhvr>
                                        <p:cTn id="22"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
                                            <p:txEl>
                                              <p:pRg st="5" end="5"/>
                                            </p:txEl>
                                          </p:spTgt>
                                        </p:tgtEl>
                                        <p:attrNameLst>
                                          <p:attrName>style.visibility</p:attrName>
                                        </p:attrNameLst>
                                      </p:cBhvr>
                                      <p:to>
                                        <p:strVal val="visible"/>
                                      </p:to>
                                    </p:set>
                                    <p:animEffect transition="in" filter="fade">
                                      <p:cBhvr>
                                        <p:cTn id="28" dur="1000"/>
                                        <p:tgtEl>
                                          <p:spTgt spid="2">
                                            <p:txEl>
                                              <p:pRg st="5" end="5"/>
                                            </p:txEl>
                                          </p:spTgt>
                                        </p:tgtEl>
                                      </p:cBhvr>
                                    </p:animEffect>
                                    <p:anim calcmode="lin" valueType="num">
                                      <p:cBhvr>
                                        <p:cTn id="29" dur="1000" fill="hold"/>
                                        <p:tgtEl>
                                          <p:spTgt spid="2">
                                            <p:txEl>
                                              <p:pRg st="5" end="5"/>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9201FB-4030-7E64-2B45-7186339E6823}"/>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487F85D6-C1C6-4E9F-8D35-DA0D348037CC}"/>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61106575-6194-B952-477A-7B8247B1BC61}"/>
              </a:ext>
            </a:extLst>
          </p:cNvPr>
          <p:cNvSpPr>
            <a:spLocks noChangeArrowheads="1"/>
          </p:cNvSpPr>
          <p:nvPr/>
        </p:nvSpPr>
        <p:spPr bwMode="auto">
          <a:xfrm>
            <a:off x="93406" y="590622"/>
            <a:ext cx="8834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无状态地址自动配置</a:t>
            </a:r>
            <a:r>
              <a:rPr lang="en-US" altLang="zh-CN" sz="2000" b="1" dirty="0">
                <a:solidFill>
                  <a:schemeClr val="bg1"/>
                </a:solidFill>
                <a:latin typeface="微软雅黑" pitchFamily="34" charset="-122"/>
                <a:ea typeface="微软雅黑" pitchFamily="34" charset="-122"/>
              </a:rPr>
              <a:t>SLAAC </a:t>
            </a:r>
            <a:endParaRPr lang="zh-CN" altLang="en-US" sz="2000" b="1" dirty="0">
              <a:solidFill>
                <a:schemeClr val="bg1"/>
              </a:solidFill>
              <a:latin typeface="微软雅黑" pitchFamily="34" charset="-122"/>
              <a:ea typeface="微软雅黑" pitchFamily="34" charset="-122"/>
            </a:endParaRPr>
          </a:p>
        </p:txBody>
      </p:sp>
      <p:sp>
        <p:nvSpPr>
          <p:cNvPr id="2" name="Rectangle 8">
            <a:extLst>
              <a:ext uri="{FF2B5EF4-FFF2-40B4-BE49-F238E27FC236}">
                <a16:creationId xmlns:a16="http://schemas.microsoft.com/office/drawing/2014/main" id="{2E0512EB-3538-5546-2200-55B9CE88CBED}"/>
              </a:ext>
            </a:extLst>
          </p:cNvPr>
          <p:cNvSpPr>
            <a:spLocks noChangeArrowheads="1"/>
          </p:cNvSpPr>
          <p:nvPr/>
        </p:nvSpPr>
        <p:spPr bwMode="auto">
          <a:xfrm>
            <a:off x="559891" y="985263"/>
            <a:ext cx="8441839" cy="30099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300"/>
              </a:lnSpc>
              <a:buClr>
                <a:srgbClr val="0070C0"/>
              </a:buClr>
              <a:buFont typeface="Wingdings" panose="05000000000000000000" pitchFamily="2" charset="2"/>
              <a:buChar char="l"/>
            </a:pPr>
            <a:r>
              <a:rPr lang="en-US" altLang="zh-CN" sz="2000" b="1" dirty="0">
                <a:latin typeface="微软雅黑" pitchFamily="34" charset="-122"/>
                <a:ea typeface="微软雅黑" pitchFamily="34" charset="-122"/>
              </a:rPr>
              <a:t>SLAAC</a:t>
            </a:r>
            <a:r>
              <a:rPr lang="zh-CN" altLang="en-US" sz="2000" b="1" dirty="0">
                <a:latin typeface="微软雅黑" pitchFamily="34" charset="-122"/>
                <a:ea typeface="微软雅黑" pitchFamily="34" charset="-122"/>
              </a:rPr>
              <a:t>中的“</a:t>
            </a:r>
            <a:r>
              <a:rPr lang="zh-CN" altLang="en-US" sz="2000" b="1" dirty="0">
                <a:solidFill>
                  <a:srgbClr val="C00000"/>
                </a:solidFill>
                <a:latin typeface="微软雅黑" pitchFamily="34" charset="-122"/>
                <a:ea typeface="微软雅黑" pitchFamily="34" charset="-122"/>
              </a:rPr>
              <a:t>无状态</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(Stateless)</a:t>
            </a:r>
            <a:r>
              <a:rPr lang="zh-CN" altLang="en-US" sz="2000" b="1" dirty="0">
                <a:latin typeface="微软雅黑" pitchFamily="34" charset="-122"/>
                <a:ea typeface="微软雅黑" pitchFamily="34" charset="-122"/>
              </a:rPr>
              <a:t>是指在主机自行配置</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地址的过程中，网络不需要一个中央服务器来分配和管理</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a:t>
            </a:r>
            <a:endParaRPr lang="en-US" altLang="zh-CN" sz="2000" b="1" dirty="0">
              <a:latin typeface="微软雅黑" pitchFamily="34" charset="-122"/>
              <a:ea typeface="微软雅黑" pitchFamily="34" charset="-122"/>
            </a:endParaRPr>
          </a:p>
          <a:p>
            <a:pPr marL="342900" indent="-342900">
              <a:lnSpc>
                <a:spcPts val="3300"/>
              </a:lnSpc>
              <a:buClr>
                <a:srgbClr val="0070C0"/>
              </a:buClr>
              <a:buFont typeface="Wingdings" panose="05000000000000000000" pitchFamily="2" charset="2"/>
              <a:buChar char="l"/>
            </a:pPr>
            <a:r>
              <a:rPr lang="en-US" altLang="zh-CN" sz="2000" b="1" dirty="0">
                <a:latin typeface="微软雅黑" pitchFamily="34" charset="-122"/>
                <a:ea typeface="微软雅黑" pitchFamily="34" charset="-122"/>
              </a:rPr>
              <a:t>SLAAC</a:t>
            </a:r>
            <a:r>
              <a:rPr lang="zh-CN" altLang="en-US" sz="2000" b="1" dirty="0">
                <a:latin typeface="微软雅黑" pitchFamily="34" charset="-122"/>
                <a:ea typeface="微软雅黑" pitchFamily="34" charset="-122"/>
              </a:rPr>
              <a:t>生成链路本地单播地址的好处是：</a:t>
            </a:r>
            <a:endParaRPr lang="en-US" altLang="zh-CN" sz="2000" b="1" dirty="0">
              <a:latin typeface="微软雅黑" pitchFamily="34" charset="-122"/>
              <a:ea typeface="微软雅黑" pitchFamily="34" charset="-122"/>
            </a:endParaRPr>
          </a:p>
          <a:p>
            <a:pPr marL="269875">
              <a:lnSpc>
                <a:spcPts val="3300"/>
              </a:lnSpc>
              <a:buClr>
                <a:srgbClr val="0070C0"/>
              </a:buClr>
            </a:pPr>
            <a:r>
              <a:rPr lang="zh-CN" altLang="en-US" sz="2000" b="1" dirty="0">
                <a:latin typeface="微软雅黑" pitchFamily="34" charset="-122"/>
                <a:ea typeface="微软雅黑" pitchFamily="34" charset="-122"/>
              </a:rPr>
              <a:t>在主机首次连接到网络时，在不依赖网络上的其他任何设备（如服务器或路由器）的情况下，就自动获得了链路本地地址，使主机能够在本地链路上进行通信。这对于发送和接收路由器通知和路由器寻找报文是方便和非常重要的。</a:t>
            </a:r>
          </a:p>
        </p:txBody>
      </p:sp>
    </p:spTree>
    <p:extLst>
      <p:ext uri="{BB962C8B-B14F-4D97-AF65-F5344CB8AC3E}">
        <p14:creationId xmlns:p14="http://schemas.microsoft.com/office/powerpoint/2010/main" val="35428252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6AF8F3-787D-418E-F375-D3FBCFCA0F11}"/>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10E9AD31-A6DF-347F-5DCB-5ABD2095F31F}"/>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FA67F448-8D30-B9AD-B862-0BE0A5C2E92E}"/>
              </a:ext>
            </a:extLst>
          </p:cNvPr>
          <p:cNvSpPr>
            <a:spLocks noChangeArrowheads="1"/>
          </p:cNvSpPr>
          <p:nvPr/>
        </p:nvSpPr>
        <p:spPr bwMode="auto">
          <a:xfrm>
            <a:off x="93406" y="590622"/>
            <a:ext cx="8834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无状态地址自动配置</a:t>
            </a:r>
            <a:r>
              <a:rPr lang="en-US" altLang="zh-CN" sz="2000" b="1" dirty="0">
                <a:solidFill>
                  <a:schemeClr val="bg1"/>
                </a:solidFill>
                <a:latin typeface="微软雅黑" pitchFamily="34" charset="-122"/>
                <a:ea typeface="微软雅黑" pitchFamily="34" charset="-122"/>
              </a:rPr>
              <a:t>SLAAC </a:t>
            </a:r>
            <a:endParaRPr lang="zh-CN" altLang="en-US" sz="2000" b="1" dirty="0">
              <a:solidFill>
                <a:schemeClr val="bg1"/>
              </a:solidFill>
              <a:latin typeface="微软雅黑" pitchFamily="34" charset="-122"/>
              <a:ea typeface="微软雅黑" pitchFamily="34" charset="-122"/>
            </a:endParaRPr>
          </a:p>
        </p:txBody>
      </p:sp>
      <p:sp>
        <p:nvSpPr>
          <p:cNvPr id="2" name="Rectangle 8">
            <a:extLst>
              <a:ext uri="{FF2B5EF4-FFF2-40B4-BE49-F238E27FC236}">
                <a16:creationId xmlns:a16="http://schemas.microsoft.com/office/drawing/2014/main" id="{9D8ECDFF-9484-EF4B-1002-8704220CAA26}"/>
              </a:ext>
            </a:extLst>
          </p:cNvPr>
          <p:cNvSpPr>
            <a:spLocks noChangeArrowheads="1"/>
          </p:cNvSpPr>
          <p:nvPr/>
        </p:nvSpPr>
        <p:spPr bwMode="auto">
          <a:xfrm>
            <a:off x="559891" y="985263"/>
            <a:ext cx="8441839" cy="25867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利用链路本地地址生成全球单播地址：</a:t>
            </a:r>
            <a:endParaRPr lang="en-US" altLang="zh-CN" sz="2000" b="1" dirty="0">
              <a:latin typeface="微软雅黑" pitchFamily="34" charset="-122"/>
              <a:ea typeface="微软雅黑" pitchFamily="34" charset="-122"/>
            </a:endParaRPr>
          </a:p>
          <a:p>
            <a:pPr marL="800100" lvl="1" indent="-342900">
              <a:lnSpc>
                <a:spcPts val="33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接收路由器通告报文</a:t>
            </a:r>
            <a:r>
              <a:rPr lang="en-US" altLang="zh-CN" sz="2000" b="1" dirty="0">
                <a:latin typeface="微软雅黑" pitchFamily="34" charset="-122"/>
                <a:ea typeface="微软雅黑" pitchFamily="34" charset="-122"/>
              </a:rPr>
              <a:t>RA</a:t>
            </a:r>
            <a:r>
              <a:rPr lang="zh-CN" altLang="en-US" sz="2000" b="1" dirty="0">
                <a:latin typeface="微软雅黑" pitchFamily="34" charset="-122"/>
                <a:ea typeface="微软雅黑" pitchFamily="34" charset="-122"/>
              </a:rPr>
              <a:t>，获取所在网络的网络前缀。</a:t>
            </a:r>
            <a:endParaRPr lang="en-US" altLang="zh-CN" sz="2000" b="1" dirty="0">
              <a:latin typeface="微软雅黑" pitchFamily="34" charset="-122"/>
              <a:ea typeface="微软雅黑" pitchFamily="34" charset="-122"/>
            </a:endParaRPr>
          </a:p>
          <a:p>
            <a:pPr marL="800100" lvl="1" indent="-342900">
              <a:lnSpc>
                <a:spcPts val="33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构建</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地址，将得到的网络前缀与 </a:t>
            </a:r>
            <a:r>
              <a:rPr lang="en-US" altLang="zh-CN" sz="2000" b="1" dirty="0">
                <a:latin typeface="微软雅黑" pitchFamily="34" charset="-122"/>
                <a:ea typeface="微软雅黑" pitchFamily="34" charset="-122"/>
              </a:rPr>
              <a:t>64 </a:t>
            </a:r>
            <a:r>
              <a:rPr lang="zh-CN" altLang="en-US" sz="2000" b="1" dirty="0">
                <a:latin typeface="微软雅黑" pitchFamily="34" charset="-122"/>
                <a:ea typeface="微软雅黑" pitchFamily="34" charset="-122"/>
              </a:rPr>
              <a:t>位接口标识符</a:t>
            </a:r>
            <a:r>
              <a:rPr lang="en-US" altLang="zh-CN" sz="2000" b="1" dirty="0">
                <a:latin typeface="微软雅黑" pitchFamily="34" charset="-122"/>
                <a:ea typeface="微软雅黑" pitchFamily="34" charset="-122"/>
              </a:rPr>
              <a:t>IID </a:t>
            </a:r>
            <a:r>
              <a:rPr lang="zh-CN" altLang="en-US" sz="2000" b="1" dirty="0">
                <a:latin typeface="微软雅黑" pitchFamily="34" charset="-122"/>
                <a:ea typeface="微软雅黑" pitchFamily="34" charset="-122"/>
              </a:rPr>
              <a:t>拼接生成全球单播地址。</a:t>
            </a:r>
            <a:endParaRPr lang="en-US" altLang="zh-CN" sz="2000" b="1" dirty="0">
              <a:latin typeface="微软雅黑" pitchFamily="34" charset="-122"/>
              <a:ea typeface="微软雅黑" pitchFamily="34" charset="-122"/>
            </a:endParaRPr>
          </a:p>
          <a:p>
            <a:pPr marL="800100" lvl="1" indent="-342900">
              <a:lnSpc>
                <a:spcPts val="33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主机也可以主动发送路由器寻找报文</a:t>
            </a:r>
            <a:r>
              <a:rPr lang="en-US" altLang="zh-CN" sz="2000" b="1" dirty="0">
                <a:latin typeface="微软雅黑" pitchFamily="34" charset="-122"/>
                <a:ea typeface="微软雅黑" pitchFamily="34" charset="-122"/>
              </a:rPr>
              <a:t>RS</a:t>
            </a:r>
            <a:r>
              <a:rPr lang="zh-CN" altLang="en-US" sz="2000" b="1" dirty="0">
                <a:latin typeface="微软雅黑" pitchFamily="34" charset="-122"/>
                <a:ea typeface="微软雅黑" pitchFamily="34" charset="-122"/>
              </a:rPr>
              <a:t>，收到</a:t>
            </a:r>
            <a:r>
              <a:rPr lang="en-US" altLang="zh-CN" sz="2000" b="1" dirty="0">
                <a:latin typeface="微软雅黑" pitchFamily="34" charset="-122"/>
                <a:ea typeface="微软雅黑" pitchFamily="34" charset="-122"/>
              </a:rPr>
              <a:t>RS</a:t>
            </a:r>
            <a:r>
              <a:rPr lang="zh-CN" altLang="en-US" sz="2000" b="1" dirty="0">
                <a:latin typeface="微软雅黑" pitchFamily="34" charset="-122"/>
                <a:ea typeface="微软雅黑" pitchFamily="34" charset="-122"/>
              </a:rPr>
              <a:t>报文的路由器就向发送</a:t>
            </a:r>
            <a:r>
              <a:rPr lang="en-US" altLang="zh-CN" sz="2000" b="1" dirty="0">
                <a:latin typeface="微软雅黑" pitchFamily="34" charset="-122"/>
                <a:ea typeface="微软雅黑" pitchFamily="34" charset="-122"/>
              </a:rPr>
              <a:t>RS</a:t>
            </a:r>
            <a:r>
              <a:rPr lang="zh-CN" altLang="en-US" sz="2000" b="1" dirty="0">
                <a:latin typeface="微软雅黑" pitchFamily="34" charset="-122"/>
                <a:ea typeface="微软雅黑" pitchFamily="34" charset="-122"/>
              </a:rPr>
              <a:t>报文的主机发送路由器通告报文</a:t>
            </a:r>
            <a:r>
              <a:rPr lang="en-US" altLang="zh-CN" sz="2000" b="1" dirty="0">
                <a:latin typeface="微软雅黑" pitchFamily="34" charset="-122"/>
                <a:ea typeface="微软雅黑" pitchFamily="34" charset="-122"/>
              </a:rPr>
              <a:t>RA</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4222748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8728CE-F2FF-EDD9-E0FB-B97CF0E91C91}"/>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730F1C51-A942-2315-078C-58A60124B3E7}"/>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20BA0C41-BC89-7408-5EBF-FA65EA753A56}"/>
              </a:ext>
            </a:extLst>
          </p:cNvPr>
          <p:cNvSpPr>
            <a:spLocks noChangeArrowheads="1"/>
          </p:cNvSpPr>
          <p:nvPr/>
        </p:nvSpPr>
        <p:spPr bwMode="auto">
          <a:xfrm>
            <a:off x="93406" y="590622"/>
            <a:ext cx="8834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IPv6</a:t>
            </a:r>
            <a:r>
              <a:rPr lang="zh-CN" altLang="en-US" sz="2000" b="1" dirty="0">
                <a:solidFill>
                  <a:schemeClr val="bg1"/>
                </a:solidFill>
                <a:latin typeface="微软雅黑" pitchFamily="34" charset="-122"/>
                <a:ea typeface="微软雅黑" pitchFamily="34" charset="-122"/>
              </a:rPr>
              <a:t>的动态主机配置协议</a:t>
            </a:r>
            <a:r>
              <a:rPr lang="en-US" altLang="zh-CN" sz="2000" b="1" dirty="0">
                <a:solidFill>
                  <a:schemeClr val="bg1"/>
                </a:solidFill>
                <a:latin typeface="微软雅黑" pitchFamily="34" charset="-122"/>
                <a:ea typeface="微软雅黑" pitchFamily="34" charset="-122"/>
              </a:rPr>
              <a:t>DHCPv6</a:t>
            </a:r>
            <a:endParaRPr lang="zh-CN" altLang="en-US" sz="2000" b="1" dirty="0">
              <a:solidFill>
                <a:schemeClr val="bg1"/>
              </a:solidFill>
              <a:latin typeface="微软雅黑" pitchFamily="34" charset="-122"/>
              <a:ea typeface="微软雅黑" pitchFamily="34" charset="-122"/>
            </a:endParaRPr>
          </a:p>
        </p:txBody>
      </p:sp>
      <p:sp>
        <p:nvSpPr>
          <p:cNvPr id="2" name="Rectangle 8">
            <a:extLst>
              <a:ext uri="{FF2B5EF4-FFF2-40B4-BE49-F238E27FC236}">
                <a16:creationId xmlns:a16="http://schemas.microsoft.com/office/drawing/2014/main" id="{879BF214-545F-51A2-3822-3EB1C2475E62}"/>
              </a:ext>
            </a:extLst>
          </p:cNvPr>
          <p:cNvSpPr>
            <a:spLocks noChangeArrowheads="1"/>
          </p:cNvSpPr>
          <p:nvPr/>
        </p:nvSpPr>
        <p:spPr bwMode="auto">
          <a:xfrm>
            <a:off x="559891" y="985263"/>
            <a:ext cx="8441839" cy="1317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300"/>
              </a:lnSpc>
              <a:buClr>
                <a:srgbClr val="0070C0"/>
              </a:buClr>
              <a:buFont typeface="Wingdings" panose="05000000000000000000" pitchFamily="2" charset="2"/>
              <a:buChar char="l"/>
            </a:pP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的动态主机配置协议</a:t>
            </a:r>
            <a:r>
              <a:rPr lang="en-US" altLang="zh-CN" sz="2000" b="1" dirty="0">
                <a:latin typeface="微软雅黑" pitchFamily="34" charset="-122"/>
                <a:ea typeface="微软雅黑" pitchFamily="34" charset="-122"/>
              </a:rPr>
              <a:t>DHCPv6</a:t>
            </a:r>
            <a:r>
              <a:rPr lang="zh-CN" altLang="en-US" sz="2000" b="1" dirty="0">
                <a:latin typeface="微软雅黑" pitchFamily="34" charset="-122"/>
                <a:ea typeface="微软雅黑" pitchFamily="34" charset="-122"/>
              </a:rPr>
              <a:t>有两种：</a:t>
            </a:r>
            <a:endParaRPr lang="en-US" altLang="zh-CN" sz="2000" b="1" dirty="0">
              <a:latin typeface="微软雅黑" pitchFamily="34" charset="-122"/>
              <a:ea typeface="微软雅黑" pitchFamily="34" charset="-122"/>
            </a:endParaRPr>
          </a:p>
          <a:p>
            <a:pPr marL="800100" lvl="1" indent="-342900">
              <a:lnSpc>
                <a:spcPts val="33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有状态的</a:t>
            </a:r>
            <a:r>
              <a:rPr lang="en-US" altLang="zh-CN" sz="2000" b="1" dirty="0">
                <a:latin typeface="微软雅黑" pitchFamily="34" charset="-122"/>
                <a:ea typeface="微软雅黑" pitchFamily="34" charset="-122"/>
              </a:rPr>
              <a:t>DHCPv6</a:t>
            </a:r>
          </a:p>
          <a:p>
            <a:pPr marL="800100" lvl="1" indent="-342900">
              <a:lnSpc>
                <a:spcPts val="33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无状态的</a:t>
            </a:r>
            <a:r>
              <a:rPr lang="en-US" altLang="zh-CN" sz="2000" b="1" dirty="0">
                <a:latin typeface="微软雅黑" pitchFamily="34" charset="-122"/>
                <a:ea typeface="微软雅黑" pitchFamily="34" charset="-122"/>
              </a:rPr>
              <a:t>DHCPv6</a:t>
            </a:r>
          </a:p>
        </p:txBody>
      </p:sp>
    </p:spTree>
    <p:extLst>
      <p:ext uri="{BB962C8B-B14F-4D97-AF65-F5344CB8AC3E}">
        <p14:creationId xmlns:p14="http://schemas.microsoft.com/office/powerpoint/2010/main" val="7693784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fade">
                                      <p:cBhvr>
                                        <p:cTn id="12" dur="1000"/>
                                        <p:tgtEl>
                                          <p:spTgt spid="2">
                                            <p:txEl>
                                              <p:pRg st="1" end="1"/>
                                            </p:txEl>
                                          </p:spTgt>
                                        </p:tgtEl>
                                      </p:cBhvr>
                                    </p:animEffect>
                                    <p:anim calcmode="lin" valueType="num">
                                      <p:cBhvr>
                                        <p:cTn id="13"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4" dur="1000" fill="hold"/>
                                        <p:tgtEl>
                                          <p:spTgt spid="2">
                                            <p:txEl>
                                              <p:pRg st="1" end="1"/>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2">
                                            <p:txEl>
                                              <p:pRg st="2" end="2"/>
                                            </p:txEl>
                                          </p:spTgt>
                                        </p:tgtEl>
                                        <p:attrNameLst>
                                          <p:attrName>style.visibility</p:attrName>
                                        </p:attrNameLst>
                                      </p:cBhvr>
                                      <p:to>
                                        <p:strVal val="visible"/>
                                      </p:to>
                                    </p:set>
                                    <p:animEffect transition="in" filter="fade">
                                      <p:cBhvr>
                                        <p:cTn id="17" dur="1000"/>
                                        <p:tgtEl>
                                          <p:spTgt spid="2">
                                            <p:txEl>
                                              <p:pRg st="2" end="2"/>
                                            </p:txEl>
                                          </p:spTgt>
                                        </p:tgtEl>
                                      </p:cBhvr>
                                    </p:animEffect>
                                    <p:anim calcmode="lin" valueType="num">
                                      <p:cBhvr>
                                        <p:cTn id="18"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19"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7056EF-3C6B-6BC6-2345-927045D3A128}"/>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C56B324C-102A-2802-74DE-AF574DC493A8}"/>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266ABA5E-F10D-7EBB-3B8A-A2C9AB59F084}"/>
              </a:ext>
            </a:extLst>
          </p:cNvPr>
          <p:cNvSpPr>
            <a:spLocks noChangeArrowheads="1"/>
          </p:cNvSpPr>
          <p:nvPr/>
        </p:nvSpPr>
        <p:spPr bwMode="auto">
          <a:xfrm>
            <a:off x="93406" y="590622"/>
            <a:ext cx="8834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1</a:t>
            </a:r>
            <a:r>
              <a:rPr lang="zh-CN" altLang="en-US" sz="2000" b="1" dirty="0">
                <a:solidFill>
                  <a:schemeClr val="bg1"/>
                </a:solidFill>
                <a:latin typeface="微软雅黑" pitchFamily="34" charset="-122"/>
                <a:ea typeface="微软雅黑" pitchFamily="34" charset="-122"/>
              </a:rPr>
              <a:t>）有状态的</a:t>
            </a:r>
            <a:r>
              <a:rPr lang="en-US" altLang="zh-CN" sz="2000" b="1" dirty="0">
                <a:solidFill>
                  <a:schemeClr val="bg1"/>
                </a:solidFill>
                <a:latin typeface="微软雅黑" pitchFamily="34" charset="-122"/>
                <a:ea typeface="微软雅黑" pitchFamily="34" charset="-122"/>
              </a:rPr>
              <a:t>DHCPv6</a:t>
            </a:r>
            <a:endParaRPr lang="zh-CN" altLang="en-US" sz="2000" b="1" dirty="0">
              <a:solidFill>
                <a:schemeClr val="bg1"/>
              </a:solidFill>
              <a:latin typeface="微软雅黑" pitchFamily="34" charset="-122"/>
              <a:ea typeface="微软雅黑" pitchFamily="34" charset="-122"/>
            </a:endParaRPr>
          </a:p>
        </p:txBody>
      </p:sp>
      <p:sp>
        <p:nvSpPr>
          <p:cNvPr id="2" name="Rectangle 8">
            <a:extLst>
              <a:ext uri="{FF2B5EF4-FFF2-40B4-BE49-F238E27FC236}">
                <a16:creationId xmlns:a16="http://schemas.microsoft.com/office/drawing/2014/main" id="{1EBA42A9-2C41-B1FD-4205-7D4ED48E43DE}"/>
              </a:ext>
            </a:extLst>
          </p:cNvPr>
          <p:cNvSpPr>
            <a:spLocks noChangeArrowheads="1"/>
          </p:cNvSpPr>
          <p:nvPr/>
        </p:nvSpPr>
        <p:spPr bwMode="auto">
          <a:xfrm>
            <a:off x="559891" y="985263"/>
            <a:ext cx="8441839" cy="3856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zh-CN" altLang="en-US" sz="2000" b="1" dirty="0">
                <a:latin typeface="微软雅黑" pitchFamily="34" charset="-122"/>
                <a:ea typeface="微软雅黑" pitchFamily="34" charset="-122"/>
              </a:rPr>
              <a:t>有状态的 </a:t>
            </a:r>
            <a:r>
              <a:rPr lang="en-US" altLang="zh-CN" sz="2000" b="1" dirty="0">
                <a:latin typeface="微软雅黑" pitchFamily="34" charset="-122"/>
                <a:ea typeface="微软雅黑" pitchFamily="34" charset="-122"/>
              </a:rPr>
              <a:t>DHCPv6</a:t>
            </a:r>
            <a:r>
              <a:rPr lang="zh-CN" altLang="en-US" sz="2000" b="1" dirty="0">
                <a:latin typeface="微软雅黑" pitchFamily="34" charset="-122"/>
                <a:ea typeface="微软雅黑" pitchFamily="34" charset="-122"/>
              </a:rPr>
              <a:t> 采用客户</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服务器方式工作。最基本的</a:t>
            </a:r>
            <a:r>
              <a:rPr lang="en-US" altLang="zh-CN" sz="2000" b="1" dirty="0">
                <a:latin typeface="微软雅黑" pitchFamily="34" charset="-122"/>
                <a:ea typeface="微软雅黑" pitchFamily="34" charset="-122"/>
              </a:rPr>
              <a:t>4</a:t>
            </a:r>
            <a:r>
              <a:rPr lang="zh-CN" altLang="en-US" sz="2000" b="1" dirty="0">
                <a:latin typeface="微软雅黑" pitchFamily="34" charset="-122"/>
                <a:ea typeface="微软雅黑" pitchFamily="34" charset="-122"/>
              </a:rPr>
              <a:t>种报文：</a:t>
            </a:r>
            <a:endParaRPr lang="en-US" altLang="zh-CN" sz="2000" b="1" dirty="0">
              <a:latin typeface="微软雅黑" pitchFamily="34" charset="-122"/>
              <a:ea typeface="微软雅黑" pitchFamily="34" charset="-122"/>
            </a:endParaRPr>
          </a:p>
          <a:p>
            <a:pPr marL="342900" indent="-342900">
              <a:lnSpc>
                <a:spcPts val="3300"/>
              </a:lnSpc>
              <a:buClr>
                <a:srgbClr val="0070C0"/>
              </a:buClr>
              <a:buFont typeface="Wingdings" panose="05000000000000000000" pitchFamily="2" charset="2"/>
              <a:buChar char="ü"/>
            </a:pPr>
            <a:r>
              <a:rPr lang="zh-CN" altLang="en-US" sz="2000" b="1" dirty="0">
                <a:solidFill>
                  <a:srgbClr val="0000FF"/>
                </a:solidFill>
                <a:latin typeface="微软雅黑" pitchFamily="34" charset="-122"/>
                <a:ea typeface="微软雅黑" pitchFamily="34" charset="-122"/>
              </a:rPr>
              <a:t>寻找</a:t>
            </a:r>
            <a:r>
              <a:rPr lang="en-US" altLang="zh-CN" sz="2000" b="1" dirty="0">
                <a:solidFill>
                  <a:srgbClr val="0000FF"/>
                </a:solidFill>
                <a:latin typeface="微软雅黑" pitchFamily="34" charset="-122"/>
                <a:ea typeface="微软雅黑" pitchFamily="34" charset="-122"/>
              </a:rPr>
              <a:t>(Solicit)</a:t>
            </a:r>
            <a:r>
              <a:rPr lang="zh-CN" altLang="en-US" sz="2000" b="1" dirty="0">
                <a:solidFill>
                  <a:srgbClr val="0000FF"/>
                </a:solidFill>
                <a:latin typeface="微软雅黑" pitchFamily="34" charset="-122"/>
                <a:ea typeface="微软雅黑" pitchFamily="34" charset="-122"/>
              </a:rPr>
              <a:t>报文  </a:t>
            </a:r>
            <a:r>
              <a:rPr lang="zh-CN" altLang="en-US" sz="2000" b="1" dirty="0">
                <a:latin typeface="微软雅黑" pitchFamily="34" charset="-122"/>
                <a:ea typeface="微软雅黑" pitchFamily="34" charset="-122"/>
              </a:rPr>
              <a:t>客户端在本网络上发送寻找报文，其目的地址是发送给本网络上的所有</a:t>
            </a:r>
            <a:r>
              <a:rPr lang="en-US" altLang="zh-CN" sz="2000" b="1" dirty="0">
                <a:latin typeface="微软雅黑" pitchFamily="34" charset="-122"/>
                <a:ea typeface="微软雅黑" pitchFamily="34" charset="-122"/>
              </a:rPr>
              <a:t>DHCPv6</a:t>
            </a:r>
            <a:r>
              <a:rPr lang="zh-CN" altLang="en-US" sz="2000" b="1" dirty="0">
                <a:latin typeface="微软雅黑" pitchFamily="34" charset="-122"/>
                <a:ea typeface="微软雅黑" pitchFamily="34" charset="-122"/>
              </a:rPr>
              <a:t>的中继代理和服务器的多播地址。 </a:t>
            </a:r>
            <a:endParaRPr lang="en-US" altLang="zh-CN" sz="2000" b="1" dirty="0">
              <a:latin typeface="微软雅黑" pitchFamily="34" charset="-122"/>
              <a:ea typeface="微软雅黑" pitchFamily="34" charset="-122"/>
            </a:endParaRPr>
          </a:p>
          <a:p>
            <a:pPr marL="342900" indent="-342900">
              <a:lnSpc>
                <a:spcPts val="3300"/>
              </a:lnSpc>
              <a:buClr>
                <a:srgbClr val="0070C0"/>
              </a:buClr>
              <a:buFont typeface="Wingdings" panose="05000000000000000000" pitchFamily="2" charset="2"/>
              <a:buChar char="ü"/>
            </a:pPr>
            <a:r>
              <a:rPr lang="zh-CN" altLang="en-US" sz="2000" b="1" dirty="0">
                <a:solidFill>
                  <a:srgbClr val="0000FF"/>
                </a:solidFill>
                <a:latin typeface="微软雅黑" pitchFamily="34" charset="-122"/>
                <a:ea typeface="微软雅黑" pitchFamily="34" charset="-122"/>
              </a:rPr>
              <a:t>通告</a:t>
            </a:r>
            <a:r>
              <a:rPr lang="en-US" altLang="zh-CN" sz="2000" b="1" dirty="0">
                <a:solidFill>
                  <a:srgbClr val="0000FF"/>
                </a:solidFill>
                <a:latin typeface="微软雅黑" pitchFamily="34" charset="-122"/>
                <a:ea typeface="微软雅黑" pitchFamily="34" charset="-122"/>
              </a:rPr>
              <a:t>(Advertise)</a:t>
            </a:r>
            <a:r>
              <a:rPr lang="zh-CN" altLang="en-US" sz="2000" b="1" dirty="0">
                <a:solidFill>
                  <a:srgbClr val="0000FF"/>
                </a:solidFill>
                <a:latin typeface="微软雅黑" pitchFamily="34" charset="-122"/>
                <a:ea typeface="微软雅黑" pitchFamily="34" charset="-122"/>
              </a:rPr>
              <a:t>报文  </a:t>
            </a:r>
            <a:r>
              <a:rPr lang="zh-CN" altLang="en-US" sz="2000" b="1" dirty="0">
                <a:latin typeface="微软雅黑" pitchFamily="34" charset="-122"/>
                <a:ea typeface="微软雅黑" pitchFamily="34" charset="-122"/>
              </a:rPr>
              <a:t>所有收到寻找报文的</a:t>
            </a:r>
            <a:r>
              <a:rPr lang="en-US" altLang="zh-CN" sz="2000" b="1" dirty="0">
                <a:latin typeface="微软雅黑" pitchFamily="34" charset="-122"/>
                <a:ea typeface="微软雅黑" pitchFamily="34" charset="-122"/>
              </a:rPr>
              <a:t>DHCPv6</a:t>
            </a:r>
            <a:r>
              <a:rPr lang="zh-CN" altLang="en-US" sz="2000" b="1" dirty="0">
                <a:latin typeface="微软雅黑" pitchFamily="34" charset="-122"/>
                <a:ea typeface="微软雅黑" pitchFamily="34" charset="-122"/>
              </a:rPr>
              <a:t>服务器都向客户端发送通告报文，告诉可提供哪些配置信息。</a:t>
            </a:r>
            <a:endParaRPr lang="en-US" altLang="zh-CN" sz="2000" b="1" dirty="0">
              <a:latin typeface="微软雅黑" pitchFamily="34" charset="-122"/>
              <a:ea typeface="微软雅黑" pitchFamily="34" charset="-122"/>
            </a:endParaRPr>
          </a:p>
          <a:p>
            <a:pPr marL="342900" indent="-342900">
              <a:lnSpc>
                <a:spcPts val="3300"/>
              </a:lnSpc>
              <a:buClr>
                <a:srgbClr val="0070C0"/>
              </a:buClr>
              <a:buFont typeface="Wingdings" panose="05000000000000000000" pitchFamily="2" charset="2"/>
              <a:buChar char="ü"/>
            </a:pPr>
            <a:r>
              <a:rPr lang="zh-CN" altLang="en-US" sz="2000" b="1" dirty="0">
                <a:solidFill>
                  <a:srgbClr val="0000FF"/>
                </a:solidFill>
                <a:latin typeface="微软雅黑" pitchFamily="34" charset="-122"/>
                <a:ea typeface="微软雅黑" pitchFamily="34" charset="-122"/>
              </a:rPr>
              <a:t>请求</a:t>
            </a:r>
            <a:r>
              <a:rPr lang="en-US" altLang="zh-CN" sz="2000" b="1" dirty="0">
                <a:solidFill>
                  <a:srgbClr val="0000FF"/>
                </a:solidFill>
                <a:latin typeface="微软雅黑" pitchFamily="34" charset="-122"/>
                <a:ea typeface="微软雅黑" pitchFamily="34" charset="-122"/>
              </a:rPr>
              <a:t>(Request)</a:t>
            </a:r>
            <a:r>
              <a:rPr lang="zh-CN" altLang="en-US" sz="2000" b="1" dirty="0">
                <a:solidFill>
                  <a:srgbClr val="0000FF"/>
                </a:solidFill>
                <a:latin typeface="微软雅黑" pitchFamily="34" charset="-122"/>
                <a:ea typeface="微软雅黑" pitchFamily="34" charset="-122"/>
              </a:rPr>
              <a:t>报文  </a:t>
            </a:r>
            <a:r>
              <a:rPr lang="zh-CN" altLang="en-US" sz="2000" b="1" dirty="0">
                <a:latin typeface="微软雅黑" pitchFamily="34" charset="-122"/>
                <a:ea typeface="微软雅黑" pitchFamily="34" charset="-122"/>
              </a:rPr>
              <a:t>客户端发送请求报文给选择好的</a:t>
            </a:r>
            <a:r>
              <a:rPr lang="en-US" altLang="zh-CN" sz="2000" b="1" dirty="0">
                <a:latin typeface="微软雅黑" pitchFamily="34" charset="-122"/>
                <a:ea typeface="微软雅黑" pitchFamily="34" charset="-122"/>
              </a:rPr>
              <a:t>DHCPv6</a:t>
            </a:r>
            <a:r>
              <a:rPr lang="zh-CN" altLang="en-US" sz="2000" b="1" dirty="0">
                <a:latin typeface="微软雅黑" pitchFamily="34" charset="-122"/>
                <a:ea typeface="微软雅黑" pitchFamily="34" charset="-122"/>
              </a:rPr>
              <a:t>服务器，请求配置地址和其他配置。</a:t>
            </a:r>
            <a:endParaRPr lang="en-US" altLang="zh-CN" sz="2000" b="1" dirty="0">
              <a:latin typeface="微软雅黑" pitchFamily="34" charset="-122"/>
              <a:ea typeface="微软雅黑" pitchFamily="34" charset="-122"/>
            </a:endParaRPr>
          </a:p>
          <a:p>
            <a:pPr marL="342900" indent="-342900">
              <a:lnSpc>
                <a:spcPts val="3300"/>
              </a:lnSpc>
              <a:buClr>
                <a:srgbClr val="0070C0"/>
              </a:buClr>
              <a:buFont typeface="Wingdings" panose="05000000000000000000" pitchFamily="2" charset="2"/>
              <a:buChar char="ü"/>
            </a:pPr>
            <a:r>
              <a:rPr lang="zh-CN" altLang="en-US" sz="2000" b="1" dirty="0">
                <a:solidFill>
                  <a:srgbClr val="0000FF"/>
                </a:solidFill>
                <a:latin typeface="微软雅黑" pitchFamily="34" charset="-122"/>
                <a:ea typeface="微软雅黑" pitchFamily="34" charset="-122"/>
              </a:rPr>
              <a:t>回答</a:t>
            </a:r>
            <a:r>
              <a:rPr lang="en-US" altLang="zh-CN" sz="2000" b="1" dirty="0">
                <a:solidFill>
                  <a:srgbClr val="0000FF"/>
                </a:solidFill>
                <a:latin typeface="微软雅黑" pitchFamily="34" charset="-122"/>
                <a:ea typeface="微软雅黑" pitchFamily="34" charset="-122"/>
              </a:rPr>
              <a:t>(Reply)</a:t>
            </a:r>
            <a:r>
              <a:rPr lang="zh-CN" altLang="en-US" sz="2000" b="1" dirty="0">
                <a:solidFill>
                  <a:srgbClr val="0000FF"/>
                </a:solidFill>
                <a:latin typeface="微软雅黑" pitchFamily="34" charset="-122"/>
                <a:ea typeface="微软雅黑" pitchFamily="34" charset="-122"/>
              </a:rPr>
              <a:t>报文  </a:t>
            </a:r>
            <a:r>
              <a:rPr lang="en-US" altLang="zh-CN" sz="2000" b="1" dirty="0">
                <a:latin typeface="微软雅黑" pitchFamily="34" charset="-122"/>
                <a:ea typeface="微软雅黑" pitchFamily="34" charset="-122"/>
              </a:rPr>
              <a:t>DHCPv6</a:t>
            </a:r>
            <a:r>
              <a:rPr lang="zh-CN" altLang="en-US" sz="2000" b="1" dirty="0">
                <a:latin typeface="微软雅黑" pitchFamily="34" charset="-122"/>
                <a:ea typeface="微软雅黑" pitchFamily="34" charset="-122"/>
              </a:rPr>
              <a:t>服务器向客户端发送回答报文，用来确认配置（分配的</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a:t>
            </a:r>
            <a:r>
              <a:rPr lang="en-US" altLang="zh-CN" sz="2000" b="1" dirty="0">
                <a:latin typeface="微软雅黑" pitchFamily="34" charset="-122"/>
                <a:ea typeface="微软雅黑" pitchFamily="34" charset="-122"/>
              </a:rPr>
              <a:t>DNS</a:t>
            </a:r>
            <a:r>
              <a:rPr lang="zh-CN" altLang="en-US" sz="2000" b="1" dirty="0">
                <a:latin typeface="微软雅黑" pitchFamily="34" charset="-122"/>
                <a:ea typeface="微软雅黑" pitchFamily="34" charset="-122"/>
              </a:rPr>
              <a:t>服务器地址，以及租用期等）。</a:t>
            </a:r>
          </a:p>
        </p:txBody>
      </p:sp>
    </p:spTree>
    <p:extLst>
      <p:ext uri="{BB962C8B-B14F-4D97-AF65-F5344CB8AC3E}">
        <p14:creationId xmlns:p14="http://schemas.microsoft.com/office/powerpoint/2010/main" val="1359959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2">
                                            <p:txEl>
                                              <p:pRg st="4" end="4"/>
                                            </p:txEl>
                                          </p:spTgt>
                                        </p:tgtEl>
                                        <p:attrNameLst>
                                          <p:attrName>style.visibility</p:attrName>
                                        </p:attrNameLst>
                                      </p:cBhvr>
                                      <p:to>
                                        <p:strVal val="visible"/>
                                      </p:to>
                                    </p:set>
                                    <p:animEffect transition="in" filter="fade">
                                      <p:cBhvr>
                                        <p:cTn id="35" dur="1000"/>
                                        <p:tgtEl>
                                          <p:spTgt spid="2">
                                            <p:txEl>
                                              <p:pRg st="4" end="4"/>
                                            </p:txEl>
                                          </p:spTgt>
                                        </p:tgtEl>
                                      </p:cBhvr>
                                    </p:animEffect>
                                    <p:anim calcmode="lin" valueType="num">
                                      <p:cBhvr>
                                        <p:cTn id="36"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472986-5507-BEC0-FE99-8C27B1AC63B6}"/>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45C19648-D8F1-9967-E8E3-AB0024A70C34}"/>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29B9DC02-2415-5404-5E48-52679A78CF87}"/>
              </a:ext>
            </a:extLst>
          </p:cNvPr>
          <p:cNvSpPr>
            <a:spLocks noChangeArrowheads="1"/>
          </p:cNvSpPr>
          <p:nvPr/>
        </p:nvSpPr>
        <p:spPr bwMode="auto">
          <a:xfrm>
            <a:off x="93406" y="590622"/>
            <a:ext cx="8834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2</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前缀委托的动态主机配置协议</a:t>
            </a:r>
          </a:p>
        </p:txBody>
      </p:sp>
      <p:sp>
        <p:nvSpPr>
          <p:cNvPr id="2" name="Rectangle 8">
            <a:extLst>
              <a:ext uri="{FF2B5EF4-FFF2-40B4-BE49-F238E27FC236}">
                <a16:creationId xmlns:a16="http://schemas.microsoft.com/office/drawing/2014/main" id="{FD565DF4-BEF5-8279-8622-04FE14679D7E}"/>
              </a:ext>
            </a:extLst>
          </p:cNvPr>
          <p:cNvSpPr>
            <a:spLocks noChangeArrowheads="1"/>
          </p:cNvSpPr>
          <p:nvPr/>
        </p:nvSpPr>
        <p:spPr bwMode="auto">
          <a:xfrm>
            <a:off x="559891" y="985263"/>
            <a:ext cx="8441839" cy="3856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300"/>
              </a:lnSpc>
              <a:buClr>
                <a:srgbClr val="0070C0"/>
              </a:buClr>
              <a:buFont typeface="Wingdings" panose="05000000000000000000" pitchFamily="2" charset="2"/>
              <a:buChar char="l"/>
            </a:pP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前缀委托的动态主机配置协议</a:t>
            </a:r>
            <a:r>
              <a:rPr lang="en-US" altLang="zh-CN" sz="2000" b="1" dirty="0">
                <a:latin typeface="微软雅黑" pitchFamily="34" charset="-122"/>
                <a:ea typeface="微软雅黑" pitchFamily="34" charset="-122"/>
              </a:rPr>
              <a:t>(Dynamic Host Configuration Protocol for IPv6 Prefix Delegation)</a:t>
            </a:r>
            <a:r>
              <a:rPr lang="zh-CN" altLang="en-US" sz="2000" b="1" dirty="0">
                <a:latin typeface="微软雅黑" pitchFamily="34" charset="-122"/>
                <a:ea typeface="微软雅黑" pitchFamily="34" charset="-122"/>
              </a:rPr>
              <a:t>简称为</a:t>
            </a:r>
            <a:r>
              <a:rPr lang="en-US" altLang="zh-CN" sz="2000" b="1" dirty="0">
                <a:latin typeface="微软雅黑" pitchFamily="34" charset="-122"/>
                <a:ea typeface="微软雅黑" pitchFamily="34" charset="-122"/>
              </a:rPr>
              <a:t>DHCPv6-PD</a:t>
            </a:r>
            <a:r>
              <a:rPr lang="zh-CN" altLang="en-US" sz="2000" b="1" dirty="0">
                <a:latin typeface="微软雅黑" pitchFamily="34" charset="-122"/>
                <a:ea typeface="微软雅黑" pitchFamily="34" charset="-122"/>
              </a:rPr>
              <a:t>，是有状态的</a:t>
            </a:r>
            <a:r>
              <a:rPr lang="en-US" altLang="zh-CN" sz="2000" b="1" dirty="0">
                <a:latin typeface="微软雅黑" pitchFamily="34" charset="-122"/>
                <a:ea typeface="微软雅黑" pitchFamily="34" charset="-122"/>
              </a:rPr>
              <a:t>DHCPv6</a:t>
            </a:r>
            <a:r>
              <a:rPr lang="zh-CN" altLang="en-US" sz="2000" b="1" dirty="0">
                <a:latin typeface="微软雅黑" pitchFamily="34" charset="-122"/>
                <a:ea typeface="微软雅黑" pitchFamily="34" charset="-122"/>
              </a:rPr>
              <a:t>中的一个扩展功能，它可以使</a:t>
            </a:r>
            <a:r>
              <a:rPr lang="en-US" altLang="zh-CN" sz="2000" b="1" dirty="0">
                <a:latin typeface="微软雅黑" pitchFamily="34" charset="-122"/>
                <a:ea typeface="微软雅黑" pitchFamily="34" charset="-122"/>
              </a:rPr>
              <a:t>ISP</a:t>
            </a:r>
            <a:r>
              <a:rPr lang="zh-CN" altLang="en-US" sz="2000" b="1" dirty="0">
                <a:latin typeface="微软雅黑" pitchFamily="34" charset="-122"/>
                <a:ea typeface="微软雅黑" pitchFamily="34" charset="-122"/>
              </a:rPr>
              <a:t>向客户自动分配</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网络前缀，然后客户端设备再使用这个前缀为其本地网络中的设备分配 </a:t>
            </a:r>
            <a:r>
              <a:rPr lang="en-US" altLang="zh-CN" sz="2000" b="1" dirty="0">
                <a:latin typeface="微软雅黑" pitchFamily="34" charset="-122"/>
                <a:ea typeface="微软雅黑" pitchFamily="34" charset="-122"/>
              </a:rPr>
              <a:t>IPv6 </a:t>
            </a:r>
            <a:r>
              <a:rPr lang="zh-CN" altLang="en-US" sz="2000" b="1" dirty="0">
                <a:latin typeface="微软雅黑" pitchFamily="34" charset="-122"/>
                <a:ea typeface="微软雅黑" pitchFamily="34" charset="-122"/>
              </a:rPr>
              <a:t>地址。</a:t>
            </a:r>
            <a:endParaRPr lang="en-US" altLang="zh-CN" sz="2000" b="1" dirty="0">
              <a:latin typeface="微软雅黑" pitchFamily="34" charset="-122"/>
              <a:ea typeface="微软雅黑" pitchFamily="34" charset="-122"/>
            </a:endParaRPr>
          </a:p>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例如企业分支路由器从</a:t>
            </a:r>
            <a:r>
              <a:rPr lang="en-US" altLang="zh-CN" sz="2000" b="1" dirty="0">
                <a:latin typeface="微软雅黑" pitchFamily="34" charset="-122"/>
                <a:ea typeface="微软雅黑" pitchFamily="34" charset="-122"/>
              </a:rPr>
              <a:t>ISP</a:t>
            </a:r>
            <a:r>
              <a:rPr lang="zh-CN" altLang="en-US" sz="2000" b="1" dirty="0">
                <a:latin typeface="微软雅黑" pitchFamily="34" charset="-122"/>
                <a:ea typeface="微软雅黑" pitchFamily="34" charset="-122"/>
              </a:rPr>
              <a:t>的</a:t>
            </a:r>
            <a:r>
              <a:rPr lang="en-US" altLang="zh-CN" sz="2000" b="1" dirty="0">
                <a:latin typeface="微软雅黑" pitchFamily="34" charset="-122"/>
                <a:ea typeface="微软雅黑" pitchFamily="34" charset="-122"/>
              </a:rPr>
              <a:t>DHCPv6</a:t>
            </a:r>
            <a:r>
              <a:rPr lang="zh-CN" altLang="en-US" sz="2000" b="1" dirty="0">
                <a:latin typeface="微软雅黑" pitchFamily="34" charset="-122"/>
                <a:ea typeface="微软雅黑" pitchFamily="34" charset="-122"/>
              </a:rPr>
              <a:t>服务器获取得到一个</a:t>
            </a:r>
            <a:r>
              <a:rPr lang="en-US" altLang="zh-CN" sz="2000" b="1" dirty="0">
                <a:latin typeface="微软雅黑" pitchFamily="34" charset="-122"/>
                <a:ea typeface="微软雅黑" pitchFamily="34" charset="-122"/>
              </a:rPr>
              <a:t>/56</a:t>
            </a:r>
            <a:r>
              <a:rPr lang="zh-CN" altLang="en-US" sz="2000" b="1" dirty="0">
                <a:latin typeface="微软雅黑" pitchFamily="34" charset="-122"/>
                <a:ea typeface="微软雅黑" pitchFamily="34" charset="-122"/>
              </a:rPr>
              <a:t>前缀</a:t>
            </a:r>
            <a:r>
              <a:rPr lang="en-US" altLang="zh-CN" sz="2000" b="1" dirty="0">
                <a:latin typeface="微软雅黑" pitchFamily="34" charset="-122"/>
                <a:ea typeface="微软雅黑" pitchFamily="34" charset="-122"/>
              </a:rPr>
              <a:t>2001:db8:1234:7800::/56</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路由器把该前缀的一个子网分配给其某个局域网的接口，例如</a:t>
            </a:r>
            <a:r>
              <a:rPr lang="en-US" altLang="zh-CN" sz="2000" b="1" dirty="0">
                <a:latin typeface="微软雅黑" pitchFamily="34" charset="-122"/>
                <a:ea typeface="微软雅黑" pitchFamily="34" charset="-122"/>
              </a:rPr>
              <a:t>2001:db8:1234:7801::/64</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1457726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EF96D7-7A51-C243-B9D7-798B036E11FD}"/>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C1D1F1DD-9F70-76FD-99FA-E87E64963062}"/>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D8F2371A-E1F2-B747-A66E-AF4B0316B2EA}"/>
              </a:ext>
            </a:extLst>
          </p:cNvPr>
          <p:cNvSpPr>
            <a:spLocks noChangeArrowheads="1"/>
          </p:cNvSpPr>
          <p:nvPr/>
        </p:nvSpPr>
        <p:spPr bwMode="auto">
          <a:xfrm>
            <a:off x="93406" y="590622"/>
            <a:ext cx="8834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3</a:t>
            </a:r>
            <a:r>
              <a:rPr lang="zh-CN" altLang="en-US" sz="2000" b="1" dirty="0">
                <a:solidFill>
                  <a:schemeClr val="bg1"/>
                </a:solidFill>
                <a:latin typeface="微软雅黑" pitchFamily="34" charset="-122"/>
                <a:ea typeface="微软雅黑" pitchFamily="34" charset="-122"/>
              </a:rPr>
              <a:t>）无状态的</a:t>
            </a:r>
            <a:r>
              <a:rPr lang="en-US" altLang="zh-CN" sz="2000" b="1" dirty="0">
                <a:solidFill>
                  <a:schemeClr val="bg1"/>
                </a:solidFill>
                <a:latin typeface="微软雅黑" pitchFamily="34" charset="-122"/>
                <a:ea typeface="微软雅黑" pitchFamily="34" charset="-122"/>
              </a:rPr>
              <a:t>DHCPv6</a:t>
            </a:r>
            <a:endParaRPr lang="zh-CN" altLang="en-US" sz="2000" b="1" dirty="0">
              <a:solidFill>
                <a:schemeClr val="bg1"/>
              </a:solidFill>
              <a:latin typeface="微软雅黑" pitchFamily="34" charset="-122"/>
              <a:ea typeface="微软雅黑" pitchFamily="34" charset="-122"/>
            </a:endParaRPr>
          </a:p>
        </p:txBody>
      </p:sp>
      <p:sp>
        <p:nvSpPr>
          <p:cNvPr id="2" name="Rectangle 8">
            <a:extLst>
              <a:ext uri="{FF2B5EF4-FFF2-40B4-BE49-F238E27FC236}">
                <a16:creationId xmlns:a16="http://schemas.microsoft.com/office/drawing/2014/main" id="{4E8516B2-02C5-7EDC-57FD-0BD80497BCB0}"/>
              </a:ext>
            </a:extLst>
          </p:cNvPr>
          <p:cNvSpPr>
            <a:spLocks noChangeArrowheads="1"/>
          </p:cNvSpPr>
          <p:nvPr/>
        </p:nvSpPr>
        <p:spPr bwMode="auto">
          <a:xfrm>
            <a:off x="559891" y="985263"/>
            <a:ext cx="8441839" cy="30099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无状态的</a:t>
            </a:r>
            <a:r>
              <a:rPr lang="en-US" altLang="zh-CN" sz="2000" b="1" dirty="0">
                <a:latin typeface="微软雅黑" pitchFamily="34" charset="-122"/>
                <a:ea typeface="微软雅黑" pitchFamily="34" charset="-122"/>
              </a:rPr>
              <a:t>DHCPv6</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Stateless DHCPv6</a:t>
            </a:r>
            <a:r>
              <a:rPr lang="zh-CN" altLang="en-US" sz="2000" b="1" dirty="0">
                <a:latin typeface="微软雅黑" pitchFamily="34" charset="-122"/>
                <a:ea typeface="微软雅黑" pitchFamily="34" charset="-122"/>
              </a:rPr>
              <a:t>）仍然采用客户</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服务器的方式工作，但其主要目的是提供补充配置信息（例如域名解析服务器的地址），而不是分配</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a:t>
            </a:r>
            <a:endParaRPr lang="en-US" altLang="zh-CN" sz="2000" b="1" dirty="0">
              <a:latin typeface="微软雅黑" pitchFamily="34" charset="-122"/>
              <a:ea typeface="微软雅黑" pitchFamily="34" charset="-122"/>
            </a:endParaRPr>
          </a:p>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无状态的</a:t>
            </a:r>
            <a:r>
              <a:rPr lang="en-US" altLang="zh-CN" sz="2000" b="1" dirty="0">
                <a:latin typeface="微软雅黑" pitchFamily="34" charset="-122"/>
                <a:ea typeface="微软雅黑" pitchFamily="34" charset="-122"/>
              </a:rPr>
              <a:t>DHCPv6</a:t>
            </a:r>
            <a:r>
              <a:rPr lang="zh-CN" altLang="en-US" sz="2000" b="1" dirty="0">
                <a:latin typeface="微软雅黑" pitchFamily="34" charset="-122"/>
                <a:ea typeface="微软雅黑" pitchFamily="34" charset="-122"/>
              </a:rPr>
              <a:t>通常与</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的无状态地址自动配置（</a:t>
            </a:r>
            <a:r>
              <a:rPr lang="en-US" altLang="zh-CN" sz="2000" b="1" dirty="0">
                <a:latin typeface="微软雅黑" pitchFamily="34" charset="-122"/>
                <a:ea typeface="微软雅黑" pitchFamily="34" charset="-122"/>
              </a:rPr>
              <a:t>SLAAC</a:t>
            </a:r>
            <a:r>
              <a:rPr lang="zh-CN" altLang="en-US" sz="2000" b="1" dirty="0">
                <a:latin typeface="微软雅黑" pitchFamily="34" charset="-122"/>
                <a:ea typeface="微软雅黑" pitchFamily="34" charset="-122"/>
              </a:rPr>
              <a:t>）结合使用，由</a:t>
            </a:r>
            <a:r>
              <a:rPr lang="en-US" altLang="zh-CN" sz="2000" b="1" dirty="0">
                <a:latin typeface="微软雅黑" pitchFamily="34" charset="-122"/>
                <a:ea typeface="微软雅黑" pitchFamily="34" charset="-122"/>
              </a:rPr>
              <a:t>SLAAC</a:t>
            </a:r>
            <a:r>
              <a:rPr lang="zh-CN" altLang="en-US" sz="2000" b="1" dirty="0">
                <a:latin typeface="微软雅黑" pitchFamily="34" charset="-122"/>
                <a:ea typeface="微软雅黑" pitchFamily="34" charset="-122"/>
              </a:rPr>
              <a:t>负责</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地址和前缀配置，而</a:t>
            </a:r>
            <a:r>
              <a:rPr lang="en-US" altLang="zh-CN" sz="2000" b="1" dirty="0">
                <a:latin typeface="微软雅黑" pitchFamily="34" charset="-122"/>
                <a:ea typeface="微软雅黑" pitchFamily="34" charset="-122"/>
              </a:rPr>
              <a:t>DHCPv6</a:t>
            </a:r>
            <a:r>
              <a:rPr lang="zh-CN" altLang="en-US" sz="2000" b="1" dirty="0">
                <a:latin typeface="微软雅黑" pitchFamily="34" charset="-122"/>
                <a:ea typeface="微软雅黑" pitchFamily="34" charset="-122"/>
              </a:rPr>
              <a:t>提供其他配置信息，如</a:t>
            </a:r>
            <a:r>
              <a:rPr lang="en-US" altLang="zh-CN" sz="2000" b="1" dirty="0">
                <a:latin typeface="微软雅黑" pitchFamily="34" charset="-122"/>
                <a:ea typeface="微软雅黑" pitchFamily="34" charset="-122"/>
              </a:rPr>
              <a:t>DNS</a:t>
            </a:r>
            <a:r>
              <a:rPr lang="zh-CN" altLang="en-US" sz="2000" b="1" dirty="0">
                <a:latin typeface="微软雅黑" pitchFamily="34" charset="-122"/>
                <a:ea typeface="微软雅黑" pitchFamily="34" charset="-122"/>
              </a:rPr>
              <a:t>服务器地址以及域名等配置信息。</a:t>
            </a:r>
            <a:endParaRPr lang="en-US" altLang="zh-CN" sz="2000" b="1" dirty="0">
              <a:latin typeface="微软雅黑" pitchFamily="34" charset="-122"/>
              <a:ea typeface="微软雅黑" pitchFamily="34" charset="-122"/>
            </a:endParaRPr>
          </a:p>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无状态</a:t>
            </a:r>
            <a:r>
              <a:rPr lang="en-US" altLang="zh-CN" sz="2000" b="1" dirty="0">
                <a:latin typeface="微软雅黑" pitchFamily="34" charset="-122"/>
                <a:ea typeface="微软雅黑" pitchFamily="34" charset="-122"/>
              </a:rPr>
              <a:t>DHCPv6</a:t>
            </a:r>
            <a:r>
              <a:rPr lang="zh-CN" altLang="en-US" sz="2000" b="1" dirty="0">
                <a:latin typeface="微软雅黑" pitchFamily="34" charset="-122"/>
                <a:ea typeface="微软雅黑" pitchFamily="34" charset="-122"/>
              </a:rPr>
              <a:t>的功能目前已经逐步被上述 </a:t>
            </a:r>
            <a:r>
              <a:rPr lang="en-US" altLang="zh-CN" sz="2000" b="1" dirty="0">
                <a:latin typeface="微软雅黑" pitchFamily="34" charset="-122"/>
                <a:ea typeface="微软雅黑" pitchFamily="34" charset="-122"/>
              </a:rPr>
              <a:t>RA </a:t>
            </a:r>
            <a:r>
              <a:rPr lang="zh-CN" altLang="en-US" sz="2000" b="1" dirty="0">
                <a:latin typeface="微软雅黑" pitchFamily="34" charset="-122"/>
                <a:ea typeface="微软雅黑" pitchFamily="34" charset="-122"/>
              </a:rPr>
              <a:t>扩展所取代。</a:t>
            </a:r>
          </a:p>
        </p:txBody>
      </p:sp>
    </p:spTree>
    <p:extLst>
      <p:ext uri="{BB962C8B-B14F-4D97-AF65-F5344CB8AC3E}">
        <p14:creationId xmlns:p14="http://schemas.microsoft.com/office/powerpoint/2010/main" val="1192873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B56061-5091-1F8A-EE05-866E8AAC24D3}"/>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51C7FE51-6486-9B45-2DE5-A52BAE6B0CD5}"/>
              </a:ext>
            </a:extLst>
          </p:cNvPr>
          <p:cNvSpPr>
            <a:spLocks noChangeArrowheads="1"/>
          </p:cNvSpPr>
          <p:nvPr/>
        </p:nvSpPr>
        <p:spPr bwMode="auto">
          <a:xfrm>
            <a:off x="545144" y="622313"/>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73690369-58EF-A4A1-9A5F-61F3560D4625}"/>
              </a:ext>
            </a:extLst>
          </p:cNvPr>
          <p:cNvSpPr>
            <a:spLocks noChangeArrowheads="1"/>
          </p:cNvSpPr>
          <p:nvPr/>
        </p:nvSpPr>
        <p:spPr bwMode="auto">
          <a:xfrm>
            <a:off x="2729189" y="581450"/>
            <a:ext cx="36856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4.5.6  </a:t>
            </a:r>
            <a:r>
              <a:rPr lang="zh-CN" altLang="en-US" sz="2400" b="1" dirty="0">
                <a:solidFill>
                  <a:schemeClr val="bg1"/>
                </a:solidFill>
                <a:latin typeface="微软雅黑" pitchFamily="34" charset="-122"/>
                <a:ea typeface="微软雅黑" pitchFamily="34" charset="-122"/>
              </a:rPr>
              <a:t>从</a:t>
            </a:r>
            <a:r>
              <a:rPr lang="en-US" altLang="zh-CN" sz="2400" b="1" dirty="0">
                <a:solidFill>
                  <a:schemeClr val="bg1"/>
                </a:solidFill>
                <a:latin typeface="微软雅黑" pitchFamily="34" charset="-122"/>
                <a:ea typeface="微软雅黑" pitchFamily="34" charset="-122"/>
              </a:rPr>
              <a:t>IPv4</a:t>
            </a:r>
            <a:r>
              <a:rPr lang="zh-CN" altLang="en-US" sz="2400" b="1" dirty="0">
                <a:solidFill>
                  <a:schemeClr val="bg1"/>
                </a:solidFill>
                <a:latin typeface="微软雅黑" pitchFamily="34" charset="-122"/>
                <a:ea typeface="微软雅黑" pitchFamily="34" charset="-122"/>
              </a:rPr>
              <a:t>向</a:t>
            </a:r>
            <a:r>
              <a:rPr lang="en-US" altLang="zh-CN" sz="2400" b="1" dirty="0">
                <a:solidFill>
                  <a:schemeClr val="bg1"/>
                </a:solidFill>
                <a:latin typeface="微软雅黑" pitchFamily="34" charset="-122"/>
                <a:ea typeface="微软雅黑" pitchFamily="34" charset="-122"/>
              </a:rPr>
              <a:t>IPv6</a:t>
            </a:r>
            <a:r>
              <a:rPr lang="zh-CN" altLang="en-US" sz="2400" b="1" dirty="0">
                <a:solidFill>
                  <a:schemeClr val="bg1"/>
                </a:solidFill>
                <a:latin typeface="微软雅黑" pitchFamily="34" charset="-122"/>
                <a:ea typeface="微软雅黑" pitchFamily="34" charset="-122"/>
              </a:rPr>
              <a:t>过渡</a:t>
            </a:r>
          </a:p>
        </p:txBody>
      </p:sp>
      <p:sp>
        <p:nvSpPr>
          <p:cNvPr id="4" name="Rectangle 8">
            <a:extLst>
              <a:ext uri="{FF2B5EF4-FFF2-40B4-BE49-F238E27FC236}">
                <a16:creationId xmlns:a16="http://schemas.microsoft.com/office/drawing/2014/main" id="{9B930225-5B37-2846-394F-4DE15B1F3A82}"/>
              </a:ext>
            </a:extLst>
          </p:cNvPr>
          <p:cNvSpPr>
            <a:spLocks noChangeArrowheads="1"/>
          </p:cNvSpPr>
          <p:nvPr/>
        </p:nvSpPr>
        <p:spPr bwMode="auto">
          <a:xfrm>
            <a:off x="545143" y="1014028"/>
            <a:ext cx="8053711" cy="25129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由于整个互联网的规模太大，从</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过渡到</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是一个复杂的过程，涉及很多方面，只能采用逐步演进的办法。</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向</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过渡的基本方法包括：</a:t>
            </a:r>
            <a:endParaRPr lang="en-US" altLang="zh-CN" sz="2000" b="1" dirty="0">
              <a:latin typeface="微软雅黑" pitchFamily="34" charset="-122"/>
              <a:ea typeface="微软雅黑" pitchFamily="34" charset="-122"/>
            </a:endParaRPr>
          </a:p>
          <a:p>
            <a:pPr marL="800100" lvl="1" indent="-342900">
              <a:lnSpc>
                <a:spcPts val="32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部署双协议栈网络</a:t>
            </a:r>
            <a:endParaRPr lang="en-US" altLang="zh-CN" sz="2000" b="1" dirty="0">
              <a:latin typeface="微软雅黑" pitchFamily="34" charset="-122"/>
              <a:ea typeface="微软雅黑" pitchFamily="34" charset="-122"/>
            </a:endParaRPr>
          </a:p>
          <a:p>
            <a:pPr marL="800100" lvl="1" indent="-342900">
              <a:lnSpc>
                <a:spcPts val="32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建立协议隧道</a:t>
            </a:r>
            <a:endParaRPr lang="en-US" altLang="zh-CN" sz="2000" b="1" dirty="0">
              <a:latin typeface="微软雅黑" pitchFamily="34" charset="-122"/>
              <a:ea typeface="微软雅黑" pitchFamily="34" charset="-122"/>
            </a:endParaRPr>
          </a:p>
          <a:p>
            <a:pPr marL="800100" lvl="1" indent="-342900">
              <a:lnSpc>
                <a:spcPts val="3200"/>
              </a:lnSpc>
              <a:buClr>
                <a:srgbClr val="0070C0"/>
              </a:buClr>
              <a:buFont typeface="Wingdings" panose="05000000000000000000" pitchFamily="2" charset="2"/>
              <a:buChar char="ü"/>
            </a:pP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和</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之间进行协议转换</a:t>
            </a:r>
          </a:p>
        </p:txBody>
      </p:sp>
    </p:spTree>
    <p:extLst>
      <p:ext uri="{BB962C8B-B14F-4D97-AF65-F5344CB8AC3E}">
        <p14:creationId xmlns:p14="http://schemas.microsoft.com/office/powerpoint/2010/main" val="41707926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12FC32-DD91-D5D5-1520-924C274A61D4}"/>
            </a:ext>
          </a:extLst>
        </p:cNvPr>
        <p:cNvGrpSpPr/>
        <p:nvPr/>
      </p:nvGrpSpPr>
      <p:grpSpPr>
        <a:xfrm>
          <a:off x="0" y="0"/>
          <a:ext cx="0" cy="0"/>
          <a:chOff x="0" y="0"/>
          <a:chExt cx="0" cy="0"/>
        </a:xfrm>
      </p:grpSpPr>
      <p:sp>
        <p:nvSpPr>
          <p:cNvPr id="19" name="圆角矩形 18">
            <a:extLst>
              <a:ext uri="{FF2B5EF4-FFF2-40B4-BE49-F238E27FC236}">
                <a16:creationId xmlns:a16="http://schemas.microsoft.com/office/drawing/2014/main" id="{F855C90D-D7C2-1A22-C4A1-E6FEDBB45CF7}"/>
              </a:ext>
            </a:extLst>
          </p:cNvPr>
          <p:cNvSpPr/>
          <p:nvPr/>
        </p:nvSpPr>
        <p:spPr>
          <a:xfrm>
            <a:off x="545145" y="1066503"/>
            <a:ext cx="8053710" cy="27926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a:extLst>
              <a:ext uri="{FF2B5EF4-FFF2-40B4-BE49-F238E27FC236}">
                <a16:creationId xmlns:a16="http://schemas.microsoft.com/office/drawing/2014/main" id="{4A97A023-0214-CCA9-35CA-1FD70FDF0261}"/>
              </a:ext>
            </a:extLst>
          </p:cNvPr>
          <p:cNvSpPr>
            <a:spLocks noChangeArrowheads="1"/>
          </p:cNvSpPr>
          <p:nvPr/>
        </p:nvSpPr>
        <p:spPr bwMode="auto">
          <a:xfrm>
            <a:off x="545145" y="621169"/>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3B107398-9781-39EF-A8A6-D21C80325DEA}"/>
              </a:ext>
            </a:extLst>
          </p:cNvPr>
          <p:cNvSpPr>
            <a:spLocks noChangeArrowheads="1"/>
          </p:cNvSpPr>
          <p:nvPr/>
        </p:nvSpPr>
        <p:spPr bwMode="auto">
          <a:xfrm>
            <a:off x="1941968" y="58795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双协议栈</a:t>
            </a:r>
          </a:p>
        </p:txBody>
      </p:sp>
      <p:sp>
        <p:nvSpPr>
          <p:cNvPr id="5" name="Rectangle 47">
            <a:extLst>
              <a:ext uri="{FF2B5EF4-FFF2-40B4-BE49-F238E27FC236}">
                <a16:creationId xmlns:a16="http://schemas.microsoft.com/office/drawing/2014/main" id="{CFE66DD9-44CD-EDCD-6637-ECF9CBF286AF}"/>
              </a:ext>
            </a:extLst>
          </p:cNvPr>
          <p:cNvSpPr>
            <a:spLocks noChangeArrowheads="1"/>
          </p:cNvSpPr>
          <p:nvPr/>
        </p:nvSpPr>
        <p:spPr bwMode="auto">
          <a:xfrm>
            <a:off x="3042946" y="1665654"/>
            <a:ext cx="3097212" cy="1584325"/>
          </a:xfrm>
          <a:prstGeom prst="rect">
            <a:avLst/>
          </a:prstGeom>
          <a:solidFill>
            <a:schemeClr val="bg1"/>
          </a:solidFill>
          <a:ln w="28575">
            <a:solidFill>
              <a:schemeClr val="tx1"/>
            </a:solidFill>
            <a:miter lim="800000"/>
            <a:headEnd/>
            <a:tailEnd/>
          </a:ln>
          <a:effectLst/>
        </p:spPr>
        <p:txBody>
          <a:bodyPr wrap="none" anchor="ctr"/>
          <a:lstStyle/>
          <a:p>
            <a:pPr>
              <a:defRPr/>
            </a:pPr>
            <a:endParaRPr lang="zh-CN" altLang="en-US" b="1">
              <a:latin typeface="微软雅黑" panose="020B0503020204020204" pitchFamily="34" charset="-122"/>
              <a:ea typeface="微软雅黑" panose="020B0503020204020204" pitchFamily="34" charset="-122"/>
            </a:endParaRPr>
          </a:p>
        </p:txBody>
      </p:sp>
      <p:sp>
        <p:nvSpPr>
          <p:cNvPr id="6" name="Line 89">
            <a:extLst>
              <a:ext uri="{FF2B5EF4-FFF2-40B4-BE49-F238E27FC236}">
                <a16:creationId xmlns:a16="http://schemas.microsoft.com/office/drawing/2014/main" id="{2A8E01CC-3933-054C-89FE-3530E176959B}"/>
              </a:ext>
            </a:extLst>
          </p:cNvPr>
          <p:cNvSpPr>
            <a:spLocks noChangeShapeType="1"/>
          </p:cNvSpPr>
          <p:nvPr/>
        </p:nvSpPr>
        <p:spPr bwMode="auto">
          <a:xfrm>
            <a:off x="3042946" y="2386379"/>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7" name="Text Box 90">
            <a:extLst>
              <a:ext uri="{FF2B5EF4-FFF2-40B4-BE49-F238E27FC236}">
                <a16:creationId xmlns:a16="http://schemas.microsoft.com/office/drawing/2014/main" id="{8E8EABB6-EB35-F764-4945-7F7CCA908AC2}"/>
              </a:ext>
            </a:extLst>
          </p:cNvPr>
          <p:cNvSpPr txBox="1">
            <a:spLocks noChangeArrowheads="1"/>
          </p:cNvSpPr>
          <p:nvPr/>
        </p:nvSpPr>
        <p:spPr bwMode="auto">
          <a:xfrm>
            <a:off x="3395371" y="2048241"/>
            <a:ext cx="8002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传输层</a:t>
            </a:r>
          </a:p>
        </p:txBody>
      </p:sp>
      <p:sp>
        <p:nvSpPr>
          <p:cNvPr id="8" name="Line 89">
            <a:extLst>
              <a:ext uri="{FF2B5EF4-FFF2-40B4-BE49-F238E27FC236}">
                <a16:creationId xmlns:a16="http://schemas.microsoft.com/office/drawing/2014/main" id="{AA1FC939-0118-3FF6-6905-C8510DEAA733}"/>
              </a:ext>
            </a:extLst>
          </p:cNvPr>
          <p:cNvSpPr>
            <a:spLocks noChangeShapeType="1"/>
          </p:cNvSpPr>
          <p:nvPr/>
        </p:nvSpPr>
        <p:spPr bwMode="auto">
          <a:xfrm>
            <a:off x="3042946" y="2811829"/>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cxnSp>
        <p:nvCxnSpPr>
          <p:cNvPr id="9" name="直接连接符 69">
            <a:extLst>
              <a:ext uri="{FF2B5EF4-FFF2-40B4-BE49-F238E27FC236}">
                <a16:creationId xmlns:a16="http://schemas.microsoft.com/office/drawing/2014/main" id="{342325AA-B798-4A5B-F894-998CFA47784C}"/>
              </a:ext>
            </a:extLst>
          </p:cNvPr>
          <p:cNvCxnSpPr>
            <a:cxnSpLocks noChangeShapeType="1"/>
          </p:cNvCxnSpPr>
          <p:nvPr/>
        </p:nvCxnSpPr>
        <p:spPr bwMode="auto">
          <a:xfrm>
            <a:off x="4593933" y="2392729"/>
            <a:ext cx="1588" cy="4381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 name="Rectangle 47">
            <a:extLst>
              <a:ext uri="{FF2B5EF4-FFF2-40B4-BE49-F238E27FC236}">
                <a16:creationId xmlns:a16="http://schemas.microsoft.com/office/drawing/2014/main" id="{3BF81CAF-2E1E-B43B-BAE8-8F7A14B7D8E7}"/>
              </a:ext>
            </a:extLst>
          </p:cNvPr>
          <p:cNvSpPr>
            <a:spLocks noChangeArrowheads="1"/>
          </p:cNvSpPr>
          <p:nvPr/>
        </p:nvSpPr>
        <p:spPr bwMode="auto">
          <a:xfrm>
            <a:off x="3149308" y="2454641"/>
            <a:ext cx="1360488" cy="271463"/>
          </a:xfrm>
          <a:prstGeom prst="rect">
            <a:avLst/>
          </a:prstGeom>
          <a:solidFill>
            <a:srgbClr val="00B0F0"/>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en-US" altLang="zh-CN" sz="1600" b="1" dirty="0">
                <a:latin typeface="微软雅黑" panose="020B0503020204020204" pitchFamily="34" charset="-122"/>
                <a:ea typeface="微软雅黑" panose="020B0503020204020204" pitchFamily="34" charset="-122"/>
              </a:rPr>
              <a:t>IPv4</a:t>
            </a:r>
            <a:endParaRPr lang="zh-CN" altLang="en-US" sz="1600" b="1" dirty="0">
              <a:latin typeface="微软雅黑" panose="020B0503020204020204" pitchFamily="34" charset="-122"/>
              <a:ea typeface="微软雅黑" panose="020B0503020204020204" pitchFamily="34" charset="-122"/>
            </a:endParaRPr>
          </a:p>
        </p:txBody>
      </p:sp>
      <p:sp>
        <p:nvSpPr>
          <p:cNvPr id="11" name="Rectangle 47">
            <a:extLst>
              <a:ext uri="{FF2B5EF4-FFF2-40B4-BE49-F238E27FC236}">
                <a16:creationId xmlns:a16="http://schemas.microsoft.com/office/drawing/2014/main" id="{36446A4E-045B-1486-3BF1-07C032C02940}"/>
              </a:ext>
            </a:extLst>
          </p:cNvPr>
          <p:cNvSpPr>
            <a:spLocks noChangeArrowheads="1"/>
          </p:cNvSpPr>
          <p:nvPr/>
        </p:nvSpPr>
        <p:spPr bwMode="auto">
          <a:xfrm>
            <a:off x="4700296" y="2457816"/>
            <a:ext cx="1358900" cy="273050"/>
          </a:xfrm>
          <a:prstGeom prst="rect">
            <a:avLst/>
          </a:prstGeom>
          <a:solidFill>
            <a:srgbClr val="00B050"/>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en-US" altLang="zh-CN" sz="1600" b="1" dirty="0">
                <a:latin typeface="微软雅黑" panose="020B0503020204020204" pitchFamily="34" charset="-122"/>
                <a:ea typeface="微软雅黑" panose="020B0503020204020204" pitchFamily="34" charset="-122"/>
              </a:rPr>
              <a:t>IPv6</a:t>
            </a:r>
            <a:endParaRPr lang="zh-CN" altLang="en-US" sz="1600" b="1" dirty="0">
              <a:latin typeface="微软雅黑" panose="020B0503020204020204" pitchFamily="34" charset="-122"/>
              <a:ea typeface="微软雅黑" panose="020B0503020204020204" pitchFamily="34" charset="-122"/>
            </a:endParaRPr>
          </a:p>
        </p:txBody>
      </p:sp>
      <p:sp>
        <p:nvSpPr>
          <p:cNvPr id="12" name="Text Box 90">
            <a:extLst>
              <a:ext uri="{FF2B5EF4-FFF2-40B4-BE49-F238E27FC236}">
                <a16:creationId xmlns:a16="http://schemas.microsoft.com/office/drawing/2014/main" id="{E87CD9E0-0967-8A76-33F8-671AD3901DE6}"/>
              </a:ext>
            </a:extLst>
          </p:cNvPr>
          <p:cNvSpPr txBox="1">
            <a:spLocks noChangeArrowheads="1"/>
          </p:cNvSpPr>
          <p:nvPr/>
        </p:nvSpPr>
        <p:spPr bwMode="auto">
          <a:xfrm>
            <a:off x="2989980" y="2889616"/>
            <a:ext cx="14160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链路层和以下</a:t>
            </a:r>
          </a:p>
        </p:txBody>
      </p:sp>
      <p:sp>
        <p:nvSpPr>
          <p:cNvPr id="13" name="Line 89">
            <a:extLst>
              <a:ext uri="{FF2B5EF4-FFF2-40B4-BE49-F238E27FC236}">
                <a16:creationId xmlns:a16="http://schemas.microsoft.com/office/drawing/2014/main" id="{AC8B3E94-38B1-6E59-ED08-F162744EA8C6}"/>
              </a:ext>
            </a:extLst>
          </p:cNvPr>
          <p:cNvSpPr>
            <a:spLocks noChangeShapeType="1"/>
          </p:cNvSpPr>
          <p:nvPr/>
        </p:nvSpPr>
        <p:spPr bwMode="auto">
          <a:xfrm>
            <a:off x="3042946" y="2026016"/>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4" name="Text Box 90">
            <a:extLst>
              <a:ext uri="{FF2B5EF4-FFF2-40B4-BE49-F238E27FC236}">
                <a16:creationId xmlns:a16="http://schemas.microsoft.com/office/drawing/2014/main" id="{561A49D5-657F-CE53-D5B7-CF2AED41629C}"/>
              </a:ext>
            </a:extLst>
          </p:cNvPr>
          <p:cNvSpPr txBox="1">
            <a:spLocks noChangeArrowheads="1"/>
          </p:cNvSpPr>
          <p:nvPr/>
        </p:nvSpPr>
        <p:spPr bwMode="auto">
          <a:xfrm>
            <a:off x="3395371" y="1665654"/>
            <a:ext cx="8001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a:latin typeface="微软雅黑" panose="020B0503020204020204" pitchFamily="34" charset="-122"/>
                <a:ea typeface="微软雅黑" panose="020B0503020204020204" pitchFamily="34" charset="-122"/>
              </a:rPr>
              <a:t>应用层</a:t>
            </a:r>
          </a:p>
        </p:txBody>
      </p:sp>
      <p:sp>
        <p:nvSpPr>
          <p:cNvPr id="15" name="Text Box 18">
            <a:extLst>
              <a:ext uri="{FF2B5EF4-FFF2-40B4-BE49-F238E27FC236}">
                <a16:creationId xmlns:a16="http://schemas.microsoft.com/office/drawing/2014/main" id="{5FEE0C0D-D87B-DC07-97F9-065C49658DB1}"/>
              </a:ext>
            </a:extLst>
          </p:cNvPr>
          <p:cNvSpPr txBox="1">
            <a:spLocks noChangeArrowheads="1"/>
          </p:cNvSpPr>
          <p:nvPr/>
        </p:nvSpPr>
        <p:spPr bwMode="auto">
          <a:xfrm>
            <a:off x="2001108" y="3323004"/>
            <a:ext cx="13708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到 </a:t>
            </a:r>
            <a:r>
              <a:rPr lang="en-US" altLang="zh-CN" sz="1600" b="1" dirty="0">
                <a:latin typeface="微软雅黑" panose="020B0503020204020204" pitchFamily="34" charset="-122"/>
                <a:ea typeface="微软雅黑" panose="020B0503020204020204" pitchFamily="34" charset="-122"/>
              </a:rPr>
              <a:t>IPv4 </a:t>
            </a:r>
            <a:r>
              <a:rPr lang="zh-CN" altLang="en-US" sz="1600" b="1" dirty="0">
                <a:latin typeface="微软雅黑" panose="020B0503020204020204" pitchFamily="34" charset="-122"/>
                <a:ea typeface="微软雅黑" panose="020B0503020204020204" pitchFamily="34" charset="-122"/>
              </a:rPr>
              <a:t>系统</a:t>
            </a:r>
            <a:endParaRPr lang="en-US" altLang="zh-CN" sz="1600" b="1" dirty="0">
              <a:latin typeface="微软雅黑" panose="020B0503020204020204" pitchFamily="34" charset="-122"/>
              <a:ea typeface="微软雅黑" panose="020B0503020204020204" pitchFamily="34" charset="-122"/>
            </a:endParaRPr>
          </a:p>
        </p:txBody>
      </p:sp>
      <p:sp>
        <p:nvSpPr>
          <p:cNvPr id="16" name="Text Box 18">
            <a:extLst>
              <a:ext uri="{FF2B5EF4-FFF2-40B4-BE49-F238E27FC236}">
                <a16:creationId xmlns:a16="http://schemas.microsoft.com/office/drawing/2014/main" id="{AB652A1F-76A4-3923-65C6-FA3B982BF2F7}"/>
              </a:ext>
            </a:extLst>
          </p:cNvPr>
          <p:cNvSpPr txBox="1">
            <a:spLocks noChangeArrowheads="1"/>
          </p:cNvSpPr>
          <p:nvPr/>
        </p:nvSpPr>
        <p:spPr bwMode="auto">
          <a:xfrm>
            <a:off x="5811108" y="3323004"/>
            <a:ext cx="13708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a:latin typeface="微软雅黑" panose="020B0503020204020204" pitchFamily="34" charset="-122"/>
                <a:ea typeface="微软雅黑" panose="020B0503020204020204" pitchFamily="34" charset="-122"/>
              </a:rPr>
              <a:t>到 </a:t>
            </a:r>
            <a:r>
              <a:rPr lang="en-US" altLang="zh-CN" sz="1600" b="1">
                <a:latin typeface="微软雅黑" panose="020B0503020204020204" pitchFamily="34" charset="-122"/>
                <a:ea typeface="微软雅黑" panose="020B0503020204020204" pitchFamily="34" charset="-122"/>
              </a:rPr>
              <a:t>IPv6 </a:t>
            </a:r>
            <a:r>
              <a:rPr lang="zh-CN" altLang="en-US" sz="1600" b="1">
                <a:latin typeface="微软雅黑" panose="020B0503020204020204" pitchFamily="34" charset="-122"/>
                <a:ea typeface="微软雅黑" panose="020B0503020204020204" pitchFamily="34" charset="-122"/>
              </a:rPr>
              <a:t>系统</a:t>
            </a:r>
            <a:endParaRPr lang="en-US" altLang="zh-CN" sz="1600" b="1">
              <a:latin typeface="微软雅黑" panose="020B0503020204020204" pitchFamily="34" charset="-122"/>
              <a:ea typeface="微软雅黑" panose="020B0503020204020204" pitchFamily="34" charset="-122"/>
            </a:endParaRPr>
          </a:p>
        </p:txBody>
      </p:sp>
      <p:sp>
        <p:nvSpPr>
          <p:cNvPr id="17" name="任意多边形 87">
            <a:extLst>
              <a:ext uri="{FF2B5EF4-FFF2-40B4-BE49-F238E27FC236}">
                <a16:creationId xmlns:a16="http://schemas.microsoft.com/office/drawing/2014/main" id="{2841FEB6-6501-97F4-15A2-735349447E15}"/>
              </a:ext>
            </a:extLst>
          </p:cNvPr>
          <p:cNvSpPr>
            <a:spLocks/>
          </p:cNvSpPr>
          <p:nvPr/>
        </p:nvSpPr>
        <p:spPr bwMode="auto">
          <a:xfrm>
            <a:off x="4801896" y="1814879"/>
            <a:ext cx="1069975" cy="1685925"/>
          </a:xfrm>
          <a:custGeom>
            <a:avLst/>
            <a:gdLst>
              <a:gd name="T0" fmla="*/ 4213 w 1070311"/>
              <a:gd name="T1" fmla="*/ 0 h 1685530"/>
              <a:gd name="T2" fmla="*/ 0 w 1070311"/>
              <a:gd name="T3" fmla="*/ 1685925 h 1685530"/>
              <a:gd name="T4" fmla="*/ 1069975 w 1070311"/>
              <a:gd name="T5" fmla="*/ 1681710 h 1685530"/>
              <a:gd name="T6" fmla="*/ 0 60000 65536"/>
              <a:gd name="T7" fmla="*/ 0 60000 65536"/>
              <a:gd name="T8" fmla="*/ 0 60000 65536"/>
              <a:gd name="T9" fmla="*/ 0 w 1070311"/>
              <a:gd name="T10" fmla="*/ 0 h 1685530"/>
              <a:gd name="T11" fmla="*/ 1070311 w 1070311"/>
              <a:gd name="T12" fmla="*/ 1685530 h 1685530"/>
            </a:gdLst>
            <a:ahLst/>
            <a:cxnLst>
              <a:cxn ang="T6">
                <a:pos x="T0" y="T1"/>
              </a:cxn>
              <a:cxn ang="T7">
                <a:pos x="T2" y="T3"/>
              </a:cxn>
              <a:cxn ang="T8">
                <a:pos x="T4" y="T5"/>
              </a:cxn>
            </a:cxnLst>
            <a:rect l="T9" t="T10" r="T11" b="T12"/>
            <a:pathLst>
              <a:path w="1070311" h="1685530">
                <a:moveTo>
                  <a:pt x="4214" y="0"/>
                </a:moveTo>
                <a:cubicBezTo>
                  <a:pt x="2809" y="561843"/>
                  <a:pt x="1405" y="1123687"/>
                  <a:pt x="0" y="1685530"/>
                </a:cubicBezTo>
                <a:lnTo>
                  <a:pt x="1070311" y="1681316"/>
                </a:lnTo>
              </a:path>
            </a:pathLst>
          </a:custGeom>
          <a:noFill/>
          <a:ln w="38100" cap="flat" cmpd="sng" algn="ctr">
            <a:solidFill>
              <a:srgbClr val="990099"/>
            </a:solidFill>
            <a:prstDash val="solid"/>
            <a:round/>
            <a:headEnd type="triangle" w="sm" len="lg"/>
            <a:tailEnd type="triangle" w="sm" len="lg"/>
          </a:ln>
          <a:extLst>
            <a:ext uri="{909E8E84-426E-40DD-AFC4-6F175D3DCCD1}">
              <a14:hiddenFill xmlns:a14="http://schemas.microsoft.com/office/drawing/2010/main">
                <a:solidFill>
                  <a:srgbClr val="FFFFFF"/>
                </a:solid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8" name="任意多边形 88">
            <a:extLst>
              <a:ext uri="{FF2B5EF4-FFF2-40B4-BE49-F238E27FC236}">
                <a16:creationId xmlns:a16="http://schemas.microsoft.com/office/drawing/2014/main" id="{97E9A09D-D2E0-99B3-ADD1-91E772FD576D}"/>
              </a:ext>
            </a:extLst>
          </p:cNvPr>
          <p:cNvSpPr>
            <a:spLocks/>
          </p:cNvSpPr>
          <p:nvPr/>
        </p:nvSpPr>
        <p:spPr bwMode="auto">
          <a:xfrm flipH="1">
            <a:off x="3269958" y="1810116"/>
            <a:ext cx="1069975" cy="1685925"/>
          </a:xfrm>
          <a:custGeom>
            <a:avLst/>
            <a:gdLst>
              <a:gd name="T0" fmla="*/ 4213 w 1070311"/>
              <a:gd name="T1" fmla="*/ 0 h 1685530"/>
              <a:gd name="T2" fmla="*/ 0 w 1070311"/>
              <a:gd name="T3" fmla="*/ 1685925 h 1685530"/>
              <a:gd name="T4" fmla="*/ 1069975 w 1070311"/>
              <a:gd name="T5" fmla="*/ 1681710 h 1685530"/>
              <a:gd name="T6" fmla="*/ 0 60000 65536"/>
              <a:gd name="T7" fmla="*/ 0 60000 65536"/>
              <a:gd name="T8" fmla="*/ 0 60000 65536"/>
              <a:gd name="T9" fmla="*/ 0 w 1070311"/>
              <a:gd name="T10" fmla="*/ 0 h 1685530"/>
              <a:gd name="T11" fmla="*/ 1070311 w 1070311"/>
              <a:gd name="T12" fmla="*/ 1685530 h 1685530"/>
            </a:gdLst>
            <a:ahLst/>
            <a:cxnLst>
              <a:cxn ang="T6">
                <a:pos x="T0" y="T1"/>
              </a:cxn>
              <a:cxn ang="T7">
                <a:pos x="T2" y="T3"/>
              </a:cxn>
              <a:cxn ang="T8">
                <a:pos x="T4" y="T5"/>
              </a:cxn>
            </a:cxnLst>
            <a:rect l="T9" t="T10" r="T11" b="T12"/>
            <a:pathLst>
              <a:path w="1070311" h="1685530">
                <a:moveTo>
                  <a:pt x="4214" y="0"/>
                </a:moveTo>
                <a:cubicBezTo>
                  <a:pt x="2809" y="561843"/>
                  <a:pt x="1405" y="1123687"/>
                  <a:pt x="0" y="1685530"/>
                </a:cubicBezTo>
                <a:lnTo>
                  <a:pt x="1070311" y="1681316"/>
                </a:lnTo>
              </a:path>
            </a:pathLst>
          </a:custGeom>
          <a:noFill/>
          <a:ln w="38100" cap="flat" cmpd="sng" algn="ctr">
            <a:solidFill>
              <a:srgbClr val="990099"/>
            </a:solidFill>
            <a:prstDash val="solid"/>
            <a:round/>
            <a:headEnd type="triangle" w="sm" len="lg"/>
            <a:tailEnd type="triangle" w="sm" len="lg"/>
          </a:ln>
          <a:extLst>
            <a:ext uri="{909E8E84-426E-40DD-AFC4-6F175D3DCCD1}">
              <a14:hiddenFill xmlns:a14="http://schemas.microsoft.com/office/drawing/2010/main">
                <a:solidFill>
                  <a:srgbClr val="FFFFFF"/>
                </a:solid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 name="矩形 19">
            <a:extLst>
              <a:ext uri="{FF2B5EF4-FFF2-40B4-BE49-F238E27FC236}">
                <a16:creationId xmlns:a16="http://schemas.microsoft.com/office/drawing/2014/main" id="{23BDCB3F-A886-152C-572F-BC27F2A3F757}"/>
              </a:ext>
            </a:extLst>
          </p:cNvPr>
          <p:cNvSpPr/>
          <p:nvPr/>
        </p:nvSpPr>
        <p:spPr>
          <a:xfrm>
            <a:off x="2182276" y="1172804"/>
            <a:ext cx="4896480" cy="338554"/>
          </a:xfrm>
          <a:prstGeom prst="rect">
            <a:avLst/>
          </a:prstGeom>
        </p:spPr>
        <p:txBody>
          <a:bodyPr wrap="square">
            <a:spAutoFit/>
          </a:bodyPr>
          <a:lstStyle/>
          <a:p>
            <a:pPr algn="ctr">
              <a:buClr>
                <a:srgbClr val="0070C0"/>
              </a:buClr>
            </a:pPr>
            <a:r>
              <a:rPr lang="en-US" altLang="zh-CN" sz="1600" b="1" dirty="0">
                <a:latin typeface="微软雅黑" pitchFamily="34" charset="-122"/>
                <a:ea typeface="微软雅黑" pitchFamily="34" charset="-122"/>
              </a:rPr>
              <a:t>IPv4/IPv6 </a:t>
            </a:r>
            <a:r>
              <a:rPr lang="zh-CN" altLang="en-US" sz="1600" b="1" dirty="0">
                <a:latin typeface="微软雅黑" pitchFamily="34" charset="-122"/>
                <a:ea typeface="微软雅黑" pitchFamily="34" charset="-122"/>
              </a:rPr>
              <a:t>双协议栈主机（或路由器）</a:t>
            </a:r>
            <a:endParaRPr lang="en-US" altLang="zh-CN" sz="1600" b="1" dirty="0">
              <a:latin typeface="微软雅黑" pitchFamily="34" charset="-122"/>
              <a:ea typeface="微软雅黑" pitchFamily="34" charset="-122"/>
            </a:endParaRPr>
          </a:p>
        </p:txBody>
      </p:sp>
      <p:sp>
        <p:nvSpPr>
          <p:cNvPr id="21" name="文本框 20">
            <a:extLst>
              <a:ext uri="{FF2B5EF4-FFF2-40B4-BE49-F238E27FC236}">
                <a16:creationId xmlns:a16="http://schemas.microsoft.com/office/drawing/2014/main" id="{C18B1969-F300-138E-966C-768A17D4D975}"/>
              </a:ext>
            </a:extLst>
          </p:cNvPr>
          <p:cNvSpPr txBox="1"/>
          <p:nvPr/>
        </p:nvSpPr>
        <p:spPr>
          <a:xfrm>
            <a:off x="1474464" y="3875036"/>
            <a:ext cx="6705975" cy="775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342900" indent="-342900">
              <a:lnSpc>
                <a:spcPts val="3300"/>
              </a:lnSpc>
              <a:buClr>
                <a:srgbClr val="0070C0"/>
              </a:buClr>
              <a:buFont typeface="Wingdings" panose="05000000000000000000" pitchFamily="2" charset="2"/>
              <a:buChar char="l"/>
              <a:defRPr sz="2000" b="1">
                <a:latin typeface="微软雅黑" pitchFamily="34" charset="-122"/>
                <a:ea typeface="微软雅黑" pitchFamily="34" charset="-122"/>
              </a:defRPr>
            </a:lvl1pPr>
            <a:lvl2pPr marL="800100" lvl="1" indent="-342900">
              <a:lnSpc>
                <a:spcPts val="3300"/>
              </a:lnSpc>
              <a:buClr>
                <a:srgbClr val="0070C0"/>
              </a:buClr>
              <a:buFont typeface="Wingdings" panose="05000000000000000000" pitchFamily="2" charset="2"/>
              <a:buChar char="ü"/>
              <a:defRPr sz="2000" b="1">
                <a:latin typeface="微软雅黑" pitchFamily="34" charset="-122"/>
                <a:ea typeface="微软雅黑" pitchFamily="34" charset="-122"/>
              </a:defRPr>
            </a:lvl2pPr>
          </a:lstStyle>
          <a:p>
            <a:pPr marL="0" indent="0">
              <a:lnSpc>
                <a:spcPts val="2800"/>
              </a:lnSpc>
              <a:buNone/>
            </a:pPr>
            <a:r>
              <a:rPr lang="zh-CN" altLang="en-US" sz="1800" dirty="0"/>
              <a:t>双协议栈的主机在和</a:t>
            </a:r>
            <a:r>
              <a:rPr lang="en-US" altLang="zh-CN" sz="1800" dirty="0"/>
              <a:t>IPv6</a:t>
            </a:r>
            <a:r>
              <a:rPr lang="zh-CN" altLang="en-US" sz="1800" dirty="0"/>
              <a:t>主机通信时采用</a:t>
            </a:r>
            <a:r>
              <a:rPr lang="en-US" altLang="zh-CN" sz="1800" dirty="0"/>
              <a:t>IPv6</a:t>
            </a:r>
            <a:r>
              <a:rPr lang="zh-CN" altLang="en-US" sz="1800" dirty="0"/>
              <a:t>地址，而和</a:t>
            </a:r>
            <a:r>
              <a:rPr lang="en-US" altLang="zh-CN" sz="1800" dirty="0"/>
              <a:t>IPv4</a:t>
            </a:r>
            <a:r>
              <a:rPr lang="zh-CN" altLang="en-US" sz="1800" dirty="0"/>
              <a:t>主机通信时则采用</a:t>
            </a:r>
            <a:r>
              <a:rPr lang="en-US" altLang="zh-CN" sz="1800" dirty="0"/>
              <a:t>IPv4</a:t>
            </a:r>
            <a:r>
              <a:rPr lang="zh-CN" altLang="en-US" sz="1800" dirty="0"/>
              <a:t>地址。</a:t>
            </a:r>
          </a:p>
        </p:txBody>
      </p:sp>
    </p:spTree>
    <p:extLst>
      <p:ext uri="{BB962C8B-B14F-4D97-AF65-F5344CB8AC3E}">
        <p14:creationId xmlns:p14="http://schemas.microsoft.com/office/powerpoint/2010/main" val="2934521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0"/>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grpId="0" nodeType="click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wipe(up)">
                                      <p:cBhvr>
                                        <p:cTn id="13" dur="500"/>
                                        <p:tgtEl>
                                          <p:spTgt spid="17"/>
                                        </p:tgtEl>
                                      </p:cBhvr>
                                    </p:animEffect>
                                  </p:childTnLst>
                                </p:cTn>
                              </p:par>
                            </p:childTnLst>
                          </p:cTn>
                        </p:par>
                        <p:par>
                          <p:cTn id="14" fill="hold">
                            <p:stCondLst>
                              <p:cond delay="500"/>
                            </p:stCondLst>
                            <p:childTnLst>
                              <p:par>
                                <p:cTn id="15" presetID="35" presetClass="emph" presetSubtype="0" repeatCount="3000" fill="hold" grpId="0" nodeType="afterEffect">
                                  <p:stCondLst>
                                    <p:cond delay="0"/>
                                  </p:stCondLst>
                                  <p:childTnLst>
                                    <p:anim calcmode="discrete" valueType="str">
                                      <p:cBhvr>
                                        <p:cTn id="16" dur="1000" fill="hold"/>
                                        <p:tgtEl>
                                          <p:spTgt spid="16"/>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wipe(up)">
                                      <p:cBhvr>
                                        <p:cTn id="21" dur="500"/>
                                        <p:tgtEl>
                                          <p:spTgt spid="18"/>
                                        </p:tgtEl>
                                      </p:cBhvr>
                                    </p:animEffect>
                                  </p:childTnLst>
                                </p:cTn>
                              </p:par>
                            </p:childTnLst>
                          </p:cTn>
                        </p:par>
                        <p:par>
                          <p:cTn id="22" fill="hold">
                            <p:stCondLst>
                              <p:cond delay="500"/>
                            </p:stCondLst>
                            <p:childTnLst>
                              <p:par>
                                <p:cTn id="23" presetID="35" presetClass="emph" presetSubtype="0" repeatCount="3000" fill="hold" grpId="0" nodeType="afterEffect">
                                  <p:stCondLst>
                                    <p:cond delay="0"/>
                                  </p:stCondLst>
                                  <p:childTnLst>
                                    <p:anim calcmode="discrete" valueType="str">
                                      <p:cBhvr>
                                        <p:cTn id="24" dur="1000" fill="hold"/>
                                        <p:tgtEl>
                                          <p:spTgt spid="15"/>
                                        </p:tgtEl>
                                        <p:attrNameLst>
                                          <p:attrName>style.visibility</p:attrName>
                                        </p:attrNameLst>
                                      </p:cBhvr>
                                      <p:tavLst>
                                        <p:tav tm="0">
                                          <p:val>
                                            <p:strVal val="hidden"/>
                                          </p:val>
                                        </p:tav>
                                        <p:tav tm="50000">
                                          <p:val>
                                            <p:strVal val="visible"/>
                                          </p:val>
                                        </p:tav>
                                      </p:tavLst>
                                    </p:anim>
                                  </p:childTnLst>
                                </p:cTn>
                              </p:par>
                            </p:childTnLst>
                          </p:cTn>
                        </p:par>
                      </p:childTnLst>
                    </p:cTn>
                  </p:par>
                  <p:par>
                    <p:cTn id="25" fill="hold">
                      <p:stCondLst>
                        <p:cond delay="indefinite"/>
                      </p:stCondLst>
                      <p:childTnLst>
                        <p:par>
                          <p:cTn id="26" fill="hold">
                            <p:stCondLst>
                              <p:cond delay="0"/>
                            </p:stCondLst>
                            <p:childTnLst>
                              <p:par>
                                <p:cTn id="27" presetID="35" presetClass="emph" presetSubtype="0" repeatCount="3000" fill="hold" grpId="0" nodeType="clickEffect">
                                  <p:stCondLst>
                                    <p:cond delay="0"/>
                                  </p:stCondLst>
                                  <p:childTnLst>
                                    <p:anim calcmode="discrete" valueType="str">
                                      <p:cBhvr>
                                        <p:cTn id="28"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1000"/>
                                        <p:tgtEl>
                                          <p:spTgt spid="21"/>
                                        </p:tgtEl>
                                      </p:cBhvr>
                                    </p:animEffect>
                                    <p:anim calcmode="lin" valueType="num">
                                      <p:cBhvr>
                                        <p:cTn id="34" dur="1000" fill="hold"/>
                                        <p:tgtEl>
                                          <p:spTgt spid="21"/>
                                        </p:tgtEl>
                                        <p:attrNameLst>
                                          <p:attrName>ppt_x</p:attrName>
                                        </p:attrNameLst>
                                      </p:cBhvr>
                                      <p:tavLst>
                                        <p:tav tm="0">
                                          <p:val>
                                            <p:strVal val="#ppt_x"/>
                                          </p:val>
                                        </p:tav>
                                        <p:tav tm="100000">
                                          <p:val>
                                            <p:strVal val="#ppt_x"/>
                                          </p:val>
                                        </p:tav>
                                      </p:tavLst>
                                    </p:anim>
                                    <p:anim calcmode="lin" valueType="num">
                                      <p:cBhvr>
                                        <p:cTn id="35"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5" grpId="0"/>
      <p:bldP spid="16" grpId="0"/>
      <p:bldP spid="17" grpId="0" animBg="1"/>
      <p:bldP spid="18" grpId="0" animBg="1"/>
      <p:bldP spid="20" grpId="0"/>
      <p:bldP spid="21"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2BD485-5D6B-2118-2981-259422378B3B}"/>
            </a:ext>
          </a:extLst>
        </p:cNvPr>
        <p:cNvGrpSpPr/>
        <p:nvPr/>
      </p:nvGrpSpPr>
      <p:grpSpPr>
        <a:xfrm>
          <a:off x="0" y="0"/>
          <a:ext cx="0" cy="0"/>
          <a:chOff x="0" y="0"/>
          <a:chExt cx="0" cy="0"/>
        </a:xfrm>
      </p:grpSpPr>
      <p:sp>
        <p:nvSpPr>
          <p:cNvPr id="19" name="圆角矩形 18">
            <a:extLst>
              <a:ext uri="{FF2B5EF4-FFF2-40B4-BE49-F238E27FC236}">
                <a16:creationId xmlns:a16="http://schemas.microsoft.com/office/drawing/2014/main" id="{F6DE63A0-9D12-69C6-6310-19C0EC558072}"/>
              </a:ext>
            </a:extLst>
          </p:cNvPr>
          <p:cNvSpPr/>
          <p:nvPr/>
        </p:nvSpPr>
        <p:spPr>
          <a:xfrm>
            <a:off x="545145" y="1066503"/>
            <a:ext cx="8053710" cy="27926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a:extLst>
              <a:ext uri="{FF2B5EF4-FFF2-40B4-BE49-F238E27FC236}">
                <a16:creationId xmlns:a16="http://schemas.microsoft.com/office/drawing/2014/main" id="{25F07422-AC1A-927B-DB9C-719935CE71A9}"/>
              </a:ext>
            </a:extLst>
          </p:cNvPr>
          <p:cNvSpPr>
            <a:spLocks noChangeArrowheads="1"/>
          </p:cNvSpPr>
          <p:nvPr/>
        </p:nvSpPr>
        <p:spPr bwMode="auto">
          <a:xfrm>
            <a:off x="545145" y="621169"/>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417CAA23-A10E-65BD-AEB3-BE4A5275739B}"/>
              </a:ext>
            </a:extLst>
          </p:cNvPr>
          <p:cNvSpPr>
            <a:spLocks noChangeArrowheads="1"/>
          </p:cNvSpPr>
          <p:nvPr/>
        </p:nvSpPr>
        <p:spPr bwMode="auto">
          <a:xfrm>
            <a:off x="1941968" y="58795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双协议栈</a:t>
            </a:r>
          </a:p>
        </p:txBody>
      </p:sp>
      <p:sp>
        <p:nvSpPr>
          <p:cNvPr id="5" name="Rectangle 47">
            <a:extLst>
              <a:ext uri="{FF2B5EF4-FFF2-40B4-BE49-F238E27FC236}">
                <a16:creationId xmlns:a16="http://schemas.microsoft.com/office/drawing/2014/main" id="{DF05D276-4602-B3AA-5959-CBDC0D39C4AC}"/>
              </a:ext>
            </a:extLst>
          </p:cNvPr>
          <p:cNvSpPr>
            <a:spLocks noChangeArrowheads="1"/>
          </p:cNvSpPr>
          <p:nvPr/>
        </p:nvSpPr>
        <p:spPr bwMode="auto">
          <a:xfrm>
            <a:off x="3042946" y="1665654"/>
            <a:ext cx="3097212" cy="1584325"/>
          </a:xfrm>
          <a:prstGeom prst="rect">
            <a:avLst/>
          </a:prstGeom>
          <a:solidFill>
            <a:schemeClr val="bg1"/>
          </a:solidFill>
          <a:ln w="28575">
            <a:solidFill>
              <a:schemeClr val="tx1"/>
            </a:solidFill>
            <a:miter lim="800000"/>
            <a:headEnd/>
            <a:tailEnd/>
          </a:ln>
          <a:effectLst/>
        </p:spPr>
        <p:txBody>
          <a:bodyPr wrap="none" anchor="ctr"/>
          <a:lstStyle/>
          <a:p>
            <a:pPr>
              <a:defRPr/>
            </a:pPr>
            <a:endParaRPr lang="zh-CN" altLang="en-US" b="1">
              <a:latin typeface="微软雅黑" panose="020B0503020204020204" pitchFamily="34" charset="-122"/>
              <a:ea typeface="微软雅黑" panose="020B0503020204020204" pitchFamily="34" charset="-122"/>
            </a:endParaRPr>
          </a:p>
        </p:txBody>
      </p:sp>
      <p:sp>
        <p:nvSpPr>
          <p:cNvPr id="6" name="Line 89">
            <a:extLst>
              <a:ext uri="{FF2B5EF4-FFF2-40B4-BE49-F238E27FC236}">
                <a16:creationId xmlns:a16="http://schemas.microsoft.com/office/drawing/2014/main" id="{42F99FEE-E0C2-E7F1-F755-9533DAB99F70}"/>
              </a:ext>
            </a:extLst>
          </p:cNvPr>
          <p:cNvSpPr>
            <a:spLocks noChangeShapeType="1"/>
          </p:cNvSpPr>
          <p:nvPr/>
        </p:nvSpPr>
        <p:spPr bwMode="auto">
          <a:xfrm>
            <a:off x="3042946" y="2386379"/>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7" name="Text Box 90">
            <a:extLst>
              <a:ext uri="{FF2B5EF4-FFF2-40B4-BE49-F238E27FC236}">
                <a16:creationId xmlns:a16="http://schemas.microsoft.com/office/drawing/2014/main" id="{0488A4FA-33EF-B0CF-CC61-44D33C5E2263}"/>
              </a:ext>
            </a:extLst>
          </p:cNvPr>
          <p:cNvSpPr txBox="1">
            <a:spLocks noChangeArrowheads="1"/>
          </p:cNvSpPr>
          <p:nvPr/>
        </p:nvSpPr>
        <p:spPr bwMode="auto">
          <a:xfrm>
            <a:off x="3395371" y="2048241"/>
            <a:ext cx="8002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传输层</a:t>
            </a:r>
          </a:p>
        </p:txBody>
      </p:sp>
      <p:sp>
        <p:nvSpPr>
          <p:cNvPr id="8" name="Line 89">
            <a:extLst>
              <a:ext uri="{FF2B5EF4-FFF2-40B4-BE49-F238E27FC236}">
                <a16:creationId xmlns:a16="http://schemas.microsoft.com/office/drawing/2014/main" id="{88A575D5-078F-63FD-C669-E99470011AC4}"/>
              </a:ext>
            </a:extLst>
          </p:cNvPr>
          <p:cNvSpPr>
            <a:spLocks noChangeShapeType="1"/>
          </p:cNvSpPr>
          <p:nvPr/>
        </p:nvSpPr>
        <p:spPr bwMode="auto">
          <a:xfrm>
            <a:off x="3042946" y="2811829"/>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cxnSp>
        <p:nvCxnSpPr>
          <p:cNvPr id="9" name="直接连接符 69">
            <a:extLst>
              <a:ext uri="{FF2B5EF4-FFF2-40B4-BE49-F238E27FC236}">
                <a16:creationId xmlns:a16="http://schemas.microsoft.com/office/drawing/2014/main" id="{12A8CFA8-A218-5A5D-2C8A-338CBCD5E66D}"/>
              </a:ext>
            </a:extLst>
          </p:cNvPr>
          <p:cNvCxnSpPr>
            <a:cxnSpLocks noChangeShapeType="1"/>
          </p:cNvCxnSpPr>
          <p:nvPr/>
        </p:nvCxnSpPr>
        <p:spPr bwMode="auto">
          <a:xfrm>
            <a:off x="4593933" y="2392729"/>
            <a:ext cx="1588" cy="4381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 name="Rectangle 47">
            <a:extLst>
              <a:ext uri="{FF2B5EF4-FFF2-40B4-BE49-F238E27FC236}">
                <a16:creationId xmlns:a16="http://schemas.microsoft.com/office/drawing/2014/main" id="{09AE17AB-0760-81EC-CD6C-12F99F86E27F}"/>
              </a:ext>
            </a:extLst>
          </p:cNvPr>
          <p:cNvSpPr>
            <a:spLocks noChangeArrowheads="1"/>
          </p:cNvSpPr>
          <p:nvPr/>
        </p:nvSpPr>
        <p:spPr bwMode="auto">
          <a:xfrm>
            <a:off x="3149308" y="2454641"/>
            <a:ext cx="1360488" cy="271463"/>
          </a:xfrm>
          <a:prstGeom prst="rect">
            <a:avLst/>
          </a:prstGeom>
          <a:solidFill>
            <a:srgbClr val="00B0F0"/>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en-US" altLang="zh-CN" sz="1600" b="1" dirty="0">
                <a:latin typeface="微软雅黑" panose="020B0503020204020204" pitchFamily="34" charset="-122"/>
                <a:ea typeface="微软雅黑" panose="020B0503020204020204" pitchFamily="34" charset="-122"/>
              </a:rPr>
              <a:t>IPv4</a:t>
            </a:r>
            <a:endParaRPr lang="zh-CN" altLang="en-US" sz="1600" b="1" dirty="0">
              <a:latin typeface="微软雅黑" panose="020B0503020204020204" pitchFamily="34" charset="-122"/>
              <a:ea typeface="微软雅黑" panose="020B0503020204020204" pitchFamily="34" charset="-122"/>
            </a:endParaRPr>
          </a:p>
        </p:txBody>
      </p:sp>
      <p:sp>
        <p:nvSpPr>
          <p:cNvPr id="11" name="Rectangle 47">
            <a:extLst>
              <a:ext uri="{FF2B5EF4-FFF2-40B4-BE49-F238E27FC236}">
                <a16:creationId xmlns:a16="http://schemas.microsoft.com/office/drawing/2014/main" id="{CA4EA14C-D3BF-B6E3-2E11-60A3EFD48E2A}"/>
              </a:ext>
            </a:extLst>
          </p:cNvPr>
          <p:cNvSpPr>
            <a:spLocks noChangeArrowheads="1"/>
          </p:cNvSpPr>
          <p:nvPr/>
        </p:nvSpPr>
        <p:spPr bwMode="auto">
          <a:xfrm>
            <a:off x="4700296" y="2457816"/>
            <a:ext cx="1358900" cy="273050"/>
          </a:xfrm>
          <a:prstGeom prst="rect">
            <a:avLst/>
          </a:prstGeom>
          <a:solidFill>
            <a:srgbClr val="00B050"/>
          </a:solidFill>
          <a:ln w="9525">
            <a:noFill/>
            <a:miter lim="800000"/>
            <a:headEnd/>
            <a:tailEnd/>
          </a:ln>
          <a:effectLst>
            <a:glow rad="63500">
              <a:schemeClr val="accent2">
                <a:satMod val="175000"/>
                <a:alpha val="40000"/>
              </a:schemeClr>
            </a:glow>
            <a:outerShdw blurRad="50800" dist="38100" dir="2700000" algn="tl" rotWithShape="0">
              <a:prstClr val="black">
                <a:alpha val="40000"/>
              </a:prstClr>
            </a:outerShdw>
          </a:effectLst>
        </p:spPr>
        <p:txBody>
          <a:bodyPr wrap="none" anchor="ctr"/>
          <a:lstStyle/>
          <a:p>
            <a:pPr algn="ctr">
              <a:defRPr/>
            </a:pPr>
            <a:r>
              <a:rPr lang="en-US" altLang="zh-CN" sz="1600" b="1" dirty="0">
                <a:latin typeface="微软雅黑" panose="020B0503020204020204" pitchFamily="34" charset="-122"/>
                <a:ea typeface="微软雅黑" panose="020B0503020204020204" pitchFamily="34" charset="-122"/>
              </a:rPr>
              <a:t>IPv6</a:t>
            </a:r>
            <a:endParaRPr lang="zh-CN" altLang="en-US" sz="1600" b="1" dirty="0">
              <a:latin typeface="微软雅黑" panose="020B0503020204020204" pitchFamily="34" charset="-122"/>
              <a:ea typeface="微软雅黑" panose="020B0503020204020204" pitchFamily="34" charset="-122"/>
            </a:endParaRPr>
          </a:p>
        </p:txBody>
      </p:sp>
      <p:sp>
        <p:nvSpPr>
          <p:cNvPr id="12" name="Text Box 90">
            <a:extLst>
              <a:ext uri="{FF2B5EF4-FFF2-40B4-BE49-F238E27FC236}">
                <a16:creationId xmlns:a16="http://schemas.microsoft.com/office/drawing/2014/main" id="{652A620E-30FB-ACA2-5628-3F107415F097}"/>
              </a:ext>
            </a:extLst>
          </p:cNvPr>
          <p:cNvSpPr txBox="1">
            <a:spLocks noChangeArrowheads="1"/>
          </p:cNvSpPr>
          <p:nvPr/>
        </p:nvSpPr>
        <p:spPr bwMode="auto">
          <a:xfrm>
            <a:off x="2989980" y="2889616"/>
            <a:ext cx="14160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链路层和以下</a:t>
            </a:r>
          </a:p>
        </p:txBody>
      </p:sp>
      <p:sp>
        <p:nvSpPr>
          <p:cNvPr id="13" name="Line 89">
            <a:extLst>
              <a:ext uri="{FF2B5EF4-FFF2-40B4-BE49-F238E27FC236}">
                <a16:creationId xmlns:a16="http://schemas.microsoft.com/office/drawing/2014/main" id="{F55F9D09-83D0-11C6-2D84-A8EBC99B190C}"/>
              </a:ext>
            </a:extLst>
          </p:cNvPr>
          <p:cNvSpPr>
            <a:spLocks noChangeShapeType="1"/>
          </p:cNvSpPr>
          <p:nvPr/>
        </p:nvSpPr>
        <p:spPr bwMode="auto">
          <a:xfrm>
            <a:off x="3042946" y="2026016"/>
            <a:ext cx="3103562" cy="63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4" name="Text Box 90">
            <a:extLst>
              <a:ext uri="{FF2B5EF4-FFF2-40B4-BE49-F238E27FC236}">
                <a16:creationId xmlns:a16="http://schemas.microsoft.com/office/drawing/2014/main" id="{8DBBABBD-1942-004A-FC73-BE322CEDF910}"/>
              </a:ext>
            </a:extLst>
          </p:cNvPr>
          <p:cNvSpPr txBox="1">
            <a:spLocks noChangeArrowheads="1"/>
          </p:cNvSpPr>
          <p:nvPr/>
        </p:nvSpPr>
        <p:spPr bwMode="auto">
          <a:xfrm>
            <a:off x="3395371" y="1665654"/>
            <a:ext cx="8001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a:latin typeface="微软雅黑" panose="020B0503020204020204" pitchFamily="34" charset="-122"/>
                <a:ea typeface="微软雅黑" panose="020B0503020204020204" pitchFamily="34" charset="-122"/>
              </a:rPr>
              <a:t>应用层</a:t>
            </a:r>
          </a:p>
        </p:txBody>
      </p:sp>
      <p:sp>
        <p:nvSpPr>
          <p:cNvPr id="15" name="Text Box 18">
            <a:extLst>
              <a:ext uri="{FF2B5EF4-FFF2-40B4-BE49-F238E27FC236}">
                <a16:creationId xmlns:a16="http://schemas.microsoft.com/office/drawing/2014/main" id="{0E14D987-A797-10ED-13ED-2837B31C24BF}"/>
              </a:ext>
            </a:extLst>
          </p:cNvPr>
          <p:cNvSpPr txBox="1">
            <a:spLocks noChangeArrowheads="1"/>
          </p:cNvSpPr>
          <p:nvPr/>
        </p:nvSpPr>
        <p:spPr bwMode="auto">
          <a:xfrm>
            <a:off x="2001108" y="3323004"/>
            <a:ext cx="13708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到 </a:t>
            </a:r>
            <a:r>
              <a:rPr lang="en-US" altLang="zh-CN" sz="1600" b="1" dirty="0">
                <a:latin typeface="微软雅黑" panose="020B0503020204020204" pitchFamily="34" charset="-122"/>
                <a:ea typeface="微软雅黑" panose="020B0503020204020204" pitchFamily="34" charset="-122"/>
              </a:rPr>
              <a:t>IPv4 </a:t>
            </a:r>
            <a:r>
              <a:rPr lang="zh-CN" altLang="en-US" sz="1600" b="1" dirty="0">
                <a:latin typeface="微软雅黑" panose="020B0503020204020204" pitchFamily="34" charset="-122"/>
                <a:ea typeface="微软雅黑" panose="020B0503020204020204" pitchFamily="34" charset="-122"/>
              </a:rPr>
              <a:t>系统</a:t>
            </a:r>
            <a:endParaRPr lang="en-US" altLang="zh-CN" sz="1600" b="1" dirty="0">
              <a:latin typeface="微软雅黑" panose="020B0503020204020204" pitchFamily="34" charset="-122"/>
              <a:ea typeface="微软雅黑" panose="020B0503020204020204" pitchFamily="34" charset="-122"/>
            </a:endParaRPr>
          </a:p>
        </p:txBody>
      </p:sp>
      <p:sp>
        <p:nvSpPr>
          <p:cNvPr id="16" name="Text Box 18">
            <a:extLst>
              <a:ext uri="{FF2B5EF4-FFF2-40B4-BE49-F238E27FC236}">
                <a16:creationId xmlns:a16="http://schemas.microsoft.com/office/drawing/2014/main" id="{B6AC3519-2F91-7EE1-AB6C-507FAB63016E}"/>
              </a:ext>
            </a:extLst>
          </p:cNvPr>
          <p:cNvSpPr txBox="1">
            <a:spLocks noChangeArrowheads="1"/>
          </p:cNvSpPr>
          <p:nvPr/>
        </p:nvSpPr>
        <p:spPr bwMode="auto">
          <a:xfrm>
            <a:off x="5811108" y="3323004"/>
            <a:ext cx="13708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600" b="1">
                <a:latin typeface="微软雅黑" panose="020B0503020204020204" pitchFamily="34" charset="-122"/>
                <a:ea typeface="微软雅黑" panose="020B0503020204020204" pitchFamily="34" charset="-122"/>
              </a:rPr>
              <a:t>到 </a:t>
            </a:r>
            <a:r>
              <a:rPr lang="en-US" altLang="zh-CN" sz="1600" b="1">
                <a:latin typeface="微软雅黑" panose="020B0503020204020204" pitchFamily="34" charset="-122"/>
                <a:ea typeface="微软雅黑" panose="020B0503020204020204" pitchFamily="34" charset="-122"/>
              </a:rPr>
              <a:t>IPv6 </a:t>
            </a:r>
            <a:r>
              <a:rPr lang="zh-CN" altLang="en-US" sz="1600" b="1">
                <a:latin typeface="微软雅黑" panose="020B0503020204020204" pitchFamily="34" charset="-122"/>
                <a:ea typeface="微软雅黑" panose="020B0503020204020204" pitchFamily="34" charset="-122"/>
              </a:rPr>
              <a:t>系统</a:t>
            </a:r>
            <a:endParaRPr lang="en-US" altLang="zh-CN" sz="1600" b="1">
              <a:latin typeface="微软雅黑" panose="020B0503020204020204" pitchFamily="34" charset="-122"/>
              <a:ea typeface="微软雅黑" panose="020B0503020204020204" pitchFamily="34" charset="-122"/>
            </a:endParaRPr>
          </a:p>
        </p:txBody>
      </p:sp>
      <p:sp>
        <p:nvSpPr>
          <p:cNvPr id="17" name="任意多边形 87">
            <a:extLst>
              <a:ext uri="{FF2B5EF4-FFF2-40B4-BE49-F238E27FC236}">
                <a16:creationId xmlns:a16="http://schemas.microsoft.com/office/drawing/2014/main" id="{C4A0BF8D-8523-8FBD-111A-DFF16789829C}"/>
              </a:ext>
            </a:extLst>
          </p:cNvPr>
          <p:cNvSpPr>
            <a:spLocks/>
          </p:cNvSpPr>
          <p:nvPr/>
        </p:nvSpPr>
        <p:spPr bwMode="auto">
          <a:xfrm>
            <a:off x="4801896" y="1814879"/>
            <a:ext cx="1069975" cy="1685925"/>
          </a:xfrm>
          <a:custGeom>
            <a:avLst/>
            <a:gdLst>
              <a:gd name="T0" fmla="*/ 4213 w 1070311"/>
              <a:gd name="T1" fmla="*/ 0 h 1685530"/>
              <a:gd name="T2" fmla="*/ 0 w 1070311"/>
              <a:gd name="T3" fmla="*/ 1685925 h 1685530"/>
              <a:gd name="T4" fmla="*/ 1069975 w 1070311"/>
              <a:gd name="T5" fmla="*/ 1681710 h 1685530"/>
              <a:gd name="T6" fmla="*/ 0 60000 65536"/>
              <a:gd name="T7" fmla="*/ 0 60000 65536"/>
              <a:gd name="T8" fmla="*/ 0 60000 65536"/>
              <a:gd name="T9" fmla="*/ 0 w 1070311"/>
              <a:gd name="T10" fmla="*/ 0 h 1685530"/>
              <a:gd name="T11" fmla="*/ 1070311 w 1070311"/>
              <a:gd name="T12" fmla="*/ 1685530 h 1685530"/>
            </a:gdLst>
            <a:ahLst/>
            <a:cxnLst>
              <a:cxn ang="T6">
                <a:pos x="T0" y="T1"/>
              </a:cxn>
              <a:cxn ang="T7">
                <a:pos x="T2" y="T3"/>
              </a:cxn>
              <a:cxn ang="T8">
                <a:pos x="T4" y="T5"/>
              </a:cxn>
            </a:cxnLst>
            <a:rect l="T9" t="T10" r="T11" b="T12"/>
            <a:pathLst>
              <a:path w="1070311" h="1685530">
                <a:moveTo>
                  <a:pt x="4214" y="0"/>
                </a:moveTo>
                <a:cubicBezTo>
                  <a:pt x="2809" y="561843"/>
                  <a:pt x="1405" y="1123687"/>
                  <a:pt x="0" y="1685530"/>
                </a:cubicBezTo>
                <a:lnTo>
                  <a:pt x="1070311" y="1681316"/>
                </a:lnTo>
              </a:path>
            </a:pathLst>
          </a:custGeom>
          <a:noFill/>
          <a:ln w="38100" cap="flat" cmpd="sng" algn="ctr">
            <a:solidFill>
              <a:srgbClr val="990099"/>
            </a:solidFill>
            <a:prstDash val="solid"/>
            <a:round/>
            <a:headEnd type="triangle" w="sm" len="lg"/>
            <a:tailEnd type="triangle" w="sm" len="lg"/>
          </a:ln>
          <a:extLst>
            <a:ext uri="{909E8E84-426E-40DD-AFC4-6F175D3DCCD1}">
              <a14:hiddenFill xmlns:a14="http://schemas.microsoft.com/office/drawing/2010/main">
                <a:solidFill>
                  <a:srgbClr val="FFFFFF"/>
                </a:solid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8" name="任意多边形 88">
            <a:extLst>
              <a:ext uri="{FF2B5EF4-FFF2-40B4-BE49-F238E27FC236}">
                <a16:creationId xmlns:a16="http://schemas.microsoft.com/office/drawing/2014/main" id="{6F9B075B-761E-0D70-F058-4A6387592DAF}"/>
              </a:ext>
            </a:extLst>
          </p:cNvPr>
          <p:cNvSpPr>
            <a:spLocks/>
          </p:cNvSpPr>
          <p:nvPr/>
        </p:nvSpPr>
        <p:spPr bwMode="auto">
          <a:xfrm flipH="1">
            <a:off x="3269958" y="1810116"/>
            <a:ext cx="1069975" cy="1685925"/>
          </a:xfrm>
          <a:custGeom>
            <a:avLst/>
            <a:gdLst>
              <a:gd name="T0" fmla="*/ 4213 w 1070311"/>
              <a:gd name="T1" fmla="*/ 0 h 1685530"/>
              <a:gd name="T2" fmla="*/ 0 w 1070311"/>
              <a:gd name="T3" fmla="*/ 1685925 h 1685530"/>
              <a:gd name="T4" fmla="*/ 1069975 w 1070311"/>
              <a:gd name="T5" fmla="*/ 1681710 h 1685530"/>
              <a:gd name="T6" fmla="*/ 0 60000 65536"/>
              <a:gd name="T7" fmla="*/ 0 60000 65536"/>
              <a:gd name="T8" fmla="*/ 0 60000 65536"/>
              <a:gd name="T9" fmla="*/ 0 w 1070311"/>
              <a:gd name="T10" fmla="*/ 0 h 1685530"/>
              <a:gd name="T11" fmla="*/ 1070311 w 1070311"/>
              <a:gd name="T12" fmla="*/ 1685530 h 1685530"/>
            </a:gdLst>
            <a:ahLst/>
            <a:cxnLst>
              <a:cxn ang="T6">
                <a:pos x="T0" y="T1"/>
              </a:cxn>
              <a:cxn ang="T7">
                <a:pos x="T2" y="T3"/>
              </a:cxn>
              <a:cxn ang="T8">
                <a:pos x="T4" y="T5"/>
              </a:cxn>
            </a:cxnLst>
            <a:rect l="T9" t="T10" r="T11" b="T12"/>
            <a:pathLst>
              <a:path w="1070311" h="1685530">
                <a:moveTo>
                  <a:pt x="4214" y="0"/>
                </a:moveTo>
                <a:cubicBezTo>
                  <a:pt x="2809" y="561843"/>
                  <a:pt x="1405" y="1123687"/>
                  <a:pt x="0" y="1685530"/>
                </a:cubicBezTo>
                <a:lnTo>
                  <a:pt x="1070311" y="1681316"/>
                </a:lnTo>
              </a:path>
            </a:pathLst>
          </a:custGeom>
          <a:noFill/>
          <a:ln w="38100" cap="flat" cmpd="sng" algn="ctr">
            <a:solidFill>
              <a:srgbClr val="990099"/>
            </a:solidFill>
            <a:prstDash val="solid"/>
            <a:round/>
            <a:headEnd type="triangle" w="sm" len="lg"/>
            <a:tailEnd type="triangle" w="sm" len="lg"/>
          </a:ln>
          <a:extLst>
            <a:ext uri="{909E8E84-426E-40DD-AFC4-6F175D3DCCD1}">
              <a14:hiddenFill xmlns:a14="http://schemas.microsoft.com/office/drawing/2010/main">
                <a:solidFill>
                  <a:srgbClr val="FFFFFF"/>
                </a:solid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 name="矩形 19">
            <a:extLst>
              <a:ext uri="{FF2B5EF4-FFF2-40B4-BE49-F238E27FC236}">
                <a16:creationId xmlns:a16="http://schemas.microsoft.com/office/drawing/2014/main" id="{9D97EA7E-F542-69E9-B0B0-80E39C1C2F5C}"/>
              </a:ext>
            </a:extLst>
          </p:cNvPr>
          <p:cNvSpPr/>
          <p:nvPr/>
        </p:nvSpPr>
        <p:spPr>
          <a:xfrm>
            <a:off x="2182276" y="1172804"/>
            <a:ext cx="4896480" cy="338554"/>
          </a:xfrm>
          <a:prstGeom prst="rect">
            <a:avLst/>
          </a:prstGeom>
        </p:spPr>
        <p:txBody>
          <a:bodyPr wrap="square">
            <a:spAutoFit/>
          </a:bodyPr>
          <a:lstStyle/>
          <a:p>
            <a:pPr algn="ctr">
              <a:buClr>
                <a:srgbClr val="0070C0"/>
              </a:buClr>
            </a:pPr>
            <a:r>
              <a:rPr lang="en-US" altLang="zh-CN" sz="1600" b="1" dirty="0">
                <a:latin typeface="微软雅黑" pitchFamily="34" charset="-122"/>
                <a:ea typeface="微软雅黑" pitchFamily="34" charset="-122"/>
              </a:rPr>
              <a:t>IPv4/IPv6 </a:t>
            </a:r>
            <a:r>
              <a:rPr lang="zh-CN" altLang="en-US" sz="1600" b="1" dirty="0">
                <a:latin typeface="微软雅黑" pitchFamily="34" charset="-122"/>
                <a:ea typeface="微软雅黑" pitchFamily="34" charset="-122"/>
              </a:rPr>
              <a:t>双协议栈主机（或路由器）</a:t>
            </a:r>
            <a:endParaRPr lang="en-US" altLang="zh-CN" sz="1600" b="1" dirty="0">
              <a:latin typeface="微软雅黑" pitchFamily="34" charset="-122"/>
              <a:ea typeface="微软雅黑" pitchFamily="34" charset="-122"/>
            </a:endParaRPr>
          </a:p>
        </p:txBody>
      </p:sp>
      <p:sp>
        <p:nvSpPr>
          <p:cNvPr id="21" name="文本框 20">
            <a:extLst>
              <a:ext uri="{FF2B5EF4-FFF2-40B4-BE49-F238E27FC236}">
                <a16:creationId xmlns:a16="http://schemas.microsoft.com/office/drawing/2014/main" id="{E0EF71CB-2FF3-81A4-63EF-165A71C8E97D}"/>
              </a:ext>
            </a:extLst>
          </p:cNvPr>
          <p:cNvSpPr txBox="1"/>
          <p:nvPr/>
        </p:nvSpPr>
        <p:spPr>
          <a:xfrm>
            <a:off x="1474464" y="3875036"/>
            <a:ext cx="6705975" cy="775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indent="0">
              <a:lnSpc>
                <a:spcPts val="2800"/>
              </a:lnSpc>
              <a:buClr>
                <a:srgbClr val="0070C0"/>
              </a:buClr>
              <a:buFont typeface="Wingdings" panose="05000000000000000000" pitchFamily="2" charset="2"/>
              <a:buNone/>
              <a:defRPr sz="1800" b="1">
                <a:latin typeface="微软雅黑" pitchFamily="34" charset="-122"/>
                <a:ea typeface="微软雅黑" pitchFamily="34" charset="-122"/>
              </a:defRPr>
            </a:lvl1pPr>
            <a:lvl2pPr marL="800100" lvl="1" indent="-342900">
              <a:lnSpc>
                <a:spcPts val="3300"/>
              </a:lnSpc>
              <a:buClr>
                <a:srgbClr val="0070C0"/>
              </a:buClr>
              <a:buFont typeface="Wingdings" panose="05000000000000000000" pitchFamily="2" charset="2"/>
              <a:buChar char="ü"/>
              <a:defRPr sz="2000" b="1">
                <a:latin typeface="微软雅黑" pitchFamily="34" charset="-122"/>
                <a:ea typeface="微软雅黑" pitchFamily="34" charset="-122"/>
              </a:defRPr>
            </a:lvl2pPr>
          </a:lstStyle>
          <a:p>
            <a:r>
              <a:rPr lang="zh-CN" altLang="en-US" dirty="0"/>
              <a:t>双协议栈的优点是兼容性好，过渡平滑。但缺点是需要安装两套协议，存储器和</a:t>
            </a:r>
            <a:r>
              <a:rPr lang="en-US" altLang="zh-CN" dirty="0"/>
              <a:t>CPU</a:t>
            </a:r>
            <a:r>
              <a:rPr lang="zh-CN" altLang="en-US" dirty="0"/>
              <a:t>的消耗都增加，同时管理更加复杂</a:t>
            </a:r>
            <a:r>
              <a:rPr lang="en-US" altLang="zh-CN" dirty="0"/>
              <a:t>.</a:t>
            </a:r>
            <a:endParaRPr lang="zh-CN" altLang="en-US" dirty="0"/>
          </a:p>
        </p:txBody>
      </p:sp>
    </p:spTree>
    <p:extLst>
      <p:ext uri="{BB962C8B-B14F-4D97-AF65-F5344CB8AC3E}">
        <p14:creationId xmlns:p14="http://schemas.microsoft.com/office/powerpoint/2010/main" val="505347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C8A8FF-B9A4-0952-9850-A6B8068E439D}"/>
            </a:ext>
          </a:extLst>
        </p:cNvPr>
        <p:cNvGrpSpPr/>
        <p:nvPr/>
      </p:nvGrpSpPr>
      <p:grpSpPr>
        <a:xfrm>
          <a:off x="0" y="0"/>
          <a:ext cx="0" cy="0"/>
          <a:chOff x="0" y="0"/>
          <a:chExt cx="0" cy="0"/>
        </a:xfrm>
      </p:grpSpPr>
      <p:sp>
        <p:nvSpPr>
          <p:cNvPr id="212" name="圆角矩形 18">
            <a:extLst>
              <a:ext uri="{FF2B5EF4-FFF2-40B4-BE49-F238E27FC236}">
                <a16:creationId xmlns:a16="http://schemas.microsoft.com/office/drawing/2014/main" id="{7163443F-8C30-2539-DF23-73514810C389}"/>
              </a:ext>
            </a:extLst>
          </p:cNvPr>
          <p:cNvSpPr/>
          <p:nvPr/>
        </p:nvSpPr>
        <p:spPr>
          <a:xfrm>
            <a:off x="545145" y="1029430"/>
            <a:ext cx="8053710" cy="301774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101" name="AutoShape 5">
            <a:extLst>
              <a:ext uri="{FF2B5EF4-FFF2-40B4-BE49-F238E27FC236}">
                <a16:creationId xmlns:a16="http://schemas.microsoft.com/office/drawing/2014/main" id="{A2258891-069D-767E-4C80-51CCCD005CA3}"/>
              </a:ext>
            </a:extLst>
          </p:cNvPr>
          <p:cNvSpPr>
            <a:spLocks noChangeArrowheads="1"/>
          </p:cNvSpPr>
          <p:nvPr/>
        </p:nvSpPr>
        <p:spPr bwMode="auto">
          <a:xfrm>
            <a:off x="545145" y="62834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2" name="Rectangle 6">
            <a:extLst>
              <a:ext uri="{FF2B5EF4-FFF2-40B4-BE49-F238E27FC236}">
                <a16:creationId xmlns:a16="http://schemas.microsoft.com/office/drawing/2014/main" id="{F49192EA-D669-2FCA-1472-C205BA81F726}"/>
              </a:ext>
            </a:extLst>
          </p:cNvPr>
          <p:cNvSpPr>
            <a:spLocks noChangeArrowheads="1"/>
          </p:cNvSpPr>
          <p:nvPr/>
        </p:nvSpPr>
        <p:spPr bwMode="auto">
          <a:xfrm>
            <a:off x="1941968" y="59513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隧道技术</a:t>
            </a:r>
          </a:p>
        </p:txBody>
      </p:sp>
      <p:sp>
        <p:nvSpPr>
          <p:cNvPr id="2" name="Line 41">
            <a:extLst>
              <a:ext uri="{FF2B5EF4-FFF2-40B4-BE49-F238E27FC236}">
                <a16:creationId xmlns:a16="http://schemas.microsoft.com/office/drawing/2014/main" id="{606F4B8F-B5F7-466B-A236-BB137D4109ED}"/>
              </a:ext>
            </a:extLst>
          </p:cNvPr>
          <p:cNvSpPr>
            <a:spLocks noChangeShapeType="1"/>
          </p:cNvSpPr>
          <p:nvPr/>
        </p:nvSpPr>
        <p:spPr bwMode="auto">
          <a:xfrm>
            <a:off x="6318070" y="1236841"/>
            <a:ext cx="2210031"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 name="Object 205">
            <a:extLst>
              <a:ext uri="{FF2B5EF4-FFF2-40B4-BE49-F238E27FC236}">
                <a16:creationId xmlns:a16="http://schemas.microsoft.com/office/drawing/2014/main" id="{EAA0B123-D6BF-5A82-DF8E-E6750AB77D15}"/>
              </a:ext>
            </a:extLst>
          </p:cNvPr>
          <p:cNvGraphicFramePr>
            <a:graphicFrameLocks noChangeAspect="1"/>
          </p:cNvGraphicFramePr>
          <p:nvPr/>
        </p:nvGraphicFramePr>
        <p:xfrm>
          <a:off x="615898" y="1325290"/>
          <a:ext cx="2157874" cy="1602643"/>
        </p:xfrm>
        <a:graphic>
          <a:graphicData uri="http://schemas.openxmlformats.org/presentationml/2006/ole">
            <mc:AlternateContent xmlns:mc="http://schemas.openxmlformats.org/markup-compatibility/2006">
              <mc:Choice xmlns:v="urn:schemas-microsoft-com:vml" Requires="v">
                <p:oleObj name="VISIO" r:id="rId3" imgW="1687068" imgH="964692" progId="Visio.Drawing.6">
                  <p:embed/>
                </p:oleObj>
              </mc:Choice>
              <mc:Fallback>
                <p:oleObj name="VISIO" r:id="rId3" imgW="1687068" imgH="964692" progId="Visio.Drawing.6">
                  <p:embed/>
                  <p:pic>
                    <p:nvPicPr>
                      <p:cNvPr id="3" name="Object 205">
                        <a:extLst>
                          <a:ext uri="{FF2B5EF4-FFF2-40B4-BE49-F238E27FC236}">
                            <a16:creationId xmlns:a16="http://schemas.microsoft.com/office/drawing/2014/main" id="{EAA0B123-D6BF-5A82-DF8E-E6750AB77D1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5898" y="1325290"/>
                        <a:ext cx="2157874" cy="1602643"/>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5" name="Object 205">
            <a:extLst>
              <a:ext uri="{FF2B5EF4-FFF2-40B4-BE49-F238E27FC236}">
                <a16:creationId xmlns:a16="http://schemas.microsoft.com/office/drawing/2014/main" id="{E4BB00FA-198A-E91B-5B11-5E943F516FC0}"/>
              </a:ext>
            </a:extLst>
          </p:cNvPr>
          <p:cNvGraphicFramePr>
            <a:graphicFrameLocks noChangeAspect="1"/>
          </p:cNvGraphicFramePr>
          <p:nvPr/>
        </p:nvGraphicFramePr>
        <p:xfrm>
          <a:off x="6370227" y="1364894"/>
          <a:ext cx="2157874" cy="1602643"/>
        </p:xfrm>
        <a:graphic>
          <a:graphicData uri="http://schemas.openxmlformats.org/presentationml/2006/ole">
            <mc:AlternateContent xmlns:mc="http://schemas.openxmlformats.org/markup-compatibility/2006">
              <mc:Choice xmlns:v="urn:schemas-microsoft-com:vml" Requires="v">
                <p:oleObj name="VISIO" r:id="rId3" imgW="1687068" imgH="964692" progId="Visio.Drawing.6">
                  <p:embed/>
                </p:oleObj>
              </mc:Choice>
              <mc:Fallback>
                <p:oleObj name="VISIO" r:id="rId3" imgW="1687068" imgH="964692" progId="Visio.Drawing.6">
                  <p:embed/>
                  <p:pic>
                    <p:nvPicPr>
                      <p:cNvPr id="5" name="Object 205">
                        <a:extLst>
                          <a:ext uri="{FF2B5EF4-FFF2-40B4-BE49-F238E27FC236}">
                            <a16:creationId xmlns:a16="http://schemas.microsoft.com/office/drawing/2014/main" id="{E4BB00FA-198A-E91B-5B11-5E943F516FC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70227" y="1364894"/>
                        <a:ext cx="2157874" cy="1602643"/>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6" name="Group 108">
            <a:extLst>
              <a:ext uri="{FF2B5EF4-FFF2-40B4-BE49-F238E27FC236}">
                <a16:creationId xmlns:a16="http://schemas.microsoft.com/office/drawing/2014/main" id="{E2307AFB-6FBF-E423-B0B5-344810A2E5EA}"/>
              </a:ext>
            </a:extLst>
          </p:cNvPr>
          <p:cNvGrpSpPr>
            <a:grpSpLocks/>
          </p:cNvGrpSpPr>
          <p:nvPr/>
        </p:nvGrpSpPr>
        <p:grpSpPr bwMode="auto">
          <a:xfrm>
            <a:off x="3484572" y="1371495"/>
            <a:ext cx="2311921" cy="1436306"/>
            <a:chOff x="912" y="768"/>
            <a:chExt cx="2400" cy="1584"/>
          </a:xfrm>
        </p:grpSpPr>
        <p:sp>
          <p:nvSpPr>
            <p:cNvPr id="7" name="Oval 109">
              <a:extLst>
                <a:ext uri="{FF2B5EF4-FFF2-40B4-BE49-F238E27FC236}">
                  <a16:creationId xmlns:a16="http://schemas.microsoft.com/office/drawing/2014/main" id="{84A4983F-9F7A-82C5-3B48-BE91615688E7}"/>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8" name="Oval 110">
              <a:extLst>
                <a:ext uri="{FF2B5EF4-FFF2-40B4-BE49-F238E27FC236}">
                  <a16:creationId xmlns:a16="http://schemas.microsoft.com/office/drawing/2014/main" id="{58AA1A89-8860-06E1-C10D-5DC716CC8C6F}"/>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9" name="Oval 111">
              <a:extLst>
                <a:ext uri="{FF2B5EF4-FFF2-40B4-BE49-F238E27FC236}">
                  <a16:creationId xmlns:a16="http://schemas.microsoft.com/office/drawing/2014/main" id="{50ECDE93-F529-23BF-62BB-53871C3B8994}"/>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10" name="Oval 112">
              <a:extLst>
                <a:ext uri="{FF2B5EF4-FFF2-40B4-BE49-F238E27FC236}">
                  <a16:creationId xmlns:a16="http://schemas.microsoft.com/office/drawing/2014/main" id="{6A80AE43-74AC-8EE6-5B17-0E13228705EA}"/>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11" name="Oval 113">
              <a:extLst>
                <a:ext uri="{FF2B5EF4-FFF2-40B4-BE49-F238E27FC236}">
                  <a16:creationId xmlns:a16="http://schemas.microsoft.com/office/drawing/2014/main" id="{8CCD7B81-1FC0-149C-3909-B033FF1F9E75}"/>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12" name="Oval 114">
              <a:extLst>
                <a:ext uri="{FF2B5EF4-FFF2-40B4-BE49-F238E27FC236}">
                  <a16:creationId xmlns:a16="http://schemas.microsoft.com/office/drawing/2014/main" id="{C6066D7C-C7F4-8288-CE39-0C5FFCFCEF4D}"/>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13" name="Oval 115">
              <a:extLst>
                <a:ext uri="{FF2B5EF4-FFF2-40B4-BE49-F238E27FC236}">
                  <a16:creationId xmlns:a16="http://schemas.microsoft.com/office/drawing/2014/main" id="{39E39FFE-1E02-268A-5DB7-363A35F0C85A}"/>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14" name="Oval 116">
              <a:extLst>
                <a:ext uri="{FF2B5EF4-FFF2-40B4-BE49-F238E27FC236}">
                  <a16:creationId xmlns:a16="http://schemas.microsoft.com/office/drawing/2014/main" id="{1E4F1090-B58C-6262-2913-C3DD5CF3AADA}"/>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15" name="Oval 117">
              <a:extLst>
                <a:ext uri="{FF2B5EF4-FFF2-40B4-BE49-F238E27FC236}">
                  <a16:creationId xmlns:a16="http://schemas.microsoft.com/office/drawing/2014/main" id="{7A5BF559-BD0B-57F7-0518-C63E970A547F}"/>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grpSp>
          <p:nvGrpSpPr>
            <p:cNvPr id="16" name="Group 118">
              <a:extLst>
                <a:ext uri="{FF2B5EF4-FFF2-40B4-BE49-F238E27FC236}">
                  <a16:creationId xmlns:a16="http://schemas.microsoft.com/office/drawing/2014/main" id="{074A5880-6828-0AB3-4A93-EFC18DA07953}"/>
                </a:ext>
              </a:extLst>
            </p:cNvPr>
            <p:cNvGrpSpPr>
              <a:grpSpLocks/>
            </p:cNvGrpSpPr>
            <p:nvPr/>
          </p:nvGrpSpPr>
          <p:grpSpPr bwMode="auto">
            <a:xfrm>
              <a:off x="912" y="768"/>
              <a:ext cx="2386" cy="1553"/>
              <a:chOff x="912" y="768"/>
              <a:chExt cx="2386" cy="1553"/>
            </a:xfrm>
          </p:grpSpPr>
          <p:sp>
            <p:nvSpPr>
              <p:cNvPr id="17" name="Oval 119">
                <a:extLst>
                  <a:ext uri="{FF2B5EF4-FFF2-40B4-BE49-F238E27FC236}">
                    <a16:creationId xmlns:a16="http://schemas.microsoft.com/office/drawing/2014/main" id="{78416060-FA51-8B8C-104E-0173A84439EB}"/>
                  </a:ext>
                </a:extLst>
              </p:cNvPr>
              <p:cNvSpPr>
                <a:spLocks noChangeArrowheads="1"/>
              </p:cNvSpPr>
              <p:nvPr/>
            </p:nvSpPr>
            <p:spPr bwMode="auto">
              <a:xfrm>
                <a:off x="1736" y="768"/>
                <a:ext cx="1027" cy="627"/>
              </a:xfrm>
              <a:prstGeom prst="ellipse">
                <a:avLst/>
              </a:prstGeom>
              <a:solidFill>
                <a:schemeClr val="accent3">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18" name="Oval 120">
                <a:extLst>
                  <a:ext uri="{FF2B5EF4-FFF2-40B4-BE49-F238E27FC236}">
                    <a16:creationId xmlns:a16="http://schemas.microsoft.com/office/drawing/2014/main" id="{DD4BC54E-3053-2550-295C-15A8D9A64811}"/>
                  </a:ext>
                </a:extLst>
              </p:cNvPr>
              <p:cNvSpPr>
                <a:spLocks noChangeArrowheads="1"/>
              </p:cNvSpPr>
              <p:nvPr/>
            </p:nvSpPr>
            <p:spPr bwMode="auto">
              <a:xfrm>
                <a:off x="1158" y="941"/>
                <a:ext cx="781" cy="627"/>
              </a:xfrm>
              <a:prstGeom prst="ellipse">
                <a:avLst/>
              </a:prstGeom>
              <a:solidFill>
                <a:schemeClr val="accent3">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19" name="Oval 121">
                <a:extLst>
                  <a:ext uri="{FF2B5EF4-FFF2-40B4-BE49-F238E27FC236}">
                    <a16:creationId xmlns:a16="http://schemas.microsoft.com/office/drawing/2014/main" id="{AA32CDBA-A29B-09AE-6BF4-EAE19EA685AA}"/>
                  </a:ext>
                </a:extLst>
              </p:cNvPr>
              <p:cNvSpPr>
                <a:spLocks noChangeArrowheads="1"/>
              </p:cNvSpPr>
              <p:nvPr/>
            </p:nvSpPr>
            <p:spPr bwMode="auto">
              <a:xfrm>
                <a:off x="912" y="1333"/>
                <a:ext cx="520" cy="501"/>
              </a:xfrm>
              <a:prstGeom prst="ellipse">
                <a:avLst/>
              </a:prstGeom>
              <a:solidFill>
                <a:schemeClr val="accent3">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20" name="Oval 122">
                <a:extLst>
                  <a:ext uri="{FF2B5EF4-FFF2-40B4-BE49-F238E27FC236}">
                    <a16:creationId xmlns:a16="http://schemas.microsoft.com/office/drawing/2014/main" id="{D6306092-FB32-AA0B-E26F-EF33C81B911B}"/>
                  </a:ext>
                </a:extLst>
              </p:cNvPr>
              <p:cNvSpPr>
                <a:spLocks noChangeArrowheads="1"/>
              </p:cNvSpPr>
              <p:nvPr/>
            </p:nvSpPr>
            <p:spPr bwMode="auto">
              <a:xfrm>
                <a:off x="1071" y="1568"/>
                <a:ext cx="795" cy="549"/>
              </a:xfrm>
              <a:prstGeom prst="ellipse">
                <a:avLst/>
              </a:prstGeom>
              <a:solidFill>
                <a:schemeClr val="accent3">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21" name="Oval 123">
                <a:extLst>
                  <a:ext uri="{FF2B5EF4-FFF2-40B4-BE49-F238E27FC236}">
                    <a16:creationId xmlns:a16="http://schemas.microsoft.com/office/drawing/2014/main" id="{C37493A6-2CA3-3135-2098-C804C87E968F}"/>
                  </a:ext>
                </a:extLst>
              </p:cNvPr>
              <p:cNvSpPr>
                <a:spLocks noChangeArrowheads="1"/>
              </p:cNvSpPr>
              <p:nvPr/>
            </p:nvSpPr>
            <p:spPr bwMode="auto">
              <a:xfrm>
                <a:off x="1649" y="1662"/>
                <a:ext cx="1200" cy="659"/>
              </a:xfrm>
              <a:prstGeom prst="ellipse">
                <a:avLst/>
              </a:prstGeom>
              <a:solidFill>
                <a:schemeClr val="accent3">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22" name="Oval 124">
                <a:extLst>
                  <a:ext uri="{FF2B5EF4-FFF2-40B4-BE49-F238E27FC236}">
                    <a16:creationId xmlns:a16="http://schemas.microsoft.com/office/drawing/2014/main" id="{D9A6F734-8514-6681-7AF3-7C172E2519E3}"/>
                  </a:ext>
                </a:extLst>
              </p:cNvPr>
              <p:cNvSpPr>
                <a:spLocks noChangeArrowheads="1"/>
              </p:cNvSpPr>
              <p:nvPr/>
            </p:nvSpPr>
            <p:spPr bwMode="auto">
              <a:xfrm>
                <a:off x="2430" y="956"/>
                <a:ext cx="752" cy="486"/>
              </a:xfrm>
              <a:prstGeom prst="ellipse">
                <a:avLst/>
              </a:prstGeom>
              <a:solidFill>
                <a:schemeClr val="accent3">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23" name="Oval 125">
                <a:extLst>
                  <a:ext uri="{FF2B5EF4-FFF2-40B4-BE49-F238E27FC236}">
                    <a16:creationId xmlns:a16="http://schemas.microsoft.com/office/drawing/2014/main" id="{E82C08F5-EAE5-78AF-DCDD-E4D33BABA4C5}"/>
                  </a:ext>
                </a:extLst>
              </p:cNvPr>
              <p:cNvSpPr>
                <a:spLocks noChangeArrowheads="1"/>
              </p:cNvSpPr>
              <p:nvPr/>
            </p:nvSpPr>
            <p:spPr bwMode="auto">
              <a:xfrm>
                <a:off x="2546" y="1286"/>
                <a:ext cx="752" cy="486"/>
              </a:xfrm>
              <a:prstGeom prst="ellipse">
                <a:avLst/>
              </a:prstGeom>
              <a:solidFill>
                <a:schemeClr val="accent3">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24" name="Oval 126">
                <a:extLst>
                  <a:ext uri="{FF2B5EF4-FFF2-40B4-BE49-F238E27FC236}">
                    <a16:creationId xmlns:a16="http://schemas.microsoft.com/office/drawing/2014/main" id="{4BE90899-2622-2764-F54D-094CBC06AE6C}"/>
                  </a:ext>
                </a:extLst>
              </p:cNvPr>
              <p:cNvSpPr>
                <a:spLocks noChangeArrowheads="1"/>
              </p:cNvSpPr>
              <p:nvPr/>
            </p:nvSpPr>
            <p:spPr bwMode="auto">
              <a:xfrm>
                <a:off x="2473" y="1395"/>
                <a:ext cx="752" cy="816"/>
              </a:xfrm>
              <a:prstGeom prst="ellipse">
                <a:avLst/>
              </a:prstGeom>
              <a:solidFill>
                <a:schemeClr val="accent3">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25" name="Oval 127">
                <a:extLst>
                  <a:ext uri="{FF2B5EF4-FFF2-40B4-BE49-F238E27FC236}">
                    <a16:creationId xmlns:a16="http://schemas.microsoft.com/office/drawing/2014/main" id="{0A6DEAD3-1EA3-7011-6DD0-E116E272E9F7}"/>
                  </a:ext>
                </a:extLst>
              </p:cNvPr>
              <p:cNvSpPr>
                <a:spLocks noChangeArrowheads="1"/>
              </p:cNvSpPr>
              <p:nvPr/>
            </p:nvSpPr>
            <p:spPr bwMode="auto">
              <a:xfrm>
                <a:off x="1346" y="1144"/>
                <a:ext cx="1547" cy="816"/>
              </a:xfrm>
              <a:prstGeom prst="ellipse">
                <a:avLst/>
              </a:prstGeom>
              <a:solidFill>
                <a:schemeClr val="accent3">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grpSp>
      </p:grpSp>
      <p:sp>
        <p:nvSpPr>
          <p:cNvPr id="26" name="Line 2">
            <a:extLst>
              <a:ext uri="{FF2B5EF4-FFF2-40B4-BE49-F238E27FC236}">
                <a16:creationId xmlns:a16="http://schemas.microsoft.com/office/drawing/2014/main" id="{32781C6F-D14E-0DE1-363B-BECFA3985E76}"/>
              </a:ext>
            </a:extLst>
          </p:cNvPr>
          <p:cNvSpPr>
            <a:spLocks noChangeShapeType="1"/>
          </p:cNvSpPr>
          <p:nvPr/>
        </p:nvSpPr>
        <p:spPr bwMode="auto">
          <a:xfrm flipV="1">
            <a:off x="1434653" y="2167535"/>
            <a:ext cx="6602195" cy="52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27" name="Picture 3">
            <a:extLst>
              <a:ext uri="{FF2B5EF4-FFF2-40B4-BE49-F238E27FC236}">
                <a16:creationId xmlns:a16="http://schemas.microsoft.com/office/drawing/2014/main" id="{8D476E0E-10E0-DBC5-C8F2-DE687AE33FB3}"/>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93808" y="1908789"/>
            <a:ext cx="402706" cy="442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 name="Picture 9">
            <a:extLst>
              <a:ext uri="{FF2B5EF4-FFF2-40B4-BE49-F238E27FC236}">
                <a16:creationId xmlns:a16="http://schemas.microsoft.com/office/drawing/2014/main" id="{AC0CFA6B-5ED7-1277-1846-EB953CFE9DF9}"/>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69458" y="1908789"/>
            <a:ext cx="402706" cy="442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Text Box 14">
            <a:extLst>
              <a:ext uri="{FF2B5EF4-FFF2-40B4-BE49-F238E27FC236}">
                <a16:creationId xmlns:a16="http://schemas.microsoft.com/office/drawing/2014/main" id="{19ED8A8B-E93C-EAB6-A5D0-25C147D7B6B0}"/>
              </a:ext>
            </a:extLst>
          </p:cNvPr>
          <p:cNvSpPr txBox="1">
            <a:spLocks noChangeArrowheads="1"/>
          </p:cNvSpPr>
          <p:nvPr/>
        </p:nvSpPr>
        <p:spPr bwMode="auto">
          <a:xfrm>
            <a:off x="899733" y="1916710"/>
            <a:ext cx="3000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A</a:t>
            </a:r>
          </a:p>
        </p:txBody>
      </p:sp>
      <p:sp>
        <p:nvSpPr>
          <p:cNvPr id="30" name="Text Box 15">
            <a:extLst>
              <a:ext uri="{FF2B5EF4-FFF2-40B4-BE49-F238E27FC236}">
                <a16:creationId xmlns:a16="http://schemas.microsoft.com/office/drawing/2014/main" id="{AAB03FE3-EFE7-E7C7-8247-1502BF85AA1D}"/>
              </a:ext>
            </a:extLst>
          </p:cNvPr>
          <p:cNvSpPr txBox="1">
            <a:spLocks noChangeArrowheads="1"/>
          </p:cNvSpPr>
          <p:nvPr/>
        </p:nvSpPr>
        <p:spPr bwMode="auto">
          <a:xfrm>
            <a:off x="2770133" y="1850703"/>
            <a:ext cx="2904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B</a:t>
            </a:r>
          </a:p>
        </p:txBody>
      </p:sp>
      <p:sp>
        <p:nvSpPr>
          <p:cNvPr id="31" name="Text Box 16">
            <a:extLst>
              <a:ext uri="{FF2B5EF4-FFF2-40B4-BE49-F238E27FC236}">
                <a16:creationId xmlns:a16="http://schemas.microsoft.com/office/drawing/2014/main" id="{73E7DD61-E44F-9C68-1243-2E776931E712}"/>
              </a:ext>
            </a:extLst>
          </p:cNvPr>
          <p:cNvSpPr txBox="1">
            <a:spLocks noChangeArrowheads="1"/>
          </p:cNvSpPr>
          <p:nvPr/>
        </p:nvSpPr>
        <p:spPr bwMode="auto">
          <a:xfrm>
            <a:off x="4089844" y="1789977"/>
            <a:ext cx="2872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C</a:t>
            </a:r>
          </a:p>
        </p:txBody>
      </p:sp>
      <p:sp>
        <p:nvSpPr>
          <p:cNvPr id="64" name="Text Box 17">
            <a:extLst>
              <a:ext uri="{FF2B5EF4-FFF2-40B4-BE49-F238E27FC236}">
                <a16:creationId xmlns:a16="http://schemas.microsoft.com/office/drawing/2014/main" id="{647E32AE-AF9E-8813-D6D5-8C4D8413F886}"/>
              </a:ext>
            </a:extLst>
          </p:cNvPr>
          <p:cNvSpPr txBox="1">
            <a:spLocks noChangeArrowheads="1"/>
          </p:cNvSpPr>
          <p:nvPr/>
        </p:nvSpPr>
        <p:spPr bwMode="auto">
          <a:xfrm>
            <a:off x="5191220" y="1789977"/>
            <a:ext cx="3064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D</a:t>
            </a:r>
          </a:p>
        </p:txBody>
      </p:sp>
      <p:sp>
        <p:nvSpPr>
          <p:cNvPr id="65" name="Text Box 18">
            <a:extLst>
              <a:ext uri="{FF2B5EF4-FFF2-40B4-BE49-F238E27FC236}">
                <a16:creationId xmlns:a16="http://schemas.microsoft.com/office/drawing/2014/main" id="{9ABDFE3A-8D9E-93BD-9D48-37454EC86847}"/>
              </a:ext>
            </a:extLst>
          </p:cNvPr>
          <p:cNvSpPr txBox="1">
            <a:spLocks noChangeArrowheads="1"/>
          </p:cNvSpPr>
          <p:nvPr/>
        </p:nvSpPr>
        <p:spPr bwMode="auto">
          <a:xfrm>
            <a:off x="6165236" y="1809780"/>
            <a:ext cx="2728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E</a:t>
            </a:r>
          </a:p>
        </p:txBody>
      </p:sp>
      <p:sp>
        <p:nvSpPr>
          <p:cNvPr id="66" name="Text Box 19">
            <a:extLst>
              <a:ext uri="{FF2B5EF4-FFF2-40B4-BE49-F238E27FC236}">
                <a16:creationId xmlns:a16="http://schemas.microsoft.com/office/drawing/2014/main" id="{9DF6E5A9-8909-FBB5-5CDE-B2EED741A128}"/>
              </a:ext>
            </a:extLst>
          </p:cNvPr>
          <p:cNvSpPr txBox="1">
            <a:spLocks noChangeArrowheads="1"/>
          </p:cNvSpPr>
          <p:nvPr/>
        </p:nvSpPr>
        <p:spPr bwMode="auto">
          <a:xfrm>
            <a:off x="7721476" y="1896908"/>
            <a:ext cx="2712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F</a:t>
            </a:r>
          </a:p>
        </p:txBody>
      </p:sp>
      <p:grpSp>
        <p:nvGrpSpPr>
          <p:cNvPr id="215" name="组合 214">
            <a:extLst>
              <a:ext uri="{FF2B5EF4-FFF2-40B4-BE49-F238E27FC236}">
                <a16:creationId xmlns:a16="http://schemas.microsoft.com/office/drawing/2014/main" id="{3F2FF623-A3D6-A87B-B8F4-80D0C2C6B2F8}"/>
              </a:ext>
            </a:extLst>
          </p:cNvPr>
          <p:cNvGrpSpPr/>
          <p:nvPr/>
        </p:nvGrpSpPr>
        <p:grpSpPr>
          <a:xfrm>
            <a:off x="5191220" y="2448724"/>
            <a:ext cx="1048006" cy="1203962"/>
            <a:chOff x="5191220" y="2715446"/>
            <a:chExt cx="1048006" cy="1203962"/>
          </a:xfrm>
        </p:grpSpPr>
        <p:sp>
          <p:nvSpPr>
            <p:cNvPr id="67" name="Rectangle 26">
              <a:extLst>
                <a:ext uri="{FF2B5EF4-FFF2-40B4-BE49-F238E27FC236}">
                  <a16:creationId xmlns:a16="http://schemas.microsoft.com/office/drawing/2014/main" id="{D40CAB94-D976-FA93-447C-973D5B0BF679}"/>
                </a:ext>
              </a:extLst>
            </p:cNvPr>
            <p:cNvSpPr>
              <a:spLocks noChangeArrowheads="1"/>
            </p:cNvSpPr>
            <p:nvPr/>
          </p:nvSpPr>
          <p:spPr bwMode="auto">
            <a:xfrm>
              <a:off x="5222758" y="2715446"/>
              <a:ext cx="989783" cy="1203962"/>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68" name="Text Box 27">
              <a:extLst>
                <a:ext uri="{FF2B5EF4-FFF2-40B4-BE49-F238E27FC236}">
                  <a16:creationId xmlns:a16="http://schemas.microsoft.com/office/drawing/2014/main" id="{03964377-C213-71F9-1FE2-6BF929C42B48}"/>
                </a:ext>
              </a:extLst>
            </p:cNvPr>
            <p:cNvSpPr txBox="1">
              <a:spLocks noChangeArrowheads="1"/>
            </p:cNvSpPr>
            <p:nvPr/>
          </p:nvSpPr>
          <p:spPr bwMode="auto">
            <a:xfrm>
              <a:off x="5191220" y="2715446"/>
              <a:ext cx="104800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zh-CN" altLang="en-US" sz="1200" b="1" dirty="0">
                  <a:latin typeface="微软雅黑" panose="020B0503020204020204" pitchFamily="34" charset="-122"/>
                  <a:ea typeface="微软雅黑" panose="020B0503020204020204" pitchFamily="34" charset="-122"/>
                </a:rPr>
                <a:t>源地址：</a:t>
              </a:r>
              <a:r>
                <a:rPr lang="en-US" altLang="zh-CN" sz="1200" b="1" dirty="0">
                  <a:latin typeface="微软雅黑" panose="020B0503020204020204" pitchFamily="34" charset="-122"/>
                  <a:ea typeface="微软雅黑" panose="020B0503020204020204" pitchFamily="34" charset="-122"/>
                </a:rPr>
                <a:t>B</a:t>
              </a:r>
            </a:p>
            <a:p>
              <a:pPr algn="ctr" eaLnBrk="1" hangingPunct="1">
                <a:spcBef>
                  <a:spcPct val="0"/>
                </a:spcBef>
                <a:buFontTx/>
                <a:buNone/>
              </a:pPr>
              <a:r>
                <a:rPr lang="zh-CN" altLang="en-US" sz="1200" b="1" dirty="0">
                  <a:latin typeface="微软雅黑" panose="020B0503020204020204" pitchFamily="34" charset="-122"/>
                  <a:ea typeface="微软雅黑" panose="020B0503020204020204" pitchFamily="34" charset="-122"/>
                </a:rPr>
                <a:t>目的地址：</a:t>
              </a:r>
              <a:r>
                <a:rPr lang="en-US" altLang="zh-CN" sz="1200" b="1" dirty="0">
                  <a:latin typeface="微软雅黑" panose="020B0503020204020204" pitchFamily="34" charset="-122"/>
                  <a:ea typeface="微软雅黑" panose="020B0503020204020204" pitchFamily="34" charset="-122"/>
                </a:rPr>
                <a:t>E</a:t>
              </a:r>
            </a:p>
            <a:p>
              <a:pPr algn="ctr" eaLnBrk="1" hangingPunct="1">
                <a:spcBef>
                  <a:spcPct val="0"/>
                </a:spcBef>
                <a:buFontTx/>
                <a:buNone/>
              </a:pPr>
              <a:endParaRPr lang="en-US" altLang="zh-CN" sz="1200" b="1" dirty="0">
                <a:latin typeface="微软雅黑" panose="020B0503020204020204" pitchFamily="34" charset="-122"/>
                <a:ea typeface="微软雅黑" panose="020B0503020204020204" pitchFamily="34" charset="-122"/>
              </a:endParaRPr>
            </a:p>
            <a:p>
              <a:pPr algn="ctr" eaLnBrk="1" hangingPunct="1">
                <a:spcBef>
                  <a:spcPct val="0"/>
                </a:spcBef>
                <a:buFontTx/>
                <a:buNone/>
              </a:pPr>
              <a:endParaRPr lang="en-US" altLang="zh-CN" sz="1200" b="1" dirty="0">
                <a:latin typeface="微软雅黑" panose="020B0503020204020204" pitchFamily="34" charset="-122"/>
                <a:ea typeface="微软雅黑" panose="020B0503020204020204" pitchFamily="34" charset="-122"/>
              </a:endParaRPr>
            </a:p>
          </p:txBody>
        </p:sp>
      </p:grpSp>
      <p:grpSp>
        <p:nvGrpSpPr>
          <p:cNvPr id="214" name="组合 213">
            <a:extLst>
              <a:ext uri="{FF2B5EF4-FFF2-40B4-BE49-F238E27FC236}">
                <a16:creationId xmlns:a16="http://schemas.microsoft.com/office/drawing/2014/main" id="{25AB7899-8FAD-AEF9-479C-60B2F11329B6}"/>
              </a:ext>
            </a:extLst>
          </p:cNvPr>
          <p:cNvGrpSpPr/>
          <p:nvPr/>
        </p:nvGrpSpPr>
        <p:grpSpPr>
          <a:xfrm>
            <a:off x="3154644" y="2448724"/>
            <a:ext cx="1061348" cy="1203962"/>
            <a:chOff x="3154644" y="2715446"/>
            <a:chExt cx="1061348" cy="1203962"/>
          </a:xfrm>
        </p:grpSpPr>
        <p:sp>
          <p:nvSpPr>
            <p:cNvPr id="70" name="Rectangle 28">
              <a:extLst>
                <a:ext uri="{FF2B5EF4-FFF2-40B4-BE49-F238E27FC236}">
                  <a16:creationId xmlns:a16="http://schemas.microsoft.com/office/drawing/2014/main" id="{68536883-8837-86BB-53A2-046C0D37A2B8}"/>
                </a:ext>
              </a:extLst>
            </p:cNvPr>
            <p:cNvSpPr>
              <a:spLocks noChangeArrowheads="1"/>
            </p:cNvSpPr>
            <p:nvPr/>
          </p:nvSpPr>
          <p:spPr bwMode="auto">
            <a:xfrm>
              <a:off x="3171626" y="2715446"/>
              <a:ext cx="989783" cy="1203962"/>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71" name="Text Box 29">
              <a:extLst>
                <a:ext uri="{FF2B5EF4-FFF2-40B4-BE49-F238E27FC236}">
                  <a16:creationId xmlns:a16="http://schemas.microsoft.com/office/drawing/2014/main" id="{85B25204-DE47-4CA6-7CEC-0F40773AAF20}"/>
                </a:ext>
              </a:extLst>
            </p:cNvPr>
            <p:cNvSpPr txBox="1">
              <a:spLocks noChangeArrowheads="1"/>
            </p:cNvSpPr>
            <p:nvPr/>
          </p:nvSpPr>
          <p:spPr bwMode="auto">
            <a:xfrm>
              <a:off x="3154644" y="2715446"/>
              <a:ext cx="106134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zh-CN" altLang="en-US" sz="1200" b="1" dirty="0">
                  <a:latin typeface="微软雅黑" panose="020B0503020204020204" pitchFamily="34" charset="-122"/>
                  <a:ea typeface="微软雅黑" panose="020B0503020204020204" pitchFamily="34" charset="-122"/>
                </a:rPr>
                <a:t>源地址：</a:t>
              </a:r>
              <a:r>
                <a:rPr lang="en-US" altLang="zh-CN" sz="1200" b="1" dirty="0">
                  <a:latin typeface="微软雅黑" panose="020B0503020204020204" pitchFamily="34" charset="-122"/>
                  <a:ea typeface="微软雅黑" panose="020B0503020204020204" pitchFamily="34" charset="-122"/>
                </a:rPr>
                <a:t>B</a:t>
              </a:r>
            </a:p>
            <a:p>
              <a:pPr algn="ctr" eaLnBrk="1" hangingPunct="1">
                <a:spcBef>
                  <a:spcPct val="0"/>
                </a:spcBef>
                <a:buFontTx/>
                <a:buNone/>
              </a:pPr>
              <a:r>
                <a:rPr lang="zh-CN" altLang="en-US" sz="1200" b="1" dirty="0">
                  <a:latin typeface="微软雅黑" panose="020B0503020204020204" pitchFamily="34" charset="-122"/>
                  <a:ea typeface="微软雅黑" panose="020B0503020204020204" pitchFamily="34" charset="-122"/>
                </a:rPr>
                <a:t>目的地址：</a:t>
              </a:r>
              <a:r>
                <a:rPr lang="en-US" altLang="zh-CN" sz="1200" b="1" dirty="0">
                  <a:latin typeface="微软雅黑" panose="020B0503020204020204" pitchFamily="34" charset="-122"/>
                  <a:ea typeface="微软雅黑" panose="020B0503020204020204" pitchFamily="34" charset="-122"/>
                </a:rPr>
                <a:t>E</a:t>
              </a:r>
            </a:p>
            <a:p>
              <a:pPr algn="ctr" eaLnBrk="1" hangingPunct="1">
                <a:spcBef>
                  <a:spcPct val="0"/>
                </a:spcBef>
                <a:buFontTx/>
                <a:buNone/>
              </a:pPr>
              <a:endParaRPr lang="en-US" altLang="zh-CN" sz="1200" b="1" dirty="0">
                <a:latin typeface="微软雅黑" panose="020B0503020204020204" pitchFamily="34" charset="-122"/>
                <a:ea typeface="微软雅黑" panose="020B0503020204020204" pitchFamily="34" charset="-122"/>
              </a:endParaRPr>
            </a:p>
            <a:p>
              <a:pPr algn="ctr" eaLnBrk="1" hangingPunct="1">
                <a:spcBef>
                  <a:spcPct val="0"/>
                </a:spcBef>
                <a:buFontTx/>
                <a:buNone/>
              </a:pPr>
              <a:endParaRPr lang="en-US" altLang="zh-CN" sz="1200" b="1" dirty="0">
                <a:latin typeface="微软雅黑" panose="020B0503020204020204" pitchFamily="34" charset="-122"/>
                <a:ea typeface="微软雅黑" panose="020B0503020204020204" pitchFamily="34" charset="-122"/>
              </a:endParaRPr>
            </a:p>
          </p:txBody>
        </p:sp>
      </p:grpSp>
      <p:sp>
        <p:nvSpPr>
          <p:cNvPr id="72" name="Text Box 35">
            <a:extLst>
              <a:ext uri="{FF2B5EF4-FFF2-40B4-BE49-F238E27FC236}">
                <a16:creationId xmlns:a16="http://schemas.microsoft.com/office/drawing/2014/main" id="{E00B8B2E-19FB-DAB3-D9A0-FDD0EAFF6C52}"/>
              </a:ext>
            </a:extLst>
          </p:cNvPr>
          <p:cNvSpPr txBox="1">
            <a:spLocks noChangeArrowheads="1"/>
          </p:cNvSpPr>
          <p:nvPr/>
        </p:nvSpPr>
        <p:spPr bwMode="auto">
          <a:xfrm>
            <a:off x="4577458" y="2828923"/>
            <a:ext cx="3321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a:t>
            </a:r>
          </a:p>
        </p:txBody>
      </p:sp>
      <p:sp>
        <p:nvSpPr>
          <p:cNvPr id="73" name="Text Box 36">
            <a:extLst>
              <a:ext uri="{FF2B5EF4-FFF2-40B4-BE49-F238E27FC236}">
                <a16:creationId xmlns:a16="http://schemas.microsoft.com/office/drawing/2014/main" id="{9018E736-8075-CC1D-3CC7-2B85E697783F}"/>
              </a:ext>
            </a:extLst>
          </p:cNvPr>
          <p:cNvSpPr txBox="1">
            <a:spLocks noChangeArrowheads="1"/>
          </p:cNvSpPr>
          <p:nvPr/>
        </p:nvSpPr>
        <p:spPr bwMode="auto">
          <a:xfrm>
            <a:off x="1547459" y="3675128"/>
            <a:ext cx="10278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IPv6 </a:t>
            </a:r>
            <a:r>
              <a:rPr lang="zh-CN" altLang="en-US" sz="1200" b="1">
                <a:latin typeface="微软雅黑" panose="020B0503020204020204" pitchFamily="34" charset="-122"/>
                <a:ea typeface="微软雅黑" panose="020B0503020204020204" pitchFamily="34" charset="-122"/>
              </a:rPr>
              <a:t>数据报</a:t>
            </a:r>
          </a:p>
        </p:txBody>
      </p:sp>
      <p:sp>
        <p:nvSpPr>
          <p:cNvPr id="74" name="Text Box 37">
            <a:extLst>
              <a:ext uri="{FF2B5EF4-FFF2-40B4-BE49-F238E27FC236}">
                <a16:creationId xmlns:a16="http://schemas.microsoft.com/office/drawing/2014/main" id="{98B0C629-7EEB-82B6-3890-972B7757F922}"/>
              </a:ext>
            </a:extLst>
          </p:cNvPr>
          <p:cNvSpPr txBox="1">
            <a:spLocks noChangeArrowheads="1"/>
          </p:cNvSpPr>
          <p:nvPr/>
        </p:nvSpPr>
        <p:spPr bwMode="auto">
          <a:xfrm>
            <a:off x="3184968" y="3716053"/>
            <a:ext cx="10278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IPv4 </a:t>
            </a:r>
            <a:r>
              <a:rPr lang="zh-CN" altLang="en-US" sz="1200" b="1">
                <a:latin typeface="微软雅黑" panose="020B0503020204020204" pitchFamily="34" charset="-122"/>
                <a:ea typeface="微软雅黑" panose="020B0503020204020204" pitchFamily="34" charset="-122"/>
              </a:rPr>
              <a:t>数据报</a:t>
            </a:r>
          </a:p>
        </p:txBody>
      </p:sp>
      <p:sp>
        <p:nvSpPr>
          <p:cNvPr id="75" name="Text Box 38">
            <a:extLst>
              <a:ext uri="{FF2B5EF4-FFF2-40B4-BE49-F238E27FC236}">
                <a16:creationId xmlns:a16="http://schemas.microsoft.com/office/drawing/2014/main" id="{168D18D1-74B6-D88D-A1B4-1C676A4F3140}"/>
              </a:ext>
            </a:extLst>
          </p:cNvPr>
          <p:cNvSpPr txBox="1">
            <a:spLocks noChangeArrowheads="1"/>
          </p:cNvSpPr>
          <p:nvPr/>
        </p:nvSpPr>
        <p:spPr bwMode="auto">
          <a:xfrm>
            <a:off x="5273702" y="3716053"/>
            <a:ext cx="10278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IPv4 </a:t>
            </a:r>
            <a:r>
              <a:rPr lang="zh-CN" altLang="en-US" sz="1200" b="1">
                <a:latin typeface="微软雅黑" panose="020B0503020204020204" pitchFamily="34" charset="-122"/>
                <a:ea typeface="微软雅黑" panose="020B0503020204020204" pitchFamily="34" charset="-122"/>
              </a:rPr>
              <a:t>数据报</a:t>
            </a:r>
          </a:p>
        </p:txBody>
      </p:sp>
      <p:grpSp>
        <p:nvGrpSpPr>
          <p:cNvPr id="76" name="组合 10">
            <a:extLst>
              <a:ext uri="{FF2B5EF4-FFF2-40B4-BE49-F238E27FC236}">
                <a16:creationId xmlns:a16="http://schemas.microsoft.com/office/drawing/2014/main" id="{DB8A3153-34DA-3E31-A03F-95B81D85F790}"/>
              </a:ext>
            </a:extLst>
          </p:cNvPr>
          <p:cNvGrpSpPr>
            <a:grpSpLocks/>
          </p:cNvGrpSpPr>
          <p:nvPr/>
        </p:nvGrpSpPr>
        <p:grpSpPr bwMode="auto">
          <a:xfrm>
            <a:off x="3068523" y="1069184"/>
            <a:ext cx="3260463" cy="360397"/>
            <a:chOff x="4038600" y="3243263"/>
            <a:chExt cx="4267200" cy="2590800"/>
          </a:xfrm>
        </p:grpSpPr>
        <p:sp>
          <p:nvSpPr>
            <p:cNvPr id="77" name="Line 39">
              <a:extLst>
                <a:ext uri="{FF2B5EF4-FFF2-40B4-BE49-F238E27FC236}">
                  <a16:creationId xmlns:a16="http://schemas.microsoft.com/office/drawing/2014/main" id="{B62EB585-516E-03B8-4BD8-C364606C901B}"/>
                </a:ext>
              </a:extLst>
            </p:cNvPr>
            <p:cNvSpPr>
              <a:spLocks noChangeShapeType="1"/>
            </p:cNvSpPr>
            <p:nvPr/>
          </p:nvSpPr>
          <p:spPr bwMode="auto">
            <a:xfrm>
              <a:off x="4038600" y="3243263"/>
              <a:ext cx="0" cy="2590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40">
              <a:extLst>
                <a:ext uri="{FF2B5EF4-FFF2-40B4-BE49-F238E27FC236}">
                  <a16:creationId xmlns:a16="http://schemas.microsoft.com/office/drawing/2014/main" id="{2FB8B324-1B25-80D1-843F-42D9CDEB9947}"/>
                </a:ext>
              </a:extLst>
            </p:cNvPr>
            <p:cNvSpPr>
              <a:spLocks noChangeShapeType="1"/>
            </p:cNvSpPr>
            <p:nvPr/>
          </p:nvSpPr>
          <p:spPr bwMode="auto">
            <a:xfrm>
              <a:off x="8305800" y="3243263"/>
              <a:ext cx="0" cy="2590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156" name="Line 41">
            <a:extLst>
              <a:ext uri="{FF2B5EF4-FFF2-40B4-BE49-F238E27FC236}">
                <a16:creationId xmlns:a16="http://schemas.microsoft.com/office/drawing/2014/main" id="{F868BE99-1DC1-EB06-0009-7E45DD9CAFD9}"/>
              </a:ext>
            </a:extLst>
          </p:cNvPr>
          <p:cNvSpPr>
            <a:spLocks noChangeShapeType="1"/>
          </p:cNvSpPr>
          <p:nvPr/>
        </p:nvSpPr>
        <p:spPr bwMode="auto">
          <a:xfrm>
            <a:off x="3068523" y="1236841"/>
            <a:ext cx="3260463"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Text Box 42">
            <a:extLst>
              <a:ext uri="{FF2B5EF4-FFF2-40B4-BE49-F238E27FC236}">
                <a16:creationId xmlns:a16="http://schemas.microsoft.com/office/drawing/2014/main" id="{78CFB18B-E214-23D0-722C-1CF5DE3A20C9}"/>
              </a:ext>
            </a:extLst>
          </p:cNvPr>
          <p:cNvSpPr txBox="1">
            <a:spLocks noChangeArrowheads="1"/>
          </p:cNvSpPr>
          <p:nvPr/>
        </p:nvSpPr>
        <p:spPr bwMode="auto">
          <a:xfrm>
            <a:off x="4274214" y="1090306"/>
            <a:ext cx="917006" cy="276999"/>
          </a:xfrm>
          <a:prstGeom prst="rect">
            <a:avLst/>
          </a:prstGeom>
          <a:solidFill>
            <a:srgbClr val="C3E3F9"/>
          </a:solidFill>
          <a:ln>
            <a:noFill/>
          </a:ln>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200" b="1" dirty="0">
                <a:latin typeface="微软雅黑" panose="020B0503020204020204" pitchFamily="34" charset="-122"/>
                <a:ea typeface="微软雅黑" panose="020B0503020204020204" pitchFamily="34" charset="-122"/>
              </a:rPr>
              <a:t>IPv4  </a:t>
            </a:r>
            <a:r>
              <a:rPr lang="zh-CN" altLang="en-US" sz="1200" b="1" dirty="0">
                <a:latin typeface="微软雅黑" panose="020B0503020204020204" pitchFamily="34" charset="-122"/>
                <a:ea typeface="微软雅黑" panose="020B0503020204020204" pitchFamily="34" charset="-122"/>
              </a:rPr>
              <a:t>网络 </a:t>
            </a:r>
          </a:p>
        </p:txBody>
      </p:sp>
      <p:sp>
        <p:nvSpPr>
          <p:cNvPr id="158" name="Text Box 64">
            <a:extLst>
              <a:ext uri="{FF2B5EF4-FFF2-40B4-BE49-F238E27FC236}">
                <a16:creationId xmlns:a16="http://schemas.microsoft.com/office/drawing/2014/main" id="{9001BC94-3BC9-3748-E65E-7AE5F1A0BC66}"/>
              </a:ext>
            </a:extLst>
          </p:cNvPr>
          <p:cNvSpPr txBox="1">
            <a:spLocks noChangeArrowheads="1"/>
          </p:cNvSpPr>
          <p:nvPr/>
        </p:nvSpPr>
        <p:spPr bwMode="auto">
          <a:xfrm>
            <a:off x="5670961" y="2151694"/>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zh-CN" altLang="en-US" sz="1200" b="1">
                <a:latin typeface="微软雅黑" panose="020B0503020204020204" pitchFamily="34" charset="-122"/>
                <a:ea typeface="微软雅黑" panose="020B0503020204020204" pitchFamily="34" charset="-122"/>
              </a:rPr>
              <a:t>隧道</a:t>
            </a:r>
          </a:p>
        </p:txBody>
      </p:sp>
      <p:grpSp>
        <p:nvGrpSpPr>
          <p:cNvPr id="159" name="Group 73">
            <a:extLst>
              <a:ext uri="{FF2B5EF4-FFF2-40B4-BE49-F238E27FC236}">
                <a16:creationId xmlns:a16="http://schemas.microsoft.com/office/drawing/2014/main" id="{FE918D9F-0221-A7DF-3B71-3DF3F8CF7B7F}"/>
              </a:ext>
            </a:extLst>
          </p:cNvPr>
          <p:cNvGrpSpPr>
            <a:grpSpLocks/>
          </p:cNvGrpSpPr>
          <p:nvPr/>
        </p:nvGrpSpPr>
        <p:grpSpPr bwMode="auto">
          <a:xfrm>
            <a:off x="5319795" y="2946415"/>
            <a:ext cx="815116" cy="633664"/>
            <a:chOff x="1728" y="2064"/>
            <a:chExt cx="672" cy="480"/>
          </a:xfrm>
          <a:solidFill>
            <a:srgbClr val="FFC000"/>
          </a:solidFill>
        </p:grpSpPr>
        <p:sp>
          <p:nvSpPr>
            <p:cNvPr id="160" name="Rectangle 74">
              <a:extLst>
                <a:ext uri="{FF2B5EF4-FFF2-40B4-BE49-F238E27FC236}">
                  <a16:creationId xmlns:a16="http://schemas.microsoft.com/office/drawing/2014/main" id="{75282BE0-E360-268F-91B9-528480328A42}"/>
                </a:ext>
              </a:extLst>
            </p:cNvPr>
            <p:cNvSpPr>
              <a:spLocks noChangeArrowheads="1"/>
            </p:cNvSpPr>
            <p:nvPr/>
          </p:nvSpPr>
          <p:spPr bwMode="auto">
            <a:xfrm>
              <a:off x="1728" y="2064"/>
              <a:ext cx="672" cy="480"/>
            </a:xfrm>
            <a:prstGeom prst="rect">
              <a:avLst/>
            </a:prstGeom>
            <a:grp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161" name="Text Box 75">
              <a:extLst>
                <a:ext uri="{FF2B5EF4-FFF2-40B4-BE49-F238E27FC236}">
                  <a16:creationId xmlns:a16="http://schemas.microsoft.com/office/drawing/2014/main" id="{2120B26A-6748-09BF-B698-EEA158C26F62}"/>
                </a:ext>
              </a:extLst>
            </p:cNvPr>
            <p:cNvSpPr txBox="1">
              <a:spLocks noChangeArrowheads="1"/>
            </p:cNvSpPr>
            <p:nvPr/>
          </p:nvSpPr>
          <p:spPr bwMode="auto">
            <a:xfrm>
              <a:off x="1788" y="2124"/>
              <a:ext cx="533" cy="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IPv6</a:t>
              </a:r>
            </a:p>
            <a:p>
              <a:pPr algn="ctr" eaLnBrk="1" hangingPunct="1">
                <a:spcBef>
                  <a:spcPct val="0"/>
                </a:spcBef>
                <a:buFontTx/>
                <a:buNone/>
              </a:pPr>
              <a:r>
                <a:rPr lang="zh-CN" altLang="en-US" sz="1200" b="1">
                  <a:latin typeface="微软雅黑" panose="020B0503020204020204" pitchFamily="34" charset="-122"/>
                  <a:ea typeface="微软雅黑" panose="020B0503020204020204" pitchFamily="34" charset="-122"/>
                </a:rPr>
                <a:t>数据报</a:t>
              </a:r>
            </a:p>
          </p:txBody>
        </p:sp>
      </p:grpSp>
      <p:sp>
        <p:nvSpPr>
          <p:cNvPr id="162" name="Line 79">
            <a:extLst>
              <a:ext uri="{FF2B5EF4-FFF2-40B4-BE49-F238E27FC236}">
                <a16:creationId xmlns:a16="http://schemas.microsoft.com/office/drawing/2014/main" id="{3A988441-6234-2A30-FEBF-EC28881B1322}"/>
              </a:ext>
            </a:extLst>
          </p:cNvPr>
          <p:cNvSpPr>
            <a:spLocks noChangeShapeType="1"/>
          </p:cNvSpPr>
          <p:nvPr/>
        </p:nvSpPr>
        <p:spPr bwMode="auto">
          <a:xfrm>
            <a:off x="6139763" y="3566877"/>
            <a:ext cx="686541" cy="7656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Text Box 86">
            <a:extLst>
              <a:ext uri="{FF2B5EF4-FFF2-40B4-BE49-F238E27FC236}">
                <a16:creationId xmlns:a16="http://schemas.microsoft.com/office/drawing/2014/main" id="{BCAD00BA-E7AD-83F9-EF3E-80BF79612498}"/>
              </a:ext>
            </a:extLst>
          </p:cNvPr>
          <p:cNvSpPr txBox="1">
            <a:spLocks noChangeArrowheads="1"/>
          </p:cNvSpPr>
          <p:nvPr/>
        </p:nvSpPr>
        <p:spPr bwMode="auto">
          <a:xfrm>
            <a:off x="2743374" y="1415059"/>
            <a:ext cx="9268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zh-CN" altLang="en-US" sz="1200" b="1">
                <a:latin typeface="微软雅黑" panose="020B0503020204020204" pitchFamily="34" charset="-122"/>
                <a:ea typeface="微软雅黑" panose="020B0503020204020204" pitchFamily="34" charset="-122"/>
              </a:rPr>
              <a:t>双协议栈</a:t>
            </a:r>
          </a:p>
          <a:p>
            <a:pPr algn="ct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IPv4/IPv6</a:t>
            </a:r>
          </a:p>
        </p:txBody>
      </p:sp>
      <p:sp>
        <p:nvSpPr>
          <p:cNvPr id="164" name="Text Box 87">
            <a:extLst>
              <a:ext uri="{FF2B5EF4-FFF2-40B4-BE49-F238E27FC236}">
                <a16:creationId xmlns:a16="http://schemas.microsoft.com/office/drawing/2014/main" id="{0292338B-F7C7-F6BC-5ADE-24B3035F31D7}"/>
              </a:ext>
            </a:extLst>
          </p:cNvPr>
          <p:cNvSpPr txBox="1">
            <a:spLocks noChangeArrowheads="1"/>
          </p:cNvSpPr>
          <p:nvPr/>
        </p:nvSpPr>
        <p:spPr bwMode="auto">
          <a:xfrm>
            <a:off x="5827956" y="1415059"/>
            <a:ext cx="9268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zh-CN" altLang="en-US" sz="1200" b="1">
                <a:latin typeface="微软雅黑" panose="020B0503020204020204" pitchFamily="34" charset="-122"/>
                <a:ea typeface="微软雅黑" panose="020B0503020204020204" pitchFamily="34" charset="-122"/>
              </a:rPr>
              <a:t>双协议栈</a:t>
            </a:r>
          </a:p>
          <a:p>
            <a:pPr algn="ct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IPv4/IPv6</a:t>
            </a:r>
          </a:p>
        </p:txBody>
      </p:sp>
      <p:grpSp>
        <p:nvGrpSpPr>
          <p:cNvPr id="165" name="组合 1">
            <a:extLst>
              <a:ext uri="{FF2B5EF4-FFF2-40B4-BE49-F238E27FC236}">
                <a16:creationId xmlns:a16="http://schemas.microsoft.com/office/drawing/2014/main" id="{290FA539-EE4D-0466-2930-21799BD31004}"/>
              </a:ext>
            </a:extLst>
          </p:cNvPr>
          <p:cNvGrpSpPr>
            <a:grpSpLocks/>
          </p:cNvGrpSpPr>
          <p:nvPr/>
        </p:nvGrpSpPr>
        <p:grpSpPr bwMode="auto">
          <a:xfrm>
            <a:off x="1449210" y="2448724"/>
            <a:ext cx="1051643" cy="1203962"/>
            <a:chOff x="1919287" y="3284538"/>
            <a:chExt cx="1389533" cy="1447800"/>
          </a:xfrm>
        </p:grpSpPr>
        <p:sp>
          <p:nvSpPr>
            <p:cNvPr id="166" name="Rectangle 21">
              <a:extLst>
                <a:ext uri="{FF2B5EF4-FFF2-40B4-BE49-F238E27FC236}">
                  <a16:creationId xmlns:a16="http://schemas.microsoft.com/office/drawing/2014/main" id="{008B7483-0535-0BDF-B024-084E2CD831CD}"/>
                </a:ext>
              </a:extLst>
            </p:cNvPr>
            <p:cNvSpPr>
              <a:spLocks noChangeArrowheads="1"/>
            </p:cNvSpPr>
            <p:nvPr/>
          </p:nvSpPr>
          <p:spPr bwMode="auto">
            <a:xfrm>
              <a:off x="1963738" y="3284538"/>
              <a:ext cx="1295400" cy="1447800"/>
            </a:xfrm>
            <a:prstGeom prst="rect">
              <a:avLst/>
            </a:prstGeom>
            <a:solidFill>
              <a:srgbClr val="FFC000"/>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167" name="Text Box 22">
              <a:extLst>
                <a:ext uri="{FF2B5EF4-FFF2-40B4-BE49-F238E27FC236}">
                  <a16:creationId xmlns:a16="http://schemas.microsoft.com/office/drawing/2014/main" id="{F42662C6-D6BF-7D4E-9FB3-10F05BB39319}"/>
                </a:ext>
              </a:extLst>
            </p:cNvPr>
            <p:cNvSpPr txBox="1">
              <a:spLocks noChangeArrowheads="1"/>
            </p:cNvSpPr>
            <p:nvPr/>
          </p:nvSpPr>
          <p:spPr bwMode="auto">
            <a:xfrm>
              <a:off x="1919287" y="3284538"/>
              <a:ext cx="1389533" cy="1221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zh-CN" altLang="en-US" sz="1200" b="1" dirty="0">
                  <a:latin typeface="微软雅黑" panose="020B0503020204020204" pitchFamily="34" charset="-122"/>
                  <a:ea typeface="微软雅黑" panose="020B0503020204020204" pitchFamily="34" charset="-122"/>
                </a:rPr>
                <a:t>流标号：</a:t>
              </a:r>
              <a:r>
                <a:rPr lang="en-US" altLang="zh-CN" sz="1200" b="1" dirty="0">
                  <a:latin typeface="微软雅黑" panose="020B0503020204020204" pitchFamily="34" charset="-122"/>
                  <a:ea typeface="微软雅黑" panose="020B0503020204020204" pitchFamily="34" charset="-122"/>
                </a:rPr>
                <a:t>X</a:t>
              </a:r>
            </a:p>
            <a:p>
              <a:pPr algn="ctr" eaLnBrk="1" hangingPunct="1">
                <a:spcBef>
                  <a:spcPct val="0"/>
                </a:spcBef>
                <a:buFontTx/>
                <a:buNone/>
              </a:pPr>
              <a:r>
                <a:rPr lang="zh-CN" altLang="en-US" sz="1200" b="1" dirty="0">
                  <a:latin typeface="微软雅黑" panose="020B0503020204020204" pitchFamily="34" charset="-122"/>
                  <a:ea typeface="微软雅黑" panose="020B0503020204020204" pitchFamily="34" charset="-122"/>
                </a:rPr>
                <a:t>源地址：</a:t>
              </a:r>
              <a:r>
                <a:rPr lang="en-US" altLang="zh-CN" sz="1200" b="1" dirty="0">
                  <a:latin typeface="微软雅黑" panose="020B0503020204020204" pitchFamily="34" charset="-122"/>
                  <a:ea typeface="微软雅黑" panose="020B0503020204020204" pitchFamily="34" charset="-122"/>
                </a:rPr>
                <a:t>A</a:t>
              </a:r>
            </a:p>
            <a:p>
              <a:pPr algn="ctr" eaLnBrk="1" hangingPunct="1">
                <a:spcBef>
                  <a:spcPct val="0"/>
                </a:spcBef>
                <a:buFontTx/>
                <a:buNone/>
              </a:pPr>
              <a:r>
                <a:rPr lang="zh-CN" altLang="en-US" sz="1200" b="1" dirty="0">
                  <a:latin typeface="微软雅黑" panose="020B0503020204020204" pitchFamily="34" charset="-122"/>
                  <a:ea typeface="微软雅黑" panose="020B0503020204020204" pitchFamily="34" charset="-122"/>
                </a:rPr>
                <a:t>目的地址：</a:t>
              </a:r>
              <a:r>
                <a:rPr lang="en-US" altLang="zh-CN" sz="1200" b="1" dirty="0">
                  <a:latin typeface="微软雅黑" panose="020B0503020204020204" pitchFamily="34" charset="-122"/>
                  <a:ea typeface="微软雅黑" panose="020B0503020204020204" pitchFamily="34" charset="-122"/>
                </a:rPr>
                <a:t>F</a:t>
              </a:r>
            </a:p>
            <a:p>
              <a:pPr algn="ctr" eaLnBrk="1" hangingPunct="1">
                <a:spcBef>
                  <a:spcPct val="0"/>
                </a:spcBef>
                <a:buFontTx/>
                <a:buNone/>
              </a:pPr>
              <a:endParaRPr lang="en-US" altLang="zh-CN" sz="1200" b="1" dirty="0">
                <a:latin typeface="微软雅黑" panose="020B0503020204020204" pitchFamily="34" charset="-122"/>
                <a:ea typeface="微软雅黑" panose="020B0503020204020204" pitchFamily="34" charset="-122"/>
              </a:endParaRPr>
            </a:p>
            <a:p>
              <a:pPr algn="ctr" eaLnBrk="1" hangingPunct="1">
                <a:spcBef>
                  <a:spcPct val="0"/>
                </a:spcBef>
                <a:buFontTx/>
                <a:buNone/>
              </a:pPr>
              <a:r>
                <a:rPr lang="en-US" altLang="zh-CN" sz="1200" b="1" dirty="0">
                  <a:latin typeface="微软雅黑" panose="020B0503020204020204" pitchFamily="34" charset="-122"/>
                  <a:ea typeface="微软雅黑" panose="020B0503020204020204" pitchFamily="34" charset="-122"/>
                </a:rPr>
                <a:t>   </a:t>
              </a:r>
              <a:r>
                <a:rPr lang="zh-CN" altLang="en-US" sz="1200" b="1" dirty="0">
                  <a:latin typeface="微软雅黑" panose="020B0503020204020204" pitchFamily="34" charset="-122"/>
                  <a:ea typeface="微软雅黑" panose="020B0503020204020204" pitchFamily="34" charset="-122"/>
                </a:rPr>
                <a:t>有效载荷</a:t>
              </a:r>
            </a:p>
          </p:txBody>
        </p:sp>
        <p:sp>
          <p:nvSpPr>
            <p:cNvPr id="168" name="Line 129">
              <a:extLst>
                <a:ext uri="{FF2B5EF4-FFF2-40B4-BE49-F238E27FC236}">
                  <a16:creationId xmlns:a16="http://schemas.microsoft.com/office/drawing/2014/main" id="{7BFA6200-B86C-8BA6-8C60-144C5F4F518F}"/>
                </a:ext>
              </a:extLst>
            </p:cNvPr>
            <p:cNvSpPr>
              <a:spLocks noChangeShapeType="1"/>
            </p:cNvSpPr>
            <p:nvPr/>
          </p:nvSpPr>
          <p:spPr bwMode="auto">
            <a:xfrm>
              <a:off x="1992312" y="4113711"/>
              <a:ext cx="125253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169" name="Text Box 131">
            <a:extLst>
              <a:ext uri="{FF2B5EF4-FFF2-40B4-BE49-F238E27FC236}">
                <a16:creationId xmlns:a16="http://schemas.microsoft.com/office/drawing/2014/main" id="{B59011B4-8416-2B10-A0BF-08BAFFDBEA46}"/>
              </a:ext>
            </a:extLst>
          </p:cNvPr>
          <p:cNvSpPr txBox="1">
            <a:spLocks noChangeArrowheads="1"/>
          </p:cNvSpPr>
          <p:nvPr/>
        </p:nvSpPr>
        <p:spPr bwMode="auto">
          <a:xfrm>
            <a:off x="6850563" y="3651366"/>
            <a:ext cx="10278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IPv6 </a:t>
            </a:r>
            <a:r>
              <a:rPr lang="zh-CN" altLang="en-US" sz="1200" b="1">
                <a:latin typeface="微软雅黑" panose="020B0503020204020204" pitchFamily="34" charset="-122"/>
                <a:ea typeface="微软雅黑" panose="020B0503020204020204" pitchFamily="34" charset="-122"/>
              </a:rPr>
              <a:t>数据报</a:t>
            </a:r>
          </a:p>
        </p:txBody>
      </p:sp>
      <p:sp>
        <p:nvSpPr>
          <p:cNvPr id="170" name="Line 76">
            <a:extLst>
              <a:ext uri="{FF2B5EF4-FFF2-40B4-BE49-F238E27FC236}">
                <a16:creationId xmlns:a16="http://schemas.microsoft.com/office/drawing/2014/main" id="{1D6A079D-354A-2237-01D9-E477AD6CE58B}"/>
              </a:ext>
            </a:extLst>
          </p:cNvPr>
          <p:cNvSpPr>
            <a:spLocks noChangeShapeType="1"/>
          </p:cNvSpPr>
          <p:nvPr/>
        </p:nvSpPr>
        <p:spPr bwMode="auto">
          <a:xfrm>
            <a:off x="2481446" y="2465886"/>
            <a:ext cx="769023" cy="477889"/>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77">
            <a:extLst>
              <a:ext uri="{FF2B5EF4-FFF2-40B4-BE49-F238E27FC236}">
                <a16:creationId xmlns:a16="http://schemas.microsoft.com/office/drawing/2014/main" id="{9C8CCEE7-7E00-049D-89BA-DA504CE4F370}"/>
              </a:ext>
            </a:extLst>
          </p:cNvPr>
          <p:cNvSpPr>
            <a:spLocks noChangeShapeType="1"/>
          </p:cNvSpPr>
          <p:nvPr/>
        </p:nvSpPr>
        <p:spPr bwMode="auto">
          <a:xfrm flipV="1">
            <a:off x="2491149" y="3565558"/>
            <a:ext cx="759319" cy="96369"/>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63">
            <a:extLst>
              <a:ext uri="{FF2B5EF4-FFF2-40B4-BE49-F238E27FC236}">
                <a16:creationId xmlns:a16="http://schemas.microsoft.com/office/drawing/2014/main" id="{2CF4A8ED-A34D-F3A1-C6BB-9FE9064021C2}"/>
              </a:ext>
            </a:extLst>
          </p:cNvPr>
          <p:cNvSpPr>
            <a:spLocks noChangeShapeType="1"/>
          </p:cNvSpPr>
          <p:nvPr/>
        </p:nvSpPr>
        <p:spPr bwMode="auto">
          <a:xfrm>
            <a:off x="3265024" y="2149054"/>
            <a:ext cx="3029999" cy="17162"/>
          </a:xfrm>
          <a:prstGeom prst="line">
            <a:avLst/>
          </a:prstGeom>
          <a:noFill/>
          <a:ln w="76200">
            <a:solidFill>
              <a:srgbClr val="9900CC"/>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173" name="Picture 8">
            <a:extLst>
              <a:ext uri="{FF2B5EF4-FFF2-40B4-BE49-F238E27FC236}">
                <a16:creationId xmlns:a16="http://schemas.microsoft.com/office/drawing/2014/main" id="{1A75605B-A255-9363-4B7E-E4D51BF33E7C}"/>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66985" y="2039483"/>
            <a:ext cx="397854" cy="290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74" name="Picture 4">
            <a:extLst>
              <a:ext uri="{FF2B5EF4-FFF2-40B4-BE49-F238E27FC236}">
                <a16:creationId xmlns:a16="http://schemas.microsoft.com/office/drawing/2014/main" id="{04C22BD8-808E-A138-851F-79F8CE870A73}"/>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41162" y="1970836"/>
            <a:ext cx="397854" cy="290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75" name="Picture 6">
            <a:extLst>
              <a:ext uri="{FF2B5EF4-FFF2-40B4-BE49-F238E27FC236}">
                <a16:creationId xmlns:a16="http://schemas.microsoft.com/office/drawing/2014/main" id="{C2B13EB8-EF55-6867-65DF-96D7582E21DF}"/>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80676" y="2030242"/>
            <a:ext cx="397854" cy="290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76" name="Picture 7">
            <a:extLst>
              <a:ext uri="{FF2B5EF4-FFF2-40B4-BE49-F238E27FC236}">
                <a16:creationId xmlns:a16="http://schemas.microsoft.com/office/drawing/2014/main" id="{C0F29055-60AD-D57F-26D5-73D0EC45D41F}"/>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80841" y="2030242"/>
            <a:ext cx="397854" cy="290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77" name="Text Box 64">
            <a:extLst>
              <a:ext uri="{FF2B5EF4-FFF2-40B4-BE49-F238E27FC236}">
                <a16:creationId xmlns:a16="http://schemas.microsoft.com/office/drawing/2014/main" id="{BDD6CC74-AEE8-8517-96E7-EA41E122BA29}"/>
              </a:ext>
            </a:extLst>
          </p:cNvPr>
          <p:cNvSpPr txBox="1">
            <a:spLocks noChangeArrowheads="1"/>
          </p:cNvSpPr>
          <p:nvPr/>
        </p:nvSpPr>
        <p:spPr bwMode="auto">
          <a:xfrm>
            <a:off x="4483464" y="2141133"/>
            <a:ext cx="4924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zh-CN" altLang="en-US" sz="1200" b="1">
                <a:latin typeface="微软雅黑" panose="020B0503020204020204" pitchFamily="34" charset="-122"/>
                <a:ea typeface="微软雅黑" panose="020B0503020204020204" pitchFamily="34" charset="-122"/>
              </a:rPr>
              <a:t>隧道</a:t>
            </a:r>
          </a:p>
        </p:txBody>
      </p:sp>
      <p:sp>
        <p:nvSpPr>
          <p:cNvPr id="178" name="Text Box 64">
            <a:extLst>
              <a:ext uri="{FF2B5EF4-FFF2-40B4-BE49-F238E27FC236}">
                <a16:creationId xmlns:a16="http://schemas.microsoft.com/office/drawing/2014/main" id="{4248DC7C-30BA-DE51-898D-6F66BA2F86F5}"/>
              </a:ext>
            </a:extLst>
          </p:cNvPr>
          <p:cNvSpPr txBox="1">
            <a:spLocks noChangeArrowheads="1"/>
          </p:cNvSpPr>
          <p:nvPr/>
        </p:nvSpPr>
        <p:spPr bwMode="auto">
          <a:xfrm>
            <a:off x="3543412" y="2135852"/>
            <a:ext cx="492444" cy="276999"/>
          </a:xfrm>
          <a:prstGeom prst="rect">
            <a:avLst/>
          </a:prstGeom>
          <a:noFill/>
          <a:ln>
            <a:noFill/>
          </a:ln>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zh-CN" altLang="en-US" sz="1200" b="1" dirty="0">
                <a:latin typeface="微软雅黑" panose="020B0503020204020204" pitchFamily="34" charset="-122"/>
                <a:ea typeface="微软雅黑" panose="020B0503020204020204" pitchFamily="34" charset="-122"/>
              </a:rPr>
              <a:t>隧道</a:t>
            </a:r>
          </a:p>
        </p:txBody>
      </p:sp>
      <p:sp>
        <p:nvSpPr>
          <p:cNvPr id="179" name="Text Box 10">
            <a:extLst>
              <a:ext uri="{FF2B5EF4-FFF2-40B4-BE49-F238E27FC236}">
                <a16:creationId xmlns:a16="http://schemas.microsoft.com/office/drawing/2014/main" id="{7FB907F2-EF4A-D758-FDB1-1308B23BC787}"/>
              </a:ext>
            </a:extLst>
          </p:cNvPr>
          <p:cNvSpPr txBox="1">
            <a:spLocks noChangeArrowheads="1"/>
          </p:cNvSpPr>
          <p:nvPr/>
        </p:nvSpPr>
        <p:spPr bwMode="auto">
          <a:xfrm>
            <a:off x="1505005" y="1789977"/>
            <a:ext cx="10278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IPv6 </a:t>
            </a:r>
            <a:r>
              <a:rPr lang="zh-CN" altLang="en-US" sz="1200" b="1">
                <a:latin typeface="微软雅黑" panose="020B0503020204020204" pitchFamily="34" charset="-122"/>
                <a:ea typeface="微软雅黑" panose="020B0503020204020204" pitchFamily="34" charset="-122"/>
              </a:rPr>
              <a:t>数据报</a:t>
            </a:r>
            <a:endParaRPr lang="en-US" altLang="zh-CN" sz="1200" b="1">
              <a:latin typeface="微软雅黑" panose="020B0503020204020204" pitchFamily="34" charset="-122"/>
              <a:ea typeface="微软雅黑" panose="020B0503020204020204" pitchFamily="34" charset="-122"/>
            </a:endParaRPr>
          </a:p>
        </p:txBody>
      </p:sp>
      <p:sp>
        <p:nvSpPr>
          <p:cNvPr id="180" name="Text Box 10">
            <a:extLst>
              <a:ext uri="{FF2B5EF4-FFF2-40B4-BE49-F238E27FC236}">
                <a16:creationId xmlns:a16="http://schemas.microsoft.com/office/drawing/2014/main" id="{17F6156E-7E6E-5150-1BF7-E4383D12DF4D}"/>
              </a:ext>
            </a:extLst>
          </p:cNvPr>
          <p:cNvSpPr txBox="1">
            <a:spLocks noChangeArrowheads="1"/>
          </p:cNvSpPr>
          <p:nvPr/>
        </p:nvSpPr>
        <p:spPr bwMode="auto">
          <a:xfrm>
            <a:off x="4211579" y="1398795"/>
            <a:ext cx="10278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IPv4 </a:t>
            </a:r>
            <a:r>
              <a:rPr lang="zh-CN" altLang="en-US" sz="1200" b="1">
                <a:latin typeface="微软雅黑" panose="020B0503020204020204" pitchFamily="34" charset="-122"/>
                <a:ea typeface="微软雅黑" panose="020B0503020204020204" pitchFamily="34" charset="-122"/>
              </a:rPr>
              <a:t>数据报</a:t>
            </a:r>
            <a:endParaRPr lang="en-US" altLang="zh-CN" sz="1200" b="1">
              <a:latin typeface="微软雅黑" panose="020B0503020204020204" pitchFamily="34" charset="-122"/>
              <a:ea typeface="微软雅黑" panose="020B0503020204020204" pitchFamily="34" charset="-122"/>
            </a:endParaRPr>
          </a:p>
        </p:txBody>
      </p:sp>
      <p:sp>
        <p:nvSpPr>
          <p:cNvPr id="181" name="矩形 14">
            <a:extLst>
              <a:ext uri="{FF2B5EF4-FFF2-40B4-BE49-F238E27FC236}">
                <a16:creationId xmlns:a16="http://schemas.microsoft.com/office/drawing/2014/main" id="{C46FD054-CBA6-B005-72A1-88B6D099859C}"/>
              </a:ext>
            </a:extLst>
          </p:cNvPr>
          <p:cNvSpPr/>
          <p:nvPr/>
        </p:nvSpPr>
        <p:spPr bwMode="auto">
          <a:xfrm>
            <a:off x="7167149" y="2040803"/>
            <a:ext cx="240168" cy="69968"/>
          </a:xfrm>
          <a:custGeom>
            <a:avLst/>
            <a:gdLst>
              <a:gd name="connsiteX0" fmla="*/ 0 w 273050"/>
              <a:gd name="connsiteY0" fmla="*/ 0 h 83930"/>
              <a:gd name="connsiteX1" fmla="*/ 273050 w 273050"/>
              <a:gd name="connsiteY1" fmla="*/ 0 h 83930"/>
              <a:gd name="connsiteX2" fmla="*/ 273050 w 273050"/>
              <a:gd name="connsiteY2" fmla="*/ 83930 h 83930"/>
              <a:gd name="connsiteX3" fmla="*/ 0 w 273050"/>
              <a:gd name="connsiteY3" fmla="*/ 83930 h 83930"/>
              <a:gd name="connsiteX4" fmla="*/ 0 w 273050"/>
              <a:gd name="connsiteY4" fmla="*/ 0 h 83930"/>
              <a:gd name="connsiteX0" fmla="*/ 0 w 273050"/>
              <a:gd name="connsiteY0" fmla="*/ 0 h 83930"/>
              <a:gd name="connsiteX1" fmla="*/ 273050 w 273050"/>
              <a:gd name="connsiteY1" fmla="*/ 0 h 83930"/>
              <a:gd name="connsiteX2" fmla="*/ 271007 w 273050"/>
              <a:gd name="connsiteY2" fmla="*/ 35861 h 83930"/>
              <a:gd name="connsiteX3" fmla="*/ 273050 w 273050"/>
              <a:gd name="connsiteY3" fmla="*/ 83930 h 83930"/>
              <a:gd name="connsiteX4" fmla="*/ 0 w 273050"/>
              <a:gd name="connsiteY4" fmla="*/ 83930 h 83930"/>
              <a:gd name="connsiteX5" fmla="*/ 0 w 273050"/>
              <a:gd name="connsiteY5" fmla="*/ 0 h 83930"/>
              <a:gd name="connsiteX0" fmla="*/ 0 w 314739"/>
              <a:gd name="connsiteY0" fmla="*/ 0 h 83930"/>
              <a:gd name="connsiteX1" fmla="*/ 273050 w 314739"/>
              <a:gd name="connsiteY1" fmla="*/ 0 h 83930"/>
              <a:gd name="connsiteX2" fmla="*/ 314739 w 314739"/>
              <a:gd name="connsiteY2" fmla="*/ 47788 h 83930"/>
              <a:gd name="connsiteX3" fmla="*/ 273050 w 314739"/>
              <a:gd name="connsiteY3" fmla="*/ 83930 h 83930"/>
              <a:gd name="connsiteX4" fmla="*/ 0 w 314739"/>
              <a:gd name="connsiteY4" fmla="*/ 83930 h 83930"/>
              <a:gd name="connsiteX5" fmla="*/ 0 w 314739"/>
              <a:gd name="connsiteY5" fmla="*/ 0 h 83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4739" h="83930">
                <a:moveTo>
                  <a:pt x="0" y="0"/>
                </a:moveTo>
                <a:lnTo>
                  <a:pt x="273050" y="0"/>
                </a:lnTo>
                <a:lnTo>
                  <a:pt x="314739" y="47788"/>
                </a:lnTo>
                <a:lnTo>
                  <a:pt x="273050" y="83930"/>
                </a:lnTo>
                <a:lnTo>
                  <a:pt x="0" y="83930"/>
                </a:lnTo>
                <a:lnTo>
                  <a:pt x="0" y="0"/>
                </a:lnTo>
                <a:close/>
              </a:path>
            </a:pathLst>
          </a:custGeom>
          <a:solidFill>
            <a:srgbClr val="FFC0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sz="1400" b="1">
              <a:latin typeface="微软雅黑" panose="020B0503020204020204" pitchFamily="34" charset="-122"/>
              <a:ea typeface="微软雅黑" panose="020B0503020204020204" pitchFamily="34" charset="-122"/>
            </a:endParaRPr>
          </a:p>
        </p:txBody>
      </p:sp>
      <p:sp>
        <p:nvSpPr>
          <p:cNvPr id="182" name="矩形 14">
            <a:extLst>
              <a:ext uri="{FF2B5EF4-FFF2-40B4-BE49-F238E27FC236}">
                <a16:creationId xmlns:a16="http://schemas.microsoft.com/office/drawing/2014/main" id="{7F4556FF-B5D5-4590-3765-F8A0D59AB8F0}"/>
              </a:ext>
            </a:extLst>
          </p:cNvPr>
          <p:cNvSpPr/>
          <p:nvPr/>
        </p:nvSpPr>
        <p:spPr bwMode="auto">
          <a:xfrm>
            <a:off x="1839785" y="2046083"/>
            <a:ext cx="240168" cy="69968"/>
          </a:xfrm>
          <a:custGeom>
            <a:avLst/>
            <a:gdLst>
              <a:gd name="connsiteX0" fmla="*/ 0 w 273050"/>
              <a:gd name="connsiteY0" fmla="*/ 0 h 83930"/>
              <a:gd name="connsiteX1" fmla="*/ 273050 w 273050"/>
              <a:gd name="connsiteY1" fmla="*/ 0 h 83930"/>
              <a:gd name="connsiteX2" fmla="*/ 273050 w 273050"/>
              <a:gd name="connsiteY2" fmla="*/ 83930 h 83930"/>
              <a:gd name="connsiteX3" fmla="*/ 0 w 273050"/>
              <a:gd name="connsiteY3" fmla="*/ 83930 h 83930"/>
              <a:gd name="connsiteX4" fmla="*/ 0 w 273050"/>
              <a:gd name="connsiteY4" fmla="*/ 0 h 83930"/>
              <a:gd name="connsiteX0" fmla="*/ 0 w 273050"/>
              <a:gd name="connsiteY0" fmla="*/ 0 h 83930"/>
              <a:gd name="connsiteX1" fmla="*/ 273050 w 273050"/>
              <a:gd name="connsiteY1" fmla="*/ 0 h 83930"/>
              <a:gd name="connsiteX2" fmla="*/ 271007 w 273050"/>
              <a:gd name="connsiteY2" fmla="*/ 35861 h 83930"/>
              <a:gd name="connsiteX3" fmla="*/ 273050 w 273050"/>
              <a:gd name="connsiteY3" fmla="*/ 83930 h 83930"/>
              <a:gd name="connsiteX4" fmla="*/ 0 w 273050"/>
              <a:gd name="connsiteY4" fmla="*/ 83930 h 83930"/>
              <a:gd name="connsiteX5" fmla="*/ 0 w 273050"/>
              <a:gd name="connsiteY5" fmla="*/ 0 h 83930"/>
              <a:gd name="connsiteX0" fmla="*/ 0 w 314739"/>
              <a:gd name="connsiteY0" fmla="*/ 0 h 83930"/>
              <a:gd name="connsiteX1" fmla="*/ 273050 w 314739"/>
              <a:gd name="connsiteY1" fmla="*/ 0 h 83930"/>
              <a:gd name="connsiteX2" fmla="*/ 314739 w 314739"/>
              <a:gd name="connsiteY2" fmla="*/ 47788 h 83930"/>
              <a:gd name="connsiteX3" fmla="*/ 273050 w 314739"/>
              <a:gd name="connsiteY3" fmla="*/ 83930 h 83930"/>
              <a:gd name="connsiteX4" fmla="*/ 0 w 314739"/>
              <a:gd name="connsiteY4" fmla="*/ 83930 h 83930"/>
              <a:gd name="connsiteX5" fmla="*/ 0 w 314739"/>
              <a:gd name="connsiteY5" fmla="*/ 0 h 83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4739" h="83930">
                <a:moveTo>
                  <a:pt x="0" y="0"/>
                </a:moveTo>
                <a:lnTo>
                  <a:pt x="273050" y="0"/>
                </a:lnTo>
                <a:lnTo>
                  <a:pt x="314739" y="47788"/>
                </a:lnTo>
                <a:lnTo>
                  <a:pt x="273050" y="83930"/>
                </a:lnTo>
                <a:lnTo>
                  <a:pt x="0" y="83930"/>
                </a:lnTo>
                <a:lnTo>
                  <a:pt x="0" y="0"/>
                </a:lnTo>
                <a:close/>
              </a:path>
            </a:pathLst>
          </a:custGeom>
          <a:solidFill>
            <a:srgbClr val="FFC0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sz="1400" b="1">
              <a:latin typeface="微软雅黑" panose="020B0503020204020204" pitchFamily="34" charset="-122"/>
              <a:ea typeface="微软雅黑" panose="020B0503020204020204" pitchFamily="34" charset="-122"/>
            </a:endParaRPr>
          </a:p>
        </p:txBody>
      </p:sp>
      <p:grpSp>
        <p:nvGrpSpPr>
          <p:cNvPr id="183" name="组合 1">
            <a:extLst>
              <a:ext uri="{FF2B5EF4-FFF2-40B4-BE49-F238E27FC236}">
                <a16:creationId xmlns:a16="http://schemas.microsoft.com/office/drawing/2014/main" id="{E88B4231-4F37-81A5-9D0C-73AA81E7D33A}"/>
              </a:ext>
            </a:extLst>
          </p:cNvPr>
          <p:cNvGrpSpPr>
            <a:grpSpLocks/>
          </p:cNvGrpSpPr>
          <p:nvPr/>
        </p:nvGrpSpPr>
        <p:grpSpPr bwMode="auto">
          <a:xfrm>
            <a:off x="5615760" y="1948393"/>
            <a:ext cx="393002" cy="157096"/>
            <a:chOff x="3113997" y="1386762"/>
            <a:chExt cx="514351" cy="189112"/>
          </a:xfrm>
          <a:solidFill>
            <a:srgbClr val="C3E3F9"/>
          </a:solidFill>
        </p:grpSpPr>
        <p:sp>
          <p:nvSpPr>
            <p:cNvPr id="184" name="矩形 14">
              <a:extLst>
                <a:ext uri="{FF2B5EF4-FFF2-40B4-BE49-F238E27FC236}">
                  <a16:creationId xmlns:a16="http://schemas.microsoft.com/office/drawing/2014/main" id="{B0219966-EEED-AA60-2A98-DD21CD346B05}"/>
                </a:ext>
              </a:extLst>
            </p:cNvPr>
            <p:cNvSpPr>
              <a:spLocks/>
            </p:cNvSpPr>
            <p:nvPr/>
          </p:nvSpPr>
          <p:spPr bwMode="auto">
            <a:xfrm>
              <a:off x="3113997" y="1386762"/>
              <a:ext cx="514351" cy="189112"/>
            </a:xfrm>
            <a:custGeom>
              <a:avLst/>
              <a:gdLst>
                <a:gd name="T0" fmla="*/ 0 w 314739"/>
                <a:gd name="T1" fmla="*/ 0 h 83930"/>
                <a:gd name="T2" fmla="*/ 28867688 w 314739"/>
                <a:gd name="T3" fmla="*/ 0 h 83930"/>
                <a:gd name="T4" fmla="*/ 33275167 w 314739"/>
                <a:gd name="T5" fmla="*/ 110246852 h 83930"/>
                <a:gd name="T6" fmla="*/ 28867688 w 314739"/>
                <a:gd name="T7" fmla="*/ 193625612 h 83930"/>
                <a:gd name="T8" fmla="*/ 0 w 314739"/>
                <a:gd name="T9" fmla="*/ 193625612 h 83930"/>
                <a:gd name="T10" fmla="*/ 0 w 314739"/>
                <a:gd name="T11" fmla="*/ 0 h 839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14739" h="83930">
                  <a:moveTo>
                    <a:pt x="0" y="0"/>
                  </a:moveTo>
                  <a:lnTo>
                    <a:pt x="273050" y="0"/>
                  </a:lnTo>
                  <a:lnTo>
                    <a:pt x="314739" y="47788"/>
                  </a:lnTo>
                  <a:lnTo>
                    <a:pt x="273050" y="83930"/>
                  </a:lnTo>
                  <a:lnTo>
                    <a:pt x="0" y="83930"/>
                  </a:lnTo>
                  <a:lnTo>
                    <a:pt x="0" y="0"/>
                  </a:lnTo>
                  <a:close/>
                </a:path>
              </a:pathLst>
            </a:custGeom>
            <a:solidFill>
              <a:srgbClr val="FFFF99"/>
            </a:solidFill>
            <a:ln w="9525" cap="flat" cmpd="sng" algn="ctr">
              <a:solidFill>
                <a:schemeClr val="tx1"/>
              </a:solidFill>
              <a:prstDash val="solid"/>
              <a:round/>
              <a:headEnd type="none" w="med" len="med"/>
              <a:tailEnd type="none" w="med" len="me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5" name="矩形 14">
              <a:extLst>
                <a:ext uri="{FF2B5EF4-FFF2-40B4-BE49-F238E27FC236}">
                  <a16:creationId xmlns:a16="http://schemas.microsoft.com/office/drawing/2014/main" id="{2CCD7370-1CB0-20A8-CC22-50B9BFE4994B}"/>
                </a:ext>
              </a:extLst>
            </p:cNvPr>
            <p:cNvSpPr/>
            <p:nvPr/>
          </p:nvSpPr>
          <p:spPr bwMode="auto">
            <a:xfrm>
              <a:off x="3180672" y="1436027"/>
              <a:ext cx="314326" cy="84226"/>
            </a:xfrm>
            <a:custGeom>
              <a:avLst/>
              <a:gdLst>
                <a:gd name="connsiteX0" fmla="*/ 0 w 273050"/>
                <a:gd name="connsiteY0" fmla="*/ 0 h 83930"/>
                <a:gd name="connsiteX1" fmla="*/ 273050 w 273050"/>
                <a:gd name="connsiteY1" fmla="*/ 0 h 83930"/>
                <a:gd name="connsiteX2" fmla="*/ 273050 w 273050"/>
                <a:gd name="connsiteY2" fmla="*/ 83930 h 83930"/>
                <a:gd name="connsiteX3" fmla="*/ 0 w 273050"/>
                <a:gd name="connsiteY3" fmla="*/ 83930 h 83930"/>
                <a:gd name="connsiteX4" fmla="*/ 0 w 273050"/>
                <a:gd name="connsiteY4" fmla="*/ 0 h 83930"/>
                <a:gd name="connsiteX0" fmla="*/ 0 w 273050"/>
                <a:gd name="connsiteY0" fmla="*/ 0 h 83930"/>
                <a:gd name="connsiteX1" fmla="*/ 273050 w 273050"/>
                <a:gd name="connsiteY1" fmla="*/ 0 h 83930"/>
                <a:gd name="connsiteX2" fmla="*/ 271007 w 273050"/>
                <a:gd name="connsiteY2" fmla="*/ 35861 h 83930"/>
                <a:gd name="connsiteX3" fmla="*/ 273050 w 273050"/>
                <a:gd name="connsiteY3" fmla="*/ 83930 h 83930"/>
                <a:gd name="connsiteX4" fmla="*/ 0 w 273050"/>
                <a:gd name="connsiteY4" fmla="*/ 83930 h 83930"/>
                <a:gd name="connsiteX5" fmla="*/ 0 w 273050"/>
                <a:gd name="connsiteY5" fmla="*/ 0 h 83930"/>
                <a:gd name="connsiteX0" fmla="*/ 0 w 314739"/>
                <a:gd name="connsiteY0" fmla="*/ 0 h 83930"/>
                <a:gd name="connsiteX1" fmla="*/ 273050 w 314739"/>
                <a:gd name="connsiteY1" fmla="*/ 0 h 83930"/>
                <a:gd name="connsiteX2" fmla="*/ 314739 w 314739"/>
                <a:gd name="connsiteY2" fmla="*/ 47788 h 83930"/>
                <a:gd name="connsiteX3" fmla="*/ 273050 w 314739"/>
                <a:gd name="connsiteY3" fmla="*/ 83930 h 83930"/>
                <a:gd name="connsiteX4" fmla="*/ 0 w 314739"/>
                <a:gd name="connsiteY4" fmla="*/ 83930 h 83930"/>
                <a:gd name="connsiteX5" fmla="*/ 0 w 314739"/>
                <a:gd name="connsiteY5" fmla="*/ 0 h 83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4739" h="83930">
                  <a:moveTo>
                    <a:pt x="0" y="0"/>
                  </a:moveTo>
                  <a:lnTo>
                    <a:pt x="273050" y="0"/>
                  </a:lnTo>
                  <a:lnTo>
                    <a:pt x="314739" y="47788"/>
                  </a:lnTo>
                  <a:lnTo>
                    <a:pt x="273050" y="83930"/>
                  </a:lnTo>
                  <a:lnTo>
                    <a:pt x="0" y="83930"/>
                  </a:lnTo>
                  <a:lnTo>
                    <a:pt x="0" y="0"/>
                  </a:lnTo>
                  <a:close/>
                </a:path>
              </a:pathLst>
            </a:custGeom>
            <a:solidFill>
              <a:srgbClr val="FFC0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sz="1400" b="1">
                <a:latin typeface="微软雅黑" panose="020B0503020204020204" pitchFamily="34" charset="-122"/>
                <a:ea typeface="微软雅黑" panose="020B0503020204020204" pitchFamily="34" charset="-122"/>
              </a:endParaRPr>
            </a:p>
          </p:txBody>
        </p:sp>
      </p:grpSp>
      <p:sp>
        <p:nvSpPr>
          <p:cNvPr id="186" name="Text Box 10">
            <a:extLst>
              <a:ext uri="{FF2B5EF4-FFF2-40B4-BE49-F238E27FC236}">
                <a16:creationId xmlns:a16="http://schemas.microsoft.com/office/drawing/2014/main" id="{B5353204-23A1-284D-FBAC-E1A361F471B2}"/>
              </a:ext>
            </a:extLst>
          </p:cNvPr>
          <p:cNvSpPr txBox="1">
            <a:spLocks noChangeArrowheads="1"/>
          </p:cNvSpPr>
          <p:nvPr/>
        </p:nvSpPr>
        <p:spPr bwMode="auto">
          <a:xfrm>
            <a:off x="6828730" y="1796578"/>
            <a:ext cx="10278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IPv6 </a:t>
            </a:r>
            <a:r>
              <a:rPr lang="zh-CN" altLang="en-US" sz="1200" b="1">
                <a:latin typeface="微软雅黑" panose="020B0503020204020204" pitchFamily="34" charset="-122"/>
                <a:ea typeface="微软雅黑" panose="020B0503020204020204" pitchFamily="34" charset="-122"/>
              </a:rPr>
              <a:t>数据报</a:t>
            </a:r>
            <a:endParaRPr lang="en-US" altLang="zh-CN" sz="1200" b="1">
              <a:latin typeface="微软雅黑" panose="020B0503020204020204" pitchFamily="34" charset="-122"/>
              <a:ea typeface="微软雅黑" panose="020B0503020204020204" pitchFamily="34" charset="-122"/>
            </a:endParaRPr>
          </a:p>
        </p:txBody>
      </p:sp>
      <p:cxnSp>
        <p:nvCxnSpPr>
          <p:cNvPr id="187" name="直接箭头连接符 27">
            <a:extLst>
              <a:ext uri="{FF2B5EF4-FFF2-40B4-BE49-F238E27FC236}">
                <a16:creationId xmlns:a16="http://schemas.microsoft.com/office/drawing/2014/main" id="{AD6858AA-4419-33E2-97EE-A5DBE1BC2F3D}"/>
              </a:ext>
            </a:extLst>
          </p:cNvPr>
          <p:cNvCxnSpPr>
            <a:cxnSpLocks/>
          </p:cNvCxnSpPr>
          <p:nvPr/>
        </p:nvCxnSpPr>
        <p:spPr bwMode="auto">
          <a:xfrm>
            <a:off x="4726653" y="1644762"/>
            <a:ext cx="3639" cy="275908"/>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8" name="直接箭头连接符 29">
            <a:extLst>
              <a:ext uri="{FF2B5EF4-FFF2-40B4-BE49-F238E27FC236}">
                <a16:creationId xmlns:a16="http://schemas.microsoft.com/office/drawing/2014/main" id="{508A12E0-2A64-3A06-0A9A-D345B3E9CC6A}"/>
              </a:ext>
            </a:extLst>
          </p:cNvPr>
          <p:cNvCxnSpPr>
            <a:cxnSpLocks/>
          </p:cNvCxnSpPr>
          <p:nvPr/>
        </p:nvCxnSpPr>
        <p:spPr bwMode="auto">
          <a:xfrm flipH="1">
            <a:off x="3864231" y="1611759"/>
            <a:ext cx="440308" cy="286469"/>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9" name="直接箭头连接符 30">
            <a:extLst>
              <a:ext uri="{FF2B5EF4-FFF2-40B4-BE49-F238E27FC236}">
                <a16:creationId xmlns:a16="http://schemas.microsoft.com/office/drawing/2014/main" id="{6564799A-10FB-B776-F127-287095003EAD}"/>
              </a:ext>
            </a:extLst>
          </p:cNvPr>
          <p:cNvCxnSpPr>
            <a:cxnSpLocks/>
          </p:cNvCxnSpPr>
          <p:nvPr/>
        </p:nvCxnSpPr>
        <p:spPr bwMode="auto">
          <a:xfrm>
            <a:off x="5090544" y="1621000"/>
            <a:ext cx="519151" cy="299671"/>
          </a:xfrm>
          <a:prstGeom prst="straightConnector1">
            <a:avLst/>
          </a:prstGeom>
          <a:noFill/>
          <a:ln w="9525" algn="ctr">
            <a:solidFill>
              <a:schemeClr val="tx1"/>
            </a:solidFill>
            <a:round/>
            <a:headEnd/>
            <a:tailEnd type="triangle" w="med" len="med"/>
          </a:ln>
          <a:extLst>
            <a:ext uri="{909E8E84-426E-40DD-AFC4-6F175D3DCCD1}">
              <a14:hiddenFill xmlns:a14="http://schemas.microsoft.com/office/drawing/2010/main">
                <a:noFill/>
              </a14:hiddenFill>
            </a:ext>
          </a:extLst>
        </p:spPr>
      </p:cxnSp>
      <p:grpSp>
        <p:nvGrpSpPr>
          <p:cNvPr id="190" name="组合 2">
            <a:extLst>
              <a:ext uri="{FF2B5EF4-FFF2-40B4-BE49-F238E27FC236}">
                <a16:creationId xmlns:a16="http://schemas.microsoft.com/office/drawing/2014/main" id="{35644B81-76B0-A47D-FFB9-AB14D774E62D}"/>
              </a:ext>
            </a:extLst>
          </p:cNvPr>
          <p:cNvGrpSpPr>
            <a:grpSpLocks/>
          </p:cNvGrpSpPr>
          <p:nvPr/>
        </p:nvGrpSpPr>
        <p:grpSpPr bwMode="auto">
          <a:xfrm>
            <a:off x="4531365" y="1947074"/>
            <a:ext cx="393002" cy="157096"/>
            <a:chOff x="3113997" y="1386762"/>
            <a:chExt cx="514351" cy="189112"/>
          </a:xfrm>
          <a:solidFill>
            <a:srgbClr val="C3E3F9"/>
          </a:solidFill>
        </p:grpSpPr>
        <p:sp>
          <p:nvSpPr>
            <p:cNvPr id="191" name="矩形 14">
              <a:extLst>
                <a:ext uri="{FF2B5EF4-FFF2-40B4-BE49-F238E27FC236}">
                  <a16:creationId xmlns:a16="http://schemas.microsoft.com/office/drawing/2014/main" id="{FF6DEF49-0DD9-6936-6F8E-614CEA16563B}"/>
                </a:ext>
              </a:extLst>
            </p:cNvPr>
            <p:cNvSpPr>
              <a:spLocks/>
            </p:cNvSpPr>
            <p:nvPr/>
          </p:nvSpPr>
          <p:spPr bwMode="auto">
            <a:xfrm>
              <a:off x="3113997" y="1386762"/>
              <a:ext cx="514351" cy="189112"/>
            </a:xfrm>
            <a:custGeom>
              <a:avLst/>
              <a:gdLst>
                <a:gd name="T0" fmla="*/ 0 w 314739"/>
                <a:gd name="T1" fmla="*/ 0 h 83930"/>
                <a:gd name="T2" fmla="*/ 28867688 w 314739"/>
                <a:gd name="T3" fmla="*/ 0 h 83930"/>
                <a:gd name="T4" fmla="*/ 33275167 w 314739"/>
                <a:gd name="T5" fmla="*/ 110246852 h 83930"/>
                <a:gd name="T6" fmla="*/ 28867688 w 314739"/>
                <a:gd name="T7" fmla="*/ 193625612 h 83930"/>
                <a:gd name="T8" fmla="*/ 0 w 314739"/>
                <a:gd name="T9" fmla="*/ 193625612 h 83930"/>
                <a:gd name="T10" fmla="*/ 0 w 314739"/>
                <a:gd name="T11" fmla="*/ 0 h 839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14739" h="83930">
                  <a:moveTo>
                    <a:pt x="0" y="0"/>
                  </a:moveTo>
                  <a:lnTo>
                    <a:pt x="273050" y="0"/>
                  </a:lnTo>
                  <a:lnTo>
                    <a:pt x="314739" y="47788"/>
                  </a:lnTo>
                  <a:lnTo>
                    <a:pt x="273050" y="83930"/>
                  </a:lnTo>
                  <a:lnTo>
                    <a:pt x="0" y="83930"/>
                  </a:lnTo>
                  <a:lnTo>
                    <a:pt x="0" y="0"/>
                  </a:lnTo>
                  <a:close/>
                </a:path>
              </a:pathLst>
            </a:custGeom>
            <a:solidFill>
              <a:srgbClr val="FFFF99"/>
            </a:solidFill>
            <a:ln w="9525" cap="flat" cmpd="sng" algn="ctr">
              <a:solidFill>
                <a:schemeClr val="tx1"/>
              </a:solidFill>
              <a:prstDash val="solid"/>
              <a:round/>
              <a:headEnd type="none" w="med" len="med"/>
              <a:tailEnd type="none" w="med" len="me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矩形 14">
              <a:extLst>
                <a:ext uri="{FF2B5EF4-FFF2-40B4-BE49-F238E27FC236}">
                  <a16:creationId xmlns:a16="http://schemas.microsoft.com/office/drawing/2014/main" id="{50FDE79F-0C2B-C2EE-8DD2-574F70C561DE}"/>
                </a:ext>
              </a:extLst>
            </p:cNvPr>
            <p:cNvSpPr/>
            <p:nvPr/>
          </p:nvSpPr>
          <p:spPr bwMode="auto">
            <a:xfrm>
              <a:off x="3180672" y="1436026"/>
              <a:ext cx="314326" cy="84227"/>
            </a:xfrm>
            <a:custGeom>
              <a:avLst/>
              <a:gdLst>
                <a:gd name="connsiteX0" fmla="*/ 0 w 273050"/>
                <a:gd name="connsiteY0" fmla="*/ 0 h 83930"/>
                <a:gd name="connsiteX1" fmla="*/ 273050 w 273050"/>
                <a:gd name="connsiteY1" fmla="*/ 0 h 83930"/>
                <a:gd name="connsiteX2" fmla="*/ 273050 w 273050"/>
                <a:gd name="connsiteY2" fmla="*/ 83930 h 83930"/>
                <a:gd name="connsiteX3" fmla="*/ 0 w 273050"/>
                <a:gd name="connsiteY3" fmla="*/ 83930 h 83930"/>
                <a:gd name="connsiteX4" fmla="*/ 0 w 273050"/>
                <a:gd name="connsiteY4" fmla="*/ 0 h 83930"/>
                <a:gd name="connsiteX0" fmla="*/ 0 w 273050"/>
                <a:gd name="connsiteY0" fmla="*/ 0 h 83930"/>
                <a:gd name="connsiteX1" fmla="*/ 273050 w 273050"/>
                <a:gd name="connsiteY1" fmla="*/ 0 h 83930"/>
                <a:gd name="connsiteX2" fmla="*/ 271007 w 273050"/>
                <a:gd name="connsiteY2" fmla="*/ 35861 h 83930"/>
                <a:gd name="connsiteX3" fmla="*/ 273050 w 273050"/>
                <a:gd name="connsiteY3" fmla="*/ 83930 h 83930"/>
                <a:gd name="connsiteX4" fmla="*/ 0 w 273050"/>
                <a:gd name="connsiteY4" fmla="*/ 83930 h 83930"/>
                <a:gd name="connsiteX5" fmla="*/ 0 w 273050"/>
                <a:gd name="connsiteY5" fmla="*/ 0 h 83930"/>
                <a:gd name="connsiteX0" fmla="*/ 0 w 314739"/>
                <a:gd name="connsiteY0" fmla="*/ 0 h 83930"/>
                <a:gd name="connsiteX1" fmla="*/ 273050 w 314739"/>
                <a:gd name="connsiteY1" fmla="*/ 0 h 83930"/>
                <a:gd name="connsiteX2" fmla="*/ 314739 w 314739"/>
                <a:gd name="connsiteY2" fmla="*/ 47788 h 83930"/>
                <a:gd name="connsiteX3" fmla="*/ 273050 w 314739"/>
                <a:gd name="connsiteY3" fmla="*/ 83930 h 83930"/>
                <a:gd name="connsiteX4" fmla="*/ 0 w 314739"/>
                <a:gd name="connsiteY4" fmla="*/ 83930 h 83930"/>
                <a:gd name="connsiteX5" fmla="*/ 0 w 314739"/>
                <a:gd name="connsiteY5" fmla="*/ 0 h 83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4739" h="83930">
                  <a:moveTo>
                    <a:pt x="0" y="0"/>
                  </a:moveTo>
                  <a:lnTo>
                    <a:pt x="273050" y="0"/>
                  </a:lnTo>
                  <a:lnTo>
                    <a:pt x="314739" y="47788"/>
                  </a:lnTo>
                  <a:lnTo>
                    <a:pt x="273050" y="83930"/>
                  </a:lnTo>
                  <a:lnTo>
                    <a:pt x="0" y="83930"/>
                  </a:lnTo>
                  <a:lnTo>
                    <a:pt x="0" y="0"/>
                  </a:lnTo>
                  <a:close/>
                </a:path>
              </a:pathLst>
            </a:custGeom>
            <a:solidFill>
              <a:srgbClr val="FFC0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sz="1400" b="1">
                <a:latin typeface="微软雅黑" panose="020B0503020204020204" pitchFamily="34" charset="-122"/>
                <a:ea typeface="微软雅黑" panose="020B0503020204020204" pitchFamily="34" charset="-122"/>
              </a:endParaRPr>
            </a:p>
          </p:txBody>
        </p:sp>
      </p:grpSp>
      <p:grpSp>
        <p:nvGrpSpPr>
          <p:cNvPr id="193" name="组合 5">
            <a:extLst>
              <a:ext uri="{FF2B5EF4-FFF2-40B4-BE49-F238E27FC236}">
                <a16:creationId xmlns:a16="http://schemas.microsoft.com/office/drawing/2014/main" id="{593DCAB7-BC48-72D9-FAF8-0BA296C4C6FF}"/>
              </a:ext>
            </a:extLst>
          </p:cNvPr>
          <p:cNvGrpSpPr>
            <a:grpSpLocks/>
          </p:cNvGrpSpPr>
          <p:nvPr/>
        </p:nvGrpSpPr>
        <p:grpSpPr bwMode="auto">
          <a:xfrm>
            <a:off x="3560989" y="1937832"/>
            <a:ext cx="393002" cy="157096"/>
            <a:chOff x="3113997" y="1386762"/>
            <a:chExt cx="514351" cy="189112"/>
          </a:xfrm>
          <a:solidFill>
            <a:srgbClr val="C3E3F9"/>
          </a:solidFill>
        </p:grpSpPr>
        <p:sp>
          <p:nvSpPr>
            <p:cNvPr id="194" name="矩形 14">
              <a:extLst>
                <a:ext uri="{FF2B5EF4-FFF2-40B4-BE49-F238E27FC236}">
                  <a16:creationId xmlns:a16="http://schemas.microsoft.com/office/drawing/2014/main" id="{C6B12888-798F-B9EE-5D2F-D7BC3D4BD535}"/>
                </a:ext>
              </a:extLst>
            </p:cNvPr>
            <p:cNvSpPr>
              <a:spLocks/>
            </p:cNvSpPr>
            <p:nvPr/>
          </p:nvSpPr>
          <p:spPr bwMode="auto">
            <a:xfrm>
              <a:off x="3113997" y="1386762"/>
              <a:ext cx="514351" cy="189112"/>
            </a:xfrm>
            <a:custGeom>
              <a:avLst/>
              <a:gdLst>
                <a:gd name="T0" fmla="*/ 0 w 314739"/>
                <a:gd name="T1" fmla="*/ 0 h 83930"/>
                <a:gd name="T2" fmla="*/ 28867688 w 314739"/>
                <a:gd name="T3" fmla="*/ 0 h 83930"/>
                <a:gd name="T4" fmla="*/ 33275167 w 314739"/>
                <a:gd name="T5" fmla="*/ 110246852 h 83930"/>
                <a:gd name="T6" fmla="*/ 28867688 w 314739"/>
                <a:gd name="T7" fmla="*/ 193625612 h 83930"/>
                <a:gd name="T8" fmla="*/ 0 w 314739"/>
                <a:gd name="T9" fmla="*/ 193625612 h 83930"/>
                <a:gd name="T10" fmla="*/ 0 w 314739"/>
                <a:gd name="T11" fmla="*/ 0 h 839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14739" h="83930">
                  <a:moveTo>
                    <a:pt x="0" y="0"/>
                  </a:moveTo>
                  <a:lnTo>
                    <a:pt x="273050" y="0"/>
                  </a:lnTo>
                  <a:lnTo>
                    <a:pt x="314739" y="47788"/>
                  </a:lnTo>
                  <a:lnTo>
                    <a:pt x="273050" y="83930"/>
                  </a:lnTo>
                  <a:lnTo>
                    <a:pt x="0" y="83930"/>
                  </a:lnTo>
                  <a:lnTo>
                    <a:pt x="0" y="0"/>
                  </a:lnTo>
                  <a:close/>
                </a:path>
              </a:pathLst>
            </a:custGeom>
            <a:solidFill>
              <a:srgbClr val="FFFF99"/>
            </a:solidFill>
            <a:ln w="9525" cap="flat" cmpd="sng" algn="ctr">
              <a:solidFill>
                <a:schemeClr val="tx1"/>
              </a:solidFill>
              <a:prstDash val="solid"/>
              <a:round/>
              <a:headEnd type="none" w="med" len="med"/>
              <a:tailEnd type="none" w="med" len="me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矩形 14">
              <a:extLst>
                <a:ext uri="{FF2B5EF4-FFF2-40B4-BE49-F238E27FC236}">
                  <a16:creationId xmlns:a16="http://schemas.microsoft.com/office/drawing/2014/main" id="{DACAA215-8940-EC61-A912-2220C2279F73}"/>
                </a:ext>
              </a:extLst>
            </p:cNvPr>
            <p:cNvSpPr/>
            <p:nvPr/>
          </p:nvSpPr>
          <p:spPr bwMode="auto">
            <a:xfrm>
              <a:off x="3180672" y="1436027"/>
              <a:ext cx="314326" cy="84226"/>
            </a:xfrm>
            <a:custGeom>
              <a:avLst/>
              <a:gdLst>
                <a:gd name="connsiteX0" fmla="*/ 0 w 273050"/>
                <a:gd name="connsiteY0" fmla="*/ 0 h 83930"/>
                <a:gd name="connsiteX1" fmla="*/ 273050 w 273050"/>
                <a:gd name="connsiteY1" fmla="*/ 0 h 83930"/>
                <a:gd name="connsiteX2" fmla="*/ 273050 w 273050"/>
                <a:gd name="connsiteY2" fmla="*/ 83930 h 83930"/>
                <a:gd name="connsiteX3" fmla="*/ 0 w 273050"/>
                <a:gd name="connsiteY3" fmla="*/ 83930 h 83930"/>
                <a:gd name="connsiteX4" fmla="*/ 0 w 273050"/>
                <a:gd name="connsiteY4" fmla="*/ 0 h 83930"/>
                <a:gd name="connsiteX0" fmla="*/ 0 w 273050"/>
                <a:gd name="connsiteY0" fmla="*/ 0 h 83930"/>
                <a:gd name="connsiteX1" fmla="*/ 273050 w 273050"/>
                <a:gd name="connsiteY1" fmla="*/ 0 h 83930"/>
                <a:gd name="connsiteX2" fmla="*/ 271007 w 273050"/>
                <a:gd name="connsiteY2" fmla="*/ 35861 h 83930"/>
                <a:gd name="connsiteX3" fmla="*/ 273050 w 273050"/>
                <a:gd name="connsiteY3" fmla="*/ 83930 h 83930"/>
                <a:gd name="connsiteX4" fmla="*/ 0 w 273050"/>
                <a:gd name="connsiteY4" fmla="*/ 83930 h 83930"/>
                <a:gd name="connsiteX5" fmla="*/ 0 w 273050"/>
                <a:gd name="connsiteY5" fmla="*/ 0 h 83930"/>
                <a:gd name="connsiteX0" fmla="*/ 0 w 314739"/>
                <a:gd name="connsiteY0" fmla="*/ 0 h 83930"/>
                <a:gd name="connsiteX1" fmla="*/ 273050 w 314739"/>
                <a:gd name="connsiteY1" fmla="*/ 0 h 83930"/>
                <a:gd name="connsiteX2" fmla="*/ 314739 w 314739"/>
                <a:gd name="connsiteY2" fmla="*/ 47788 h 83930"/>
                <a:gd name="connsiteX3" fmla="*/ 273050 w 314739"/>
                <a:gd name="connsiteY3" fmla="*/ 83930 h 83930"/>
                <a:gd name="connsiteX4" fmla="*/ 0 w 314739"/>
                <a:gd name="connsiteY4" fmla="*/ 83930 h 83930"/>
                <a:gd name="connsiteX5" fmla="*/ 0 w 314739"/>
                <a:gd name="connsiteY5" fmla="*/ 0 h 83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4739" h="83930">
                  <a:moveTo>
                    <a:pt x="0" y="0"/>
                  </a:moveTo>
                  <a:lnTo>
                    <a:pt x="273050" y="0"/>
                  </a:lnTo>
                  <a:lnTo>
                    <a:pt x="314739" y="47788"/>
                  </a:lnTo>
                  <a:lnTo>
                    <a:pt x="273050" y="83930"/>
                  </a:lnTo>
                  <a:lnTo>
                    <a:pt x="0" y="83930"/>
                  </a:lnTo>
                  <a:lnTo>
                    <a:pt x="0" y="0"/>
                  </a:lnTo>
                  <a:close/>
                </a:path>
              </a:pathLst>
            </a:custGeom>
            <a:solidFill>
              <a:srgbClr val="FFC0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sz="1400" b="1">
                <a:latin typeface="微软雅黑" panose="020B0503020204020204" pitchFamily="34" charset="-122"/>
                <a:ea typeface="微软雅黑" panose="020B0503020204020204" pitchFamily="34" charset="-122"/>
              </a:endParaRPr>
            </a:p>
          </p:txBody>
        </p:sp>
      </p:grpSp>
      <p:sp>
        <p:nvSpPr>
          <p:cNvPr id="200" name="Line 41">
            <a:extLst>
              <a:ext uri="{FF2B5EF4-FFF2-40B4-BE49-F238E27FC236}">
                <a16:creationId xmlns:a16="http://schemas.microsoft.com/office/drawing/2014/main" id="{2448E43B-39D6-A079-4415-DDA43706D041}"/>
              </a:ext>
            </a:extLst>
          </p:cNvPr>
          <p:cNvSpPr>
            <a:spLocks noChangeShapeType="1"/>
          </p:cNvSpPr>
          <p:nvPr/>
        </p:nvSpPr>
        <p:spPr bwMode="auto">
          <a:xfrm flipV="1">
            <a:off x="678426" y="1236841"/>
            <a:ext cx="2390097"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1" name="Text Box 11">
            <a:extLst>
              <a:ext uri="{FF2B5EF4-FFF2-40B4-BE49-F238E27FC236}">
                <a16:creationId xmlns:a16="http://schemas.microsoft.com/office/drawing/2014/main" id="{1584AF9D-5E9B-C931-0FF1-BA2B84BB2A47}"/>
              </a:ext>
            </a:extLst>
          </p:cNvPr>
          <p:cNvSpPr txBox="1">
            <a:spLocks noChangeArrowheads="1"/>
          </p:cNvSpPr>
          <p:nvPr/>
        </p:nvSpPr>
        <p:spPr bwMode="auto">
          <a:xfrm>
            <a:off x="6959110" y="1090307"/>
            <a:ext cx="910348" cy="276999"/>
          </a:xfrm>
          <a:prstGeom prst="rect">
            <a:avLst/>
          </a:prstGeom>
          <a:solidFill>
            <a:srgbClr val="C3E3F9"/>
          </a:solidFill>
          <a:ln>
            <a:noFill/>
          </a:ln>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200" b="1" dirty="0">
                <a:latin typeface="微软雅黑" panose="020B0503020204020204" pitchFamily="34" charset="-122"/>
                <a:ea typeface="微软雅黑" panose="020B0503020204020204" pitchFamily="34" charset="-122"/>
              </a:rPr>
              <a:t>IPv6 </a:t>
            </a:r>
            <a:r>
              <a:rPr lang="zh-CN" altLang="en-US" sz="1200" b="1" dirty="0">
                <a:latin typeface="微软雅黑" panose="020B0503020204020204" pitchFamily="34" charset="-122"/>
                <a:ea typeface="微软雅黑" panose="020B0503020204020204" pitchFamily="34" charset="-122"/>
              </a:rPr>
              <a:t>网络</a:t>
            </a:r>
            <a:endParaRPr lang="en-US" altLang="zh-CN" sz="1200" b="1" dirty="0">
              <a:latin typeface="微软雅黑" panose="020B0503020204020204" pitchFamily="34" charset="-122"/>
              <a:ea typeface="微软雅黑" panose="020B0503020204020204" pitchFamily="34" charset="-122"/>
            </a:endParaRPr>
          </a:p>
        </p:txBody>
      </p:sp>
      <p:sp>
        <p:nvSpPr>
          <p:cNvPr id="202" name="Text Box 10">
            <a:extLst>
              <a:ext uri="{FF2B5EF4-FFF2-40B4-BE49-F238E27FC236}">
                <a16:creationId xmlns:a16="http://schemas.microsoft.com/office/drawing/2014/main" id="{F400B0FB-671F-2F27-815C-FC43EE796BBF}"/>
              </a:ext>
            </a:extLst>
          </p:cNvPr>
          <p:cNvSpPr txBox="1">
            <a:spLocks noChangeArrowheads="1"/>
          </p:cNvSpPr>
          <p:nvPr/>
        </p:nvSpPr>
        <p:spPr bwMode="auto">
          <a:xfrm>
            <a:off x="1505006" y="1090307"/>
            <a:ext cx="933394" cy="276999"/>
          </a:xfrm>
          <a:prstGeom prst="rect">
            <a:avLst/>
          </a:prstGeom>
          <a:solidFill>
            <a:srgbClr val="C3E3F9"/>
          </a:solidFill>
          <a:ln>
            <a:noFill/>
          </a:ln>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200" b="1" dirty="0">
                <a:latin typeface="微软雅黑" panose="020B0503020204020204" pitchFamily="34" charset="-122"/>
                <a:ea typeface="微软雅黑" panose="020B0503020204020204" pitchFamily="34" charset="-122"/>
              </a:rPr>
              <a:t>IPv6 </a:t>
            </a:r>
            <a:r>
              <a:rPr lang="zh-CN" altLang="en-US" sz="1200" b="1" dirty="0">
                <a:latin typeface="微软雅黑" panose="020B0503020204020204" pitchFamily="34" charset="-122"/>
                <a:ea typeface="微软雅黑" panose="020B0503020204020204" pitchFamily="34" charset="-122"/>
              </a:rPr>
              <a:t>网络</a:t>
            </a:r>
            <a:endParaRPr lang="en-US" altLang="zh-CN" sz="1200" b="1"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ED1A880B-66E1-AAC3-519C-066E3E623111}"/>
              </a:ext>
            </a:extLst>
          </p:cNvPr>
          <p:cNvSpPr/>
          <p:nvPr/>
        </p:nvSpPr>
        <p:spPr bwMode="auto">
          <a:xfrm>
            <a:off x="2500853" y="2469847"/>
            <a:ext cx="761745" cy="1185480"/>
          </a:xfrm>
          <a:custGeom>
            <a:avLst/>
            <a:gdLst>
              <a:gd name="connsiteX0" fmla="*/ 0 w 996287"/>
              <a:gd name="connsiteY0" fmla="*/ 0 h 1426191"/>
              <a:gd name="connsiteX1" fmla="*/ 996287 w 996287"/>
              <a:gd name="connsiteY1" fmla="*/ 593678 h 1426191"/>
              <a:gd name="connsiteX2" fmla="*/ 989463 w 996287"/>
              <a:gd name="connsiteY2" fmla="*/ 1323833 h 1426191"/>
              <a:gd name="connsiteX3" fmla="*/ 0 w 996287"/>
              <a:gd name="connsiteY3" fmla="*/ 1426191 h 1426191"/>
              <a:gd name="connsiteX4" fmla="*/ 0 w 996287"/>
              <a:gd name="connsiteY4" fmla="*/ 0 h 1426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287" h="1426191">
                <a:moveTo>
                  <a:pt x="0" y="0"/>
                </a:moveTo>
                <a:lnTo>
                  <a:pt x="996287" y="593678"/>
                </a:lnTo>
                <a:cubicBezTo>
                  <a:pt x="994012" y="837063"/>
                  <a:pt x="991738" y="1080448"/>
                  <a:pt x="989463" y="1323833"/>
                </a:cubicBezTo>
                <a:lnTo>
                  <a:pt x="0" y="1426191"/>
                </a:lnTo>
                <a:lnTo>
                  <a:pt x="0" y="0"/>
                </a:lnTo>
                <a:close/>
              </a:path>
            </a:pathLst>
          </a:custGeom>
          <a:gradFill flip="none" rotWithShape="1">
            <a:gsLst>
              <a:gs pos="0">
                <a:srgbClr val="FFC000"/>
              </a:gs>
              <a:gs pos="50000">
                <a:schemeClr val="accent6">
                  <a:lumMod val="40000"/>
                  <a:lumOff val="60000"/>
                </a:schemeClr>
              </a:gs>
              <a:gs pos="100000">
                <a:schemeClr val="accent6">
                  <a:lumMod val="20000"/>
                  <a:lumOff val="80000"/>
                </a:schemeClr>
              </a:gs>
            </a:gsLst>
            <a:lin ang="0" scaled="1"/>
            <a:tileRect/>
          </a:gradFill>
          <a:ln w="9525" cap="flat" cmpd="sng" algn="ctr">
            <a:noFill/>
            <a:prstDash val="solid"/>
            <a:round/>
            <a:headEnd type="none" w="med" len="med"/>
            <a:tailEnd type="none" w="med" len="med"/>
          </a:ln>
          <a:effectLst/>
        </p:spPr>
        <p:txBody>
          <a:bodyPr/>
          <a:lstStyle/>
          <a:p>
            <a:pPr eaLnBrk="1" hangingPunct="1">
              <a:defRPr/>
            </a:pPr>
            <a:endParaRPr lang="zh-CN" altLang="en-US" sz="1400" b="1">
              <a:latin typeface="微软雅黑" panose="020B0503020204020204" pitchFamily="34" charset="-122"/>
              <a:ea typeface="微软雅黑" panose="020B0503020204020204" pitchFamily="34" charset="-122"/>
            </a:endParaRPr>
          </a:p>
        </p:txBody>
      </p:sp>
      <p:grpSp>
        <p:nvGrpSpPr>
          <p:cNvPr id="204" name="Group 69">
            <a:extLst>
              <a:ext uri="{FF2B5EF4-FFF2-40B4-BE49-F238E27FC236}">
                <a16:creationId xmlns:a16="http://schemas.microsoft.com/office/drawing/2014/main" id="{B578535C-483A-2F0A-9A5A-248AE01A4ABB}"/>
              </a:ext>
            </a:extLst>
          </p:cNvPr>
          <p:cNvGrpSpPr>
            <a:grpSpLocks/>
          </p:cNvGrpSpPr>
          <p:nvPr/>
        </p:nvGrpSpPr>
        <p:grpSpPr bwMode="auto">
          <a:xfrm>
            <a:off x="3255320" y="2946415"/>
            <a:ext cx="815116" cy="633664"/>
            <a:chOff x="1728" y="2064"/>
            <a:chExt cx="672" cy="480"/>
          </a:xfrm>
          <a:solidFill>
            <a:srgbClr val="FFC000"/>
          </a:solidFill>
        </p:grpSpPr>
        <p:sp>
          <p:nvSpPr>
            <p:cNvPr id="205" name="Rectangle 67">
              <a:extLst>
                <a:ext uri="{FF2B5EF4-FFF2-40B4-BE49-F238E27FC236}">
                  <a16:creationId xmlns:a16="http://schemas.microsoft.com/office/drawing/2014/main" id="{0429F01D-B5DA-EF6F-96C2-65360A4DC9C7}"/>
                </a:ext>
              </a:extLst>
            </p:cNvPr>
            <p:cNvSpPr>
              <a:spLocks noChangeArrowheads="1"/>
            </p:cNvSpPr>
            <p:nvPr/>
          </p:nvSpPr>
          <p:spPr bwMode="auto">
            <a:xfrm>
              <a:off x="1728" y="2064"/>
              <a:ext cx="672" cy="480"/>
            </a:xfrm>
            <a:prstGeom prst="rect">
              <a:avLst/>
            </a:prstGeom>
            <a:grp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206" name="Text Box 68">
              <a:extLst>
                <a:ext uri="{FF2B5EF4-FFF2-40B4-BE49-F238E27FC236}">
                  <a16:creationId xmlns:a16="http://schemas.microsoft.com/office/drawing/2014/main" id="{A604F685-EDA2-1E18-516E-0118BC553EC2}"/>
                </a:ext>
              </a:extLst>
            </p:cNvPr>
            <p:cNvSpPr txBox="1">
              <a:spLocks noChangeArrowheads="1"/>
            </p:cNvSpPr>
            <p:nvPr/>
          </p:nvSpPr>
          <p:spPr bwMode="auto">
            <a:xfrm>
              <a:off x="1788" y="2124"/>
              <a:ext cx="533" cy="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200" b="1">
                  <a:latin typeface="微软雅黑" panose="020B0503020204020204" pitchFamily="34" charset="-122"/>
                  <a:ea typeface="微软雅黑" panose="020B0503020204020204" pitchFamily="34" charset="-122"/>
                </a:rPr>
                <a:t>IPv6</a:t>
              </a:r>
            </a:p>
            <a:p>
              <a:pPr algn="ctr" eaLnBrk="1" hangingPunct="1">
                <a:spcBef>
                  <a:spcPct val="0"/>
                </a:spcBef>
                <a:buFontTx/>
                <a:buNone/>
              </a:pPr>
              <a:r>
                <a:rPr lang="zh-CN" altLang="en-US" sz="1200" b="1">
                  <a:latin typeface="微软雅黑" panose="020B0503020204020204" pitchFamily="34" charset="-122"/>
                  <a:ea typeface="微软雅黑" panose="020B0503020204020204" pitchFamily="34" charset="-122"/>
                </a:rPr>
                <a:t>数据报</a:t>
              </a:r>
            </a:p>
          </p:txBody>
        </p:sp>
      </p:grpSp>
      <p:sp>
        <p:nvSpPr>
          <p:cNvPr id="207" name="AutoShape 80">
            <a:extLst>
              <a:ext uri="{FF2B5EF4-FFF2-40B4-BE49-F238E27FC236}">
                <a16:creationId xmlns:a16="http://schemas.microsoft.com/office/drawing/2014/main" id="{CE40F117-BA8E-7E1B-DBBC-6A74E3D929A5}"/>
              </a:ext>
            </a:extLst>
          </p:cNvPr>
          <p:cNvSpPr>
            <a:spLocks noChangeArrowheads="1"/>
          </p:cNvSpPr>
          <p:nvPr/>
        </p:nvSpPr>
        <p:spPr bwMode="auto">
          <a:xfrm>
            <a:off x="2475381" y="3136514"/>
            <a:ext cx="884255" cy="190099"/>
          </a:xfrm>
          <a:prstGeom prst="rightArrow">
            <a:avLst>
              <a:gd name="adj1" fmla="val 50000"/>
              <a:gd name="adj2" fmla="val 124945"/>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208" name="Line 78">
            <a:extLst>
              <a:ext uri="{FF2B5EF4-FFF2-40B4-BE49-F238E27FC236}">
                <a16:creationId xmlns:a16="http://schemas.microsoft.com/office/drawing/2014/main" id="{E5DD7E15-91E4-C6A6-8D78-86E3F9227E58}"/>
              </a:ext>
            </a:extLst>
          </p:cNvPr>
          <p:cNvSpPr>
            <a:spLocks noChangeShapeType="1"/>
          </p:cNvSpPr>
          <p:nvPr/>
        </p:nvSpPr>
        <p:spPr bwMode="auto">
          <a:xfrm flipV="1">
            <a:off x="6126421" y="2460605"/>
            <a:ext cx="685328" cy="48449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487A12D0-9103-5AF1-EFC1-CEC0C041F2D8}"/>
              </a:ext>
            </a:extLst>
          </p:cNvPr>
          <p:cNvSpPr/>
          <p:nvPr/>
        </p:nvSpPr>
        <p:spPr bwMode="auto">
          <a:xfrm>
            <a:off x="6134911" y="2452684"/>
            <a:ext cx="693819" cy="1192081"/>
          </a:xfrm>
          <a:custGeom>
            <a:avLst/>
            <a:gdLst>
              <a:gd name="connsiteX0" fmla="*/ 0 w 907576"/>
              <a:gd name="connsiteY0" fmla="*/ 607326 h 1433015"/>
              <a:gd name="connsiteX1" fmla="*/ 893928 w 907576"/>
              <a:gd name="connsiteY1" fmla="*/ 0 h 1433015"/>
              <a:gd name="connsiteX2" fmla="*/ 907576 w 907576"/>
              <a:gd name="connsiteY2" fmla="*/ 1433015 h 1433015"/>
              <a:gd name="connsiteX3" fmla="*/ 13648 w 907576"/>
              <a:gd name="connsiteY3" fmla="*/ 1344305 h 1433015"/>
              <a:gd name="connsiteX4" fmla="*/ 0 w 907576"/>
              <a:gd name="connsiteY4" fmla="*/ 607326 h 1433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576" h="1433015">
                <a:moveTo>
                  <a:pt x="0" y="607326"/>
                </a:moveTo>
                <a:lnTo>
                  <a:pt x="893928" y="0"/>
                </a:lnTo>
                <a:lnTo>
                  <a:pt x="907576" y="1433015"/>
                </a:lnTo>
                <a:lnTo>
                  <a:pt x="13648" y="1344305"/>
                </a:lnTo>
                <a:lnTo>
                  <a:pt x="0" y="607326"/>
                </a:lnTo>
                <a:close/>
              </a:path>
            </a:pathLst>
          </a:custGeom>
          <a:gradFill flip="none" rotWithShape="1">
            <a:gsLst>
              <a:gs pos="0">
                <a:srgbClr val="FFC000"/>
              </a:gs>
              <a:gs pos="50000">
                <a:schemeClr val="accent6">
                  <a:lumMod val="40000"/>
                  <a:lumOff val="60000"/>
                </a:schemeClr>
              </a:gs>
              <a:gs pos="100000">
                <a:schemeClr val="accent6">
                  <a:lumMod val="20000"/>
                  <a:lumOff val="80000"/>
                </a:schemeClr>
              </a:gs>
            </a:gsLst>
            <a:lin ang="10800000" scaled="1"/>
            <a:tileRect/>
          </a:gradFill>
          <a:ln w="9525" cap="flat" cmpd="sng" algn="ctr">
            <a:noFill/>
            <a:prstDash val="solid"/>
            <a:round/>
            <a:headEnd type="none" w="med" len="med"/>
            <a:tailEnd type="none" w="med" len="med"/>
          </a:ln>
          <a:effectLst/>
        </p:spPr>
        <p:txBody>
          <a:bodyPr/>
          <a:lstStyle/>
          <a:p>
            <a:pPr eaLnBrk="1" hangingPunct="1">
              <a:defRPr/>
            </a:pPr>
            <a:endParaRPr lang="zh-CN" altLang="en-US" sz="1400" b="1">
              <a:latin typeface="微软雅黑" panose="020B0503020204020204" pitchFamily="34" charset="-122"/>
              <a:ea typeface="微软雅黑" panose="020B0503020204020204" pitchFamily="34" charset="-122"/>
            </a:endParaRPr>
          </a:p>
        </p:txBody>
      </p:sp>
      <p:grpSp>
        <p:nvGrpSpPr>
          <p:cNvPr id="196" name="组合 2">
            <a:extLst>
              <a:ext uri="{FF2B5EF4-FFF2-40B4-BE49-F238E27FC236}">
                <a16:creationId xmlns:a16="http://schemas.microsoft.com/office/drawing/2014/main" id="{CF9622B7-D10B-A2BF-028B-06A1315C10D2}"/>
              </a:ext>
            </a:extLst>
          </p:cNvPr>
          <p:cNvGrpSpPr>
            <a:grpSpLocks/>
          </p:cNvGrpSpPr>
          <p:nvPr/>
        </p:nvGrpSpPr>
        <p:grpSpPr bwMode="auto">
          <a:xfrm>
            <a:off x="6782637" y="2443444"/>
            <a:ext cx="1073938" cy="1203962"/>
            <a:chOff x="1919288" y="3284538"/>
            <a:chExt cx="1405538" cy="1447800"/>
          </a:xfrm>
          <a:noFill/>
        </p:grpSpPr>
        <p:sp>
          <p:nvSpPr>
            <p:cNvPr id="197" name="Rectangle 21">
              <a:extLst>
                <a:ext uri="{FF2B5EF4-FFF2-40B4-BE49-F238E27FC236}">
                  <a16:creationId xmlns:a16="http://schemas.microsoft.com/office/drawing/2014/main" id="{08630193-2C59-6F62-4713-CB9AE4ABFAB3}"/>
                </a:ext>
              </a:extLst>
            </p:cNvPr>
            <p:cNvSpPr>
              <a:spLocks noChangeArrowheads="1"/>
            </p:cNvSpPr>
            <p:nvPr/>
          </p:nvSpPr>
          <p:spPr bwMode="auto">
            <a:xfrm>
              <a:off x="1963738" y="3284538"/>
              <a:ext cx="1295400" cy="1447800"/>
            </a:xfrm>
            <a:prstGeom prst="rect">
              <a:avLst/>
            </a:prstGeom>
            <a:solidFill>
              <a:srgbClr val="FFC000"/>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198" name="Text Box 22">
              <a:extLst>
                <a:ext uri="{FF2B5EF4-FFF2-40B4-BE49-F238E27FC236}">
                  <a16:creationId xmlns:a16="http://schemas.microsoft.com/office/drawing/2014/main" id="{8577FDF5-52A8-405F-FE27-949690C1133A}"/>
                </a:ext>
              </a:extLst>
            </p:cNvPr>
            <p:cNvSpPr txBox="1">
              <a:spLocks noChangeArrowheads="1"/>
            </p:cNvSpPr>
            <p:nvPr/>
          </p:nvSpPr>
          <p:spPr bwMode="auto">
            <a:xfrm>
              <a:off x="1919288" y="3284538"/>
              <a:ext cx="1405538" cy="122136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zh-CN" altLang="en-US" sz="1200" b="1" dirty="0">
                  <a:latin typeface="微软雅黑" panose="020B0503020204020204" pitchFamily="34" charset="-122"/>
                  <a:ea typeface="微软雅黑" panose="020B0503020204020204" pitchFamily="34" charset="-122"/>
                </a:rPr>
                <a:t>流标号：</a:t>
              </a:r>
              <a:r>
                <a:rPr lang="en-US" altLang="zh-CN" sz="1200" b="1" dirty="0">
                  <a:latin typeface="微软雅黑" panose="020B0503020204020204" pitchFamily="34" charset="-122"/>
                  <a:ea typeface="微软雅黑" panose="020B0503020204020204" pitchFamily="34" charset="-122"/>
                </a:rPr>
                <a:t>X</a:t>
              </a:r>
            </a:p>
            <a:p>
              <a:pPr algn="ctr" eaLnBrk="1" hangingPunct="1">
                <a:spcBef>
                  <a:spcPct val="0"/>
                </a:spcBef>
                <a:buFontTx/>
                <a:buNone/>
              </a:pPr>
              <a:r>
                <a:rPr lang="zh-CN" altLang="en-US" sz="1200" b="1" dirty="0">
                  <a:latin typeface="微软雅黑" panose="020B0503020204020204" pitchFamily="34" charset="-122"/>
                  <a:ea typeface="微软雅黑" panose="020B0503020204020204" pitchFamily="34" charset="-122"/>
                </a:rPr>
                <a:t>源地址：</a:t>
              </a:r>
              <a:r>
                <a:rPr lang="en-US" altLang="zh-CN" sz="1200" b="1" dirty="0">
                  <a:latin typeface="微软雅黑" panose="020B0503020204020204" pitchFamily="34" charset="-122"/>
                  <a:ea typeface="微软雅黑" panose="020B0503020204020204" pitchFamily="34" charset="-122"/>
                </a:rPr>
                <a:t>A</a:t>
              </a:r>
            </a:p>
            <a:p>
              <a:pPr algn="ctr" eaLnBrk="1" hangingPunct="1">
                <a:spcBef>
                  <a:spcPct val="0"/>
                </a:spcBef>
                <a:buFontTx/>
                <a:buNone/>
              </a:pPr>
              <a:r>
                <a:rPr lang="zh-CN" altLang="en-US" sz="1200" b="1" dirty="0">
                  <a:latin typeface="微软雅黑" panose="020B0503020204020204" pitchFamily="34" charset="-122"/>
                  <a:ea typeface="微软雅黑" panose="020B0503020204020204" pitchFamily="34" charset="-122"/>
                </a:rPr>
                <a:t>目的地址：</a:t>
              </a:r>
              <a:r>
                <a:rPr lang="en-US" altLang="zh-CN" sz="1200" b="1" dirty="0">
                  <a:latin typeface="微软雅黑" panose="020B0503020204020204" pitchFamily="34" charset="-122"/>
                  <a:ea typeface="微软雅黑" panose="020B0503020204020204" pitchFamily="34" charset="-122"/>
                </a:rPr>
                <a:t>F</a:t>
              </a:r>
            </a:p>
            <a:p>
              <a:pPr algn="ctr" eaLnBrk="1" hangingPunct="1">
                <a:spcBef>
                  <a:spcPct val="0"/>
                </a:spcBef>
                <a:buFontTx/>
                <a:buNone/>
              </a:pPr>
              <a:endParaRPr lang="en-US" altLang="zh-CN" sz="1200" b="1" dirty="0">
                <a:latin typeface="微软雅黑" panose="020B0503020204020204" pitchFamily="34" charset="-122"/>
                <a:ea typeface="微软雅黑" panose="020B0503020204020204" pitchFamily="34" charset="-122"/>
              </a:endParaRPr>
            </a:p>
            <a:p>
              <a:pPr algn="ctr" eaLnBrk="1" hangingPunct="1">
                <a:spcBef>
                  <a:spcPct val="0"/>
                </a:spcBef>
                <a:buFontTx/>
                <a:buNone/>
              </a:pPr>
              <a:r>
                <a:rPr lang="en-US" altLang="zh-CN" sz="1200" b="1" dirty="0">
                  <a:latin typeface="微软雅黑" panose="020B0503020204020204" pitchFamily="34" charset="-122"/>
                  <a:ea typeface="微软雅黑" panose="020B0503020204020204" pitchFamily="34" charset="-122"/>
                </a:rPr>
                <a:t>   </a:t>
              </a:r>
              <a:r>
                <a:rPr lang="zh-CN" altLang="en-US" sz="1200" b="1" dirty="0">
                  <a:latin typeface="微软雅黑" panose="020B0503020204020204" pitchFamily="34" charset="-122"/>
                  <a:ea typeface="微软雅黑" panose="020B0503020204020204" pitchFamily="34" charset="-122"/>
                </a:rPr>
                <a:t>有效载荷</a:t>
              </a:r>
            </a:p>
          </p:txBody>
        </p:sp>
        <p:sp>
          <p:nvSpPr>
            <p:cNvPr id="199" name="Line 129">
              <a:extLst>
                <a:ext uri="{FF2B5EF4-FFF2-40B4-BE49-F238E27FC236}">
                  <a16:creationId xmlns:a16="http://schemas.microsoft.com/office/drawing/2014/main" id="{1E715FB9-0E9E-7D23-3AE5-7F579632AF77}"/>
                </a:ext>
              </a:extLst>
            </p:cNvPr>
            <p:cNvSpPr>
              <a:spLocks noChangeShapeType="1"/>
            </p:cNvSpPr>
            <p:nvPr/>
          </p:nvSpPr>
          <p:spPr bwMode="auto">
            <a:xfrm>
              <a:off x="1992312" y="4113711"/>
              <a:ext cx="1252538" cy="0"/>
            </a:xfrm>
            <a:prstGeom prst="line">
              <a:avLst/>
            </a:prstGeom>
            <a:grp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210" name="AutoShape 81">
            <a:extLst>
              <a:ext uri="{FF2B5EF4-FFF2-40B4-BE49-F238E27FC236}">
                <a16:creationId xmlns:a16="http://schemas.microsoft.com/office/drawing/2014/main" id="{EBBBDF41-5793-5442-FAA9-DDF96E76909B}"/>
              </a:ext>
            </a:extLst>
          </p:cNvPr>
          <p:cNvSpPr>
            <a:spLocks noChangeArrowheads="1"/>
          </p:cNvSpPr>
          <p:nvPr/>
        </p:nvSpPr>
        <p:spPr bwMode="auto">
          <a:xfrm>
            <a:off x="6140976" y="3152355"/>
            <a:ext cx="810264" cy="190099"/>
          </a:xfrm>
          <a:prstGeom prst="rightArrow">
            <a:avLst>
              <a:gd name="adj1" fmla="val 50000"/>
              <a:gd name="adj2" fmla="val 99049"/>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1800" b="1">
              <a:latin typeface="微软雅黑" panose="020B0503020204020204" pitchFamily="34" charset="-122"/>
              <a:ea typeface="微软雅黑" panose="020B0503020204020204" pitchFamily="34" charset="-122"/>
            </a:endParaRPr>
          </a:p>
        </p:txBody>
      </p:sp>
      <p:sp>
        <p:nvSpPr>
          <p:cNvPr id="217" name="文本框 216">
            <a:extLst>
              <a:ext uri="{FF2B5EF4-FFF2-40B4-BE49-F238E27FC236}">
                <a16:creationId xmlns:a16="http://schemas.microsoft.com/office/drawing/2014/main" id="{73CE45D6-173B-D41E-BB3C-6059C24F7AE2}"/>
              </a:ext>
            </a:extLst>
          </p:cNvPr>
          <p:cNvSpPr txBox="1"/>
          <p:nvPr/>
        </p:nvSpPr>
        <p:spPr>
          <a:xfrm>
            <a:off x="1649454" y="4055773"/>
            <a:ext cx="6261137" cy="775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indent="0">
              <a:lnSpc>
                <a:spcPts val="2800"/>
              </a:lnSpc>
              <a:buClr>
                <a:srgbClr val="0070C0"/>
              </a:buClr>
              <a:buFont typeface="Wingdings" panose="05000000000000000000" pitchFamily="2" charset="2"/>
              <a:buNone/>
              <a:defRPr sz="1800" b="1">
                <a:latin typeface="微软雅黑" pitchFamily="34" charset="-122"/>
                <a:ea typeface="微软雅黑" pitchFamily="34" charset="-122"/>
              </a:defRPr>
            </a:lvl1pPr>
            <a:lvl2pPr marL="800100" lvl="1" indent="-342900">
              <a:lnSpc>
                <a:spcPts val="3300"/>
              </a:lnSpc>
              <a:buClr>
                <a:srgbClr val="0070C0"/>
              </a:buClr>
              <a:buFont typeface="Wingdings" panose="05000000000000000000" pitchFamily="2" charset="2"/>
              <a:buChar char="ü"/>
              <a:defRPr sz="2000" b="1">
                <a:latin typeface="微软雅黑" pitchFamily="34" charset="-122"/>
                <a:ea typeface="微软雅黑" pitchFamily="34" charset="-122"/>
              </a:defRPr>
            </a:lvl2pPr>
          </a:lstStyle>
          <a:p>
            <a:r>
              <a:rPr lang="zh-CN" altLang="en-US" dirty="0"/>
              <a:t>隧道技术的优点是实现较简单，适合快速部署，但并无法使</a:t>
            </a:r>
            <a:r>
              <a:rPr lang="en-US" altLang="zh-CN" dirty="0"/>
              <a:t>IPv4</a:t>
            </a:r>
            <a:r>
              <a:rPr lang="zh-CN" altLang="en-US" dirty="0"/>
              <a:t>网络与</a:t>
            </a:r>
            <a:r>
              <a:rPr lang="en-US" altLang="zh-CN" dirty="0"/>
              <a:t>IPv6</a:t>
            </a:r>
            <a:r>
              <a:rPr lang="zh-CN" altLang="en-US" dirty="0"/>
              <a:t>网络互通。</a:t>
            </a:r>
          </a:p>
        </p:txBody>
      </p:sp>
    </p:spTree>
    <p:extLst>
      <p:ext uri="{BB962C8B-B14F-4D97-AF65-F5344CB8AC3E}">
        <p14:creationId xmlns:p14="http://schemas.microsoft.com/office/powerpoint/2010/main" val="1195670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2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28"/>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35" presetClass="emph" presetSubtype="0" repeatCount="3000" fill="hold" nodeType="clickEffect">
                                  <p:stCondLst>
                                    <p:cond delay="0"/>
                                  </p:stCondLst>
                                  <p:childTnLst>
                                    <p:anim calcmode="discrete" valueType="str">
                                      <p:cBhvr>
                                        <p:cTn id="12"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35" presetClass="emph" presetSubtype="0" repeatCount="3000" fill="hold" nodeType="clickEffect">
                                  <p:stCondLst>
                                    <p:cond delay="0"/>
                                  </p:stCondLst>
                                  <p:childTnLst>
                                    <p:anim calcmode="discrete" valueType="str">
                                      <p:cBhvr>
                                        <p:cTn id="16" dur="1000" fill="hold"/>
                                        <p:tgtEl>
                                          <p:spTgt spid="165"/>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nodeType="clickEffect">
                                  <p:stCondLst>
                                    <p:cond delay="0"/>
                                  </p:stCondLst>
                                  <p:childTnLst>
                                    <p:anim calcmode="discrete" valueType="str">
                                      <p:cBhvr>
                                        <p:cTn id="20" dur="1000" fill="hold"/>
                                        <p:tgtEl>
                                          <p:spTgt spid="214"/>
                                        </p:tgtEl>
                                        <p:attrNameLst>
                                          <p:attrName>style.visibility</p:attrName>
                                        </p:attrNameLst>
                                      </p:cBhvr>
                                      <p:tavLst>
                                        <p:tav tm="0">
                                          <p:val>
                                            <p:strVal val="hidden"/>
                                          </p:val>
                                        </p:tav>
                                        <p:tav tm="50000">
                                          <p:val>
                                            <p:strVal val="visible"/>
                                          </p:val>
                                        </p:tav>
                                      </p:tavLst>
                                    </p:anim>
                                  </p:childTnLst>
                                </p:cTn>
                              </p:par>
                            </p:childTnLst>
                          </p:cTn>
                        </p:par>
                      </p:childTnLst>
                    </p:cTn>
                  </p:par>
                  <p:par>
                    <p:cTn id="21" fill="hold">
                      <p:stCondLst>
                        <p:cond delay="indefinite"/>
                      </p:stCondLst>
                      <p:childTnLst>
                        <p:par>
                          <p:cTn id="22" fill="hold">
                            <p:stCondLst>
                              <p:cond delay="0"/>
                            </p:stCondLst>
                            <p:childTnLst>
                              <p:par>
                                <p:cTn id="23" presetID="35" presetClass="emph" presetSubtype="0" repeatCount="3000" fill="hold" nodeType="clickEffect">
                                  <p:stCondLst>
                                    <p:cond delay="0"/>
                                  </p:stCondLst>
                                  <p:childTnLst>
                                    <p:anim calcmode="discrete" valueType="str">
                                      <p:cBhvr>
                                        <p:cTn id="24" dur="1000" fill="hold"/>
                                        <p:tgtEl>
                                          <p:spTgt spid="193"/>
                                        </p:tgtEl>
                                        <p:attrNameLst>
                                          <p:attrName>style.visibility</p:attrName>
                                        </p:attrNameLst>
                                      </p:cBhvr>
                                      <p:tavLst>
                                        <p:tav tm="0">
                                          <p:val>
                                            <p:strVal val="hidden"/>
                                          </p:val>
                                        </p:tav>
                                        <p:tav tm="50000">
                                          <p:val>
                                            <p:strVal val="visible"/>
                                          </p:val>
                                        </p:tav>
                                      </p:tavLst>
                                    </p:anim>
                                  </p:childTnLst>
                                </p:cTn>
                              </p:par>
                              <p:par>
                                <p:cTn id="25" presetID="35" presetClass="emph" presetSubtype="0" repeatCount="3000" fill="hold" nodeType="withEffect">
                                  <p:stCondLst>
                                    <p:cond delay="0"/>
                                  </p:stCondLst>
                                  <p:childTnLst>
                                    <p:anim calcmode="discrete" valueType="str">
                                      <p:cBhvr>
                                        <p:cTn id="26" dur="1000" fill="hold"/>
                                        <p:tgtEl>
                                          <p:spTgt spid="190"/>
                                        </p:tgtEl>
                                        <p:attrNameLst>
                                          <p:attrName>style.visibility</p:attrName>
                                        </p:attrNameLst>
                                      </p:cBhvr>
                                      <p:tavLst>
                                        <p:tav tm="0">
                                          <p:val>
                                            <p:strVal val="hidden"/>
                                          </p:val>
                                        </p:tav>
                                        <p:tav tm="50000">
                                          <p:val>
                                            <p:strVal val="visible"/>
                                          </p:val>
                                        </p:tav>
                                      </p:tavLst>
                                    </p:anim>
                                  </p:childTnLst>
                                </p:cTn>
                              </p:par>
                              <p:par>
                                <p:cTn id="27" presetID="35" presetClass="emph" presetSubtype="0" repeatCount="3000" fill="hold" nodeType="withEffect">
                                  <p:stCondLst>
                                    <p:cond delay="0"/>
                                  </p:stCondLst>
                                  <p:childTnLst>
                                    <p:anim calcmode="discrete" valueType="str">
                                      <p:cBhvr>
                                        <p:cTn id="28" dur="1000" fill="hold"/>
                                        <p:tgtEl>
                                          <p:spTgt spid="183"/>
                                        </p:tgtEl>
                                        <p:attrNameLst>
                                          <p:attrName>style.visibility</p:attrName>
                                        </p:attrNameLst>
                                      </p:cBhvr>
                                      <p:tavLst>
                                        <p:tav tm="0">
                                          <p:val>
                                            <p:strVal val="hidden"/>
                                          </p:val>
                                        </p:tav>
                                        <p:tav tm="50000">
                                          <p:val>
                                            <p:strVal val="visible"/>
                                          </p:val>
                                        </p:tav>
                                      </p:tavLst>
                                    </p:anim>
                                  </p:childTnLst>
                                </p:cTn>
                              </p:par>
                            </p:childTnLst>
                          </p:cTn>
                        </p:par>
                      </p:childTnLst>
                    </p:cTn>
                  </p:par>
                  <p:par>
                    <p:cTn id="29" fill="hold">
                      <p:stCondLst>
                        <p:cond delay="indefinite"/>
                      </p:stCondLst>
                      <p:childTnLst>
                        <p:par>
                          <p:cTn id="30" fill="hold">
                            <p:stCondLst>
                              <p:cond delay="0"/>
                            </p:stCondLst>
                            <p:childTnLst>
                              <p:par>
                                <p:cTn id="31" presetID="35" presetClass="emph" presetSubtype="0" repeatCount="3000" fill="hold" nodeType="clickEffect">
                                  <p:stCondLst>
                                    <p:cond delay="0"/>
                                  </p:stCondLst>
                                  <p:childTnLst>
                                    <p:anim calcmode="discrete" valueType="str">
                                      <p:cBhvr>
                                        <p:cTn id="32" dur="1000" fill="hold"/>
                                        <p:tgtEl>
                                          <p:spTgt spid="215"/>
                                        </p:tgtEl>
                                        <p:attrNameLst>
                                          <p:attrName>style.visibility</p:attrName>
                                        </p:attrNameLst>
                                      </p:cBhvr>
                                      <p:tavLst>
                                        <p:tav tm="0">
                                          <p:val>
                                            <p:strVal val="hidden"/>
                                          </p:val>
                                        </p:tav>
                                        <p:tav tm="50000">
                                          <p:val>
                                            <p:strVal val="visible"/>
                                          </p:val>
                                        </p:tav>
                                      </p:tavLst>
                                    </p:anim>
                                  </p:childTnLst>
                                </p:cTn>
                              </p:par>
                            </p:childTnLst>
                          </p:cTn>
                        </p:par>
                      </p:childTnLst>
                    </p:cTn>
                  </p:par>
                  <p:par>
                    <p:cTn id="33" fill="hold">
                      <p:stCondLst>
                        <p:cond delay="indefinite"/>
                      </p:stCondLst>
                      <p:childTnLst>
                        <p:par>
                          <p:cTn id="34" fill="hold">
                            <p:stCondLst>
                              <p:cond delay="0"/>
                            </p:stCondLst>
                            <p:childTnLst>
                              <p:par>
                                <p:cTn id="35" presetID="35" presetClass="emph" presetSubtype="0" repeatCount="3000" fill="hold" nodeType="clickEffect">
                                  <p:stCondLst>
                                    <p:cond delay="0"/>
                                  </p:stCondLst>
                                  <p:childTnLst>
                                    <p:anim calcmode="discrete" valueType="str">
                                      <p:cBhvr>
                                        <p:cTn id="36" dur="1000" fill="hold"/>
                                        <p:tgtEl>
                                          <p:spTgt spid="196"/>
                                        </p:tgtEl>
                                        <p:attrNameLst>
                                          <p:attrName>style.visibility</p:attrName>
                                        </p:attrNameLst>
                                      </p:cBhvr>
                                      <p:tavLst>
                                        <p:tav tm="0">
                                          <p:val>
                                            <p:strVal val="hidden"/>
                                          </p:val>
                                        </p:tav>
                                        <p:tav tm="50000">
                                          <p:val>
                                            <p:strVal val="visible"/>
                                          </p:val>
                                        </p:tav>
                                      </p:tavLst>
                                    </p:anim>
                                  </p:childTnLst>
                                </p:cTn>
                              </p:par>
                            </p:childTnLst>
                          </p:cTn>
                        </p:par>
                      </p:childTnLst>
                    </p:cTn>
                  </p:par>
                  <p:par>
                    <p:cTn id="37" fill="hold">
                      <p:stCondLst>
                        <p:cond delay="indefinite"/>
                      </p:stCondLst>
                      <p:childTnLst>
                        <p:par>
                          <p:cTn id="38" fill="hold">
                            <p:stCondLst>
                              <p:cond delay="0"/>
                            </p:stCondLst>
                            <p:childTnLst>
                              <p:par>
                                <p:cTn id="39" presetID="35" presetClass="emph" presetSubtype="0" repeatCount="3000" fill="hold" grpId="0" nodeType="clickEffect">
                                  <p:stCondLst>
                                    <p:cond delay="0"/>
                                  </p:stCondLst>
                                  <p:childTnLst>
                                    <p:anim calcmode="discrete" valueType="str">
                                      <p:cBhvr>
                                        <p:cTn id="40" dur="1000" fill="hold"/>
                                        <p:tgtEl>
                                          <p:spTgt spid="172"/>
                                        </p:tgtEl>
                                        <p:attrNameLst>
                                          <p:attrName>style.visibility</p:attrName>
                                        </p:attrNameLst>
                                      </p:cBhvr>
                                      <p:tavLst>
                                        <p:tav tm="0">
                                          <p:val>
                                            <p:strVal val="hidden"/>
                                          </p:val>
                                        </p:tav>
                                        <p:tav tm="50000">
                                          <p:val>
                                            <p:strVal val="visible"/>
                                          </p:val>
                                        </p:tav>
                                      </p:tavLst>
                                    </p:anim>
                                  </p:childTnLst>
                                </p:cTn>
                              </p:par>
                            </p:childTnLst>
                          </p:cTn>
                        </p:par>
                      </p:childTnLst>
                    </p:cTn>
                  </p:par>
                  <p:par>
                    <p:cTn id="41" fill="hold">
                      <p:stCondLst>
                        <p:cond delay="indefinite"/>
                      </p:stCondLst>
                      <p:childTnLst>
                        <p:par>
                          <p:cTn id="42" fill="hold">
                            <p:stCondLst>
                              <p:cond delay="0"/>
                            </p:stCondLst>
                            <p:childTnLst>
                              <p:par>
                                <p:cTn id="43" presetID="35" presetClass="emph" presetSubtype="0" repeatCount="3000" fill="hold" grpId="0" nodeType="clickEffect">
                                  <p:stCondLst>
                                    <p:cond delay="0"/>
                                  </p:stCondLst>
                                  <p:childTnLst>
                                    <p:anim calcmode="discrete" valueType="str">
                                      <p:cBhvr>
                                        <p:cTn id="44" dur="1000" fill="hold"/>
                                        <p:tgtEl>
                                          <p:spTgt spid="30"/>
                                        </p:tgtEl>
                                        <p:attrNameLst>
                                          <p:attrName>style.visibility</p:attrName>
                                        </p:attrNameLst>
                                      </p:cBhvr>
                                      <p:tavLst>
                                        <p:tav tm="0">
                                          <p:val>
                                            <p:strVal val="hidden"/>
                                          </p:val>
                                        </p:tav>
                                        <p:tav tm="50000">
                                          <p:val>
                                            <p:strVal val="visible"/>
                                          </p:val>
                                        </p:tav>
                                      </p:tavLst>
                                    </p:anim>
                                  </p:childTnLst>
                                </p:cTn>
                              </p:par>
                              <p:par>
                                <p:cTn id="45" presetID="35" presetClass="emph" presetSubtype="0" repeatCount="3000" fill="hold" grpId="0" nodeType="withEffect">
                                  <p:stCondLst>
                                    <p:cond delay="0"/>
                                  </p:stCondLst>
                                  <p:childTnLst>
                                    <p:anim calcmode="discrete" valueType="str">
                                      <p:cBhvr>
                                        <p:cTn id="46" dur="1000" fill="hold"/>
                                        <p:tgtEl>
                                          <p:spTgt spid="6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65" grpId="0"/>
      <p:bldP spid="172"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6D9997-E3B2-D0D3-8D93-F53CF94D3A3D}"/>
            </a:ext>
          </a:extLst>
        </p:cNvPr>
        <p:cNvGrpSpPr/>
        <p:nvPr/>
      </p:nvGrpSpPr>
      <p:grpSpPr>
        <a:xfrm>
          <a:off x="0" y="0"/>
          <a:ext cx="0" cy="0"/>
          <a:chOff x="0" y="0"/>
          <a:chExt cx="0" cy="0"/>
        </a:xfrm>
      </p:grpSpPr>
      <p:sp>
        <p:nvSpPr>
          <p:cNvPr id="81" name="圆角矩形 18">
            <a:extLst>
              <a:ext uri="{FF2B5EF4-FFF2-40B4-BE49-F238E27FC236}">
                <a16:creationId xmlns:a16="http://schemas.microsoft.com/office/drawing/2014/main" id="{5376C9A9-3051-9429-7A4D-3DB3AC5F395A}"/>
              </a:ext>
            </a:extLst>
          </p:cNvPr>
          <p:cNvSpPr/>
          <p:nvPr/>
        </p:nvSpPr>
        <p:spPr>
          <a:xfrm>
            <a:off x="1152524" y="2725611"/>
            <a:ext cx="7091363" cy="202736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a:extLst>
              <a:ext uri="{FF2B5EF4-FFF2-40B4-BE49-F238E27FC236}">
                <a16:creationId xmlns:a16="http://schemas.microsoft.com/office/drawing/2014/main" id="{D538DB26-B12A-EC69-B321-B0D40A11C1F4}"/>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3D25978A-3162-AC6C-E643-8313F3810534}"/>
              </a:ext>
            </a:extLst>
          </p:cNvPr>
          <p:cNvSpPr>
            <a:spLocks noChangeArrowheads="1"/>
          </p:cNvSpPr>
          <p:nvPr/>
        </p:nvSpPr>
        <p:spPr bwMode="auto">
          <a:xfrm>
            <a:off x="93406" y="590622"/>
            <a:ext cx="8834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协议转换技术</a:t>
            </a:r>
          </a:p>
        </p:txBody>
      </p:sp>
      <p:sp>
        <p:nvSpPr>
          <p:cNvPr id="2" name="Rectangle 8">
            <a:extLst>
              <a:ext uri="{FF2B5EF4-FFF2-40B4-BE49-F238E27FC236}">
                <a16:creationId xmlns:a16="http://schemas.microsoft.com/office/drawing/2014/main" id="{E18207CA-9E57-8787-6808-F61DE22C241D}"/>
              </a:ext>
            </a:extLst>
          </p:cNvPr>
          <p:cNvSpPr>
            <a:spLocks noChangeArrowheads="1"/>
          </p:cNvSpPr>
          <p:nvPr/>
        </p:nvSpPr>
        <p:spPr bwMode="auto">
          <a:xfrm>
            <a:off x="559891" y="985263"/>
            <a:ext cx="8441839" cy="17403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要实现</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主机与</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主机的互相通信就必须使用</a:t>
            </a:r>
            <a:r>
              <a:rPr lang="zh-CN" altLang="en-US" sz="2000" b="1" dirty="0">
                <a:solidFill>
                  <a:srgbClr val="0000FF"/>
                </a:solidFill>
                <a:latin typeface="微软雅黑" pitchFamily="34" charset="-122"/>
                <a:ea typeface="微软雅黑" pitchFamily="34" charset="-122"/>
              </a:rPr>
              <a:t>协议转换</a:t>
            </a:r>
            <a:r>
              <a:rPr lang="en-US" altLang="zh-CN" sz="2000" b="1" dirty="0">
                <a:solidFill>
                  <a:srgbClr val="0000FF"/>
                </a:solidFill>
                <a:latin typeface="微软雅黑" pitchFamily="34" charset="-122"/>
                <a:ea typeface="微软雅黑" pitchFamily="34" charset="-122"/>
              </a:rPr>
              <a:t>(Protocol Translation)</a:t>
            </a:r>
            <a:r>
              <a:rPr lang="zh-CN" altLang="en-US" sz="2000" b="1" dirty="0">
                <a:latin typeface="微软雅黑" pitchFamily="34" charset="-122"/>
                <a:ea typeface="微软雅黑" pitchFamily="34" charset="-122"/>
              </a:rPr>
              <a:t>技术（又称为协议翻译技术）。</a:t>
            </a:r>
          </a:p>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网络和</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网络之间部署一台协议转换器，在</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数据报与</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数据报之间的转换，包括</a:t>
            </a:r>
            <a:r>
              <a:rPr lang="zh-CN" altLang="en-US" sz="2000" b="1" dirty="0">
                <a:solidFill>
                  <a:srgbClr val="0000FF"/>
                </a:solidFill>
                <a:latin typeface="微软雅黑" pitchFamily="34" charset="-122"/>
                <a:ea typeface="微软雅黑" pitchFamily="34" charset="-122"/>
              </a:rPr>
              <a:t>首部转换</a:t>
            </a:r>
            <a:r>
              <a:rPr lang="zh-CN" altLang="en-US" sz="2000" b="1" dirty="0">
                <a:latin typeface="微软雅黑" pitchFamily="34" charset="-122"/>
                <a:ea typeface="微软雅黑" pitchFamily="34" charset="-122"/>
              </a:rPr>
              <a:t>和</a:t>
            </a:r>
            <a:r>
              <a:rPr lang="zh-CN" altLang="en-US" sz="2000" b="1" dirty="0">
                <a:solidFill>
                  <a:srgbClr val="0000FF"/>
                </a:solidFill>
                <a:latin typeface="微软雅黑" pitchFamily="34" charset="-122"/>
                <a:ea typeface="微软雅黑" pitchFamily="34" charset="-122"/>
              </a:rPr>
              <a:t>地址转换</a:t>
            </a:r>
            <a:r>
              <a:rPr lang="zh-CN" altLang="en-US" sz="2000" b="1" dirty="0">
                <a:latin typeface="微软雅黑" pitchFamily="34" charset="-122"/>
                <a:ea typeface="微软雅黑" pitchFamily="34" charset="-122"/>
              </a:rPr>
              <a:t>。</a:t>
            </a:r>
          </a:p>
        </p:txBody>
      </p:sp>
      <p:cxnSp>
        <p:nvCxnSpPr>
          <p:cNvPr id="5" name="直接连接符 4">
            <a:extLst>
              <a:ext uri="{FF2B5EF4-FFF2-40B4-BE49-F238E27FC236}">
                <a16:creationId xmlns:a16="http://schemas.microsoft.com/office/drawing/2014/main" id="{F824422D-F388-6894-9373-C890E5BC0529}"/>
              </a:ext>
            </a:extLst>
          </p:cNvPr>
          <p:cNvCxnSpPr/>
          <p:nvPr/>
        </p:nvCxnSpPr>
        <p:spPr>
          <a:xfrm>
            <a:off x="3516678" y="3975212"/>
            <a:ext cx="2229636" cy="0"/>
          </a:xfrm>
          <a:prstGeom prst="line">
            <a:avLst/>
          </a:prstGeom>
        </p:spPr>
        <p:style>
          <a:lnRef idx="1">
            <a:schemeClr val="dk1"/>
          </a:lnRef>
          <a:fillRef idx="0">
            <a:schemeClr val="dk1"/>
          </a:fillRef>
          <a:effectRef idx="0">
            <a:schemeClr val="dk1"/>
          </a:effectRef>
          <a:fontRef idx="minor">
            <a:schemeClr val="tx1"/>
          </a:fontRef>
        </p:style>
      </p:cxnSp>
      <p:grpSp>
        <p:nvGrpSpPr>
          <p:cNvPr id="6" name="Group 3">
            <a:extLst>
              <a:ext uri="{FF2B5EF4-FFF2-40B4-BE49-F238E27FC236}">
                <a16:creationId xmlns:a16="http://schemas.microsoft.com/office/drawing/2014/main" id="{D90C42DD-EED5-FE3E-4307-63162DC03117}"/>
              </a:ext>
            </a:extLst>
          </p:cNvPr>
          <p:cNvGrpSpPr>
            <a:grpSpLocks/>
          </p:cNvGrpSpPr>
          <p:nvPr/>
        </p:nvGrpSpPr>
        <p:grpSpPr bwMode="auto">
          <a:xfrm>
            <a:off x="5547559" y="3092492"/>
            <a:ext cx="2181978" cy="1443280"/>
            <a:chOff x="912" y="768"/>
            <a:chExt cx="2400" cy="1584"/>
          </a:xfrm>
          <a:solidFill>
            <a:schemeClr val="bg1"/>
          </a:solidFill>
        </p:grpSpPr>
        <p:sp>
          <p:nvSpPr>
            <p:cNvPr id="7" name="Oval 4">
              <a:extLst>
                <a:ext uri="{FF2B5EF4-FFF2-40B4-BE49-F238E27FC236}">
                  <a16:creationId xmlns:a16="http://schemas.microsoft.com/office/drawing/2014/main" id="{5E6AE945-D04B-1E04-094B-F5F641989550}"/>
                </a:ext>
              </a:extLst>
            </p:cNvPr>
            <p:cNvSpPr>
              <a:spLocks noChangeArrowheads="1"/>
            </p:cNvSpPr>
            <p:nvPr/>
          </p:nvSpPr>
          <p:spPr bwMode="auto">
            <a:xfrm>
              <a:off x="1751" y="799"/>
              <a:ext cx="1026" cy="628"/>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8" name="Oval 5">
              <a:extLst>
                <a:ext uri="{FF2B5EF4-FFF2-40B4-BE49-F238E27FC236}">
                  <a16:creationId xmlns:a16="http://schemas.microsoft.com/office/drawing/2014/main" id="{08EF088B-F543-C95A-258E-6062CE6BAC24}"/>
                </a:ext>
              </a:extLst>
            </p:cNvPr>
            <p:cNvSpPr>
              <a:spLocks noChangeArrowheads="1"/>
            </p:cNvSpPr>
            <p:nvPr/>
          </p:nvSpPr>
          <p:spPr bwMode="auto">
            <a:xfrm>
              <a:off x="1172" y="972"/>
              <a:ext cx="781" cy="627"/>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9" name="Oval 6">
              <a:extLst>
                <a:ext uri="{FF2B5EF4-FFF2-40B4-BE49-F238E27FC236}">
                  <a16:creationId xmlns:a16="http://schemas.microsoft.com/office/drawing/2014/main" id="{CBE10C41-48B2-DAD7-228A-A754B0D4CC4E}"/>
                </a:ext>
              </a:extLst>
            </p:cNvPr>
            <p:cNvSpPr>
              <a:spLocks noChangeArrowheads="1"/>
            </p:cNvSpPr>
            <p:nvPr/>
          </p:nvSpPr>
          <p:spPr bwMode="auto">
            <a:xfrm>
              <a:off x="926" y="1364"/>
              <a:ext cx="521" cy="502"/>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10" name="Oval 7">
              <a:extLst>
                <a:ext uri="{FF2B5EF4-FFF2-40B4-BE49-F238E27FC236}">
                  <a16:creationId xmlns:a16="http://schemas.microsoft.com/office/drawing/2014/main" id="{EE11A03C-847E-F85E-7731-1B1A7164E0B4}"/>
                </a:ext>
              </a:extLst>
            </p:cNvPr>
            <p:cNvSpPr>
              <a:spLocks noChangeArrowheads="1"/>
            </p:cNvSpPr>
            <p:nvPr/>
          </p:nvSpPr>
          <p:spPr bwMode="auto">
            <a:xfrm>
              <a:off x="1085" y="1599"/>
              <a:ext cx="796" cy="549"/>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11" name="Oval 8">
              <a:extLst>
                <a:ext uri="{FF2B5EF4-FFF2-40B4-BE49-F238E27FC236}">
                  <a16:creationId xmlns:a16="http://schemas.microsoft.com/office/drawing/2014/main" id="{E6EE8099-DBA5-B138-CEA6-8C255641B57D}"/>
                </a:ext>
              </a:extLst>
            </p:cNvPr>
            <p:cNvSpPr>
              <a:spLocks noChangeArrowheads="1"/>
            </p:cNvSpPr>
            <p:nvPr/>
          </p:nvSpPr>
          <p:spPr bwMode="auto">
            <a:xfrm>
              <a:off x="1664" y="1693"/>
              <a:ext cx="1200" cy="659"/>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12" name="Oval 9">
              <a:extLst>
                <a:ext uri="{FF2B5EF4-FFF2-40B4-BE49-F238E27FC236}">
                  <a16:creationId xmlns:a16="http://schemas.microsoft.com/office/drawing/2014/main" id="{ACF71171-4A6D-FB9B-A24F-CDC96531DBF5}"/>
                </a:ext>
              </a:extLst>
            </p:cNvPr>
            <p:cNvSpPr>
              <a:spLocks noChangeArrowheads="1"/>
            </p:cNvSpPr>
            <p:nvPr/>
          </p:nvSpPr>
          <p:spPr bwMode="auto">
            <a:xfrm>
              <a:off x="2445" y="988"/>
              <a:ext cx="751" cy="486"/>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13" name="Oval 10">
              <a:extLst>
                <a:ext uri="{FF2B5EF4-FFF2-40B4-BE49-F238E27FC236}">
                  <a16:creationId xmlns:a16="http://schemas.microsoft.com/office/drawing/2014/main" id="{1C841B96-41AE-DFD2-D862-EA1A4CD2CA60}"/>
                </a:ext>
              </a:extLst>
            </p:cNvPr>
            <p:cNvSpPr>
              <a:spLocks noChangeArrowheads="1"/>
            </p:cNvSpPr>
            <p:nvPr/>
          </p:nvSpPr>
          <p:spPr bwMode="auto">
            <a:xfrm>
              <a:off x="2560" y="1317"/>
              <a:ext cx="752" cy="486"/>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14" name="Oval 11">
              <a:extLst>
                <a:ext uri="{FF2B5EF4-FFF2-40B4-BE49-F238E27FC236}">
                  <a16:creationId xmlns:a16="http://schemas.microsoft.com/office/drawing/2014/main" id="{5EE79BD3-8C62-4DD9-D9CF-0F4C463BCE94}"/>
                </a:ext>
              </a:extLst>
            </p:cNvPr>
            <p:cNvSpPr>
              <a:spLocks noChangeArrowheads="1"/>
            </p:cNvSpPr>
            <p:nvPr/>
          </p:nvSpPr>
          <p:spPr bwMode="auto">
            <a:xfrm>
              <a:off x="2488" y="1427"/>
              <a:ext cx="752" cy="815"/>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15" name="Oval 12">
              <a:extLst>
                <a:ext uri="{FF2B5EF4-FFF2-40B4-BE49-F238E27FC236}">
                  <a16:creationId xmlns:a16="http://schemas.microsoft.com/office/drawing/2014/main" id="{FF6228A5-EC23-671E-78FB-256925B87DBF}"/>
                </a:ext>
              </a:extLst>
            </p:cNvPr>
            <p:cNvSpPr>
              <a:spLocks noChangeArrowheads="1"/>
            </p:cNvSpPr>
            <p:nvPr/>
          </p:nvSpPr>
          <p:spPr bwMode="auto">
            <a:xfrm>
              <a:off x="1360" y="1176"/>
              <a:ext cx="1547" cy="815"/>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grpSp>
          <p:nvGrpSpPr>
            <p:cNvPr id="16" name="Group 13">
              <a:extLst>
                <a:ext uri="{FF2B5EF4-FFF2-40B4-BE49-F238E27FC236}">
                  <a16:creationId xmlns:a16="http://schemas.microsoft.com/office/drawing/2014/main" id="{5F0EE545-1C0D-FDDA-9EAD-6EF07507794D}"/>
                </a:ext>
              </a:extLst>
            </p:cNvPr>
            <p:cNvGrpSpPr>
              <a:grpSpLocks/>
            </p:cNvGrpSpPr>
            <p:nvPr/>
          </p:nvGrpSpPr>
          <p:grpSpPr bwMode="auto">
            <a:xfrm>
              <a:off x="912" y="768"/>
              <a:ext cx="2386" cy="1553"/>
              <a:chOff x="912" y="768"/>
              <a:chExt cx="2386" cy="1553"/>
            </a:xfrm>
            <a:grpFill/>
          </p:grpSpPr>
          <p:sp>
            <p:nvSpPr>
              <p:cNvPr id="17" name="Oval 14">
                <a:extLst>
                  <a:ext uri="{FF2B5EF4-FFF2-40B4-BE49-F238E27FC236}">
                    <a16:creationId xmlns:a16="http://schemas.microsoft.com/office/drawing/2014/main" id="{35F5D800-163F-697D-8ACE-6B163BF7B481}"/>
                  </a:ext>
                </a:extLst>
              </p:cNvPr>
              <p:cNvSpPr>
                <a:spLocks noChangeArrowheads="1"/>
              </p:cNvSpPr>
              <p:nvPr/>
            </p:nvSpPr>
            <p:spPr bwMode="auto">
              <a:xfrm>
                <a:off x="1736" y="768"/>
                <a:ext cx="1027" cy="627"/>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18" name="Oval 15">
                <a:extLst>
                  <a:ext uri="{FF2B5EF4-FFF2-40B4-BE49-F238E27FC236}">
                    <a16:creationId xmlns:a16="http://schemas.microsoft.com/office/drawing/2014/main" id="{DE592E68-AE0C-1DFF-C1DE-D4DA7233EC9F}"/>
                  </a:ext>
                </a:extLst>
              </p:cNvPr>
              <p:cNvSpPr>
                <a:spLocks noChangeArrowheads="1"/>
              </p:cNvSpPr>
              <p:nvPr/>
            </p:nvSpPr>
            <p:spPr bwMode="auto">
              <a:xfrm>
                <a:off x="1158" y="941"/>
                <a:ext cx="781" cy="627"/>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19" name="Oval 16">
                <a:extLst>
                  <a:ext uri="{FF2B5EF4-FFF2-40B4-BE49-F238E27FC236}">
                    <a16:creationId xmlns:a16="http://schemas.microsoft.com/office/drawing/2014/main" id="{2A171888-C975-E153-40AA-73EFAD7F70B3}"/>
                  </a:ext>
                </a:extLst>
              </p:cNvPr>
              <p:cNvSpPr>
                <a:spLocks noChangeArrowheads="1"/>
              </p:cNvSpPr>
              <p:nvPr/>
            </p:nvSpPr>
            <p:spPr bwMode="auto">
              <a:xfrm>
                <a:off x="912" y="1333"/>
                <a:ext cx="520" cy="501"/>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20" name="Oval 17">
                <a:extLst>
                  <a:ext uri="{FF2B5EF4-FFF2-40B4-BE49-F238E27FC236}">
                    <a16:creationId xmlns:a16="http://schemas.microsoft.com/office/drawing/2014/main" id="{49947394-6780-4DC8-F321-D840C9615E16}"/>
                  </a:ext>
                </a:extLst>
              </p:cNvPr>
              <p:cNvSpPr>
                <a:spLocks noChangeArrowheads="1"/>
              </p:cNvSpPr>
              <p:nvPr/>
            </p:nvSpPr>
            <p:spPr bwMode="auto">
              <a:xfrm>
                <a:off x="1071" y="1568"/>
                <a:ext cx="795" cy="549"/>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21" name="Oval 18">
                <a:extLst>
                  <a:ext uri="{FF2B5EF4-FFF2-40B4-BE49-F238E27FC236}">
                    <a16:creationId xmlns:a16="http://schemas.microsoft.com/office/drawing/2014/main" id="{43110D11-8FC6-2CA4-99AD-9C99CA29CA32}"/>
                  </a:ext>
                </a:extLst>
              </p:cNvPr>
              <p:cNvSpPr>
                <a:spLocks noChangeArrowheads="1"/>
              </p:cNvSpPr>
              <p:nvPr/>
            </p:nvSpPr>
            <p:spPr bwMode="auto">
              <a:xfrm>
                <a:off x="1649" y="1662"/>
                <a:ext cx="1200" cy="659"/>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22" name="Oval 19">
                <a:extLst>
                  <a:ext uri="{FF2B5EF4-FFF2-40B4-BE49-F238E27FC236}">
                    <a16:creationId xmlns:a16="http://schemas.microsoft.com/office/drawing/2014/main" id="{84E0254B-236F-0864-6D04-B0C57AF9F0FA}"/>
                  </a:ext>
                </a:extLst>
              </p:cNvPr>
              <p:cNvSpPr>
                <a:spLocks noChangeArrowheads="1"/>
              </p:cNvSpPr>
              <p:nvPr/>
            </p:nvSpPr>
            <p:spPr bwMode="auto">
              <a:xfrm>
                <a:off x="2430" y="956"/>
                <a:ext cx="752" cy="486"/>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23" name="Oval 20">
                <a:extLst>
                  <a:ext uri="{FF2B5EF4-FFF2-40B4-BE49-F238E27FC236}">
                    <a16:creationId xmlns:a16="http://schemas.microsoft.com/office/drawing/2014/main" id="{540868A1-5433-99AC-6DD8-E894F9387A76}"/>
                  </a:ext>
                </a:extLst>
              </p:cNvPr>
              <p:cNvSpPr>
                <a:spLocks noChangeArrowheads="1"/>
              </p:cNvSpPr>
              <p:nvPr/>
            </p:nvSpPr>
            <p:spPr bwMode="auto">
              <a:xfrm>
                <a:off x="2546" y="1286"/>
                <a:ext cx="752" cy="486"/>
              </a:xfrm>
              <a:prstGeom prst="ellipse">
                <a:avLst/>
              </a:prstGeom>
              <a:grpFill/>
              <a:ln w="9525">
                <a:noFill/>
                <a:round/>
                <a:headEnd/>
                <a:tailEnd/>
              </a:ln>
            </p:spPr>
            <p:txBody>
              <a:bodyPr/>
              <a:lstStyle/>
              <a:p>
                <a:endParaRPr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24" name="Oval 21">
                <a:extLst>
                  <a:ext uri="{FF2B5EF4-FFF2-40B4-BE49-F238E27FC236}">
                    <a16:creationId xmlns:a16="http://schemas.microsoft.com/office/drawing/2014/main" id="{280484B1-37B9-11DD-CDA0-3AE02E0753E8}"/>
                  </a:ext>
                </a:extLst>
              </p:cNvPr>
              <p:cNvSpPr>
                <a:spLocks noChangeArrowheads="1"/>
              </p:cNvSpPr>
              <p:nvPr/>
            </p:nvSpPr>
            <p:spPr bwMode="auto">
              <a:xfrm>
                <a:off x="2473" y="1395"/>
                <a:ext cx="752" cy="816"/>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25" name="Oval 22">
                <a:extLst>
                  <a:ext uri="{FF2B5EF4-FFF2-40B4-BE49-F238E27FC236}">
                    <a16:creationId xmlns:a16="http://schemas.microsoft.com/office/drawing/2014/main" id="{9C736480-606A-99FF-CEFC-A825B4E763F0}"/>
                  </a:ext>
                </a:extLst>
              </p:cNvPr>
              <p:cNvSpPr>
                <a:spLocks noChangeArrowheads="1"/>
              </p:cNvSpPr>
              <p:nvPr/>
            </p:nvSpPr>
            <p:spPr bwMode="auto">
              <a:xfrm>
                <a:off x="1346" y="1144"/>
                <a:ext cx="1547" cy="816"/>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grpSp>
      </p:grpSp>
      <p:sp>
        <p:nvSpPr>
          <p:cNvPr id="26" name="Text Box 33">
            <a:extLst>
              <a:ext uri="{FF2B5EF4-FFF2-40B4-BE49-F238E27FC236}">
                <a16:creationId xmlns:a16="http://schemas.microsoft.com/office/drawing/2014/main" id="{9E43B7FF-4406-4742-DE6B-5E2D11BD479A}"/>
              </a:ext>
            </a:extLst>
          </p:cNvPr>
          <p:cNvSpPr txBox="1">
            <a:spLocks noChangeArrowheads="1"/>
          </p:cNvSpPr>
          <p:nvPr/>
        </p:nvSpPr>
        <p:spPr bwMode="auto">
          <a:xfrm>
            <a:off x="6234351" y="3369477"/>
            <a:ext cx="827471" cy="276999"/>
          </a:xfrm>
          <a:prstGeom prst="rect">
            <a:avLst/>
          </a:prstGeom>
          <a:noFill/>
          <a:ln w="9525">
            <a:noFill/>
            <a:miter lim="800000"/>
            <a:headEnd/>
            <a:tailEnd/>
          </a:ln>
          <a:effectLst/>
        </p:spPr>
        <p:txBody>
          <a:bodyPr wrap="none">
            <a:spAutoFit/>
          </a:bodyPr>
          <a:lstStyle/>
          <a:p>
            <a:r>
              <a:rPr kumimoji="1"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rPr>
              <a:t>IPv4</a:t>
            </a:r>
            <a:r>
              <a:rPr kumimoji="1"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rPr>
              <a:t>网络</a:t>
            </a:r>
            <a:endParaRPr kumimoji="1"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27" name="Text Box 36">
            <a:extLst>
              <a:ext uri="{FF2B5EF4-FFF2-40B4-BE49-F238E27FC236}">
                <a16:creationId xmlns:a16="http://schemas.microsoft.com/office/drawing/2014/main" id="{35D7226A-1EA7-37DD-4274-B024C9008C2D}"/>
              </a:ext>
            </a:extLst>
          </p:cNvPr>
          <p:cNvSpPr txBox="1">
            <a:spLocks noChangeArrowheads="1"/>
          </p:cNvSpPr>
          <p:nvPr/>
        </p:nvSpPr>
        <p:spPr bwMode="auto">
          <a:xfrm>
            <a:off x="7315393" y="3751839"/>
            <a:ext cx="290464" cy="261610"/>
          </a:xfrm>
          <a:prstGeom prst="rect">
            <a:avLst/>
          </a:prstGeom>
          <a:noFill/>
          <a:ln w="9525">
            <a:noFill/>
            <a:miter lim="800000"/>
            <a:headEnd/>
            <a:tailEnd/>
          </a:ln>
          <a:effectLst/>
        </p:spPr>
        <p:txBody>
          <a:bodyPr wrap="none">
            <a:spAutoFit/>
          </a:bodyPr>
          <a:lstStyle/>
          <a:p>
            <a:r>
              <a:rPr kumimoji="1" lang="en-US" altLang="zh-CN" sz="1100" b="1" dirty="0">
                <a:solidFill>
                  <a:schemeClr val="tx1">
                    <a:lumMod val="75000"/>
                    <a:lumOff val="25000"/>
                  </a:schemeClr>
                </a:solidFill>
                <a:latin typeface="微软雅黑" panose="020B0503020204020204" pitchFamily="34" charset="-122"/>
                <a:ea typeface="微软雅黑" panose="020B0503020204020204" pitchFamily="34" charset="-122"/>
              </a:rPr>
              <a:t>B</a:t>
            </a:r>
          </a:p>
        </p:txBody>
      </p:sp>
      <p:sp>
        <p:nvSpPr>
          <p:cNvPr id="33" name="Text Box 33">
            <a:extLst>
              <a:ext uri="{FF2B5EF4-FFF2-40B4-BE49-F238E27FC236}">
                <a16:creationId xmlns:a16="http://schemas.microsoft.com/office/drawing/2014/main" id="{56E1CDFA-F1F8-95DD-10E4-B8C56535CF0F}"/>
              </a:ext>
            </a:extLst>
          </p:cNvPr>
          <p:cNvSpPr txBox="1">
            <a:spLocks noChangeArrowheads="1"/>
          </p:cNvSpPr>
          <p:nvPr/>
        </p:nvSpPr>
        <p:spPr bwMode="auto">
          <a:xfrm>
            <a:off x="6726237" y="4041695"/>
            <a:ext cx="827471" cy="276999"/>
          </a:xfrm>
          <a:prstGeom prst="rect">
            <a:avLst/>
          </a:prstGeom>
          <a:noFill/>
          <a:ln w="9525">
            <a:noFill/>
            <a:miter lim="800000"/>
            <a:headEnd/>
            <a:tailEnd/>
          </a:ln>
          <a:effectLst/>
        </p:spPr>
        <p:txBody>
          <a:bodyPr wrap="none">
            <a:spAutoFit/>
          </a:bodyPr>
          <a:lstStyle/>
          <a:p>
            <a:r>
              <a:rPr kumimoji="1"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rPr>
              <a:t>IPv4</a:t>
            </a:r>
            <a:r>
              <a:rPr kumimoji="1"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rPr>
              <a:t>主机</a:t>
            </a:r>
            <a:endParaRPr kumimoji="1"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nvGrpSpPr>
          <p:cNvPr id="34" name="Group 3">
            <a:extLst>
              <a:ext uri="{FF2B5EF4-FFF2-40B4-BE49-F238E27FC236}">
                <a16:creationId xmlns:a16="http://schemas.microsoft.com/office/drawing/2014/main" id="{8CF54A34-A5EF-7ACA-5B06-3757EB6711F1}"/>
              </a:ext>
            </a:extLst>
          </p:cNvPr>
          <p:cNvGrpSpPr>
            <a:grpSpLocks/>
          </p:cNvGrpSpPr>
          <p:nvPr/>
        </p:nvGrpSpPr>
        <p:grpSpPr bwMode="auto">
          <a:xfrm>
            <a:off x="1622170" y="3092227"/>
            <a:ext cx="2108310" cy="1450376"/>
            <a:chOff x="912" y="768"/>
            <a:chExt cx="2400" cy="1584"/>
          </a:xfrm>
          <a:solidFill>
            <a:schemeClr val="bg1"/>
          </a:solidFill>
        </p:grpSpPr>
        <p:sp>
          <p:nvSpPr>
            <p:cNvPr id="35" name="Oval 4">
              <a:extLst>
                <a:ext uri="{FF2B5EF4-FFF2-40B4-BE49-F238E27FC236}">
                  <a16:creationId xmlns:a16="http://schemas.microsoft.com/office/drawing/2014/main" id="{F6A0D388-5FF5-BF2B-EDC3-14E55B733E29}"/>
                </a:ext>
              </a:extLst>
            </p:cNvPr>
            <p:cNvSpPr>
              <a:spLocks noChangeArrowheads="1"/>
            </p:cNvSpPr>
            <p:nvPr/>
          </p:nvSpPr>
          <p:spPr bwMode="auto">
            <a:xfrm>
              <a:off x="1751" y="799"/>
              <a:ext cx="1026" cy="628"/>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36" name="Oval 5">
              <a:extLst>
                <a:ext uri="{FF2B5EF4-FFF2-40B4-BE49-F238E27FC236}">
                  <a16:creationId xmlns:a16="http://schemas.microsoft.com/office/drawing/2014/main" id="{A92EB2A5-5C11-E7CB-21BD-3B02B2C2AD8D}"/>
                </a:ext>
              </a:extLst>
            </p:cNvPr>
            <p:cNvSpPr>
              <a:spLocks noChangeArrowheads="1"/>
            </p:cNvSpPr>
            <p:nvPr/>
          </p:nvSpPr>
          <p:spPr bwMode="auto">
            <a:xfrm>
              <a:off x="1172" y="972"/>
              <a:ext cx="781" cy="627"/>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37" name="Oval 6">
              <a:extLst>
                <a:ext uri="{FF2B5EF4-FFF2-40B4-BE49-F238E27FC236}">
                  <a16:creationId xmlns:a16="http://schemas.microsoft.com/office/drawing/2014/main" id="{6FD95520-83B6-E393-6A14-7D0C1B25EDDF}"/>
                </a:ext>
              </a:extLst>
            </p:cNvPr>
            <p:cNvSpPr>
              <a:spLocks noChangeArrowheads="1"/>
            </p:cNvSpPr>
            <p:nvPr/>
          </p:nvSpPr>
          <p:spPr bwMode="auto">
            <a:xfrm>
              <a:off x="926" y="1364"/>
              <a:ext cx="521" cy="502"/>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38" name="Oval 7">
              <a:extLst>
                <a:ext uri="{FF2B5EF4-FFF2-40B4-BE49-F238E27FC236}">
                  <a16:creationId xmlns:a16="http://schemas.microsoft.com/office/drawing/2014/main" id="{F9154187-F2FC-6F4A-6DF6-48352185961A}"/>
                </a:ext>
              </a:extLst>
            </p:cNvPr>
            <p:cNvSpPr>
              <a:spLocks noChangeArrowheads="1"/>
            </p:cNvSpPr>
            <p:nvPr/>
          </p:nvSpPr>
          <p:spPr bwMode="auto">
            <a:xfrm>
              <a:off x="1085" y="1599"/>
              <a:ext cx="796" cy="549"/>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39" name="Oval 8">
              <a:extLst>
                <a:ext uri="{FF2B5EF4-FFF2-40B4-BE49-F238E27FC236}">
                  <a16:creationId xmlns:a16="http://schemas.microsoft.com/office/drawing/2014/main" id="{D47DF7DD-F18A-0040-DC6D-F5CC9075D25C}"/>
                </a:ext>
              </a:extLst>
            </p:cNvPr>
            <p:cNvSpPr>
              <a:spLocks noChangeArrowheads="1"/>
            </p:cNvSpPr>
            <p:nvPr/>
          </p:nvSpPr>
          <p:spPr bwMode="auto">
            <a:xfrm>
              <a:off x="1664" y="1693"/>
              <a:ext cx="1200" cy="659"/>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40" name="Oval 9">
              <a:extLst>
                <a:ext uri="{FF2B5EF4-FFF2-40B4-BE49-F238E27FC236}">
                  <a16:creationId xmlns:a16="http://schemas.microsoft.com/office/drawing/2014/main" id="{907698C5-D086-3F53-E431-96299A10CBA8}"/>
                </a:ext>
              </a:extLst>
            </p:cNvPr>
            <p:cNvSpPr>
              <a:spLocks noChangeArrowheads="1"/>
            </p:cNvSpPr>
            <p:nvPr/>
          </p:nvSpPr>
          <p:spPr bwMode="auto">
            <a:xfrm>
              <a:off x="2445" y="988"/>
              <a:ext cx="751" cy="486"/>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41" name="Oval 10">
              <a:extLst>
                <a:ext uri="{FF2B5EF4-FFF2-40B4-BE49-F238E27FC236}">
                  <a16:creationId xmlns:a16="http://schemas.microsoft.com/office/drawing/2014/main" id="{BF6F3DDE-E906-B635-9E5D-BC4B6CC6C07C}"/>
                </a:ext>
              </a:extLst>
            </p:cNvPr>
            <p:cNvSpPr>
              <a:spLocks noChangeArrowheads="1"/>
            </p:cNvSpPr>
            <p:nvPr/>
          </p:nvSpPr>
          <p:spPr bwMode="auto">
            <a:xfrm>
              <a:off x="2560" y="1317"/>
              <a:ext cx="752" cy="486"/>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42" name="Oval 11">
              <a:extLst>
                <a:ext uri="{FF2B5EF4-FFF2-40B4-BE49-F238E27FC236}">
                  <a16:creationId xmlns:a16="http://schemas.microsoft.com/office/drawing/2014/main" id="{B8B82749-DC6A-E8B6-731D-00B491573E1D}"/>
                </a:ext>
              </a:extLst>
            </p:cNvPr>
            <p:cNvSpPr>
              <a:spLocks noChangeArrowheads="1"/>
            </p:cNvSpPr>
            <p:nvPr/>
          </p:nvSpPr>
          <p:spPr bwMode="auto">
            <a:xfrm>
              <a:off x="2488" y="1427"/>
              <a:ext cx="752" cy="815"/>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43" name="Oval 12">
              <a:extLst>
                <a:ext uri="{FF2B5EF4-FFF2-40B4-BE49-F238E27FC236}">
                  <a16:creationId xmlns:a16="http://schemas.microsoft.com/office/drawing/2014/main" id="{E9A93059-9313-DF44-4208-F945D42EA39A}"/>
                </a:ext>
              </a:extLst>
            </p:cNvPr>
            <p:cNvSpPr>
              <a:spLocks noChangeArrowheads="1"/>
            </p:cNvSpPr>
            <p:nvPr/>
          </p:nvSpPr>
          <p:spPr bwMode="auto">
            <a:xfrm>
              <a:off x="1360" y="1176"/>
              <a:ext cx="1547" cy="815"/>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grpSp>
          <p:nvGrpSpPr>
            <p:cNvPr id="44" name="Group 13">
              <a:extLst>
                <a:ext uri="{FF2B5EF4-FFF2-40B4-BE49-F238E27FC236}">
                  <a16:creationId xmlns:a16="http://schemas.microsoft.com/office/drawing/2014/main" id="{C4CC9631-10A5-5F2A-C73E-A22EB1634B02}"/>
                </a:ext>
              </a:extLst>
            </p:cNvPr>
            <p:cNvGrpSpPr>
              <a:grpSpLocks/>
            </p:cNvGrpSpPr>
            <p:nvPr/>
          </p:nvGrpSpPr>
          <p:grpSpPr bwMode="auto">
            <a:xfrm>
              <a:off x="912" y="768"/>
              <a:ext cx="2386" cy="1553"/>
              <a:chOff x="912" y="768"/>
              <a:chExt cx="2386" cy="1553"/>
            </a:xfrm>
            <a:grpFill/>
          </p:grpSpPr>
          <p:sp>
            <p:nvSpPr>
              <p:cNvPr id="45" name="Oval 14">
                <a:extLst>
                  <a:ext uri="{FF2B5EF4-FFF2-40B4-BE49-F238E27FC236}">
                    <a16:creationId xmlns:a16="http://schemas.microsoft.com/office/drawing/2014/main" id="{0E2D53DA-53D9-07EB-ADCA-84C2AD5C2BFA}"/>
                  </a:ext>
                </a:extLst>
              </p:cNvPr>
              <p:cNvSpPr>
                <a:spLocks noChangeArrowheads="1"/>
              </p:cNvSpPr>
              <p:nvPr/>
            </p:nvSpPr>
            <p:spPr bwMode="auto">
              <a:xfrm>
                <a:off x="1736" y="768"/>
                <a:ext cx="1027" cy="627"/>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46" name="Oval 15">
                <a:extLst>
                  <a:ext uri="{FF2B5EF4-FFF2-40B4-BE49-F238E27FC236}">
                    <a16:creationId xmlns:a16="http://schemas.microsoft.com/office/drawing/2014/main" id="{9CEB8881-CA1D-0BA1-6867-17026A437A64}"/>
                  </a:ext>
                </a:extLst>
              </p:cNvPr>
              <p:cNvSpPr>
                <a:spLocks noChangeArrowheads="1"/>
              </p:cNvSpPr>
              <p:nvPr/>
            </p:nvSpPr>
            <p:spPr bwMode="auto">
              <a:xfrm>
                <a:off x="1158" y="941"/>
                <a:ext cx="781" cy="627"/>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47" name="Oval 16">
                <a:extLst>
                  <a:ext uri="{FF2B5EF4-FFF2-40B4-BE49-F238E27FC236}">
                    <a16:creationId xmlns:a16="http://schemas.microsoft.com/office/drawing/2014/main" id="{F66290E3-51BA-D5A6-ED9A-E04C0C256597}"/>
                  </a:ext>
                </a:extLst>
              </p:cNvPr>
              <p:cNvSpPr>
                <a:spLocks noChangeArrowheads="1"/>
              </p:cNvSpPr>
              <p:nvPr/>
            </p:nvSpPr>
            <p:spPr bwMode="auto">
              <a:xfrm>
                <a:off x="912" y="1333"/>
                <a:ext cx="520" cy="501"/>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48" name="Oval 17">
                <a:extLst>
                  <a:ext uri="{FF2B5EF4-FFF2-40B4-BE49-F238E27FC236}">
                    <a16:creationId xmlns:a16="http://schemas.microsoft.com/office/drawing/2014/main" id="{C2D1CB7F-0391-51B9-BCE9-1C3486693405}"/>
                  </a:ext>
                </a:extLst>
              </p:cNvPr>
              <p:cNvSpPr>
                <a:spLocks noChangeArrowheads="1"/>
              </p:cNvSpPr>
              <p:nvPr/>
            </p:nvSpPr>
            <p:spPr bwMode="auto">
              <a:xfrm>
                <a:off x="1071" y="1568"/>
                <a:ext cx="795" cy="549"/>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49" name="Oval 18">
                <a:extLst>
                  <a:ext uri="{FF2B5EF4-FFF2-40B4-BE49-F238E27FC236}">
                    <a16:creationId xmlns:a16="http://schemas.microsoft.com/office/drawing/2014/main" id="{D62614E4-369E-5642-A4C6-910261F5AF75}"/>
                  </a:ext>
                </a:extLst>
              </p:cNvPr>
              <p:cNvSpPr>
                <a:spLocks noChangeArrowheads="1"/>
              </p:cNvSpPr>
              <p:nvPr/>
            </p:nvSpPr>
            <p:spPr bwMode="auto">
              <a:xfrm>
                <a:off x="1649" y="1662"/>
                <a:ext cx="1200" cy="659"/>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50" name="Oval 19">
                <a:extLst>
                  <a:ext uri="{FF2B5EF4-FFF2-40B4-BE49-F238E27FC236}">
                    <a16:creationId xmlns:a16="http://schemas.microsoft.com/office/drawing/2014/main" id="{CA881925-5E71-35B4-8C39-13B27E653F90}"/>
                  </a:ext>
                </a:extLst>
              </p:cNvPr>
              <p:cNvSpPr>
                <a:spLocks noChangeArrowheads="1"/>
              </p:cNvSpPr>
              <p:nvPr/>
            </p:nvSpPr>
            <p:spPr bwMode="auto">
              <a:xfrm>
                <a:off x="2430" y="956"/>
                <a:ext cx="752" cy="486"/>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51" name="Oval 20">
                <a:extLst>
                  <a:ext uri="{FF2B5EF4-FFF2-40B4-BE49-F238E27FC236}">
                    <a16:creationId xmlns:a16="http://schemas.microsoft.com/office/drawing/2014/main" id="{1158C26B-311E-F5FE-EC91-CF300DBED6A5}"/>
                  </a:ext>
                </a:extLst>
              </p:cNvPr>
              <p:cNvSpPr>
                <a:spLocks noChangeArrowheads="1"/>
              </p:cNvSpPr>
              <p:nvPr/>
            </p:nvSpPr>
            <p:spPr bwMode="auto">
              <a:xfrm>
                <a:off x="2546" y="1286"/>
                <a:ext cx="752" cy="486"/>
              </a:xfrm>
              <a:prstGeom prst="ellipse">
                <a:avLst/>
              </a:prstGeom>
              <a:grpFill/>
              <a:ln w="9525">
                <a:noFill/>
                <a:round/>
                <a:headEnd/>
                <a:tailEnd/>
              </a:ln>
            </p:spPr>
            <p:txBody>
              <a:bodyPr/>
              <a:lstStyle/>
              <a:p>
                <a:endParaRPr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52" name="Oval 21">
                <a:extLst>
                  <a:ext uri="{FF2B5EF4-FFF2-40B4-BE49-F238E27FC236}">
                    <a16:creationId xmlns:a16="http://schemas.microsoft.com/office/drawing/2014/main" id="{B62DB5DE-A624-B8BD-8C23-2A62A51761E5}"/>
                  </a:ext>
                </a:extLst>
              </p:cNvPr>
              <p:cNvSpPr>
                <a:spLocks noChangeArrowheads="1"/>
              </p:cNvSpPr>
              <p:nvPr/>
            </p:nvSpPr>
            <p:spPr bwMode="auto">
              <a:xfrm>
                <a:off x="2473" y="1395"/>
                <a:ext cx="752" cy="816"/>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53" name="Oval 22">
                <a:extLst>
                  <a:ext uri="{FF2B5EF4-FFF2-40B4-BE49-F238E27FC236}">
                    <a16:creationId xmlns:a16="http://schemas.microsoft.com/office/drawing/2014/main" id="{207EC496-CE27-3D5D-43C2-A78951A94F34}"/>
                  </a:ext>
                </a:extLst>
              </p:cNvPr>
              <p:cNvSpPr>
                <a:spLocks noChangeArrowheads="1"/>
              </p:cNvSpPr>
              <p:nvPr/>
            </p:nvSpPr>
            <p:spPr bwMode="auto">
              <a:xfrm>
                <a:off x="1346" y="1144"/>
                <a:ext cx="1547" cy="816"/>
              </a:xfrm>
              <a:prstGeom prst="ellipse">
                <a:avLst/>
              </a:prstGeom>
              <a:grpFill/>
              <a:ln w="9525">
                <a:noFill/>
                <a:round/>
                <a:headEnd/>
                <a:tailEnd/>
              </a:ln>
            </p:spPr>
            <p:txBody>
              <a:bodyPr/>
              <a:lstStyle/>
              <a:p>
                <a:endParaRPr lang="zh-CN" altLang="en-US" sz="1200" b="1">
                  <a:solidFill>
                    <a:schemeClr val="tx1">
                      <a:lumMod val="75000"/>
                      <a:lumOff val="25000"/>
                    </a:schemeClr>
                  </a:solidFill>
                  <a:latin typeface="微软雅黑" panose="020B0503020204020204" pitchFamily="34" charset="-122"/>
                  <a:ea typeface="微软雅黑" panose="020B0503020204020204" pitchFamily="34" charset="-122"/>
                </a:endParaRPr>
              </a:p>
            </p:txBody>
          </p:sp>
        </p:grpSp>
      </p:grpSp>
      <p:sp>
        <p:nvSpPr>
          <p:cNvPr id="54" name="Text Box 33">
            <a:extLst>
              <a:ext uri="{FF2B5EF4-FFF2-40B4-BE49-F238E27FC236}">
                <a16:creationId xmlns:a16="http://schemas.microsoft.com/office/drawing/2014/main" id="{9433D55E-40C3-191C-E217-B77952DF03F1}"/>
              </a:ext>
            </a:extLst>
          </p:cNvPr>
          <p:cNvSpPr txBox="1">
            <a:spLocks noChangeArrowheads="1"/>
          </p:cNvSpPr>
          <p:nvPr/>
        </p:nvSpPr>
        <p:spPr bwMode="auto">
          <a:xfrm>
            <a:off x="2294176" y="3379644"/>
            <a:ext cx="827471" cy="276999"/>
          </a:xfrm>
          <a:prstGeom prst="rect">
            <a:avLst/>
          </a:prstGeom>
          <a:noFill/>
          <a:ln w="9525">
            <a:noFill/>
            <a:miter lim="800000"/>
            <a:headEnd/>
            <a:tailEnd/>
          </a:ln>
          <a:effectLst/>
        </p:spPr>
        <p:txBody>
          <a:bodyPr wrap="none">
            <a:spAutoFit/>
          </a:bodyPr>
          <a:lstStyle/>
          <a:p>
            <a:r>
              <a:rPr kumimoji="1"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rPr>
              <a:t>IPv6</a:t>
            </a:r>
            <a:r>
              <a:rPr kumimoji="1"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rPr>
              <a:t>网络</a:t>
            </a:r>
            <a:endParaRPr kumimoji="1"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55" name="Text Box 36">
            <a:extLst>
              <a:ext uri="{FF2B5EF4-FFF2-40B4-BE49-F238E27FC236}">
                <a16:creationId xmlns:a16="http://schemas.microsoft.com/office/drawing/2014/main" id="{BA4B0AF0-8AA6-5980-D760-80DB8BF46775}"/>
              </a:ext>
            </a:extLst>
          </p:cNvPr>
          <p:cNvSpPr txBox="1">
            <a:spLocks noChangeArrowheads="1"/>
          </p:cNvSpPr>
          <p:nvPr/>
        </p:nvSpPr>
        <p:spPr bwMode="auto">
          <a:xfrm>
            <a:off x="1818168" y="3805655"/>
            <a:ext cx="290464" cy="261610"/>
          </a:xfrm>
          <a:prstGeom prst="rect">
            <a:avLst/>
          </a:prstGeom>
          <a:noFill/>
          <a:ln w="9525">
            <a:noFill/>
            <a:miter lim="800000"/>
            <a:headEnd/>
            <a:tailEnd/>
          </a:ln>
          <a:effectLst/>
        </p:spPr>
        <p:txBody>
          <a:bodyPr wrap="none">
            <a:spAutoFit/>
          </a:bodyPr>
          <a:lstStyle/>
          <a:p>
            <a:r>
              <a:rPr kumimoji="1" lang="en-US" altLang="zh-CN" sz="1100" b="1" dirty="0">
                <a:solidFill>
                  <a:schemeClr val="tx1">
                    <a:lumMod val="75000"/>
                    <a:lumOff val="25000"/>
                  </a:schemeClr>
                </a:solidFill>
                <a:latin typeface="微软雅黑" panose="020B0503020204020204" pitchFamily="34" charset="-122"/>
                <a:ea typeface="微软雅黑" panose="020B0503020204020204" pitchFamily="34" charset="-122"/>
              </a:rPr>
              <a:t>A</a:t>
            </a:r>
          </a:p>
        </p:txBody>
      </p:sp>
      <p:sp>
        <p:nvSpPr>
          <p:cNvPr id="61" name="Text Box 33">
            <a:extLst>
              <a:ext uri="{FF2B5EF4-FFF2-40B4-BE49-F238E27FC236}">
                <a16:creationId xmlns:a16="http://schemas.microsoft.com/office/drawing/2014/main" id="{3F7D1241-4A89-EA4E-6E6B-5C7E810C7057}"/>
              </a:ext>
            </a:extLst>
          </p:cNvPr>
          <p:cNvSpPr txBox="1">
            <a:spLocks noChangeArrowheads="1"/>
          </p:cNvSpPr>
          <p:nvPr/>
        </p:nvSpPr>
        <p:spPr bwMode="auto">
          <a:xfrm>
            <a:off x="1852431" y="4112082"/>
            <a:ext cx="827471" cy="276999"/>
          </a:xfrm>
          <a:prstGeom prst="rect">
            <a:avLst/>
          </a:prstGeom>
          <a:noFill/>
          <a:ln w="9525">
            <a:noFill/>
            <a:miter lim="800000"/>
            <a:headEnd/>
            <a:tailEnd/>
          </a:ln>
          <a:effectLst/>
        </p:spPr>
        <p:txBody>
          <a:bodyPr wrap="none">
            <a:spAutoFit/>
          </a:bodyPr>
          <a:lstStyle/>
          <a:p>
            <a:r>
              <a:rPr kumimoji="1"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rPr>
              <a:t>IPv6</a:t>
            </a:r>
            <a:r>
              <a:rPr kumimoji="1"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rPr>
              <a:t>主机</a:t>
            </a:r>
            <a:endParaRPr kumimoji="1"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endParaRPr>
          </a:p>
        </p:txBody>
      </p:sp>
      <p:pic>
        <p:nvPicPr>
          <p:cNvPr id="62" name="Picture 27">
            <a:extLst>
              <a:ext uri="{FF2B5EF4-FFF2-40B4-BE49-F238E27FC236}">
                <a16:creationId xmlns:a16="http://schemas.microsoft.com/office/drawing/2014/main" id="{21E4224B-3C0B-7485-B8E1-E1F09144DD19}"/>
              </a:ext>
            </a:extLst>
          </p:cNvPr>
          <p:cNvPicPr>
            <a:picLocks noChangeArrowheads="1"/>
          </p:cNvPicPr>
          <p:nvPr/>
        </p:nvPicPr>
        <p:blipFill>
          <a:blip r:embed="rId3"/>
          <a:srcRect/>
          <a:stretch>
            <a:fillRect/>
          </a:stretch>
        </p:blipFill>
        <p:spPr bwMode="auto">
          <a:xfrm>
            <a:off x="4530462" y="3844918"/>
            <a:ext cx="398670" cy="295343"/>
          </a:xfrm>
          <a:prstGeom prst="rect">
            <a:avLst/>
          </a:prstGeom>
          <a:noFill/>
          <a:ln w="12699">
            <a:noFill/>
            <a:miter lim="800000"/>
            <a:headEnd/>
            <a:tailEnd/>
          </a:ln>
          <a:effectLst/>
        </p:spPr>
      </p:pic>
      <p:grpSp>
        <p:nvGrpSpPr>
          <p:cNvPr id="63" name="组合 62">
            <a:extLst>
              <a:ext uri="{FF2B5EF4-FFF2-40B4-BE49-F238E27FC236}">
                <a16:creationId xmlns:a16="http://schemas.microsoft.com/office/drawing/2014/main" id="{4BDEBF3B-1089-D117-F3C6-9B8E4DEAACE9}"/>
              </a:ext>
            </a:extLst>
          </p:cNvPr>
          <p:cNvGrpSpPr/>
          <p:nvPr/>
        </p:nvGrpSpPr>
        <p:grpSpPr>
          <a:xfrm>
            <a:off x="3109423" y="3647803"/>
            <a:ext cx="987037" cy="247271"/>
            <a:chOff x="1467322" y="4907708"/>
            <a:chExt cx="1622139" cy="407593"/>
          </a:xfrm>
        </p:grpSpPr>
        <p:sp>
          <p:nvSpPr>
            <p:cNvPr id="64" name="Rectangle 90">
              <a:extLst>
                <a:ext uri="{FF2B5EF4-FFF2-40B4-BE49-F238E27FC236}">
                  <a16:creationId xmlns:a16="http://schemas.microsoft.com/office/drawing/2014/main" id="{123680B5-6741-2822-971C-4669B3512A64}"/>
                </a:ext>
              </a:extLst>
            </p:cNvPr>
            <p:cNvSpPr>
              <a:spLocks noChangeArrowheads="1"/>
            </p:cNvSpPr>
            <p:nvPr/>
          </p:nvSpPr>
          <p:spPr bwMode="auto">
            <a:xfrm>
              <a:off x="1467322" y="4907708"/>
              <a:ext cx="1295400" cy="407593"/>
            </a:xfrm>
            <a:prstGeom prst="rect">
              <a:avLst/>
            </a:prstGeom>
            <a:solidFill>
              <a:srgbClr val="FFC000"/>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rPr>
                <a:t>IPv6</a:t>
              </a:r>
              <a:r>
                <a:rPr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rPr>
                <a:t>分组</a:t>
              </a:r>
            </a:p>
          </p:txBody>
        </p:sp>
        <p:cxnSp>
          <p:nvCxnSpPr>
            <p:cNvPr id="65" name="直接箭头连接符 64">
              <a:extLst>
                <a:ext uri="{FF2B5EF4-FFF2-40B4-BE49-F238E27FC236}">
                  <a16:creationId xmlns:a16="http://schemas.microsoft.com/office/drawing/2014/main" id="{C56E974F-DE11-E140-F552-C3EDDD1CE7B7}"/>
                </a:ext>
              </a:extLst>
            </p:cNvPr>
            <p:cNvCxnSpPr>
              <a:cxnSpLocks/>
            </p:cNvCxnSpPr>
            <p:nvPr/>
          </p:nvCxnSpPr>
          <p:spPr>
            <a:xfrm>
              <a:off x="2786807" y="5122128"/>
              <a:ext cx="302654"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grpSp>
      <p:grpSp>
        <p:nvGrpSpPr>
          <p:cNvPr id="66" name="组合 65">
            <a:extLst>
              <a:ext uri="{FF2B5EF4-FFF2-40B4-BE49-F238E27FC236}">
                <a16:creationId xmlns:a16="http://schemas.microsoft.com/office/drawing/2014/main" id="{CAC149B4-F509-FA6C-AD63-34E166D54CE9}"/>
              </a:ext>
            </a:extLst>
          </p:cNvPr>
          <p:cNvGrpSpPr/>
          <p:nvPr/>
        </p:nvGrpSpPr>
        <p:grpSpPr>
          <a:xfrm>
            <a:off x="5297122" y="3640534"/>
            <a:ext cx="987037" cy="247271"/>
            <a:chOff x="1467322" y="4907708"/>
            <a:chExt cx="1622139" cy="407593"/>
          </a:xfrm>
        </p:grpSpPr>
        <p:sp>
          <p:nvSpPr>
            <p:cNvPr id="67" name="Rectangle 90">
              <a:extLst>
                <a:ext uri="{FF2B5EF4-FFF2-40B4-BE49-F238E27FC236}">
                  <a16:creationId xmlns:a16="http://schemas.microsoft.com/office/drawing/2014/main" id="{C7D312C1-CEDE-DAB8-E62D-525DD6B29CCE}"/>
                </a:ext>
              </a:extLst>
            </p:cNvPr>
            <p:cNvSpPr>
              <a:spLocks noChangeArrowheads="1"/>
            </p:cNvSpPr>
            <p:nvPr/>
          </p:nvSpPr>
          <p:spPr bwMode="auto">
            <a:xfrm>
              <a:off x="1467322" y="4907708"/>
              <a:ext cx="1295400" cy="407593"/>
            </a:xfrm>
            <a:prstGeom prst="rect">
              <a:avLst/>
            </a:prstGeom>
            <a:solidFill>
              <a:srgbClr val="FFFF00"/>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rPr>
                <a:t>IPv4</a:t>
              </a:r>
              <a:r>
                <a:rPr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rPr>
                <a:t>分组</a:t>
              </a:r>
            </a:p>
          </p:txBody>
        </p:sp>
        <p:cxnSp>
          <p:nvCxnSpPr>
            <p:cNvPr id="68" name="直接箭头连接符 67">
              <a:extLst>
                <a:ext uri="{FF2B5EF4-FFF2-40B4-BE49-F238E27FC236}">
                  <a16:creationId xmlns:a16="http://schemas.microsoft.com/office/drawing/2014/main" id="{6F0CACB0-82D5-47ED-EF89-CE21A81D42D6}"/>
                </a:ext>
              </a:extLst>
            </p:cNvPr>
            <p:cNvCxnSpPr>
              <a:cxnSpLocks/>
            </p:cNvCxnSpPr>
            <p:nvPr/>
          </p:nvCxnSpPr>
          <p:spPr>
            <a:xfrm>
              <a:off x="2786807" y="5122128"/>
              <a:ext cx="302654"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grpSp>
      <p:grpSp>
        <p:nvGrpSpPr>
          <p:cNvPr id="69" name="组合 68">
            <a:extLst>
              <a:ext uri="{FF2B5EF4-FFF2-40B4-BE49-F238E27FC236}">
                <a16:creationId xmlns:a16="http://schemas.microsoft.com/office/drawing/2014/main" id="{89E2CF47-9748-A4F9-4AE1-0F22F41AED72}"/>
              </a:ext>
            </a:extLst>
          </p:cNvPr>
          <p:cNvGrpSpPr/>
          <p:nvPr/>
        </p:nvGrpSpPr>
        <p:grpSpPr>
          <a:xfrm>
            <a:off x="2747272" y="4042269"/>
            <a:ext cx="984599" cy="247271"/>
            <a:chOff x="1282558" y="5658609"/>
            <a:chExt cx="1618132" cy="407593"/>
          </a:xfrm>
        </p:grpSpPr>
        <p:sp>
          <p:nvSpPr>
            <p:cNvPr id="70" name="Rectangle 90">
              <a:extLst>
                <a:ext uri="{FF2B5EF4-FFF2-40B4-BE49-F238E27FC236}">
                  <a16:creationId xmlns:a16="http://schemas.microsoft.com/office/drawing/2014/main" id="{422F680C-8590-2F38-B1C3-44E621FAB078}"/>
                </a:ext>
              </a:extLst>
            </p:cNvPr>
            <p:cNvSpPr>
              <a:spLocks noChangeArrowheads="1"/>
            </p:cNvSpPr>
            <p:nvPr/>
          </p:nvSpPr>
          <p:spPr bwMode="auto">
            <a:xfrm>
              <a:off x="1605290" y="5658609"/>
              <a:ext cx="1295400" cy="407593"/>
            </a:xfrm>
            <a:prstGeom prst="rect">
              <a:avLst/>
            </a:prstGeom>
            <a:solidFill>
              <a:srgbClr val="FFC000"/>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rPr>
                <a:t>IPv6</a:t>
              </a:r>
              <a:r>
                <a:rPr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rPr>
                <a:t>分组</a:t>
              </a:r>
            </a:p>
          </p:txBody>
        </p:sp>
        <p:cxnSp>
          <p:nvCxnSpPr>
            <p:cNvPr id="71" name="直接箭头连接符 70">
              <a:extLst>
                <a:ext uri="{FF2B5EF4-FFF2-40B4-BE49-F238E27FC236}">
                  <a16:creationId xmlns:a16="http://schemas.microsoft.com/office/drawing/2014/main" id="{40B0DF2B-AD13-0A32-A7BD-663DDE5BA424}"/>
                </a:ext>
              </a:extLst>
            </p:cNvPr>
            <p:cNvCxnSpPr>
              <a:cxnSpLocks/>
            </p:cNvCxnSpPr>
            <p:nvPr/>
          </p:nvCxnSpPr>
          <p:spPr>
            <a:xfrm flipH="1">
              <a:off x="1282558" y="5862405"/>
              <a:ext cx="305653"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grpSp>
      <p:grpSp>
        <p:nvGrpSpPr>
          <p:cNvPr id="72" name="组合 71">
            <a:extLst>
              <a:ext uri="{FF2B5EF4-FFF2-40B4-BE49-F238E27FC236}">
                <a16:creationId xmlns:a16="http://schemas.microsoft.com/office/drawing/2014/main" id="{1BCAE971-DAD8-12B4-1B94-07E784B8E2B6}"/>
              </a:ext>
            </a:extLst>
          </p:cNvPr>
          <p:cNvGrpSpPr/>
          <p:nvPr/>
        </p:nvGrpSpPr>
        <p:grpSpPr>
          <a:xfrm>
            <a:off x="5552296" y="4026987"/>
            <a:ext cx="984599" cy="247271"/>
            <a:chOff x="1282558" y="5658609"/>
            <a:chExt cx="1618132" cy="407593"/>
          </a:xfrm>
          <a:solidFill>
            <a:srgbClr val="FFFF00"/>
          </a:solidFill>
        </p:grpSpPr>
        <p:sp>
          <p:nvSpPr>
            <p:cNvPr id="73" name="Rectangle 90">
              <a:extLst>
                <a:ext uri="{FF2B5EF4-FFF2-40B4-BE49-F238E27FC236}">
                  <a16:creationId xmlns:a16="http://schemas.microsoft.com/office/drawing/2014/main" id="{FD6FA18D-F68A-55F7-BD05-08D988C83039}"/>
                </a:ext>
              </a:extLst>
            </p:cNvPr>
            <p:cNvSpPr>
              <a:spLocks noChangeArrowheads="1"/>
            </p:cNvSpPr>
            <p:nvPr/>
          </p:nvSpPr>
          <p:spPr bwMode="auto">
            <a:xfrm>
              <a:off x="1605290" y="5658609"/>
              <a:ext cx="1295400" cy="407593"/>
            </a:xfrm>
            <a:prstGeom prst="rect">
              <a:avLst/>
            </a:prstGeom>
            <a:grpFill/>
            <a:ln w="9525">
              <a:solidFill>
                <a:schemeClr val="tx1"/>
              </a:solidFill>
              <a:miter lim="800000"/>
              <a:headEnd/>
              <a:tailEnd/>
            </a:ln>
            <a:effectLst>
              <a:outerShdw dist="35921" dir="2700000" algn="ctr" rotWithShape="0">
                <a:schemeClr val="bg2"/>
              </a:outerShdw>
            </a:effectLst>
          </p:spPr>
          <p:txBody>
            <a:bodyPr wrap="none" anchor="ctr"/>
            <a:lstStyle/>
            <a:p>
              <a:pPr algn="ctr"/>
              <a:r>
                <a:rPr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rPr>
                <a:t>IPv4</a:t>
              </a:r>
              <a:r>
                <a:rPr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rPr>
                <a:t>分组</a:t>
              </a:r>
            </a:p>
          </p:txBody>
        </p:sp>
        <p:cxnSp>
          <p:nvCxnSpPr>
            <p:cNvPr id="74" name="直接箭头连接符 73">
              <a:extLst>
                <a:ext uri="{FF2B5EF4-FFF2-40B4-BE49-F238E27FC236}">
                  <a16:creationId xmlns:a16="http://schemas.microsoft.com/office/drawing/2014/main" id="{0B97DBDA-790B-39A5-FFEA-BA9A2A40E8B0}"/>
                </a:ext>
              </a:extLst>
            </p:cNvPr>
            <p:cNvCxnSpPr>
              <a:cxnSpLocks/>
            </p:cNvCxnSpPr>
            <p:nvPr/>
          </p:nvCxnSpPr>
          <p:spPr>
            <a:xfrm flipH="1">
              <a:off x="1282558" y="5862405"/>
              <a:ext cx="305653" cy="0"/>
            </a:xfrm>
            <a:prstGeom prst="straightConnector1">
              <a:avLst/>
            </a:prstGeom>
            <a:grpFill/>
            <a:ln w="38100">
              <a:tailEnd type="triangle"/>
            </a:ln>
          </p:spPr>
          <p:style>
            <a:lnRef idx="1">
              <a:schemeClr val="accent1"/>
            </a:lnRef>
            <a:fillRef idx="0">
              <a:schemeClr val="accent1"/>
            </a:fillRef>
            <a:effectRef idx="0">
              <a:schemeClr val="accent1"/>
            </a:effectRef>
            <a:fontRef idx="minor">
              <a:schemeClr val="tx1"/>
            </a:fontRef>
          </p:style>
        </p:cxnSp>
      </p:grpSp>
      <p:sp>
        <p:nvSpPr>
          <p:cNvPr id="75" name="Text Box 33">
            <a:extLst>
              <a:ext uri="{FF2B5EF4-FFF2-40B4-BE49-F238E27FC236}">
                <a16:creationId xmlns:a16="http://schemas.microsoft.com/office/drawing/2014/main" id="{1DFA64A4-F0A8-73D8-4544-33A77BD6D533}"/>
              </a:ext>
            </a:extLst>
          </p:cNvPr>
          <p:cNvSpPr txBox="1">
            <a:spLocks noChangeArrowheads="1"/>
          </p:cNvSpPr>
          <p:nvPr/>
        </p:nvSpPr>
        <p:spPr bwMode="auto">
          <a:xfrm>
            <a:off x="4280987" y="4094813"/>
            <a:ext cx="954107" cy="276999"/>
          </a:xfrm>
          <a:prstGeom prst="rect">
            <a:avLst/>
          </a:prstGeom>
          <a:noFill/>
          <a:ln w="9525">
            <a:noFill/>
            <a:miter lim="800000"/>
            <a:headEnd/>
            <a:tailEnd/>
          </a:ln>
          <a:effectLst/>
        </p:spPr>
        <p:txBody>
          <a:bodyPr wrap="none">
            <a:spAutoFit/>
          </a:bodyPr>
          <a:lstStyle/>
          <a:p>
            <a:r>
              <a:rPr kumimoji="1"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rPr>
              <a:t>协议转换器</a:t>
            </a:r>
            <a:endParaRPr kumimoji="1"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76" name="Text Box 33">
            <a:extLst>
              <a:ext uri="{FF2B5EF4-FFF2-40B4-BE49-F238E27FC236}">
                <a16:creationId xmlns:a16="http://schemas.microsoft.com/office/drawing/2014/main" id="{CE555DD0-1ADD-88E5-4037-C2F3F4CC4CB4}"/>
              </a:ext>
            </a:extLst>
          </p:cNvPr>
          <p:cNvSpPr txBox="1">
            <a:spLocks noChangeArrowheads="1"/>
          </p:cNvSpPr>
          <p:nvPr/>
        </p:nvSpPr>
        <p:spPr bwMode="auto">
          <a:xfrm>
            <a:off x="4014516" y="4309378"/>
            <a:ext cx="1569457" cy="276999"/>
          </a:xfrm>
          <a:prstGeom prst="rect">
            <a:avLst/>
          </a:prstGeom>
          <a:noFill/>
          <a:ln w="9525">
            <a:noFill/>
            <a:miter lim="800000"/>
            <a:headEnd/>
            <a:tailEnd/>
          </a:ln>
          <a:effectLst/>
        </p:spPr>
        <p:txBody>
          <a:bodyPr wrap="square">
            <a:spAutoFit/>
          </a:bodyPr>
          <a:lstStyle/>
          <a:p>
            <a:r>
              <a:rPr kumimoji="1"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rPr>
              <a:t>IPv6/IPv4</a:t>
            </a:r>
            <a:r>
              <a:rPr kumimoji="1"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rPr>
              <a:t>双协议栈</a:t>
            </a:r>
            <a:endParaRPr kumimoji="1"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
        <p:nvSpPr>
          <p:cNvPr id="77" name="对话气泡: 矩形 76">
            <a:extLst>
              <a:ext uri="{FF2B5EF4-FFF2-40B4-BE49-F238E27FC236}">
                <a16:creationId xmlns:a16="http://schemas.microsoft.com/office/drawing/2014/main" id="{AF2DDB0E-F330-CEBD-0E92-80F060B8701B}"/>
              </a:ext>
            </a:extLst>
          </p:cNvPr>
          <p:cNvSpPr/>
          <p:nvPr/>
        </p:nvSpPr>
        <p:spPr>
          <a:xfrm>
            <a:off x="3785996" y="2971199"/>
            <a:ext cx="1772132" cy="537546"/>
          </a:xfrm>
          <a:prstGeom prst="wedgeRectCallout">
            <a:avLst>
              <a:gd name="adj1" fmla="val -1441"/>
              <a:gd name="adj2" fmla="val 107788"/>
            </a:avLst>
          </a:prstGeom>
        </p:spPr>
        <p:style>
          <a:lnRef idx="1">
            <a:schemeClr val="accent6"/>
          </a:lnRef>
          <a:fillRef idx="2">
            <a:schemeClr val="accent6"/>
          </a:fillRef>
          <a:effectRef idx="1">
            <a:schemeClr val="accent6"/>
          </a:effectRef>
          <a:fontRef idx="minor">
            <a:schemeClr val="dk1"/>
          </a:fontRef>
        </p:style>
        <p:txBody>
          <a:bodyPr lIns="36000" tIns="0" rIns="36000" bIns="0" rtlCol="0" anchor="ctr"/>
          <a:lstStyle/>
          <a:p>
            <a:pPr algn="ctr"/>
            <a:r>
              <a:rPr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rPr>
              <a:t>在</a:t>
            </a:r>
            <a:r>
              <a:rPr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rPr>
              <a:t>IPv4</a:t>
            </a:r>
            <a:r>
              <a:rPr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rPr>
              <a:t>和</a:t>
            </a:r>
            <a:r>
              <a:rPr lang="en-US" altLang="zh-CN" sz="1200" b="1" dirty="0">
                <a:solidFill>
                  <a:schemeClr val="tx1">
                    <a:lumMod val="75000"/>
                    <a:lumOff val="25000"/>
                  </a:schemeClr>
                </a:solidFill>
                <a:latin typeface="微软雅黑" panose="020B0503020204020204" pitchFamily="34" charset="-122"/>
                <a:ea typeface="微软雅黑" panose="020B0503020204020204" pitchFamily="34" charset="-122"/>
              </a:rPr>
              <a:t>IPv6</a:t>
            </a:r>
            <a:r>
              <a:rPr lang="zh-CN" altLang="en-US" sz="1200" b="1" dirty="0">
                <a:solidFill>
                  <a:schemeClr val="tx1">
                    <a:lumMod val="75000"/>
                    <a:lumOff val="25000"/>
                  </a:schemeClr>
                </a:solidFill>
                <a:latin typeface="微软雅黑" panose="020B0503020204020204" pitchFamily="34" charset="-122"/>
                <a:ea typeface="微软雅黑" panose="020B0503020204020204" pitchFamily="34" charset="-122"/>
              </a:rPr>
              <a:t>之间进行分组首部转换和地址转换</a:t>
            </a:r>
          </a:p>
        </p:txBody>
      </p:sp>
      <p:pic>
        <p:nvPicPr>
          <p:cNvPr id="79" name="Picture 3">
            <a:extLst>
              <a:ext uri="{FF2B5EF4-FFF2-40B4-BE49-F238E27FC236}">
                <a16:creationId xmlns:a16="http://schemas.microsoft.com/office/drawing/2014/main" id="{45FD3580-B681-CC6F-B580-D9D30295E9A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84815" y="3692947"/>
            <a:ext cx="402706" cy="442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3">
            <a:extLst>
              <a:ext uri="{FF2B5EF4-FFF2-40B4-BE49-F238E27FC236}">
                <a16:creationId xmlns:a16="http://schemas.microsoft.com/office/drawing/2014/main" id="{EDF040D1-B1BD-DA9B-2224-0E25C28A12F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38620" y="3642668"/>
            <a:ext cx="402706" cy="442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63415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nodeType="clickEffect">
                                  <p:stCondLst>
                                    <p:cond delay="0"/>
                                  </p:stCondLst>
                                  <p:childTnLst>
                                    <p:anim calcmode="discrete" valueType="str">
                                      <p:cBhvr>
                                        <p:cTn id="20" dur="1000" fill="hold"/>
                                        <p:tgtEl>
                                          <p:spTgt spid="6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DB508F-A98A-4666-BA17-7D12D01349F1}"/>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BDE811E8-C907-7EF9-AC9E-7CB953B602B8}"/>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1E7F6F44-0212-89F9-B663-08411778F9CF}"/>
              </a:ext>
            </a:extLst>
          </p:cNvPr>
          <p:cNvSpPr>
            <a:spLocks noChangeArrowheads="1"/>
          </p:cNvSpPr>
          <p:nvPr/>
        </p:nvSpPr>
        <p:spPr bwMode="auto">
          <a:xfrm>
            <a:off x="93406" y="590622"/>
            <a:ext cx="8834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1</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IPv4/IPv6</a:t>
            </a:r>
            <a:r>
              <a:rPr lang="zh-CN" altLang="en-US" sz="2000" b="1" dirty="0">
                <a:solidFill>
                  <a:schemeClr val="bg1"/>
                </a:solidFill>
                <a:latin typeface="微软雅黑" pitchFamily="34" charset="-122"/>
                <a:ea typeface="微软雅黑" pitchFamily="34" charset="-122"/>
              </a:rPr>
              <a:t>首部转换</a:t>
            </a:r>
          </a:p>
        </p:txBody>
      </p:sp>
      <p:sp>
        <p:nvSpPr>
          <p:cNvPr id="2" name="Rectangle 8">
            <a:extLst>
              <a:ext uri="{FF2B5EF4-FFF2-40B4-BE49-F238E27FC236}">
                <a16:creationId xmlns:a16="http://schemas.microsoft.com/office/drawing/2014/main" id="{5EF7A2F4-8D94-31EF-66A5-327DD116F33A}"/>
              </a:ext>
            </a:extLst>
          </p:cNvPr>
          <p:cNvSpPr>
            <a:spLocks noChangeArrowheads="1"/>
          </p:cNvSpPr>
          <p:nvPr/>
        </p:nvSpPr>
        <p:spPr bwMode="auto">
          <a:xfrm>
            <a:off x="559891" y="985263"/>
            <a:ext cx="8441839" cy="30099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建议标准</a:t>
            </a:r>
            <a:r>
              <a:rPr lang="en-US" altLang="zh-CN" sz="2000" b="1" dirty="0">
                <a:latin typeface="微软雅黑" pitchFamily="34" charset="-122"/>
                <a:ea typeface="微软雅黑" pitchFamily="34" charset="-122"/>
              </a:rPr>
              <a:t>RFC 7915</a:t>
            </a:r>
            <a:r>
              <a:rPr lang="zh-CN" altLang="en-US" sz="2000" b="1" dirty="0">
                <a:latin typeface="微软雅黑" pitchFamily="34" charset="-122"/>
                <a:ea typeface="微软雅黑" pitchFamily="34" charset="-122"/>
              </a:rPr>
              <a:t>定义了</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首部与</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首部之间的转换规则。</a:t>
            </a:r>
            <a:endParaRPr lang="en-US" altLang="zh-CN" sz="2000" b="1" dirty="0">
              <a:latin typeface="微软雅黑" pitchFamily="34" charset="-122"/>
              <a:ea typeface="微软雅黑" pitchFamily="34" charset="-122"/>
            </a:endParaRPr>
          </a:p>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主要包括如何转换</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首部与</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首部中存在的对应字段，忽略或生成</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首部与</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首部中的特有字段。</a:t>
            </a:r>
            <a:endParaRPr lang="en-US" altLang="zh-CN" sz="2000" b="1" dirty="0">
              <a:latin typeface="微软雅黑" pitchFamily="34" charset="-122"/>
              <a:ea typeface="微软雅黑" pitchFamily="34" charset="-122"/>
            </a:endParaRPr>
          </a:p>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当</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数据报转换为</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数据报后往往会导致数据报长度大于数据链路层的最大传输单元，</a:t>
            </a:r>
            <a:r>
              <a:rPr lang="en-US" altLang="zh-CN" sz="2000" b="1" dirty="0">
                <a:latin typeface="微软雅黑" pitchFamily="34" charset="-122"/>
                <a:ea typeface="微软雅黑" pitchFamily="34" charset="-122"/>
              </a:rPr>
              <a:t>IPv4/IPv6</a:t>
            </a:r>
            <a:r>
              <a:rPr lang="zh-CN" altLang="en-US" sz="2000" b="1" dirty="0">
                <a:latin typeface="微软雅黑" pitchFamily="34" charset="-122"/>
                <a:ea typeface="微软雅黑" pitchFamily="34" charset="-122"/>
              </a:rPr>
              <a:t>转换器还必须对于分片进行特殊处理。</a:t>
            </a:r>
          </a:p>
          <a:p>
            <a:pPr marL="342900" indent="-342900">
              <a:lnSpc>
                <a:spcPts val="3300"/>
              </a:lnSpc>
              <a:buClr>
                <a:srgbClr val="0070C0"/>
              </a:buClr>
              <a:buFont typeface="Wingdings" panose="05000000000000000000" pitchFamily="2" charset="2"/>
              <a:buChar char="l"/>
            </a:pP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数据报首部中的选项，</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首部中部分字段（例如流标号），在转换过程中会被忽略，在数据报转换过程中不可避免会丢失有些信息。</a:t>
            </a:r>
          </a:p>
        </p:txBody>
      </p:sp>
    </p:spTree>
    <p:extLst>
      <p:ext uri="{BB962C8B-B14F-4D97-AF65-F5344CB8AC3E}">
        <p14:creationId xmlns:p14="http://schemas.microsoft.com/office/powerpoint/2010/main" val="1867845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FE18E9-A5D9-ABE4-99A0-B2FB9F65764D}"/>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5F6349A0-CBC5-4AE1-601C-F4CAF58B5CD4}"/>
              </a:ext>
            </a:extLst>
          </p:cNvPr>
          <p:cNvSpPr>
            <a:spLocks noChangeArrowheads="1"/>
          </p:cNvSpPr>
          <p:nvPr/>
        </p:nvSpPr>
        <p:spPr bwMode="auto">
          <a:xfrm>
            <a:off x="545145" y="62383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65140AB5-5B9F-83C4-147C-ED3A334F8226}"/>
              </a:ext>
            </a:extLst>
          </p:cNvPr>
          <p:cNvSpPr>
            <a:spLocks noChangeArrowheads="1"/>
          </p:cNvSpPr>
          <p:nvPr/>
        </p:nvSpPr>
        <p:spPr bwMode="auto">
          <a:xfrm>
            <a:off x="93406" y="590622"/>
            <a:ext cx="8834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2</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IPv4/IPv6</a:t>
            </a:r>
            <a:r>
              <a:rPr lang="zh-CN" altLang="en-US" sz="2000" b="1" dirty="0">
                <a:solidFill>
                  <a:schemeClr val="bg1"/>
                </a:solidFill>
                <a:latin typeface="微软雅黑" pitchFamily="34" charset="-122"/>
                <a:ea typeface="微软雅黑" pitchFamily="34" charset="-122"/>
              </a:rPr>
              <a:t>地址转换</a:t>
            </a:r>
          </a:p>
        </p:txBody>
      </p:sp>
      <p:sp>
        <p:nvSpPr>
          <p:cNvPr id="2" name="Rectangle 8">
            <a:extLst>
              <a:ext uri="{FF2B5EF4-FFF2-40B4-BE49-F238E27FC236}">
                <a16:creationId xmlns:a16="http://schemas.microsoft.com/office/drawing/2014/main" id="{A3DC1946-3148-7962-0F87-D6EDAA2EB2C2}"/>
              </a:ext>
            </a:extLst>
          </p:cNvPr>
          <p:cNvSpPr>
            <a:spLocks noChangeArrowheads="1"/>
          </p:cNvSpPr>
          <p:nvPr/>
        </p:nvSpPr>
        <p:spPr bwMode="auto">
          <a:xfrm>
            <a:off x="559891" y="985263"/>
            <a:ext cx="8441839" cy="3433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300"/>
              </a:lnSpc>
              <a:buClr>
                <a:srgbClr val="0070C0"/>
              </a:buClr>
              <a:buFont typeface="Wingdings" panose="05000000000000000000" pitchFamily="2" charset="2"/>
              <a:buChar char="l"/>
            </a:pP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和</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间的地址转换可分为静态转换、动态转换、前缀转换等几种方式。一个协议转换器可能会配置多种转换方式。</a:t>
            </a:r>
            <a:endParaRPr lang="en-US" altLang="zh-CN" sz="2000" b="1" dirty="0">
              <a:latin typeface="微软雅黑" pitchFamily="34" charset="-122"/>
              <a:ea typeface="微软雅黑" pitchFamily="34" charset="-122"/>
            </a:endParaRPr>
          </a:p>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静态转换  在协议转换器通过手工配置</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地址与</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地址的一一对应关系来实现</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地址与</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地址的转换。</a:t>
            </a:r>
            <a:endParaRPr lang="en-US" altLang="zh-CN" sz="2000" b="1" dirty="0">
              <a:latin typeface="微软雅黑" pitchFamily="34" charset="-122"/>
              <a:ea typeface="微软雅黑" pitchFamily="34" charset="-122"/>
            </a:endParaRPr>
          </a:p>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动态转换  协议转换器动态地创建</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地址与</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地址的临时对应关系，是一种有状态转换方式。</a:t>
            </a:r>
          </a:p>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前缀转换  又称为地址映射，通过某种前缀转换规则，把</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地址嵌入到</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地址中，建立</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地址与</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地址间的映射关系。</a:t>
            </a:r>
          </a:p>
        </p:txBody>
      </p:sp>
    </p:spTree>
    <p:extLst>
      <p:ext uri="{BB962C8B-B14F-4D97-AF65-F5344CB8AC3E}">
        <p14:creationId xmlns:p14="http://schemas.microsoft.com/office/powerpoint/2010/main" val="3621622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82886A-9EBC-AAF4-DAC3-50AEA2677BF2}"/>
            </a:ext>
          </a:extLst>
        </p:cNvPr>
        <p:cNvGrpSpPr/>
        <p:nvPr/>
      </p:nvGrpSpPr>
      <p:grpSpPr>
        <a:xfrm>
          <a:off x="0" y="0"/>
          <a:ext cx="0" cy="0"/>
          <a:chOff x="0" y="0"/>
          <a:chExt cx="0" cy="0"/>
        </a:xfrm>
      </p:grpSpPr>
      <p:sp>
        <p:nvSpPr>
          <p:cNvPr id="88" name="圆角矩形 18">
            <a:extLst>
              <a:ext uri="{FF2B5EF4-FFF2-40B4-BE49-F238E27FC236}">
                <a16:creationId xmlns:a16="http://schemas.microsoft.com/office/drawing/2014/main" id="{EBFD09F8-A2C5-BFD4-C269-CD5A9A9D6103}"/>
              </a:ext>
            </a:extLst>
          </p:cNvPr>
          <p:cNvSpPr/>
          <p:nvPr/>
        </p:nvSpPr>
        <p:spPr>
          <a:xfrm>
            <a:off x="203781" y="998001"/>
            <a:ext cx="8574459" cy="357399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 name="任意多边形: 形状 1">
            <a:extLst>
              <a:ext uri="{FF2B5EF4-FFF2-40B4-BE49-F238E27FC236}">
                <a16:creationId xmlns:a16="http://schemas.microsoft.com/office/drawing/2014/main" id="{7290A932-83E7-27E2-4693-EE5BDA77BC8C}"/>
              </a:ext>
            </a:extLst>
          </p:cNvPr>
          <p:cNvSpPr/>
          <p:nvPr/>
        </p:nvSpPr>
        <p:spPr bwMode="auto">
          <a:xfrm>
            <a:off x="3788787" y="1873517"/>
            <a:ext cx="2750820" cy="1083135"/>
          </a:xfrm>
          <a:custGeom>
            <a:avLst/>
            <a:gdLst>
              <a:gd name="connsiteX0" fmla="*/ 0 w 3048000"/>
              <a:gd name="connsiteY0" fmla="*/ 9525 h 1200150"/>
              <a:gd name="connsiteX1" fmla="*/ 3048000 w 3048000"/>
              <a:gd name="connsiteY1" fmla="*/ 0 h 1200150"/>
              <a:gd name="connsiteX2" fmla="*/ 1771650 w 3048000"/>
              <a:gd name="connsiteY2" fmla="*/ 1200150 h 1200150"/>
              <a:gd name="connsiteX3" fmla="*/ 1552575 w 3048000"/>
              <a:gd name="connsiteY3" fmla="*/ 1190625 h 1200150"/>
              <a:gd name="connsiteX4" fmla="*/ 0 w 3048000"/>
              <a:gd name="connsiteY4" fmla="*/ 9525 h 120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0" h="1200150">
                <a:moveTo>
                  <a:pt x="0" y="9525"/>
                </a:moveTo>
                <a:lnTo>
                  <a:pt x="3048000" y="0"/>
                </a:lnTo>
                <a:lnTo>
                  <a:pt x="1771650" y="1200150"/>
                </a:lnTo>
                <a:lnTo>
                  <a:pt x="1552575" y="1190625"/>
                </a:lnTo>
                <a:lnTo>
                  <a:pt x="0" y="9525"/>
                </a:lnTo>
                <a:close/>
              </a:path>
            </a:pathLst>
          </a:custGeom>
          <a:gradFill flip="none" rotWithShape="1">
            <a:gsLst>
              <a:gs pos="0">
                <a:srgbClr val="00FFFF">
                  <a:tint val="66000"/>
                  <a:satMod val="160000"/>
                </a:srgbClr>
              </a:gs>
              <a:gs pos="50000">
                <a:srgbClr val="00FFFF">
                  <a:tint val="44500"/>
                  <a:satMod val="160000"/>
                </a:srgbClr>
              </a:gs>
              <a:gs pos="100000">
                <a:srgbClr val="00FFFF">
                  <a:tint val="23500"/>
                  <a:satMod val="160000"/>
                </a:srgbClr>
              </a:gs>
            </a:gsLst>
            <a:lin ang="5400000" scaled="1"/>
            <a:tileRect/>
          </a:gradFill>
          <a:ln w="9525" cap="flat" cmpd="sng" algn="ctr">
            <a:noFill/>
            <a:prstDash val="solid"/>
            <a:round/>
            <a:headEnd type="none" w="med" len="med"/>
            <a:tailEnd type="none" w="med" len="med"/>
          </a:ln>
          <a:effectLst/>
        </p:spPr>
        <p:txBody>
          <a:bodyPr/>
          <a:lstStyle/>
          <a:p>
            <a:pPr eaLnBrk="1" hangingPunct="1">
              <a:defRPr/>
            </a:pPr>
            <a:endParaRPr lang="zh-CN" altLang="en-US" sz="1600"/>
          </a:p>
        </p:txBody>
      </p:sp>
      <p:grpSp>
        <p:nvGrpSpPr>
          <p:cNvPr id="3" name="Group 108">
            <a:extLst>
              <a:ext uri="{FF2B5EF4-FFF2-40B4-BE49-F238E27FC236}">
                <a16:creationId xmlns:a16="http://schemas.microsoft.com/office/drawing/2014/main" id="{440154A1-B1E8-F0DB-2406-CA8D76E9C9EF}"/>
              </a:ext>
            </a:extLst>
          </p:cNvPr>
          <p:cNvGrpSpPr>
            <a:grpSpLocks/>
          </p:cNvGrpSpPr>
          <p:nvPr/>
        </p:nvGrpSpPr>
        <p:grpSpPr bwMode="auto">
          <a:xfrm>
            <a:off x="6056780" y="2008192"/>
            <a:ext cx="2500095" cy="1852506"/>
            <a:chOff x="912" y="768"/>
            <a:chExt cx="2400" cy="1584"/>
          </a:xfrm>
        </p:grpSpPr>
        <p:sp>
          <p:nvSpPr>
            <p:cNvPr id="4" name="Oval 109">
              <a:extLst>
                <a:ext uri="{FF2B5EF4-FFF2-40B4-BE49-F238E27FC236}">
                  <a16:creationId xmlns:a16="http://schemas.microsoft.com/office/drawing/2014/main" id="{273CB87E-31C1-5FB7-3198-22263C622DDD}"/>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5" name="Oval 110">
              <a:extLst>
                <a:ext uri="{FF2B5EF4-FFF2-40B4-BE49-F238E27FC236}">
                  <a16:creationId xmlns:a16="http://schemas.microsoft.com/office/drawing/2014/main" id="{A5CA0CD7-2BF8-E9E6-1867-5D693AD166AC}"/>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6" name="Oval 111">
              <a:extLst>
                <a:ext uri="{FF2B5EF4-FFF2-40B4-BE49-F238E27FC236}">
                  <a16:creationId xmlns:a16="http://schemas.microsoft.com/office/drawing/2014/main" id="{63BC99B8-3A7A-893C-0584-9FCFFB691382}"/>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7" name="Oval 112">
              <a:extLst>
                <a:ext uri="{FF2B5EF4-FFF2-40B4-BE49-F238E27FC236}">
                  <a16:creationId xmlns:a16="http://schemas.microsoft.com/office/drawing/2014/main" id="{9D6A3D3C-0F49-B579-7B9B-BE60D5E94238}"/>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8" name="Oval 113">
              <a:extLst>
                <a:ext uri="{FF2B5EF4-FFF2-40B4-BE49-F238E27FC236}">
                  <a16:creationId xmlns:a16="http://schemas.microsoft.com/office/drawing/2014/main" id="{0A5F96BE-9937-AB5A-C5E7-7ECD18FADE6C}"/>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9" name="Oval 114">
              <a:extLst>
                <a:ext uri="{FF2B5EF4-FFF2-40B4-BE49-F238E27FC236}">
                  <a16:creationId xmlns:a16="http://schemas.microsoft.com/office/drawing/2014/main" id="{0E84B15A-F5E0-4DA7-D9A1-A5FB77B3C550}"/>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10" name="Oval 115">
              <a:extLst>
                <a:ext uri="{FF2B5EF4-FFF2-40B4-BE49-F238E27FC236}">
                  <a16:creationId xmlns:a16="http://schemas.microsoft.com/office/drawing/2014/main" id="{8736E7D7-969F-7A6B-F66F-1A5167EBC116}"/>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11" name="Oval 116">
              <a:extLst>
                <a:ext uri="{FF2B5EF4-FFF2-40B4-BE49-F238E27FC236}">
                  <a16:creationId xmlns:a16="http://schemas.microsoft.com/office/drawing/2014/main" id="{97ED55FD-E782-9A8E-5CF9-7C857C93CA62}"/>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12" name="Oval 117">
              <a:extLst>
                <a:ext uri="{FF2B5EF4-FFF2-40B4-BE49-F238E27FC236}">
                  <a16:creationId xmlns:a16="http://schemas.microsoft.com/office/drawing/2014/main" id="{1246A92A-6A89-1966-C030-25CF51ADB471}"/>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grpSp>
          <p:nvGrpSpPr>
            <p:cNvPr id="13" name="Group 118">
              <a:extLst>
                <a:ext uri="{FF2B5EF4-FFF2-40B4-BE49-F238E27FC236}">
                  <a16:creationId xmlns:a16="http://schemas.microsoft.com/office/drawing/2014/main" id="{4A10C346-2D5D-7092-E6DD-44F987127756}"/>
                </a:ext>
              </a:extLst>
            </p:cNvPr>
            <p:cNvGrpSpPr>
              <a:grpSpLocks/>
            </p:cNvGrpSpPr>
            <p:nvPr/>
          </p:nvGrpSpPr>
          <p:grpSpPr bwMode="auto">
            <a:xfrm>
              <a:off x="912" y="768"/>
              <a:ext cx="2386" cy="1553"/>
              <a:chOff x="912" y="768"/>
              <a:chExt cx="2386" cy="1553"/>
            </a:xfrm>
          </p:grpSpPr>
          <p:sp>
            <p:nvSpPr>
              <p:cNvPr id="14" name="Oval 119">
                <a:extLst>
                  <a:ext uri="{FF2B5EF4-FFF2-40B4-BE49-F238E27FC236}">
                    <a16:creationId xmlns:a16="http://schemas.microsoft.com/office/drawing/2014/main" id="{EC84A35E-C7A0-746C-6780-708E0D3751B0}"/>
                  </a:ext>
                </a:extLst>
              </p:cNvPr>
              <p:cNvSpPr>
                <a:spLocks noChangeArrowheads="1"/>
              </p:cNvSpPr>
              <p:nvPr/>
            </p:nvSpPr>
            <p:spPr bwMode="auto">
              <a:xfrm>
                <a:off x="1736" y="768"/>
                <a:ext cx="1027" cy="62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15" name="Oval 120">
                <a:extLst>
                  <a:ext uri="{FF2B5EF4-FFF2-40B4-BE49-F238E27FC236}">
                    <a16:creationId xmlns:a16="http://schemas.microsoft.com/office/drawing/2014/main" id="{25425721-3BFF-27EC-D59E-76A214FB4E98}"/>
                  </a:ext>
                </a:extLst>
              </p:cNvPr>
              <p:cNvSpPr>
                <a:spLocks noChangeArrowheads="1"/>
              </p:cNvSpPr>
              <p:nvPr/>
            </p:nvSpPr>
            <p:spPr bwMode="auto">
              <a:xfrm>
                <a:off x="1158" y="941"/>
                <a:ext cx="781" cy="62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16" name="Oval 121">
                <a:extLst>
                  <a:ext uri="{FF2B5EF4-FFF2-40B4-BE49-F238E27FC236}">
                    <a16:creationId xmlns:a16="http://schemas.microsoft.com/office/drawing/2014/main" id="{63E15B71-9D83-D648-2D5F-6672002030E9}"/>
                  </a:ext>
                </a:extLst>
              </p:cNvPr>
              <p:cNvSpPr>
                <a:spLocks noChangeArrowheads="1"/>
              </p:cNvSpPr>
              <p:nvPr/>
            </p:nvSpPr>
            <p:spPr bwMode="auto">
              <a:xfrm>
                <a:off x="912" y="1333"/>
                <a:ext cx="520" cy="50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17" name="Oval 122">
                <a:extLst>
                  <a:ext uri="{FF2B5EF4-FFF2-40B4-BE49-F238E27FC236}">
                    <a16:creationId xmlns:a16="http://schemas.microsoft.com/office/drawing/2014/main" id="{395FFE03-F513-51DA-9264-77908D800BE3}"/>
                  </a:ext>
                </a:extLst>
              </p:cNvPr>
              <p:cNvSpPr>
                <a:spLocks noChangeArrowheads="1"/>
              </p:cNvSpPr>
              <p:nvPr/>
            </p:nvSpPr>
            <p:spPr bwMode="auto">
              <a:xfrm>
                <a:off x="1071" y="1568"/>
                <a:ext cx="795" cy="54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18" name="Oval 123">
                <a:extLst>
                  <a:ext uri="{FF2B5EF4-FFF2-40B4-BE49-F238E27FC236}">
                    <a16:creationId xmlns:a16="http://schemas.microsoft.com/office/drawing/2014/main" id="{55408E8F-6A5E-C5B2-70B9-6E70E9D41F24}"/>
                  </a:ext>
                </a:extLst>
              </p:cNvPr>
              <p:cNvSpPr>
                <a:spLocks noChangeArrowheads="1"/>
              </p:cNvSpPr>
              <p:nvPr/>
            </p:nvSpPr>
            <p:spPr bwMode="auto">
              <a:xfrm>
                <a:off x="1649" y="1662"/>
                <a:ext cx="1200" cy="65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19" name="Oval 124">
                <a:extLst>
                  <a:ext uri="{FF2B5EF4-FFF2-40B4-BE49-F238E27FC236}">
                    <a16:creationId xmlns:a16="http://schemas.microsoft.com/office/drawing/2014/main" id="{B526CB38-8C3D-0644-93AD-176581EF796D}"/>
                  </a:ext>
                </a:extLst>
              </p:cNvPr>
              <p:cNvSpPr>
                <a:spLocks noChangeArrowheads="1"/>
              </p:cNvSpPr>
              <p:nvPr/>
            </p:nvSpPr>
            <p:spPr bwMode="auto">
              <a:xfrm>
                <a:off x="2430" y="956"/>
                <a:ext cx="752" cy="48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20" name="Oval 125">
                <a:extLst>
                  <a:ext uri="{FF2B5EF4-FFF2-40B4-BE49-F238E27FC236}">
                    <a16:creationId xmlns:a16="http://schemas.microsoft.com/office/drawing/2014/main" id="{5560BC35-3E3F-32DF-E7F9-2F65DD1929E6}"/>
                  </a:ext>
                </a:extLst>
              </p:cNvPr>
              <p:cNvSpPr>
                <a:spLocks noChangeArrowheads="1"/>
              </p:cNvSpPr>
              <p:nvPr/>
            </p:nvSpPr>
            <p:spPr bwMode="auto">
              <a:xfrm>
                <a:off x="2546" y="1286"/>
                <a:ext cx="752" cy="48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21" name="Oval 126">
                <a:extLst>
                  <a:ext uri="{FF2B5EF4-FFF2-40B4-BE49-F238E27FC236}">
                    <a16:creationId xmlns:a16="http://schemas.microsoft.com/office/drawing/2014/main" id="{5E1F8D0A-A7F0-FFA9-8887-2929B3173732}"/>
                  </a:ext>
                </a:extLst>
              </p:cNvPr>
              <p:cNvSpPr>
                <a:spLocks noChangeArrowheads="1"/>
              </p:cNvSpPr>
              <p:nvPr/>
            </p:nvSpPr>
            <p:spPr bwMode="auto">
              <a:xfrm>
                <a:off x="2473" y="1395"/>
                <a:ext cx="752" cy="81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22" name="Oval 127">
                <a:extLst>
                  <a:ext uri="{FF2B5EF4-FFF2-40B4-BE49-F238E27FC236}">
                    <a16:creationId xmlns:a16="http://schemas.microsoft.com/office/drawing/2014/main" id="{9616F13C-544D-F390-BCF7-54772E9A2A78}"/>
                  </a:ext>
                </a:extLst>
              </p:cNvPr>
              <p:cNvSpPr>
                <a:spLocks noChangeArrowheads="1"/>
              </p:cNvSpPr>
              <p:nvPr/>
            </p:nvSpPr>
            <p:spPr bwMode="auto">
              <a:xfrm>
                <a:off x="1346" y="1144"/>
                <a:ext cx="1547" cy="81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grpSp>
      </p:grpSp>
      <p:grpSp>
        <p:nvGrpSpPr>
          <p:cNvPr id="23" name="Group 108">
            <a:extLst>
              <a:ext uri="{FF2B5EF4-FFF2-40B4-BE49-F238E27FC236}">
                <a16:creationId xmlns:a16="http://schemas.microsoft.com/office/drawing/2014/main" id="{47B137B7-0A03-EC7E-1BB2-CCDAAC036CC9}"/>
              </a:ext>
            </a:extLst>
          </p:cNvPr>
          <p:cNvGrpSpPr>
            <a:grpSpLocks/>
          </p:cNvGrpSpPr>
          <p:nvPr/>
        </p:nvGrpSpPr>
        <p:grpSpPr bwMode="auto">
          <a:xfrm>
            <a:off x="418531" y="1392123"/>
            <a:ext cx="3665395" cy="2557404"/>
            <a:chOff x="912" y="768"/>
            <a:chExt cx="2400" cy="1584"/>
          </a:xfrm>
        </p:grpSpPr>
        <p:sp>
          <p:nvSpPr>
            <p:cNvPr id="24" name="Oval 109">
              <a:extLst>
                <a:ext uri="{FF2B5EF4-FFF2-40B4-BE49-F238E27FC236}">
                  <a16:creationId xmlns:a16="http://schemas.microsoft.com/office/drawing/2014/main" id="{2942E11C-ACBF-3386-9B2E-F668D8BF9CD2}"/>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25" name="Oval 110">
              <a:extLst>
                <a:ext uri="{FF2B5EF4-FFF2-40B4-BE49-F238E27FC236}">
                  <a16:creationId xmlns:a16="http://schemas.microsoft.com/office/drawing/2014/main" id="{DBB285A9-2D66-076E-0E46-D46F0B4EA1F6}"/>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26" name="Oval 111">
              <a:extLst>
                <a:ext uri="{FF2B5EF4-FFF2-40B4-BE49-F238E27FC236}">
                  <a16:creationId xmlns:a16="http://schemas.microsoft.com/office/drawing/2014/main" id="{AFF39184-512D-7637-76AA-C8945F8D50F8}"/>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27" name="Oval 112">
              <a:extLst>
                <a:ext uri="{FF2B5EF4-FFF2-40B4-BE49-F238E27FC236}">
                  <a16:creationId xmlns:a16="http://schemas.microsoft.com/office/drawing/2014/main" id="{733A4AE1-79EF-23E7-7EA6-B422166DFF7E}"/>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28" name="Oval 113">
              <a:extLst>
                <a:ext uri="{FF2B5EF4-FFF2-40B4-BE49-F238E27FC236}">
                  <a16:creationId xmlns:a16="http://schemas.microsoft.com/office/drawing/2014/main" id="{70A866B0-B59E-D579-9F73-1476117D64D4}"/>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29" name="Oval 114">
              <a:extLst>
                <a:ext uri="{FF2B5EF4-FFF2-40B4-BE49-F238E27FC236}">
                  <a16:creationId xmlns:a16="http://schemas.microsoft.com/office/drawing/2014/main" id="{928D14CA-96F3-E81F-6D93-78B0D60C8921}"/>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30" name="Oval 115">
              <a:extLst>
                <a:ext uri="{FF2B5EF4-FFF2-40B4-BE49-F238E27FC236}">
                  <a16:creationId xmlns:a16="http://schemas.microsoft.com/office/drawing/2014/main" id="{54D22736-8312-A6B1-6507-AB25921068A2}"/>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31" name="Oval 116">
              <a:extLst>
                <a:ext uri="{FF2B5EF4-FFF2-40B4-BE49-F238E27FC236}">
                  <a16:creationId xmlns:a16="http://schemas.microsoft.com/office/drawing/2014/main" id="{BD727427-1EE9-F340-B3B2-930997DA0133}"/>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32" name="Oval 117">
              <a:extLst>
                <a:ext uri="{FF2B5EF4-FFF2-40B4-BE49-F238E27FC236}">
                  <a16:creationId xmlns:a16="http://schemas.microsoft.com/office/drawing/2014/main" id="{040F5E31-337B-C06F-8E65-5B7B0235529D}"/>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grpSp>
          <p:nvGrpSpPr>
            <p:cNvPr id="33" name="Group 118">
              <a:extLst>
                <a:ext uri="{FF2B5EF4-FFF2-40B4-BE49-F238E27FC236}">
                  <a16:creationId xmlns:a16="http://schemas.microsoft.com/office/drawing/2014/main" id="{63918A08-2917-A2E6-0E64-EA16640AD92B}"/>
                </a:ext>
              </a:extLst>
            </p:cNvPr>
            <p:cNvGrpSpPr>
              <a:grpSpLocks/>
            </p:cNvGrpSpPr>
            <p:nvPr/>
          </p:nvGrpSpPr>
          <p:grpSpPr bwMode="auto">
            <a:xfrm>
              <a:off x="912" y="768"/>
              <a:ext cx="2386" cy="1553"/>
              <a:chOff x="912" y="768"/>
              <a:chExt cx="2386" cy="1553"/>
            </a:xfrm>
          </p:grpSpPr>
          <p:sp>
            <p:nvSpPr>
              <p:cNvPr id="34" name="Oval 119">
                <a:extLst>
                  <a:ext uri="{FF2B5EF4-FFF2-40B4-BE49-F238E27FC236}">
                    <a16:creationId xmlns:a16="http://schemas.microsoft.com/office/drawing/2014/main" id="{1E79DE77-0CF5-006D-41E2-DE5EDAC079C9}"/>
                  </a:ext>
                </a:extLst>
              </p:cNvPr>
              <p:cNvSpPr>
                <a:spLocks noChangeArrowheads="1"/>
              </p:cNvSpPr>
              <p:nvPr/>
            </p:nvSpPr>
            <p:spPr bwMode="auto">
              <a:xfrm>
                <a:off x="1736" y="768"/>
                <a:ext cx="1027" cy="62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35" name="Oval 120">
                <a:extLst>
                  <a:ext uri="{FF2B5EF4-FFF2-40B4-BE49-F238E27FC236}">
                    <a16:creationId xmlns:a16="http://schemas.microsoft.com/office/drawing/2014/main" id="{A0A2026F-4F89-2EE4-BACA-AE32CA03D739}"/>
                  </a:ext>
                </a:extLst>
              </p:cNvPr>
              <p:cNvSpPr>
                <a:spLocks noChangeArrowheads="1"/>
              </p:cNvSpPr>
              <p:nvPr/>
            </p:nvSpPr>
            <p:spPr bwMode="auto">
              <a:xfrm>
                <a:off x="1158" y="941"/>
                <a:ext cx="781" cy="62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36" name="Oval 121">
                <a:extLst>
                  <a:ext uri="{FF2B5EF4-FFF2-40B4-BE49-F238E27FC236}">
                    <a16:creationId xmlns:a16="http://schemas.microsoft.com/office/drawing/2014/main" id="{142CF7AA-6523-B1D5-A19E-E78A8F8B3814}"/>
                  </a:ext>
                </a:extLst>
              </p:cNvPr>
              <p:cNvSpPr>
                <a:spLocks noChangeArrowheads="1"/>
              </p:cNvSpPr>
              <p:nvPr/>
            </p:nvSpPr>
            <p:spPr bwMode="auto">
              <a:xfrm>
                <a:off x="912" y="1333"/>
                <a:ext cx="520" cy="50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37" name="Oval 122">
                <a:extLst>
                  <a:ext uri="{FF2B5EF4-FFF2-40B4-BE49-F238E27FC236}">
                    <a16:creationId xmlns:a16="http://schemas.microsoft.com/office/drawing/2014/main" id="{25BBC9D9-C86F-BC10-B347-FB43EE5C2576}"/>
                  </a:ext>
                </a:extLst>
              </p:cNvPr>
              <p:cNvSpPr>
                <a:spLocks noChangeArrowheads="1"/>
              </p:cNvSpPr>
              <p:nvPr/>
            </p:nvSpPr>
            <p:spPr bwMode="auto">
              <a:xfrm>
                <a:off x="1071" y="1568"/>
                <a:ext cx="795" cy="54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38" name="Oval 123">
                <a:extLst>
                  <a:ext uri="{FF2B5EF4-FFF2-40B4-BE49-F238E27FC236}">
                    <a16:creationId xmlns:a16="http://schemas.microsoft.com/office/drawing/2014/main" id="{DDF878A2-7FE0-A7F2-9EED-7E3B4DE7EADF}"/>
                  </a:ext>
                </a:extLst>
              </p:cNvPr>
              <p:cNvSpPr>
                <a:spLocks noChangeArrowheads="1"/>
              </p:cNvSpPr>
              <p:nvPr/>
            </p:nvSpPr>
            <p:spPr bwMode="auto">
              <a:xfrm>
                <a:off x="1649" y="1662"/>
                <a:ext cx="1200" cy="65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39" name="Oval 124">
                <a:extLst>
                  <a:ext uri="{FF2B5EF4-FFF2-40B4-BE49-F238E27FC236}">
                    <a16:creationId xmlns:a16="http://schemas.microsoft.com/office/drawing/2014/main" id="{54567A03-0FB7-08BF-959B-49CEF3C9AFE9}"/>
                  </a:ext>
                </a:extLst>
              </p:cNvPr>
              <p:cNvSpPr>
                <a:spLocks noChangeArrowheads="1"/>
              </p:cNvSpPr>
              <p:nvPr/>
            </p:nvSpPr>
            <p:spPr bwMode="auto">
              <a:xfrm>
                <a:off x="2430" y="956"/>
                <a:ext cx="752" cy="48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40" name="Oval 125">
                <a:extLst>
                  <a:ext uri="{FF2B5EF4-FFF2-40B4-BE49-F238E27FC236}">
                    <a16:creationId xmlns:a16="http://schemas.microsoft.com/office/drawing/2014/main" id="{144AF51D-6B2C-77E2-EBF6-44A5C29BDF47}"/>
                  </a:ext>
                </a:extLst>
              </p:cNvPr>
              <p:cNvSpPr>
                <a:spLocks noChangeArrowheads="1"/>
              </p:cNvSpPr>
              <p:nvPr/>
            </p:nvSpPr>
            <p:spPr bwMode="auto">
              <a:xfrm>
                <a:off x="2546" y="1286"/>
                <a:ext cx="752" cy="48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41" name="Oval 126">
                <a:extLst>
                  <a:ext uri="{FF2B5EF4-FFF2-40B4-BE49-F238E27FC236}">
                    <a16:creationId xmlns:a16="http://schemas.microsoft.com/office/drawing/2014/main" id="{EE34BF1E-F670-50AD-2320-7813536AA9BB}"/>
                  </a:ext>
                </a:extLst>
              </p:cNvPr>
              <p:cNvSpPr>
                <a:spLocks noChangeArrowheads="1"/>
              </p:cNvSpPr>
              <p:nvPr/>
            </p:nvSpPr>
            <p:spPr bwMode="auto">
              <a:xfrm>
                <a:off x="2473" y="1395"/>
                <a:ext cx="752" cy="81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sp>
            <p:nvSpPr>
              <p:cNvPr id="42" name="Oval 127">
                <a:extLst>
                  <a:ext uri="{FF2B5EF4-FFF2-40B4-BE49-F238E27FC236}">
                    <a16:creationId xmlns:a16="http://schemas.microsoft.com/office/drawing/2014/main" id="{4691302E-D59C-7E3F-F277-202F49BC5B96}"/>
                  </a:ext>
                </a:extLst>
              </p:cNvPr>
              <p:cNvSpPr>
                <a:spLocks noChangeArrowheads="1"/>
              </p:cNvSpPr>
              <p:nvPr/>
            </p:nvSpPr>
            <p:spPr bwMode="auto">
              <a:xfrm>
                <a:off x="1346" y="1144"/>
                <a:ext cx="1547" cy="81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000"/>
              </a:p>
            </p:txBody>
          </p:sp>
        </p:grpSp>
      </p:grpSp>
      <p:sp>
        <p:nvSpPr>
          <p:cNvPr id="43" name="Text Box 12">
            <a:extLst>
              <a:ext uri="{FF2B5EF4-FFF2-40B4-BE49-F238E27FC236}">
                <a16:creationId xmlns:a16="http://schemas.microsoft.com/office/drawing/2014/main" id="{06D2BFF4-75CA-6AD0-F443-24FDB56C50DC}"/>
              </a:ext>
            </a:extLst>
          </p:cNvPr>
          <p:cNvSpPr txBox="1">
            <a:spLocks noChangeArrowheads="1"/>
          </p:cNvSpPr>
          <p:nvPr/>
        </p:nvSpPr>
        <p:spPr bwMode="auto">
          <a:xfrm>
            <a:off x="7041059" y="3419421"/>
            <a:ext cx="1028692" cy="277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400"/>
              <a:t>IPv4 </a:t>
            </a:r>
            <a:r>
              <a:rPr lang="zh-CN" altLang="en-US" sz="1400"/>
              <a:t>网络</a:t>
            </a:r>
          </a:p>
        </p:txBody>
      </p:sp>
      <p:sp>
        <p:nvSpPr>
          <p:cNvPr id="44" name="Text Box 12">
            <a:extLst>
              <a:ext uri="{FF2B5EF4-FFF2-40B4-BE49-F238E27FC236}">
                <a16:creationId xmlns:a16="http://schemas.microsoft.com/office/drawing/2014/main" id="{0D0B67E1-ED17-CDF6-AFF1-A28E61CAFFC0}"/>
              </a:ext>
            </a:extLst>
          </p:cNvPr>
          <p:cNvSpPr txBox="1">
            <a:spLocks noChangeArrowheads="1"/>
          </p:cNvSpPr>
          <p:nvPr/>
        </p:nvSpPr>
        <p:spPr bwMode="auto">
          <a:xfrm>
            <a:off x="1669796" y="3493922"/>
            <a:ext cx="836488" cy="277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400"/>
              <a:t>IPv6 </a:t>
            </a:r>
            <a:r>
              <a:rPr lang="zh-CN" altLang="en-US" sz="1400"/>
              <a:t>网络</a:t>
            </a:r>
          </a:p>
        </p:txBody>
      </p:sp>
      <p:sp>
        <p:nvSpPr>
          <p:cNvPr id="45" name="Text Box 12">
            <a:extLst>
              <a:ext uri="{FF2B5EF4-FFF2-40B4-BE49-F238E27FC236}">
                <a16:creationId xmlns:a16="http://schemas.microsoft.com/office/drawing/2014/main" id="{B0BF208C-D5E9-55E6-D85F-5CAB6FD86434}"/>
              </a:ext>
            </a:extLst>
          </p:cNvPr>
          <p:cNvSpPr txBox="1">
            <a:spLocks noChangeArrowheads="1"/>
          </p:cNvSpPr>
          <p:nvPr/>
        </p:nvSpPr>
        <p:spPr bwMode="auto">
          <a:xfrm>
            <a:off x="4627009" y="3224571"/>
            <a:ext cx="1494162" cy="472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zh-CN" altLang="en-US" sz="1400"/>
              <a:t>协议转换器</a:t>
            </a:r>
            <a:endParaRPr lang="en-US" altLang="zh-CN" sz="1400"/>
          </a:p>
          <a:p>
            <a:pPr algn="ctr" eaLnBrk="1" hangingPunct="1">
              <a:spcBef>
                <a:spcPct val="0"/>
              </a:spcBef>
              <a:buFontTx/>
              <a:buNone/>
            </a:pPr>
            <a:r>
              <a:rPr lang="zh-CN" altLang="en-US" sz="1400"/>
              <a:t>（</a:t>
            </a:r>
            <a:r>
              <a:rPr lang="en-US" altLang="zh-CN" sz="1400"/>
              <a:t>NAT64 </a:t>
            </a:r>
            <a:r>
              <a:rPr lang="zh-CN" altLang="en-US" sz="1400"/>
              <a:t>路由器）</a:t>
            </a:r>
          </a:p>
        </p:txBody>
      </p:sp>
      <p:sp>
        <p:nvSpPr>
          <p:cNvPr id="46" name="Text Box 12">
            <a:extLst>
              <a:ext uri="{FF2B5EF4-FFF2-40B4-BE49-F238E27FC236}">
                <a16:creationId xmlns:a16="http://schemas.microsoft.com/office/drawing/2014/main" id="{7A968666-71A1-15CF-9985-66869530782C}"/>
              </a:ext>
            </a:extLst>
          </p:cNvPr>
          <p:cNvSpPr txBox="1">
            <a:spLocks noChangeArrowheads="1"/>
          </p:cNvSpPr>
          <p:nvPr/>
        </p:nvSpPr>
        <p:spPr bwMode="auto">
          <a:xfrm>
            <a:off x="513207" y="2589876"/>
            <a:ext cx="949331" cy="277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400" dirty="0"/>
              <a:t>2001:db8::1</a:t>
            </a:r>
            <a:endParaRPr lang="zh-CN" altLang="en-US" sz="1400" dirty="0"/>
          </a:p>
        </p:txBody>
      </p:sp>
      <p:sp>
        <p:nvSpPr>
          <p:cNvPr id="47" name="Text Box 12">
            <a:extLst>
              <a:ext uri="{FF2B5EF4-FFF2-40B4-BE49-F238E27FC236}">
                <a16:creationId xmlns:a16="http://schemas.microsoft.com/office/drawing/2014/main" id="{1603BF1A-C88E-4FFF-1059-E116DCF8C377}"/>
              </a:ext>
            </a:extLst>
          </p:cNvPr>
          <p:cNvSpPr txBox="1">
            <a:spLocks noChangeArrowheads="1"/>
          </p:cNvSpPr>
          <p:nvPr/>
        </p:nvSpPr>
        <p:spPr bwMode="auto">
          <a:xfrm>
            <a:off x="7723443" y="2598473"/>
            <a:ext cx="774279" cy="277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400"/>
              <a:t>192.0.2.1</a:t>
            </a:r>
            <a:endParaRPr lang="zh-CN" altLang="en-US" sz="1400"/>
          </a:p>
        </p:txBody>
      </p:sp>
      <p:sp>
        <p:nvSpPr>
          <p:cNvPr id="48" name="Text Box 365">
            <a:extLst>
              <a:ext uri="{FF2B5EF4-FFF2-40B4-BE49-F238E27FC236}">
                <a16:creationId xmlns:a16="http://schemas.microsoft.com/office/drawing/2014/main" id="{4E4DC4CA-AF61-D5E7-136C-2A65623217BA}"/>
              </a:ext>
            </a:extLst>
          </p:cNvPr>
          <p:cNvSpPr txBox="1">
            <a:spLocks noChangeArrowheads="1"/>
          </p:cNvSpPr>
          <p:nvPr/>
        </p:nvSpPr>
        <p:spPr bwMode="auto">
          <a:xfrm>
            <a:off x="1045130" y="1902171"/>
            <a:ext cx="2309543" cy="478528"/>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lIns="0" tIns="0" rIns="0" bIns="0"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defRPr/>
            </a:pPr>
            <a:r>
              <a:rPr kumimoji="0" lang="zh-CN" altLang="en-US" sz="1400" kern="0" dirty="0">
                <a:solidFill>
                  <a:srgbClr val="000000"/>
                </a:solidFill>
                <a:latin typeface="Times New Roman" panose="02020603050405020304" pitchFamily="18" charset="0"/>
              </a:rPr>
              <a:t>    源地址：</a:t>
            </a:r>
            <a:r>
              <a:rPr kumimoji="0" lang="en-US" altLang="zh-CN" sz="1400" kern="0" dirty="0">
                <a:solidFill>
                  <a:srgbClr val="000000"/>
                </a:solidFill>
                <a:latin typeface="Times New Roman" panose="02020603050405020304" pitchFamily="18" charset="0"/>
              </a:rPr>
              <a:t>2001:db8::1</a:t>
            </a:r>
          </a:p>
          <a:p>
            <a:pPr eaLnBrk="1" hangingPunct="1">
              <a:spcBef>
                <a:spcPct val="0"/>
              </a:spcBef>
              <a:buFontTx/>
              <a:buNone/>
              <a:defRPr/>
            </a:pPr>
            <a:r>
              <a:rPr kumimoji="0" lang="zh-CN" altLang="en-US" sz="1400" kern="0" dirty="0">
                <a:solidFill>
                  <a:srgbClr val="000000"/>
                </a:solidFill>
                <a:latin typeface="Times New Roman" panose="02020603050405020304" pitchFamily="18" charset="0"/>
              </a:rPr>
              <a:t>目的地址：</a:t>
            </a:r>
            <a:r>
              <a:rPr kumimoji="0" lang="en-US" altLang="zh-CN" sz="1400" kern="0" dirty="0">
                <a:solidFill>
                  <a:srgbClr val="000000"/>
                </a:solidFill>
                <a:latin typeface="Times New Roman" panose="02020603050405020304" pitchFamily="18" charset="0"/>
              </a:rPr>
              <a:t>64:ff9b::c000:201</a:t>
            </a:r>
            <a:endParaRPr kumimoji="0" lang="en-US" altLang="zh-CN" sz="1400" kern="0" baseline="-25000" dirty="0">
              <a:solidFill>
                <a:srgbClr val="000000"/>
              </a:solidFill>
              <a:latin typeface="Times New Roman" panose="02020603050405020304" pitchFamily="18" charset="0"/>
            </a:endParaRPr>
          </a:p>
        </p:txBody>
      </p:sp>
      <p:sp>
        <p:nvSpPr>
          <p:cNvPr id="49" name="Text Box 12">
            <a:extLst>
              <a:ext uri="{FF2B5EF4-FFF2-40B4-BE49-F238E27FC236}">
                <a16:creationId xmlns:a16="http://schemas.microsoft.com/office/drawing/2014/main" id="{3FC13472-0B33-9BDB-2319-E35332C505E4}"/>
              </a:ext>
            </a:extLst>
          </p:cNvPr>
          <p:cNvSpPr txBox="1">
            <a:spLocks noChangeArrowheads="1"/>
          </p:cNvSpPr>
          <p:nvPr/>
        </p:nvSpPr>
        <p:spPr bwMode="auto">
          <a:xfrm>
            <a:off x="1340270" y="2750341"/>
            <a:ext cx="331586" cy="305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600">
                <a:sym typeface="Wingdings" panose="05000000000000000000" pitchFamily="2" charset="2"/>
              </a:rPr>
              <a:t></a:t>
            </a:r>
            <a:endParaRPr lang="zh-CN" altLang="en-US" sz="1600"/>
          </a:p>
        </p:txBody>
      </p:sp>
      <p:sp>
        <p:nvSpPr>
          <p:cNvPr id="50" name="弧形 49">
            <a:extLst>
              <a:ext uri="{FF2B5EF4-FFF2-40B4-BE49-F238E27FC236}">
                <a16:creationId xmlns:a16="http://schemas.microsoft.com/office/drawing/2014/main" id="{8DE1D313-83D6-CC45-752A-DF3EB4C5DCDF}"/>
              </a:ext>
            </a:extLst>
          </p:cNvPr>
          <p:cNvSpPr/>
          <p:nvPr/>
        </p:nvSpPr>
        <p:spPr bwMode="auto">
          <a:xfrm>
            <a:off x="5102590" y="2446604"/>
            <a:ext cx="421219" cy="421219"/>
          </a:xfrm>
          <a:prstGeom prst="arc">
            <a:avLst>
              <a:gd name="adj1" fmla="val 6326370"/>
              <a:gd name="adj2" fmla="val 4413908"/>
            </a:avLst>
          </a:prstGeom>
          <a:noFill/>
          <a:ln w="9525" cap="flat" cmpd="sng" algn="ctr">
            <a:solidFill>
              <a:schemeClr val="tx1"/>
            </a:solidFill>
            <a:prstDash val="solid"/>
            <a:round/>
            <a:headEnd type="none" w="med" len="med"/>
            <a:tailEnd type="triangle"/>
          </a:ln>
          <a:effectLst/>
        </p:spPr>
        <p:txBody>
          <a:bodyPr/>
          <a:lstStyle/>
          <a:p>
            <a:pPr eaLnBrk="1" hangingPunct="1">
              <a:defRPr/>
            </a:pPr>
            <a:endParaRPr lang="zh-CN" altLang="en-US" sz="1600"/>
          </a:p>
        </p:txBody>
      </p:sp>
      <p:sp>
        <p:nvSpPr>
          <p:cNvPr id="51" name="文本框 72">
            <a:extLst>
              <a:ext uri="{FF2B5EF4-FFF2-40B4-BE49-F238E27FC236}">
                <a16:creationId xmlns:a16="http://schemas.microsoft.com/office/drawing/2014/main" id="{50F735A3-CB68-8BF3-46EA-88A1903ABA5A}"/>
              </a:ext>
            </a:extLst>
          </p:cNvPr>
          <p:cNvSpPr txBox="1">
            <a:spLocks noChangeArrowheads="1"/>
          </p:cNvSpPr>
          <p:nvPr/>
        </p:nvSpPr>
        <p:spPr bwMode="auto">
          <a:xfrm>
            <a:off x="4188515" y="1854892"/>
            <a:ext cx="1627838" cy="305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600">
                <a:sym typeface="Wingdings" panose="05000000000000000000" pitchFamily="2" charset="2"/>
              </a:rPr>
              <a:t></a:t>
            </a:r>
            <a:r>
              <a:rPr lang="zh-CN" altLang="en-US" sz="1400">
                <a:sym typeface="Wingdings" panose="05000000000000000000" pitchFamily="2" charset="2"/>
              </a:rPr>
              <a:t>创建地址转换记录</a:t>
            </a:r>
            <a:endParaRPr lang="zh-CN" altLang="en-US" sz="1400"/>
          </a:p>
        </p:txBody>
      </p:sp>
      <p:grpSp>
        <p:nvGrpSpPr>
          <p:cNvPr id="52" name="Group 356">
            <a:extLst>
              <a:ext uri="{FF2B5EF4-FFF2-40B4-BE49-F238E27FC236}">
                <a16:creationId xmlns:a16="http://schemas.microsoft.com/office/drawing/2014/main" id="{FA4CD02A-1C79-64EC-B515-9DB41C972A8A}"/>
              </a:ext>
            </a:extLst>
          </p:cNvPr>
          <p:cNvGrpSpPr>
            <a:grpSpLocks/>
          </p:cNvGrpSpPr>
          <p:nvPr/>
        </p:nvGrpSpPr>
        <p:grpSpPr bwMode="auto">
          <a:xfrm>
            <a:off x="1601025" y="2816246"/>
            <a:ext cx="1169098" cy="199148"/>
            <a:chOff x="1325" y="1872"/>
            <a:chExt cx="553" cy="96"/>
          </a:xfrm>
        </p:grpSpPr>
        <p:sp>
          <p:nvSpPr>
            <p:cNvPr id="53" name="Rectangle 352">
              <a:extLst>
                <a:ext uri="{FF2B5EF4-FFF2-40B4-BE49-F238E27FC236}">
                  <a16:creationId xmlns:a16="http://schemas.microsoft.com/office/drawing/2014/main" id="{B73697D6-F95C-1D8E-38E7-0B880EF3195C}"/>
                </a:ext>
              </a:extLst>
            </p:cNvPr>
            <p:cNvSpPr>
              <a:spLocks noChangeArrowheads="1"/>
            </p:cNvSpPr>
            <p:nvPr/>
          </p:nvSpPr>
          <p:spPr bwMode="auto">
            <a:xfrm>
              <a:off x="1325" y="1872"/>
              <a:ext cx="475" cy="96"/>
            </a:xfrm>
            <a:prstGeom prst="rect">
              <a:avLst/>
            </a:prstGeom>
            <a:solidFill>
              <a:srgbClr val="FFFFFF"/>
            </a:solidFill>
            <a:ln w="9525">
              <a:solidFill>
                <a:srgbClr val="000000"/>
              </a:solidFill>
              <a:miter lim="800000"/>
              <a:headEnd/>
              <a:tailEnd/>
            </a:ln>
            <a:effectLst>
              <a:outerShdw dist="35921" dir="2700000" algn="ctr" rotWithShape="0">
                <a:srgbClr val="808080"/>
              </a:outerShdw>
            </a:effec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fontAlgn="auto" hangingPunct="1">
                <a:spcBef>
                  <a:spcPct val="0"/>
                </a:spcBef>
                <a:spcAft>
                  <a:spcPts val="0"/>
                </a:spcAft>
                <a:buFontTx/>
                <a:buNone/>
                <a:defRPr/>
              </a:pPr>
              <a:endParaRPr kumimoji="0" lang="zh-CN" altLang="en-US" sz="1600" kern="0">
                <a:solidFill>
                  <a:srgbClr val="000000"/>
                </a:solidFill>
              </a:endParaRPr>
            </a:p>
          </p:txBody>
        </p:sp>
        <p:sp>
          <p:nvSpPr>
            <p:cNvPr id="54" name="Line 354">
              <a:extLst>
                <a:ext uri="{FF2B5EF4-FFF2-40B4-BE49-F238E27FC236}">
                  <a16:creationId xmlns:a16="http://schemas.microsoft.com/office/drawing/2014/main" id="{61FE8D64-7E3C-74A0-1E82-AEA314041943}"/>
                </a:ext>
              </a:extLst>
            </p:cNvPr>
            <p:cNvSpPr>
              <a:spLocks noChangeShapeType="1"/>
            </p:cNvSpPr>
            <p:nvPr/>
          </p:nvSpPr>
          <p:spPr bwMode="auto">
            <a:xfrm rot="16200000">
              <a:off x="1838" y="1888"/>
              <a:ext cx="0" cy="79"/>
            </a:xfrm>
            <a:prstGeom prst="line">
              <a:avLst/>
            </a:prstGeom>
            <a:noFill/>
            <a:ln w="57150">
              <a:solidFill>
                <a:srgbClr val="000000"/>
              </a:solidFill>
              <a:round/>
              <a:headEnd/>
              <a:tailEnd type="triangle" w="sm" len="sm"/>
            </a:ln>
          </p:spPr>
          <p:txBody>
            <a:bodyPr/>
            <a:lstStyle/>
            <a:p>
              <a:pPr eaLnBrk="1" fontAlgn="auto" hangingPunct="1">
                <a:spcBef>
                  <a:spcPts val="0"/>
                </a:spcBef>
                <a:spcAft>
                  <a:spcPts val="0"/>
                </a:spcAft>
                <a:defRPr/>
              </a:pPr>
              <a:endParaRPr kumimoji="0" lang="zh-CN" altLang="en-US" sz="1600" kern="0">
                <a:solidFill>
                  <a:srgbClr val="000000"/>
                </a:solidFill>
                <a:latin typeface="Arial" panose="020B0604020202020204" pitchFamily="34" charset="0"/>
              </a:endParaRPr>
            </a:p>
          </p:txBody>
        </p:sp>
      </p:grpSp>
      <p:sp>
        <p:nvSpPr>
          <p:cNvPr id="55" name="Text Box 12">
            <a:extLst>
              <a:ext uri="{FF2B5EF4-FFF2-40B4-BE49-F238E27FC236}">
                <a16:creationId xmlns:a16="http://schemas.microsoft.com/office/drawing/2014/main" id="{38F71D62-913E-A1F8-EE8F-84BD9BCB9687}"/>
              </a:ext>
            </a:extLst>
          </p:cNvPr>
          <p:cNvSpPr txBox="1">
            <a:spLocks noChangeArrowheads="1"/>
          </p:cNvSpPr>
          <p:nvPr/>
        </p:nvSpPr>
        <p:spPr bwMode="auto">
          <a:xfrm>
            <a:off x="1568073" y="2761803"/>
            <a:ext cx="1193454" cy="277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400" dirty="0"/>
              <a:t>IPv6 </a:t>
            </a:r>
            <a:r>
              <a:rPr lang="zh-CN" altLang="en-US" sz="1400" dirty="0"/>
              <a:t>数据报</a:t>
            </a:r>
          </a:p>
        </p:txBody>
      </p:sp>
      <p:sp>
        <p:nvSpPr>
          <p:cNvPr id="56" name="Text Box 365">
            <a:extLst>
              <a:ext uri="{FF2B5EF4-FFF2-40B4-BE49-F238E27FC236}">
                <a16:creationId xmlns:a16="http://schemas.microsoft.com/office/drawing/2014/main" id="{F13E1469-9562-35C9-9CFE-24E2C45C7591}"/>
              </a:ext>
            </a:extLst>
          </p:cNvPr>
          <p:cNvSpPr txBox="1">
            <a:spLocks noChangeArrowheads="1"/>
          </p:cNvSpPr>
          <p:nvPr/>
        </p:nvSpPr>
        <p:spPr bwMode="auto">
          <a:xfrm>
            <a:off x="3788787" y="1134234"/>
            <a:ext cx="2750820" cy="745014"/>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wrap="none" lIns="0" tIns="0" rIns="0" bIns="0"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eaLnBrk="1" hangingPunct="1">
              <a:spcBef>
                <a:spcPct val="0"/>
              </a:spcBef>
              <a:buFontTx/>
              <a:buNone/>
              <a:defRPr/>
            </a:pPr>
            <a:r>
              <a:rPr kumimoji="0" lang="en-US" altLang="zh-CN" sz="1400" kern="0" dirty="0">
                <a:solidFill>
                  <a:srgbClr val="000000"/>
                </a:solidFill>
                <a:latin typeface="Times New Roman" panose="02020603050405020304" pitchFamily="18" charset="0"/>
              </a:rPr>
              <a:t>NAT</a:t>
            </a:r>
            <a:r>
              <a:rPr kumimoji="0" lang="zh-CN" altLang="en-US" sz="1400" kern="0" dirty="0">
                <a:solidFill>
                  <a:srgbClr val="000000"/>
                </a:solidFill>
                <a:latin typeface="Times New Roman" panose="02020603050405020304" pitchFamily="18" charset="0"/>
              </a:rPr>
              <a:t>转换表</a:t>
            </a:r>
            <a:endParaRPr kumimoji="0" lang="en-US" altLang="zh-CN" sz="1400" kern="0" dirty="0">
              <a:solidFill>
                <a:srgbClr val="000000"/>
              </a:solidFill>
              <a:latin typeface="Times New Roman" panose="02020603050405020304" pitchFamily="18" charset="0"/>
            </a:endParaRPr>
          </a:p>
          <a:p>
            <a:pPr eaLnBrk="1" hangingPunct="1">
              <a:spcBef>
                <a:spcPct val="0"/>
              </a:spcBef>
              <a:buFontTx/>
              <a:buNone/>
              <a:defRPr/>
            </a:pPr>
            <a:r>
              <a:rPr kumimoji="0" lang="en-US" altLang="zh-CN" sz="1400" kern="0" dirty="0">
                <a:solidFill>
                  <a:srgbClr val="000000"/>
                </a:solidFill>
                <a:latin typeface="Times New Roman" panose="02020603050405020304" pitchFamily="18" charset="0"/>
              </a:rPr>
              <a:t> 203.0.113.1   </a:t>
            </a:r>
            <a:r>
              <a:rPr kumimoji="0" lang="en-US" altLang="zh-CN" sz="1400" kern="0" dirty="0">
                <a:solidFill>
                  <a:srgbClr val="000000"/>
                </a:solidFill>
                <a:latin typeface="Times New Roman" panose="02020603050405020304" pitchFamily="18" charset="0"/>
                <a:sym typeface="Symbol" panose="05050102010706020507" pitchFamily="18" charset="2"/>
              </a:rPr>
              <a:t>   </a:t>
            </a:r>
            <a:r>
              <a:rPr kumimoji="0" lang="en-US" altLang="zh-CN" sz="1400" kern="0" dirty="0">
                <a:solidFill>
                  <a:srgbClr val="000000"/>
                </a:solidFill>
                <a:latin typeface="Times New Roman" panose="02020603050405020304" pitchFamily="18" charset="0"/>
              </a:rPr>
              <a:t>2001:db8::1</a:t>
            </a:r>
            <a:endParaRPr kumimoji="0" lang="en-US" altLang="zh-CN" sz="1400" kern="0" dirty="0">
              <a:solidFill>
                <a:srgbClr val="000000"/>
              </a:solidFill>
              <a:latin typeface="Times New Roman" panose="02020603050405020304" pitchFamily="18" charset="0"/>
              <a:sym typeface="Symbol" panose="05050102010706020507" pitchFamily="18" charset="2"/>
            </a:endParaRPr>
          </a:p>
          <a:p>
            <a:pPr eaLnBrk="1" hangingPunct="1">
              <a:spcBef>
                <a:spcPct val="0"/>
              </a:spcBef>
              <a:buFontTx/>
              <a:buNone/>
              <a:defRPr/>
            </a:pPr>
            <a:r>
              <a:rPr kumimoji="0" lang="en-US" altLang="zh-CN" sz="1400" kern="0" dirty="0">
                <a:solidFill>
                  <a:srgbClr val="000000"/>
                </a:solidFill>
                <a:latin typeface="Times New Roman" panose="02020603050405020304" pitchFamily="18" charset="0"/>
              </a:rPr>
              <a:t> 192.0.2.1       </a:t>
            </a:r>
            <a:r>
              <a:rPr kumimoji="0" lang="en-US" altLang="zh-CN" sz="1400" kern="0" dirty="0">
                <a:solidFill>
                  <a:srgbClr val="000000"/>
                </a:solidFill>
                <a:latin typeface="Times New Roman" panose="02020603050405020304" pitchFamily="18" charset="0"/>
                <a:sym typeface="Symbol" panose="05050102010706020507" pitchFamily="18" charset="2"/>
              </a:rPr>
              <a:t></a:t>
            </a:r>
            <a:r>
              <a:rPr kumimoji="0" lang="zh-CN" altLang="en-US" sz="1400" kern="0" dirty="0">
                <a:solidFill>
                  <a:srgbClr val="000000"/>
                </a:solidFill>
                <a:latin typeface="Times New Roman" panose="02020603050405020304" pitchFamily="18" charset="0"/>
              </a:rPr>
              <a:t>   </a:t>
            </a:r>
            <a:r>
              <a:rPr kumimoji="0" lang="en-US" altLang="zh-CN" sz="1400" kern="0" dirty="0">
                <a:solidFill>
                  <a:srgbClr val="000000"/>
                </a:solidFill>
                <a:latin typeface="Times New Roman" panose="02020603050405020304" pitchFamily="18" charset="0"/>
              </a:rPr>
              <a:t>64:ff9b::c000:201</a:t>
            </a:r>
            <a:endParaRPr kumimoji="0" lang="en-US" altLang="zh-CN" sz="1400" kern="0" baseline="-25000" dirty="0">
              <a:solidFill>
                <a:srgbClr val="000000"/>
              </a:solidFill>
              <a:latin typeface="Times New Roman" panose="02020603050405020304" pitchFamily="18" charset="0"/>
            </a:endParaRPr>
          </a:p>
        </p:txBody>
      </p:sp>
      <p:grpSp>
        <p:nvGrpSpPr>
          <p:cNvPr id="57" name="组合 80">
            <a:extLst>
              <a:ext uri="{FF2B5EF4-FFF2-40B4-BE49-F238E27FC236}">
                <a16:creationId xmlns:a16="http://schemas.microsoft.com/office/drawing/2014/main" id="{33741695-B12B-B055-DDCF-9F7AB084CD1D}"/>
              </a:ext>
            </a:extLst>
          </p:cNvPr>
          <p:cNvGrpSpPr>
            <a:grpSpLocks/>
          </p:cNvGrpSpPr>
          <p:nvPr/>
        </p:nvGrpSpPr>
        <p:grpSpPr bwMode="auto">
          <a:xfrm>
            <a:off x="6263092" y="2753207"/>
            <a:ext cx="1186291" cy="277769"/>
            <a:chOff x="4168976" y="1000028"/>
            <a:chExt cx="1315050" cy="308535"/>
          </a:xfrm>
        </p:grpSpPr>
        <p:grpSp>
          <p:nvGrpSpPr>
            <p:cNvPr id="58" name="Group 356">
              <a:extLst>
                <a:ext uri="{FF2B5EF4-FFF2-40B4-BE49-F238E27FC236}">
                  <a16:creationId xmlns:a16="http://schemas.microsoft.com/office/drawing/2014/main" id="{C8708AE4-B28A-DFFE-274F-9C7DE63BAD4E}"/>
                </a:ext>
              </a:extLst>
            </p:cNvPr>
            <p:cNvGrpSpPr>
              <a:grpSpLocks/>
            </p:cNvGrpSpPr>
            <p:nvPr/>
          </p:nvGrpSpPr>
          <p:grpSpPr bwMode="auto">
            <a:xfrm>
              <a:off x="4211951" y="1060575"/>
              <a:ext cx="1272075" cy="220216"/>
              <a:chOff x="1325" y="1872"/>
              <a:chExt cx="553" cy="96"/>
            </a:xfrm>
          </p:grpSpPr>
          <p:sp>
            <p:nvSpPr>
              <p:cNvPr id="60" name="Rectangle 352">
                <a:extLst>
                  <a:ext uri="{FF2B5EF4-FFF2-40B4-BE49-F238E27FC236}">
                    <a16:creationId xmlns:a16="http://schemas.microsoft.com/office/drawing/2014/main" id="{C1CA614B-2002-78B7-E45D-A65B0DD75699}"/>
                  </a:ext>
                </a:extLst>
              </p:cNvPr>
              <p:cNvSpPr>
                <a:spLocks noChangeArrowheads="1"/>
              </p:cNvSpPr>
              <p:nvPr/>
            </p:nvSpPr>
            <p:spPr bwMode="auto">
              <a:xfrm>
                <a:off x="1325" y="1872"/>
                <a:ext cx="475" cy="96"/>
              </a:xfrm>
              <a:prstGeom prst="rect">
                <a:avLst/>
              </a:prstGeom>
              <a:solidFill>
                <a:srgbClr val="FFFFFF"/>
              </a:solidFill>
              <a:ln w="9525">
                <a:solidFill>
                  <a:srgbClr val="000000"/>
                </a:solidFill>
                <a:miter lim="800000"/>
                <a:headEnd/>
                <a:tailEnd/>
              </a:ln>
              <a:effectLst>
                <a:outerShdw dist="35921" dir="2700000" algn="ctr" rotWithShape="0">
                  <a:srgbClr val="808080"/>
                </a:outerShdw>
              </a:effec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fontAlgn="auto" hangingPunct="1">
                  <a:spcBef>
                    <a:spcPct val="0"/>
                  </a:spcBef>
                  <a:spcAft>
                    <a:spcPts val="0"/>
                  </a:spcAft>
                  <a:buFontTx/>
                  <a:buNone/>
                  <a:defRPr/>
                </a:pPr>
                <a:endParaRPr kumimoji="0" lang="zh-CN" altLang="en-US" sz="1600" kern="0">
                  <a:solidFill>
                    <a:srgbClr val="000000"/>
                  </a:solidFill>
                </a:endParaRPr>
              </a:p>
            </p:txBody>
          </p:sp>
          <p:sp>
            <p:nvSpPr>
              <p:cNvPr id="61" name="Line 354">
                <a:extLst>
                  <a:ext uri="{FF2B5EF4-FFF2-40B4-BE49-F238E27FC236}">
                    <a16:creationId xmlns:a16="http://schemas.microsoft.com/office/drawing/2014/main" id="{507F81C4-3ECB-7F62-F5E1-A15D3FD89382}"/>
                  </a:ext>
                </a:extLst>
              </p:cNvPr>
              <p:cNvSpPr>
                <a:spLocks noChangeShapeType="1"/>
              </p:cNvSpPr>
              <p:nvPr/>
            </p:nvSpPr>
            <p:spPr bwMode="auto">
              <a:xfrm rot="16200000">
                <a:off x="1839" y="1887"/>
                <a:ext cx="0" cy="79"/>
              </a:xfrm>
              <a:prstGeom prst="line">
                <a:avLst/>
              </a:prstGeom>
              <a:noFill/>
              <a:ln w="57150">
                <a:solidFill>
                  <a:srgbClr val="000000"/>
                </a:solidFill>
                <a:round/>
                <a:headEnd/>
                <a:tailEnd type="triangle" w="sm" len="sm"/>
              </a:ln>
            </p:spPr>
            <p:txBody>
              <a:bodyPr/>
              <a:lstStyle/>
              <a:p>
                <a:pPr eaLnBrk="1" fontAlgn="auto" hangingPunct="1">
                  <a:spcBef>
                    <a:spcPts val="0"/>
                  </a:spcBef>
                  <a:spcAft>
                    <a:spcPts val="0"/>
                  </a:spcAft>
                  <a:defRPr/>
                </a:pPr>
                <a:endParaRPr kumimoji="0" lang="zh-CN" altLang="en-US" sz="1600" kern="0">
                  <a:solidFill>
                    <a:srgbClr val="000000"/>
                  </a:solidFill>
                  <a:latin typeface="Arial" panose="020B0604020202020204" pitchFamily="34" charset="0"/>
                </a:endParaRPr>
              </a:p>
            </p:txBody>
          </p:sp>
        </p:grpSp>
        <p:sp>
          <p:nvSpPr>
            <p:cNvPr id="59" name="Text Box 12">
              <a:extLst>
                <a:ext uri="{FF2B5EF4-FFF2-40B4-BE49-F238E27FC236}">
                  <a16:creationId xmlns:a16="http://schemas.microsoft.com/office/drawing/2014/main" id="{C09087BB-3538-4A31-59D7-F9201DDE3ECB}"/>
                </a:ext>
              </a:extLst>
            </p:cNvPr>
            <p:cNvSpPr txBox="1">
              <a:spLocks noChangeArrowheads="1"/>
            </p:cNvSpPr>
            <p:nvPr/>
          </p:nvSpPr>
          <p:spPr bwMode="auto">
            <a:xfrm>
              <a:off x="4168976" y="1000028"/>
              <a:ext cx="1106898" cy="308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400"/>
                <a:t>IPv4 </a:t>
              </a:r>
              <a:r>
                <a:rPr lang="zh-CN" altLang="en-US" sz="1400"/>
                <a:t>数据报</a:t>
              </a:r>
            </a:p>
          </p:txBody>
        </p:sp>
      </p:grpSp>
      <p:grpSp>
        <p:nvGrpSpPr>
          <p:cNvPr id="62" name="组合 85">
            <a:extLst>
              <a:ext uri="{FF2B5EF4-FFF2-40B4-BE49-F238E27FC236}">
                <a16:creationId xmlns:a16="http://schemas.microsoft.com/office/drawing/2014/main" id="{C888299C-8627-FCAE-362E-72122B31F254}"/>
              </a:ext>
            </a:extLst>
          </p:cNvPr>
          <p:cNvGrpSpPr>
            <a:grpSpLocks/>
          </p:cNvGrpSpPr>
          <p:nvPr/>
        </p:nvGrpSpPr>
        <p:grpSpPr bwMode="auto">
          <a:xfrm flipH="1">
            <a:off x="6406365" y="3085598"/>
            <a:ext cx="1147985" cy="277769"/>
            <a:chOff x="4211951" y="1000028"/>
            <a:chExt cx="1272075" cy="308535"/>
          </a:xfrm>
        </p:grpSpPr>
        <p:grpSp>
          <p:nvGrpSpPr>
            <p:cNvPr id="63" name="Group 356">
              <a:extLst>
                <a:ext uri="{FF2B5EF4-FFF2-40B4-BE49-F238E27FC236}">
                  <a16:creationId xmlns:a16="http://schemas.microsoft.com/office/drawing/2014/main" id="{8DA6FF64-0EFD-1A96-B5F2-F3F95983845C}"/>
                </a:ext>
              </a:extLst>
            </p:cNvPr>
            <p:cNvGrpSpPr>
              <a:grpSpLocks/>
            </p:cNvGrpSpPr>
            <p:nvPr/>
          </p:nvGrpSpPr>
          <p:grpSpPr bwMode="auto">
            <a:xfrm>
              <a:off x="4211951" y="1060575"/>
              <a:ext cx="1272075" cy="220216"/>
              <a:chOff x="1325" y="1872"/>
              <a:chExt cx="553" cy="96"/>
            </a:xfrm>
          </p:grpSpPr>
          <p:sp>
            <p:nvSpPr>
              <p:cNvPr id="65" name="Rectangle 352">
                <a:extLst>
                  <a:ext uri="{FF2B5EF4-FFF2-40B4-BE49-F238E27FC236}">
                    <a16:creationId xmlns:a16="http://schemas.microsoft.com/office/drawing/2014/main" id="{77C6F122-0BB1-4081-502F-47F4399BD50A}"/>
                  </a:ext>
                </a:extLst>
              </p:cNvPr>
              <p:cNvSpPr>
                <a:spLocks noChangeArrowheads="1"/>
              </p:cNvSpPr>
              <p:nvPr/>
            </p:nvSpPr>
            <p:spPr bwMode="auto">
              <a:xfrm>
                <a:off x="1325" y="1872"/>
                <a:ext cx="475" cy="96"/>
              </a:xfrm>
              <a:prstGeom prst="rect">
                <a:avLst/>
              </a:prstGeom>
              <a:solidFill>
                <a:srgbClr val="FFFFFF"/>
              </a:solidFill>
              <a:ln w="9525">
                <a:solidFill>
                  <a:srgbClr val="000000"/>
                </a:solidFill>
                <a:miter lim="800000"/>
                <a:headEnd/>
                <a:tailEnd/>
              </a:ln>
              <a:effectLst>
                <a:outerShdw dist="35921" dir="2700000" algn="ctr" rotWithShape="0">
                  <a:srgbClr val="808080"/>
                </a:outerShdw>
              </a:effec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fontAlgn="auto" hangingPunct="1">
                  <a:spcBef>
                    <a:spcPct val="0"/>
                  </a:spcBef>
                  <a:spcAft>
                    <a:spcPts val="0"/>
                  </a:spcAft>
                  <a:buFontTx/>
                  <a:buNone/>
                  <a:defRPr/>
                </a:pPr>
                <a:endParaRPr kumimoji="0" lang="zh-CN" altLang="en-US" sz="1600" kern="0">
                  <a:solidFill>
                    <a:srgbClr val="000000"/>
                  </a:solidFill>
                </a:endParaRPr>
              </a:p>
            </p:txBody>
          </p:sp>
          <p:sp>
            <p:nvSpPr>
              <p:cNvPr id="66" name="Line 354">
                <a:extLst>
                  <a:ext uri="{FF2B5EF4-FFF2-40B4-BE49-F238E27FC236}">
                    <a16:creationId xmlns:a16="http://schemas.microsoft.com/office/drawing/2014/main" id="{F1436DCE-C190-CD8F-30C2-514EEC421A6E}"/>
                  </a:ext>
                </a:extLst>
              </p:cNvPr>
              <p:cNvSpPr>
                <a:spLocks noChangeShapeType="1"/>
              </p:cNvSpPr>
              <p:nvPr/>
            </p:nvSpPr>
            <p:spPr bwMode="auto">
              <a:xfrm rot="16200000">
                <a:off x="1839" y="1887"/>
                <a:ext cx="0" cy="79"/>
              </a:xfrm>
              <a:prstGeom prst="line">
                <a:avLst/>
              </a:prstGeom>
              <a:noFill/>
              <a:ln w="57150">
                <a:solidFill>
                  <a:srgbClr val="000000"/>
                </a:solidFill>
                <a:round/>
                <a:headEnd/>
                <a:tailEnd type="triangle" w="sm" len="sm"/>
              </a:ln>
            </p:spPr>
            <p:txBody>
              <a:bodyPr/>
              <a:lstStyle/>
              <a:p>
                <a:pPr eaLnBrk="1" fontAlgn="auto" hangingPunct="1">
                  <a:spcBef>
                    <a:spcPts val="0"/>
                  </a:spcBef>
                  <a:spcAft>
                    <a:spcPts val="0"/>
                  </a:spcAft>
                  <a:defRPr/>
                </a:pPr>
                <a:endParaRPr kumimoji="0" lang="zh-CN" altLang="en-US" sz="1600" kern="0">
                  <a:solidFill>
                    <a:srgbClr val="000000"/>
                  </a:solidFill>
                  <a:latin typeface="Arial" panose="020B0604020202020204" pitchFamily="34" charset="0"/>
                </a:endParaRPr>
              </a:p>
            </p:txBody>
          </p:sp>
        </p:grpSp>
        <p:sp>
          <p:nvSpPr>
            <p:cNvPr id="64" name="Text Box 12">
              <a:extLst>
                <a:ext uri="{FF2B5EF4-FFF2-40B4-BE49-F238E27FC236}">
                  <a16:creationId xmlns:a16="http://schemas.microsoft.com/office/drawing/2014/main" id="{FB162A51-17AB-4660-0BB8-4CDA8E3CAC83}"/>
                </a:ext>
              </a:extLst>
            </p:cNvPr>
            <p:cNvSpPr txBox="1">
              <a:spLocks noChangeArrowheads="1"/>
            </p:cNvSpPr>
            <p:nvPr/>
          </p:nvSpPr>
          <p:spPr bwMode="auto">
            <a:xfrm>
              <a:off x="4250669" y="1000028"/>
              <a:ext cx="1106453" cy="308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400"/>
                <a:t>IPv4 </a:t>
              </a:r>
              <a:r>
                <a:rPr lang="zh-CN" altLang="en-US" sz="1400"/>
                <a:t>数据报</a:t>
              </a:r>
            </a:p>
          </p:txBody>
        </p:sp>
      </p:grpSp>
      <p:grpSp>
        <p:nvGrpSpPr>
          <p:cNvPr id="67" name="组合 90">
            <a:extLst>
              <a:ext uri="{FF2B5EF4-FFF2-40B4-BE49-F238E27FC236}">
                <a16:creationId xmlns:a16="http://schemas.microsoft.com/office/drawing/2014/main" id="{871AA1FE-5800-E6A3-5294-802BC3AEBF01}"/>
              </a:ext>
            </a:extLst>
          </p:cNvPr>
          <p:cNvGrpSpPr>
            <a:grpSpLocks/>
          </p:cNvGrpSpPr>
          <p:nvPr/>
        </p:nvGrpSpPr>
        <p:grpSpPr bwMode="auto">
          <a:xfrm flipH="1">
            <a:off x="2393320" y="3085598"/>
            <a:ext cx="1147984" cy="277769"/>
            <a:chOff x="4211951" y="1000028"/>
            <a:chExt cx="1272075" cy="308535"/>
          </a:xfrm>
        </p:grpSpPr>
        <p:grpSp>
          <p:nvGrpSpPr>
            <p:cNvPr id="68" name="Group 356">
              <a:extLst>
                <a:ext uri="{FF2B5EF4-FFF2-40B4-BE49-F238E27FC236}">
                  <a16:creationId xmlns:a16="http://schemas.microsoft.com/office/drawing/2014/main" id="{96254FE4-9167-740A-D27C-36EFCD3F9267}"/>
                </a:ext>
              </a:extLst>
            </p:cNvPr>
            <p:cNvGrpSpPr>
              <a:grpSpLocks/>
            </p:cNvGrpSpPr>
            <p:nvPr/>
          </p:nvGrpSpPr>
          <p:grpSpPr bwMode="auto">
            <a:xfrm>
              <a:off x="4211951" y="1060575"/>
              <a:ext cx="1272075" cy="220216"/>
              <a:chOff x="1325" y="1872"/>
              <a:chExt cx="553" cy="96"/>
            </a:xfrm>
          </p:grpSpPr>
          <p:sp>
            <p:nvSpPr>
              <p:cNvPr id="70" name="Rectangle 352">
                <a:extLst>
                  <a:ext uri="{FF2B5EF4-FFF2-40B4-BE49-F238E27FC236}">
                    <a16:creationId xmlns:a16="http://schemas.microsoft.com/office/drawing/2014/main" id="{B0B41729-CF2B-5350-4FCE-D68DBDC80BA5}"/>
                  </a:ext>
                </a:extLst>
              </p:cNvPr>
              <p:cNvSpPr>
                <a:spLocks noChangeArrowheads="1"/>
              </p:cNvSpPr>
              <p:nvPr/>
            </p:nvSpPr>
            <p:spPr bwMode="auto">
              <a:xfrm>
                <a:off x="1325" y="1872"/>
                <a:ext cx="475" cy="96"/>
              </a:xfrm>
              <a:prstGeom prst="rect">
                <a:avLst/>
              </a:prstGeom>
              <a:solidFill>
                <a:srgbClr val="FFFFFF"/>
              </a:solidFill>
              <a:ln w="9525">
                <a:solidFill>
                  <a:srgbClr val="000000"/>
                </a:solidFill>
                <a:miter lim="800000"/>
                <a:headEnd/>
                <a:tailEnd/>
              </a:ln>
              <a:effectLst>
                <a:outerShdw dist="35921" dir="2700000" algn="ctr" rotWithShape="0">
                  <a:srgbClr val="808080"/>
                </a:outerShdw>
              </a:effec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fontAlgn="auto" hangingPunct="1">
                  <a:spcBef>
                    <a:spcPct val="0"/>
                  </a:spcBef>
                  <a:spcAft>
                    <a:spcPts val="0"/>
                  </a:spcAft>
                  <a:buFontTx/>
                  <a:buNone/>
                  <a:defRPr/>
                </a:pPr>
                <a:endParaRPr kumimoji="0" lang="zh-CN" altLang="en-US" sz="1600" kern="0">
                  <a:solidFill>
                    <a:srgbClr val="000000"/>
                  </a:solidFill>
                </a:endParaRPr>
              </a:p>
            </p:txBody>
          </p:sp>
          <p:sp>
            <p:nvSpPr>
              <p:cNvPr id="71" name="Line 354">
                <a:extLst>
                  <a:ext uri="{FF2B5EF4-FFF2-40B4-BE49-F238E27FC236}">
                    <a16:creationId xmlns:a16="http://schemas.microsoft.com/office/drawing/2014/main" id="{F4EFEF73-6D9A-4D7E-4FD6-C36B655E71E3}"/>
                  </a:ext>
                </a:extLst>
              </p:cNvPr>
              <p:cNvSpPr>
                <a:spLocks noChangeShapeType="1"/>
              </p:cNvSpPr>
              <p:nvPr/>
            </p:nvSpPr>
            <p:spPr bwMode="auto">
              <a:xfrm rot="16200000">
                <a:off x="1839" y="1887"/>
                <a:ext cx="0" cy="79"/>
              </a:xfrm>
              <a:prstGeom prst="line">
                <a:avLst/>
              </a:prstGeom>
              <a:noFill/>
              <a:ln w="57150">
                <a:solidFill>
                  <a:srgbClr val="000000"/>
                </a:solidFill>
                <a:round/>
                <a:headEnd/>
                <a:tailEnd type="triangle" w="sm" len="sm"/>
              </a:ln>
            </p:spPr>
            <p:txBody>
              <a:bodyPr/>
              <a:lstStyle/>
              <a:p>
                <a:pPr eaLnBrk="1" fontAlgn="auto" hangingPunct="1">
                  <a:spcBef>
                    <a:spcPts val="0"/>
                  </a:spcBef>
                  <a:spcAft>
                    <a:spcPts val="0"/>
                  </a:spcAft>
                  <a:defRPr/>
                </a:pPr>
                <a:endParaRPr kumimoji="0" lang="zh-CN" altLang="en-US" sz="1600" kern="0">
                  <a:solidFill>
                    <a:srgbClr val="000000"/>
                  </a:solidFill>
                  <a:latin typeface="Arial" panose="020B0604020202020204" pitchFamily="34" charset="0"/>
                </a:endParaRPr>
              </a:p>
            </p:txBody>
          </p:sp>
        </p:grpSp>
        <p:sp>
          <p:nvSpPr>
            <p:cNvPr id="69" name="Text Box 12">
              <a:extLst>
                <a:ext uri="{FF2B5EF4-FFF2-40B4-BE49-F238E27FC236}">
                  <a16:creationId xmlns:a16="http://schemas.microsoft.com/office/drawing/2014/main" id="{6BCAF207-9856-1180-3901-DA6FA5622025}"/>
                </a:ext>
              </a:extLst>
            </p:cNvPr>
            <p:cNvSpPr txBox="1">
              <a:spLocks noChangeArrowheads="1"/>
            </p:cNvSpPr>
            <p:nvPr/>
          </p:nvSpPr>
          <p:spPr bwMode="auto">
            <a:xfrm>
              <a:off x="4250668" y="1000028"/>
              <a:ext cx="1106454" cy="308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400"/>
                <a:t>IPv6 </a:t>
              </a:r>
              <a:r>
                <a:rPr lang="zh-CN" altLang="en-US" sz="1400"/>
                <a:t>数据报</a:t>
              </a:r>
            </a:p>
          </p:txBody>
        </p:sp>
      </p:grpSp>
      <p:sp>
        <p:nvSpPr>
          <p:cNvPr id="72" name="Text Box 12">
            <a:extLst>
              <a:ext uri="{FF2B5EF4-FFF2-40B4-BE49-F238E27FC236}">
                <a16:creationId xmlns:a16="http://schemas.microsoft.com/office/drawing/2014/main" id="{2BB51B3A-9C07-9461-9DBD-719B3222997B}"/>
              </a:ext>
            </a:extLst>
          </p:cNvPr>
          <p:cNvSpPr txBox="1">
            <a:spLocks noChangeArrowheads="1"/>
          </p:cNvSpPr>
          <p:nvPr/>
        </p:nvSpPr>
        <p:spPr bwMode="auto">
          <a:xfrm>
            <a:off x="6015232" y="2723120"/>
            <a:ext cx="331586" cy="305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600">
                <a:sym typeface="Wingdings" panose="05000000000000000000" pitchFamily="2" charset="2"/>
              </a:rPr>
              <a:t></a:t>
            </a:r>
            <a:endParaRPr lang="zh-CN" altLang="en-US" sz="1600"/>
          </a:p>
        </p:txBody>
      </p:sp>
      <p:sp>
        <p:nvSpPr>
          <p:cNvPr id="73" name="Text Box 12">
            <a:extLst>
              <a:ext uri="{FF2B5EF4-FFF2-40B4-BE49-F238E27FC236}">
                <a16:creationId xmlns:a16="http://schemas.microsoft.com/office/drawing/2014/main" id="{0C3B770B-2DA2-9A80-42CC-CC843F4B53EB}"/>
              </a:ext>
            </a:extLst>
          </p:cNvPr>
          <p:cNvSpPr txBox="1">
            <a:spLocks noChangeArrowheads="1"/>
          </p:cNvSpPr>
          <p:nvPr/>
        </p:nvSpPr>
        <p:spPr bwMode="auto">
          <a:xfrm>
            <a:off x="7505259" y="3059808"/>
            <a:ext cx="331586" cy="305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600">
                <a:sym typeface="Wingdings" panose="05000000000000000000" pitchFamily="2" charset="2"/>
              </a:rPr>
              <a:t></a:t>
            </a:r>
            <a:endParaRPr lang="zh-CN" altLang="en-US" sz="1600"/>
          </a:p>
        </p:txBody>
      </p:sp>
      <p:sp>
        <p:nvSpPr>
          <p:cNvPr id="74" name="Text Box 12">
            <a:extLst>
              <a:ext uri="{FF2B5EF4-FFF2-40B4-BE49-F238E27FC236}">
                <a16:creationId xmlns:a16="http://schemas.microsoft.com/office/drawing/2014/main" id="{2B6173D9-37AB-A3D9-9A30-502523465B55}"/>
              </a:ext>
            </a:extLst>
          </p:cNvPr>
          <p:cNvSpPr txBox="1">
            <a:spLocks noChangeArrowheads="1"/>
          </p:cNvSpPr>
          <p:nvPr/>
        </p:nvSpPr>
        <p:spPr bwMode="auto">
          <a:xfrm>
            <a:off x="4192814" y="2064069"/>
            <a:ext cx="1825284" cy="305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600">
                <a:sym typeface="Wingdings" panose="05000000000000000000" pitchFamily="2" charset="2"/>
              </a:rPr>
              <a:t></a:t>
            </a:r>
            <a:r>
              <a:rPr lang="zh-CN" altLang="en-US" sz="1400">
                <a:sym typeface="Wingdings" panose="05000000000000000000" pitchFamily="2" charset="2"/>
              </a:rPr>
              <a:t>查询地址转换记录</a:t>
            </a:r>
            <a:endParaRPr lang="zh-CN" altLang="en-US" sz="1400"/>
          </a:p>
        </p:txBody>
      </p:sp>
      <p:sp>
        <p:nvSpPr>
          <p:cNvPr id="75" name="Text Box 12">
            <a:extLst>
              <a:ext uri="{FF2B5EF4-FFF2-40B4-BE49-F238E27FC236}">
                <a16:creationId xmlns:a16="http://schemas.microsoft.com/office/drawing/2014/main" id="{38B108E9-567A-414A-DEAB-755E3E844376}"/>
              </a:ext>
            </a:extLst>
          </p:cNvPr>
          <p:cNvSpPr txBox="1">
            <a:spLocks noChangeArrowheads="1"/>
          </p:cNvSpPr>
          <p:nvPr/>
        </p:nvSpPr>
        <p:spPr bwMode="auto">
          <a:xfrm>
            <a:off x="3497945" y="3075568"/>
            <a:ext cx="331586" cy="305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600">
                <a:sym typeface="Wingdings" panose="05000000000000000000" pitchFamily="2" charset="2"/>
              </a:rPr>
              <a:t></a:t>
            </a:r>
            <a:endParaRPr lang="zh-CN" altLang="en-US" sz="1600"/>
          </a:p>
        </p:txBody>
      </p:sp>
      <p:sp>
        <p:nvSpPr>
          <p:cNvPr id="76" name="Text Box 365">
            <a:extLst>
              <a:ext uri="{FF2B5EF4-FFF2-40B4-BE49-F238E27FC236}">
                <a16:creationId xmlns:a16="http://schemas.microsoft.com/office/drawing/2014/main" id="{C417DBEC-D502-253C-955C-DD1073E94232}"/>
              </a:ext>
            </a:extLst>
          </p:cNvPr>
          <p:cNvSpPr txBox="1">
            <a:spLocks noChangeArrowheads="1"/>
          </p:cNvSpPr>
          <p:nvPr/>
        </p:nvSpPr>
        <p:spPr bwMode="auto">
          <a:xfrm>
            <a:off x="1374656" y="3962421"/>
            <a:ext cx="2315273" cy="465634"/>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lIns="0" tIns="0" rIns="0" bIns="0"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defRPr/>
            </a:pPr>
            <a:r>
              <a:rPr kumimoji="0" lang="zh-CN" altLang="en-US" sz="1400" kern="0" dirty="0">
                <a:solidFill>
                  <a:srgbClr val="000000"/>
                </a:solidFill>
                <a:latin typeface="Times New Roman" panose="02020603050405020304" pitchFamily="18" charset="0"/>
              </a:rPr>
              <a:t>    源地址：</a:t>
            </a:r>
            <a:r>
              <a:rPr kumimoji="0" lang="en-US" altLang="zh-CN" sz="1400" kern="0" dirty="0">
                <a:solidFill>
                  <a:srgbClr val="000000"/>
                </a:solidFill>
                <a:latin typeface="Times New Roman" panose="02020603050405020304" pitchFamily="18" charset="0"/>
              </a:rPr>
              <a:t>64:ff9b</a:t>
            </a:r>
            <a:r>
              <a:rPr kumimoji="0" lang="en-US" altLang="zh-CN" sz="1400" kern="0">
                <a:solidFill>
                  <a:srgbClr val="000000"/>
                </a:solidFill>
                <a:latin typeface="Times New Roman" panose="02020603050405020304" pitchFamily="18" charset="0"/>
              </a:rPr>
              <a:t>::c000:201</a:t>
            </a:r>
            <a:endParaRPr kumimoji="0" lang="en-US" altLang="zh-CN" sz="1400" kern="0" dirty="0">
              <a:solidFill>
                <a:srgbClr val="000000"/>
              </a:solidFill>
              <a:latin typeface="Times New Roman" panose="02020603050405020304" pitchFamily="18" charset="0"/>
            </a:endParaRPr>
          </a:p>
          <a:p>
            <a:pPr eaLnBrk="1" hangingPunct="1">
              <a:spcBef>
                <a:spcPct val="0"/>
              </a:spcBef>
              <a:buFontTx/>
              <a:buNone/>
              <a:defRPr/>
            </a:pPr>
            <a:r>
              <a:rPr kumimoji="0" lang="zh-CN" altLang="en-US" sz="1400" kern="0" dirty="0">
                <a:solidFill>
                  <a:srgbClr val="000000"/>
                </a:solidFill>
                <a:latin typeface="Times New Roman" panose="02020603050405020304" pitchFamily="18" charset="0"/>
              </a:rPr>
              <a:t>目的地址：</a:t>
            </a:r>
            <a:r>
              <a:rPr kumimoji="0" lang="en-US" altLang="zh-CN" sz="1400" kern="0" dirty="0">
                <a:solidFill>
                  <a:srgbClr val="000000"/>
                </a:solidFill>
                <a:latin typeface="Times New Roman" panose="02020603050405020304" pitchFamily="18" charset="0"/>
              </a:rPr>
              <a:t>2001:db8::1</a:t>
            </a:r>
            <a:endParaRPr kumimoji="0" lang="en-US" altLang="zh-CN" sz="1400" kern="0" baseline="-25000" dirty="0">
              <a:solidFill>
                <a:srgbClr val="000000"/>
              </a:solidFill>
              <a:latin typeface="Times New Roman" panose="02020603050405020304" pitchFamily="18" charset="0"/>
            </a:endParaRPr>
          </a:p>
        </p:txBody>
      </p:sp>
      <p:cxnSp>
        <p:nvCxnSpPr>
          <p:cNvPr id="77" name="直接连接符 101">
            <a:extLst>
              <a:ext uri="{FF2B5EF4-FFF2-40B4-BE49-F238E27FC236}">
                <a16:creationId xmlns:a16="http://schemas.microsoft.com/office/drawing/2014/main" id="{6178B252-7FB3-59D8-DD09-4BE3C70D66F6}"/>
              </a:ext>
            </a:extLst>
          </p:cNvPr>
          <p:cNvCxnSpPr>
            <a:cxnSpLocks noChangeShapeType="1"/>
          </p:cNvCxnSpPr>
          <p:nvPr/>
        </p:nvCxnSpPr>
        <p:spPr bwMode="auto">
          <a:xfrm flipH="1" flipV="1">
            <a:off x="2391886" y="2397892"/>
            <a:ext cx="12895" cy="418354"/>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8" name="直接连接符 103">
            <a:extLst>
              <a:ext uri="{FF2B5EF4-FFF2-40B4-BE49-F238E27FC236}">
                <a16:creationId xmlns:a16="http://schemas.microsoft.com/office/drawing/2014/main" id="{F0469770-585A-4D99-7B9E-DD8D363D812D}"/>
              </a:ext>
            </a:extLst>
          </p:cNvPr>
          <p:cNvCxnSpPr>
            <a:cxnSpLocks noChangeShapeType="1"/>
            <a:stCxn id="76" idx="0"/>
          </p:cNvCxnSpPr>
          <p:nvPr/>
        </p:nvCxnSpPr>
        <p:spPr bwMode="auto">
          <a:xfrm flipV="1">
            <a:off x="2532292" y="3373574"/>
            <a:ext cx="263620" cy="58884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79" name="Text Box 365">
            <a:extLst>
              <a:ext uri="{FF2B5EF4-FFF2-40B4-BE49-F238E27FC236}">
                <a16:creationId xmlns:a16="http://schemas.microsoft.com/office/drawing/2014/main" id="{BCD806A4-B068-39C8-DA21-51ACC7E1AD5D}"/>
              </a:ext>
            </a:extLst>
          </p:cNvPr>
          <p:cNvSpPr txBox="1">
            <a:spLocks noChangeArrowheads="1"/>
          </p:cNvSpPr>
          <p:nvPr/>
        </p:nvSpPr>
        <p:spPr bwMode="auto">
          <a:xfrm>
            <a:off x="6533876" y="1968076"/>
            <a:ext cx="1825284" cy="464201"/>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lIns="0" tIns="0" rIns="0" bIns="0"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defRPr/>
            </a:pPr>
            <a:r>
              <a:rPr kumimoji="0" lang="zh-CN" altLang="en-US" sz="1400" kern="0" dirty="0">
                <a:solidFill>
                  <a:srgbClr val="000000"/>
                </a:solidFill>
                <a:latin typeface="Times New Roman" panose="02020603050405020304" pitchFamily="18" charset="0"/>
              </a:rPr>
              <a:t>    源地址：</a:t>
            </a:r>
            <a:r>
              <a:rPr kumimoji="0" lang="en-US" altLang="zh-CN" sz="1400" kern="0" dirty="0">
                <a:solidFill>
                  <a:srgbClr val="000000"/>
                </a:solidFill>
                <a:latin typeface="Times New Roman" panose="02020603050405020304" pitchFamily="18" charset="0"/>
              </a:rPr>
              <a:t>203.0.113.1</a:t>
            </a:r>
          </a:p>
          <a:p>
            <a:pPr eaLnBrk="1" hangingPunct="1">
              <a:spcBef>
                <a:spcPct val="0"/>
              </a:spcBef>
              <a:buFontTx/>
              <a:buNone/>
              <a:defRPr/>
            </a:pPr>
            <a:r>
              <a:rPr kumimoji="0" lang="zh-CN" altLang="en-US" sz="1400" kern="0" dirty="0">
                <a:solidFill>
                  <a:srgbClr val="000000"/>
                </a:solidFill>
                <a:latin typeface="Times New Roman" panose="02020603050405020304" pitchFamily="18" charset="0"/>
              </a:rPr>
              <a:t>目的地址：</a:t>
            </a:r>
            <a:r>
              <a:rPr kumimoji="0" lang="en-US" altLang="zh-CN" sz="1400" kern="0" dirty="0">
                <a:solidFill>
                  <a:srgbClr val="000000"/>
                </a:solidFill>
                <a:latin typeface="Times New Roman" panose="02020603050405020304" pitchFamily="18" charset="0"/>
              </a:rPr>
              <a:t>192.0.2.1</a:t>
            </a:r>
            <a:endParaRPr kumimoji="0" lang="en-US" altLang="zh-CN" sz="1400" kern="0" baseline="-25000" dirty="0">
              <a:solidFill>
                <a:srgbClr val="000000"/>
              </a:solidFill>
              <a:latin typeface="Times New Roman" panose="02020603050405020304" pitchFamily="18" charset="0"/>
            </a:endParaRPr>
          </a:p>
        </p:txBody>
      </p:sp>
      <p:cxnSp>
        <p:nvCxnSpPr>
          <p:cNvPr id="80" name="直接连接符 106">
            <a:extLst>
              <a:ext uri="{FF2B5EF4-FFF2-40B4-BE49-F238E27FC236}">
                <a16:creationId xmlns:a16="http://schemas.microsoft.com/office/drawing/2014/main" id="{88A69A68-D1E8-F4EB-275E-F2ED9AEFDDDC}"/>
              </a:ext>
            </a:extLst>
          </p:cNvPr>
          <p:cNvCxnSpPr>
            <a:cxnSpLocks noChangeShapeType="1"/>
          </p:cNvCxnSpPr>
          <p:nvPr/>
        </p:nvCxnSpPr>
        <p:spPr bwMode="auto">
          <a:xfrm flipV="1">
            <a:off x="7051087" y="2442307"/>
            <a:ext cx="459903" cy="3968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81" name="Text Box 365">
            <a:extLst>
              <a:ext uri="{FF2B5EF4-FFF2-40B4-BE49-F238E27FC236}">
                <a16:creationId xmlns:a16="http://schemas.microsoft.com/office/drawing/2014/main" id="{7FE99863-8C7C-09F3-A135-634EAF4578DB}"/>
              </a:ext>
            </a:extLst>
          </p:cNvPr>
          <p:cNvSpPr txBox="1">
            <a:spLocks noChangeArrowheads="1"/>
          </p:cNvSpPr>
          <p:nvPr/>
        </p:nvSpPr>
        <p:spPr bwMode="auto">
          <a:xfrm>
            <a:off x="6108358" y="3949527"/>
            <a:ext cx="1994344" cy="464201"/>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lIns="0" tIns="0" rIns="0" bIns="0"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defRPr/>
            </a:pPr>
            <a:r>
              <a:rPr kumimoji="0" lang="zh-CN" altLang="en-US" sz="1400" kern="0" dirty="0">
                <a:solidFill>
                  <a:srgbClr val="000000"/>
                </a:solidFill>
                <a:latin typeface="Times New Roman" panose="02020603050405020304" pitchFamily="18" charset="0"/>
              </a:rPr>
              <a:t>    源地址：</a:t>
            </a:r>
            <a:r>
              <a:rPr kumimoji="0" lang="en-US" altLang="zh-CN" sz="1400" kern="0" dirty="0">
                <a:solidFill>
                  <a:srgbClr val="000000"/>
                </a:solidFill>
                <a:latin typeface="Times New Roman" panose="02020603050405020304" pitchFamily="18" charset="0"/>
              </a:rPr>
              <a:t> 192.0.2.1</a:t>
            </a:r>
          </a:p>
          <a:p>
            <a:pPr eaLnBrk="1" hangingPunct="1">
              <a:spcBef>
                <a:spcPct val="0"/>
              </a:spcBef>
              <a:buFontTx/>
              <a:buNone/>
              <a:defRPr/>
            </a:pPr>
            <a:r>
              <a:rPr kumimoji="0" lang="zh-CN" altLang="en-US" sz="1400" kern="0" dirty="0">
                <a:solidFill>
                  <a:srgbClr val="000000"/>
                </a:solidFill>
                <a:latin typeface="Times New Roman" panose="02020603050405020304" pitchFamily="18" charset="0"/>
              </a:rPr>
              <a:t>目的地址：</a:t>
            </a:r>
            <a:r>
              <a:rPr kumimoji="0" lang="en-US" altLang="zh-CN" sz="1400" kern="0" dirty="0">
                <a:solidFill>
                  <a:srgbClr val="000000"/>
                </a:solidFill>
                <a:latin typeface="Times New Roman" panose="02020603050405020304" pitchFamily="18" charset="0"/>
              </a:rPr>
              <a:t> 203.0.113.1</a:t>
            </a:r>
            <a:endParaRPr kumimoji="0" lang="en-US" altLang="zh-CN" sz="1400" kern="0" baseline="-25000" dirty="0">
              <a:solidFill>
                <a:srgbClr val="000000"/>
              </a:solidFill>
              <a:latin typeface="Times New Roman" panose="02020603050405020304" pitchFamily="18" charset="0"/>
            </a:endParaRPr>
          </a:p>
        </p:txBody>
      </p:sp>
      <p:cxnSp>
        <p:nvCxnSpPr>
          <p:cNvPr id="82" name="直接连接符 109">
            <a:extLst>
              <a:ext uri="{FF2B5EF4-FFF2-40B4-BE49-F238E27FC236}">
                <a16:creationId xmlns:a16="http://schemas.microsoft.com/office/drawing/2014/main" id="{DAF39AD7-E688-2ED4-D072-E1048A739B25}"/>
              </a:ext>
            </a:extLst>
          </p:cNvPr>
          <p:cNvCxnSpPr>
            <a:cxnSpLocks noChangeShapeType="1"/>
            <a:stCxn id="81" idx="0"/>
          </p:cNvCxnSpPr>
          <p:nvPr/>
        </p:nvCxnSpPr>
        <p:spPr bwMode="auto">
          <a:xfrm flipH="1" flipV="1">
            <a:off x="6871998" y="3320563"/>
            <a:ext cx="233533" cy="628964"/>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83" name="Line 2">
            <a:extLst>
              <a:ext uri="{FF2B5EF4-FFF2-40B4-BE49-F238E27FC236}">
                <a16:creationId xmlns:a16="http://schemas.microsoft.com/office/drawing/2014/main" id="{0E910DA5-14F0-65B4-93FF-CE8DF3ECE77A}"/>
              </a:ext>
            </a:extLst>
          </p:cNvPr>
          <p:cNvSpPr>
            <a:spLocks noChangeShapeType="1"/>
          </p:cNvSpPr>
          <p:nvPr/>
        </p:nvSpPr>
        <p:spPr bwMode="auto">
          <a:xfrm>
            <a:off x="1119632" y="3085597"/>
            <a:ext cx="6897108" cy="1576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600"/>
          </a:p>
        </p:txBody>
      </p:sp>
      <p:pic>
        <p:nvPicPr>
          <p:cNvPr id="84" name="Picture 6">
            <a:extLst>
              <a:ext uri="{FF2B5EF4-FFF2-40B4-BE49-F238E27FC236}">
                <a16:creationId xmlns:a16="http://schemas.microsoft.com/office/drawing/2014/main" id="{AF910D82-3F65-35FC-C145-F40603462162}"/>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72503" y="2910805"/>
            <a:ext cx="469932" cy="315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85" name="Picture 3">
            <a:extLst>
              <a:ext uri="{FF2B5EF4-FFF2-40B4-BE49-F238E27FC236}">
                <a16:creationId xmlns:a16="http://schemas.microsoft.com/office/drawing/2014/main" id="{BE597459-9042-41F7-BB56-AF2CEF2F26A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46247" y="2842035"/>
            <a:ext cx="475663" cy="479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3">
            <a:extLst>
              <a:ext uri="{FF2B5EF4-FFF2-40B4-BE49-F238E27FC236}">
                <a16:creationId xmlns:a16="http://schemas.microsoft.com/office/drawing/2014/main" id="{5BDAB2B7-FEDD-E435-5D26-A5C768FB054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692" y="2853497"/>
            <a:ext cx="475663" cy="479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AutoShape 5">
            <a:extLst>
              <a:ext uri="{FF2B5EF4-FFF2-40B4-BE49-F238E27FC236}">
                <a16:creationId xmlns:a16="http://schemas.microsoft.com/office/drawing/2014/main" id="{9728BFE0-0593-CFD7-3B5A-7968A0522093}"/>
              </a:ext>
            </a:extLst>
          </p:cNvPr>
          <p:cNvSpPr>
            <a:spLocks noChangeArrowheads="1"/>
          </p:cNvSpPr>
          <p:nvPr/>
        </p:nvSpPr>
        <p:spPr bwMode="auto">
          <a:xfrm>
            <a:off x="545145" y="618608"/>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0" name="Rectangle 6">
            <a:extLst>
              <a:ext uri="{FF2B5EF4-FFF2-40B4-BE49-F238E27FC236}">
                <a16:creationId xmlns:a16="http://schemas.microsoft.com/office/drawing/2014/main" id="{BF530F2C-0281-C196-191F-1A11FA9DE09D}"/>
              </a:ext>
            </a:extLst>
          </p:cNvPr>
          <p:cNvSpPr>
            <a:spLocks noChangeArrowheads="1"/>
          </p:cNvSpPr>
          <p:nvPr/>
        </p:nvSpPr>
        <p:spPr bwMode="auto">
          <a:xfrm>
            <a:off x="93406" y="585397"/>
            <a:ext cx="8834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有状态</a:t>
            </a:r>
            <a:r>
              <a:rPr lang="en-US" altLang="zh-CN" sz="2000" b="1" dirty="0">
                <a:solidFill>
                  <a:schemeClr val="bg1"/>
                </a:solidFill>
                <a:latin typeface="微软雅黑" pitchFamily="34" charset="-122"/>
                <a:ea typeface="微软雅黑" pitchFamily="34" charset="-122"/>
              </a:rPr>
              <a:t>NAT64</a:t>
            </a:r>
            <a:r>
              <a:rPr lang="zh-CN" altLang="en-US" sz="2000" b="1" dirty="0">
                <a:solidFill>
                  <a:schemeClr val="bg1"/>
                </a:solidFill>
                <a:latin typeface="微软雅黑" pitchFamily="34" charset="-122"/>
                <a:ea typeface="微软雅黑" pitchFamily="34" charset="-122"/>
              </a:rPr>
              <a:t>的工作过程</a:t>
            </a:r>
          </a:p>
        </p:txBody>
      </p:sp>
    </p:spTree>
    <p:extLst>
      <p:ext uri="{BB962C8B-B14F-4D97-AF65-F5344CB8AC3E}">
        <p14:creationId xmlns:p14="http://schemas.microsoft.com/office/powerpoint/2010/main" val="4064246717"/>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DDB246-2DED-169A-47B0-F8ED160ACAFE}"/>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323F2E2A-25DA-1799-87DB-3438D2E564F9}"/>
              </a:ext>
            </a:extLst>
          </p:cNvPr>
          <p:cNvSpPr>
            <a:spLocks noChangeArrowheads="1"/>
          </p:cNvSpPr>
          <p:nvPr/>
        </p:nvSpPr>
        <p:spPr bwMode="auto">
          <a:xfrm>
            <a:off x="545145" y="623833"/>
            <a:ext cx="8053710" cy="353930"/>
          </a:xfrm>
          <a:prstGeom prst="roundRect">
            <a:avLst>
              <a:gd name="adj" fmla="val 16667"/>
            </a:avLst>
          </a:prstGeom>
          <a:solidFill>
            <a:srgbClr val="CC0099"/>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1F2FA37A-4000-53F2-422E-89F4784DE966}"/>
              </a:ext>
            </a:extLst>
          </p:cNvPr>
          <p:cNvSpPr>
            <a:spLocks noChangeArrowheads="1"/>
          </p:cNvSpPr>
          <p:nvPr/>
        </p:nvSpPr>
        <p:spPr bwMode="auto">
          <a:xfrm>
            <a:off x="93406" y="590622"/>
            <a:ext cx="883428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加快 </a:t>
            </a:r>
            <a:r>
              <a:rPr lang="en-US" altLang="zh-CN" sz="2000" b="1" dirty="0">
                <a:solidFill>
                  <a:schemeClr val="bg1"/>
                </a:solidFill>
                <a:latin typeface="微软雅黑" pitchFamily="34" charset="-122"/>
                <a:ea typeface="微软雅黑" pitchFamily="34" charset="-122"/>
              </a:rPr>
              <a:t>IPv4 </a:t>
            </a:r>
            <a:r>
              <a:rPr lang="zh-CN" altLang="en-US" sz="2000" b="1" dirty="0">
                <a:solidFill>
                  <a:schemeClr val="bg1"/>
                </a:solidFill>
                <a:latin typeface="微软雅黑" pitchFamily="34" charset="-122"/>
                <a:ea typeface="微软雅黑" pitchFamily="34" charset="-122"/>
              </a:rPr>
              <a:t>向 </a:t>
            </a:r>
            <a:r>
              <a:rPr lang="en-US" altLang="zh-CN" sz="2000" b="1" dirty="0">
                <a:solidFill>
                  <a:schemeClr val="bg1"/>
                </a:solidFill>
                <a:latin typeface="微软雅黑" pitchFamily="34" charset="-122"/>
                <a:ea typeface="微软雅黑" pitchFamily="34" charset="-122"/>
              </a:rPr>
              <a:t>IPv6 </a:t>
            </a:r>
            <a:r>
              <a:rPr lang="zh-CN" altLang="en-US" sz="2000" b="1" dirty="0">
                <a:solidFill>
                  <a:schemeClr val="bg1"/>
                </a:solidFill>
                <a:latin typeface="微软雅黑" pitchFamily="34" charset="-122"/>
                <a:ea typeface="微软雅黑" pitchFamily="34" charset="-122"/>
              </a:rPr>
              <a:t>演进升级</a:t>
            </a:r>
          </a:p>
        </p:txBody>
      </p:sp>
      <p:sp>
        <p:nvSpPr>
          <p:cNvPr id="2" name="Rectangle 8">
            <a:extLst>
              <a:ext uri="{FF2B5EF4-FFF2-40B4-BE49-F238E27FC236}">
                <a16:creationId xmlns:a16="http://schemas.microsoft.com/office/drawing/2014/main" id="{85275C41-43C1-8C22-64D5-383E1238E8AB}"/>
              </a:ext>
            </a:extLst>
          </p:cNvPr>
          <p:cNvSpPr>
            <a:spLocks noChangeArrowheads="1"/>
          </p:cNvSpPr>
          <p:nvPr/>
        </p:nvSpPr>
        <p:spPr bwMode="auto">
          <a:xfrm>
            <a:off x="559892" y="985263"/>
            <a:ext cx="8053710" cy="3433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互联网体系结构委员会</a:t>
            </a:r>
            <a:r>
              <a:rPr lang="en-US" altLang="zh-CN" sz="2000" b="1" dirty="0">
                <a:latin typeface="微软雅黑" pitchFamily="34" charset="-122"/>
                <a:ea typeface="微软雅黑" pitchFamily="34" charset="-122"/>
              </a:rPr>
              <a:t>IAB</a:t>
            </a: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2016</a:t>
            </a:r>
            <a:r>
              <a:rPr lang="zh-CN" altLang="en-US" sz="2000" b="1" dirty="0">
                <a:latin typeface="微软雅黑" pitchFamily="34" charset="-122"/>
                <a:ea typeface="微软雅黑" pitchFamily="34" charset="-122"/>
              </a:rPr>
              <a:t>年就宣布未来互联网标准可以不考虑和</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兼容。</a:t>
            </a:r>
            <a:endParaRPr lang="en-US" altLang="zh-CN" sz="2000" b="1" dirty="0">
              <a:latin typeface="微软雅黑" pitchFamily="34" charset="-122"/>
              <a:ea typeface="微软雅黑" pitchFamily="34" charset="-122"/>
            </a:endParaRPr>
          </a:p>
          <a:p>
            <a:pPr marL="342900" indent="-342900" algn="just">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2021</a:t>
            </a:r>
            <a:r>
              <a:rPr lang="zh-CN" altLang="en-US" sz="2000" b="1" dirty="0">
                <a:latin typeface="微软雅黑" pitchFamily="34" charset="-122"/>
                <a:ea typeface="微软雅黑" pitchFamily="34" charset="-122"/>
              </a:rPr>
              <a:t>年</a:t>
            </a:r>
            <a:r>
              <a:rPr lang="en-US" altLang="zh-CN" sz="2000" b="1" dirty="0">
                <a:latin typeface="微软雅黑" pitchFamily="34" charset="-122"/>
                <a:ea typeface="微软雅黑" pitchFamily="34" charset="-122"/>
              </a:rPr>
              <a:t>7</a:t>
            </a:r>
            <a:r>
              <a:rPr lang="zh-CN" altLang="en-US" sz="2000" b="1" dirty="0">
                <a:latin typeface="微软雅黑" pitchFamily="34" charset="-122"/>
                <a:ea typeface="微软雅黑" pitchFamily="34" charset="-122"/>
              </a:rPr>
              <a:t>月，我国网信办、工业和信息化部等部门联合发布了</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关于加快推进互联网协议第六版（</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）规模部署和应用工作的通知</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（网信办发</a:t>
            </a:r>
            <a:r>
              <a:rPr lang="en-US" altLang="zh-CN" sz="2000" b="1" dirty="0">
                <a:latin typeface="微软雅黑" pitchFamily="34" charset="-122"/>
                <a:ea typeface="微软雅黑" pitchFamily="34" charset="-122"/>
              </a:rPr>
              <a:t>〔2021〕8</a:t>
            </a:r>
            <a:r>
              <a:rPr lang="zh-CN" altLang="en-US" sz="2000" b="1" dirty="0">
                <a:latin typeface="微软雅黑" pitchFamily="34" charset="-122"/>
                <a:ea typeface="微软雅黑" pitchFamily="34" charset="-122"/>
              </a:rPr>
              <a:t>号），推动我国网络全面向</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演进升级。</a:t>
            </a:r>
            <a:endParaRPr lang="en-US" altLang="zh-CN" sz="2000" b="1" dirty="0">
              <a:latin typeface="微软雅黑" pitchFamily="34" charset="-122"/>
              <a:ea typeface="微软雅黑" pitchFamily="34" charset="-122"/>
            </a:endParaRPr>
          </a:p>
          <a:p>
            <a:pPr marL="342900" indent="-34290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通知要求在</a:t>
            </a:r>
            <a:r>
              <a:rPr lang="en-US" altLang="zh-CN" sz="2000" b="1" dirty="0">
                <a:latin typeface="微软雅黑" pitchFamily="34" charset="-122"/>
                <a:ea typeface="微软雅黑" pitchFamily="34" charset="-122"/>
              </a:rPr>
              <a:t>2025</a:t>
            </a:r>
            <a:r>
              <a:rPr lang="zh-CN" altLang="en-US" sz="2000" b="1" dirty="0">
                <a:latin typeface="微软雅黑" pitchFamily="34" charset="-122"/>
                <a:ea typeface="微软雅黑" pitchFamily="34" charset="-122"/>
              </a:rPr>
              <a:t>年前，重要行业和领域系统逐步实现</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单栈全覆盖，而</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体系则逐步进入维护期。</a:t>
            </a:r>
          </a:p>
        </p:txBody>
      </p:sp>
    </p:spTree>
    <p:extLst>
      <p:ext uri="{BB962C8B-B14F-4D97-AF65-F5344CB8AC3E}">
        <p14:creationId xmlns:p14="http://schemas.microsoft.com/office/powerpoint/2010/main" val="3785551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629135" y="1058909"/>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629135" y="1665334"/>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 name="Rectangle 27"/>
          <p:cNvSpPr>
            <a:spLocks noChangeArrowheads="1"/>
          </p:cNvSpPr>
          <p:nvPr/>
        </p:nvSpPr>
        <p:spPr bwMode="auto">
          <a:xfrm>
            <a:off x="639730" y="1058909"/>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7" name="Rectangle 29"/>
          <p:cNvSpPr>
            <a:spLocks noChangeArrowheads="1"/>
          </p:cNvSpPr>
          <p:nvPr/>
        </p:nvSpPr>
        <p:spPr bwMode="auto">
          <a:xfrm>
            <a:off x="648619" y="1153841"/>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a:t>
            </a:r>
            <a:r>
              <a:rPr lang="en-US" altLang="zh-CN" sz="2000" b="1" dirty="0">
                <a:solidFill>
                  <a:srgbClr val="FFFF00"/>
                </a:solidFill>
                <a:latin typeface="微软雅黑" pitchFamily="34" charset="-122"/>
                <a:ea typeface="微软雅黑" pitchFamily="34" charset="-122"/>
              </a:rPr>
              <a:t>6</a:t>
            </a:r>
            <a:endParaRPr lang="fr-FR" altLang="zh-CN" sz="2000" b="1" dirty="0">
              <a:solidFill>
                <a:srgbClr val="FFFF00"/>
              </a:solidFill>
              <a:latin typeface="微软雅黑" pitchFamily="34" charset="-122"/>
              <a:ea typeface="微软雅黑" pitchFamily="34" charset="-122"/>
            </a:endParaRPr>
          </a:p>
          <a:p>
            <a:r>
              <a:rPr lang="zh-CN" altLang="en-US" sz="2000" b="1" dirty="0">
                <a:solidFill>
                  <a:schemeClr val="bg1"/>
                </a:solidFill>
                <a:latin typeface="微软雅黑" pitchFamily="34" charset="-122"/>
                <a:ea typeface="微软雅黑" pitchFamily="34" charset="-122"/>
              </a:rPr>
              <a:t>互联网的路由协议</a:t>
            </a:r>
          </a:p>
        </p:txBody>
      </p:sp>
      <p:sp>
        <p:nvSpPr>
          <p:cNvPr id="8" name="Rectangle 9"/>
          <p:cNvSpPr>
            <a:spLocks noChangeArrowheads="1"/>
          </p:cNvSpPr>
          <p:nvPr/>
        </p:nvSpPr>
        <p:spPr bwMode="auto">
          <a:xfrm>
            <a:off x="2629135" y="2278545"/>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9" name="Rectangle 10"/>
          <p:cNvSpPr>
            <a:spLocks noChangeArrowheads="1"/>
          </p:cNvSpPr>
          <p:nvPr/>
        </p:nvSpPr>
        <p:spPr bwMode="auto">
          <a:xfrm>
            <a:off x="2629135" y="2884970"/>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Line 16"/>
          <p:cNvSpPr>
            <a:spLocks noChangeShapeType="1"/>
          </p:cNvSpPr>
          <p:nvPr/>
        </p:nvSpPr>
        <p:spPr bwMode="auto">
          <a:xfrm>
            <a:off x="3637198" y="987472"/>
            <a:ext cx="0" cy="2963298"/>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 name="Rectangle 8"/>
          <p:cNvSpPr>
            <a:spLocks noChangeArrowheads="1"/>
          </p:cNvSpPr>
          <p:nvPr/>
        </p:nvSpPr>
        <p:spPr bwMode="auto">
          <a:xfrm>
            <a:off x="2700573" y="1024365"/>
            <a:ext cx="5574294" cy="22467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4.6.1                  </a:t>
            </a:r>
            <a:r>
              <a:rPr lang="zh-CN" altLang="en-US" sz="2000" b="1" dirty="0">
                <a:solidFill>
                  <a:schemeClr val="bg1"/>
                </a:solidFill>
                <a:latin typeface="微软雅黑" pitchFamily="34" charset="-122"/>
                <a:ea typeface="微软雅黑" pitchFamily="34" charset="-122"/>
              </a:rPr>
              <a:t>有关路由协议的几个基本概念</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4.6.2                                   </a:t>
            </a:r>
            <a:r>
              <a:rPr lang="zh-CN" altLang="en-US" sz="2000" b="1" dirty="0">
                <a:solidFill>
                  <a:schemeClr val="bg1"/>
                </a:solidFill>
                <a:latin typeface="微软雅黑" pitchFamily="34" charset="-122"/>
                <a:ea typeface="微软雅黑" pitchFamily="34" charset="-122"/>
              </a:rPr>
              <a:t>路由信息协议 </a:t>
            </a:r>
            <a:r>
              <a:rPr lang="en-US" altLang="zh-CN" sz="2000" b="1" dirty="0">
                <a:solidFill>
                  <a:schemeClr val="bg1"/>
                </a:solidFill>
                <a:latin typeface="微软雅黑" pitchFamily="34" charset="-122"/>
                <a:ea typeface="微软雅黑" pitchFamily="34" charset="-122"/>
              </a:rPr>
              <a:t>RIP</a:t>
            </a:r>
          </a:p>
          <a:p>
            <a:endParaRPr lang="en-US" altLang="zh-CN" sz="2000" b="1" dirty="0">
              <a:solidFill>
                <a:schemeClr val="bg1"/>
              </a:solidFill>
              <a:latin typeface="微软雅黑" pitchFamily="34" charset="-122"/>
              <a:ea typeface="微软雅黑" pitchFamily="34" charset="-122"/>
            </a:endParaRPr>
          </a:p>
          <a:p>
            <a:r>
              <a:rPr lang="en-US" altLang="zh-CN" sz="2000" b="1">
                <a:solidFill>
                  <a:schemeClr val="bg1"/>
                </a:solidFill>
                <a:latin typeface="微软雅黑" pitchFamily="34" charset="-122"/>
                <a:ea typeface="微软雅黑" pitchFamily="34" charset="-122"/>
              </a:rPr>
              <a:t>4.6.3                   </a:t>
            </a:r>
            <a:r>
              <a:rPr lang="zh-CN" altLang="en-US" sz="2000" b="1" dirty="0">
                <a:solidFill>
                  <a:schemeClr val="bg1"/>
                </a:solidFill>
                <a:latin typeface="微软雅黑" pitchFamily="34" charset="-122"/>
                <a:ea typeface="微软雅黑" pitchFamily="34" charset="-122"/>
              </a:rPr>
              <a:t>开放最短路径优先协议 </a:t>
            </a:r>
            <a:r>
              <a:rPr lang="en-US" altLang="zh-CN" sz="2000" b="1" dirty="0">
                <a:solidFill>
                  <a:schemeClr val="bg1"/>
                </a:solidFill>
                <a:latin typeface="微软雅黑" pitchFamily="34" charset="-122"/>
                <a:ea typeface="微软雅黑" pitchFamily="34" charset="-122"/>
              </a:rPr>
              <a:t>OSPF</a:t>
            </a: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4.6.4                                  </a:t>
            </a:r>
            <a:r>
              <a:rPr lang="zh-CN" altLang="en-US" sz="2000" b="1" dirty="0">
                <a:solidFill>
                  <a:schemeClr val="bg1"/>
                </a:solidFill>
                <a:latin typeface="微软雅黑" pitchFamily="34" charset="-122"/>
                <a:ea typeface="微软雅黑" pitchFamily="34" charset="-122"/>
              </a:rPr>
              <a:t>边界网关协议 </a:t>
            </a:r>
            <a:r>
              <a:rPr lang="en-US" altLang="zh-CN" sz="2000" b="1" dirty="0">
                <a:solidFill>
                  <a:schemeClr val="bg1"/>
                </a:solidFill>
                <a:latin typeface="微软雅黑" pitchFamily="34" charset="-122"/>
                <a:ea typeface="微软雅黑" pitchFamily="34" charset="-122"/>
              </a:rPr>
              <a:t>BGP</a:t>
            </a:r>
          </a:p>
        </p:txBody>
      </p:sp>
    </p:spTree>
    <p:extLst>
      <p:ext uri="{BB962C8B-B14F-4D97-AF65-F5344CB8AC3E}">
        <p14:creationId xmlns:p14="http://schemas.microsoft.com/office/powerpoint/2010/main" val="1288016377"/>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6220"/>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015852" y="585357"/>
            <a:ext cx="5112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4.6.1  </a:t>
            </a:r>
            <a:r>
              <a:rPr lang="zh-CN" altLang="en-US" sz="2400" b="1" dirty="0">
                <a:solidFill>
                  <a:schemeClr val="bg1"/>
                </a:solidFill>
                <a:latin typeface="微软雅黑" pitchFamily="34" charset="-122"/>
                <a:ea typeface="微软雅黑" pitchFamily="34" charset="-122"/>
              </a:rPr>
              <a:t>有关路由协议的几个基本概念</a:t>
            </a:r>
          </a:p>
        </p:txBody>
      </p:sp>
      <p:sp>
        <p:nvSpPr>
          <p:cNvPr id="92" name="任意多边形: 形状 91">
            <a:extLst>
              <a:ext uri="{FF2B5EF4-FFF2-40B4-BE49-F238E27FC236}">
                <a16:creationId xmlns:a16="http://schemas.microsoft.com/office/drawing/2014/main" id="{1621A3F8-7C03-CBDA-54D0-FE2287D7AD8B}"/>
              </a:ext>
            </a:extLst>
          </p:cNvPr>
          <p:cNvSpPr/>
          <p:nvPr/>
        </p:nvSpPr>
        <p:spPr>
          <a:xfrm>
            <a:off x="4374820" y="1500499"/>
            <a:ext cx="922356" cy="1060180"/>
          </a:xfrm>
          <a:custGeom>
            <a:avLst/>
            <a:gdLst>
              <a:gd name="csX0" fmla="*/ 0 w 1060180"/>
              <a:gd name="csY0" fmla="*/ 461178 h 922356"/>
              <a:gd name="csX1" fmla="*/ 230589 w 1060180"/>
              <a:gd name="csY1" fmla="*/ 0 h 922356"/>
              <a:gd name="csX2" fmla="*/ 829591 w 1060180"/>
              <a:gd name="csY2" fmla="*/ 0 h 922356"/>
              <a:gd name="csX3" fmla="*/ 1060180 w 1060180"/>
              <a:gd name="csY3" fmla="*/ 461178 h 922356"/>
              <a:gd name="csX4" fmla="*/ 829591 w 1060180"/>
              <a:gd name="csY4" fmla="*/ 922356 h 922356"/>
              <a:gd name="csX5" fmla="*/ 230589 w 1060180"/>
              <a:gd name="csY5" fmla="*/ 922356 h 922356"/>
              <a:gd name="csX6" fmla="*/ 0 w 1060180"/>
              <a:gd name="csY6" fmla="*/ 461178 h 92235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60180" h="922356">
                <a:moveTo>
                  <a:pt x="530090" y="0"/>
                </a:moveTo>
                <a:lnTo>
                  <a:pt x="1060179" y="200612"/>
                </a:lnTo>
                <a:lnTo>
                  <a:pt x="1060179" y="721744"/>
                </a:lnTo>
                <a:lnTo>
                  <a:pt x="530090" y="922356"/>
                </a:lnTo>
                <a:lnTo>
                  <a:pt x="1" y="721744"/>
                </a:lnTo>
                <a:lnTo>
                  <a:pt x="1" y="200612"/>
                </a:lnTo>
                <a:lnTo>
                  <a:pt x="530090" y="0"/>
                </a:lnTo>
                <a:close/>
              </a:path>
            </a:pathLst>
          </a:custGeom>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12314" tIns="233791" rIns="212314" bIns="233791" numCol="1" spcCol="1270" anchor="ctr" anchorCtr="0">
            <a:noAutofit/>
          </a:bodyPr>
          <a:lstStyle/>
          <a:p>
            <a:pPr lvl="0" algn="ctr" defTabSz="800100">
              <a:lnSpc>
                <a:spcPct val="90000"/>
              </a:lnSpc>
              <a:spcBef>
                <a:spcPct val="0"/>
              </a:spcBef>
              <a:spcAft>
                <a:spcPct val="35000"/>
              </a:spcAft>
            </a:pPr>
            <a:r>
              <a:rPr lang="zh-CN" altLang="en-US" b="1" dirty="0">
                <a:solidFill>
                  <a:schemeClr val="bg1"/>
                </a:solidFill>
                <a:latin typeface="微软雅黑" panose="020B0503020204020204" pitchFamily="34" charset="-122"/>
                <a:ea typeface="微软雅黑" panose="020B0503020204020204" pitchFamily="34" charset="-122"/>
              </a:rPr>
              <a:t>计算简单</a:t>
            </a:r>
            <a:endParaRPr lang="zh-CN" altLang="en-US" sz="1800" b="1" kern="1200" dirty="0">
              <a:latin typeface="微软雅黑" panose="020B0503020204020204" pitchFamily="34" charset="-122"/>
              <a:ea typeface="微软雅黑" panose="020B0503020204020204" pitchFamily="34" charset="-122"/>
            </a:endParaRPr>
          </a:p>
        </p:txBody>
      </p:sp>
      <p:sp>
        <p:nvSpPr>
          <p:cNvPr id="95" name="任意多边形: 形状 94">
            <a:extLst>
              <a:ext uri="{FF2B5EF4-FFF2-40B4-BE49-F238E27FC236}">
                <a16:creationId xmlns:a16="http://schemas.microsoft.com/office/drawing/2014/main" id="{0E9F5933-18A0-0B23-DE30-5D2AB2E5B514}"/>
              </a:ext>
            </a:extLst>
          </p:cNvPr>
          <p:cNvSpPr/>
          <p:nvPr/>
        </p:nvSpPr>
        <p:spPr>
          <a:xfrm>
            <a:off x="4374820" y="3300260"/>
            <a:ext cx="922356" cy="1060180"/>
          </a:xfrm>
          <a:custGeom>
            <a:avLst/>
            <a:gdLst>
              <a:gd name="csX0" fmla="*/ 0 w 1060180"/>
              <a:gd name="csY0" fmla="*/ 461178 h 922356"/>
              <a:gd name="csX1" fmla="*/ 230589 w 1060180"/>
              <a:gd name="csY1" fmla="*/ 0 h 922356"/>
              <a:gd name="csX2" fmla="*/ 829591 w 1060180"/>
              <a:gd name="csY2" fmla="*/ 0 h 922356"/>
              <a:gd name="csX3" fmla="*/ 1060180 w 1060180"/>
              <a:gd name="csY3" fmla="*/ 461178 h 922356"/>
              <a:gd name="csX4" fmla="*/ 829591 w 1060180"/>
              <a:gd name="csY4" fmla="*/ 922356 h 922356"/>
              <a:gd name="csX5" fmla="*/ 230589 w 1060180"/>
              <a:gd name="csY5" fmla="*/ 922356 h 922356"/>
              <a:gd name="csX6" fmla="*/ 0 w 1060180"/>
              <a:gd name="csY6" fmla="*/ 461178 h 92235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60180" h="922356">
                <a:moveTo>
                  <a:pt x="530090" y="0"/>
                </a:moveTo>
                <a:lnTo>
                  <a:pt x="1060179" y="200612"/>
                </a:lnTo>
                <a:lnTo>
                  <a:pt x="1060179" y="721744"/>
                </a:lnTo>
                <a:lnTo>
                  <a:pt x="530090" y="922356"/>
                </a:lnTo>
                <a:lnTo>
                  <a:pt x="1" y="721744"/>
                </a:lnTo>
                <a:lnTo>
                  <a:pt x="1" y="200612"/>
                </a:lnTo>
                <a:lnTo>
                  <a:pt x="530090" y="0"/>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12314" tIns="233791" rIns="212314" bIns="233791" numCol="1" spcCol="1270" anchor="ctr" anchorCtr="0">
            <a:noAutofit/>
          </a:bodyPr>
          <a:lstStyle/>
          <a:p>
            <a:pPr marL="0" lvl="0" indent="0" algn="ctr"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最佳</a:t>
            </a:r>
          </a:p>
        </p:txBody>
      </p:sp>
      <p:grpSp>
        <p:nvGrpSpPr>
          <p:cNvPr id="102" name="组合 101">
            <a:extLst>
              <a:ext uri="{FF2B5EF4-FFF2-40B4-BE49-F238E27FC236}">
                <a16:creationId xmlns:a16="http://schemas.microsoft.com/office/drawing/2014/main" id="{0BB2C70D-68CF-A64E-1C32-A21D17846C17}"/>
              </a:ext>
            </a:extLst>
          </p:cNvPr>
          <p:cNvGrpSpPr/>
          <p:nvPr/>
        </p:nvGrpSpPr>
        <p:grpSpPr>
          <a:xfrm>
            <a:off x="3378675" y="1500499"/>
            <a:ext cx="922356" cy="1060180"/>
            <a:chOff x="3378675" y="1500499"/>
            <a:chExt cx="922356" cy="1060180"/>
          </a:xfrm>
        </p:grpSpPr>
        <p:sp>
          <p:nvSpPr>
            <p:cNvPr id="94" name="任意多边形: 形状 93">
              <a:extLst>
                <a:ext uri="{FF2B5EF4-FFF2-40B4-BE49-F238E27FC236}">
                  <a16:creationId xmlns:a16="http://schemas.microsoft.com/office/drawing/2014/main" id="{5D6C465F-D1FA-0749-A38A-506D016D72BF}"/>
                </a:ext>
              </a:extLst>
            </p:cNvPr>
            <p:cNvSpPr/>
            <p:nvPr/>
          </p:nvSpPr>
          <p:spPr>
            <a:xfrm>
              <a:off x="3378675" y="1500499"/>
              <a:ext cx="922356" cy="1060180"/>
            </a:xfrm>
            <a:custGeom>
              <a:avLst/>
              <a:gdLst>
                <a:gd name="csX0" fmla="*/ 0 w 1060180"/>
                <a:gd name="csY0" fmla="*/ 461178 h 922356"/>
                <a:gd name="csX1" fmla="*/ 230589 w 1060180"/>
                <a:gd name="csY1" fmla="*/ 0 h 922356"/>
                <a:gd name="csX2" fmla="*/ 829591 w 1060180"/>
                <a:gd name="csY2" fmla="*/ 0 h 922356"/>
                <a:gd name="csX3" fmla="*/ 1060180 w 1060180"/>
                <a:gd name="csY3" fmla="*/ 461178 h 922356"/>
                <a:gd name="csX4" fmla="*/ 829591 w 1060180"/>
                <a:gd name="csY4" fmla="*/ 922356 h 922356"/>
                <a:gd name="csX5" fmla="*/ 230589 w 1060180"/>
                <a:gd name="csY5" fmla="*/ 922356 h 922356"/>
                <a:gd name="csX6" fmla="*/ 0 w 1060180"/>
                <a:gd name="csY6" fmla="*/ 461178 h 92235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60180" h="922356">
                  <a:moveTo>
                    <a:pt x="530090" y="0"/>
                  </a:moveTo>
                  <a:lnTo>
                    <a:pt x="1060179" y="200612"/>
                  </a:lnTo>
                  <a:lnTo>
                    <a:pt x="1060179" y="721744"/>
                  </a:lnTo>
                  <a:lnTo>
                    <a:pt x="530090" y="922356"/>
                  </a:lnTo>
                  <a:lnTo>
                    <a:pt x="1" y="721744"/>
                  </a:lnTo>
                  <a:lnTo>
                    <a:pt x="1" y="200612"/>
                  </a:lnTo>
                  <a:lnTo>
                    <a:pt x="530090" y="0"/>
                  </a:lnTo>
                  <a:close/>
                </a:path>
              </a:pathLst>
            </a:custGeom>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143734" tIns="165211" rIns="143734" bIns="165211" numCol="1" spcCol="1270" anchor="ctr" anchorCtr="0">
              <a:noAutofit/>
            </a:bodyPr>
            <a:lstStyle/>
            <a:p>
              <a:pPr marL="0" lvl="0" indent="0" algn="ctr" defTabSz="800100">
                <a:lnSpc>
                  <a:spcPct val="90000"/>
                </a:lnSpc>
                <a:spcBef>
                  <a:spcPct val="0"/>
                </a:spcBef>
                <a:spcAft>
                  <a:spcPct val="35000"/>
                </a:spcAft>
                <a:buNone/>
              </a:pPr>
              <a:endParaRPr lang="zh-CN" altLang="en-US" sz="1800" b="1" kern="1200">
                <a:latin typeface="微软雅黑" panose="020B0503020204020204" pitchFamily="34" charset="-122"/>
                <a:ea typeface="微软雅黑" panose="020B0503020204020204" pitchFamily="34" charset="-122"/>
              </a:endParaRPr>
            </a:p>
          </p:txBody>
        </p:sp>
        <p:sp>
          <p:nvSpPr>
            <p:cNvPr id="96" name="任意多边形: 形状 95">
              <a:extLst>
                <a:ext uri="{FF2B5EF4-FFF2-40B4-BE49-F238E27FC236}">
                  <a16:creationId xmlns:a16="http://schemas.microsoft.com/office/drawing/2014/main" id="{CBAD0EE3-831D-B11A-5D58-E8B91A84BB7D}"/>
                </a:ext>
              </a:extLst>
            </p:cNvPr>
            <p:cNvSpPr/>
            <p:nvPr/>
          </p:nvSpPr>
          <p:spPr>
            <a:xfrm>
              <a:off x="3448824" y="1712535"/>
              <a:ext cx="681741" cy="636108"/>
            </a:xfrm>
            <a:custGeom>
              <a:avLst/>
              <a:gdLst>
                <a:gd name="csX0" fmla="*/ 0 w 681741"/>
                <a:gd name="csY0" fmla="*/ 0 h 636108"/>
                <a:gd name="csX1" fmla="*/ 681741 w 681741"/>
                <a:gd name="csY1" fmla="*/ 0 h 636108"/>
                <a:gd name="csX2" fmla="*/ 681741 w 681741"/>
                <a:gd name="csY2" fmla="*/ 636108 h 636108"/>
                <a:gd name="csX3" fmla="*/ 0 w 681741"/>
                <a:gd name="csY3" fmla="*/ 636108 h 636108"/>
                <a:gd name="csX4" fmla="*/ 0 w 681741"/>
                <a:gd name="csY4" fmla="*/ 0 h 636108"/>
              </a:gdLst>
              <a:ahLst/>
              <a:cxnLst>
                <a:cxn ang="0">
                  <a:pos x="csX0" y="csY0"/>
                </a:cxn>
                <a:cxn ang="0">
                  <a:pos x="csX1" y="csY1"/>
                </a:cxn>
                <a:cxn ang="0">
                  <a:pos x="csX2" y="csY2"/>
                </a:cxn>
                <a:cxn ang="0">
                  <a:pos x="csX3" y="csY3"/>
                </a:cxn>
                <a:cxn ang="0">
                  <a:pos x="csX4" y="csY4"/>
                </a:cxn>
              </a:cxnLst>
              <a:rect l="l" t="t" r="r" b="b"/>
              <a:pathLst>
                <a:path w="681741" h="636108">
                  <a:moveTo>
                    <a:pt x="0" y="0"/>
                  </a:moveTo>
                  <a:lnTo>
                    <a:pt x="681741" y="0"/>
                  </a:lnTo>
                  <a:lnTo>
                    <a:pt x="681741" y="636108"/>
                  </a:lnTo>
                  <a:lnTo>
                    <a:pt x="0" y="63610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8580" tIns="68580" rIns="68580" bIns="68580" numCol="1" spcCol="1270" anchor="ctr" anchorCtr="0">
              <a:noAutofit/>
            </a:bodyPr>
            <a:lstStyle/>
            <a:p>
              <a:pPr marL="0" lvl="0" indent="0" algn="r" defTabSz="800100">
                <a:lnSpc>
                  <a:spcPct val="100000"/>
                </a:lnSpc>
                <a:spcBef>
                  <a:spcPct val="0"/>
                </a:spcBef>
                <a:spcAft>
                  <a:spcPts val="0"/>
                </a:spcAft>
                <a:buNone/>
              </a:pPr>
              <a:r>
                <a:rPr lang="zh-CN" altLang="en-US" sz="1800" b="1" kern="1200" dirty="0">
                  <a:solidFill>
                    <a:schemeClr val="bg1"/>
                  </a:solidFill>
                  <a:latin typeface="微软雅黑" panose="020B0503020204020204" pitchFamily="34" charset="-122"/>
                  <a:ea typeface="微软雅黑" panose="020B0503020204020204" pitchFamily="34" charset="-122"/>
                </a:rPr>
                <a:t>正确完整</a:t>
              </a:r>
            </a:p>
          </p:txBody>
        </p:sp>
      </p:grpSp>
      <p:sp>
        <p:nvSpPr>
          <p:cNvPr id="97" name="任意多边形: 形状 96">
            <a:extLst>
              <a:ext uri="{FF2B5EF4-FFF2-40B4-BE49-F238E27FC236}">
                <a16:creationId xmlns:a16="http://schemas.microsoft.com/office/drawing/2014/main" id="{FCF51F2A-1845-B2D7-F64E-D8786B893388}"/>
              </a:ext>
            </a:extLst>
          </p:cNvPr>
          <p:cNvSpPr/>
          <p:nvPr/>
        </p:nvSpPr>
        <p:spPr>
          <a:xfrm>
            <a:off x="2880603" y="2400380"/>
            <a:ext cx="922356" cy="1060180"/>
          </a:xfrm>
          <a:custGeom>
            <a:avLst/>
            <a:gdLst>
              <a:gd name="csX0" fmla="*/ 0 w 1060180"/>
              <a:gd name="csY0" fmla="*/ 461178 h 922356"/>
              <a:gd name="csX1" fmla="*/ 230589 w 1060180"/>
              <a:gd name="csY1" fmla="*/ 0 h 922356"/>
              <a:gd name="csX2" fmla="*/ 829591 w 1060180"/>
              <a:gd name="csY2" fmla="*/ 0 h 922356"/>
              <a:gd name="csX3" fmla="*/ 1060180 w 1060180"/>
              <a:gd name="csY3" fmla="*/ 461178 h 922356"/>
              <a:gd name="csX4" fmla="*/ 829591 w 1060180"/>
              <a:gd name="csY4" fmla="*/ 922356 h 922356"/>
              <a:gd name="csX5" fmla="*/ 230589 w 1060180"/>
              <a:gd name="csY5" fmla="*/ 922356 h 922356"/>
              <a:gd name="csX6" fmla="*/ 0 w 1060180"/>
              <a:gd name="csY6" fmla="*/ 461178 h 92235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60180" h="922356">
                <a:moveTo>
                  <a:pt x="530090" y="0"/>
                </a:moveTo>
                <a:lnTo>
                  <a:pt x="1060179" y="200612"/>
                </a:lnTo>
                <a:lnTo>
                  <a:pt x="1060179" y="721744"/>
                </a:lnTo>
                <a:lnTo>
                  <a:pt x="530090" y="922356"/>
                </a:lnTo>
                <a:lnTo>
                  <a:pt x="1" y="721744"/>
                </a:lnTo>
                <a:lnTo>
                  <a:pt x="1" y="200612"/>
                </a:lnTo>
                <a:lnTo>
                  <a:pt x="530090" y="0"/>
                </a:lnTo>
                <a:close/>
              </a:path>
            </a:pathLst>
          </a:custGeom>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143734" tIns="165211" rIns="143734" bIns="165211"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自适应</a:t>
            </a:r>
          </a:p>
        </p:txBody>
      </p:sp>
      <p:sp>
        <p:nvSpPr>
          <p:cNvPr id="98" name="任意多边形: 形状 97">
            <a:extLst>
              <a:ext uri="{FF2B5EF4-FFF2-40B4-BE49-F238E27FC236}">
                <a16:creationId xmlns:a16="http://schemas.microsoft.com/office/drawing/2014/main" id="{A8764418-0770-C16F-3CA7-772AF3C802B8}"/>
              </a:ext>
            </a:extLst>
          </p:cNvPr>
          <p:cNvSpPr/>
          <p:nvPr/>
        </p:nvSpPr>
        <p:spPr>
          <a:xfrm>
            <a:off x="4869075" y="2400380"/>
            <a:ext cx="922356" cy="1060180"/>
          </a:xfrm>
          <a:custGeom>
            <a:avLst/>
            <a:gdLst>
              <a:gd name="csX0" fmla="*/ 0 w 1060180"/>
              <a:gd name="csY0" fmla="*/ 461178 h 922356"/>
              <a:gd name="csX1" fmla="*/ 230589 w 1060180"/>
              <a:gd name="csY1" fmla="*/ 0 h 922356"/>
              <a:gd name="csX2" fmla="*/ 829591 w 1060180"/>
              <a:gd name="csY2" fmla="*/ 0 h 922356"/>
              <a:gd name="csX3" fmla="*/ 1060180 w 1060180"/>
              <a:gd name="csY3" fmla="*/ 461178 h 922356"/>
              <a:gd name="csX4" fmla="*/ 829591 w 1060180"/>
              <a:gd name="csY4" fmla="*/ 922356 h 922356"/>
              <a:gd name="csX5" fmla="*/ 230589 w 1060180"/>
              <a:gd name="csY5" fmla="*/ 922356 h 922356"/>
              <a:gd name="csX6" fmla="*/ 0 w 1060180"/>
              <a:gd name="csY6" fmla="*/ 461178 h 92235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60180" h="922356">
                <a:moveTo>
                  <a:pt x="530090" y="0"/>
                </a:moveTo>
                <a:lnTo>
                  <a:pt x="1060179" y="200612"/>
                </a:lnTo>
                <a:lnTo>
                  <a:pt x="1060179" y="721744"/>
                </a:lnTo>
                <a:lnTo>
                  <a:pt x="530090" y="922356"/>
                </a:lnTo>
                <a:lnTo>
                  <a:pt x="1" y="721744"/>
                </a:lnTo>
                <a:lnTo>
                  <a:pt x="1" y="200612"/>
                </a:lnTo>
                <a:lnTo>
                  <a:pt x="530090" y="0"/>
                </a:lnTo>
                <a:close/>
              </a:path>
            </a:pathLst>
          </a:cu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spcFirstLastPara="0" vert="horz" wrap="square" lIns="212314" tIns="233791" rIns="212314" bIns="233791" numCol="1" spcCol="1270" anchor="ctr" anchorCtr="0">
            <a:noAutofit/>
          </a:bodyPr>
          <a:lstStyle/>
          <a:p>
            <a:pPr marL="0" lvl="0" indent="0" algn="ctr" defTabSz="800100">
              <a:lnSpc>
                <a:spcPct val="90000"/>
              </a:lnSpc>
              <a:spcBef>
                <a:spcPct val="0"/>
              </a:spcBef>
              <a:spcAft>
                <a:spcPct val="35000"/>
              </a:spcAft>
              <a:buNone/>
            </a:pPr>
            <a:r>
              <a:rPr lang="zh-CN" altLang="en-US" sz="1800" b="1" kern="1200" dirty="0">
                <a:latin typeface="微软雅黑" panose="020B0503020204020204" pitchFamily="34" charset="-122"/>
                <a:ea typeface="微软雅黑" panose="020B0503020204020204" pitchFamily="34" charset="-122"/>
              </a:rPr>
              <a:t>公平</a:t>
            </a:r>
          </a:p>
        </p:txBody>
      </p:sp>
      <p:sp>
        <p:nvSpPr>
          <p:cNvPr id="99" name="任意多边形: 形状 98">
            <a:extLst>
              <a:ext uri="{FF2B5EF4-FFF2-40B4-BE49-F238E27FC236}">
                <a16:creationId xmlns:a16="http://schemas.microsoft.com/office/drawing/2014/main" id="{1F381B4D-8A44-06A0-3D9F-7EE415BB4941}"/>
              </a:ext>
            </a:extLst>
          </p:cNvPr>
          <p:cNvSpPr/>
          <p:nvPr/>
        </p:nvSpPr>
        <p:spPr>
          <a:xfrm>
            <a:off x="5325165" y="3512297"/>
            <a:ext cx="1183161" cy="636108"/>
          </a:xfrm>
          <a:custGeom>
            <a:avLst/>
            <a:gdLst>
              <a:gd name="csX0" fmla="*/ 0 w 1183161"/>
              <a:gd name="csY0" fmla="*/ 0 h 636108"/>
              <a:gd name="csX1" fmla="*/ 1183161 w 1183161"/>
              <a:gd name="csY1" fmla="*/ 0 h 636108"/>
              <a:gd name="csX2" fmla="*/ 1183161 w 1183161"/>
              <a:gd name="csY2" fmla="*/ 636108 h 636108"/>
              <a:gd name="csX3" fmla="*/ 0 w 1183161"/>
              <a:gd name="csY3" fmla="*/ 636108 h 636108"/>
              <a:gd name="csX4" fmla="*/ 0 w 1183161"/>
              <a:gd name="csY4" fmla="*/ 0 h 636108"/>
            </a:gdLst>
            <a:ahLst/>
            <a:cxnLst>
              <a:cxn ang="0">
                <a:pos x="csX0" y="csY0"/>
              </a:cxn>
              <a:cxn ang="0">
                <a:pos x="csX1" y="csY1"/>
              </a:cxn>
              <a:cxn ang="0">
                <a:pos x="csX2" y="csY2"/>
              </a:cxn>
              <a:cxn ang="0">
                <a:pos x="csX3" y="csY3"/>
              </a:cxn>
              <a:cxn ang="0">
                <a:pos x="csX4" y="csY4"/>
              </a:cxn>
            </a:cxnLst>
            <a:rect l="l" t="t" r="r" b="b"/>
            <a:pathLst>
              <a:path w="1183161" h="636108">
                <a:moveTo>
                  <a:pt x="0" y="0"/>
                </a:moveTo>
                <a:lnTo>
                  <a:pt x="1183161" y="0"/>
                </a:lnTo>
                <a:lnTo>
                  <a:pt x="1183161" y="636108"/>
                </a:lnTo>
                <a:lnTo>
                  <a:pt x="0" y="63610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endParaRPr lang="zh-CN" altLang="en-US" sz="1800" b="1" kern="1200" dirty="0">
              <a:latin typeface="微软雅黑" panose="020B0503020204020204" pitchFamily="34" charset="-122"/>
              <a:ea typeface="微软雅黑" panose="020B0503020204020204" pitchFamily="34" charset="-122"/>
            </a:endParaRPr>
          </a:p>
        </p:txBody>
      </p:sp>
      <p:sp>
        <p:nvSpPr>
          <p:cNvPr id="6" name="文本框 5">
            <a:extLst>
              <a:ext uri="{FF2B5EF4-FFF2-40B4-BE49-F238E27FC236}">
                <a16:creationId xmlns:a16="http://schemas.microsoft.com/office/drawing/2014/main" id="{E75D4224-C8AB-BC76-0019-E8FC3B740F69}"/>
              </a:ext>
            </a:extLst>
          </p:cNvPr>
          <p:cNvSpPr txBox="1"/>
          <p:nvPr/>
        </p:nvSpPr>
        <p:spPr>
          <a:xfrm>
            <a:off x="734852" y="1129502"/>
            <a:ext cx="2137919" cy="369332"/>
          </a:xfrm>
          <a:prstGeom prst="rect">
            <a:avLst/>
          </a:prstGeom>
          <a:solidFill>
            <a:srgbClr val="00B050"/>
          </a:solidFill>
        </p:spPr>
        <p:txBody>
          <a:bodyPr wrap="square">
            <a:spAutoFit/>
          </a:bodyPr>
          <a:lstStyle/>
          <a:p>
            <a:r>
              <a:rPr lang="en-US" altLang="zh-CN" sz="1800" b="1" dirty="0">
                <a:solidFill>
                  <a:schemeClr val="bg1"/>
                </a:solidFill>
                <a:latin typeface="微软雅黑" pitchFamily="34" charset="-122"/>
                <a:ea typeface="微软雅黑" pitchFamily="34" charset="-122"/>
              </a:rPr>
              <a:t>1. </a:t>
            </a:r>
            <a:r>
              <a:rPr lang="zh-CN" altLang="en-US" sz="1800" b="1" dirty="0">
                <a:solidFill>
                  <a:schemeClr val="bg1"/>
                </a:solidFill>
                <a:latin typeface="微软雅黑" pitchFamily="34" charset="-122"/>
                <a:ea typeface="微软雅黑" pitchFamily="34" charset="-122"/>
              </a:rPr>
              <a:t>理想的路由算法</a:t>
            </a:r>
          </a:p>
        </p:txBody>
      </p:sp>
      <p:grpSp>
        <p:nvGrpSpPr>
          <p:cNvPr id="103" name="组合 102">
            <a:extLst>
              <a:ext uri="{FF2B5EF4-FFF2-40B4-BE49-F238E27FC236}">
                <a16:creationId xmlns:a16="http://schemas.microsoft.com/office/drawing/2014/main" id="{F3429257-673D-1BC2-F710-CE9F8E0BB9BD}"/>
              </a:ext>
            </a:extLst>
          </p:cNvPr>
          <p:cNvGrpSpPr/>
          <p:nvPr/>
        </p:nvGrpSpPr>
        <p:grpSpPr>
          <a:xfrm>
            <a:off x="3378675" y="3300260"/>
            <a:ext cx="922356" cy="1060181"/>
            <a:chOff x="3378675" y="3300260"/>
            <a:chExt cx="922356" cy="1060181"/>
          </a:xfrm>
        </p:grpSpPr>
        <p:sp>
          <p:nvSpPr>
            <p:cNvPr id="100" name="任意多边形: 形状 99">
              <a:extLst>
                <a:ext uri="{FF2B5EF4-FFF2-40B4-BE49-F238E27FC236}">
                  <a16:creationId xmlns:a16="http://schemas.microsoft.com/office/drawing/2014/main" id="{AEB57D28-032D-2D07-64F0-C351AFBB72CB}"/>
                </a:ext>
              </a:extLst>
            </p:cNvPr>
            <p:cNvSpPr/>
            <p:nvPr/>
          </p:nvSpPr>
          <p:spPr>
            <a:xfrm>
              <a:off x="3378675" y="3300260"/>
              <a:ext cx="922356" cy="1060181"/>
            </a:xfrm>
            <a:custGeom>
              <a:avLst/>
              <a:gdLst>
                <a:gd name="csX0" fmla="*/ 0 w 1060180"/>
                <a:gd name="csY0" fmla="*/ 461178 h 922356"/>
                <a:gd name="csX1" fmla="*/ 230589 w 1060180"/>
                <a:gd name="csY1" fmla="*/ 0 h 922356"/>
                <a:gd name="csX2" fmla="*/ 829591 w 1060180"/>
                <a:gd name="csY2" fmla="*/ 0 h 922356"/>
                <a:gd name="csX3" fmla="*/ 1060180 w 1060180"/>
                <a:gd name="csY3" fmla="*/ 461178 h 922356"/>
                <a:gd name="csX4" fmla="*/ 829591 w 1060180"/>
                <a:gd name="csY4" fmla="*/ 922356 h 922356"/>
                <a:gd name="csX5" fmla="*/ 230589 w 1060180"/>
                <a:gd name="csY5" fmla="*/ 922356 h 922356"/>
                <a:gd name="csX6" fmla="*/ 0 w 1060180"/>
                <a:gd name="csY6" fmla="*/ 461178 h 92235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60180" h="922356">
                  <a:moveTo>
                    <a:pt x="530090" y="0"/>
                  </a:moveTo>
                  <a:lnTo>
                    <a:pt x="1060179" y="200612"/>
                  </a:lnTo>
                  <a:lnTo>
                    <a:pt x="1060179" y="721744"/>
                  </a:lnTo>
                  <a:lnTo>
                    <a:pt x="530090" y="922356"/>
                  </a:lnTo>
                  <a:lnTo>
                    <a:pt x="1" y="721744"/>
                  </a:lnTo>
                  <a:lnTo>
                    <a:pt x="1" y="200612"/>
                  </a:lnTo>
                  <a:lnTo>
                    <a:pt x="530090" y="0"/>
                  </a:lnTo>
                  <a:close/>
                </a:path>
              </a:pathLst>
            </a:custGeom>
            <a:solidFill>
              <a:schemeClr val="accent2">
                <a:lumMod val="75000"/>
              </a:schemeClr>
            </a:solidFill>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143734" tIns="165212" rIns="143734" bIns="165211" numCol="1" spcCol="1270" anchor="ctr" anchorCtr="0">
              <a:noAutofit/>
            </a:bodyPr>
            <a:lstStyle/>
            <a:p>
              <a:pPr marL="0" lvl="0" indent="0" algn="ctr" defTabSz="800100">
                <a:lnSpc>
                  <a:spcPct val="90000"/>
                </a:lnSpc>
                <a:spcBef>
                  <a:spcPct val="0"/>
                </a:spcBef>
                <a:spcAft>
                  <a:spcPts val="0"/>
                </a:spcAft>
                <a:buNone/>
              </a:pPr>
              <a:endParaRPr lang="zh-CN" altLang="en-US" sz="1800" b="1" kern="1200" dirty="0">
                <a:latin typeface="微软雅黑" panose="020B0503020204020204" pitchFamily="34" charset="-122"/>
                <a:ea typeface="微软雅黑" panose="020B0503020204020204" pitchFamily="34" charset="-122"/>
              </a:endParaRPr>
            </a:p>
          </p:txBody>
        </p:sp>
        <p:sp>
          <p:nvSpPr>
            <p:cNvPr id="93" name="任意多边形: 形状 92">
              <a:extLst>
                <a:ext uri="{FF2B5EF4-FFF2-40B4-BE49-F238E27FC236}">
                  <a16:creationId xmlns:a16="http://schemas.microsoft.com/office/drawing/2014/main" id="{195F8FEC-0BA1-CAD6-B33E-867B6C405799}"/>
                </a:ext>
              </a:extLst>
            </p:cNvPr>
            <p:cNvSpPr/>
            <p:nvPr/>
          </p:nvSpPr>
          <p:spPr>
            <a:xfrm>
              <a:off x="3523580" y="3512297"/>
              <a:ext cx="702518" cy="636108"/>
            </a:xfrm>
            <a:custGeom>
              <a:avLst/>
              <a:gdLst>
                <a:gd name="csX0" fmla="*/ 0 w 1183161"/>
                <a:gd name="csY0" fmla="*/ 0 h 636108"/>
                <a:gd name="csX1" fmla="*/ 1183161 w 1183161"/>
                <a:gd name="csY1" fmla="*/ 0 h 636108"/>
                <a:gd name="csX2" fmla="*/ 1183161 w 1183161"/>
                <a:gd name="csY2" fmla="*/ 636108 h 636108"/>
                <a:gd name="csX3" fmla="*/ 0 w 1183161"/>
                <a:gd name="csY3" fmla="*/ 636108 h 636108"/>
                <a:gd name="csX4" fmla="*/ 0 w 1183161"/>
                <a:gd name="csY4" fmla="*/ 0 h 636108"/>
              </a:gdLst>
              <a:ahLst/>
              <a:cxnLst>
                <a:cxn ang="0">
                  <a:pos x="csX0" y="csY0"/>
                </a:cxn>
                <a:cxn ang="0">
                  <a:pos x="csX1" y="csY1"/>
                </a:cxn>
                <a:cxn ang="0">
                  <a:pos x="csX2" y="csY2"/>
                </a:cxn>
                <a:cxn ang="0">
                  <a:pos x="csX3" y="csY3"/>
                </a:cxn>
                <a:cxn ang="0">
                  <a:pos x="csX4" y="csY4"/>
                </a:cxn>
              </a:cxnLst>
              <a:rect l="l" t="t" r="r" b="b"/>
              <a:pathLst>
                <a:path w="1183161" h="636108">
                  <a:moveTo>
                    <a:pt x="0" y="0"/>
                  </a:moveTo>
                  <a:lnTo>
                    <a:pt x="1183161" y="0"/>
                  </a:lnTo>
                  <a:lnTo>
                    <a:pt x="1183161" y="636108"/>
                  </a:lnTo>
                  <a:lnTo>
                    <a:pt x="0" y="63610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8580" tIns="68580" rIns="68580" bIns="68580" numCol="1" spcCol="1270" anchor="ctr" anchorCtr="0">
              <a:noAutofit/>
            </a:bodyPr>
            <a:lstStyle/>
            <a:p>
              <a:pPr defTabSz="800100">
                <a:lnSpc>
                  <a:spcPct val="90000"/>
                </a:lnSpc>
                <a:spcBef>
                  <a:spcPct val="0"/>
                </a:spcBef>
                <a:spcAft>
                  <a:spcPct val="35000"/>
                </a:spcAft>
              </a:pPr>
              <a:r>
                <a:rPr lang="zh-CN" altLang="en-US" b="1" dirty="0">
                  <a:solidFill>
                    <a:schemeClr val="bg1"/>
                  </a:solidFill>
                  <a:latin typeface="微软雅黑" panose="020B0503020204020204" pitchFamily="34" charset="-122"/>
                  <a:ea typeface="微软雅黑" panose="020B0503020204020204" pitchFamily="34" charset="-122"/>
                </a:rPr>
                <a:t>稳定</a:t>
              </a:r>
            </a:p>
          </p:txBody>
        </p:sp>
      </p:grpSp>
      <p:sp>
        <p:nvSpPr>
          <p:cNvPr id="101" name="任意多边形: 形状 100">
            <a:extLst>
              <a:ext uri="{FF2B5EF4-FFF2-40B4-BE49-F238E27FC236}">
                <a16:creationId xmlns:a16="http://schemas.microsoft.com/office/drawing/2014/main" id="{821EB8D2-44C5-956B-4688-C8C5EC9CAEFB}"/>
              </a:ext>
            </a:extLst>
          </p:cNvPr>
          <p:cNvSpPr/>
          <p:nvPr/>
        </p:nvSpPr>
        <p:spPr>
          <a:xfrm>
            <a:off x="3874839" y="2400379"/>
            <a:ext cx="922356" cy="1060181"/>
          </a:xfrm>
          <a:custGeom>
            <a:avLst/>
            <a:gdLst>
              <a:gd name="csX0" fmla="*/ 0 w 1060180"/>
              <a:gd name="csY0" fmla="*/ 461178 h 922356"/>
              <a:gd name="csX1" fmla="*/ 230589 w 1060180"/>
              <a:gd name="csY1" fmla="*/ 0 h 922356"/>
              <a:gd name="csX2" fmla="*/ 829591 w 1060180"/>
              <a:gd name="csY2" fmla="*/ 0 h 922356"/>
              <a:gd name="csX3" fmla="*/ 1060180 w 1060180"/>
              <a:gd name="csY3" fmla="*/ 461178 h 922356"/>
              <a:gd name="csX4" fmla="*/ 829591 w 1060180"/>
              <a:gd name="csY4" fmla="*/ 922356 h 922356"/>
              <a:gd name="csX5" fmla="*/ 230589 w 1060180"/>
              <a:gd name="csY5" fmla="*/ 922356 h 922356"/>
              <a:gd name="csX6" fmla="*/ 0 w 1060180"/>
              <a:gd name="csY6" fmla="*/ 461178 h 92235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060180" h="922356">
                <a:moveTo>
                  <a:pt x="530090" y="0"/>
                </a:moveTo>
                <a:lnTo>
                  <a:pt x="1060179" y="200612"/>
                </a:lnTo>
                <a:lnTo>
                  <a:pt x="1060179" y="721744"/>
                </a:lnTo>
                <a:lnTo>
                  <a:pt x="530090" y="922356"/>
                </a:lnTo>
                <a:lnTo>
                  <a:pt x="1" y="721744"/>
                </a:lnTo>
                <a:lnTo>
                  <a:pt x="1" y="200612"/>
                </a:lnTo>
                <a:lnTo>
                  <a:pt x="530090" y="0"/>
                </a:lnTo>
                <a:close/>
              </a:path>
            </a:pathLst>
          </a:custGeom>
          <a:solidFill>
            <a:schemeClr val="tx2">
              <a:lumMod val="60000"/>
              <a:lumOff val="40000"/>
            </a:schemeClr>
          </a:solidFill>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143734" tIns="165212" rIns="143734" bIns="165211" numCol="1" spcCol="1270" anchor="ctr" anchorCtr="0">
            <a:noAutofit/>
          </a:bodyPr>
          <a:lstStyle/>
          <a:p>
            <a:pPr marL="0" lvl="0" indent="0" algn="ctr" defTabSz="800100">
              <a:lnSpc>
                <a:spcPct val="90000"/>
              </a:lnSpc>
              <a:spcBef>
                <a:spcPct val="0"/>
              </a:spcBef>
              <a:spcAft>
                <a:spcPts val="0"/>
              </a:spcAft>
              <a:buNone/>
            </a:pPr>
            <a:endParaRPr lang="zh-CN" altLang="en-US" sz="1800" b="1" kern="12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610816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10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92"/>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1000" fill="hold"/>
                                        <p:tgtEl>
                                          <p:spTgt spid="97"/>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3000" fill="hold" nodeType="clickEffect">
                                  <p:stCondLst>
                                    <p:cond delay="0"/>
                                  </p:stCondLst>
                                  <p:childTnLst>
                                    <p:anim calcmode="discrete" valueType="str">
                                      <p:cBhvr>
                                        <p:cTn id="18" dur="1000" fill="hold"/>
                                        <p:tgtEl>
                                          <p:spTgt spid="103"/>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3000" fill="hold" grpId="0" nodeType="clickEffect">
                                  <p:stCondLst>
                                    <p:cond delay="0"/>
                                  </p:stCondLst>
                                  <p:childTnLst>
                                    <p:anim calcmode="discrete" valueType="str">
                                      <p:cBhvr>
                                        <p:cTn id="22" dur="1000" fill="hold"/>
                                        <p:tgtEl>
                                          <p:spTgt spid="98"/>
                                        </p:tgtEl>
                                        <p:attrNameLst>
                                          <p:attrName>style.visibility</p:attrName>
                                        </p:attrNameLst>
                                      </p:cBhvr>
                                      <p:tavLst>
                                        <p:tav tm="0">
                                          <p:val>
                                            <p:strVal val="hidden"/>
                                          </p:val>
                                        </p:tav>
                                        <p:tav tm="50000">
                                          <p:val>
                                            <p:strVal val="visible"/>
                                          </p:val>
                                        </p:tav>
                                      </p:tavLst>
                                    </p:anim>
                                  </p:childTnLst>
                                </p:cTn>
                              </p:par>
                            </p:childTnLst>
                          </p:cTn>
                        </p:par>
                      </p:childTnLst>
                    </p:cTn>
                  </p:par>
                  <p:par>
                    <p:cTn id="23" fill="hold">
                      <p:stCondLst>
                        <p:cond delay="indefinite"/>
                      </p:stCondLst>
                      <p:childTnLst>
                        <p:par>
                          <p:cTn id="24" fill="hold">
                            <p:stCondLst>
                              <p:cond delay="0"/>
                            </p:stCondLst>
                            <p:childTnLst>
                              <p:par>
                                <p:cTn id="25" presetID="35" presetClass="emph" presetSubtype="0" repeatCount="3000" fill="hold" grpId="0" nodeType="clickEffect">
                                  <p:stCondLst>
                                    <p:cond delay="0"/>
                                  </p:stCondLst>
                                  <p:childTnLst>
                                    <p:anim calcmode="discrete" valueType="str">
                                      <p:cBhvr>
                                        <p:cTn id="26" dur="1000" fill="hold"/>
                                        <p:tgtEl>
                                          <p:spTgt spid="9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animBg="1"/>
      <p:bldP spid="95" grpId="0" animBg="1"/>
      <p:bldP spid="97" grpId="0" animBg="1"/>
      <p:bldP spid="98"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形状 3">
            <a:extLst>
              <a:ext uri="{FF2B5EF4-FFF2-40B4-BE49-F238E27FC236}">
                <a16:creationId xmlns:a16="http://schemas.microsoft.com/office/drawing/2014/main" id="{10A1FB48-E535-2CB5-B85D-83331CC5FD7F}"/>
              </a:ext>
            </a:extLst>
          </p:cNvPr>
          <p:cNvSpPr/>
          <p:nvPr/>
        </p:nvSpPr>
        <p:spPr>
          <a:xfrm>
            <a:off x="1440873" y="618299"/>
            <a:ext cx="6520872" cy="484612"/>
          </a:xfrm>
          <a:custGeom>
            <a:avLst/>
            <a:gdLst>
              <a:gd name="csX0" fmla="*/ 0 w 6520872"/>
              <a:gd name="csY0" fmla="*/ 80770 h 484612"/>
              <a:gd name="csX1" fmla="*/ 80770 w 6520872"/>
              <a:gd name="csY1" fmla="*/ 0 h 484612"/>
              <a:gd name="csX2" fmla="*/ 6440102 w 6520872"/>
              <a:gd name="csY2" fmla="*/ 0 h 484612"/>
              <a:gd name="csX3" fmla="*/ 6520872 w 6520872"/>
              <a:gd name="csY3" fmla="*/ 80770 h 484612"/>
              <a:gd name="csX4" fmla="*/ 6520872 w 6520872"/>
              <a:gd name="csY4" fmla="*/ 403842 h 484612"/>
              <a:gd name="csX5" fmla="*/ 6440102 w 6520872"/>
              <a:gd name="csY5" fmla="*/ 484612 h 484612"/>
              <a:gd name="csX6" fmla="*/ 80770 w 6520872"/>
              <a:gd name="csY6" fmla="*/ 484612 h 484612"/>
              <a:gd name="csX7" fmla="*/ 0 w 6520872"/>
              <a:gd name="csY7" fmla="*/ 403842 h 484612"/>
              <a:gd name="csX8" fmla="*/ 0 w 6520872"/>
              <a:gd name="csY8" fmla="*/ 80770 h 4846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520872" h="484612">
                <a:moveTo>
                  <a:pt x="0" y="80770"/>
                </a:moveTo>
                <a:cubicBezTo>
                  <a:pt x="0" y="36162"/>
                  <a:pt x="36162" y="0"/>
                  <a:pt x="80770" y="0"/>
                </a:cubicBezTo>
                <a:lnTo>
                  <a:pt x="6440102" y="0"/>
                </a:lnTo>
                <a:cubicBezTo>
                  <a:pt x="6484710" y="0"/>
                  <a:pt x="6520872" y="36162"/>
                  <a:pt x="6520872" y="80770"/>
                </a:cubicBezTo>
                <a:lnTo>
                  <a:pt x="6520872" y="403842"/>
                </a:lnTo>
                <a:cubicBezTo>
                  <a:pt x="6520872" y="448450"/>
                  <a:pt x="6484710" y="484612"/>
                  <a:pt x="6440102" y="484612"/>
                </a:cubicBezTo>
                <a:lnTo>
                  <a:pt x="80770" y="484612"/>
                </a:lnTo>
                <a:cubicBezTo>
                  <a:pt x="36162" y="484612"/>
                  <a:pt x="0" y="448450"/>
                  <a:pt x="0" y="403842"/>
                </a:cubicBezTo>
                <a:lnTo>
                  <a:pt x="0" y="80770"/>
                </a:lnTo>
                <a:close/>
              </a:path>
            </a:pathLst>
          </a:custGeom>
        </p:spPr>
        <p:style>
          <a:lnRef idx="0">
            <a:schemeClr val="lt1">
              <a:hueOff val="0"/>
              <a:satOff val="0"/>
              <a:lumOff val="0"/>
              <a:alphaOff val="0"/>
            </a:schemeClr>
          </a:lnRef>
          <a:fillRef idx="3">
            <a:schemeClr val="accent2">
              <a:hueOff val="0"/>
              <a:satOff val="0"/>
              <a:lumOff val="0"/>
              <a:alphaOff val="0"/>
            </a:schemeClr>
          </a:fillRef>
          <a:effectRef idx="2">
            <a:schemeClr val="accent2">
              <a:hueOff val="0"/>
              <a:satOff val="0"/>
              <a:lumOff val="0"/>
              <a:alphaOff val="0"/>
            </a:schemeClr>
          </a:effectRef>
          <a:fontRef idx="minor">
            <a:schemeClr val="lt1"/>
          </a:fontRef>
        </p:style>
        <p:txBody>
          <a:bodyPr spcFirstLastPara="0" vert="horz" wrap="square" lIns="99857" tIns="99857" rIns="99857" bIns="99857" numCol="1" spcCol="1270" anchor="ctr" anchorCtr="0">
            <a:noAutofit/>
          </a:bodyPr>
          <a:lstStyle/>
          <a:p>
            <a:pPr marL="0" lvl="0" indent="0" algn="l"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关于“最佳路由”</a:t>
            </a:r>
          </a:p>
        </p:txBody>
      </p:sp>
      <p:sp>
        <p:nvSpPr>
          <p:cNvPr id="5" name="任意多边形: 形状 4">
            <a:extLst>
              <a:ext uri="{FF2B5EF4-FFF2-40B4-BE49-F238E27FC236}">
                <a16:creationId xmlns:a16="http://schemas.microsoft.com/office/drawing/2014/main" id="{0BBDB82C-40E8-66E3-7B43-0B2FAA76A911}"/>
              </a:ext>
            </a:extLst>
          </p:cNvPr>
          <p:cNvSpPr/>
          <p:nvPr/>
        </p:nvSpPr>
        <p:spPr>
          <a:xfrm>
            <a:off x="1440873" y="1155462"/>
            <a:ext cx="6520872" cy="1195424"/>
          </a:xfrm>
          <a:custGeom>
            <a:avLst/>
            <a:gdLst>
              <a:gd name="csX0" fmla="*/ 0 w 6520872"/>
              <a:gd name="csY0" fmla="*/ 0 h 1195424"/>
              <a:gd name="csX1" fmla="*/ 6520872 w 6520872"/>
              <a:gd name="csY1" fmla="*/ 0 h 1195424"/>
              <a:gd name="csX2" fmla="*/ 6520872 w 6520872"/>
              <a:gd name="csY2" fmla="*/ 1195424 h 1195424"/>
              <a:gd name="csX3" fmla="*/ 0 w 6520872"/>
              <a:gd name="csY3" fmla="*/ 1195424 h 1195424"/>
              <a:gd name="csX4" fmla="*/ 0 w 6520872"/>
              <a:gd name="csY4" fmla="*/ 0 h 1195424"/>
            </a:gdLst>
            <a:ahLst/>
            <a:cxnLst>
              <a:cxn ang="0">
                <a:pos x="csX0" y="csY0"/>
              </a:cxn>
              <a:cxn ang="0">
                <a:pos x="csX1" y="csY1"/>
              </a:cxn>
              <a:cxn ang="0">
                <a:pos x="csX2" y="csY2"/>
              </a:cxn>
              <a:cxn ang="0">
                <a:pos x="csX3" y="csY3"/>
              </a:cxn>
              <a:cxn ang="0">
                <a:pos x="csX4" y="csY4"/>
              </a:cxn>
            </a:cxnLst>
            <a:rect l="l" t="t" r="r" b="b"/>
            <a:pathLst>
              <a:path w="6520872" h="1195424">
                <a:moveTo>
                  <a:pt x="0" y="0"/>
                </a:moveTo>
                <a:lnTo>
                  <a:pt x="6520872" y="0"/>
                </a:lnTo>
                <a:lnTo>
                  <a:pt x="6520872" y="1195424"/>
                </a:lnTo>
                <a:lnTo>
                  <a:pt x="0" y="119542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07038" tIns="22860" rIns="128016" bIns="22860" numCol="1" spcCol="1270" anchor="t" anchorCtr="0">
            <a:noAutofit/>
          </a:bodyPr>
          <a:lstStyle/>
          <a:p>
            <a:pPr marL="171450" lvl="1" indent="-171450" algn="l" defTabSz="800100">
              <a:spcBef>
                <a:spcPct val="0"/>
              </a:spcBef>
              <a:spcAft>
                <a:spcPts val="1200"/>
              </a:spcAft>
              <a:buChar char="•"/>
            </a:pPr>
            <a:r>
              <a:rPr lang="zh-CN" altLang="en-US" sz="1800" b="1" kern="1200" dirty="0">
                <a:latin typeface="微软雅黑" panose="020B0503020204020204" pitchFamily="34" charset="-122"/>
                <a:ea typeface="微软雅黑" panose="020B0503020204020204" pitchFamily="34" charset="-122"/>
              </a:rPr>
              <a:t>不存在一种绝对的最佳路由算法。</a:t>
            </a:r>
          </a:p>
          <a:p>
            <a:pPr marL="171450" lvl="1" indent="-171450" algn="l" defTabSz="800100">
              <a:spcBef>
                <a:spcPct val="0"/>
              </a:spcBef>
              <a:spcAft>
                <a:spcPts val="1200"/>
              </a:spcAft>
              <a:buChar char="•"/>
            </a:pPr>
            <a:r>
              <a:rPr lang="zh-CN" altLang="en-US" sz="1800" b="1" kern="1200" dirty="0">
                <a:latin typeface="微软雅黑" panose="020B0503020204020204" pitchFamily="34" charset="-122"/>
                <a:ea typeface="微软雅黑" panose="020B0503020204020204" pitchFamily="34" charset="-122"/>
              </a:rPr>
              <a:t>所谓“最佳”只能是相对于某一种特定要求下得出的较为合理的选择而已。</a:t>
            </a:r>
          </a:p>
        </p:txBody>
      </p:sp>
      <p:sp>
        <p:nvSpPr>
          <p:cNvPr id="6" name="任意多边形: 形状 5">
            <a:extLst>
              <a:ext uri="{FF2B5EF4-FFF2-40B4-BE49-F238E27FC236}">
                <a16:creationId xmlns:a16="http://schemas.microsoft.com/office/drawing/2014/main" id="{4A9E85C0-EB7C-BC06-6A91-E8B1942D3B54}"/>
              </a:ext>
            </a:extLst>
          </p:cNvPr>
          <p:cNvSpPr/>
          <p:nvPr/>
        </p:nvSpPr>
        <p:spPr>
          <a:xfrm>
            <a:off x="1440873" y="2298337"/>
            <a:ext cx="6520872" cy="484612"/>
          </a:xfrm>
          <a:custGeom>
            <a:avLst/>
            <a:gdLst>
              <a:gd name="csX0" fmla="*/ 0 w 6520872"/>
              <a:gd name="csY0" fmla="*/ 80770 h 484612"/>
              <a:gd name="csX1" fmla="*/ 80770 w 6520872"/>
              <a:gd name="csY1" fmla="*/ 0 h 484612"/>
              <a:gd name="csX2" fmla="*/ 6440102 w 6520872"/>
              <a:gd name="csY2" fmla="*/ 0 h 484612"/>
              <a:gd name="csX3" fmla="*/ 6520872 w 6520872"/>
              <a:gd name="csY3" fmla="*/ 80770 h 484612"/>
              <a:gd name="csX4" fmla="*/ 6520872 w 6520872"/>
              <a:gd name="csY4" fmla="*/ 403842 h 484612"/>
              <a:gd name="csX5" fmla="*/ 6440102 w 6520872"/>
              <a:gd name="csY5" fmla="*/ 484612 h 484612"/>
              <a:gd name="csX6" fmla="*/ 80770 w 6520872"/>
              <a:gd name="csY6" fmla="*/ 484612 h 484612"/>
              <a:gd name="csX7" fmla="*/ 0 w 6520872"/>
              <a:gd name="csY7" fmla="*/ 403842 h 484612"/>
              <a:gd name="csX8" fmla="*/ 0 w 6520872"/>
              <a:gd name="csY8" fmla="*/ 80770 h 4846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520872" h="484612">
                <a:moveTo>
                  <a:pt x="0" y="80770"/>
                </a:moveTo>
                <a:cubicBezTo>
                  <a:pt x="0" y="36162"/>
                  <a:pt x="36162" y="0"/>
                  <a:pt x="80770" y="0"/>
                </a:cubicBezTo>
                <a:lnTo>
                  <a:pt x="6440102" y="0"/>
                </a:lnTo>
                <a:cubicBezTo>
                  <a:pt x="6484710" y="0"/>
                  <a:pt x="6520872" y="36162"/>
                  <a:pt x="6520872" y="80770"/>
                </a:cubicBezTo>
                <a:lnTo>
                  <a:pt x="6520872" y="403842"/>
                </a:lnTo>
                <a:cubicBezTo>
                  <a:pt x="6520872" y="448450"/>
                  <a:pt x="6484710" y="484612"/>
                  <a:pt x="6440102" y="484612"/>
                </a:cubicBezTo>
                <a:lnTo>
                  <a:pt x="80770" y="484612"/>
                </a:lnTo>
                <a:cubicBezTo>
                  <a:pt x="36162" y="484612"/>
                  <a:pt x="0" y="448450"/>
                  <a:pt x="0" y="403842"/>
                </a:cubicBezTo>
                <a:lnTo>
                  <a:pt x="0" y="80770"/>
                </a:lnTo>
                <a:close/>
              </a:path>
            </a:pathLst>
          </a:custGeom>
        </p:spPr>
        <p:style>
          <a:lnRef idx="0">
            <a:schemeClr val="lt1">
              <a:hueOff val="0"/>
              <a:satOff val="0"/>
              <a:lumOff val="0"/>
              <a:alphaOff val="0"/>
            </a:schemeClr>
          </a:lnRef>
          <a:fillRef idx="3">
            <a:schemeClr val="accent3">
              <a:hueOff val="0"/>
              <a:satOff val="0"/>
              <a:lumOff val="0"/>
              <a:alphaOff val="0"/>
            </a:schemeClr>
          </a:fillRef>
          <a:effectRef idx="2">
            <a:schemeClr val="accent3">
              <a:hueOff val="0"/>
              <a:satOff val="0"/>
              <a:lumOff val="0"/>
              <a:alphaOff val="0"/>
            </a:schemeClr>
          </a:effectRef>
          <a:fontRef idx="minor">
            <a:schemeClr val="lt1"/>
          </a:fontRef>
        </p:style>
        <p:txBody>
          <a:bodyPr spcFirstLastPara="0" vert="horz" wrap="square" lIns="99857" tIns="99857" rIns="99857" bIns="99857" numCol="1" spcCol="1270" anchor="ctr" anchorCtr="0">
            <a:noAutofit/>
          </a:bodyPr>
          <a:lstStyle/>
          <a:p>
            <a:pPr marL="0" lvl="0" indent="0" algn="l" defTabSz="889000">
              <a:lnSpc>
                <a:spcPct val="90000"/>
              </a:lnSpc>
              <a:spcBef>
                <a:spcPct val="0"/>
              </a:spcBef>
              <a:spcAft>
                <a:spcPct val="35000"/>
              </a:spcAft>
              <a:buNone/>
            </a:pPr>
            <a:r>
              <a:rPr lang="zh-CN" altLang="en-US" sz="2000" b="1" kern="1200" dirty="0">
                <a:solidFill>
                  <a:srgbClr val="000099"/>
                </a:solidFill>
                <a:latin typeface="微软雅黑" panose="020B0503020204020204" pitchFamily="34" charset="-122"/>
                <a:ea typeface="微软雅黑" panose="020B0503020204020204" pitchFamily="34" charset="-122"/>
              </a:rPr>
              <a:t>路由选择非常复杂</a:t>
            </a:r>
          </a:p>
        </p:txBody>
      </p:sp>
      <p:sp>
        <p:nvSpPr>
          <p:cNvPr id="7" name="任意多边形: 形状 6">
            <a:extLst>
              <a:ext uri="{FF2B5EF4-FFF2-40B4-BE49-F238E27FC236}">
                <a16:creationId xmlns:a16="http://schemas.microsoft.com/office/drawing/2014/main" id="{B9447D54-3077-E19F-E762-FBD4607E5BDD}"/>
              </a:ext>
            </a:extLst>
          </p:cNvPr>
          <p:cNvSpPr/>
          <p:nvPr/>
        </p:nvSpPr>
        <p:spPr>
          <a:xfrm>
            <a:off x="1440873" y="2861774"/>
            <a:ext cx="6520872" cy="1304100"/>
          </a:xfrm>
          <a:custGeom>
            <a:avLst/>
            <a:gdLst>
              <a:gd name="csX0" fmla="*/ 0 w 6520872"/>
              <a:gd name="csY0" fmla="*/ 0 h 1304100"/>
              <a:gd name="csX1" fmla="*/ 6520872 w 6520872"/>
              <a:gd name="csY1" fmla="*/ 0 h 1304100"/>
              <a:gd name="csX2" fmla="*/ 6520872 w 6520872"/>
              <a:gd name="csY2" fmla="*/ 1304100 h 1304100"/>
              <a:gd name="csX3" fmla="*/ 0 w 6520872"/>
              <a:gd name="csY3" fmla="*/ 1304100 h 1304100"/>
              <a:gd name="csX4" fmla="*/ 0 w 6520872"/>
              <a:gd name="csY4" fmla="*/ 0 h 1304100"/>
            </a:gdLst>
            <a:ahLst/>
            <a:cxnLst>
              <a:cxn ang="0">
                <a:pos x="csX0" y="csY0"/>
              </a:cxn>
              <a:cxn ang="0">
                <a:pos x="csX1" y="csY1"/>
              </a:cxn>
              <a:cxn ang="0">
                <a:pos x="csX2" y="csY2"/>
              </a:cxn>
              <a:cxn ang="0">
                <a:pos x="csX3" y="csY3"/>
              </a:cxn>
              <a:cxn ang="0">
                <a:pos x="csX4" y="csY4"/>
              </a:cxn>
            </a:cxnLst>
            <a:rect l="l" t="t" r="r" b="b"/>
            <a:pathLst>
              <a:path w="6520872" h="1304100">
                <a:moveTo>
                  <a:pt x="0" y="0"/>
                </a:moveTo>
                <a:lnTo>
                  <a:pt x="6520872" y="0"/>
                </a:lnTo>
                <a:lnTo>
                  <a:pt x="6520872" y="1304100"/>
                </a:lnTo>
                <a:lnTo>
                  <a:pt x="0" y="1304100"/>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07038" tIns="22860" rIns="128016" bIns="22860" numCol="1" spcCol="1270" anchor="t" anchorCtr="0">
            <a:noAutofit/>
          </a:bodyPr>
          <a:lstStyle/>
          <a:p>
            <a:pPr marL="171450" lvl="1" indent="-171450" algn="l" defTabSz="800100">
              <a:spcBef>
                <a:spcPct val="0"/>
              </a:spcBef>
              <a:spcAft>
                <a:spcPts val="1200"/>
              </a:spcAft>
              <a:buChar char="•"/>
            </a:pPr>
            <a:r>
              <a:rPr lang="zh-CN" altLang="en-US" sz="1800" b="1" kern="1200" dirty="0">
                <a:latin typeface="微软雅黑" panose="020B0503020204020204" pitchFamily="34" charset="-122"/>
                <a:ea typeface="微软雅黑" panose="020B0503020204020204" pitchFamily="34" charset="-122"/>
              </a:rPr>
              <a:t>需要所有节点共同协调工作的。</a:t>
            </a:r>
          </a:p>
          <a:p>
            <a:pPr marL="171450" lvl="1" indent="-171450" algn="l" defTabSz="800100">
              <a:spcBef>
                <a:spcPct val="0"/>
              </a:spcBef>
              <a:spcAft>
                <a:spcPts val="1200"/>
              </a:spcAft>
              <a:buChar char="•"/>
            </a:pPr>
            <a:r>
              <a:rPr lang="zh-CN" altLang="en-US" sz="1800" b="1" kern="1200" dirty="0">
                <a:latin typeface="微软雅黑" panose="020B0503020204020204" pitchFamily="34" charset="-122"/>
                <a:ea typeface="微软雅黑" panose="020B0503020204020204" pitchFamily="34" charset="-122"/>
              </a:rPr>
              <a:t>环境不断变化，而这种变化有时无法事先知道。</a:t>
            </a:r>
          </a:p>
          <a:p>
            <a:pPr marL="171450" lvl="1" indent="-171450" algn="l" defTabSz="800100">
              <a:spcBef>
                <a:spcPct val="0"/>
              </a:spcBef>
              <a:spcAft>
                <a:spcPts val="1200"/>
              </a:spcAft>
              <a:buChar char="•"/>
            </a:pPr>
            <a:r>
              <a:rPr lang="zh-CN" altLang="en-US" sz="1800" b="1" kern="1200" dirty="0">
                <a:latin typeface="微软雅黑" panose="020B0503020204020204" pitchFamily="34" charset="-122"/>
                <a:ea typeface="微软雅黑" panose="020B0503020204020204" pitchFamily="34" charset="-122"/>
              </a:rPr>
              <a:t>当网络发生拥塞时，很难获得所需的路由信息。</a:t>
            </a:r>
          </a:p>
        </p:txBody>
      </p:sp>
    </p:spTree>
    <p:extLst>
      <p:ext uri="{BB962C8B-B14F-4D97-AF65-F5344CB8AC3E}">
        <p14:creationId xmlns:p14="http://schemas.microsoft.com/office/powerpoint/2010/main" val="3876170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1000"/>
                                        <p:tgtEl>
                                          <p:spTgt spid="5"/>
                                        </p:tgtEl>
                                      </p:cBhvr>
                                    </p:animEffect>
                                    <p:anim calcmode="lin" valueType="num">
                                      <p:cBhvr>
                                        <p:cTn id="13" dur="1000" fill="hold"/>
                                        <p:tgtEl>
                                          <p:spTgt spid="5"/>
                                        </p:tgtEl>
                                        <p:attrNameLst>
                                          <p:attrName>ppt_x</p:attrName>
                                        </p:attrNameLst>
                                      </p:cBhvr>
                                      <p:tavLst>
                                        <p:tav tm="0">
                                          <p:val>
                                            <p:strVal val="#ppt_x"/>
                                          </p:val>
                                        </p:tav>
                                        <p:tav tm="100000">
                                          <p:val>
                                            <p:strVal val="#ppt_x"/>
                                          </p:val>
                                        </p:tav>
                                      </p:tavLst>
                                    </p:anim>
                                    <p:anim calcmode="lin" valueType="num">
                                      <p:cBhvr>
                                        <p:cTn id="1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1000"/>
                                        <p:tgtEl>
                                          <p:spTgt spid="6"/>
                                        </p:tgtEl>
                                      </p:cBhvr>
                                    </p:animEffect>
                                    <p:anim calcmode="lin" valueType="num">
                                      <p:cBhvr>
                                        <p:cTn id="20" dur="1000" fill="hold"/>
                                        <p:tgtEl>
                                          <p:spTgt spid="6"/>
                                        </p:tgtEl>
                                        <p:attrNameLst>
                                          <p:attrName>ppt_x</p:attrName>
                                        </p:attrNameLst>
                                      </p:cBhvr>
                                      <p:tavLst>
                                        <p:tav tm="0">
                                          <p:val>
                                            <p:strVal val="#ppt_x"/>
                                          </p:val>
                                        </p:tav>
                                        <p:tav tm="100000">
                                          <p:val>
                                            <p:strVal val="#ppt_x"/>
                                          </p:val>
                                        </p:tav>
                                      </p:tavLst>
                                    </p:anim>
                                    <p:anim calcmode="lin" valueType="num">
                                      <p:cBhvr>
                                        <p:cTn id="2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7">
                                            <p:txEl>
                                              <p:pRg st="0" end="0"/>
                                            </p:txEl>
                                          </p:spTgt>
                                        </p:tgtEl>
                                        <p:attrNameLst>
                                          <p:attrName>style.visibility</p:attrName>
                                        </p:attrNameLst>
                                      </p:cBhvr>
                                      <p:to>
                                        <p:strVal val="visible"/>
                                      </p:to>
                                    </p:set>
                                    <p:animEffect transition="in" filter="fade">
                                      <p:cBhvr>
                                        <p:cTn id="26" dur="1000"/>
                                        <p:tgtEl>
                                          <p:spTgt spid="7">
                                            <p:txEl>
                                              <p:pRg st="0" end="0"/>
                                            </p:txEl>
                                          </p:spTgt>
                                        </p:tgtEl>
                                      </p:cBhvr>
                                    </p:animEffect>
                                    <p:anim calcmode="lin" valueType="num">
                                      <p:cBhvr>
                                        <p:cTn id="27"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28"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7">
                                            <p:txEl>
                                              <p:pRg st="1" end="1"/>
                                            </p:txEl>
                                          </p:spTgt>
                                        </p:tgtEl>
                                        <p:attrNameLst>
                                          <p:attrName>style.visibility</p:attrName>
                                        </p:attrNameLst>
                                      </p:cBhvr>
                                      <p:to>
                                        <p:strVal val="visible"/>
                                      </p:to>
                                    </p:set>
                                    <p:animEffect transition="in" filter="fade">
                                      <p:cBhvr>
                                        <p:cTn id="33" dur="1000"/>
                                        <p:tgtEl>
                                          <p:spTgt spid="7">
                                            <p:txEl>
                                              <p:pRg st="1" end="1"/>
                                            </p:txEl>
                                          </p:spTgt>
                                        </p:tgtEl>
                                      </p:cBhvr>
                                    </p:animEffect>
                                    <p:anim calcmode="lin" valueType="num">
                                      <p:cBhvr>
                                        <p:cTn id="34"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35"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7">
                                            <p:txEl>
                                              <p:pRg st="2" end="2"/>
                                            </p:txEl>
                                          </p:spTgt>
                                        </p:tgtEl>
                                        <p:attrNameLst>
                                          <p:attrName>style.visibility</p:attrName>
                                        </p:attrNameLst>
                                      </p:cBhvr>
                                      <p:to>
                                        <p:strVal val="visible"/>
                                      </p:to>
                                    </p:set>
                                    <p:animEffect transition="in" filter="fade">
                                      <p:cBhvr>
                                        <p:cTn id="40" dur="1000"/>
                                        <p:tgtEl>
                                          <p:spTgt spid="7">
                                            <p:txEl>
                                              <p:pRg st="2" end="2"/>
                                            </p:txEl>
                                          </p:spTgt>
                                        </p:tgtEl>
                                      </p:cBhvr>
                                    </p:animEffect>
                                    <p:anim calcmode="lin" valueType="num">
                                      <p:cBhvr>
                                        <p:cTn id="41" dur="1000" fill="hold"/>
                                        <p:tgtEl>
                                          <p:spTgt spid="7">
                                            <p:txEl>
                                              <p:pRg st="2" end="2"/>
                                            </p:txEl>
                                          </p:spTgt>
                                        </p:tgtEl>
                                        <p:attrNameLst>
                                          <p:attrName>ppt_x</p:attrName>
                                        </p:attrNameLst>
                                      </p:cBhvr>
                                      <p:tavLst>
                                        <p:tav tm="0">
                                          <p:val>
                                            <p:strVal val="#ppt_x"/>
                                          </p:val>
                                        </p:tav>
                                        <p:tav tm="100000">
                                          <p:val>
                                            <p:strVal val="#ppt_x"/>
                                          </p:val>
                                        </p:tav>
                                      </p:tavLst>
                                    </p:anim>
                                    <p:anim calcmode="lin" valueType="num">
                                      <p:cBhvr>
                                        <p:cTn id="42" dur="1000" fill="hold"/>
                                        <p:tgtEl>
                                          <p:spTgt spid="7">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6" grpId="0" animBg="1"/>
      <p:bldP spid="7" grpId="0" uiExpand="1" build="p"/>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5" y="620912"/>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7701"/>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路由算法分类（能否自适应调整）</a:t>
            </a:r>
          </a:p>
        </p:txBody>
      </p:sp>
      <p:sp>
        <p:nvSpPr>
          <p:cNvPr id="4" name="任意多边形: 形状 3">
            <a:extLst>
              <a:ext uri="{FF2B5EF4-FFF2-40B4-BE49-F238E27FC236}">
                <a16:creationId xmlns:a16="http://schemas.microsoft.com/office/drawing/2014/main" id="{3B49A7C4-B4FB-E8F0-B350-1CB77B3F5FCB}"/>
              </a:ext>
            </a:extLst>
          </p:cNvPr>
          <p:cNvSpPr/>
          <p:nvPr/>
        </p:nvSpPr>
        <p:spPr>
          <a:xfrm>
            <a:off x="992944" y="1202957"/>
            <a:ext cx="3480866" cy="633600"/>
          </a:xfrm>
          <a:custGeom>
            <a:avLst/>
            <a:gdLst>
              <a:gd name="csX0" fmla="*/ 0 w 3480866"/>
              <a:gd name="csY0" fmla="*/ 0 h 633600"/>
              <a:gd name="csX1" fmla="*/ 3480866 w 3480866"/>
              <a:gd name="csY1" fmla="*/ 0 h 633600"/>
              <a:gd name="csX2" fmla="*/ 3480866 w 3480866"/>
              <a:gd name="csY2" fmla="*/ 633600 h 633600"/>
              <a:gd name="csX3" fmla="*/ 0 w 3480866"/>
              <a:gd name="csY3" fmla="*/ 633600 h 633600"/>
              <a:gd name="csX4" fmla="*/ 0 w 3480866"/>
              <a:gd name="csY4" fmla="*/ 0 h 633600"/>
            </a:gdLst>
            <a:ahLst/>
            <a:cxnLst>
              <a:cxn ang="0">
                <a:pos x="csX0" y="csY0"/>
              </a:cxn>
              <a:cxn ang="0">
                <a:pos x="csX1" y="csY1"/>
              </a:cxn>
              <a:cxn ang="0">
                <a:pos x="csX2" y="csY2"/>
              </a:cxn>
              <a:cxn ang="0">
                <a:pos x="csX3" y="csY3"/>
              </a:cxn>
              <a:cxn ang="0">
                <a:pos x="csX4" y="csY4"/>
              </a:cxn>
            </a:cxnLst>
            <a:rect l="l" t="t" r="r" b="b"/>
            <a:pathLst>
              <a:path w="3480866" h="633600">
                <a:moveTo>
                  <a:pt x="0" y="0"/>
                </a:moveTo>
                <a:lnTo>
                  <a:pt x="3480866" y="0"/>
                </a:lnTo>
                <a:lnTo>
                  <a:pt x="3480866" y="633600"/>
                </a:lnTo>
                <a:lnTo>
                  <a:pt x="0" y="633600"/>
                </a:lnTo>
                <a:lnTo>
                  <a:pt x="0" y="0"/>
                </a:lnTo>
                <a:close/>
              </a:path>
            </a:pathLst>
          </a:custGeom>
        </p:spPr>
        <p:style>
          <a:lnRef idx="2">
            <a:schemeClr val="accent4">
              <a:hueOff val="0"/>
              <a:satOff val="0"/>
              <a:lumOff val="0"/>
              <a:alphaOff val="0"/>
            </a:schemeClr>
          </a:lnRef>
          <a:fillRef idx="1">
            <a:schemeClr val="accent4">
              <a:hueOff val="0"/>
              <a:satOff val="0"/>
              <a:lumOff val="0"/>
              <a:alphaOff val="0"/>
            </a:schemeClr>
          </a:fillRef>
          <a:effectRef idx="1">
            <a:schemeClr val="accent4">
              <a:hueOff val="0"/>
              <a:satOff val="0"/>
              <a:lumOff val="0"/>
              <a:alphaOff val="0"/>
            </a:schemeClr>
          </a:effectRef>
          <a:fontRef idx="minor">
            <a:schemeClr val="lt1"/>
          </a:fontRef>
        </p:style>
        <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静态路由策略</a:t>
            </a:r>
          </a:p>
        </p:txBody>
      </p:sp>
      <p:sp>
        <p:nvSpPr>
          <p:cNvPr id="7" name="任意多边形: 形状 6">
            <a:extLst>
              <a:ext uri="{FF2B5EF4-FFF2-40B4-BE49-F238E27FC236}">
                <a16:creationId xmlns:a16="http://schemas.microsoft.com/office/drawing/2014/main" id="{87E4AED5-2C64-D8A4-F55F-1357A2F8EB52}"/>
              </a:ext>
            </a:extLst>
          </p:cNvPr>
          <p:cNvSpPr/>
          <p:nvPr/>
        </p:nvSpPr>
        <p:spPr>
          <a:xfrm>
            <a:off x="992944" y="1836557"/>
            <a:ext cx="3480866" cy="1449360"/>
          </a:xfrm>
          <a:custGeom>
            <a:avLst/>
            <a:gdLst>
              <a:gd name="csX0" fmla="*/ 0 w 3480866"/>
              <a:gd name="csY0" fmla="*/ 0 h 1449360"/>
              <a:gd name="csX1" fmla="*/ 3480866 w 3480866"/>
              <a:gd name="csY1" fmla="*/ 0 h 1449360"/>
              <a:gd name="csX2" fmla="*/ 3480866 w 3480866"/>
              <a:gd name="csY2" fmla="*/ 1449360 h 1449360"/>
              <a:gd name="csX3" fmla="*/ 0 w 3480866"/>
              <a:gd name="csY3" fmla="*/ 1449360 h 1449360"/>
              <a:gd name="csX4" fmla="*/ 0 w 3480866"/>
              <a:gd name="csY4" fmla="*/ 0 h 1449360"/>
            </a:gdLst>
            <a:ahLst/>
            <a:cxnLst>
              <a:cxn ang="0">
                <a:pos x="csX0" y="csY0"/>
              </a:cxn>
              <a:cxn ang="0">
                <a:pos x="csX1" y="csY1"/>
              </a:cxn>
              <a:cxn ang="0">
                <a:pos x="csX2" y="csY2"/>
              </a:cxn>
              <a:cxn ang="0">
                <a:pos x="csX3" y="csY3"/>
              </a:cxn>
              <a:cxn ang="0">
                <a:pos x="csX4" y="csY4"/>
              </a:cxn>
            </a:cxnLst>
            <a:rect l="l" t="t" r="r" b="b"/>
            <a:pathLst>
              <a:path w="3480866" h="1449360">
                <a:moveTo>
                  <a:pt x="0" y="0"/>
                </a:moveTo>
                <a:lnTo>
                  <a:pt x="3480866" y="0"/>
                </a:lnTo>
                <a:lnTo>
                  <a:pt x="3480866" y="1449360"/>
                </a:lnTo>
                <a:lnTo>
                  <a:pt x="0" y="1449360"/>
                </a:lnTo>
                <a:lnTo>
                  <a:pt x="0" y="0"/>
                </a:lnTo>
                <a:close/>
              </a:path>
            </a:pathLst>
          </a:custGeom>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96012" tIns="96012" rIns="128016" bIns="144018" numCol="1" spcCol="1270" anchor="t" anchorCtr="0">
            <a:noAutofit/>
          </a:bodyPr>
          <a:lstStyle/>
          <a:p>
            <a:pPr marL="171450" lvl="1" indent="-171450" algn="l" defTabSz="800100">
              <a:spcBef>
                <a:spcPct val="0"/>
              </a:spcBef>
              <a:spcAft>
                <a:spcPts val="1200"/>
              </a:spcAft>
              <a:buChar char="•"/>
            </a:pPr>
            <a:r>
              <a:rPr lang="zh-CN" altLang="en-US" sz="1800" b="1" kern="1200" dirty="0">
                <a:latin typeface="微软雅黑" panose="020B0503020204020204" pitchFamily="34" charset="-122"/>
                <a:ea typeface="微软雅黑" panose="020B0503020204020204" pitchFamily="34" charset="-122"/>
              </a:rPr>
              <a:t>非自适应路由选择；</a:t>
            </a:r>
          </a:p>
          <a:p>
            <a:pPr marL="171450" lvl="1" indent="-171450" defTabSz="800100">
              <a:spcBef>
                <a:spcPct val="0"/>
              </a:spcBef>
              <a:spcAft>
                <a:spcPts val="1200"/>
              </a:spcAft>
              <a:buChar char="•"/>
            </a:pPr>
            <a:r>
              <a:rPr lang="zh-CN" altLang="en-US" b="1" dirty="0">
                <a:latin typeface="微软雅黑" panose="020B0503020204020204" pitchFamily="34" charset="-122"/>
                <a:ea typeface="微软雅黑" panose="020B0503020204020204" pitchFamily="34" charset="-122"/>
              </a:rPr>
              <a:t>简单，开销较小；</a:t>
            </a:r>
            <a:endParaRPr lang="zh-CN" altLang="en-US" sz="1800" b="1" kern="1200" dirty="0">
              <a:latin typeface="微软雅黑" panose="020B0503020204020204" pitchFamily="34" charset="-122"/>
              <a:ea typeface="微软雅黑" panose="020B0503020204020204" pitchFamily="34" charset="-122"/>
            </a:endParaRPr>
          </a:p>
          <a:p>
            <a:pPr marL="171450" lvl="1" indent="-171450" defTabSz="800100">
              <a:spcBef>
                <a:spcPct val="0"/>
              </a:spcBef>
              <a:spcAft>
                <a:spcPts val="1200"/>
              </a:spcAft>
              <a:buChar char="•"/>
            </a:pPr>
            <a:r>
              <a:rPr lang="zh-CN" altLang="en-US" b="1" dirty="0">
                <a:latin typeface="微软雅黑" panose="020B0503020204020204" pitchFamily="34" charset="-122"/>
                <a:ea typeface="微软雅黑" panose="020B0503020204020204" pitchFamily="34" charset="-122"/>
              </a:rPr>
              <a:t>不能及时适应网络状态的变化</a:t>
            </a:r>
            <a:r>
              <a:rPr lang="zh-CN" altLang="en-US" sz="1800" b="1" kern="1200" dirty="0">
                <a:latin typeface="微软雅黑" panose="020B0503020204020204" pitchFamily="34" charset="-122"/>
                <a:ea typeface="微软雅黑" panose="020B0503020204020204" pitchFamily="34" charset="-122"/>
              </a:rPr>
              <a:t>。 </a:t>
            </a:r>
          </a:p>
        </p:txBody>
      </p:sp>
      <p:sp>
        <p:nvSpPr>
          <p:cNvPr id="8" name="任意多边形: 形状 7">
            <a:extLst>
              <a:ext uri="{FF2B5EF4-FFF2-40B4-BE49-F238E27FC236}">
                <a16:creationId xmlns:a16="http://schemas.microsoft.com/office/drawing/2014/main" id="{3175E750-0CC3-EEAD-36B5-70EA5AD100AF}"/>
              </a:ext>
            </a:extLst>
          </p:cNvPr>
          <p:cNvSpPr/>
          <p:nvPr/>
        </p:nvSpPr>
        <p:spPr>
          <a:xfrm>
            <a:off x="4961132" y="1202957"/>
            <a:ext cx="3480866" cy="633600"/>
          </a:xfrm>
          <a:custGeom>
            <a:avLst/>
            <a:gdLst>
              <a:gd name="csX0" fmla="*/ 0 w 3480866"/>
              <a:gd name="csY0" fmla="*/ 0 h 633600"/>
              <a:gd name="csX1" fmla="*/ 3480866 w 3480866"/>
              <a:gd name="csY1" fmla="*/ 0 h 633600"/>
              <a:gd name="csX2" fmla="*/ 3480866 w 3480866"/>
              <a:gd name="csY2" fmla="*/ 633600 h 633600"/>
              <a:gd name="csX3" fmla="*/ 0 w 3480866"/>
              <a:gd name="csY3" fmla="*/ 633600 h 633600"/>
              <a:gd name="csX4" fmla="*/ 0 w 3480866"/>
              <a:gd name="csY4" fmla="*/ 0 h 633600"/>
            </a:gdLst>
            <a:ahLst/>
            <a:cxnLst>
              <a:cxn ang="0">
                <a:pos x="csX0" y="csY0"/>
              </a:cxn>
              <a:cxn ang="0">
                <a:pos x="csX1" y="csY1"/>
              </a:cxn>
              <a:cxn ang="0">
                <a:pos x="csX2" y="csY2"/>
              </a:cxn>
              <a:cxn ang="0">
                <a:pos x="csX3" y="csY3"/>
              </a:cxn>
              <a:cxn ang="0">
                <a:pos x="csX4" y="csY4"/>
              </a:cxn>
            </a:cxnLst>
            <a:rect l="l" t="t" r="r" b="b"/>
            <a:pathLst>
              <a:path w="3480866" h="633600">
                <a:moveTo>
                  <a:pt x="0" y="0"/>
                </a:moveTo>
                <a:lnTo>
                  <a:pt x="3480866" y="0"/>
                </a:lnTo>
                <a:lnTo>
                  <a:pt x="3480866" y="633600"/>
                </a:lnTo>
                <a:lnTo>
                  <a:pt x="0" y="633600"/>
                </a:lnTo>
                <a:lnTo>
                  <a:pt x="0" y="0"/>
                </a:lnTo>
                <a:close/>
              </a:path>
            </a:pathLst>
          </a:custGeom>
        </p:spPr>
        <p:style>
          <a:lnRef idx="2">
            <a:schemeClr val="accent4">
              <a:hueOff val="-4464770"/>
              <a:satOff val="26899"/>
              <a:lumOff val="2156"/>
              <a:alphaOff val="0"/>
            </a:schemeClr>
          </a:lnRef>
          <a:fillRef idx="1">
            <a:schemeClr val="accent4">
              <a:hueOff val="-4464770"/>
              <a:satOff val="26899"/>
              <a:lumOff val="2156"/>
              <a:alphaOff val="0"/>
            </a:schemeClr>
          </a:fillRef>
          <a:effectRef idx="1">
            <a:schemeClr val="accent4">
              <a:hueOff val="-4464770"/>
              <a:satOff val="26899"/>
              <a:lumOff val="2156"/>
              <a:alphaOff val="0"/>
            </a:schemeClr>
          </a:effectRef>
          <a:fontRef idx="minor">
            <a:schemeClr val="lt1"/>
          </a:fontRef>
        </p:style>
        <p:txBody>
          <a:bodyPr spcFirstLastPara="0" vert="horz" wrap="square" lIns="142240" tIns="81280" rIns="142240" bIns="81280" numCol="1" spcCol="1270" anchor="ctr" anchorCtr="0">
            <a:noAutofit/>
          </a:bodyPr>
          <a:lstStyle/>
          <a:p>
            <a:pPr marL="0" lvl="0" indent="0" algn="ctr" defTabSz="889000">
              <a:lnSpc>
                <a:spcPct val="90000"/>
              </a:lnSpc>
              <a:spcBef>
                <a:spcPct val="0"/>
              </a:spcBef>
              <a:spcAft>
                <a:spcPct val="35000"/>
              </a:spcAft>
              <a:buNone/>
            </a:pPr>
            <a:r>
              <a:rPr lang="zh-CN" altLang="en-US" sz="2000" b="1" kern="1200" dirty="0">
                <a:latin typeface="微软雅黑" panose="020B0503020204020204" pitchFamily="34" charset="-122"/>
                <a:ea typeface="微软雅黑" panose="020B0503020204020204" pitchFamily="34" charset="-122"/>
              </a:rPr>
              <a:t>动态路由策略</a:t>
            </a:r>
          </a:p>
        </p:txBody>
      </p:sp>
      <p:sp>
        <p:nvSpPr>
          <p:cNvPr id="9" name="任意多边形: 形状 8">
            <a:extLst>
              <a:ext uri="{FF2B5EF4-FFF2-40B4-BE49-F238E27FC236}">
                <a16:creationId xmlns:a16="http://schemas.microsoft.com/office/drawing/2014/main" id="{B505F408-6FAD-3655-962C-0721BE7DB614}"/>
              </a:ext>
            </a:extLst>
          </p:cNvPr>
          <p:cNvSpPr/>
          <p:nvPr/>
        </p:nvSpPr>
        <p:spPr>
          <a:xfrm>
            <a:off x="4961132" y="1836557"/>
            <a:ext cx="3480866" cy="1449360"/>
          </a:xfrm>
          <a:custGeom>
            <a:avLst/>
            <a:gdLst>
              <a:gd name="csX0" fmla="*/ 0 w 3480866"/>
              <a:gd name="csY0" fmla="*/ 0 h 1449360"/>
              <a:gd name="csX1" fmla="*/ 3480866 w 3480866"/>
              <a:gd name="csY1" fmla="*/ 0 h 1449360"/>
              <a:gd name="csX2" fmla="*/ 3480866 w 3480866"/>
              <a:gd name="csY2" fmla="*/ 1449360 h 1449360"/>
              <a:gd name="csX3" fmla="*/ 0 w 3480866"/>
              <a:gd name="csY3" fmla="*/ 1449360 h 1449360"/>
              <a:gd name="csX4" fmla="*/ 0 w 3480866"/>
              <a:gd name="csY4" fmla="*/ 0 h 1449360"/>
            </a:gdLst>
            <a:ahLst/>
            <a:cxnLst>
              <a:cxn ang="0">
                <a:pos x="csX0" y="csY0"/>
              </a:cxn>
              <a:cxn ang="0">
                <a:pos x="csX1" y="csY1"/>
              </a:cxn>
              <a:cxn ang="0">
                <a:pos x="csX2" y="csY2"/>
              </a:cxn>
              <a:cxn ang="0">
                <a:pos x="csX3" y="csY3"/>
              </a:cxn>
              <a:cxn ang="0">
                <a:pos x="csX4" y="csY4"/>
              </a:cxn>
            </a:cxnLst>
            <a:rect l="l" t="t" r="r" b="b"/>
            <a:pathLst>
              <a:path w="3480866" h="1449360">
                <a:moveTo>
                  <a:pt x="0" y="0"/>
                </a:moveTo>
                <a:lnTo>
                  <a:pt x="3480866" y="0"/>
                </a:lnTo>
                <a:lnTo>
                  <a:pt x="3480866" y="1449360"/>
                </a:lnTo>
                <a:lnTo>
                  <a:pt x="0" y="1449360"/>
                </a:lnTo>
                <a:lnTo>
                  <a:pt x="0" y="0"/>
                </a:lnTo>
                <a:close/>
              </a:path>
            </a:pathLst>
          </a:custGeom>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96012" tIns="96012" rIns="128016" bIns="144018" numCol="1" spcCol="1270" anchor="t" anchorCtr="0">
            <a:noAutofit/>
          </a:bodyPr>
          <a:lstStyle/>
          <a:p>
            <a:pPr marL="171450" lvl="1" indent="-171450" defTabSz="800100">
              <a:spcBef>
                <a:spcPct val="0"/>
              </a:spcBef>
              <a:spcAft>
                <a:spcPts val="1200"/>
              </a:spcAft>
              <a:buChar char="•"/>
            </a:pPr>
            <a:r>
              <a:rPr lang="zh-CN" altLang="en-US" b="1" dirty="0">
                <a:latin typeface="微软雅黑" panose="020B0503020204020204" pitchFamily="34" charset="-122"/>
                <a:ea typeface="微软雅黑" panose="020B0503020204020204" pitchFamily="34" charset="-122"/>
              </a:rPr>
              <a:t>自适应路由选择；</a:t>
            </a:r>
          </a:p>
          <a:p>
            <a:pPr marL="171450" lvl="1" indent="-171450" defTabSz="800100">
              <a:spcBef>
                <a:spcPct val="0"/>
              </a:spcBef>
              <a:spcAft>
                <a:spcPts val="1200"/>
              </a:spcAft>
              <a:buChar char="•"/>
            </a:pPr>
            <a:r>
              <a:rPr lang="zh-CN" altLang="en-US" b="1" dirty="0">
                <a:latin typeface="微软雅黑" panose="020B0503020204020204" pitchFamily="34" charset="-122"/>
                <a:ea typeface="微软雅黑" panose="020B0503020204020204" pitchFamily="34" charset="-122"/>
              </a:rPr>
              <a:t>实现较为复杂，开销较大能；</a:t>
            </a:r>
          </a:p>
          <a:p>
            <a:pPr marL="171450" lvl="1" indent="-171450" defTabSz="800100">
              <a:spcBef>
                <a:spcPct val="0"/>
              </a:spcBef>
              <a:spcAft>
                <a:spcPts val="1200"/>
              </a:spcAft>
              <a:buChar char="•"/>
            </a:pPr>
            <a:r>
              <a:rPr lang="zh-CN" altLang="en-US" b="1" dirty="0">
                <a:latin typeface="微软雅黑" panose="020B0503020204020204" pitchFamily="34" charset="-122"/>
                <a:ea typeface="微软雅黑" panose="020B0503020204020204" pitchFamily="34" charset="-122"/>
              </a:rPr>
              <a:t>较好地适应网络状态的变化。 </a:t>
            </a:r>
          </a:p>
        </p:txBody>
      </p:sp>
      <p:sp>
        <p:nvSpPr>
          <p:cNvPr id="11" name="文本框 10">
            <a:extLst>
              <a:ext uri="{FF2B5EF4-FFF2-40B4-BE49-F238E27FC236}">
                <a16:creationId xmlns:a16="http://schemas.microsoft.com/office/drawing/2014/main" id="{D797AD89-6A52-84F8-3BEC-4DB08E969603}"/>
              </a:ext>
            </a:extLst>
          </p:cNvPr>
          <p:cNvSpPr txBox="1"/>
          <p:nvPr/>
        </p:nvSpPr>
        <p:spPr>
          <a:xfrm>
            <a:off x="2222938" y="3547270"/>
            <a:ext cx="5150069" cy="782992"/>
          </a:xfrm>
          <a:prstGeom prst="rect">
            <a:avLst/>
          </a:prstGeom>
          <a:solidFill>
            <a:srgbClr val="0070C0"/>
          </a:solidFill>
          <a:ln>
            <a:noFill/>
          </a:ln>
          <a:effectLst>
            <a:outerShdw blurRad="50800" dist="38100" dir="2700000" algn="tl" rotWithShape="0">
              <a:prstClr val="black">
                <a:alpha val="40000"/>
              </a:prstClr>
            </a:outerShdw>
          </a:effectLst>
        </p:spPr>
        <p:style>
          <a:lnRef idx="2">
            <a:schemeClr val="accent4">
              <a:hueOff val="0"/>
              <a:satOff val="0"/>
              <a:lumOff val="0"/>
              <a:alphaOff val="0"/>
            </a:schemeClr>
          </a:lnRef>
          <a:fillRef idx="1">
            <a:schemeClr val="accent4">
              <a:hueOff val="0"/>
              <a:satOff val="0"/>
              <a:lumOff val="0"/>
              <a:alphaOff val="0"/>
            </a:schemeClr>
          </a:fillRef>
          <a:effectRef idx="1">
            <a:schemeClr val="accent4">
              <a:hueOff val="0"/>
              <a:satOff val="0"/>
              <a:lumOff val="0"/>
              <a:alphaOff val="0"/>
            </a:schemeClr>
          </a:effectRef>
          <a:fontRef idx="minor">
            <a:schemeClr val="lt1"/>
          </a:fontRef>
        </p:style>
        <p:txBody>
          <a:bodyPr spcFirstLastPara="0" vert="horz" wrap="square" lIns="142240" tIns="81280" rIns="142240" bIns="81280" numCol="1" spcCol="1270" anchor="ctr" anchorCtr="0">
            <a:noAutofit/>
          </a:bodyPr>
          <a:lstStyle>
            <a:defPPr>
              <a:defRPr lang="zh-CN"/>
            </a:defPPr>
            <a:lvl1pPr lvl="0" indent="0" algn="ctr" defTabSz="889000">
              <a:lnSpc>
                <a:spcPct val="90000"/>
              </a:lnSpc>
              <a:spcBef>
                <a:spcPct val="0"/>
              </a:spcBef>
              <a:spcAft>
                <a:spcPct val="35000"/>
              </a:spcAft>
              <a:buNone/>
              <a:defRPr sz="2000" b="1">
                <a:solidFill>
                  <a:schemeClr val="lt1"/>
                </a:solidFill>
                <a:latin typeface="微软雅黑" panose="020B0503020204020204" pitchFamily="34" charset="-122"/>
                <a:ea typeface="微软雅黑" panose="020B0503020204020204" pitchFamily="34"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t>互联网采用的路由协议主要是自适应的（即动态的）、分布式路由协议。</a:t>
            </a:r>
          </a:p>
        </p:txBody>
      </p:sp>
    </p:spTree>
    <p:extLst>
      <p:ext uri="{BB962C8B-B14F-4D97-AF65-F5344CB8AC3E}">
        <p14:creationId xmlns:p14="http://schemas.microsoft.com/office/powerpoint/2010/main" val="2442625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5000" fill="hold" grpId="0" nodeType="clickEffect">
                                  <p:stCondLst>
                                    <p:cond delay="0"/>
                                  </p:stCondLst>
                                  <p:childTnLst>
                                    <p:anim calcmode="discrete" valueType="str">
                                      <p:cBhvr>
                                        <p:cTn id="6"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5000" fill="hold" grpId="0" nodeType="clickEffect">
                                  <p:stCondLst>
                                    <p:cond delay="0"/>
                                  </p:stCondLst>
                                  <p:childTnLst>
                                    <p:anim calcmode="discrete" valueType="str">
                                      <p:cBhvr>
                                        <p:cTn id="10"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1000"/>
                                        <p:tgtEl>
                                          <p:spTgt spid="11"/>
                                        </p:tgtEl>
                                      </p:cBhvr>
                                    </p:animEffect>
                                    <p:anim calcmode="lin" valueType="num">
                                      <p:cBhvr>
                                        <p:cTn id="16" dur="1000" fill="hold"/>
                                        <p:tgtEl>
                                          <p:spTgt spid="11"/>
                                        </p:tgtEl>
                                        <p:attrNameLst>
                                          <p:attrName>ppt_x</p:attrName>
                                        </p:attrNameLst>
                                      </p:cBhvr>
                                      <p:tavLst>
                                        <p:tav tm="0">
                                          <p:val>
                                            <p:strVal val="#ppt_x"/>
                                          </p:val>
                                        </p:tav>
                                        <p:tav tm="100000">
                                          <p:val>
                                            <p:strVal val="#ppt_x"/>
                                          </p:val>
                                        </p:tav>
                                      </p:tavLst>
                                    </p:anim>
                                    <p:anim calcmode="lin" valueType="num">
                                      <p:cBhvr>
                                        <p:cTn id="1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8" grpId="0" animBg="1"/>
      <p:bldP spid="11" grpId="0" animBg="1"/>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3" y="977168"/>
            <a:ext cx="8053711" cy="35196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000"/>
              </a:lnSpc>
              <a:buClr>
                <a:schemeClr val="accent1">
                  <a:lumMod val="75000"/>
                </a:schemeClr>
              </a:buClr>
              <a:buSzPct val="75000"/>
            </a:pPr>
            <a:r>
              <a:rPr lang="zh-CN" altLang="en-US" sz="2000" b="1" dirty="0">
                <a:latin typeface="微软雅黑" pitchFamily="34" charset="-122"/>
                <a:ea typeface="微软雅黑" pitchFamily="34" charset="-122"/>
              </a:rPr>
              <a:t>互联网的路由</a:t>
            </a:r>
            <a:endParaRPr lang="en-US" altLang="zh-CN" sz="2000" b="1" dirty="0">
              <a:latin typeface="微软雅黑" pitchFamily="34" charset="-122"/>
              <a:ea typeface="微软雅黑" pitchFamily="34" charset="-122"/>
            </a:endParaRPr>
          </a:p>
          <a:p>
            <a:pPr marL="141288" indent="-342900">
              <a:lnSpc>
                <a:spcPts val="3000"/>
              </a:lnSpc>
              <a:buClr>
                <a:schemeClr val="accent1">
                  <a:lumMod val="75000"/>
                </a:schemeClr>
              </a:buClr>
              <a:buSzPct val="75000"/>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规模问题</a:t>
            </a:r>
            <a:r>
              <a:rPr lang="zh-CN" altLang="en-US" sz="2000" b="1" dirty="0">
                <a:latin typeface="微软雅黑" pitchFamily="34" charset="-122"/>
                <a:ea typeface="微软雅黑" pitchFamily="34" charset="-122"/>
              </a:rPr>
              <a:t>：规模太大，路由信息占用带宽太多；</a:t>
            </a:r>
            <a:endParaRPr lang="en-US" altLang="zh-CN" sz="2000" b="1" dirty="0">
              <a:latin typeface="微软雅黑" pitchFamily="34" charset="-122"/>
              <a:ea typeface="微软雅黑" pitchFamily="34" charset="-122"/>
            </a:endParaRPr>
          </a:p>
          <a:p>
            <a:pPr marL="141288" indent="-342900">
              <a:lnSpc>
                <a:spcPts val="3000"/>
              </a:lnSpc>
              <a:buClr>
                <a:schemeClr val="accent1">
                  <a:lumMod val="75000"/>
                </a:schemeClr>
              </a:buClr>
              <a:buSzPct val="75000"/>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管理问题</a:t>
            </a:r>
            <a:r>
              <a:rPr lang="zh-CN" altLang="en-US" sz="2000" b="1" dirty="0">
                <a:latin typeface="微软雅黑" pitchFamily="34" charset="-122"/>
                <a:ea typeface="微软雅黑" pitchFamily="34" charset="-122"/>
              </a:rPr>
              <a:t>：不愿意外界了解自己单位网络的布局细节；</a:t>
            </a:r>
            <a:endParaRPr lang="en-US" altLang="zh-CN" sz="2000" b="1" dirty="0">
              <a:latin typeface="微软雅黑" pitchFamily="34" charset="-122"/>
              <a:ea typeface="微软雅黑" pitchFamily="34" charset="-122"/>
            </a:endParaRPr>
          </a:p>
          <a:p>
            <a:pPr marL="141288" indent="-342900">
              <a:lnSpc>
                <a:spcPts val="3000"/>
              </a:lnSpc>
              <a:buClr>
                <a:schemeClr val="accent1">
                  <a:lumMod val="75000"/>
                </a:schemeClr>
              </a:buClr>
              <a:buSzPct val="75000"/>
              <a:buFont typeface="Wingdings" panose="05000000000000000000" pitchFamily="2" charset="2"/>
              <a:buChar char="l"/>
            </a:pPr>
            <a:r>
              <a:rPr lang="zh-CN" altLang="en-US" sz="2000" b="1" dirty="0">
                <a:latin typeface="微软雅黑" pitchFamily="34" charset="-122"/>
                <a:ea typeface="微软雅黑" pitchFamily="34" charset="-122"/>
              </a:rPr>
              <a:t>把整个互联网划分为许多较小的</a:t>
            </a:r>
            <a:r>
              <a:rPr lang="zh-CN" altLang="en-US" sz="2000" b="1" dirty="0">
                <a:solidFill>
                  <a:srgbClr val="0000FF"/>
                </a:solidFill>
                <a:latin typeface="微软雅黑" pitchFamily="34" charset="-122"/>
                <a:ea typeface="微软雅黑" pitchFamily="34" charset="-122"/>
              </a:rPr>
              <a:t>自治系统 </a:t>
            </a:r>
            <a:r>
              <a:rPr lang="en-US" altLang="zh-CN" sz="2000" b="1" dirty="0">
                <a:solidFill>
                  <a:srgbClr val="0000FF"/>
                </a:solidFill>
                <a:latin typeface="微软雅黑" pitchFamily="34" charset="-122"/>
                <a:ea typeface="微软雅黑" pitchFamily="34" charset="-122"/>
              </a:rPr>
              <a:t>AS (Autonomous System)</a:t>
            </a:r>
            <a:r>
              <a:rPr lang="zh-CN" altLang="en-US" sz="2000" b="1" dirty="0">
                <a:latin typeface="微软雅黑" pitchFamily="34" charset="-122"/>
                <a:ea typeface="微软雅黑" pitchFamily="34" charset="-122"/>
              </a:rPr>
              <a:t>，采用分层次的路由协议：</a:t>
            </a:r>
            <a:endParaRPr lang="en-US" altLang="zh-CN" sz="2000" b="1" dirty="0">
              <a:solidFill>
                <a:srgbClr val="C00000"/>
              </a:solidFill>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内部网关协议</a:t>
            </a:r>
            <a:r>
              <a:rPr lang="en-US" altLang="zh-CN" sz="2000" b="1" dirty="0">
                <a:latin typeface="微软雅黑" pitchFamily="34" charset="-122"/>
                <a:ea typeface="微软雅黑" pitchFamily="34" charset="-122"/>
              </a:rPr>
              <a:t>IGP (Interior Gateway Protocol)   </a:t>
            </a:r>
            <a:r>
              <a:rPr lang="zh-CN" altLang="en-US" sz="2000" b="1" dirty="0">
                <a:latin typeface="微软雅黑" pitchFamily="34" charset="-122"/>
                <a:ea typeface="微软雅黑" pitchFamily="34" charset="-122"/>
              </a:rPr>
              <a:t>自治系统</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内部使用（例如</a:t>
            </a:r>
            <a:r>
              <a:rPr lang="en-US" altLang="zh-CN" sz="2000" b="1" dirty="0">
                <a:latin typeface="微软雅黑" pitchFamily="34" charset="-122"/>
                <a:ea typeface="微软雅黑" pitchFamily="34" charset="-122"/>
              </a:rPr>
              <a:t>RIP</a:t>
            </a:r>
            <a:r>
              <a:rPr lang="zh-CN" altLang="en-US" sz="2000" b="1" dirty="0">
                <a:latin typeface="微软雅黑" pitchFamily="34" charset="-122"/>
                <a:ea typeface="微软雅黑" pitchFamily="34" charset="-122"/>
              </a:rPr>
              <a:t>和</a:t>
            </a:r>
            <a:r>
              <a:rPr lang="en-US" altLang="zh-CN" sz="2000" b="1" dirty="0">
                <a:latin typeface="微软雅黑" pitchFamily="34" charset="-122"/>
                <a:ea typeface="微软雅黑" pitchFamily="34" charset="-122"/>
              </a:rPr>
              <a:t>OSPF</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598488" lvl="1" indent="-3429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外部网关协议</a:t>
            </a:r>
            <a:r>
              <a:rPr lang="en-US" altLang="zh-CN" sz="2000" b="1" dirty="0">
                <a:latin typeface="微软雅黑" pitchFamily="34" charset="-122"/>
                <a:ea typeface="微软雅黑" pitchFamily="34" charset="-122"/>
              </a:rPr>
              <a:t>EGP (External Gateway Protocol) )   </a:t>
            </a:r>
            <a:r>
              <a:rPr lang="zh-CN" altLang="en-US" sz="2000" b="1" dirty="0">
                <a:latin typeface="微软雅黑" pitchFamily="34" charset="-122"/>
                <a:ea typeface="微软雅黑" pitchFamily="34" charset="-122"/>
              </a:rPr>
              <a:t>自治系统</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之间使用（目前是</a:t>
            </a:r>
            <a:r>
              <a:rPr lang="en-US" altLang="zh-CN" sz="2000" b="1" dirty="0">
                <a:latin typeface="微软雅黑" pitchFamily="34" charset="-122"/>
                <a:ea typeface="微软雅黑" pitchFamily="34" charset="-122"/>
              </a:rPr>
              <a:t>BGP-4</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45144" y="62082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761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分层次的路由协议</a:t>
            </a:r>
          </a:p>
        </p:txBody>
      </p:sp>
    </p:spTree>
    <p:extLst>
      <p:ext uri="{BB962C8B-B14F-4D97-AF65-F5344CB8AC3E}">
        <p14:creationId xmlns:p14="http://schemas.microsoft.com/office/powerpoint/2010/main" val="3141307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1000"/>
                                        <p:tgtEl>
                                          <p:spTgt spid="2">
                                            <p:txEl>
                                              <p:pRg st="1" end="1"/>
                                            </p:txEl>
                                          </p:spTgt>
                                        </p:tgtEl>
                                      </p:cBhvr>
                                    </p:animEffect>
                                    <p:anim calcmode="lin" valueType="num">
                                      <p:cBhvr>
                                        <p:cTn id="8"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2" end="2"/>
                                            </p:txEl>
                                          </p:spTgt>
                                        </p:tgtEl>
                                        <p:attrNameLst>
                                          <p:attrName>style.visibility</p:attrName>
                                        </p:attrNameLst>
                                      </p:cBhvr>
                                      <p:to>
                                        <p:strVal val="visible"/>
                                      </p:to>
                                    </p:set>
                                    <p:animEffect transition="in" filter="fade">
                                      <p:cBhvr>
                                        <p:cTn id="14" dur="1000"/>
                                        <p:tgtEl>
                                          <p:spTgt spid="2">
                                            <p:txEl>
                                              <p:pRg st="2" end="2"/>
                                            </p:txEl>
                                          </p:spTgt>
                                        </p:tgtEl>
                                      </p:cBhvr>
                                    </p:animEffect>
                                    <p:anim calcmode="lin" valueType="num">
                                      <p:cBhvr>
                                        <p:cTn id="15"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3" end="3"/>
                                            </p:txEl>
                                          </p:spTgt>
                                        </p:tgtEl>
                                        <p:attrNameLst>
                                          <p:attrName>style.visibility</p:attrName>
                                        </p:attrNameLst>
                                      </p:cBhvr>
                                      <p:to>
                                        <p:strVal val="visible"/>
                                      </p:to>
                                    </p:set>
                                    <p:animEffect transition="in" filter="fade">
                                      <p:cBhvr>
                                        <p:cTn id="21" dur="1000"/>
                                        <p:tgtEl>
                                          <p:spTgt spid="2">
                                            <p:txEl>
                                              <p:pRg st="3" end="3"/>
                                            </p:txEl>
                                          </p:spTgt>
                                        </p:tgtEl>
                                      </p:cBhvr>
                                    </p:animEffect>
                                    <p:anim calcmode="lin" valueType="num">
                                      <p:cBhvr>
                                        <p:cTn id="22"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2">
                                            <p:txEl>
                                              <p:pRg st="4" end="4"/>
                                            </p:txEl>
                                          </p:spTgt>
                                        </p:tgtEl>
                                        <p:attrNameLst>
                                          <p:attrName>style.visibility</p:attrName>
                                        </p:attrNameLst>
                                      </p:cBhvr>
                                      <p:to>
                                        <p:strVal val="visible"/>
                                      </p:to>
                                    </p:set>
                                    <p:animEffect transition="in" filter="fade">
                                      <p:cBhvr>
                                        <p:cTn id="28" dur="1000"/>
                                        <p:tgtEl>
                                          <p:spTgt spid="2">
                                            <p:txEl>
                                              <p:pRg st="4" end="4"/>
                                            </p:txEl>
                                          </p:spTgt>
                                        </p:tgtEl>
                                      </p:cBhvr>
                                    </p:animEffect>
                                    <p:anim calcmode="lin" valueType="num">
                                      <p:cBhvr>
                                        <p:cTn id="29"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fade">
                                      <p:cBhvr>
                                        <p:cTn id="35" dur="1000"/>
                                        <p:tgtEl>
                                          <p:spTgt spid="2">
                                            <p:txEl>
                                              <p:pRg st="5" end="5"/>
                                            </p:txEl>
                                          </p:spTgt>
                                        </p:tgtEl>
                                      </p:cBhvr>
                                    </p:animEffect>
                                    <p:anim calcmode="lin" valueType="num">
                                      <p:cBhvr>
                                        <p:cTn id="36" dur="1000" fill="hold"/>
                                        <p:tgtEl>
                                          <p:spTgt spid="2">
                                            <p:txEl>
                                              <p:pRg st="5" end="5"/>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bldLvl="2"/>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992200"/>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70883"/>
            <a:ext cx="7860508" cy="400110"/>
          </a:xfrm>
          <a:prstGeom prst="rect">
            <a:avLst/>
          </a:prstGeom>
        </p:spPr>
        <p:txBody>
          <a:bodyPr wrap="square">
            <a:spAutoFit/>
          </a:bodyPr>
          <a:lstStyle/>
          <a:p>
            <a:pPr algn="ctr"/>
            <a:r>
              <a:rPr lang="zh-CN" altLang="en-US" sz="2000" b="1" dirty="0">
                <a:latin typeface="微软雅黑" pitchFamily="34" charset="-122"/>
                <a:ea typeface="微软雅黑" pitchFamily="34" charset="-122"/>
              </a:rPr>
              <a:t>自治系统 </a:t>
            </a:r>
            <a:r>
              <a:rPr lang="en-US" altLang="zh-CN" sz="2000" b="1" dirty="0">
                <a:latin typeface="微软雅黑" pitchFamily="34" charset="-122"/>
                <a:ea typeface="微软雅黑" pitchFamily="34" charset="-122"/>
              </a:rPr>
              <a:t>AS (Autonomous System) </a:t>
            </a:r>
            <a:endParaRPr lang="zh-CN" altLang="en-US" sz="2000" b="1" dirty="0">
              <a:latin typeface="微软雅黑" pitchFamily="34" charset="-122"/>
              <a:ea typeface="微软雅黑" pitchFamily="34" charset="-122"/>
            </a:endParaRPr>
          </a:p>
        </p:txBody>
      </p:sp>
      <p:grpSp>
        <p:nvGrpSpPr>
          <p:cNvPr id="128" name="组合 127"/>
          <p:cNvGrpSpPr/>
          <p:nvPr/>
        </p:nvGrpSpPr>
        <p:grpSpPr>
          <a:xfrm>
            <a:off x="862523" y="1086132"/>
            <a:ext cx="4615393" cy="3173300"/>
            <a:chOff x="862523" y="1132312"/>
            <a:chExt cx="4615393" cy="3173300"/>
          </a:xfrm>
        </p:grpSpPr>
        <p:sp>
          <p:nvSpPr>
            <p:cNvPr id="8" name="Text Box 7"/>
            <p:cNvSpPr txBox="1">
              <a:spLocks noChangeArrowheads="1"/>
            </p:cNvSpPr>
            <p:nvPr/>
          </p:nvSpPr>
          <p:spPr bwMode="auto">
            <a:xfrm>
              <a:off x="2183407" y="1644965"/>
              <a:ext cx="419876" cy="3078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FF"/>
                  </a:solidFill>
                  <a:latin typeface="微软雅黑" pitchFamily="34" charset="-122"/>
                  <a:ea typeface="微软雅黑" pitchFamily="34" charset="-122"/>
                </a:rPr>
                <a:t>R1</a:t>
              </a:r>
            </a:p>
          </p:txBody>
        </p:sp>
        <p:grpSp>
          <p:nvGrpSpPr>
            <p:cNvPr id="9" name="Group 8"/>
            <p:cNvGrpSpPr>
              <a:grpSpLocks/>
            </p:cNvGrpSpPr>
            <p:nvPr/>
          </p:nvGrpSpPr>
          <p:grpSpPr bwMode="auto">
            <a:xfrm>
              <a:off x="862523" y="2861677"/>
              <a:ext cx="2084903" cy="1443935"/>
              <a:chOff x="672" y="2304"/>
              <a:chExt cx="1872" cy="1290"/>
            </a:xfrm>
          </p:grpSpPr>
          <p:sp>
            <p:nvSpPr>
              <p:cNvPr id="94" name="Rectangle 9"/>
              <p:cNvSpPr>
                <a:spLocks noChangeArrowheads="1"/>
              </p:cNvSpPr>
              <p:nvPr/>
            </p:nvSpPr>
            <p:spPr bwMode="auto">
              <a:xfrm>
                <a:off x="672" y="2304"/>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95" name="Oval 10"/>
              <p:cNvSpPr>
                <a:spLocks noChangeArrowheads="1"/>
              </p:cNvSpPr>
              <p:nvPr/>
            </p:nvSpPr>
            <p:spPr bwMode="auto">
              <a:xfrm>
                <a:off x="1008" y="2448"/>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96" name="Group 11"/>
              <p:cNvGrpSpPr>
                <a:grpSpLocks/>
              </p:cNvGrpSpPr>
              <p:nvPr/>
            </p:nvGrpSpPr>
            <p:grpSpPr bwMode="auto">
              <a:xfrm>
                <a:off x="2064" y="2880"/>
                <a:ext cx="320" cy="184"/>
                <a:chOff x="1000" y="3128"/>
                <a:chExt cx="320" cy="184"/>
              </a:xfrm>
            </p:grpSpPr>
            <p:sp>
              <p:nvSpPr>
                <p:cNvPr id="124" name="AutoShape 1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25" name="Line 1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26" name="Line 1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97" name="Oval 15"/>
              <p:cNvSpPr>
                <a:spLocks noChangeArrowheads="1"/>
              </p:cNvSpPr>
              <p:nvPr/>
            </p:nvSpPr>
            <p:spPr bwMode="auto">
              <a:xfrm>
                <a:off x="960" y="302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99" name="Group 17"/>
              <p:cNvGrpSpPr>
                <a:grpSpLocks/>
              </p:cNvGrpSpPr>
              <p:nvPr/>
            </p:nvGrpSpPr>
            <p:grpSpPr bwMode="auto">
              <a:xfrm>
                <a:off x="864" y="2736"/>
                <a:ext cx="240" cy="96"/>
                <a:chOff x="1000" y="3128"/>
                <a:chExt cx="320" cy="184"/>
              </a:xfrm>
            </p:grpSpPr>
            <p:sp>
              <p:nvSpPr>
                <p:cNvPr id="121" name="AutoShape 1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22" name="Line 1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23" name="Line 2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100" name="Line 21"/>
              <p:cNvSpPr>
                <a:spLocks noChangeShapeType="1"/>
              </p:cNvSpPr>
              <p:nvPr/>
            </p:nvSpPr>
            <p:spPr bwMode="auto">
              <a:xfrm>
                <a:off x="1200" y="2496"/>
                <a:ext cx="81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1" name="Line 22"/>
              <p:cNvSpPr>
                <a:spLocks noChangeShapeType="1"/>
              </p:cNvSpPr>
              <p:nvPr/>
            </p:nvSpPr>
            <p:spPr bwMode="auto">
              <a:xfrm flipH="1">
                <a:off x="1008" y="2544"/>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2" name="Line 23"/>
              <p:cNvSpPr>
                <a:spLocks noChangeShapeType="1"/>
              </p:cNvSpPr>
              <p:nvPr/>
            </p:nvSpPr>
            <p:spPr bwMode="auto">
              <a:xfrm>
                <a:off x="1008" y="2832"/>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3" name="Line 24"/>
              <p:cNvSpPr>
                <a:spLocks noChangeShapeType="1"/>
              </p:cNvSpPr>
              <p:nvPr/>
            </p:nvSpPr>
            <p:spPr bwMode="auto">
              <a:xfrm>
                <a:off x="1152" y="3072"/>
                <a:ext cx="33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4" name="Line 25"/>
              <p:cNvSpPr>
                <a:spLocks noChangeShapeType="1"/>
              </p:cNvSpPr>
              <p:nvPr/>
            </p:nvSpPr>
            <p:spPr bwMode="auto">
              <a:xfrm flipV="1">
                <a:off x="1680" y="2976"/>
                <a:ext cx="384" cy="9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05" name="Oval 26"/>
              <p:cNvSpPr>
                <a:spLocks noChangeArrowheads="1"/>
              </p:cNvSpPr>
              <p:nvPr/>
            </p:nvSpPr>
            <p:spPr bwMode="auto">
              <a:xfrm>
                <a:off x="1296" y="2832"/>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06" name="Oval 27"/>
              <p:cNvSpPr>
                <a:spLocks noChangeArrowheads="1"/>
              </p:cNvSpPr>
              <p:nvPr/>
            </p:nvSpPr>
            <p:spPr bwMode="auto">
              <a:xfrm>
                <a:off x="1488" y="302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07" name="Line 28"/>
              <p:cNvSpPr>
                <a:spLocks noChangeShapeType="1"/>
              </p:cNvSpPr>
              <p:nvPr/>
            </p:nvSpPr>
            <p:spPr bwMode="auto">
              <a:xfrm>
                <a:off x="1152" y="2544"/>
                <a:ext cx="192" cy="288"/>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108" name="Group 29"/>
              <p:cNvGrpSpPr>
                <a:grpSpLocks/>
              </p:cNvGrpSpPr>
              <p:nvPr/>
            </p:nvGrpSpPr>
            <p:grpSpPr bwMode="auto">
              <a:xfrm>
                <a:off x="1152" y="2640"/>
                <a:ext cx="240" cy="96"/>
                <a:chOff x="1000" y="3128"/>
                <a:chExt cx="320" cy="184"/>
              </a:xfrm>
            </p:grpSpPr>
            <p:sp>
              <p:nvSpPr>
                <p:cNvPr id="118" name="AutoShape 30"/>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19" name="Line 31"/>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20" name="Line 32"/>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109" name="Line 33"/>
              <p:cNvSpPr>
                <a:spLocks noChangeShapeType="1"/>
              </p:cNvSpPr>
              <p:nvPr/>
            </p:nvSpPr>
            <p:spPr bwMode="auto">
              <a:xfrm flipV="1">
                <a:off x="1488" y="2784"/>
                <a:ext cx="240" cy="9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10" name="Line 34"/>
              <p:cNvSpPr>
                <a:spLocks noChangeShapeType="1"/>
              </p:cNvSpPr>
              <p:nvPr/>
            </p:nvSpPr>
            <p:spPr bwMode="auto">
              <a:xfrm flipH="1">
                <a:off x="1632" y="2544"/>
                <a:ext cx="384" cy="48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111" name="Group 35"/>
              <p:cNvGrpSpPr>
                <a:grpSpLocks/>
              </p:cNvGrpSpPr>
              <p:nvPr/>
            </p:nvGrpSpPr>
            <p:grpSpPr bwMode="auto">
              <a:xfrm>
                <a:off x="1728" y="2736"/>
                <a:ext cx="240" cy="96"/>
                <a:chOff x="1000" y="3128"/>
                <a:chExt cx="320" cy="184"/>
              </a:xfrm>
            </p:grpSpPr>
            <p:sp>
              <p:nvSpPr>
                <p:cNvPr id="115" name="AutoShape 36"/>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16" name="Line 37"/>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17" name="Line 38"/>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112" name="Line 39"/>
              <p:cNvSpPr>
                <a:spLocks noChangeShapeType="1"/>
              </p:cNvSpPr>
              <p:nvPr/>
            </p:nvSpPr>
            <p:spPr bwMode="auto">
              <a:xfrm>
                <a:off x="2064" y="2544"/>
                <a:ext cx="144" cy="33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13" name="Text Box 40"/>
              <p:cNvSpPr txBox="1">
                <a:spLocks noChangeArrowheads="1"/>
              </p:cNvSpPr>
              <p:nvPr/>
            </p:nvSpPr>
            <p:spPr bwMode="auto">
              <a:xfrm>
                <a:off x="1920" y="3041"/>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itchFamily="34" charset="-122"/>
                    <a:ea typeface="微软雅黑" pitchFamily="34" charset="-122"/>
                  </a:rPr>
                  <a:t>R4</a:t>
                </a:r>
              </a:p>
            </p:txBody>
          </p:sp>
          <p:sp>
            <p:nvSpPr>
              <p:cNvPr id="114" name="Text Box 41"/>
              <p:cNvSpPr txBox="1">
                <a:spLocks noChangeArrowheads="1"/>
              </p:cNvSpPr>
              <p:nvPr/>
            </p:nvSpPr>
            <p:spPr bwMode="auto">
              <a:xfrm>
                <a:off x="1164" y="331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FF"/>
                    </a:solidFill>
                    <a:latin typeface="微软雅黑" pitchFamily="34" charset="-122"/>
                    <a:ea typeface="微软雅黑" pitchFamily="34" charset="-122"/>
                  </a:rPr>
                  <a:t>自治系统</a:t>
                </a:r>
              </a:p>
            </p:txBody>
          </p:sp>
          <p:sp>
            <p:nvSpPr>
              <p:cNvPr id="98" name="Oval 16"/>
              <p:cNvSpPr>
                <a:spLocks noChangeArrowheads="1"/>
              </p:cNvSpPr>
              <p:nvPr/>
            </p:nvSpPr>
            <p:spPr bwMode="auto">
              <a:xfrm>
                <a:off x="1920" y="2448"/>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grpSp>
          <p:nvGrpSpPr>
            <p:cNvPr id="10" name="Group 126"/>
            <p:cNvGrpSpPr>
              <a:grpSpLocks/>
            </p:cNvGrpSpPr>
            <p:nvPr/>
          </p:nvGrpSpPr>
          <p:grpSpPr bwMode="auto">
            <a:xfrm>
              <a:off x="3393013" y="2861677"/>
              <a:ext cx="2084903" cy="1443935"/>
              <a:chOff x="3153" y="2625"/>
              <a:chExt cx="1872" cy="1290"/>
            </a:xfrm>
          </p:grpSpPr>
          <p:sp>
            <p:nvSpPr>
              <p:cNvPr id="69" name="Rectangle 43"/>
              <p:cNvSpPr>
                <a:spLocks noChangeArrowheads="1"/>
              </p:cNvSpPr>
              <p:nvPr/>
            </p:nvSpPr>
            <p:spPr bwMode="auto">
              <a:xfrm>
                <a:off x="3153" y="2625"/>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72" name="Oval 46"/>
              <p:cNvSpPr>
                <a:spLocks noChangeArrowheads="1"/>
              </p:cNvSpPr>
              <p:nvPr/>
            </p:nvSpPr>
            <p:spPr bwMode="auto">
              <a:xfrm>
                <a:off x="4689" y="3057"/>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73" name="Line 47"/>
              <p:cNvSpPr>
                <a:spLocks noChangeShapeType="1"/>
              </p:cNvSpPr>
              <p:nvPr/>
            </p:nvSpPr>
            <p:spPr bwMode="auto">
              <a:xfrm>
                <a:off x="3489" y="2865"/>
                <a:ext cx="432" cy="0"/>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4" name="Line 48"/>
              <p:cNvSpPr>
                <a:spLocks noChangeShapeType="1"/>
              </p:cNvSpPr>
              <p:nvPr/>
            </p:nvSpPr>
            <p:spPr bwMode="auto">
              <a:xfrm>
                <a:off x="3537" y="3441"/>
                <a:ext cx="57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5" name="Line 49"/>
              <p:cNvSpPr>
                <a:spLocks noChangeShapeType="1"/>
              </p:cNvSpPr>
              <p:nvPr/>
            </p:nvSpPr>
            <p:spPr bwMode="auto">
              <a:xfrm flipV="1">
                <a:off x="4257" y="3345"/>
                <a:ext cx="288" cy="9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6" name="Oval 50"/>
              <p:cNvSpPr>
                <a:spLocks noChangeArrowheads="1"/>
              </p:cNvSpPr>
              <p:nvPr/>
            </p:nvSpPr>
            <p:spPr bwMode="auto">
              <a:xfrm>
                <a:off x="4113" y="3393"/>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77" name="Group 51"/>
              <p:cNvGrpSpPr>
                <a:grpSpLocks/>
              </p:cNvGrpSpPr>
              <p:nvPr/>
            </p:nvGrpSpPr>
            <p:grpSpPr bwMode="auto">
              <a:xfrm>
                <a:off x="3729" y="3393"/>
                <a:ext cx="240" cy="96"/>
                <a:chOff x="1000" y="3128"/>
                <a:chExt cx="320" cy="184"/>
              </a:xfrm>
            </p:grpSpPr>
            <p:sp>
              <p:nvSpPr>
                <p:cNvPr id="91" name="AutoShape 5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92" name="Line 5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93" name="Line 5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78" name="Line 55"/>
              <p:cNvSpPr>
                <a:spLocks noChangeShapeType="1"/>
              </p:cNvSpPr>
              <p:nvPr/>
            </p:nvSpPr>
            <p:spPr bwMode="auto">
              <a:xfrm flipV="1">
                <a:off x="4641" y="3153"/>
                <a:ext cx="144" cy="14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79" name="Line 56"/>
              <p:cNvSpPr>
                <a:spLocks noChangeShapeType="1"/>
              </p:cNvSpPr>
              <p:nvPr/>
            </p:nvSpPr>
            <p:spPr bwMode="auto">
              <a:xfrm flipH="1">
                <a:off x="3441" y="2950"/>
                <a:ext cx="553" cy="491"/>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80" name="Group 57"/>
              <p:cNvGrpSpPr>
                <a:grpSpLocks/>
              </p:cNvGrpSpPr>
              <p:nvPr/>
            </p:nvGrpSpPr>
            <p:grpSpPr bwMode="auto">
              <a:xfrm>
                <a:off x="4449" y="3297"/>
                <a:ext cx="240" cy="96"/>
                <a:chOff x="1000" y="3128"/>
                <a:chExt cx="320" cy="184"/>
              </a:xfrm>
            </p:grpSpPr>
            <p:sp>
              <p:nvSpPr>
                <p:cNvPr id="88" name="AutoShape 5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89" name="Line 5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90" name="Line 6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81" name="Line 61"/>
              <p:cNvSpPr>
                <a:spLocks noChangeShapeType="1"/>
              </p:cNvSpPr>
              <p:nvPr/>
            </p:nvSpPr>
            <p:spPr bwMode="auto">
              <a:xfrm>
                <a:off x="4209" y="2913"/>
                <a:ext cx="480"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82" name="Group 62"/>
              <p:cNvGrpSpPr>
                <a:grpSpLocks/>
              </p:cNvGrpSpPr>
              <p:nvPr/>
            </p:nvGrpSpPr>
            <p:grpSpPr bwMode="auto">
              <a:xfrm>
                <a:off x="3921" y="2769"/>
                <a:ext cx="320" cy="184"/>
                <a:chOff x="1000" y="3128"/>
                <a:chExt cx="320" cy="184"/>
              </a:xfrm>
            </p:grpSpPr>
            <p:sp>
              <p:nvSpPr>
                <p:cNvPr id="85" name="AutoShape 63"/>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86" name="Line 64"/>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87" name="Line 65"/>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83" name="Text Box 66"/>
              <p:cNvSpPr txBox="1">
                <a:spLocks noChangeArrowheads="1"/>
              </p:cNvSpPr>
              <p:nvPr/>
            </p:nvSpPr>
            <p:spPr bwMode="auto">
              <a:xfrm>
                <a:off x="4209" y="2642"/>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FF"/>
                    </a:solidFill>
                    <a:latin typeface="微软雅黑" pitchFamily="34" charset="-122"/>
                    <a:ea typeface="微软雅黑" pitchFamily="34" charset="-122"/>
                  </a:rPr>
                  <a:t>R3</a:t>
                </a:r>
              </a:p>
            </p:txBody>
          </p:sp>
          <p:sp>
            <p:nvSpPr>
              <p:cNvPr id="84" name="Text Box 67"/>
              <p:cNvSpPr txBox="1">
                <a:spLocks noChangeArrowheads="1"/>
              </p:cNvSpPr>
              <p:nvPr/>
            </p:nvSpPr>
            <p:spPr bwMode="auto">
              <a:xfrm>
                <a:off x="3729" y="3640"/>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FF"/>
                    </a:solidFill>
                    <a:latin typeface="微软雅黑" pitchFamily="34" charset="-122"/>
                    <a:ea typeface="微软雅黑" pitchFamily="34" charset="-122"/>
                  </a:rPr>
                  <a:t>自治系统</a:t>
                </a:r>
              </a:p>
            </p:txBody>
          </p:sp>
          <p:sp>
            <p:nvSpPr>
              <p:cNvPr id="70" name="Oval 44"/>
              <p:cNvSpPr>
                <a:spLocks noChangeArrowheads="1"/>
              </p:cNvSpPr>
              <p:nvPr/>
            </p:nvSpPr>
            <p:spPr bwMode="auto">
              <a:xfrm>
                <a:off x="3297" y="2817"/>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71" name="Oval 45"/>
              <p:cNvSpPr>
                <a:spLocks noChangeArrowheads="1"/>
              </p:cNvSpPr>
              <p:nvPr/>
            </p:nvSpPr>
            <p:spPr bwMode="auto">
              <a:xfrm>
                <a:off x="3345" y="3393"/>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grpSp>
          <p:nvGrpSpPr>
            <p:cNvPr id="11" name="Group 68"/>
            <p:cNvGrpSpPr>
              <a:grpSpLocks/>
            </p:cNvGrpSpPr>
            <p:nvPr/>
          </p:nvGrpSpPr>
          <p:grpSpPr bwMode="auto">
            <a:xfrm>
              <a:off x="862523" y="1132312"/>
              <a:ext cx="2084903" cy="1406998"/>
              <a:chOff x="672" y="759"/>
              <a:chExt cx="1872" cy="1257"/>
            </a:xfrm>
          </p:grpSpPr>
          <p:sp>
            <p:nvSpPr>
              <p:cNvPr id="46" name="Rectangle 69"/>
              <p:cNvSpPr>
                <a:spLocks noChangeArrowheads="1"/>
              </p:cNvSpPr>
              <p:nvPr/>
            </p:nvSpPr>
            <p:spPr bwMode="auto">
              <a:xfrm>
                <a:off x="672" y="1008"/>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47" name="Oval 70"/>
              <p:cNvSpPr>
                <a:spLocks noChangeArrowheads="1"/>
              </p:cNvSpPr>
              <p:nvPr/>
            </p:nvSpPr>
            <p:spPr bwMode="auto">
              <a:xfrm>
                <a:off x="1008" y="1152"/>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48" name="Group 71"/>
              <p:cNvGrpSpPr>
                <a:grpSpLocks/>
              </p:cNvGrpSpPr>
              <p:nvPr/>
            </p:nvGrpSpPr>
            <p:grpSpPr bwMode="auto">
              <a:xfrm>
                <a:off x="2016" y="1104"/>
                <a:ext cx="320" cy="184"/>
                <a:chOff x="1000" y="3128"/>
                <a:chExt cx="320" cy="184"/>
              </a:xfrm>
            </p:grpSpPr>
            <p:sp>
              <p:nvSpPr>
                <p:cNvPr id="66" name="AutoShape 7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67" name="Line 7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68" name="Line 7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49" name="Oval 75"/>
              <p:cNvSpPr>
                <a:spLocks noChangeArrowheads="1"/>
              </p:cNvSpPr>
              <p:nvPr/>
            </p:nvSpPr>
            <p:spPr bwMode="auto">
              <a:xfrm>
                <a:off x="960" y="1728"/>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50" name="Oval 76"/>
              <p:cNvSpPr>
                <a:spLocks noChangeArrowheads="1"/>
              </p:cNvSpPr>
              <p:nvPr/>
            </p:nvSpPr>
            <p:spPr bwMode="auto">
              <a:xfrm>
                <a:off x="2064" y="1632"/>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51" name="Group 77"/>
              <p:cNvGrpSpPr>
                <a:grpSpLocks/>
              </p:cNvGrpSpPr>
              <p:nvPr/>
            </p:nvGrpSpPr>
            <p:grpSpPr bwMode="auto">
              <a:xfrm>
                <a:off x="864" y="1440"/>
                <a:ext cx="240" cy="96"/>
                <a:chOff x="1000" y="3128"/>
                <a:chExt cx="320" cy="184"/>
              </a:xfrm>
            </p:grpSpPr>
            <p:sp>
              <p:nvSpPr>
                <p:cNvPr id="63" name="AutoShape 7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64" name="Line 7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65" name="Line 8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grpSp>
            <p:nvGrpSpPr>
              <p:cNvPr id="52" name="Group 81"/>
              <p:cNvGrpSpPr>
                <a:grpSpLocks/>
              </p:cNvGrpSpPr>
              <p:nvPr/>
            </p:nvGrpSpPr>
            <p:grpSpPr bwMode="auto">
              <a:xfrm>
                <a:off x="1488" y="1776"/>
                <a:ext cx="240" cy="96"/>
                <a:chOff x="1000" y="3128"/>
                <a:chExt cx="320" cy="184"/>
              </a:xfrm>
            </p:grpSpPr>
            <p:sp>
              <p:nvSpPr>
                <p:cNvPr id="60" name="AutoShape 8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61" name="Line 8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62" name="Line 8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53" name="Line 85"/>
              <p:cNvSpPr>
                <a:spLocks noChangeShapeType="1"/>
              </p:cNvSpPr>
              <p:nvPr/>
            </p:nvSpPr>
            <p:spPr bwMode="auto">
              <a:xfrm>
                <a:off x="1200" y="1200"/>
                <a:ext cx="81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4" name="Line 86"/>
              <p:cNvSpPr>
                <a:spLocks noChangeShapeType="1"/>
              </p:cNvSpPr>
              <p:nvPr/>
            </p:nvSpPr>
            <p:spPr bwMode="auto">
              <a:xfrm flipH="1">
                <a:off x="1008" y="1248"/>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5" name="Line 87"/>
              <p:cNvSpPr>
                <a:spLocks noChangeShapeType="1"/>
              </p:cNvSpPr>
              <p:nvPr/>
            </p:nvSpPr>
            <p:spPr bwMode="auto">
              <a:xfrm>
                <a:off x="1008" y="1536"/>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6" name="Line 88"/>
              <p:cNvSpPr>
                <a:spLocks noChangeShapeType="1"/>
              </p:cNvSpPr>
              <p:nvPr/>
            </p:nvSpPr>
            <p:spPr bwMode="auto">
              <a:xfrm>
                <a:off x="1152" y="1776"/>
                <a:ext cx="336" cy="48"/>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7" name="Line 89"/>
              <p:cNvSpPr>
                <a:spLocks noChangeShapeType="1"/>
              </p:cNvSpPr>
              <p:nvPr/>
            </p:nvSpPr>
            <p:spPr bwMode="auto">
              <a:xfrm flipV="1">
                <a:off x="1728" y="1680"/>
                <a:ext cx="336" cy="14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8" name="Line 90"/>
              <p:cNvSpPr>
                <a:spLocks noChangeShapeType="1"/>
              </p:cNvSpPr>
              <p:nvPr/>
            </p:nvSpPr>
            <p:spPr bwMode="auto">
              <a:xfrm>
                <a:off x="2160" y="1296"/>
                <a:ext cx="0" cy="336"/>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59" name="Text Box 91"/>
              <p:cNvSpPr txBox="1">
                <a:spLocks noChangeArrowheads="1"/>
              </p:cNvSpPr>
              <p:nvPr/>
            </p:nvSpPr>
            <p:spPr bwMode="auto">
              <a:xfrm>
                <a:off x="1212" y="75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FF"/>
                    </a:solidFill>
                    <a:latin typeface="微软雅黑" pitchFamily="34" charset="-122"/>
                    <a:ea typeface="微软雅黑" pitchFamily="34" charset="-122"/>
                  </a:rPr>
                  <a:t>自治系统</a:t>
                </a:r>
              </a:p>
            </p:txBody>
          </p:sp>
        </p:grpSp>
        <p:grpSp>
          <p:nvGrpSpPr>
            <p:cNvPr id="12" name="Group 92"/>
            <p:cNvGrpSpPr>
              <a:grpSpLocks/>
            </p:cNvGrpSpPr>
            <p:nvPr/>
          </p:nvGrpSpPr>
          <p:grpSpPr bwMode="auto">
            <a:xfrm>
              <a:off x="3393013" y="1132312"/>
              <a:ext cx="2084903" cy="1406998"/>
              <a:chOff x="3168" y="759"/>
              <a:chExt cx="1872" cy="1257"/>
            </a:xfrm>
          </p:grpSpPr>
          <p:sp>
            <p:nvSpPr>
              <p:cNvPr id="16" name="Rectangle 93"/>
              <p:cNvSpPr>
                <a:spLocks noChangeArrowheads="1"/>
              </p:cNvSpPr>
              <p:nvPr/>
            </p:nvSpPr>
            <p:spPr bwMode="auto">
              <a:xfrm>
                <a:off x="3168" y="1008"/>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7" name="Oval 94"/>
              <p:cNvSpPr>
                <a:spLocks noChangeArrowheads="1"/>
              </p:cNvSpPr>
              <p:nvPr/>
            </p:nvSpPr>
            <p:spPr bwMode="auto">
              <a:xfrm>
                <a:off x="3360" y="134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19" name="Oval 96"/>
              <p:cNvSpPr>
                <a:spLocks noChangeArrowheads="1"/>
              </p:cNvSpPr>
              <p:nvPr/>
            </p:nvSpPr>
            <p:spPr bwMode="auto">
              <a:xfrm>
                <a:off x="4704" y="1776"/>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20" name="Line 97"/>
              <p:cNvSpPr>
                <a:spLocks noChangeShapeType="1"/>
              </p:cNvSpPr>
              <p:nvPr/>
            </p:nvSpPr>
            <p:spPr bwMode="auto">
              <a:xfrm>
                <a:off x="4224" y="1200"/>
                <a:ext cx="528" cy="57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1" name="Line 98"/>
              <p:cNvSpPr>
                <a:spLocks noChangeShapeType="1"/>
              </p:cNvSpPr>
              <p:nvPr/>
            </p:nvSpPr>
            <p:spPr bwMode="auto">
              <a:xfrm flipH="1">
                <a:off x="3504" y="1152"/>
                <a:ext cx="624" cy="24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2" name="Line 99"/>
              <p:cNvSpPr>
                <a:spLocks noChangeShapeType="1"/>
              </p:cNvSpPr>
              <p:nvPr/>
            </p:nvSpPr>
            <p:spPr bwMode="auto">
              <a:xfrm>
                <a:off x="4752" y="1200"/>
                <a:ext cx="48" cy="62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3" name="Line 100"/>
              <p:cNvSpPr>
                <a:spLocks noChangeShapeType="1"/>
              </p:cNvSpPr>
              <p:nvPr/>
            </p:nvSpPr>
            <p:spPr bwMode="auto">
              <a:xfrm>
                <a:off x="3648" y="1824"/>
                <a:ext cx="33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4" name="Line 101"/>
              <p:cNvSpPr>
                <a:spLocks noChangeShapeType="1"/>
              </p:cNvSpPr>
              <p:nvPr/>
            </p:nvSpPr>
            <p:spPr bwMode="auto">
              <a:xfrm flipV="1">
                <a:off x="4080" y="1152"/>
                <a:ext cx="624" cy="62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nvGrpSpPr>
              <p:cNvPr id="25" name="Group 102"/>
              <p:cNvGrpSpPr>
                <a:grpSpLocks/>
              </p:cNvGrpSpPr>
              <p:nvPr/>
            </p:nvGrpSpPr>
            <p:grpSpPr bwMode="auto">
              <a:xfrm>
                <a:off x="4304" y="1392"/>
                <a:ext cx="240" cy="96"/>
                <a:chOff x="1000" y="3128"/>
                <a:chExt cx="320" cy="184"/>
              </a:xfrm>
            </p:grpSpPr>
            <p:sp>
              <p:nvSpPr>
                <p:cNvPr id="43" name="AutoShape 103"/>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44" name="Line 104"/>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45" name="Line 105"/>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26" name="Line 106"/>
              <p:cNvSpPr>
                <a:spLocks noChangeShapeType="1"/>
              </p:cNvSpPr>
              <p:nvPr/>
            </p:nvSpPr>
            <p:spPr bwMode="auto">
              <a:xfrm flipH="1">
                <a:off x="3456" y="1440"/>
                <a:ext cx="0" cy="288"/>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27" name="Oval 107"/>
              <p:cNvSpPr>
                <a:spLocks noChangeArrowheads="1"/>
              </p:cNvSpPr>
              <p:nvPr/>
            </p:nvSpPr>
            <p:spPr bwMode="auto">
              <a:xfrm>
                <a:off x="4080" y="110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28" name="Oval 108"/>
              <p:cNvSpPr>
                <a:spLocks noChangeArrowheads="1"/>
              </p:cNvSpPr>
              <p:nvPr/>
            </p:nvSpPr>
            <p:spPr bwMode="auto">
              <a:xfrm>
                <a:off x="4656" y="110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nvGrpSpPr>
              <p:cNvPr id="29" name="Group 109"/>
              <p:cNvGrpSpPr>
                <a:grpSpLocks/>
              </p:cNvGrpSpPr>
              <p:nvPr/>
            </p:nvGrpSpPr>
            <p:grpSpPr bwMode="auto">
              <a:xfrm>
                <a:off x="3696" y="1200"/>
                <a:ext cx="240" cy="96"/>
                <a:chOff x="1000" y="3128"/>
                <a:chExt cx="320" cy="184"/>
              </a:xfrm>
            </p:grpSpPr>
            <p:sp>
              <p:nvSpPr>
                <p:cNvPr id="40" name="AutoShape 110"/>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41" name="Line 111"/>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42" name="Line 112"/>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grpSp>
            <p:nvGrpSpPr>
              <p:cNvPr id="30" name="Group 113"/>
              <p:cNvGrpSpPr>
                <a:grpSpLocks/>
              </p:cNvGrpSpPr>
              <p:nvPr/>
            </p:nvGrpSpPr>
            <p:grpSpPr bwMode="auto">
              <a:xfrm>
                <a:off x="4656" y="1392"/>
                <a:ext cx="240" cy="96"/>
                <a:chOff x="1000" y="3128"/>
                <a:chExt cx="320" cy="184"/>
              </a:xfrm>
            </p:grpSpPr>
            <p:sp>
              <p:nvSpPr>
                <p:cNvPr id="37" name="AutoShape 114"/>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38" name="Line 115"/>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39" name="Line 116"/>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grpSp>
            <p:nvGrpSpPr>
              <p:cNvPr id="31" name="Group 117"/>
              <p:cNvGrpSpPr>
                <a:grpSpLocks/>
              </p:cNvGrpSpPr>
              <p:nvPr/>
            </p:nvGrpSpPr>
            <p:grpSpPr bwMode="auto">
              <a:xfrm>
                <a:off x="3328" y="1688"/>
                <a:ext cx="320" cy="184"/>
                <a:chOff x="1000" y="3128"/>
                <a:chExt cx="320" cy="184"/>
              </a:xfrm>
            </p:grpSpPr>
            <p:sp>
              <p:nvSpPr>
                <p:cNvPr id="34" name="AutoShape 11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sp>
              <p:nvSpPr>
                <p:cNvPr id="35" name="Line 11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36" name="Line 12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32" name="Text Box 121"/>
              <p:cNvSpPr txBox="1">
                <a:spLocks noChangeArrowheads="1"/>
              </p:cNvSpPr>
              <p:nvPr/>
            </p:nvSpPr>
            <p:spPr bwMode="auto">
              <a:xfrm>
                <a:off x="3586" y="1505"/>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FF"/>
                    </a:solidFill>
                    <a:latin typeface="微软雅黑" pitchFamily="34" charset="-122"/>
                    <a:ea typeface="微软雅黑" pitchFamily="34" charset="-122"/>
                  </a:rPr>
                  <a:t>R2</a:t>
                </a:r>
              </a:p>
            </p:txBody>
          </p:sp>
          <p:sp>
            <p:nvSpPr>
              <p:cNvPr id="33" name="Text Box 122"/>
              <p:cNvSpPr txBox="1">
                <a:spLocks noChangeArrowheads="1"/>
              </p:cNvSpPr>
              <p:nvPr/>
            </p:nvSpPr>
            <p:spPr bwMode="auto">
              <a:xfrm>
                <a:off x="3704" y="75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FF"/>
                    </a:solidFill>
                    <a:latin typeface="微软雅黑" pitchFamily="34" charset="-122"/>
                    <a:ea typeface="微软雅黑" pitchFamily="34" charset="-122"/>
                  </a:rPr>
                  <a:t>自治系统</a:t>
                </a:r>
              </a:p>
            </p:txBody>
          </p:sp>
          <p:sp>
            <p:nvSpPr>
              <p:cNvPr id="18" name="Oval 95"/>
              <p:cNvSpPr>
                <a:spLocks noChangeArrowheads="1"/>
              </p:cNvSpPr>
              <p:nvPr/>
            </p:nvSpPr>
            <p:spPr bwMode="auto">
              <a:xfrm>
                <a:off x="3936" y="1776"/>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FF"/>
                  </a:solidFill>
                  <a:latin typeface="微软雅黑" pitchFamily="34" charset="-122"/>
                  <a:ea typeface="微软雅黑" pitchFamily="34" charset="-122"/>
                </a:endParaRPr>
              </a:p>
            </p:txBody>
          </p:sp>
        </p:grpSp>
        <p:sp>
          <p:nvSpPr>
            <p:cNvPr id="13" name="Line 123"/>
            <p:cNvSpPr>
              <a:spLocks noChangeShapeType="1"/>
            </p:cNvSpPr>
            <p:nvPr/>
          </p:nvSpPr>
          <p:spPr bwMode="auto">
            <a:xfrm>
              <a:off x="2656741" y="1663314"/>
              <a:ext cx="938971" cy="553629"/>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4" name="Line 124"/>
            <p:cNvSpPr>
              <a:spLocks noChangeShapeType="1"/>
            </p:cNvSpPr>
            <p:nvPr/>
          </p:nvSpPr>
          <p:spPr bwMode="auto">
            <a:xfrm>
              <a:off x="3838505" y="2349705"/>
              <a:ext cx="481132" cy="698462"/>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sp>
          <p:nvSpPr>
            <p:cNvPr id="15" name="Line 125"/>
            <p:cNvSpPr>
              <a:spLocks noChangeShapeType="1"/>
            </p:cNvSpPr>
            <p:nvPr/>
          </p:nvSpPr>
          <p:spPr bwMode="auto">
            <a:xfrm flipH="1">
              <a:off x="2787049" y="3191879"/>
              <a:ext cx="1488772" cy="421986"/>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1400" b="1">
                <a:solidFill>
                  <a:srgbClr val="0000FF"/>
                </a:solidFill>
                <a:latin typeface="微软雅黑" pitchFamily="34" charset="-122"/>
                <a:ea typeface="微软雅黑" pitchFamily="34" charset="-122"/>
              </a:endParaRPr>
            </a:p>
          </p:txBody>
        </p:sp>
      </p:grpSp>
      <p:sp>
        <p:nvSpPr>
          <p:cNvPr id="7" name="Rectangle 249"/>
          <p:cNvSpPr>
            <a:spLocks noChangeArrowheads="1"/>
          </p:cNvSpPr>
          <p:nvPr/>
        </p:nvSpPr>
        <p:spPr bwMode="auto">
          <a:xfrm>
            <a:off x="2055328" y="1650274"/>
            <a:ext cx="419876" cy="3078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solidFill>
                  <a:srgbClr val="0000FF"/>
                </a:solidFill>
                <a:latin typeface="微软雅黑" pitchFamily="34" charset="-122"/>
                <a:ea typeface="微软雅黑" pitchFamily="34" charset="-122"/>
              </a:rPr>
              <a:t>R1</a:t>
            </a:r>
          </a:p>
        </p:txBody>
      </p:sp>
      <p:sp>
        <p:nvSpPr>
          <p:cNvPr id="127" name="矩形 126"/>
          <p:cNvSpPr/>
          <p:nvPr/>
        </p:nvSpPr>
        <p:spPr>
          <a:xfrm>
            <a:off x="5703920" y="1250108"/>
            <a:ext cx="2570739" cy="2862322"/>
          </a:xfrm>
          <a:prstGeom prst="rect">
            <a:avLst/>
          </a:prstGeom>
          <a:solidFill>
            <a:schemeClr val="bg1"/>
          </a:solidFill>
        </p:spPr>
        <p:txBody>
          <a:bodyPr wrap="square">
            <a:spAutoFit/>
          </a:bodyPr>
          <a:lstStyle/>
          <a:p>
            <a:pPr>
              <a:lnSpc>
                <a:spcPts val="2400"/>
              </a:lnSpc>
            </a:pPr>
            <a:r>
              <a:rPr lang="zh-CN" altLang="en-US" sz="1600" b="1" dirty="0">
                <a:solidFill>
                  <a:srgbClr val="C00000"/>
                </a:solidFill>
                <a:latin typeface="微软雅黑" panose="020B0503020204020204" pitchFamily="34" charset="-122"/>
                <a:ea typeface="微软雅黑" panose="020B0503020204020204" pitchFamily="34" charset="-122"/>
              </a:rPr>
              <a:t>自治系统 </a:t>
            </a:r>
            <a:r>
              <a:rPr lang="en-US" altLang="zh-CN" sz="1600" b="1" dirty="0">
                <a:solidFill>
                  <a:srgbClr val="C00000"/>
                </a:solidFill>
                <a:latin typeface="微软雅黑" panose="020B0503020204020204" pitchFamily="34" charset="-122"/>
                <a:ea typeface="微软雅黑" panose="020B0503020204020204" pitchFamily="34" charset="-122"/>
              </a:rPr>
              <a:t>AS </a:t>
            </a:r>
            <a:r>
              <a:rPr lang="zh-CN" altLang="en-US" sz="1600" b="1" dirty="0">
                <a:solidFill>
                  <a:srgbClr val="C00000"/>
                </a:solidFill>
                <a:latin typeface="微软雅黑" panose="020B0503020204020204" pitchFamily="34" charset="-122"/>
                <a:ea typeface="微软雅黑" panose="020B0503020204020204" pitchFamily="34" charset="-122"/>
              </a:rPr>
              <a:t>：</a:t>
            </a:r>
            <a:endParaRPr lang="en-US" altLang="zh-CN" sz="1600" b="1" dirty="0">
              <a:solidFill>
                <a:srgbClr val="C00000"/>
              </a:solidFill>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是在单一技术管理下的许多网络、</a:t>
            </a:r>
            <a:r>
              <a:rPr lang="en-US" altLang="zh-CN" sz="1600" b="1" dirty="0">
                <a:latin typeface="微软雅黑" panose="020B0503020204020204" pitchFamily="34" charset="-122"/>
                <a:ea typeface="微软雅黑" panose="020B0503020204020204" pitchFamily="34" charset="-122"/>
              </a:rPr>
              <a:t>IP</a:t>
            </a:r>
            <a:r>
              <a:rPr lang="zh-CN" altLang="en-US" sz="1600" b="1" dirty="0">
                <a:latin typeface="微软雅黑" panose="020B0503020204020204" pitchFamily="34" charset="-122"/>
                <a:ea typeface="微软雅黑" panose="020B0503020204020204" pitchFamily="34" charset="-122"/>
              </a:rPr>
              <a:t>地址以及路由器的集合，而这些路由器使用一种自治系统内部的路由协议和共同的度量。每一个 </a:t>
            </a:r>
            <a:r>
              <a:rPr lang="en-US" altLang="zh-CN"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对其他 </a:t>
            </a:r>
            <a:r>
              <a:rPr lang="en-US" altLang="zh-CN" sz="1600" b="1" dirty="0">
                <a:latin typeface="微软雅黑" panose="020B0503020204020204" pitchFamily="34" charset="-122"/>
                <a:ea typeface="微软雅黑" panose="020B0503020204020204" pitchFamily="34" charset="-122"/>
              </a:rPr>
              <a:t>AS </a:t>
            </a:r>
            <a:r>
              <a:rPr lang="zh-CN" altLang="en-US" sz="1600" b="1" dirty="0">
                <a:latin typeface="微软雅黑" panose="020B0503020204020204" pitchFamily="34" charset="-122"/>
                <a:ea typeface="微软雅黑" panose="020B0503020204020204" pitchFamily="34" charset="-122"/>
              </a:rPr>
              <a:t>表现出的是一个</a:t>
            </a:r>
            <a:r>
              <a:rPr lang="zh-CN" altLang="en-US" sz="1600" b="1" dirty="0">
                <a:solidFill>
                  <a:srgbClr val="C00000"/>
                </a:solidFill>
                <a:latin typeface="微软雅黑" panose="020B0503020204020204" pitchFamily="34" charset="-122"/>
                <a:ea typeface="微软雅黑" panose="020B0503020204020204" pitchFamily="34" charset="-122"/>
              </a:rPr>
              <a:t>单一的和一致的</a:t>
            </a:r>
            <a:r>
              <a:rPr lang="zh-CN" altLang="en-US" sz="1600" b="1" dirty="0">
                <a:latin typeface="微软雅黑" panose="020B0503020204020204" pitchFamily="34" charset="-122"/>
                <a:ea typeface="微软雅黑" panose="020B0503020204020204" pitchFamily="34" charset="-122"/>
              </a:rPr>
              <a:t>路由策略。</a:t>
            </a:r>
          </a:p>
        </p:txBody>
      </p:sp>
    </p:spTree>
    <p:extLst>
      <p:ext uri="{BB962C8B-B14F-4D97-AF65-F5344CB8AC3E}">
        <p14:creationId xmlns:p14="http://schemas.microsoft.com/office/powerpoint/2010/main" val="504400284"/>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9544"/>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9568"/>
            <a:ext cx="1959191" cy="400110"/>
          </a:xfrm>
          <a:prstGeom prst="rect">
            <a:avLst/>
          </a:prstGeom>
        </p:spPr>
        <p:txBody>
          <a:bodyPr wrap="none">
            <a:spAutoFit/>
          </a:bodyPr>
          <a:lstStyle/>
          <a:p>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大类路由协议</a:t>
            </a:r>
          </a:p>
        </p:txBody>
      </p:sp>
      <p:graphicFrame>
        <p:nvGraphicFramePr>
          <p:cNvPr id="6" name="图示 5"/>
          <p:cNvGraphicFramePr/>
          <p:nvPr/>
        </p:nvGraphicFramePr>
        <p:xfrm>
          <a:off x="992908" y="1191492"/>
          <a:ext cx="7449128" cy="285403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13229615"/>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E21AAE-D97E-3249-400F-C4713A794A3B}"/>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205F6E0C-1301-C95E-C2C5-4C6223E5A9B9}"/>
              </a:ext>
            </a:extLst>
          </p:cNvPr>
          <p:cNvSpPr>
            <a:spLocks noChangeArrowheads="1"/>
          </p:cNvSpPr>
          <p:nvPr/>
        </p:nvSpPr>
        <p:spPr bwMode="auto">
          <a:xfrm>
            <a:off x="545144" y="62222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9F6E9F70-AC7D-3C1C-8F43-5E3FAC26D07F}"/>
              </a:ext>
            </a:extLst>
          </p:cNvPr>
          <p:cNvSpPr>
            <a:spLocks noChangeArrowheads="1"/>
          </p:cNvSpPr>
          <p:nvPr/>
        </p:nvSpPr>
        <p:spPr bwMode="auto">
          <a:xfrm>
            <a:off x="2787699" y="572569"/>
            <a:ext cx="35686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4.6.2  </a:t>
            </a:r>
            <a:r>
              <a:rPr lang="zh-CN" altLang="en-US" sz="2400" b="1" dirty="0">
                <a:solidFill>
                  <a:schemeClr val="bg1"/>
                </a:solidFill>
                <a:latin typeface="微软雅黑" pitchFamily="34" charset="-122"/>
                <a:ea typeface="微软雅黑" pitchFamily="34" charset="-122"/>
              </a:rPr>
              <a:t>路由信息协议 </a:t>
            </a:r>
            <a:r>
              <a:rPr lang="en-US" altLang="zh-CN" sz="2400" b="1" dirty="0">
                <a:solidFill>
                  <a:schemeClr val="bg1"/>
                </a:solidFill>
                <a:latin typeface="微软雅黑" pitchFamily="34" charset="-122"/>
                <a:ea typeface="微软雅黑" pitchFamily="34" charset="-122"/>
              </a:rPr>
              <a:t>RIP</a:t>
            </a:r>
            <a:endParaRPr lang="zh-CN" altLang="en-US" sz="2400" b="1" dirty="0">
              <a:solidFill>
                <a:schemeClr val="bg1"/>
              </a:solidFill>
              <a:latin typeface="微软雅黑" pitchFamily="34" charset="-122"/>
              <a:ea typeface="微软雅黑" pitchFamily="34" charset="-122"/>
            </a:endParaRPr>
          </a:p>
        </p:txBody>
      </p:sp>
      <p:sp>
        <p:nvSpPr>
          <p:cNvPr id="8" name="矩形 7">
            <a:extLst>
              <a:ext uri="{FF2B5EF4-FFF2-40B4-BE49-F238E27FC236}">
                <a16:creationId xmlns:a16="http://schemas.microsoft.com/office/drawing/2014/main" id="{391A0ABD-C8FC-3635-A01F-A50C38346A9B}"/>
              </a:ext>
            </a:extLst>
          </p:cNvPr>
          <p:cNvSpPr/>
          <p:nvPr/>
        </p:nvSpPr>
        <p:spPr>
          <a:xfrm>
            <a:off x="3737696" y="1258813"/>
            <a:ext cx="2540000" cy="424873"/>
          </a:xfrm>
          <a:prstGeom prst="rect">
            <a:avLst/>
          </a:prstGeom>
          <a:solidFill>
            <a:srgbClr val="009900"/>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互联网路由协议</a:t>
            </a:r>
          </a:p>
        </p:txBody>
      </p:sp>
      <p:sp>
        <p:nvSpPr>
          <p:cNvPr id="10" name="矩形 9">
            <a:extLst>
              <a:ext uri="{FF2B5EF4-FFF2-40B4-BE49-F238E27FC236}">
                <a16:creationId xmlns:a16="http://schemas.microsoft.com/office/drawing/2014/main" id="{D735ECB6-C44B-EC1F-72F6-80A21662C24B}"/>
              </a:ext>
            </a:extLst>
          </p:cNvPr>
          <p:cNvSpPr/>
          <p:nvPr/>
        </p:nvSpPr>
        <p:spPr>
          <a:xfrm>
            <a:off x="2485204" y="2128692"/>
            <a:ext cx="1802444" cy="424873"/>
          </a:xfrm>
          <a:prstGeom prst="rect">
            <a:avLst/>
          </a:prstGeom>
          <a:solidFill>
            <a:srgbClr val="0099CC"/>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内部网关协议</a:t>
            </a:r>
          </a:p>
        </p:txBody>
      </p:sp>
      <p:sp>
        <p:nvSpPr>
          <p:cNvPr id="11" name="矩形 10">
            <a:extLst>
              <a:ext uri="{FF2B5EF4-FFF2-40B4-BE49-F238E27FC236}">
                <a16:creationId xmlns:a16="http://schemas.microsoft.com/office/drawing/2014/main" id="{12711382-93F9-F328-6DF8-7DB4265FEDCC}"/>
              </a:ext>
            </a:extLst>
          </p:cNvPr>
          <p:cNvSpPr/>
          <p:nvPr/>
        </p:nvSpPr>
        <p:spPr>
          <a:xfrm>
            <a:off x="5898807" y="2128693"/>
            <a:ext cx="1802444" cy="424873"/>
          </a:xfrm>
          <a:prstGeom prst="rect">
            <a:avLst/>
          </a:prstGeom>
          <a:solidFill>
            <a:srgbClr val="0099CC"/>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外部网关协议</a:t>
            </a:r>
          </a:p>
        </p:txBody>
      </p:sp>
      <p:sp>
        <p:nvSpPr>
          <p:cNvPr id="12" name="矩形 11">
            <a:extLst>
              <a:ext uri="{FF2B5EF4-FFF2-40B4-BE49-F238E27FC236}">
                <a16:creationId xmlns:a16="http://schemas.microsoft.com/office/drawing/2014/main" id="{11C7C52A-0D71-5327-D4B6-6A26D9206FD0}"/>
              </a:ext>
            </a:extLst>
          </p:cNvPr>
          <p:cNvSpPr/>
          <p:nvPr/>
        </p:nvSpPr>
        <p:spPr>
          <a:xfrm>
            <a:off x="1442748" y="2998570"/>
            <a:ext cx="1802444" cy="670653"/>
          </a:xfrm>
          <a:prstGeom prst="rect">
            <a:avLst/>
          </a:prstGeom>
          <a:solidFill>
            <a:srgbClr val="CC6600"/>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FF00"/>
                </a:solidFill>
                <a:latin typeface="微软雅黑" panose="020B0503020204020204" pitchFamily="34" charset="-122"/>
                <a:ea typeface="微软雅黑" panose="020B0503020204020204" pitchFamily="34" charset="-122"/>
              </a:rPr>
              <a:t>距离向量</a:t>
            </a:r>
            <a:endParaRPr lang="en-US" altLang="zh-CN" b="1" dirty="0">
              <a:solidFill>
                <a:srgbClr val="FFFF00"/>
              </a:solidFill>
              <a:latin typeface="微软雅黑" panose="020B0503020204020204" pitchFamily="34" charset="-122"/>
              <a:ea typeface="微软雅黑" panose="020B0503020204020204" pitchFamily="34" charset="-122"/>
            </a:endParaRPr>
          </a:p>
          <a:p>
            <a:pPr algn="ctr"/>
            <a:r>
              <a:rPr lang="en-US" altLang="zh-CN" sz="1400" b="1" dirty="0">
                <a:solidFill>
                  <a:srgbClr val="FFFF00"/>
                </a:solidFill>
                <a:latin typeface="微软雅黑" panose="020B0503020204020204" pitchFamily="34" charset="-122"/>
                <a:ea typeface="微软雅黑" panose="020B0503020204020204" pitchFamily="34" charset="-122"/>
              </a:rPr>
              <a:t>(Distance Vector)</a:t>
            </a:r>
            <a:endParaRPr lang="zh-CN" altLang="en-US" sz="1400" b="1" dirty="0">
              <a:solidFill>
                <a:srgbClr val="FFFF00"/>
              </a:solidFill>
              <a:latin typeface="微软雅黑" panose="020B0503020204020204" pitchFamily="34" charset="-122"/>
              <a:ea typeface="微软雅黑" panose="020B0503020204020204" pitchFamily="34" charset="-122"/>
            </a:endParaRPr>
          </a:p>
        </p:txBody>
      </p:sp>
      <p:sp>
        <p:nvSpPr>
          <p:cNvPr id="13" name="矩形 12">
            <a:extLst>
              <a:ext uri="{FF2B5EF4-FFF2-40B4-BE49-F238E27FC236}">
                <a16:creationId xmlns:a16="http://schemas.microsoft.com/office/drawing/2014/main" id="{328CF8D2-13B6-206E-1852-4AABFDEF8850}"/>
              </a:ext>
            </a:extLst>
          </p:cNvPr>
          <p:cNvSpPr/>
          <p:nvPr/>
        </p:nvSpPr>
        <p:spPr>
          <a:xfrm>
            <a:off x="3549331" y="2998571"/>
            <a:ext cx="1802444" cy="670653"/>
          </a:xfrm>
          <a:prstGeom prst="rect">
            <a:avLst/>
          </a:prstGeom>
          <a:solidFill>
            <a:srgbClr val="CC6600"/>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链路状态</a:t>
            </a:r>
            <a:endParaRPr lang="en-US" altLang="zh-CN" b="1" dirty="0">
              <a:latin typeface="微软雅黑" panose="020B0503020204020204" pitchFamily="34" charset="-122"/>
              <a:ea typeface="微软雅黑" panose="020B0503020204020204" pitchFamily="34" charset="-122"/>
            </a:endParaRPr>
          </a:p>
          <a:p>
            <a:pPr algn="ctr"/>
            <a:r>
              <a:rPr lang="en-US" altLang="zh-CN" b="1" dirty="0">
                <a:latin typeface="微软雅黑" panose="020B0503020204020204" pitchFamily="34" charset="-122"/>
                <a:ea typeface="微软雅黑" panose="020B0503020204020204" pitchFamily="34" charset="-122"/>
              </a:rPr>
              <a:t>(Link State)</a:t>
            </a:r>
            <a:endParaRPr lang="zh-CN" altLang="en-US" b="1" dirty="0">
              <a:latin typeface="微软雅黑" panose="020B0503020204020204" pitchFamily="34" charset="-122"/>
              <a:ea typeface="微软雅黑" panose="020B0503020204020204" pitchFamily="34" charset="-122"/>
            </a:endParaRPr>
          </a:p>
        </p:txBody>
      </p:sp>
      <p:sp>
        <p:nvSpPr>
          <p:cNvPr id="14" name="矩形 13">
            <a:extLst>
              <a:ext uri="{FF2B5EF4-FFF2-40B4-BE49-F238E27FC236}">
                <a16:creationId xmlns:a16="http://schemas.microsoft.com/office/drawing/2014/main" id="{A029BBB4-730D-F209-3A05-EB1D4A28D65C}"/>
              </a:ext>
            </a:extLst>
          </p:cNvPr>
          <p:cNvSpPr/>
          <p:nvPr/>
        </p:nvSpPr>
        <p:spPr>
          <a:xfrm>
            <a:off x="5898808" y="2998571"/>
            <a:ext cx="1802443" cy="671608"/>
          </a:xfrm>
          <a:prstGeom prst="rect">
            <a:avLst/>
          </a:prstGeom>
          <a:solidFill>
            <a:srgbClr val="CC6600"/>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路径向量</a:t>
            </a:r>
            <a:endParaRPr lang="en-US" altLang="zh-CN" b="1" dirty="0">
              <a:latin typeface="微软雅黑" panose="020B0503020204020204" pitchFamily="34" charset="-122"/>
              <a:ea typeface="微软雅黑" panose="020B0503020204020204" pitchFamily="34" charset="-122"/>
            </a:endParaRPr>
          </a:p>
          <a:p>
            <a:pPr algn="ctr"/>
            <a:r>
              <a:rPr lang="en-US" altLang="zh-CN" b="1" dirty="0">
                <a:latin typeface="微软雅黑" panose="020B0503020204020204" pitchFamily="34" charset="-122"/>
                <a:ea typeface="微软雅黑" panose="020B0503020204020204" pitchFamily="34" charset="-122"/>
              </a:rPr>
              <a:t>(path vector)</a:t>
            </a:r>
            <a:endParaRPr lang="zh-CN" altLang="en-US" b="1" dirty="0">
              <a:latin typeface="微软雅黑" panose="020B0503020204020204" pitchFamily="34" charset="-122"/>
              <a:ea typeface="微软雅黑" panose="020B0503020204020204" pitchFamily="34" charset="-122"/>
            </a:endParaRPr>
          </a:p>
        </p:txBody>
      </p:sp>
      <p:cxnSp>
        <p:nvCxnSpPr>
          <p:cNvPr id="15" name="直接连接符 14">
            <a:extLst>
              <a:ext uri="{FF2B5EF4-FFF2-40B4-BE49-F238E27FC236}">
                <a16:creationId xmlns:a16="http://schemas.microsoft.com/office/drawing/2014/main" id="{2D61EA2B-0FC9-7819-FB40-84B5FF957442}"/>
              </a:ext>
            </a:extLst>
          </p:cNvPr>
          <p:cNvCxnSpPr>
            <a:endCxn id="10" idx="0"/>
          </p:cNvCxnSpPr>
          <p:nvPr/>
        </p:nvCxnSpPr>
        <p:spPr>
          <a:xfrm flipH="1">
            <a:off x="3386426" y="1683686"/>
            <a:ext cx="1009650"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a16="http://schemas.microsoft.com/office/drawing/2014/main" id="{71595835-0756-67E8-D9F7-26AB0F8628FD}"/>
              </a:ext>
            </a:extLst>
          </p:cNvPr>
          <p:cNvCxnSpPr>
            <a:endCxn id="11" idx="0"/>
          </p:cNvCxnSpPr>
          <p:nvPr/>
        </p:nvCxnSpPr>
        <p:spPr>
          <a:xfrm>
            <a:off x="5790379" y="1683686"/>
            <a:ext cx="1009650" cy="4450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8">
            <a:extLst>
              <a:ext uri="{FF2B5EF4-FFF2-40B4-BE49-F238E27FC236}">
                <a16:creationId xmlns:a16="http://schemas.microsoft.com/office/drawing/2014/main" id="{C63FEE45-EA6C-5E16-7E43-FB2EE8F9F403}"/>
              </a:ext>
            </a:extLst>
          </p:cNvPr>
          <p:cNvCxnSpPr>
            <a:stCxn id="10" idx="2"/>
            <a:endCxn id="12" idx="0"/>
          </p:cNvCxnSpPr>
          <p:nvPr/>
        </p:nvCxnSpPr>
        <p:spPr>
          <a:xfrm flipH="1">
            <a:off x="2343970" y="2553565"/>
            <a:ext cx="1042456"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接连接符 21">
            <a:extLst>
              <a:ext uri="{FF2B5EF4-FFF2-40B4-BE49-F238E27FC236}">
                <a16:creationId xmlns:a16="http://schemas.microsoft.com/office/drawing/2014/main" id="{80CD35D2-56AD-0A06-365F-CED598C29533}"/>
              </a:ext>
            </a:extLst>
          </p:cNvPr>
          <p:cNvCxnSpPr>
            <a:stCxn id="10" idx="2"/>
            <a:endCxn id="13" idx="0"/>
          </p:cNvCxnSpPr>
          <p:nvPr/>
        </p:nvCxnSpPr>
        <p:spPr>
          <a:xfrm>
            <a:off x="3386426" y="2553565"/>
            <a:ext cx="1064127"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4A21AD78-7D52-1321-8F4F-504C26D1F077}"/>
              </a:ext>
            </a:extLst>
          </p:cNvPr>
          <p:cNvCxnSpPr>
            <a:stCxn id="11" idx="2"/>
            <a:endCxn id="14" idx="0"/>
          </p:cNvCxnSpPr>
          <p:nvPr/>
        </p:nvCxnSpPr>
        <p:spPr>
          <a:xfrm>
            <a:off x="6800029" y="2553566"/>
            <a:ext cx="1"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矩形 26">
            <a:extLst>
              <a:ext uri="{FF2B5EF4-FFF2-40B4-BE49-F238E27FC236}">
                <a16:creationId xmlns:a16="http://schemas.microsoft.com/office/drawing/2014/main" id="{E545783C-C2C8-B4B6-7E3B-C8A240E23173}"/>
              </a:ext>
            </a:extLst>
          </p:cNvPr>
          <p:cNvSpPr/>
          <p:nvPr/>
        </p:nvSpPr>
        <p:spPr>
          <a:xfrm>
            <a:off x="2056070" y="3668395"/>
            <a:ext cx="619080" cy="400110"/>
          </a:xfrm>
          <a:prstGeom prst="rect">
            <a:avLst/>
          </a:prstGeom>
        </p:spPr>
        <p:txBody>
          <a:bodyPr wrap="none">
            <a:spAutoFit/>
          </a:bodyPr>
          <a:lstStyle/>
          <a:p>
            <a:r>
              <a:rPr lang="en-US" altLang="zh-CN" sz="2000" b="1" dirty="0">
                <a:solidFill>
                  <a:srgbClr val="0000FF"/>
                </a:solidFill>
                <a:latin typeface="微软雅黑" pitchFamily="34" charset="-122"/>
                <a:ea typeface="微软雅黑" pitchFamily="34" charset="-122"/>
              </a:rPr>
              <a:t>RIP</a:t>
            </a:r>
            <a:endParaRPr lang="zh-CN" altLang="en-US" sz="2000" dirty="0">
              <a:solidFill>
                <a:srgbClr val="0000FF"/>
              </a:solidFill>
            </a:endParaRPr>
          </a:p>
        </p:txBody>
      </p:sp>
      <p:sp>
        <p:nvSpPr>
          <p:cNvPr id="29" name="矩形 28">
            <a:extLst>
              <a:ext uri="{FF2B5EF4-FFF2-40B4-BE49-F238E27FC236}">
                <a16:creationId xmlns:a16="http://schemas.microsoft.com/office/drawing/2014/main" id="{028847C5-7F05-EF96-DEB9-E541FC58F345}"/>
              </a:ext>
            </a:extLst>
          </p:cNvPr>
          <p:cNvSpPr/>
          <p:nvPr/>
        </p:nvSpPr>
        <p:spPr>
          <a:xfrm>
            <a:off x="4020787" y="3668395"/>
            <a:ext cx="859531" cy="400110"/>
          </a:xfrm>
          <a:prstGeom prst="rect">
            <a:avLst/>
          </a:prstGeom>
        </p:spPr>
        <p:txBody>
          <a:bodyPr wrap="none">
            <a:spAutoFit/>
          </a:bodyPr>
          <a:lstStyle/>
          <a:p>
            <a:r>
              <a:rPr lang="en-US" altLang="zh-CN" sz="2000" b="1" dirty="0">
                <a:latin typeface="微软雅黑" pitchFamily="34" charset="-122"/>
                <a:ea typeface="微软雅黑" pitchFamily="34" charset="-122"/>
              </a:rPr>
              <a:t>OSPF</a:t>
            </a:r>
            <a:endParaRPr lang="zh-CN" altLang="en-US" sz="2000" dirty="0"/>
          </a:p>
        </p:txBody>
      </p:sp>
      <p:sp>
        <p:nvSpPr>
          <p:cNvPr id="30" name="矩形 29">
            <a:extLst>
              <a:ext uri="{FF2B5EF4-FFF2-40B4-BE49-F238E27FC236}">
                <a16:creationId xmlns:a16="http://schemas.microsoft.com/office/drawing/2014/main" id="{E5E3D2AE-E7F5-4495-31E4-50D8D06D59F3}"/>
              </a:ext>
            </a:extLst>
          </p:cNvPr>
          <p:cNvSpPr/>
          <p:nvPr/>
        </p:nvSpPr>
        <p:spPr>
          <a:xfrm>
            <a:off x="6302937" y="3668395"/>
            <a:ext cx="994183" cy="400110"/>
          </a:xfrm>
          <a:prstGeom prst="rect">
            <a:avLst/>
          </a:prstGeom>
        </p:spPr>
        <p:txBody>
          <a:bodyPr wrap="none">
            <a:spAutoFit/>
          </a:bodyPr>
          <a:lstStyle/>
          <a:p>
            <a:r>
              <a:rPr lang="en-US" altLang="zh-CN" sz="2000" b="1" dirty="0">
                <a:latin typeface="微软雅黑" pitchFamily="34" charset="-122"/>
                <a:ea typeface="微软雅黑" pitchFamily="34" charset="-122"/>
              </a:rPr>
              <a:t>BGP-4</a:t>
            </a:r>
            <a:endParaRPr lang="zh-CN" altLang="en-US" sz="2000" dirty="0"/>
          </a:p>
        </p:txBody>
      </p:sp>
    </p:spTree>
    <p:extLst>
      <p:ext uri="{BB962C8B-B14F-4D97-AF65-F5344CB8AC3E}">
        <p14:creationId xmlns:p14="http://schemas.microsoft.com/office/powerpoint/2010/main" val="3794847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p:cNvSpPr>
            <a:spLocks noChangeArrowheads="1"/>
          </p:cNvSpPr>
          <p:nvPr/>
        </p:nvSpPr>
        <p:spPr bwMode="auto">
          <a:xfrm>
            <a:off x="545143" y="1001699"/>
            <a:ext cx="8053711"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路由信息协议 </a:t>
            </a:r>
            <a:r>
              <a:rPr lang="en-US" altLang="zh-CN" sz="2000" b="1" dirty="0">
                <a:latin typeface="微软雅黑" pitchFamily="34" charset="-122"/>
                <a:ea typeface="微软雅黑" pitchFamily="34" charset="-122"/>
              </a:rPr>
              <a:t>RIP (Routing Information Protocol) </a:t>
            </a:r>
            <a:r>
              <a:rPr lang="zh-CN" altLang="en-US" sz="2000" b="1" dirty="0">
                <a:latin typeface="微软雅黑" pitchFamily="34" charset="-122"/>
                <a:ea typeface="微软雅黑" pitchFamily="34" charset="-122"/>
              </a:rPr>
              <a:t>是一种</a:t>
            </a:r>
            <a:r>
              <a:rPr lang="zh-CN" altLang="en-US" sz="2000" b="1" dirty="0">
                <a:solidFill>
                  <a:srgbClr val="0000FF"/>
                </a:solidFill>
                <a:latin typeface="微软雅黑" pitchFamily="34" charset="-122"/>
                <a:ea typeface="微软雅黑" pitchFamily="34" charset="-122"/>
              </a:rPr>
              <a:t>分布式的、基于距离向量的</a:t>
            </a:r>
            <a:r>
              <a:rPr lang="zh-CN" altLang="en-US" sz="2000" b="1" dirty="0">
                <a:latin typeface="微软雅黑" pitchFamily="34" charset="-122"/>
                <a:ea typeface="微软雅黑" pitchFamily="34" charset="-122"/>
              </a:rPr>
              <a:t>路由协议。</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互联网的标准协议。</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最大优点：</a:t>
            </a:r>
            <a:r>
              <a:rPr lang="zh-CN" altLang="en-US" sz="2000" b="1" dirty="0">
                <a:solidFill>
                  <a:srgbClr val="C00000"/>
                </a:solidFill>
                <a:latin typeface="微软雅黑" pitchFamily="34" charset="-122"/>
                <a:ea typeface="微软雅黑" pitchFamily="34" charset="-122"/>
              </a:rPr>
              <a:t>简单。</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要求网络中的每个路由器都要</a:t>
            </a:r>
            <a:r>
              <a:rPr lang="zh-CN" altLang="en-US" sz="2000" b="1" dirty="0">
                <a:solidFill>
                  <a:srgbClr val="C00000"/>
                </a:solidFill>
                <a:latin typeface="微软雅黑" pitchFamily="34" charset="-122"/>
                <a:ea typeface="微软雅黑" pitchFamily="34" charset="-122"/>
              </a:rPr>
              <a:t>维护</a:t>
            </a:r>
            <a:r>
              <a:rPr lang="zh-CN" altLang="en-US" sz="2000" b="1" dirty="0">
                <a:latin typeface="微软雅黑" pitchFamily="34" charset="-122"/>
                <a:ea typeface="微软雅黑" pitchFamily="34" charset="-122"/>
              </a:rPr>
              <a:t>从它自己到其他每一个目的网络的</a:t>
            </a:r>
            <a:r>
              <a:rPr lang="zh-CN" altLang="en-US" sz="2000" b="1" dirty="0">
                <a:solidFill>
                  <a:srgbClr val="C00000"/>
                </a:solidFill>
                <a:latin typeface="微软雅黑" pitchFamily="34" charset="-122"/>
                <a:ea typeface="微软雅黑" pitchFamily="34" charset="-122"/>
              </a:rPr>
              <a:t>距离记录（距离向量）。 </a:t>
            </a:r>
          </a:p>
        </p:txBody>
      </p:sp>
      <p:sp>
        <p:nvSpPr>
          <p:cNvPr id="5" name="AutoShape 5"/>
          <p:cNvSpPr>
            <a:spLocks noChangeArrowheads="1"/>
          </p:cNvSpPr>
          <p:nvPr/>
        </p:nvSpPr>
        <p:spPr bwMode="auto">
          <a:xfrm>
            <a:off x="545144" y="61467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8146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协议 </a:t>
            </a:r>
            <a:r>
              <a:rPr lang="en-US" altLang="zh-CN" sz="2000" b="1" dirty="0">
                <a:solidFill>
                  <a:schemeClr val="bg1"/>
                </a:solidFill>
                <a:latin typeface="微软雅黑" pitchFamily="34" charset="-122"/>
                <a:ea typeface="微软雅黑" pitchFamily="34" charset="-122"/>
              </a:rPr>
              <a:t>RIP </a:t>
            </a:r>
            <a:r>
              <a:rPr lang="zh-CN" altLang="en-US" sz="2000" b="1" dirty="0">
                <a:solidFill>
                  <a:schemeClr val="bg1"/>
                </a:solidFill>
                <a:latin typeface="微软雅黑" pitchFamily="34" charset="-122"/>
                <a:ea typeface="微软雅黑" pitchFamily="34" charset="-122"/>
              </a:rPr>
              <a:t>的工作原理</a:t>
            </a:r>
          </a:p>
        </p:txBody>
      </p:sp>
    </p:spTree>
    <p:extLst>
      <p:ext uri="{BB962C8B-B14F-4D97-AF65-F5344CB8AC3E}">
        <p14:creationId xmlns:p14="http://schemas.microsoft.com/office/powerpoint/2010/main" val="42095016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圆角矩形 164"/>
          <p:cNvSpPr/>
          <p:nvPr/>
        </p:nvSpPr>
        <p:spPr>
          <a:xfrm>
            <a:off x="545144" y="2417498"/>
            <a:ext cx="8053712" cy="179670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AutoShape 5"/>
          <p:cNvSpPr>
            <a:spLocks noChangeArrowheads="1"/>
          </p:cNvSpPr>
          <p:nvPr/>
        </p:nvSpPr>
        <p:spPr bwMode="auto">
          <a:xfrm>
            <a:off x="545144" y="617573"/>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8805"/>
            <a:ext cx="2492990" cy="400110"/>
          </a:xfrm>
          <a:prstGeom prst="rect">
            <a:avLst/>
          </a:prstGeom>
        </p:spPr>
        <p:txBody>
          <a:bodyPr wrap="none">
            <a:spAutoFit/>
          </a:bodyPr>
          <a:lstStyle/>
          <a:p>
            <a:r>
              <a:rPr lang="en-US" altLang="zh-CN" sz="2000" b="1" dirty="0">
                <a:latin typeface="微软雅黑" pitchFamily="34" charset="-122"/>
                <a:ea typeface="微软雅黑" pitchFamily="34" charset="-122"/>
              </a:rPr>
              <a:t>RIP</a:t>
            </a:r>
            <a:r>
              <a:rPr lang="zh-CN" altLang="en-US" sz="2000" b="1" dirty="0">
                <a:latin typeface="微软雅黑" pitchFamily="34" charset="-122"/>
                <a:ea typeface="微软雅黑" pitchFamily="34" charset="-122"/>
              </a:rPr>
              <a:t>“距离”的定义</a:t>
            </a:r>
          </a:p>
        </p:txBody>
      </p:sp>
      <p:sp>
        <p:nvSpPr>
          <p:cNvPr id="4" name="矩形 3"/>
          <p:cNvSpPr/>
          <p:nvPr/>
        </p:nvSpPr>
        <p:spPr>
          <a:xfrm>
            <a:off x="545144" y="932661"/>
            <a:ext cx="8053712" cy="1528624"/>
          </a:xfrm>
          <a:prstGeom prst="rect">
            <a:avLst/>
          </a:prstGeom>
        </p:spPr>
        <p:txBody>
          <a:bodyPr wrap="square">
            <a:spAutoFit/>
          </a:bodyPr>
          <a:lstStyle/>
          <a:p>
            <a:pPr marL="285750" indent="-28575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路由器到</a:t>
            </a:r>
            <a:r>
              <a:rPr lang="zh-CN" altLang="en-US" sz="2000" b="1" dirty="0">
                <a:solidFill>
                  <a:srgbClr val="0000FF"/>
                </a:solidFill>
                <a:latin typeface="微软雅黑" pitchFamily="34" charset="-122"/>
                <a:ea typeface="微软雅黑" pitchFamily="34" charset="-122"/>
              </a:rPr>
              <a:t>直接连接</a:t>
            </a:r>
            <a:r>
              <a:rPr lang="zh-CN" altLang="en-US" sz="2000" b="1" dirty="0">
                <a:latin typeface="微软雅黑" pitchFamily="34" charset="-122"/>
                <a:ea typeface="微软雅黑" pitchFamily="34" charset="-122"/>
              </a:rPr>
              <a:t>的网络的距离 </a:t>
            </a:r>
            <a:r>
              <a:rPr lang="en-US" altLang="zh-CN" sz="2000" b="1" dirty="0">
                <a:latin typeface="微软雅黑" pitchFamily="34" charset="-122"/>
                <a:ea typeface="微软雅黑" pitchFamily="34" charset="-122"/>
              </a:rPr>
              <a:t>= 1</a:t>
            </a:r>
            <a:r>
              <a:rPr lang="zh-CN" altLang="en-US" sz="2000" b="1" dirty="0">
                <a:latin typeface="微软雅黑" pitchFamily="34" charset="-122"/>
                <a:ea typeface="微软雅黑" pitchFamily="34" charset="-122"/>
              </a:rPr>
              <a:t>。</a:t>
            </a:r>
          </a:p>
          <a:p>
            <a:pPr marL="285750" indent="-28575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路由器到</a:t>
            </a:r>
            <a:r>
              <a:rPr lang="zh-CN" altLang="en-US" sz="2000" b="1" dirty="0">
                <a:solidFill>
                  <a:srgbClr val="0000FF"/>
                </a:solidFill>
                <a:latin typeface="微软雅黑" pitchFamily="34" charset="-122"/>
                <a:ea typeface="微软雅黑" pitchFamily="34" charset="-122"/>
              </a:rPr>
              <a:t>非直接连接</a:t>
            </a:r>
            <a:r>
              <a:rPr lang="zh-CN" altLang="en-US" sz="2000" b="1" dirty="0">
                <a:latin typeface="微软雅黑" pitchFamily="34" charset="-122"/>
                <a:ea typeface="微软雅黑" pitchFamily="34" charset="-122"/>
              </a:rPr>
              <a:t>的网络的距离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所经过的路由器数 </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a:t>
            </a:r>
          </a:p>
          <a:p>
            <a:pPr marL="285750" indent="-28575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协议中的“距离”也称为“</a:t>
            </a:r>
            <a:r>
              <a:rPr lang="zh-CN" altLang="en-US" sz="2000" b="1" dirty="0">
                <a:solidFill>
                  <a:srgbClr val="0000FF"/>
                </a:solidFill>
                <a:latin typeface="微软雅黑" pitchFamily="34" charset="-122"/>
                <a:ea typeface="微软雅黑" pitchFamily="34" charset="-122"/>
              </a:rPr>
              <a:t>跳数</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(hop count)</a:t>
            </a:r>
            <a:r>
              <a:rPr lang="zh-CN" altLang="en-US" sz="2000" b="1" dirty="0">
                <a:latin typeface="微软雅黑" pitchFamily="34" charset="-122"/>
                <a:ea typeface="微软雅黑" pitchFamily="34" charset="-122"/>
              </a:rPr>
              <a:t>，每经过一个路由器，跳数就加 </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a:t>
            </a:r>
          </a:p>
        </p:txBody>
      </p:sp>
      <p:grpSp>
        <p:nvGrpSpPr>
          <p:cNvPr id="5" name="组合 4"/>
          <p:cNvGrpSpPr/>
          <p:nvPr/>
        </p:nvGrpSpPr>
        <p:grpSpPr>
          <a:xfrm>
            <a:off x="7301733" y="3563697"/>
            <a:ext cx="1244484" cy="489218"/>
            <a:chOff x="6276334" y="3615919"/>
            <a:chExt cx="1298933" cy="503769"/>
          </a:xfrm>
        </p:grpSpPr>
        <p:sp>
          <p:nvSpPr>
            <p:cNvPr id="6" name="矩形 476"/>
            <p:cNvSpPr>
              <a:spLocks noChangeArrowheads="1"/>
            </p:cNvSpPr>
            <p:nvPr/>
          </p:nvSpPr>
          <p:spPr bwMode="auto">
            <a:xfrm>
              <a:off x="6276334" y="3615919"/>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 name="Rectangle 27"/>
            <p:cNvSpPr>
              <a:spLocks noChangeArrowheads="1"/>
            </p:cNvSpPr>
            <p:nvPr/>
          </p:nvSpPr>
          <p:spPr bwMode="auto">
            <a:xfrm>
              <a:off x="6664261" y="3891525"/>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dirty="0">
                  <a:solidFill>
                    <a:srgbClr val="000000"/>
                  </a:solidFill>
                  <a:latin typeface="微软雅黑" panose="020B0503020204020204" pitchFamily="34" charset="-122"/>
                  <a:ea typeface="微软雅黑" panose="020B0503020204020204" pitchFamily="34" charset="-122"/>
                </a:rPr>
                <a:t>以太网交换机</a:t>
              </a:r>
              <a:endParaRPr lang="en-US" altLang="zh-CN" sz="1050" b="1" dirty="0">
                <a:latin typeface="微软雅黑" panose="020B0503020204020204" pitchFamily="34" charset="-122"/>
                <a:ea typeface="微软雅黑" panose="020B0503020204020204" pitchFamily="34" charset="-122"/>
              </a:endParaRPr>
            </a:p>
          </p:txBody>
        </p:sp>
        <p:grpSp>
          <p:nvGrpSpPr>
            <p:cNvPr id="8" name="Group 344"/>
            <p:cNvGrpSpPr>
              <a:grpSpLocks/>
            </p:cNvGrpSpPr>
            <p:nvPr/>
          </p:nvGrpSpPr>
          <p:grpSpPr bwMode="auto">
            <a:xfrm>
              <a:off x="6390871" y="3689338"/>
              <a:ext cx="242049" cy="128766"/>
              <a:chOff x="1304" y="2569"/>
              <a:chExt cx="439" cy="262"/>
            </a:xfrm>
          </p:grpSpPr>
          <p:sp>
            <p:nvSpPr>
              <p:cNvPr id="11"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5" name="Group 349"/>
              <p:cNvGrpSpPr>
                <a:grpSpLocks/>
              </p:cNvGrpSpPr>
              <p:nvPr/>
            </p:nvGrpSpPr>
            <p:grpSpPr bwMode="auto">
              <a:xfrm>
                <a:off x="1371" y="2587"/>
                <a:ext cx="304" cy="117"/>
                <a:chOff x="1371" y="2587"/>
                <a:chExt cx="304" cy="117"/>
              </a:xfrm>
            </p:grpSpPr>
            <p:grpSp>
              <p:nvGrpSpPr>
                <p:cNvPr id="18" name="Group 350"/>
                <p:cNvGrpSpPr>
                  <a:grpSpLocks/>
                </p:cNvGrpSpPr>
                <p:nvPr/>
              </p:nvGrpSpPr>
              <p:grpSpPr bwMode="auto">
                <a:xfrm>
                  <a:off x="1371" y="2587"/>
                  <a:ext cx="301" cy="115"/>
                  <a:chOff x="1371" y="2587"/>
                  <a:chExt cx="301" cy="115"/>
                </a:xfrm>
              </p:grpSpPr>
              <p:sp>
                <p:nvSpPr>
                  <p:cNvPr id="28"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 name="Group 359"/>
                <p:cNvGrpSpPr>
                  <a:grpSpLocks/>
                </p:cNvGrpSpPr>
                <p:nvPr/>
              </p:nvGrpSpPr>
              <p:grpSpPr bwMode="auto">
                <a:xfrm>
                  <a:off x="1373" y="2590"/>
                  <a:ext cx="302" cy="114"/>
                  <a:chOff x="1373" y="2590"/>
                  <a:chExt cx="302" cy="114"/>
                </a:xfrm>
              </p:grpSpPr>
              <p:sp>
                <p:nvSpPr>
                  <p:cNvPr id="20"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16"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9" name="Rectangle 27"/>
            <p:cNvSpPr>
              <a:spLocks noChangeArrowheads="1"/>
            </p:cNvSpPr>
            <p:nvPr/>
          </p:nvSpPr>
          <p:spPr bwMode="auto">
            <a:xfrm>
              <a:off x="6664261" y="3687079"/>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1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63163" y="3899167"/>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36" name="组合 35"/>
          <p:cNvGrpSpPr/>
          <p:nvPr/>
        </p:nvGrpSpPr>
        <p:grpSpPr>
          <a:xfrm>
            <a:off x="775857" y="2481642"/>
            <a:ext cx="6375229" cy="1571272"/>
            <a:chOff x="845544" y="1680812"/>
            <a:chExt cx="7304675" cy="1865024"/>
          </a:xfrm>
        </p:grpSpPr>
        <p:sp>
          <p:nvSpPr>
            <p:cNvPr id="37" name="Line 1480"/>
            <p:cNvSpPr>
              <a:spLocks noChangeShapeType="1"/>
            </p:cNvSpPr>
            <p:nvPr/>
          </p:nvSpPr>
          <p:spPr bwMode="auto">
            <a:xfrm flipH="1" flipV="1">
              <a:off x="2622849" y="2912384"/>
              <a:ext cx="971677" cy="30632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8" name="Line 1440"/>
            <p:cNvSpPr>
              <a:spLocks noChangeShapeType="1"/>
            </p:cNvSpPr>
            <p:nvPr/>
          </p:nvSpPr>
          <p:spPr bwMode="auto">
            <a:xfrm flipH="1">
              <a:off x="2730276" y="2283880"/>
              <a:ext cx="1787622" cy="504308"/>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9" name="Line 1453"/>
            <p:cNvSpPr>
              <a:spLocks noChangeShapeType="1"/>
            </p:cNvSpPr>
            <p:nvPr/>
          </p:nvSpPr>
          <p:spPr bwMode="auto">
            <a:xfrm flipH="1" flipV="1">
              <a:off x="3709561" y="3230776"/>
              <a:ext cx="1361865"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40" name="Group 1356"/>
            <p:cNvGrpSpPr>
              <a:grpSpLocks/>
            </p:cNvGrpSpPr>
            <p:nvPr/>
          </p:nvGrpSpPr>
          <p:grpSpPr bwMode="auto">
            <a:xfrm rot="20527939">
              <a:off x="3245534" y="2330323"/>
              <a:ext cx="653019" cy="359453"/>
              <a:chOff x="2949" y="196"/>
              <a:chExt cx="941" cy="598"/>
            </a:xfrm>
            <a:solidFill>
              <a:srgbClr val="FF9933"/>
            </a:solidFill>
          </p:grpSpPr>
          <p:sp>
            <p:nvSpPr>
              <p:cNvPr id="15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6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6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6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6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1" name="Text Box 1524"/>
            <p:cNvSpPr txBox="1">
              <a:spLocks noChangeArrowheads="1"/>
            </p:cNvSpPr>
            <p:nvPr/>
          </p:nvSpPr>
          <p:spPr bwMode="auto">
            <a:xfrm>
              <a:off x="3307423" y="2364960"/>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grpSp>
          <p:nvGrpSpPr>
            <p:cNvPr id="42" name="组合 41"/>
            <p:cNvGrpSpPr/>
            <p:nvPr/>
          </p:nvGrpSpPr>
          <p:grpSpPr>
            <a:xfrm>
              <a:off x="845544" y="1887389"/>
              <a:ext cx="1816110" cy="1658447"/>
              <a:chOff x="845544" y="1923633"/>
              <a:chExt cx="1816110" cy="1658447"/>
            </a:xfrm>
          </p:grpSpPr>
          <p:sp>
            <p:nvSpPr>
              <p:cNvPr id="135" name="Line 1453"/>
              <p:cNvSpPr>
                <a:spLocks noChangeShapeType="1"/>
              </p:cNvSpPr>
              <p:nvPr/>
            </p:nvSpPr>
            <p:spPr bwMode="auto">
              <a:xfrm flipH="1" flipV="1">
                <a:off x="1078336" y="2552461"/>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6" name="Line 1448"/>
              <p:cNvSpPr>
                <a:spLocks noChangeShapeType="1"/>
              </p:cNvSpPr>
              <p:nvPr/>
            </p:nvSpPr>
            <p:spPr bwMode="auto">
              <a:xfrm>
                <a:off x="1911384" y="2850218"/>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7" name="Line 1453"/>
              <p:cNvSpPr>
                <a:spLocks noChangeShapeType="1"/>
              </p:cNvSpPr>
              <p:nvPr/>
            </p:nvSpPr>
            <p:spPr bwMode="auto">
              <a:xfrm flipH="1" flipV="1">
                <a:off x="1007843" y="2071704"/>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8" name="Line 1453"/>
              <p:cNvSpPr>
                <a:spLocks noChangeShapeType="1"/>
              </p:cNvSpPr>
              <p:nvPr/>
            </p:nvSpPr>
            <p:spPr bwMode="auto">
              <a:xfrm flipH="1">
                <a:off x="1048919" y="2865763"/>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9" name="Line 1453"/>
              <p:cNvSpPr>
                <a:spLocks noChangeShapeType="1"/>
              </p:cNvSpPr>
              <p:nvPr/>
            </p:nvSpPr>
            <p:spPr bwMode="auto">
              <a:xfrm flipH="1">
                <a:off x="1030887" y="2889815"/>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14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88777" y="2662388"/>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41" name="Group 198"/>
              <p:cNvGrpSpPr>
                <a:grpSpLocks/>
              </p:cNvGrpSpPr>
              <p:nvPr/>
            </p:nvGrpSpPr>
            <p:grpSpPr bwMode="auto">
              <a:xfrm>
                <a:off x="845544" y="2789099"/>
                <a:ext cx="370687" cy="360247"/>
                <a:chOff x="975" y="2584"/>
                <a:chExt cx="407" cy="438"/>
              </a:xfrm>
            </p:grpSpPr>
            <p:sp>
              <p:nvSpPr>
                <p:cNvPr id="15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2"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2" name="Group 198"/>
              <p:cNvGrpSpPr>
                <a:grpSpLocks/>
              </p:cNvGrpSpPr>
              <p:nvPr/>
            </p:nvGrpSpPr>
            <p:grpSpPr bwMode="auto">
              <a:xfrm>
                <a:off x="848794" y="2356366"/>
                <a:ext cx="370687" cy="360247"/>
                <a:chOff x="975" y="2584"/>
                <a:chExt cx="407" cy="438"/>
              </a:xfrm>
            </p:grpSpPr>
            <p:sp>
              <p:nvSpPr>
                <p:cNvPr id="14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0"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98"/>
              <p:cNvGrpSpPr>
                <a:grpSpLocks/>
              </p:cNvGrpSpPr>
              <p:nvPr/>
            </p:nvGrpSpPr>
            <p:grpSpPr bwMode="auto">
              <a:xfrm>
                <a:off x="863576" y="1923633"/>
                <a:ext cx="370687" cy="360247"/>
                <a:chOff x="975" y="2584"/>
                <a:chExt cx="407" cy="438"/>
              </a:xfrm>
            </p:grpSpPr>
            <p:sp>
              <p:nvSpPr>
                <p:cNvPr id="14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8"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98"/>
              <p:cNvGrpSpPr>
                <a:grpSpLocks/>
              </p:cNvGrpSpPr>
              <p:nvPr/>
            </p:nvGrpSpPr>
            <p:grpSpPr bwMode="auto">
              <a:xfrm>
                <a:off x="845544" y="3221833"/>
                <a:ext cx="370687" cy="360247"/>
                <a:chOff x="975" y="2584"/>
                <a:chExt cx="407" cy="438"/>
              </a:xfrm>
            </p:grpSpPr>
            <p:sp>
              <p:nvSpPr>
                <p:cNvPr id="14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6"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43" name="Picture 1464"/>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03966" y="3068755"/>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 name="Group 1356"/>
            <p:cNvGrpSpPr>
              <a:grpSpLocks/>
            </p:cNvGrpSpPr>
            <p:nvPr/>
          </p:nvGrpSpPr>
          <p:grpSpPr bwMode="auto">
            <a:xfrm rot="20527939">
              <a:off x="2802169" y="2930521"/>
              <a:ext cx="653019" cy="359453"/>
              <a:chOff x="2949" y="196"/>
              <a:chExt cx="941" cy="598"/>
            </a:xfrm>
            <a:solidFill>
              <a:srgbClr val="FF9933"/>
            </a:solidFill>
          </p:grpSpPr>
          <p:sp>
            <p:nvSpPr>
              <p:cNvPr id="12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3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3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3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3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3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5" name="Text Box 1524"/>
            <p:cNvSpPr txBox="1">
              <a:spLocks noChangeArrowheads="1"/>
            </p:cNvSpPr>
            <p:nvPr/>
          </p:nvSpPr>
          <p:spPr bwMode="auto">
            <a:xfrm>
              <a:off x="2864059" y="2965158"/>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dirty="0">
                  <a:latin typeface="Times New Roman" pitchFamily="18" charset="0"/>
                  <a:ea typeface="微软雅黑" pitchFamily="34" charset="-122"/>
                </a:rPr>
                <a:t>网络</a:t>
              </a:r>
            </a:p>
          </p:txBody>
        </p:sp>
        <p:grpSp>
          <p:nvGrpSpPr>
            <p:cNvPr id="46" name="Group 1356"/>
            <p:cNvGrpSpPr>
              <a:grpSpLocks/>
            </p:cNvGrpSpPr>
            <p:nvPr/>
          </p:nvGrpSpPr>
          <p:grpSpPr bwMode="auto">
            <a:xfrm rot="20527939">
              <a:off x="4076210" y="3031866"/>
              <a:ext cx="653019" cy="359453"/>
              <a:chOff x="2949" y="196"/>
              <a:chExt cx="941" cy="598"/>
            </a:xfrm>
            <a:solidFill>
              <a:srgbClr val="FF9933"/>
            </a:solidFill>
          </p:grpSpPr>
          <p:sp>
            <p:nvSpPr>
              <p:cNvPr id="11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2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2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2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7" name="Text Box 1524"/>
            <p:cNvSpPr txBox="1">
              <a:spLocks noChangeArrowheads="1"/>
            </p:cNvSpPr>
            <p:nvPr/>
          </p:nvSpPr>
          <p:spPr bwMode="auto">
            <a:xfrm>
              <a:off x="4138099" y="306650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grpSp>
          <p:nvGrpSpPr>
            <p:cNvPr id="48" name="组合 47"/>
            <p:cNvGrpSpPr/>
            <p:nvPr/>
          </p:nvGrpSpPr>
          <p:grpSpPr>
            <a:xfrm flipH="1">
              <a:off x="6334109" y="1887389"/>
              <a:ext cx="1816110" cy="1658447"/>
              <a:chOff x="7402793" y="1449868"/>
              <a:chExt cx="1816110" cy="1658447"/>
            </a:xfrm>
          </p:grpSpPr>
          <p:sp>
            <p:nvSpPr>
              <p:cNvPr id="95" name="Line 1453"/>
              <p:cNvSpPr>
                <a:spLocks noChangeShapeType="1"/>
              </p:cNvSpPr>
              <p:nvPr/>
            </p:nvSpPr>
            <p:spPr bwMode="auto">
              <a:xfrm flipH="1" flipV="1">
                <a:off x="7635585" y="2078696"/>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6" name="Line 1448"/>
              <p:cNvSpPr>
                <a:spLocks noChangeShapeType="1"/>
              </p:cNvSpPr>
              <p:nvPr/>
            </p:nvSpPr>
            <p:spPr bwMode="auto">
              <a:xfrm>
                <a:off x="8468633" y="2376453"/>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7" name="Line 1453"/>
              <p:cNvSpPr>
                <a:spLocks noChangeShapeType="1"/>
              </p:cNvSpPr>
              <p:nvPr/>
            </p:nvSpPr>
            <p:spPr bwMode="auto">
              <a:xfrm flipH="1" flipV="1">
                <a:off x="7565092" y="1597939"/>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8" name="Line 1453"/>
              <p:cNvSpPr>
                <a:spLocks noChangeShapeType="1"/>
              </p:cNvSpPr>
              <p:nvPr/>
            </p:nvSpPr>
            <p:spPr bwMode="auto">
              <a:xfrm flipH="1">
                <a:off x="7606168" y="2391998"/>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9" name="Line 1453"/>
              <p:cNvSpPr>
                <a:spLocks noChangeShapeType="1"/>
              </p:cNvSpPr>
              <p:nvPr/>
            </p:nvSpPr>
            <p:spPr bwMode="auto">
              <a:xfrm flipH="1">
                <a:off x="7588136" y="2416050"/>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10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46026" y="2188623"/>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01" name="Group 198"/>
              <p:cNvGrpSpPr>
                <a:grpSpLocks/>
              </p:cNvGrpSpPr>
              <p:nvPr/>
            </p:nvGrpSpPr>
            <p:grpSpPr bwMode="auto">
              <a:xfrm>
                <a:off x="7402793" y="2315334"/>
                <a:ext cx="370687" cy="360247"/>
                <a:chOff x="975" y="2584"/>
                <a:chExt cx="407" cy="438"/>
              </a:xfrm>
            </p:grpSpPr>
            <p:sp>
              <p:nvSpPr>
                <p:cNvPr id="11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12"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198"/>
              <p:cNvGrpSpPr>
                <a:grpSpLocks/>
              </p:cNvGrpSpPr>
              <p:nvPr/>
            </p:nvGrpSpPr>
            <p:grpSpPr bwMode="auto">
              <a:xfrm>
                <a:off x="7406043" y="1882601"/>
                <a:ext cx="370687" cy="360247"/>
                <a:chOff x="975" y="2584"/>
                <a:chExt cx="407" cy="438"/>
              </a:xfrm>
            </p:grpSpPr>
            <p:sp>
              <p:nvSpPr>
                <p:cNvPr id="10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10"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3" name="Group 198"/>
              <p:cNvGrpSpPr>
                <a:grpSpLocks/>
              </p:cNvGrpSpPr>
              <p:nvPr/>
            </p:nvGrpSpPr>
            <p:grpSpPr bwMode="auto">
              <a:xfrm>
                <a:off x="7420825" y="1449868"/>
                <a:ext cx="370687" cy="360247"/>
                <a:chOff x="975" y="2584"/>
                <a:chExt cx="407" cy="438"/>
              </a:xfrm>
            </p:grpSpPr>
            <p:sp>
              <p:nvSpPr>
                <p:cNvPr id="10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08"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4" name="Group 198"/>
              <p:cNvGrpSpPr>
                <a:grpSpLocks/>
              </p:cNvGrpSpPr>
              <p:nvPr/>
            </p:nvGrpSpPr>
            <p:grpSpPr bwMode="auto">
              <a:xfrm>
                <a:off x="7402793" y="2748068"/>
                <a:ext cx="370687" cy="360247"/>
                <a:chOff x="975" y="2584"/>
                <a:chExt cx="407" cy="438"/>
              </a:xfrm>
            </p:grpSpPr>
            <p:sp>
              <p:nvSpPr>
                <p:cNvPr id="10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06"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9" name="Line 1440"/>
            <p:cNvSpPr>
              <a:spLocks noChangeShapeType="1"/>
            </p:cNvSpPr>
            <p:nvPr/>
          </p:nvSpPr>
          <p:spPr bwMode="auto">
            <a:xfrm flipH="1" flipV="1">
              <a:off x="4767840" y="2331160"/>
              <a:ext cx="1699237" cy="414649"/>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0" name="Group 1356"/>
            <p:cNvGrpSpPr>
              <a:grpSpLocks/>
            </p:cNvGrpSpPr>
            <p:nvPr/>
          </p:nvGrpSpPr>
          <p:grpSpPr bwMode="auto">
            <a:xfrm rot="20527939">
              <a:off x="5111738" y="2271586"/>
              <a:ext cx="653019" cy="359453"/>
              <a:chOff x="2949" y="196"/>
              <a:chExt cx="941" cy="598"/>
            </a:xfrm>
            <a:solidFill>
              <a:srgbClr val="FF9933"/>
            </a:solidFill>
          </p:grpSpPr>
          <p:sp>
            <p:nvSpPr>
              <p:cNvPr id="8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9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9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9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9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9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51" name="Text Box 1524"/>
            <p:cNvSpPr txBox="1">
              <a:spLocks noChangeArrowheads="1"/>
            </p:cNvSpPr>
            <p:nvPr/>
          </p:nvSpPr>
          <p:spPr bwMode="auto">
            <a:xfrm>
              <a:off x="5173628" y="230622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sp>
          <p:nvSpPr>
            <p:cNvPr id="52" name="Line 1480"/>
            <p:cNvSpPr>
              <a:spLocks noChangeShapeType="1"/>
            </p:cNvSpPr>
            <p:nvPr/>
          </p:nvSpPr>
          <p:spPr bwMode="auto">
            <a:xfrm flipH="1">
              <a:off x="5264823" y="2836209"/>
              <a:ext cx="1011511" cy="38917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53" name="Picture 1464"/>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07997" y="3078094"/>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 name="Group 1356"/>
            <p:cNvGrpSpPr>
              <a:grpSpLocks/>
            </p:cNvGrpSpPr>
            <p:nvPr/>
          </p:nvGrpSpPr>
          <p:grpSpPr bwMode="auto">
            <a:xfrm rot="20527939">
              <a:off x="5424528" y="2830940"/>
              <a:ext cx="653019" cy="359453"/>
              <a:chOff x="2949" y="196"/>
              <a:chExt cx="941" cy="598"/>
            </a:xfrm>
            <a:solidFill>
              <a:srgbClr val="FF9933"/>
            </a:solidFill>
          </p:grpSpPr>
          <p:sp>
            <p:nvSpPr>
              <p:cNvPr id="7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8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8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8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55" name="Text Box 1524"/>
            <p:cNvSpPr txBox="1">
              <a:spLocks noChangeArrowheads="1"/>
            </p:cNvSpPr>
            <p:nvPr/>
          </p:nvSpPr>
          <p:spPr bwMode="auto">
            <a:xfrm>
              <a:off x="5486418" y="2865577"/>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pic>
          <p:nvPicPr>
            <p:cNvPr id="56" name="Picture 146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79063" y="2690391"/>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Text Box 178"/>
            <p:cNvSpPr txBox="1">
              <a:spLocks noChangeArrowheads="1"/>
            </p:cNvSpPr>
            <p:nvPr/>
          </p:nvSpPr>
          <p:spPr bwMode="auto">
            <a:xfrm>
              <a:off x="2329938" y="2503502"/>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a:t>
              </a:r>
            </a:p>
          </p:txBody>
        </p:sp>
        <p:sp>
          <p:nvSpPr>
            <p:cNvPr id="58" name="Text Box 178"/>
            <p:cNvSpPr txBox="1">
              <a:spLocks noChangeArrowheads="1"/>
            </p:cNvSpPr>
            <p:nvPr/>
          </p:nvSpPr>
          <p:spPr bwMode="auto">
            <a:xfrm>
              <a:off x="4410798" y="242060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B</a:t>
              </a:r>
            </a:p>
          </p:txBody>
        </p:sp>
        <p:sp>
          <p:nvSpPr>
            <p:cNvPr id="59" name="Text Box 178"/>
            <p:cNvSpPr txBox="1">
              <a:spLocks noChangeArrowheads="1"/>
            </p:cNvSpPr>
            <p:nvPr/>
          </p:nvSpPr>
          <p:spPr bwMode="auto">
            <a:xfrm>
              <a:off x="3578563" y="2864869"/>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C</a:t>
              </a:r>
            </a:p>
          </p:txBody>
        </p:sp>
        <p:sp>
          <p:nvSpPr>
            <p:cNvPr id="60" name="Text Box 178"/>
            <p:cNvSpPr txBox="1">
              <a:spLocks noChangeArrowheads="1"/>
            </p:cNvSpPr>
            <p:nvPr/>
          </p:nvSpPr>
          <p:spPr bwMode="auto">
            <a:xfrm>
              <a:off x="4976249" y="2872273"/>
              <a:ext cx="3064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D</a:t>
              </a:r>
            </a:p>
          </p:txBody>
        </p:sp>
        <p:cxnSp>
          <p:nvCxnSpPr>
            <p:cNvPr id="62" name="直接连接符 61"/>
            <p:cNvCxnSpPr>
              <a:stCxn id="56" idx="0"/>
            </p:cNvCxnSpPr>
            <p:nvPr/>
          </p:nvCxnSpPr>
          <p:spPr>
            <a:xfrm flipH="1" flipV="1">
              <a:off x="2422461" y="2276855"/>
              <a:ext cx="195521" cy="413536"/>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3" name="直接连接符 62"/>
            <p:cNvCxnSpPr>
              <a:stCxn id="68" idx="0"/>
            </p:cNvCxnSpPr>
            <p:nvPr/>
          </p:nvCxnSpPr>
          <p:spPr>
            <a:xfrm flipH="1" flipV="1">
              <a:off x="4370339" y="1720658"/>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4" name="直接箭头连接符 63"/>
            <p:cNvCxnSpPr/>
            <p:nvPr/>
          </p:nvCxnSpPr>
          <p:spPr>
            <a:xfrm flipV="1">
              <a:off x="2507687" y="1868917"/>
              <a:ext cx="1924638" cy="61611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65" name="Text Box 178"/>
            <p:cNvSpPr txBox="1">
              <a:spLocks noChangeArrowheads="1"/>
            </p:cNvSpPr>
            <p:nvPr/>
          </p:nvSpPr>
          <p:spPr bwMode="auto">
            <a:xfrm rot="20617256">
              <a:off x="2955477" y="1837177"/>
              <a:ext cx="1027085" cy="3653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grpSp>
          <p:nvGrpSpPr>
            <p:cNvPr id="66" name="组合 65"/>
            <p:cNvGrpSpPr/>
            <p:nvPr/>
          </p:nvGrpSpPr>
          <p:grpSpPr>
            <a:xfrm rot="21386230" flipH="1">
              <a:off x="4615031" y="1680812"/>
              <a:ext cx="1982724" cy="1151238"/>
              <a:chOff x="5293476" y="872107"/>
              <a:chExt cx="1982724" cy="1151238"/>
            </a:xfrm>
          </p:grpSpPr>
          <p:cxnSp>
            <p:nvCxnSpPr>
              <p:cNvPr id="69" name="直接连接符 68"/>
              <p:cNvCxnSpPr/>
              <p:nvPr/>
            </p:nvCxnSpPr>
            <p:spPr>
              <a:xfrm rot="21386230" flipH="1" flipV="1">
                <a:off x="5293476" y="1411915"/>
                <a:ext cx="231465" cy="611430"/>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0" name="直接连接符 69"/>
              <p:cNvCxnSpPr/>
              <p:nvPr/>
            </p:nvCxnSpPr>
            <p:spPr>
              <a:xfrm flipH="1" flipV="1">
                <a:off x="7084307" y="872107"/>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1" name="直接箭头连接符 70"/>
              <p:cNvCxnSpPr/>
              <p:nvPr/>
            </p:nvCxnSpPr>
            <p:spPr>
              <a:xfrm rot="21386230" flipV="1">
                <a:off x="5346994" y="1076328"/>
                <a:ext cx="1815356" cy="46032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72" name="Text Box 178"/>
              <p:cNvSpPr txBox="1">
                <a:spLocks noChangeArrowheads="1"/>
              </p:cNvSpPr>
              <p:nvPr/>
            </p:nvSpPr>
            <p:spPr bwMode="auto">
              <a:xfrm rot="20617256">
                <a:off x="5657135" y="985903"/>
                <a:ext cx="1027085" cy="365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grpSp>
        <p:pic>
          <p:nvPicPr>
            <p:cNvPr id="67" name="Picture 146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182547" y="2652108"/>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146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24107" y="2154675"/>
              <a:ext cx="4762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Text Box 178"/>
            <p:cNvSpPr txBox="1">
              <a:spLocks noChangeArrowheads="1"/>
            </p:cNvSpPr>
            <p:nvPr/>
          </p:nvSpPr>
          <p:spPr bwMode="auto">
            <a:xfrm>
              <a:off x="6398986" y="2466197"/>
              <a:ext cx="2728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E</a:t>
              </a:r>
            </a:p>
          </p:txBody>
        </p:sp>
      </p:grpSp>
      <p:sp>
        <p:nvSpPr>
          <p:cNvPr id="164" name="Text Box 178"/>
          <p:cNvSpPr txBox="1">
            <a:spLocks noChangeArrowheads="1"/>
          </p:cNvSpPr>
          <p:nvPr/>
        </p:nvSpPr>
        <p:spPr bwMode="auto">
          <a:xfrm>
            <a:off x="1887135" y="4206537"/>
            <a:ext cx="5753498" cy="3744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2200"/>
              </a:lnSpc>
            </a:pPr>
            <a:r>
              <a:rPr kumimoji="1" lang="zh-CN" altLang="en-US" b="1" dirty="0">
                <a:latin typeface="微软雅黑" pitchFamily="34" charset="-122"/>
                <a:ea typeface="微软雅黑" pitchFamily="34" charset="-122"/>
              </a:rPr>
              <a:t>路由 </a:t>
            </a:r>
            <a:r>
              <a:rPr kumimoji="1" lang="en-US" altLang="zh-CN" b="1" dirty="0">
                <a:latin typeface="微软雅黑" pitchFamily="34" charset="-122"/>
                <a:ea typeface="微软雅黑" pitchFamily="34" charset="-122"/>
              </a:rPr>
              <a:t>A-B-E </a:t>
            </a:r>
            <a:r>
              <a:rPr kumimoji="1" lang="zh-CN" altLang="en-US" b="1" dirty="0">
                <a:latin typeface="微软雅黑" pitchFamily="34" charset="-122"/>
                <a:ea typeface="微软雅黑" pitchFamily="34" charset="-122"/>
              </a:rPr>
              <a:t>的距离 </a:t>
            </a:r>
            <a:r>
              <a:rPr kumimoji="1" lang="en-US" altLang="zh-CN" b="1" dirty="0">
                <a:latin typeface="微软雅黑" pitchFamily="34" charset="-122"/>
                <a:ea typeface="微软雅黑" pitchFamily="34" charset="-122"/>
              </a:rPr>
              <a:t>= 2</a:t>
            </a:r>
            <a:r>
              <a:rPr kumimoji="1" lang="zh-CN" altLang="en-US" b="1" dirty="0">
                <a:latin typeface="微软雅黑" pitchFamily="34" charset="-122"/>
                <a:ea typeface="微软雅黑" pitchFamily="34" charset="-122"/>
              </a:rPr>
              <a:t>，路由 </a:t>
            </a:r>
            <a:r>
              <a:rPr kumimoji="1" lang="en-US" altLang="zh-CN" b="1" dirty="0">
                <a:latin typeface="微软雅黑" pitchFamily="34" charset="-122"/>
                <a:ea typeface="微软雅黑" pitchFamily="34" charset="-122"/>
              </a:rPr>
              <a:t>A-C-D-E </a:t>
            </a:r>
            <a:r>
              <a:rPr kumimoji="1" lang="zh-CN" altLang="en-US" b="1" dirty="0">
                <a:latin typeface="微软雅黑" pitchFamily="34" charset="-122"/>
                <a:ea typeface="微软雅黑" pitchFamily="34" charset="-122"/>
              </a:rPr>
              <a:t>的距离 </a:t>
            </a:r>
            <a:r>
              <a:rPr kumimoji="1" lang="en-US" altLang="zh-CN" b="1" dirty="0">
                <a:latin typeface="微软雅黑" pitchFamily="34" charset="-122"/>
                <a:ea typeface="微软雅黑" pitchFamily="34" charset="-122"/>
              </a:rPr>
              <a:t>= 3</a:t>
            </a:r>
            <a:r>
              <a:rPr kumimoji="1" lang="zh-CN" altLang="en-US" b="1" dirty="0">
                <a:latin typeface="微软雅黑" pitchFamily="34" charset="-122"/>
                <a:ea typeface="微软雅黑" pitchFamily="34" charset="-122"/>
              </a:rPr>
              <a:t>。</a:t>
            </a:r>
            <a:endParaRPr kumimoji="1" lang="en-US" altLang="zh-CN" b="1" dirty="0">
              <a:latin typeface="微软雅黑" pitchFamily="34" charset="-122"/>
              <a:ea typeface="微软雅黑" pitchFamily="34" charset="-122"/>
            </a:endParaRPr>
          </a:p>
        </p:txBody>
      </p:sp>
      <p:sp>
        <p:nvSpPr>
          <p:cNvPr id="166" name="任意多边形: 形状 165">
            <a:extLst>
              <a:ext uri="{FF2B5EF4-FFF2-40B4-BE49-F238E27FC236}">
                <a16:creationId xmlns:a16="http://schemas.microsoft.com/office/drawing/2014/main" id="{E6083493-846E-25A9-DA58-D1CA8BD82C05}"/>
              </a:ext>
            </a:extLst>
          </p:cNvPr>
          <p:cNvSpPr/>
          <p:nvPr/>
        </p:nvSpPr>
        <p:spPr>
          <a:xfrm>
            <a:off x="2307021" y="3021263"/>
            <a:ext cx="3289738" cy="394599"/>
          </a:xfrm>
          <a:custGeom>
            <a:avLst/>
            <a:gdLst>
              <a:gd name="csX0" fmla="*/ 0 w 3289738"/>
              <a:gd name="csY0" fmla="*/ 394599 h 394599"/>
              <a:gd name="csX1" fmla="*/ 1692165 w 3289738"/>
              <a:gd name="csY1" fmla="*/ 461 h 394599"/>
              <a:gd name="csX2" fmla="*/ 3289738 w 3289738"/>
              <a:gd name="csY2" fmla="*/ 331537 h 394599"/>
            </a:gdLst>
            <a:ahLst/>
            <a:cxnLst>
              <a:cxn ang="0">
                <a:pos x="csX0" y="csY0"/>
              </a:cxn>
              <a:cxn ang="0">
                <a:pos x="csX1" y="csY1"/>
              </a:cxn>
              <a:cxn ang="0">
                <a:pos x="csX2" y="csY2"/>
              </a:cxn>
            </a:cxnLst>
            <a:rect l="l" t="t" r="r" b="b"/>
            <a:pathLst>
              <a:path w="3289738" h="394599">
                <a:moveTo>
                  <a:pt x="0" y="394599"/>
                </a:moveTo>
                <a:cubicBezTo>
                  <a:pt x="571937" y="202785"/>
                  <a:pt x="1143875" y="10971"/>
                  <a:pt x="1692165" y="461"/>
                </a:cubicBezTo>
                <a:cubicBezTo>
                  <a:pt x="2240455" y="-10049"/>
                  <a:pt x="2765096" y="160744"/>
                  <a:pt x="3289738" y="331537"/>
                </a:cubicBezTo>
              </a:path>
            </a:pathLst>
          </a:custGeom>
          <a:noFill/>
          <a:ln w="57150">
            <a:solidFill>
              <a:srgbClr val="FFFF00"/>
            </a:solidFill>
            <a:headEnd type="none" w="med" len="med"/>
            <a:tailEnd type="triangle" w="med" len="me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7" name="任意多边形: 形状 166">
            <a:extLst>
              <a:ext uri="{FF2B5EF4-FFF2-40B4-BE49-F238E27FC236}">
                <a16:creationId xmlns:a16="http://schemas.microsoft.com/office/drawing/2014/main" id="{A37BB6D4-AB6E-E4B4-021B-66464A4A2E3F}"/>
              </a:ext>
            </a:extLst>
          </p:cNvPr>
          <p:cNvSpPr/>
          <p:nvPr/>
        </p:nvSpPr>
        <p:spPr>
          <a:xfrm>
            <a:off x="2301766" y="3421117"/>
            <a:ext cx="3363310" cy="332549"/>
          </a:xfrm>
          <a:custGeom>
            <a:avLst/>
            <a:gdLst>
              <a:gd name="csX0" fmla="*/ 0 w 3363310"/>
              <a:gd name="csY0" fmla="*/ 73573 h 332549"/>
              <a:gd name="csX1" fmla="*/ 951186 w 3363310"/>
              <a:gd name="csY1" fmla="*/ 299545 h 332549"/>
              <a:gd name="csX2" fmla="*/ 2249213 w 3363310"/>
              <a:gd name="csY2" fmla="*/ 299545 h 332549"/>
              <a:gd name="csX3" fmla="*/ 3363310 w 3363310"/>
              <a:gd name="csY3" fmla="*/ 0 h 332549"/>
            </a:gdLst>
            <a:ahLst/>
            <a:cxnLst>
              <a:cxn ang="0">
                <a:pos x="csX0" y="csY0"/>
              </a:cxn>
              <a:cxn ang="0">
                <a:pos x="csX1" y="csY1"/>
              </a:cxn>
              <a:cxn ang="0">
                <a:pos x="csX2" y="csY2"/>
              </a:cxn>
              <a:cxn ang="0">
                <a:pos x="csX3" y="csY3"/>
              </a:cxn>
            </a:cxnLst>
            <a:rect l="l" t="t" r="r" b="b"/>
            <a:pathLst>
              <a:path w="3363310" h="332549">
                <a:moveTo>
                  <a:pt x="0" y="73573"/>
                </a:moveTo>
                <a:cubicBezTo>
                  <a:pt x="288158" y="167728"/>
                  <a:pt x="576317" y="261883"/>
                  <a:pt x="951186" y="299545"/>
                </a:cubicBezTo>
                <a:cubicBezTo>
                  <a:pt x="1326055" y="337207"/>
                  <a:pt x="1847192" y="349469"/>
                  <a:pt x="2249213" y="299545"/>
                </a:cubicBezTo>
                <a:cubicBezTo>
                  <a:pt x="2651234" y="249621"/>
                  <a:pt x="3007272" y="124810"/>
                  <a:pt x="3363310" y="0"/>
                </a:cubicBezTo>
              </a:path>
            </a:pathLst>
          </a:custGeom>
          <a:noFill/>
          <a:ln w="57150">
            <a:solidFill>
              <a:srgbClr val="CCFF99"/>
            </a:solidFill>
            <a:headEnd type="none" w="med" len="med"/>
            <a:tailEnd type="triangle" w="med" len="me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382856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66"/>
                                        </p:tgtEl>
                                        <p:attrNameLst>
                                          <p:attrName>style.visibility</p:attrName>
                                        </p:attrNameLst>
                                      </p:cBhvr>
                                      <p:to>
                                        <p:strVal val="visible"/>
                                      </p:to>
                                    </p:set>
                                    <p:animEffect transition="in" filter="wipe(left)">
                                      <p:cBhvr>
                                        <p:cTn id="28" dur="500"/>
                                        <p:tgtEl>
                                          <p:spTgt spid="166"/>
                                        </p:tgtEl>
                                      </p:cBhvr>
                                    </p:animEffect>
                                  </p:childTnLst>
                                  <p:subTnLst>
                                    <p:set>
                                      <p:cBhvr override="childStyle">
                                        <p:cTn dur="1" fill="hold" display="0" masterRel="nextClick" afterEffect="1"/>
                                        <p:tgtEl>
                                          <p:spTgt spid="166"/>
                                        </p:tgtEl>
                                        <p:attrNameLst>
                                          <p:attrName>style.visibility</p:attrName>
                                        </p:attrNameLst>
                                      </p:cBhvr>
                                      <p:to>
                                        <p:strVal val="hidden"/>
                                      </p:to>
                                    </p:set>
                                  </p:sub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167"/>
                                        </p:tgtEl>
                                        <p:attrNameLst>
                                          <p:attrName>style.visibility</p:attrName>
                                        </p:attrNameLst>
                                      </p:cBhvr>
                                      <p:to>
                                        <p:strVal val="visible"/>
                                      </p:to>
                                    </p:set>
                                    <p:animEffect transition="in" filter="wipe(left)">
                                      <p:cBhvr>
                                        <p:cTn id="33"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166" grpId="0" animBg="1"/>
      <p:bldP spid="167"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圆角矩形 164"/>
          <p:cNvSpPr/>
          <p:nvPr/>
        </p:nvSpPr>
        <p:spPr>
          <a:xfrm>
            <a:off x="545144" y="2417498"/>
            <a:ext cx="8053712" cy="179670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AutoShape 5"/>
          <p:cNvSpPr>
            <a:spLocks noChangeArrowheads="1"/>
          </p:cNvSpPr>
          <p:nvPr/>
        </p:nvSpPr>
        <p:spPr bwMode="auto">
          <a:xfrm>
            <a:off x="545144" y="617573"/>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8805"/>
            <a:ext cx="2492990" cy="400110"/>
          </a:xfrm>
          <a:prstGeom prst="rect">
            <a:avLst/>
          </a:prstGeom>
        </p:spPr>
        <p:txBody>
          <a:bodyPr wrap="none">
            <a:spAutoFit/>
          </a:bodyPr>
          <a:lstStyle/>
          <a:p>
            <a:r>
              <a:rPr lang="en-US" altLang="zh-CN" sz="2000" b="1" dirty="0">
                <a:latin typeface="微软雅黑" pitchFamily="34" charset="-122"/>
                <a:ea typeface="微软雅黑" pitchFamily="34" charset="-122"/>
              </a:rPr>
              <a:t>RIP</a:t>
            </a:r>
            <a:r>
              <a:rPr lang="zh-CN" altLang="en-US" sz="2000" b="1" dirty="0">
                <a:latin typeface="微软雅黑" pitchFamily="34" charset="-122"/>
                <a:ea typeface="微软雅黑" pitchFamily="34" charset="-122"/>
              </a:rPr>
              <a:t>“距离”的定义</a:t>
            </a:r>
          </a:p>
        </p:txBody>
      </p:sp>
      <p:sp>
        <p:nvSpPr>
          <p:cNvPr id="4" name="矩形 3"/>
          <p:cNvSpPr/>
          <p:nvPr/>
        </p:nvSpPr>
        <p:spPr>
          <a:xfrm>
            <a:off x="545144" y="932661"/>
            <a:ext cx="8053712" cy="1528624"/>
          </a:xfrm>
          <a:prstGeom prst="rect">
            <a:avLst/>
          </a:prstGeom>
        </p:spPr>
        <p:txBody>
          <a:bodyPr wrap="square">
            <a:spAutoFit/>
          </a:bodyPr>
          <a:lstStyle/>
          <a:p>
            <a:pPr marL="285750" indent="-28575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好路由 </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“距离短”的路由。</a:t>
            </a:r>
            <a:r>
              <a:rPr lang="zh-CN" altLang="en-US" b="1" dirty="0">
                <a:solidFill>
                  <a:srgbClr val="C00000"/>
                </a:solidFill>
                <a:latin typeface="微软雅黑" pitchFamily="34" charset="-122"/>
                <a:ea typeface="微软雅黑" pitchFamily="34" charset="-122"/>
              </a:rPr>
              <a:t>最佳路由 </a:t>
            </a:r>
            <a:r>
              <a:rPr lang="en-US" altLang="zh-CN" b="1" dirty="0">
                <a:solidFill>
                  <a:srgbClr val="C00000"/>
                </a:solidFill>
                <a:latin typeface="微软雅黑" pitchFamily="34" charset="-122"/>
                <a:ea typeface="微软雅黑" pitchFamily="34" charset="-122"/>
              </a:rPr>
              <a:t>= </a:t>
            </a:r>
            <a:r>
              <a:rPr lang="zh-CN" altLang="en-US" b="1" dirty="0">
                <a:solidFill>
                  <a:srgbClr val="C00000"/>
                </a:solidFill>
                <a:latin typeface="微软雅黑" pitchFamily="34" charset="-122"/>
                <a:ea typeface="微软雅黑" pitchFamily="34" charset="-122"/>
              </a:rPr>
              <a:t>“距离最短”的路由。</a:t>
            </a:r>
            <a:endParaRPr lang="en-US" altLang="zh-CN" b="1" dirty="0">
              <a:solidFill>
                <a:srgbClr val="C00000"/>
              </a:solidFill>
              <a:latin typeface="微软雅黑" pitchFamily="34" charset="-122"/>
              <a:ea typeface="微软雅黑" pitchFamily="34" charset="-122"/>
            </a:endParaRPr>
          </a:p>
          <a:p>
            <a:pPr marL="285750" indent="-28575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一条路径</a:t>
            </a:r>
            <a:r>
              <a:rPr lang="zh-CN" altLang="en-US" b="1" dirty="0">
                <a:solidFill>
                  <a:srgbClr val="C00000"/>
                </a:solidFill>
                <a:latin typeface="微软雅黑" pitchFamily="34" charset="-122"/>
                <a:ea typeface="微软雅黑" pitchFamily="34" charset="-122"/>
              </a:rPr>
              <a:t>最多</a:t>
            </a:r>
            <a:r>
              <a:rPr lang="zh-CN" altLang="en-US" b="1" dirty="0">
                <a:latin typeface="微软雅黑" pitchFamily="34" charset="-122"/>
                <a:ea typeface="微软雅黑" pitchFamily="34" charset="-122"/>
              </a:rPr>
              <a:t>只能包含 </a:t>
            </a:r>
            <a:r>
              <a:rPr lang="en-US" altLang="zh-CN" b="1" dirty="0">
                <a:solidFill>
                  <a:srgbClr val="C00000"/>
                </a:solidFill>
                <a:latin typeface="微软雅黑" pitchFamily="34" charset="-122"/>
                <a:ea typeface="微软雅黑" pitchFamily="34" charset="-122"/>
              </a:rPr>
              <a:t>15</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个网络。</a:t>
            </a:r>
            <a:endParaRPr lang="en-US" altLang="zh-CN" b="1" dirty="0">
              <a:latin typeface="微软雅黑" pitchFamily="34" charset="-122"/>
              <a:ea typeface="微软雅黑" pitchFamily="34" charset="-122"/>
            </a:endParaRPr>
          </a:p>
          <a:p>
            <a:pPr marL="285750" indent="-28575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“距离”的</a:t>
            </a:r>
            <a:r>
              <a:rPr lang="zh-CN" altLang="en-US" b="1" dirty="0">
                <a:solidFill>
                  <a:srgbClr val="C00000"/>
                </a:solidFill>
                <a:latin typeface="微软雅黑" pitchFamily="34" charset="-122"/>
                <a:ea typeface="微软雅黑" pitchFamily="34" charset="-122"/>
              </a:rPr>
              <a:t>最大值</a:t>
            </a:r>
            <a:r>
              <a:rPr lang="zh-CN" altLang="en-US" b="1" dirty="0">
                <a:latin typeface="微软雅黑" pitchFamily="34" charset="-122"/>
                <a:ea typeface="微软雅黑" pitchFamily="34" charset="-122"/>
              </a:rPr>
              <a:t>为 </a:t>
            </a:r>
            <a:r>
              <a:rPr lang="en-US" altLang="zh-CN" b="1" dirty="0">
                <a:solidFill>
                  <a:srgbClr val="C00000"/>
                </a:solidFill>
                <a:latin typeface="微软雅黑" pitchFamily="34" charset="-122"/>
                <a:ea typeface="微软雅黑" pitchFamily="34" charset="-122"/>
              </a:rPr>
              <a:t>16</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时即相当于</a:t>
            </a:r>
            <a:r>
              <a:rPr lang="zh-CN" altLang="en-US" b="1" dirty="0">
                <a:solidFill>
                  <a:srgbClr val="C00000"/>
                </a:solidFill>
                <a:latin typeface="微软雅黑" pitchFamily="34" charset="-122"/>
                <a:ea typeface="微软雅黑" pitchFamily="34" charset="-122"/>
              </a:rPr>
              <a:t>不可达。</a:t>
            </a:r>
            <a:endParaRPr lang="en-US" altLang="zh-CN" b="1" dirty="0">
              <a:solidFill>
                <a:srgbClr val="C00000"/>
              </a:solidFill>
              <a:latin typeface="微软雅黑" pitchFamily="34" charset="-122"/>
              <a:ea typeface="微软雅黑" pitchFamily="34" charset="-122"/>
            </a:endParaRPr>
          </a:p>
          <a:p>
            <a:pPr marL="285750" indent="-285750">
              <a:lnSpc>
                <a:spcPts val="2800"/>
              </a:lnSpc>
              <a:buClr>
                <a:srgbClr val="0070C0"/>
              </a:buClr>
              <a:buFont typeface="Wingdings" pitchFamily="2" charset="2"/>
              <a:buChar char="l"/>
            </a:pPr>
            <a:r>
              <a:rPr lang="en-US" altLang="zh-CN" b="1" dirty="0">
                <a:latin typeface="微软雅黑" pitchFamily="34" charset="-122"/>
                <a:ea typeface="微软雅黑" pitchFamily="34" charset="-122"/>
              </a:rPr>
              <a:t>RIP </a:t>
            </a:r>
            <a:r>
              <a:rPr lang="zh-CN" altLang="en-US" b="1" dirty="0">
                <a:solidFill>
                  <a:srgbClr val="C00000"/>
                </a:solidFill>
                <a:latin typeface="微软雅黑" pitchFamily="34" charset="-122"/>
                <a:ea typeface="微软雅黑" pitchFamily="34" charset="-122"/>
              </a:rPr>
              <a:t>不能</a:t>
            </a:r>
            <a:r>
              <a:rPr lang="zh-CN" altLang="en-US" b="1" dirty="0">
                <a:latin typeface="微软雅黑" pitchFamily="34" charset="-122"/>
                <a:ea typeface="微软雅黑" pitchFamily="34" charset="-122"/>
              </a:rPr>
              <a:t>在两个网络之间同时使用多条路由，</a:t>
            </a:r>
            <a:r>
              <a:rPr lang="zh-CN" altLang="en-US" b="1" dirty="0">
                <a:solidFill>
                  <a:srgbClr val="C00000"/>
                </a:solidFill>
                <a:latin typeface="微软雅黑" pitchFamily="34" charset="-122"/>
                <a:ea typeface="微软雅黑" pitchFamily="34" charset="-122"/>
              </a:rPr>
              <a:t>只选择</a:t>
            </a:r>
            <a:r>
              <a:rPr lang="zh-CN" altLang="en-US" b="1" dirty="0">
                <a:latin typeface="微软雅黑" pitchFamily="34" charset="-122"/>
                <a:ea typeface="微软雅黑" pitchFamily="34" charset="-122"/>
              </a:rPr>
              <a:t>距离最短”的路由。</a:t>
            </a:r>
          </a:p>
        </p:txBody>
      </p:sp>
      <p:grpSp>
        <p:nvGrpSpPr>
          <p:cNvPr id="5" name="组合 4"/>
          <p:cNvGrpSpPr/>
          <p:nvPr/>
        </p:nvGrpSpPr>
        <p:grpSpPr>
          <a:xfrm>
            <a:off x="7301733" y="3563697"/>
            <a:ext cx="1244484" cy="489218"/>
            <a:chOff x="6276334" y="3615919"/>
            <a:chExt cx="1298933" cy="503769"/>
          </a:xfrm>
        </p:grpSpPr>
        <p:sp>
          <p:nvSpPr>
            <p:cNvPr id="6" name="矩形 476"/>
            <p:cNvSpPr>
              <a:spLocks noChangeArrowheads="1"/>
            </p:cNvSpPr>
            <p:nvPr/>
          </p:nvSpPr>
          <p:spPr bwMode="auto">
            <a:xfrm>
              <a:off x="6276334" y="3615919"/>
              <a:ext cx="1298933" cy="503769"/>
            </a:xfrm>
            <a:prstGeom prst="rect">
              <a:avLst/>
            </a:prstGeom>
            <a:noFill/>
            <a:ln w="9525" cmpd="dbl"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 name="Rectangle 27"/>
            <p:cNvSpPr>
              <a:spLocks noChangeArrowheads="1"/>
            </p:cNvSpPr>
            <p:nvPr/>
          </p:nvSpPr>
          <p:spPr bwMode="auto">
            <a:xfrm>
              <a:off x="6664261" y="3891525"/>
              <a:ext cx="807913"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dirty="0">
                  <a:solidFill>
                    <a:srgbClr val="000000"/>
                  </a:solidFill>
                  <a:latin typeface="微软雅黑" panose="020B0503020204020204" pitchFamily="34" charset="-122"/>
                  <a:ea typeface="微软雅黑" panose="020B0503020204020204" pitchFamily="34" charset="-122"/>
                </a:rPr>
                <a:t>以太网交换机</a:t>
              </a:r>
              <a:endParaRPr lang="en-US" altLang="zh-CN" sz="1050" b="1" dirty="0">
                <a:latin typeface="微软雅黑" panose="020B0503020204020204" pitchFamily="34" charset="-122"/>
                <a:ea typeface="微软雅黑" panose="020B0503020204020204" pitchFamily="34" charset="-122"/>
              </a:endParaRPr>
            </a:p>
          </p:txBody>
        </p:sp>
        <p:grpSp>
          <p:nvGrpSpPr>
            <p:cNvPr id="8" name="Group 344"/>
            <p:cNvGrpSpPr>
              <a:grpSpLocks/>
            </p:cNvGrpSpPr>
            <p:nvPr/>
          </p:nvGrpSpPr>
          <p:grpSpPr bwMode="auto">
            <a:xfrm>
              <a:off x="6390871" y="3689338"/>
              <a:ext cx="242049" cy="128766"/>
              <a:chOff x="1304" y="2569"/>
              <a:chExt cx="439" cy="262"/>
            </a:xfrm>
          </p:grpSpPr>
          <p:sp>
            <p:nvSpPr>
              <p:cNvPr id="11"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5" name="Group 349"/>
              <p:cNvGrpSpPr>
                <a:grpSpLocks/>
              </p:cNvGrpSpPr>
              <p:nvPr/>
            </p:nvGrpSpPr>
            <p:grpSpPr bwMode="auto">
              <a:xfrm>
                <a:off x="1371" y="2587"/>
                <a:ext cx="304" cy="117"/>
                <a:chOff x="1371" y="2587"/>
                <a:chExt cx="304" cy="117"/>
              </a:xfrm>
            </p:grpSpPr>
            <p:grpSp>
              <p:nvGrpSpPr>
                <p:cNvPr id="18" name="Group 350"/>
                <p:cNvGrpSpPr>
                  <a:grpSpLocks/>
                </p:cNvGrpSpPr>
                <p:nvPr/>
              </p:nvGrpSpPr>
              <p:grpSpPr bwMode="auto">
                <a:xfrm>
                  <a:off x="1371" y="2587"/>
                  <a:ext cx="301" cy="115"/>
                  <a:chOff x="1371" y="2587"/>
                  <a:chExt cx="301" cy="115"/>
                </a:xfrm>
              </p:grpSpPr>
              <p:sp>
                <p:nvSpPr>
                  <p:cNvPr id="28"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 name="Group 359"/>
                <p:cNvGrpSpPr>
                  <a:grpSpLocks/>
                </p:cNvGrpSpPr>
                <p:nvPr/>
              </p:nvGrpSpPr>
              <p:grpSpPr bwMode="auto">
                <a:xfrm>
                  <a:off x="1373" y="2590"/>
                  <a:ext cx="302" cy="114"/>
                  <a:chOff x="1373" y="2590"/>
                  <a:chExt cx="302" cy="114"/>
                </a:xfrm>
              </p:grpSpPr>
              <p:sp>
                <p:nvSpPr>
                  <p:cNvPr id="20"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sp>
            <p:nvSpPr>
              <p:cNvPr id="16"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9" name="Rectangle 27"/>
            <p:cNvSpPr>
              <a:spLocks noChangeArrowheads="1"/>
            </p:cNvSpPr>
            <p:nvPr/>
          </p:nvSpPr>
          <p:spPr bwMode="auto">
            <a:xfrm>
              <a:off x="6664261" y="3687079"/>
              <a:ext cx="40395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050" b="1">
                  <a:latin typeface="微软雅黑" panose="020B0503020204020204" pitchFamily="34" charset="-122"/>
                  <a:ea typeface="微软雅黑" panose="020B0503020204020204" pitchFamily="34" charset="-122"/>
                </a:rPr>
                <a:t>路由器</a:t>
              </a:r>
              <a:endParaRPr lang="en-US" altLang="zh-CN" sz="1050" b="1">
                <a:latin typeface="微软雅黑" panose="020B0503020204020204" pitchFamily="34" charset="-122"/>
                <a:ea typeface="微软雅黑" panose="020B0503020204020204" pitchFamily="34" charset="-122"/>
              </a:endParaRPr>
            </a:p>
          </p:txBody>
        </p:sp>
        <p:pic>
          <p:nvPicPr>
            <p:cNvPr id="1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63163" y="3899167"/>
              <a:ext cx="292813" cy="161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36" name="组合 35"/>
          <p:cNvGrpSpPr/>
          <p:nvPr/>
        </p:nvGrpSpPr>
        <p:grpSpPr>
          <a:xfrm>
            <a:off x="775857" y="2481642"/>
            <a:ext cx="6375229" cy="1571272"/>
            <a:chOff x="845544" y="1680812"/>
            <a:chExt cx="7304675" cy="1865024"/>
          </a:xfrm>
        </p:grpSpPr>
        <p:sp>
          <p:nvSpPr>
            <p:cNvPr id="37" name="Line 1480"/>
            <p:cNvSpPr>
              <a:spLocks noChangeShapeType="1"/>
            </p:cNvSpPr>
            <p:nvPr/>
          </p:nvSpPr>
          <p:spPr bwMode="auto">
            <a:xfrm flipH="1" flipV="1">
              <a:off x="2622849" y="2912384"/>
              <a:ext cx="971677" cy="306326"/>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8" name="Line 1440"/>
            <p:cNvSpPr>
              <a:spLocks noChangeShapeType="1"/>
            </p:cNvSpPr>
            <p:nvPr/>
          </p:nvSpPr>
          <p:spPr bwMode="auto">
            <a:xfrm flipH="1">
              <a:off x="2730276" y="2283880"/>
              <a:ext cx="1787622" cy="504308"/>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39" name="Line 1453"/>
            <p:cNvSpPr>
              <a:spLocks noChangeShapeType="1"/>
            </p:cNvSpPr>
            <p:nvPr/>
          </p:nvSpPr>
          <p:spPr bwMode="auto">
            <a:xfrm flipH="1" flipV="1">
              <a:off x="3709561" y="3230776"/>
              <a:ext cx="1361865"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40" name="Group 1356"/>
            <p:cNvGrpSpPr>
              <a:grpSpLocks/>
            </p:cNvGrpSpPr>
            <p:nvPr/>
          </p:nvGrpSpPr>
          <p:grpSpPr bwMode="auto">
            <a:xfrm rot="20527939">
              <a:off x="3245534" y="2330323"/>
              <a:ext cx="653019" cy="359453"/>
              <a:chOff x="2949" y="196"/>
              <a:chExt cx="941" cy="598"/>
            </a:xfrm>
            <a:solidFill>
              <a:srgbClr val="FF9933"/>
            </a:solidFill>
          </p:grpSpPr>
          <p:sp>
            <p:nvSpPr>
              <p:cNvPr id="15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5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6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6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6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6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1" name="Text Box 1524"/>
            <p:cNvSpPr txBox="1">
              <a:spLocks noChangeArrowheads="1"/>
            </p:cNvSpPr>
            <p:nvPr/>
          </p:nvSpPr>
          <p:spPr bwMode="auto">
            <a:xfrm>
              <a:off x="3307423" y="2364960"/>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grpSp>
          <p:nvGrpSpPr>
            <p:cNvPr id="42" name="组合 41"/>
            <p:cNvGrpSpPr/>
            <p:nvPr/>
          </p:nvGrpSpPr>
          <p:grpSpPr>
            <a:xfrm>
              <a:off x="845544" y="1887389"/>
              <a:ext cx="1816110" cy="1658447"/>
              <a:chOff x="845544" y="1923633"/>
              <a:chExt cx="1816110" cy="1658447"/>
            </a:xfrm>
          </p:grpSpPr>
          <p:sp>
            <p:nvSpPr>
              <p:cNvPr id="135" name="Line 1453"/>
              <p:cNvSpPr>
                <a:spLocks noChangeShapeType="1"/>
              </p:cNvSpPr>
              <p:nvPr/>
            </p:nvSpPr>
            <p:spPr bwMode="auto">
              <a:xfrm flipH="1" flipV="1">
                <a:off x="1078336" y="2552461"/>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6" name="Line 1448"/>
              <p:cNvSpPr>
                <a:spLocks noChangeShapeType="1"/>
              </p:cNvSpPr>
              <p:nvPr/>
            </p:nvSpPr>
            <p:spPr bwMode="auto">
              <a:xfrm>
                <a:off x="1911384" y="2850218"/>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7" name="Line 1453"/>
              <p:cNvSpPr>
                <a:spLocks noChangeShapeType="1"/>
              </p:cNvSpPr>
              <p:nvPr/>
            </p:nvSpPr>
            <p:spPr bwMode="auto">
              <a:xfrm flipH="1" flipV="1">
                <a:off x="1007843" y="2071704"/>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8" name="Line 1453"/>
              <p:cNvSpPr>
                <a:spLocks noChangeShapeType="1"/>
              </p:cNvSpPr>
              <p:nvPr/>
            </p:nvSpPr>
            <p:spPr bwMode="auto">
              <a:xfrm flipH="1">
                <a:off x="1048919" y="2865763"/>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139" name="Line 1453"/>
              <p:cNvSpPr>
                <a:spLocks noChangeShapeType="1"/>
              </p:cNvSpPr>
              <p:nvPr/>
            </p:nvSpPr>
            <p:spPr bwMode="auto">
              <a:xfrm flipH="1">
                <a:off x="1030887" y="2889815"/>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14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88777" y="2662388"/>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41" name="Group 198"/>
              <p:cNvGrpSpPr>
                <a:grpSpLocks/>
              </p:cNvGrpSpPr>
              <p:nvPr/>
            </p:nvGrpSpPr>
            <p:grpSpPr bwMode="auto">
              <a:xfrm>
                <a:off x="845544" y="2789099"/>
                <a:ext cx="370687" cy="360247"/>
                <a:chOff x="975" y="2584"/>
                <a:chExt cx="407" cy="438"/>
              </a:xfrm>
            </p:grpSpPr>
            <p:sp>
              <p:nvSpPr>
                <p:cNvPr id="15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2"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2" name="Group 198"/>
              <p:cNvGrpSpPr>
                <a:grpSpLocks/>
              </p:cNvGrpSpPr>
              <p:nvPr/>
            </p:nvGrpSpPr>
            <p:grpSpPr bwMode="auto">
              <a:xfrm>
                <a:off x="848794" y="2356366"/>
                <a:ext cx="370687" cy="360247"/>
                <a:chOff x="975" y="2584"/>
                <a:chExt cx="407" cy="438"/>
              </a:xfrm>
            </p:grpSpPr>
            <p:sp>
              <p:nvSpPr>
                <p:cNvPr id="14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50"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98"/>
              <p:cNvGrpSpPr>
                <a:grpSpLocks/>
              </p:cNvGrpSpPr>
              <p:nvPr/>
            </p:nvGrpSpPr>
            <p:grpSpPr bwMode="auto">
              <a:xfrm>
                <a:off x="863576" y="1923633"/>
                <a:ext cx="370687" cy="360247"/>
                <a:chOff x="975" y="2584"/>
                <a:chExt cx="407" cy="438"/>
              </a:xfrm>
            </p:grpSpPr>
            <p:sp>
              <p:nvSpPr>
                <p:cNvPr id="14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8"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98"/>
              <p:cNvGrpSpPr>
                <a:grpSpLocks/>
              </p:cNvGrpSpPr>
              <p:nvPr/>
            </p:nvGrpSpPr>
            <p:grpSpPr bwMode="auto">
              <a:xfrm>
                <a:off x="845544" y="3221833"/>
                <a:ext cx="370687" cy="360247"/>
                <a:chOff x="975" y="2584"/>
                <a:chExt cx="407" cy="438"/>
              </a:xfrm>
            </p:grpSpPr>
            <p:sp>
              <p:nvSpPr>
                <p:cNvPr id="14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46"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43" name="Picture 1464"/>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03966" y="3068755"/>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 name="Group 1356"/>
            <p:cNvGrpSpPr>
              <a:grpSpLocks/>
            </p:cNvGrpSpPr>
            <p:nvPr/>
          </p:nvGrpSpPr>
          <p:grpSpPr bwMode="auto">
            <a:xfrm rot="20527939">
              <a:off x="2802169" y="2930521"/>
              <a:ext cx="653019" cy="359453"/>
              <a:chOff x="2949" y="196"/>
              <a:chExt cx="941" cy="598"/>
            </a:xfrm>
            <a:solidFill>
              <a:srgbClr val="FF9933"/>
            </a:solidFill>
          </p:grpSpPr>
          <p:sp>
            <p:nvSpPr>
              <p:cNvPr id="12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3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3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3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3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3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5" name="Text Box 1524"/>
            <p:cNvSpPr txBox="1">
              <a:spLocks noChangeArrowheads="1"/>
            </p:cNvSpPr>
            <p:nvPr/>
          </p:nvSpPr>
          <p:spPr bwMode="auto">
            <a:xfrm>
              <a:off x="2864059" y="2965158"/>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dirty="0">
                  <a:latin typeface="Times New Roman" pitchFamily="18" charset="0"/>
                  <a:ea typeface="微软雅黑" pitchFamily="34" charset="-122"/>
                </a:rPr>
                <a:t>网络</a:t>
              </a:r>
            </a:p>
          </p:txBody>
        </p:sp>
        <p:grpSp>
          <p:nvGrpSpPr>
            <p:cNvPr id="46" name="Group 1356"/>
            <p:cNvGrpSpPr>
              <a:grpSpLocks/>
            </p:cNvGrpSpPr>
            <p:nvPr/>
          </p:nvGrpSpPr>
          <p:grpSpPr bwMode="auto">
            <a:xfrm rot="20527939">
              <a:off x="4076210" y="3031866"/>
              <a:ext cx="653019" cy="359453"/>
              <a:chOff x="2949" y="196"/>
              <a:chExt cx="941" cy="598"/>
            </a:xfrm>
            <a:solidFill>
              <a:srgbClr val="FF9933"/>
            </a:solidFill>
          </p:grpSpPr>
          <p:sp>
            <p:nvSpPr>
              <p:cNvPr id="11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1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12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12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2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12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47" name="Text Box 1524"/>
            <p:cNvSpPr txBox="1">
              <a:spLocks noChangeArrowheads="1"/>
            </p:cNvSpPr>
            <p:nvPr/>
          </p:nvSpPr>
          <p:spPr bwMode="auto">
            <a:xfrm>
              <a:off x="4138099" y="306650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grpSp>
          <p:nvGrpSpPr>
            <p:cNvPr id="48" name="组合 47"/>
            <p:cNvGrpSpPr/>
            <p:nvPr/>
          </p:nvGrpSpPr>
          <p:grpSpPr>
            <a:xfrm flipH="1">
              <a:off x="6334109" y="1887389"/>
              <a:ext cx="1816110" cy="1658447"/>
              <a:chOff x="7402793" y="1449868"/>
              <a:chExt cx="1816110" cy="1658447"/>
            </a:xfrm>
          </p:grpSpPr>
          <p:sp>
            <p:nvSpPr>
              <p:cNvPr id="95" name="Line 1453"/>
              <p:cNvSpPr>
                <a:spLocks noChangeShapeType="1"/>
              </p:cNvSpPr>
              <p:nvPr/>
            </p:nvSpPr>
            <p:spPr bwMode="auto">
              <a:xfrm flipH="1" flipV="1">
                <a:off x="7635585" y="2078696"/>
                <a:ext cx="771926" cy="29832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6" name="Line 1448"/>
              <p:cNvSpPr>
                <a:spLocks noChangeShapeType="1"/>
              </p:cNvSpPr>
              <p:nvPr/>
            </p:nvSpPr>
            <p:spPr bwMode="auto">
              <a:xfrm>
                <a:off x="8468633" y="2376453"/>
                <a:ext cx="750270" cy="0"/>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7" name="Line 1453"/>
              <p:cNvSpPr>
                <a:spLocks noChangeShapeType="1"/>
              </p:cNvSpPr>
              <p:nvPr/>
            </p:nvSpPr>
            <p:spPr bwMode="auto">
              <a:xfrm flipH="1" flipV="1">
                <a:off x="7565092" y="1597939"/>
                <a:ext cx="848145" cy="722847"/>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8" name="Line 1453"/>
              <p:cNvSpPr>
                <a:spLocks noChangeShapeType="1"/>
              </p:cNvSpPr>
              <p:nvPr/>
            </p:nvSpPr>
            <p:spPr bwMode="auto">
              <a:xfrm flipH="1">
                <a:off x="7606168" y="2391998"/>
                <a:ext cx="828791" cy="12659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sp>
            <p:nvSpPr>
              <p:cNvPr id="99" name="Line 1453"/>
              <p:cNvSpPr>
                <a:spLocks noChangeShapeType="1"/>
              </p:cNvSpPr>
              <p:nvPr/>
            </p:nvSpPr>
            <p:spPr bwMode="auto">
              <a:xfrm flipH="1">
                <a:off x="7588136" y="2416050"/>
                <a:ext cx="870738" cy="534921"/>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10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46026" y="2188623"/>
                <a:ext cx="647170" cy="35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01" name="Group 198"/>
              <p:cNvGrpSpPr>
                <a:grpSpLocks/>
              </p:cNvGrpSpPr>
              <p:nvPr/>
            </p:nvGrpSpPr>
            <p:grpSpPr bwMode="auto">
              <a:xfrm>
                <a:off x="7402793" y="2315334"/>
                <a:ext cx="370687" cy="360247"/>
                <a:chOff x="975" y="2584"/>
                <a:chExt cx="407" cy="438"/>
              </a:xfrm>
            </p:grpSpPr>
            <p:sp>
              <p:nvSpPr>
                <p:cNvPr id="111"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12"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198"/>
              <p:cNvGrpSpPr>
                <a:grpSpLocks/>
              </p:cNvGrpSpPr>
              <p:nvPr/>
            </p:nvGrpSpPr>
            <p:grpSpPr bwMode="auto">
              <a:xfrm>
                <a:off x="7406043" y="1882601"/>
                <a:ext cx="370687" cy="360247"/>
                <a:chOff x="975" y="2584"/>
                <a:chExt cx="407" cy="438"/>
              </a:xfrm>
            </p:grpSpPr>
            <p:sp>
              <p:nvSpPr>
                <p:cNvPr id="109"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10"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3" name="Group 198"/>
              <p:cNvGrpSpPr>
                <a:grpSpLocks/>
              </p:cNvGrpSpPr>
              <p:nvPr/>
            </p:nvGrpSpPr>
            <p:grpSpPr bwMode="auto">
              <a:xfrm>
                <a:off x="7420825" y="1449868"/>
                <a:ext cx="370687" cy="360247"/>
                <a:chOff x="975" y="2584"/>
                <a:chExt cx="407" cy="438"/>
              </a:xfrm>
            </p:grpSpPr>
            <p:sp>
              <p:nvSpPr>
                <p:cNvPr id="107"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08"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4" name="Group 198"/>
              <p:cNvGrpSpPr>
                <a:grpSpLocks/>
              </p:cNvGrpSpPr>
              <p:nvPr/>
            </p:nvGrpSpPr>
            <p:grpSpPr bwMode="auto">
              <a:xfrm>
                <a:off x="7402793" y="2748068"/>
                <a:ext cx="370687" cy="360247"/>
                <a:chOff x="975" y="2584"/>
                <a:chExt cx="407" cy="438"/>
              </a:xfrm>
            </p:grpSpPr>
            <p:sp>
              <p:nvSpPr>
                <p:cNvPr id="105" name="Oval 1529"/>
                <p:cNvSpPr>
                  <a:spLocks noChangeArrowheads="1"/>
                </p:cNvSpPr>
                <p:nvPr/>
              </p:nvSpPr>
              <p:spPr bwMode="auto">
                <a:xfrm>
                  <a:off x="975" y="2584"/>
                  <a:ext cx="407" cy="438"/>
                </a:xfrm>
                <a:prstGeom prst="ellipse">
                  <a:avLst/>
                </a:prstGeom>
                <a:solidFill>
                  <a:srgbClr val="66FFFF"/>
                </a:solidFill>
                <a:ln w="9525">
                  <a:solidFill>
                    <a:srgbClr val="368AD6"/>
                  </a:solidFill>
                  <a:prstDash val="dash"/>
                  <a:round/>
                  <a:headEnd/>
                  <a:tailEnd/>
                </a:ln>
              </p:spPr>
              <p:txBody>
                <a:bodyPr wrap="none" anchor="ctr"/>
                <a:lstStyle/>
                <a:p>
                  <a:endParaRPr lang="zh-CN" altLang="en-US" sz="2000" b="1">
                    <a:solidFill>
                      <a:srgbClr val="000000"/>
                    </a:solidFill>
                  </a:endParaRPr>
                </a:p>
              </p:txBody>
            </p:sp>
            <p:pic>
              <p:nvPicPr>
                <p:cNvPr id="106" name="Picture 200"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0" y="2659"/>
                  <a:ext cx="31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9" name="Line 1440"/>
            <p:cNvSpPr>
              <a:spLocks noChangeShapeType="1"/>
            </p:cNvSpPr>
            <p:nvPr/>
          </p:nvSpPr>
          <p:spPr bwMode="auto">
            <a:xfrm flipH="1" flipV="1">
              <a:off x="4767840" y="2331160"/>
              <a:ext cx="1699237" cy="414649"/>
            </a:xfrm>
            <a:prstGeom prst="line">
              <a:avLst/>
            </a:prstGeom>
            <a:noFill/>
            <a:ln w="19050">
              <a:solidFill>
                <a:srgbClr val="000000"/>
              </a:solidFill>
              <a:round/>
              <a:headEnd/>
              <a:tailEnd/>
            </a:ln>
          </p:spPr>
          <p:txBody>
            <a:bodyPr wrap="none" anchor="ctr"/>
            <a:lstStyle/>
            <a:p>
              <a:pPr fontAlgn="auto">
                <a:spcBef>
                  <a:spcPts val="0"/>
                </a:spcBef>
                <a:spcAft>
                  <a:spcPts val="0"/>
                </a:spcAft>
                <a:defRPr/>
              </a:pPr>
              <a:endParaRPr lang="zh-CN" altLang="en-US" sz="2000" b="1" kern="0">
                <a:solidFill>
                  <a:sysClr val="windowText" lastClr="000000"/>
                </a:solidFill>
                <a:latin typeface="+mn-lt"/>
                <a:ea typeface="+mn-ea"/>
              </a:endParaRPr>
            </a:p>
          </p:txBody>
        </p:sp>
        <p:grpSp>
          <p:nvGrpSpPr>
            <p:cNvPr id="50" name="Group 1356"/>
            <p:cNvGrpSpPr>
              <a:grpSpLocks/>
            </p:cNvGrpSpPr>
            <p:nvPr/>
          </p:nvGrpSpPr>
          <p:grpSpPr bwMode="auto">
            <a:xfrm rot="20527939">
              <a:off x="5111738" y="2271586"/>
              <a:ext cx="653019" cy="359453"/>
              <a:chOff x="2949" y="196"/>
              <a:chExt cx="941" cy="598"/>
            </a:xfrm>
            <a:solidFill>
              <a:srgbClr val="FF9933"/>
            </a:solidFill>
          </p:grpSpPr>
          <p:sp>
            <p:nvSpPr>
              <p:cNvPr id="84"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5"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6"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7"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8"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9"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90"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91"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92"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93"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94"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51" name="Text Box 1524"/>
            <p:cNvSpPr txBox="1">
              <a:spLocks noChangeArrowheads="1"/>
            </p:cNvSpPr>
            <p:nvPr/>
          </p:nvSpPr>
          <p:spPr bwMode="auto">
            <a:xfrm>
              <a:off x="5173628" y="2306223"/>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sp>
          <p:nvSpPr>
            <p:cNvPr id="52" name="Line 1480"/>
            <p:cNvSpPr>
              <a:spLocks noChangeShapeType="1"/>
            </p:cNvSpPr>
            <p:nvPr/>
          </p:nvSpPr>
          <p:spPr bwMode="auto">
            <a:xfrm flipH="1">
              <a:off x="5264823" y="2836209"/>
              <a:ext cx="1011511" cy="389174"/>
            </a:xfrm>
            <a:prstGeom prst="line">
              <a:avLst/>
            </a:prstGeom>
            <a:noFill/>
            <a:ln w="19050">
              <a:solidFill>
                <a:srgbClr val="000000"/>
              </a:solidFill>
              <a:round/>
              <a:headEnd/>
              <a:tailEnd/>
            </a:ln>
          </p:spPr>
          <p:txBody>
            <a:bodyPr/>
            <a:lstStyle/>
            <a:p>
              <a:pPr fontAlgn="auto">
                <a:spcBef>
                  <a:spcPts val="0"/>
                </a:spcBef>
                <a:spcAft>
                  <a:spcPts val="0"/>
                </a:spcAft>
                <a:defRPr/>
              </a:pPr>
              <a:endParaRPr lang="zh-CN" altLang="en-US" sz="2000" b="1" kern="0">
                <a:solidFill>
                  <a:sysClr val="windowText" lastClr="000000"/>
                </a:solidFill>
                <a:latin typeface="+mn-lt"/>
                <a:ea typeface="+mn-ea"/>
              </a:endParaRPr>
            </a:p>
          </p:txBody>
        </p:sp>
        <p:pic>
          <p:nvPicPr>
            <p:cNvPr id="53" name="Picture 1464"/>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07997" y="3078094"/>
              <a:ext cx="477837"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4" name="Group 1356"/>
            <p:cNvGrpSpPr>
              <a:grpSpLocks/>
            </p:cNvGrpSpPr>
            <p:nvPr/>
          </p:nvGrpSpPr>
          <p:grpSpPr bwMode="auto">
            <a:xfrm rot="20527939">
              <a:off x="5424528" y="2830940"/>
              <a:ext cx="653019" cy="359453"/>
              <a:chOff x="2949" y="196"/>
              <a:chExt cx="941" cy="598"/>
            </a:xfrm>
            <a:solidFill>
              <a:srgbClr val="FF9933"/>
            </a:solidFill>
          </p:grpSpPr>
          <p:sp>
            <p:nvSpPr>
              <p:cNvPr id="73" name="Oval 1357"/>
              <p:cNvSpPr>
                <a:spLocks noChangeArrowheads="1"/>
              </p:cNvSpPr>
              <p:nvPr/>
            </p:nvSpPr>
            <p:spPr bwMode="auto">
              <a:xfrm>
                <a:off x="3168" y="196"/>
                <a:ext cx="407" cy="162"/>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4" name="Oval 1358"/>
              <p:cNvSpPr>
                <a:spLocks noChangeArrowheads="1"/>
              </p:cNvSpPr>
              <p:nvPr/>
            </p:nvSpPr>
            <p:spPr bwMode="auto">
              <a:xfrm rot="900000">
                <a:off x="3512" y="252"/>
                <a:ext cx="275" cy="131"/>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5" name="Oval 1359"/>
              <p:cNvSpPr>
                <a:spLocks noChangeArrowheads="1"/>
              </p:cNvSpPr>
              <p:nvPr/>
            </p:nvSpPr>
            <p:spPr bwMode="auto">
              <a:xfrm rot="1500000">
                <a:off x="3650" y="385"/>
                <a:ext cx="240" cy="153"/>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6" name="Oval 1360"/>
              <p:cNvSpPr>
                <a:spLocks noChangeArrowheads="1"/>
              </p:cNvSpPr>
              <p:nvPr/>
            </p:nvSpPr>
            <p:spPr bwMode="auto">
              <a:xfrm rot="-1560000">
                <a:off x="3573" y="537"/>
                <a:ext cx="291" cy="18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7" name="Oval 1361"/>
              <p:cNvSpPr>
                <a:spLocks noChangeArrowheads="1"/>
              </p:cNvSpPr>
              <p:nvPr/>
            </p:nvSpPr>
            <p:spPr bwMode="auto">
              <a:xfrm>
                <a:off x="3216" y="555"/>
                <a:ext cx="471" cy="239"/>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8" name="Oval 1362"/>
              <p:cNvSpPr>
                <a:spLocks noChangeArrowheads="1"/>
              </p:cNvSpPr>
              <p:nvPr/>
            </p:nvSpPr>
            <p:spPr bwMode="auto">
              <a:xfrm rot="1080000">
                <a:off x="3023" y="555"/>
                <a:ext cx="26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79" name="Oval 1363"/>
              <p:cNvSpPr>
                <a:spLocks noChangeArrowheads="1"/>
              </p:cNvSpPr>
              <p:nvPr/>
            </p:nvSpPr>
            <p:spPr bwMode="auto">
              <a:xfrm>
                <a:off x="2949" y="432"/>
                <a:ext cx="217"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zh-CN" altLang="en-US" b="1">
                  <a:solidFill>
                    <a:srgbClr val="000000"/>
                  </a:solidFill>
                </a:endParaRPr>
              </a:p>
            </p:txBody>
          </p:sp>
          <p:sp>
            <p:nvSpPr>
              <p:cNvPr id="80" name="Oval 1364"/>
              <p:cNvSpPr>
                <a:spLocks noChangeArrowheads="1"/>
              </p:cNvSpPr>
              <p:nvPr/>
            </p:nvSpPr>
            <p:spPr bwMode="auto">
              <a:xfrm rot="-1860000">
                <a:off x="2984" y="310"/>
                <a:ext cx="295" cy="156"/>
              </a:xfrm>
              <a:prstGeom prst="ellipse">
                <a:avLst/>
              </a:prstGeom>
              <a:grpFill/>
              <a:ln>
                <a:noFill/>
              </a:ln>
              <a:extLst>
                <a:ext uri="{91240B29-F687-4F45-9708-019B960494DF}">
                  <a14:hiddenLine xmlns:a14="http://schemas.microsoft.com/office/drawing/2010/main" w="12700">
                    <a:solidFill>
                      <a:srgbClr val="000000"/>
                    </a:solidFill>
                    <a:round/>
                    <a:headEnd/>
                    <a:tailEnd/>
                  </a14:hiddenLine>
                </a:ext>
              </a:extLst>
            </p:spPr>
            <p:txBody>
              <a:bodyPr vert="eaVert" wrap="none" anchor="ctr"/>
              <a:lstStyle/>
              <a:p>
                <a:endParaRPr lang="zh-CN" altLang="en-US" b="1">
                  <a:solidFill>
                    <a:srgbClr val="000000"/>
                  </a:solidFill>
                </a:endParaRPr>
              </a:p>
            </p:txBody>
          </p:sp>
          <p:sp>
            <p:nvSpPr>
              <p:cNvPr id="81" name="Freeform 13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82" name="Freeform 13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sp>
            <p:nvSpPr>
              <p:cNvPr id="83" name="Freeform 13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a:p>
            </p:txBody>
          </p:sp>
        </p:grpSp>
        <p:sp>
          <p:nvSpPr>
            <p:cNvPr id="55" name="Text Box 1524"/>
            <p:cNvSpPr txBox="1">
              <a:spLocks noChangeArrowheads="1"/>
            </p:cNvSpPr>
            <p:nvPr/>
          </p:nvSpPr>
          <p:spPr bwMode="auto">
            <a:xfrm>
              <a:off x="5486418" y="2865577"/>
              <a:ext cx="534848" cy="310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charset="-122"/>
                </a:defRPr>
              </a:lvl1pPr>
              <a:lvl2pPr marL="742950" indent="-285750">
                <a:defRPr>
                  <a:solidFill>
                    <a:schemeClr val="tx1"/>
                  </a:solidFill>
                  <a:latin typeface="Calibri" pitchFamily="34" charset="0"/>
                  <a:ea typeface="宋体" charset="-122"/>
                </a:defRPr>
              </a:lvl2pPr>
              <a:lvl3pPr marL="1143000" indent="-228600">
                <a:defRPr>
                  <a:solidFill>
                    <a:schemeClr val="tx1"/>
                  </a:solidFill>
                  <a:latin typeface="Calibri" pitchFamily="34" charset="0"/>
                  <a:ea typeface="宋体" charset="-122"/>
                </a:defRPr>
              </a:lvl3pPr>
              <a:lvl4pPr marL="1600200" indent="-228600">
                <a:defRPr>
                  <a:solidFill>
                    <a:schemeClr val="tx1"/>
                  </a:solidFill>
                  <a:latin typeface="Calibri" pitchFamily="34" charset="0"/>
                  <a:ea typeface="宋体" charset="-122"/>
                </a:defRPr>
              </a:lvl4pPr>
              <a:lvl5pPr marL="2057400" indent="-228600">
                <a:defRPr>
                  <a:solidFill>
                    <a:schemeClr val="tx1"/>
                  </a:solidFill>
                  <a:latin typeface="Calibri" pitchFamily="34" charset="0"/>
                  <a:ea typeface="宋体" charset="-122"/>
                </a:defRPr>
              </a:lvl5pPr>
              <a:lvl6pPr marL="2514600" indent="-228600" fontAlgn="base">
                <a:spcBef>
                  <a:spcPct val="0"/>
                </a:spcBef>
                <a:spcAft>
                  <a:spcPct val="0"/>
                </a:spcAft>
                <a:defRPr>
                  <a:solidFill>
                    <a:schemeClr val="tx1"/>
                  </a:solidFill>
                  <a:latin typeface="Calibri" pitchFamily="34" charset="0"/>
                  <a:ea typeface="宋体" charset="-122"/>
                </a:defRPr>
              </a:lvl6pPr>
              <a:lvl7pPr marL="2971800" indent="-228600" fontAlgn="base">
                <a:spcBef>
                  <a:spcPct val="0"/>
                </a:spcBef>
                <a:spcAft>
                  <a:spcPct val="0"/>
                </a:spcAft>
                <a:defRPr>
                  <a:solidFill>
                    <a:schemeClr val="tx1"/>
                  </a:solidFill>
                  <a:latin typeface="Calibri" pitchFamily="34" charset="0"/>
                  <a:ea typeface="宋体" charset="-122"/>
                </a:defRPr>
              </a:lvl7pPr>
              <a:lvl8pPr marL="3429000" indent="-228600" fontAlgn="base">
                <a:spcBef>
                  <a:spcPct val="0"/>
                </a:spcBef>
                <a:spcAft>
                  <a:spcPct val="0"/>
                </a:spcAft>
                <a:defRPr>
                  <a:solidFill>
                    <a:schemeClr val="tx1"/>
                  </a:solidFill>
                  <a:latin typeface="Calibri" pitchFamily="34" charset="0"/>
                  <a:ea typeface="宋体" charset="-122"/>
                </a:defRPr>
              </a:lvl8pPr>
              <a:lvl9pPr marL="3886200" indent="-228600" fontAlgn="base">
                <a:spcBef>
                  <a:spcPct val="0"/>
                </a:spcBef>
                <a:spcAft>
                  <a:spcPct val="0"/>
                </a:spcAft>
                <a:defRPr>
                  <a:solidFill>
                    <a:schemeClr val="tx1"/>
                  </a:solidFill>
                  <a:latin typeface="Calibri" pitchFamily="34" charset="0"/>
                  <a:ea typeface="宋体" charset="-122"/>
                </a:defRPr>
              </a:lvl9pPr>
            </a:lstStyle>
            <a:p>
              <a:pPr algn="ctr"/>
              <a:r>
                <a:rPr kumimoji="1" lang="zh-CN" altLang="en-US" sz="1100" b="1">
                  <a:latin typeface="Times New Roman" pitchFamily="18" charset="0"/>
                  <a:ea typeface="微软雅黑" pitchFamily="34" charset="-122"/>
                </a:rPr>
                <a:t>网络</a:t>
              </a:r>
            </a:p>
          </p:txBody>
        </p:sp>
        <p:pic>
          <p:nvPicPr>
            <p:cNvPr id="56" name="Picture 146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79063" y="2690391"/>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Text Box 178"/>
            <p:cNvSpPr txBox="1">
              <a:spLocks noChangeArrowheads="1"/>
            </p:cNvSpPr>
            <p:nvPr/>
          </p:nvSpPr>
          <p:spPr bwMode="auto">
            <a:xfrm>
              <a:off x="2329938" y="2503502"/>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A</a:t>
              </a:r>
            </a:p>
          </p:txBody>
        </p:sp>
        <p:sp>
          <p:nvSpPr>
            <p:cNvPr id="58" name="Text Box 178"/>
            <p:cNvSpPr txBox="1">
              <a:spLocks noChangeArrowheads="1"/>
            </p:cNvSpPr>
            <p:nvPr/>
          </p:nvSpPr>
          <p:spPr bwMode="auto">
            <a:xfrm>
              <a:off x="4410798" y="2420607"/>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B</a:t>
              </a:r>
            </a:p>
          </p:txBody>
        </p:sp>
        <p:sp>
          <p:nvSpPr>
            <p:cNvPr id="59" name="Text Box 178"/>
            <p:cNvSpPr txBox="1">
              <a:spLocks noChangeArrowheads="1"/>
            </p:cNvSpPr>
            <p:nvPr/>
          </p:nvSpPr>
          <p:spPr bwMode="auto">
            <a:xfrm>
              <a:off x="3578563" y="2864869"/>
              <a:ext cx="30008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C</a:t>
              </a:r>
            </a:p>
          </p:txBody>
        </p:sp>
        <p:sp>
          <p:nvSpPr>
            <p:cNvPr id="60" name="Text Box 178"/>
            <p:cNvSpPr txBox="1">
              <a:spLocks noChangeArrowheads="1"/>
            </p:cNvSpPr>
            <p:nvPr/>
          </p:nvSpPr>
          <p:spPr bwMode="auto">
            <a:xfrm>
              <a:off x="4976249" y="2872273"/>
              <a:ext cx="3064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D</a:t>
              </a:r>
            </a:p>
          </p:txBody>
        </p:sp>
        <p:cxnSp>
          <p:nvCxnSpPr>
            <p:cNvPr id="62" name="直接连接符 61"/>
            <p:cNvCxnSpPr>
              <a:stCxn id="56" idx="0"/>
            </p:cNvCxnSpPr>
            <p:nvPr/>
          </p:nvCxnSpPr>
          <p:spPr>
            <a:xfrm flipH="1" flipV="1">
              <a:off x="2422461" y="2276855"/>
              <a:ext cx="195521" cy="413536"/>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3" name="直接连接符 62"/>
            <p:cNvCxnSpPr>
              <a:stCxn id="68" idx="0"/>
            </p:cNvCxnSpPr>
            <p:nvPr/>
          </p:nvCxnSpPr>
          <p:spPr>
            <a:xfrm flipH="1" flipV="1">
              <a:off x="4370339" y="1720658"/>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64" name="直接箭头连接符 63"/>
            <p:cNvCxnSpPr/>
            <p:nvPr/>
          </p:nvCxnSpPr>
          <p:spPr>
            <a:xfrm flipV="1">
              <a:off x="2507687" y="1868917"/>
              <a:ext cx="1924638" cy="61611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65" name="Text Box 178"/>
            <p:cNvSpPr txBox="1">
              <a:spLocks noChangeArrowheads="1"/>
            </p:cNvSpPr>
            <p:nvPr/>
          </p:nvSpPr>
          <p:spPr bwMode="auto">
            <a:xfrm rot="20617256">
              <a:off x="2955477" y="1837177"/>
              <a:ext cx="1027085" cy="3653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grpSp>
          <p:nvGrpSpPr>
            <p:cNvPr id="66" name="组合 65"/>
            <p:cNvGrpSpPr/>
            <p:nvPr/>
          </p:nvGrpSpPr>
          <p:grpSpPr>
            <a:xfrm rot="21386230" flipH="1">
              <a:off x="4615031" y="1680812"/>
              <a:ext cx="1982724" cy="1151238"/>
              <a:chOff x="5293476" y="872107"/>
              <a:chExt cx="1982724" cy="1151238"/>
            </a:xfrm>
          </p:grpSpPr>
          <p:cxnSp>
            <p:nvCxnSpPr>
              <p:cNvPr id="69" name="直接连接符 68"/>
              <p:cNvCxnSpPr/>
              <p:nvPr/>
            </p:nvCxnSpPr>
            <p:spPr>
              <a:xfrm rot="21386230" flipH="1" flipV="1">
                <a:off x="5293476" y="1411915"/>
                <a:ext cx="231465" cy="611430"/>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0" name="直接连接符 69"/>
              <p:cNvCxnSpPr/>
              <p:nvPr/>
            </p:nvCxnSpPr>
            <p:spPr>
              <a:xfrm flipH="1" flipV="1">
                <a:off x="7084307" y="872107"/>
                <a:ext cx="191893" cy="434017"/>
              </a:xfrm>
              <a:prstGeom prst="line">
                <a:avLst/>
              </a:prstGeom>
              <a:ln w="19050">
                <a:solidFill>
                  <a:schemeClr val="tx1"/>
                </a:solidFill>
              </a:ln>
            </p:spPr>
            <p:style>
              <a:lnRef idx="1">
                <a:schemeClr val="dk1"/>
              </a:lnRef>
              <a:fillRef idx="0">
                <a:schemeClr val="dk1"/>
              </a:fillRef>
              <a:effectRef idx="0">
                <a:schemeClr val="dk1"/>
              </a:effectRef>
              <a:fontRef idx="minor">
                <a:schemeClr val="tx1"/>
              </a:fontRef>
            </p:style>
          </p:cxnSp>
          <p:cxnSp>
            <p:nvCxnSpPr>
              <p:cNvPr id="71" name="直接箭头连接符 70"/>
              <p:cNvCxnSpPr/>
              <p:nvPr/>
            </p:nvCxnSpPr>
            <p:spPr>
              <a:xfrm rot="21386230" flipV="1">
                <a:off x="5346994" y="1076328"/>
                <a:ext cx="1815356" cy="460323"/>
              </a:xfrm>
              <a:prstGeom prst="straightConnector1">
                <a:avLst/>
              </a:prstGeom>
              <a:ln w="9525">
                <a:solidFill>
                  <a:schemeClr val="tx1"/>
                </a:solidFill>
                <a:headEnd type="triangle"/>
                <a:tailEnd type="triangle"/>
              </a:ln>
            </p:spPr>
            <p:style>
              <a:lnRef idx="1">
                <a:schemeClr val="dk1"/>
              </a:lnRef>
              <a:fillRef idx="0">
                <a:schemeClr val="dk1"/>
              </a:fillRef>
              <a:effectRef idx="0">
                <a:schemeClr val="dk1"/>
              </a:effectRef>
              <a:fontRef idx="minor">
                <a:schemeClr val="tx1"/>
              </a:fontRef>
            </p:style>
          </p:cxnSp>
          <p:sp>
            <p:nvSpPr>
              <p:cNvPr id="72" name="Text Box 178"/>
              <p:cNvSpPr txBox="1">
                <a:spLocks noChangeArrowheads="1"/>
              </p:cNvSpPr>
              <p:nvPr/>
            </p:nvSpPr>
            <p:spPr bwMode="auto">
              <a:xfrm rot="20617256">
                <a:off x="5657135" y="985903"/>
                <a:ext cx="1027085" cy="365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跳数 </a:t>
                </a:r>
                <a:r>
                  <a:rPr kumimoji="1" lang="en-US" altLang="zh-CN" sz="1400" b="1" dirty="0">
                    <a:solidFill>
                      <a:srgbClr val="0000FF"/>
                    </a:solidFill>
                    <a:latin typeface="微软雅黑" pitchFamily="34" charset="-122"/>
                    <a:ea typeface="微软雅黑" pitchFamily="34" charset="-122"/>
                  </a:rPr>
                  <a:t>= 1</a:t>
                </a:r>
              </a:p>
            </p:txBody>
          </p:sp>
        </p:grpSp>
        <p:pic>
          <p:nvPicPr>
            <p:cNvPr id="67" name="Picture 146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182547" y="2652108"/>
              <a:ext cx="4778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146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24107" y="2154675"/>
              <a:ext cx="4762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Text Box 178"/>
            <p:cNvSpPr txBox="1">
              <a:spLocks noChangeArrowheads="1"/>
            </p:cNvSpPr>
            <p:nvPr/>
          </p:nvSpPr>
          <p:spPr bwMode="auto">
            <a:xfrm>
              <a:off x="6398986" y="2466197"/>
              <a:ext cx="2728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E</a:t>
              </a:r>
            </a:p>
          </p:txBody>
        </p:sp>
      </p:grpSp>
      <p:sp>
        <p:nvSpPr>
          <p:cNvPr id="164" name="Text Box 178"/>
          <p:cNvSpPr txBox="1">
            <a:spLocks noChangeArrowheads="1"/>
          </p:cNvSpPr>
          <p:nvPr/>
        </p:nvSpPr>
        <p:spPr bwMode="auto">
          <a:xfrm>
            <a:off x="1887135" y="4206537"/>
            <a:ext cx="5753498" cy="6565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2200"/>
              </a:lnSpc>
            </a:pPr>
            <a:r>
              <a:rPr kumimoji="1" lang="zh-CN" altLang="en-US" b="1" dirty="0">
                <a:latin typeface="微软雅黑" pitchFamily="34" charset="-122"/>
                <a:ea typeface="微软雅黑" pitchFamily="34" charset="-122"/>
              </a:rPr>
              <a:t>路由 </a:t>
            </a:r>
            <a:r>
              <a:rPr kumimoji="1" lang="en-US" altLang="zh-CN" b="1" dirty="0">
                <a:latin typeface="微软雅黑" pitchFamily="34" charset="-122"/>
                <a:ea typeface="微软雅黑" pitchFamily="34" charset="-122"/>
              </a:rPr>
              <a:t>A-B-E </a:t>
            </a:r>
            <a:r>
              <a:rPr kumimoji="1" lang="zh-CN" altLang="en-US" b="1" dirty="0">
                <a:latin typeface="微软雅黑" pitchFamily="34" charset="-122"/>
                <a:ea typeface="微软雅黑" pitchFamily="34" charset="-122"/>
              </a:rPr>
              <a:t>的距离 </a:t>
            </a:r>
            <a:r>
              <a:rPr kumimoji="1" lang="en-US" altLang="zh-CN" b="1" dirty="0">
                <a:latin typeface="微软雅黑" pitchFamily="34" charset="-122"/>
                <a:ea typeface="微软雅黑" pitchFamily="34" charset="-122"/>
              </a:rPr>
              <a:t>= 2</a:t>
            </a:r>
            <a:r>
              <a:rPr kumimoji="1" lang="zh-CN" altLang="en-US" b="1" dirty="0">
                <a:latin typeface="微软雅黑" pitchFamily="34" charset="-122"/>
                <a:ea typeface="微软雅黑" pitchFamily="34" charset="-122"/>
              </a:rPr>
              <a:t>，路由 </a:t>
            </a:r>
            <a:r>
              <a:rPr kumimoji="1" lang="en-US" altLang="zh-CN" b="1" dirty="0">
                <a:latin typeface="微软雅黑" pitchFamily="34" charset="-122"/>
                <a:ea typeface="微软雅黑" pitchFamily="34" charset="-122"/>
              </a:rPr>
              <a:t>A-C-D-E </a:t>
            </a:r>
            <a:r>
              <a:rPr kumimoji="1" lang="zh-CN" altLang="en-US" b="1" dirty="0">
                <a:latin typeface="微软雅黑" pitchFamily="34" charset="-122"/>
                <a:ea typeface="微软雅黑" pitchFamily="34" charset="-122"/>
              </a:rPr>
              <a:t>的距离 </a:t>
            </a:r>
            <a:r>
              <a:rPr kumimoji="1" lang="en-US" altLang="zh-CN" b="1" dirty="0">
                <a:latin typeface="微软雅黑" pitchFamily="34" charset="-122"/>
                <a:ea typeface="微软雅黑" pitchFamily="34" charset="-122"/>
              </a:rPr>
              <a:t>= 3</a:t>
            </a:r>
            <a:r>
              <a:rPr kumimoji="1" lang="zh-CN" altLang="en-US" b="1" dirty="0">
                <a:latin typeface="微软雅黑" pitchFamily="34" charset="-122"/>
                <a:ea typeface="微软雅黑" pitchFamily="34" charset="-122"/>
              </a:rPr>
              <a:t>。</a:t>
            </a:r>
            <a:endParaRPr kumimoji="1" lang="en-US" altLang="zh-CN" b="1" dirty="0">
              <a:latin typeface="微软雅黑" pitchFamily="34" charset="-122"/>
              <a:ea typeface="微软雅黑" pitchFamily="34" charset="-122"/>
            </a:endParaRPr>
          </a:p>
          <a:p>
            <a:pPr>
              <a:lnSpc>
                <a:spcPts val="2200"/>
              </a:lnSpc>
            </a:pPr>
            <a:r>
              <a:rPr kumimoji="1" lang="zh-CN" altLang="en-US" b="1" dirty="0">
                <a:solidFill>
                  <a:srgbClr val="C00000"/>
                </a:solidFill>
                <a:latin typeface="微软雅黑" pitchFamily="34" charset="-122"/>
                <a:ea typeface="微软雅黑" pitchFamily="34" charset="-122"/>
              </a:rPr>
              <a:t>最佳路由为 </a:t>
            </a:r>
            <a:r>
              <a:rPr kumimoji="1" lang="en-US" altLang="zh-CN" b="1" dirty="0">
                <a:solidFill>
                  <a:srgbClr val="C00000"/>
                </a:solidFill>
                <a:latin typeface="微软雅黑" pitchFamily="34" charset="-122"/>
                <a:ea typeface="微软雅黑" pitchFamily="34" charset="-122"/>
              </a:rPr>
              <a:t>A-B-E</a:t>
            </a:r>
            <a:r>
              <a:rPr kumimoji="1" lang="zh-CN" altLang="en-US" b="1" dirty="0">
                <a:solidFill>
                  <a:srgbClr val="C00000"/>
                </a:solidFill>
                <a:latin typeface="微软雅黑" pitchFamily="34" charset="-122"/>
                <a:ea typeface="微软雅黑" pitchFamily="34" charset="-122"/>
              </a:rPr>
              <a:t>。</a:t>
            </a:r>
            <a:endParaRPr kumimoji="1" lang="en-US" altLang="zh-CN" b="1" dirty="0">
              <a:solidFill>
                <a:srgbClr val="C00000"/>
              </a:solidFill>
              <a:latin typeface="微软雅黑" pitchFamily="34" charset="-122"/>
              <a:ea typeface="微软雅黑" pitchFamily="34" charset="-122"/>
            </a:endParaRPr>
          </a:p>
        </p:txBody>
      </p:sp>
    </p:spTree>
    <p:extLst>
      <p:ext uri="{BB962C8B-B14F-4D97-AF65-F5344CB8AC3E}">
        <p14:creationId xmlns:p14="http://schemas.microsoft.com/office/powerpoint/2010/main" val="18551232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616085" y="616488"/>
            <a:ext cx="7853464"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57720"/>
            <a:ext cx="2491388" cy="400110"/>
          </a:xfrm>
          <a:prstGeom prst="rect">
            <a:avLst/>
          </a:prstGeom>
        </p:spPr>
        <p:txBody>
          <a:bodyPr wrap="none">
            <a:spAutoFit/>
          </a:bodyPr>
          <a:lstStyle/>
          <a:p>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协议的三个特点</a:t>
            </a:r>
          </a:p>
        </p:txBody>
      </p:sp>
      <p:sp>
        <p:nvSpPr>
          <p:cNvPr id="4" name="矩形 3"/>
          <p:cNvSpPr/>
          <p:nvPr/>
        </p:nvSpPr>
        <p:spPr>
          <a:xfrm>
            <a:off x="616084" y="950048"/>
            <a:ext cx="7957547" cy="2512996"/>
          </a:xfrm>
          <a:prstGeom prst="rect">
            <a:avLst/>
          </a:prstGeom>
        </p:spPr>
        <p:txBody>
          <a:bodyPr wrap="square">
            <a:spAutoFit/>
          </a:bodyPr>
          <a:lstStyle/>
          <a:p>
            <a:pPr marL="360363"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仅和</a:t>
            </a:r>
            <a:r>
              <a:rPr lang="zh-CN" altLang="en-US" sz="2000" b="1" dirty="0">
                <a:solidFill>
                  <a:srgbClr val="C00000"/>
                </a:solidFill>
                <a:latin typeface="微软雅黑" pitchFamily="34" charset="-122"/>
                <a:ea typeface="微软雅黑" pitchFamily="34" charset="-122"/>
              </a:rPr>
              <a:t>相邻</a:t>
            </a:r>
            <a:r>
              <a:rPr lang="zh-CN" altLang="en-US" sz="2000" b="1" dirty="0">
                <a:latin typeface="微软雅黑" pitchFamily="34" charset="-122"/>
                <a:ea typeface="微软雅黑" pitchFamily="34" charset="-122"/>
              </a:rPr>
              <a:t>路由器交换信息。 </a:t>
            </a:r>
          </a:p>
          <a:p>
            <a:pPr marL="360363"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交换的信息是当前本路由器所知道的</a:t>
            </a:r>
            <a:r>
              <a:rPr lang="zh-CN" altLang="en-US" sz="2000" b="1" dirty="0">
                <a:solidFill>
                  <a:srgbClr val="C00000"/>
                </a:solidFill>
                <a:latin typeface="微软雅黑" pitchFamily="34" charset="-122"/>
                <a:ea typeface="微软雅黑" pitchFamily="34" charset="-122"/>
              </a:rPr>
              <a:t>全部</a:t>
            </a:r>
            <a:r>
              <a:rPr lang="zh-CN" altLang="en-US" sz="2000" b="1" dirty="0">
                <a:latin typeface="微软雅黑" pitchFamily="34" charset="-122"/>
                <a:ea typeface="微软雅黑" pitchFamily="34" charset="-122"/>
              </a:rPr>
              <a:t>信息，即自己的路由表，包含到本自治系统中所有网络的（最短）距离，以及到每个网络应经过的下一跳路由器。 </a:t>
            </a:r>
          </a:p>
          <a:p>
            <a:pPr marL="360363"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按</a:t>
            </a:r>
            <a:r>
              <a:rPr lang="zh-CN" altLang="en-US" sz="2000" b="1" dirty="0">
                <a:solidFill>
                  <a:srgbClr val="C00000"/>
                </a:solidFill>
                <a:latin typeface="微软雅黑" pitchFamily="34" charset="-122"/>
                <a:ea typeface="微软雅黑" pitchFamily="34" charset="-122"/>
              </a:rPr>
              <a:t>固定时间间隔</a:t>
            </a:r>
            <a:r>
              <a:rPr lang="zh-CN" altLang="en-US" sz="2000" b="1" dirty="0">
                <a:latin typeface="微软雅黑" pitchFamily="34" charset="-122"/>
                <a:ea typeface="微软雅黑" pitchFamily="34" charset="-122"/>
              </a:rPr>
              <a:t>交换路由信息，例如，每隔 </a:t>
            </a:r>
            <a:r>
              <a:rPr lang="en-US" altLang="zh-CN" sz="2000" b="1" dirty="0">
                <a:latin typeface="微软雅黑" pitchFamily="34" charset="-122"/>
                <a:ea typeface="微软雅黑" pitchFamily="34" charset="-122"/>
              </a:rPr>
              <a:t>30 </a:t>
            </a:r>
            <a:r>
              <a:rPr lang="zh-CN" altLang="en-US" sz="2000" b="1" dirty="0">
                <a:latin typeface="微软雅黑" pitchFamily="34" charset="-122"/>
                <a:ea typeface="微软雅黑" pitchFamily="34" charset="-122"/>
              </a:rPr>
              <a:t>秒。当网络拓扑发生变化时，路由器也及时向相邻路由器通告拓扑变化后的路由信息。</a:t>
            </a:r>
          </a:p>
        </p:txBody>
      </p:sp>
      <p:graphicFrame>
        <p:nvGraphicFramePr>
          <p:cNvPr id="7" name="表格 6">
            <a:extLst>
              <a:ext uri="{FF2B5EF4-FFF2-40B4-BE49-F238E27FC236}">
                <a16:creationId xmlns:a16="http://schemas.microsoft.com/office/drawing/2014/main" id="{A8ABE74B-01BA-9DE8-9820-7F324BA1231C}"/>
              </a:ext>
            </a:extLst>
          </p:cNvPr>
          <p:cNvGraphicFramePr>
            <a:graphicFrameLocks noGrp="1"/>
          </p:cNvGraphicFramePr>
          <p:nvPr>
            <p:extLst>
              <p:ext uri="{D42A27DB-BD31-4B8C-83A1-F6EECF244321}">
                <p14:modId xmlns:p14="http://schemas.microsoft.com/office/powerpoint/2010/main" val="862388594"/>
              </p:ext>
            </p:extLst>
          </p:nvPr>
        </p:nvGraphicFramePr>
        <p:xfrm>
          <a:off x="1546857" y="2817105"/>
          <a:ext cx="6096000" cy="1341120"/>
        </p:xfrm>
        <a:graphic>
          <a:graphicData uri="http://schemas.openxmlformats.org/drawingml/2006/table">
            <a:tbl>
              <a:tblPr firstRow="1" bandRow="1">
                <a:tableStyleId>{5C22544A-7EE6-4342-B048-85BDC9FD1C3A}</a:tableStyleId>
              </a:tblPr>
              <a:tblGrid>
                <a:gridCol w="2032000">
                  <a:extLst>
                    <a:ext uri="{9D8B030D-6E8A-4147-A177-3AD203B41FA5}">
                      <a16:colId xmlns:a16="http://schemas.microsoft.com/office/drawing/2014/main" val="4066635892"/>
                    </a:ext>
                  </a:extLst>
                </a:gridCol>
                <a:gridCol w="2032000">
                  <a:extLst>
                    <a:ext uri="{9D8B030D-6E8A-4147-A177-3AD203B41FA5}">
                      <a16:colId xmlns:a16="http://schemas.microsoft.com/office/drawing/2014/main" val="2958364535"/>
                    </a:ext>
                  </a:extLst>
                </a:gridCol>
                <a:gridCol w="2032000">
                  <a:extLst>
                    <a:ext uri="{9D8B030D-6E8A-4147-A177-3AD203B41FA5}">
                      <a16:colId xmlns:a16="http://schemas.microsoft.com/office/drawing/2014/main" val="3111467422"/>
                    </a:ext>
                  </a:extLst>
                </a:gridCol>
              </a:tblGrid>
              <a:tr h="283008">
                <a:tc>
                  <a:txBody>
                    <a:bodyPr/>
                    <a:lstStyle/>
                    <a:p>
                      <a:pPr algn="ctr"/>
                      <a:r>
                        <a:rPr lang="zh-CN" altLang="en-US" sz="1600" dirty="0">
                          <a:solidFill>
                            <a:schemeClr val="bg1"/>
                          </a:solidFill>
                          <a:latin typeface="微软雅黑" panose="020B0503020204020204" pitchFamily="34" charset="-122"/>
                          <a:ea typeface="微软雅黑" panose="020B0503020204020204" pitchFamily="34" charset="-122"/>
                        </a:rPr>
                        <a:t>目的网络</a:t>
                      </a:r>
                      <a:endParaRPr lang="zh-CN" altLang="en-US" sz="1600" b="1" dirty="0">
                        <a:solidFill>
                          <a:schemeClr val="bg1"/>
                        </a:solidFill>
                        <a:latin typeface="微软雅黑" panose="020B0503020204020204" pitchFamily="34" charset="-122"/>
                        <a:ea typeface="微软雅黑" panose="020B0503020204020204" pitchFamily="34" charset="-122"/>
                      </a:endParaRPr>
                    </a:p>
                  </a:txBody>
                  <a:tcPr anchor="ctr"/>
                </a:tc>
                <a:tc>
                  <a:txBody>
                    <a:bodyPr/>
                    <a:lstStyle/>
                    <a:p>
                      <a:pPr algn="ctr"/>
                      <a:r>
                        <a:rPr lang="zh-CN" altLang="en-US" sz="1600" dirty="0">
                          <a:solidFill>
                            <a:schemeClr val="bg1"/>
                          </a:solidFill>
                          <a:latin typeface="微软雅黑" panose="020B0503020204020204" pitchFamily="34" charset="-122"/>
                          <a:ea typeface="微软雅黑" panose="020B0503020204020204" pitchFamily="34" charset="-122"/>
                        </a:rPr>
                        <a:t>距离（最短）</a:t>
                      </a:r>
                      <a:endParaRPr lang="zh-CN" altLang="en-US" sz="1600" b="1" dirty="0">
                        <a:solidFill>
                          <a:schemeClr val="bg1"/>
                        </a:solidFill>
                        <a:latin typeface="微软雅黑" panose="020B0503020204020204" pitchFamily="34" charset="-122"/>
                        <a:ea typeface="微软雅黑" panose="020B0503020204020204" pitchFamily="34" charset="-122"/>
                      </a:endParaRPr>
                    </a:p>
                  </a:txBody>
                  <a:tcPr anchor="ctr"/>
                </a:tc>
                <a:tc>
                  <a:txBody>
                    <a:bodyPr/>
                    <a:lstStyle/>
                    <a:p>
                      <a:pPr algn="ctr"/>
                      <a:r>
                        <a:rPr lang="zh-CN" altLang="en-US" sz="1600" dirty="0">
                          <a:solidFill>
                            <a:schemeClr val="bg1"/>
                          </a:solidFill>
                          <a:latin typeface="微软雅黑" panose="020B0503020204020204" pitchFamily="34" charset="-122"/>
                          <a:ea typeface="微软雅黑" panose="020B0503020204020204" pitchFamily="34" charset="-122"/>
                        </a:rPr>
                        <a:t>下一跳地址</a:t>
                      </a:r>
                      <a:endParaRPr lang="zh-CN" altLang="en-US" sz="1600" b="1" dirty="0">
                        <a:solidFill>
                          <a:schemeClr val="bg1"/>
                        </a:solidFill>
                        <a:latin typeface="微软雅黑" panose="020B0503020204020204" pitchFamily="34" charset="-122"/>
                        <a:ea typeface="微软雅黑" panose="020B0503020204020204" pitchFamily="34" charset="-122"/>
                      </a:endParaRPr>
                    </a:p>
                  </a:txBody>
                  <a:tcPr anchor="ctr"/>
                </a:tc>
                <a:extLst>
                  <a:ext uri="{0D108BD9-81ED-4DB2-BD59-A6C34878D82A}">
                    <a16:rowId xmlns:a16="http://schemas.microsoft.com/office/drawing/2014/main" val="687519655"/>
                  </a:ext>
                </a:extLst>
              </a:tr>
              <a:tr h="283008">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extLst>
                  <a:ext uri="{0D108BD9-81ED-4DB2-BD59-A6C34878D82A}">
                    <a16:rowId xmlns:a16="http://schemas.microsoft.com/office/drawing/2014/main" val="2001858409"/>
                  </a:ext>
                </a:extLst>
              </a:tr>
              <a:tr h="283008">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dirty="0">
                        <a:solidFill>
                          <a:schemeClr val="tx1"/>
                        </a:solidFill>
                        <a:latin typeface="微软雅黑" panose="020B0503020204020204" pitchFamily="34" charset="-122"/>
                        <a:ea typeface="微软雅黑" panose="020B0503020204020204" pitchFamily="34" charset="-122"/>
                      </a:endParaRPr>
                    </a:p>
                  </a:txBody>
                  <a:tcPr anchor="ctr"/>
                </a:tc>
                <a:extLst>
                  <a:ext uri="{0D108BD9-81ED-4DB2-BD59-A6C34878D82A}">
                    <a16:rowId xmlns:a16="http://schemas.microsoft.com/office/drawing/2014/main" val="3888851160"/>
                  </a:ext>
                </a:extLst>
              </a:tr>
              <a:tr h="283008">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a:solidFill>
                          <a:schemeClr val="tx1"/>
                        </a:solidFill>
                        <a:latin typeface="微软雅黑" panose="020B0503020204020204" pitchFamily="34" charset="-122"/>
                        <a:ea typeface="微软雅黑" panose="020B0503020204020204" pitchFamily="34" charset="-122"/>
                      </a:endParaRPr>
                    </a:p>
                  </a:txBody>
                  <a:tcPr anchor="ctr"/>
                </a:tc>
                <a:tc>
                  <a:txBody>
                    <a:bodyPr/>
                    <a:lstStyle/>
                    <a:p>
                      <a:pPr algn="ctr"/>
                      <a:endParaRPr lang="zh-CN" altLang="en-US" sz="1600" b="1" dirty="0">
                        <a:solidFill>
                          <a:schemeClr val="tx1"/>
                        </a:solidFill>
                        <a:latin typeface="微软雅黑" panose="020B0503020204020204" pitchFamily="34" charset="-122"/>
                        <a:ea typeface="微软雅黑" panose="020B0503020204020204" pitchFamily="34" charset="-122"/>
                      </a:endParaRPr>
                    </a:p>
                  </a:txBody>
                  <a:tcPr anchor="ctr"/>
                </a:tc>
                <a:extLst>
                  <a:ext uri="{0D108BD9-81ED-4DB2-BD59-A6C34878D82A}">
                    <a16:rowId xmlns:a16="http://schemas.microsoft.com/office/drawing/2014/main" val="2402472287"/>
                  </a:ext>
                </a:extLst>
              </a:tr>
            </a:tbl>
          </a:graphicData>
        </a:graphic>
      </p:graphicFrame>
    </p:spTree>
    <p:extLst>
      <p:ext uri="{BB962C8B-B14F-4D97-AF65-F5344CB8AC3E}">
        <p14:creationId xmlns:p14="http://schemas.microsoft.com/office/powerpoint/2010/main" val="386062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subTnLst>
                                    <p:set>
                                      <p:cBhvr override="childStyle">
                                        <p:cTn dur="1" fill="hold" display="0" masterRel="nextClick" afterEffect="1"/>
                                        <p:tgtEl>
                                          <p:spTgt spid="7"/>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2" end="2"/>
                                            </p:txEl>
                                          </p:spTgt>
                                        </p:tgtEl>
                                        <p:attrNameLst>
                                          <p:attrName>style.visibility</p:attrName>
                                        </p:attrNameLst>
                                      </p:cBhvr>
                                      <p:to>
                                        <p:strVal val="visible"/>
                                      </p:to>
                                    </p:set>
                                    <p:animEffect transition="in" filter="fade">
                                      <p:cBhvr>
                                        <p:cTn id="28" dur="1000"/>
                                        <p:tgtEl>
                                          <p:spTgt spid="4">
                                            <p:txEl>
                                              <p:pRg st="2" end="2"/>
                                            </p:txEl>
                                          </p:spTgt>
                                        </p:tgtEl>
                                      </p:cBhvr>
                                    </p:animEffect>
                                    <p:anim calcmode="lin" valueType="num">
                                      <p:cBhvr>
                                        <p:cTn id="29"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4" y="616870"/>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58102"/>
            <a:ext cx="1723549" cy="400110"/>
          </a:xfrm>
          <a:prstGeom prst="rect">
            <a:avLst/>
          </a:prstGeom>
        </p:spPr>
        <p:txBody>
          <a:bodyPr wrap="none">
            <a:spAutoFit/>
          </a:bodyPr>
          <a:lstStyle/>
          <a:p>
            <a:r>
              <a:rPr lang="zh-CN" altLang="en-US" sz="2000" b="1" dirty="0">
                <a:latin typeface="微软雅黑" pitchFamily="34" charset="-122"/>
                <a:ea typeface="微软雅黑" pitchFamily="34" charset="-122"/>
              </a:rPr>
              <a:t>路由表的建立</a:t>
            </a:r>
          </a:p>
        </p:txBody>
      </p:sp>
      <p:sp>
        <p:nvSpPr>
          <p:cNvPr id="7" name="矩形 6"/>
          <p:cNvSpPr/>
          <p:nvPr/>
        </p:nvSpPr>
        <p:spPr>
          <a:xfrm>
            <a:off x="545144" y="950430"/>
            <a:ext cx="8053712" cy="3433119"/>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路由器在</a:t>
            </a:r>
            <a:r>
              <a:rPr lang="zh-CN" altLang="en-US" sz="2000" b="1" dirty="0">
                <a:solidFill>
                  <a:srgbClr val="0000FF"/>
                </a:solidFill>
                <a:latin typeface="微软雅黑" pitchFamily="34" charset="-122"/>
                <a:ea typeface="微软雅黑" pitchFamily="34" charset="-122"/>
              </a:rPr>
              <a:t>刚刚开始工作</a:t>
            </a:r>
            <a:r>
              <a:rPr lang="zh-CN" altLang="en-US" sz="2000" b="1" dirty="0">
                <a:latin typeface="微软雅黑" pitchFamily="34" charset="-122"/>
                <a:ea typeface="微软雅黑" pitchFamily="34" charset="-122"/>
              </a:rPr>
              <a:t>时，</a:t>
            </a:r>
            <a:r>
              <a:rPr lang="zh-CN" altLang="en-US" sz="2000" b="1" dirty="0">
                <a:solidFill>
                  <a:srgbClr val="0000FF"/>
                </a:solidFill>
                <a:latin typeface="微软雅黑" pitchFamily="34" charset="-122"/>
                <a:ea typeface="微软雅黑" pitchFamily="34" charset="-122"/>
              </a:rPr>
              <a:t>路由表是空的</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然后，得到</a:t>
            </a:r>
            <a:r>
              <a:rPr lang="zh-CN" altLang="en-US" sz="2000" b="1" dirty="0">
                <a:solidFill>
                  <a:srgbClr val="0000FF"/>
                </a:solidFill>
                <a:latin typeface="微软雅黑" pitchFamily="34" charset="-122"/>
                <a:ea typeface="微软雅黑" pitchFamily="34" charset="-122"/>
              </a:rPr>
              <a:t>直接连接</a:t>
            </a:r>
            <a:r>
              <a:rPr lang="zh-CN" altLang="en-US" sz="2000" b="1" dirty="0">
                <a:latin typeface="微软雅黑" pitchFamily="34" charset="-122"/>
                <a:ea typeface="微软雅黑" pitchFamily="34" charset="-122"/>
              </a:rPr>
              <a:t>的网络的距离（此距离定义为 </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之后，每一个路由器也只和数目非常有限的相邻路由器</a:t>
            </a:r>
            <a:r>
              <a:rPr lang="zh-CN" altLang="en-US" sz="2000" b="1" dirty="0">
                <a:solidFill>
                  <a:srgbClr val="0000FF"/>
                </a:solidFill>
                <a:latin typeface="微软雅黑" pitchFamily="34" charset="-122"/>
                <a:ea typeface="微软雅黑" pitchFamily="34" charset="-122"/>
              </a:rPr>
              <a:t>交换并更新</a:t>
            </a:r>
            <a:r>
              <a:rPr lang="zh-CN" altLang="en-US" sz="2000" b="1" dirty="0">
                <a:latin typeface="微软雅黑" pitchFamily="34" charset="-122"/>
                <a:ea typeface="微软雅黑" pitchFamily="34" charset="-122"/>
              </a:rPr>
              <a:t>路由信息。</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经过若干次更新后，所有的路由器</a:t>
            </a:r>
            <a:r>
              <a:rPr lang="zh-CN" altLang="en-US" sz="2000" b="1" dirty="0">
                <a:solidFill>
                  <a:srgbClr val="0000FF"/>
                </a:solidFill>
                <a:latin typeface="微软雅黑" pitchFamily="34" charset="-122"/>
                <a:ea typeface="微软雅黑" pitchFamily="34" charset="-122"/>
              </a:rPr>
              <a:t>最终</a:t>
            </a:r>
            <a:r>
              <a:rPr lang="zh-CN" altLang="en-US" sz="2000" b="1" dirty="0">
                <a:latin typeface="微软雅黑" pitchFamily="34" charset="-122"/>
                <a:ea typeface="微软雅黑" pitchFamily="34" charset="-122"/>
              </a:rPr>
              <a:t>都会知道到达本自治系统中任何一个网络的</a:t>
            </a:r>
            <a:r>
              <a:rPr lang="zh-CN" altLang="en-US" sz="2000" b="1" dirty="0">
                <a:solidFill>
                  <a:srgbClr val="0000FF"/>
                </a:solidFill>
                <a:latin typeface="微软雅黑" pitchFamily="34" charset="-122"/>
                <a:ea typeface="微软雅黑" pitchFamily="34" charset="-122"/>
              </a:rPr>
              <a:t>最短距离</a:t>
            </a:r>
            <a:r>
              <a:rPr lang="zh-CN" altLang="en-US" sz="2000" b="1" dirty="0">
                <a:latin typeface="微软雅黑" pitchFamily="34" charset="-122"/>
                <a:ea typeface="微软雅黑" pitchFamily="34" charset="-122"/>
              </a:rPr>
              <a:t>和下一跳路由器的地址。</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路由器根据相邻路由器的距离向量来更新自己距离向量，即找出到每个目的网络的最短距离，算法称为</a:t>
            </a:r>
            <a:r>
              <a:rPr lang="zh-CN" altLang="en-US" sz="2000" b="1" dirty="0">
                <a:solidFill>
                  <a:srgbClr val="0000FF"/>
                </a:solidFill>
                <a:latin typeface="微软雅黑" pitchFamily="34" charset="-122"/>
                <a:ea typeface="微软雅黑" pitchFamily="34" charset="-122"/>
              </a:rPr>
              <a:t>距离向量算法</a:t>
            </a:r>
            <a:r>
              <a:rPr lang="zh-CN" altLang="en-US" sz="2000" b="1" dirty="0">
                <a:latin typeface="微软雅黑" pitchFamily="34" charset="-122"/>
                <a:ea typeface="微软雅黑" pitchFamily="34" charset="-122"/>
              </a:rPr>
              <a:t>。 </a:t>
            </a:r>
          </a:p>
        </p:txBody>
      </p:sp>
    </p:spTree>
    <p:extLst>
      <p:ext uri="{BB962C8B-B14F-4D97-AF65-F5344CB8AC3E}">
        <p14:creationId xmlns:p14="http://schemas.microsoft.com/office/powerpoint/2010/main" val="810832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1000"/>
                                        <p:tgtEl>
                                          <p:spTgt spid="7">
                                            <p:txEl>
                                              <p:pRg st="0" end="0"/>
                                            </p:txEl>
                                          </p:spTgt>
                                        </p:tgtEl>
                                      </p:cBhvr>
                                    </p:animEffect>
                                    <p:anim calcmode="lin" valueType="num">
                                      <p:cBhvr>
                                        <p:cTn id="8"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
                                            <p:txEl>
                                              <p:pRg st="1" end="1"/>
                                            </p:txEl>
                                          </p:spTgt>
                                        </p:tgtEl>
                                        <p:attrNameLst>
                                          <p:attrName>style.visibility</p:attrName>
                                        </p:attrNameLst>
                                      </p:cBhvr>
                                      <p:to>
                                        <p:strVal val="visible"/>
                                      </p:to>
                                    </p:set>
                                    <p:animEffect transition="in" filter="fade">
                                      <p:cBhvr>
                                        <p:cTn id="14" dur="1000"/>
                                        <p:tgtEl>
                                          <p:spTgt spid="7">
                                            <p:txEl>
                                              <p:pRg st="1" end="1"/>
                                            </p:txEl>
                                          </p:spTgt>
                                        </p:tgtEl>
                                      </p:cBhvr>
                                    </p:animEffect>
                                    <p:anim calcmode="lin" valueType="num">
                                      <p:cBhvr>
                                        <p:cTn id="15"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xEl>
                                              <p:pRg st="2" end="2"/>
                                            </p:txEl>
                                          </p:spTgt>
                                        </p:tgtEl>
                                        <p:attrNameLst>
                                          <p:attrName>style.visibility</p:attrName>
                                        </p:attrNameLst>
                                      </p:cBhvr>
                                      <p:to>
                                        <p:strVal val="visible"/>
                                      </p:to>
                                    </p:set>
                                    <p:animEffect transition="in" filter="fade">
                                      <p:cBhvr>
                                        <p:cTn id="21" dur="1000"/>
                                        <p:tgtEl>
                                          <p:spTgt spid="7">
                                            <p:txEl>
                                              <p:pRg st="2" end="2"/>
                                            </p:txEl>
                                          </p:spTgt>
                                        </p:tgtEl>
                                      </p:cBhvr>
                                    </p:animEffect>
                                    <p:anim calcmode="lin" valueType="num">
                                      <p:cBhvr>
                                        <p:cTn id="22" dur="1000" fill="hold"/>
                                        <p:tgtEl>
                                          <p:spTgt spid="7">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7">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
                                            <p:txEl>
                                              <p:pRg st="3" end="3"/>
                                            </p:txEl>
                                          </p:spTgt>
                                        </p:tgtEl>
                                        <p:attrNameLst>
                                          <p:attrName>style.visibility</p:attrName>
                                        </p:attrNameLst>
                                      </p:cBhvr>
                                      <p:to>
                                        <p:strVal val="visible"/>
                                      </p:to>
                                    </p:set>
                                    <p:animEffect transition="in" filter="fade">
                                      <p:cBhvr>
                                        <p:cTn id="28" dur="1000"/>
                                        <p:tgtEl>
                                          <p:spTgt spid="7">
                                            <p:txEl>
                                              <p:pRg st="3" end="3"/>
                                            </p:txEl>
                                          </p:spTgt>
                                        </p:tgtEl>
                                      </p:cBhvr>
                                    </p:animEffect>
                                    <p:anim calcmode="lin" valueType="num">
                                      <p:cBhvr>
                                        <p:cTn id="29" dur="1000" fill="hold"/>
                                        <p:tgtEl>
                                          <p:spTgt spid="7">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7">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7">
                                            <p:txEl>
                                              <p:pRg st="4" end="4"/>
                                            </p:txEl>
                                          </p:spTgt>
                                        </p:tgtEl>
                                        <p:attrNameLst>
                                          <p:attrName>style.visibility</p:attrName>
                                        </p:attrNameLst>
                                      </p:cBhvr>
                                      <p:to>
                                        <p:strVal val="visible"/>
                                      </p:to>
                                    </p:set>
                                    <p:animEffect transition="in" filter="fade">
                                      <p:cBhvr>
                                        <p:cTn id="35" dur="1000"/>
                                        <p:tgtEl>
                                          <p:spTgt spid="7">
                                            <p:txEl>
                                              <p:pRg st="4" end="4"/>
                                            </p:txEl>
                                          </p:spTgt>
                                        </p:tgtEl>
                                      </p:cBhvr>
                                    </p:animEffect>
                                    <p:anim calcmode="lin" valueType="num">
                                      <p:cBhvr>
                                        <p:cTn id="36" dur="1000" fill="hold"/>
                                        <p:tgtEl>
                                          <p:spTgt spid="7">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7">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4400BB-72EF-B48A-39B6-953974F9363A}"/>
            </a:ext>
          </a:extLst>
        </p:cNvPr>
        <p:cNvGrpSpPr/>
        <p:nvPr/>
      </p:nvGrpSpPr>
      <p:grpSpPr>
        <a:xfrm>
          <a:off x="0" y="0"/>
          <a:ext cx="0" cy="0"/>
          <a:chOff x="0" y="0"/>
          <a:chExt cx="0" cy="0"/>
        </a:xfrm>
      </p:grpSpPr>
      <p:grpSp>
        <p:nvGrpSpPr>
          <p:cNvPr id="61" name="组合 60">
            <a:extLst>
              <a:ext uri="{FF2B5EF4-FFF2-40B4-BE49-F238E27FC236}">
                <a16:creationId xmlns:a16="http://schemas.microsoft.com/office/drawing/2014/main" id="{1E53E0BF-645E-9F5E-FDAC-DE579BFBADEA}"/>
              </a:ext>
            </a:extLst>
          </p:cNvPr>
          <p:cNvGrpSpPr/>
          <p:nvPr/>
        </p:nvGrpSpPr>
        <p:grpSpPr>
          <a:xfrm>
            <a:off x="857289" y="2326482"/>
            <a:ext cx="2152490" cy="1887993"/>
            <a:chOff x="772958" y="2060579"/>
            <a:chExt cx="2152490" cy="1887993"/>
          </a:xfrm>
        </p:grpSpPr>
        <p:grpSp>
          <p:nvGrpSpPr>
            <p:cNvPr id="50" name="Group 46">
              <a:extLst>
                <a:ext uri="{FF2B5EF4-FFF2-40B4-BE49-F238E27FC236}">
                  <a16:creationId xmlns:a16="http://schemas.microsoft.com/office/drawing/2014/main" id="{D0F31A65-72B8-2D44-751C-622A6702659C}"/>
                </a:ext>
              </a:extLst>
            </p:cNvPr>
            <p:cNvGrpSpPr>
              <a:grpSpLocks/>
            </p:cNvGrpSpPr>
            <p:nvPr/>
          </p:nvGrpSpPr>
          <p:grpSpPr bwMode="auto">
            <a:xfrm>
              <a:off x="772958" y="2340594"/>
              <a:ext cx="2152490" cy="1607978"/>
              <a:chOff x="287" y="2527"/>
              <a:chExt cx="1937" cy="1447"/>
            </a:xfrm>
          </p:grpSpPr>
          <p:grpSp>
            <p:nvGrpSpPr>
              <p:cNvPr id="51" name="Group 47">
                <a:extLst>
                  <a:ext uri="{FF2B5EF4-FFF2-40B4-BE49-F238E27FC236}">
                    <a16:creationId xmlns:a16="http://schemas.microsoft.com/office/drawing/2014/main" id="{1A11B339-AC1C-0910-590B-F98E5C8A0BB8}"/>
                  </a:ext>
                </a:extLst>
              </p:cNvPr>
              <p:cNvGrpSpPr>
                <a:grpSpLocks/>
              </p:cNvGrpSpPr>
              <p:nvPr/>
            </p:nvGrpSpPr>
            <p:grpSpPr bwMode="auto">
              <a:xfrm>
                <a:off x="340" y="2550"/>
                <a:ext cx="1769" cy="1424"/>
                <a:chOff x="385" y="2493"/>
                <a:chExt cx="3402" cy="1424"/>
              </a:xfrm>
            </p:grpSpPr>
            <p:sp>
              <p:nvSpPr>
                <p:cNvPr id="54" name="Rectangle 48">
                  <a:extLst>
                    <a:ext uri="{FF2B5EF4-FFF2-40B4-BE49-F238E27FC236}">
                      <a16:creationId xmlns:a16="http://schemas.microsoft.com/office/drawing/2014/main" id="{D7720320-DE89-A417-3074-FFEB0771D859}"/>
                    </a:ext>
                  </a:extLst>
                </p:cNvPr>
                <p:cNvSpPr>
                  <a:spLocks noChangeArrowheads="1"/>
                </p:cNvSpPr>
                <p:nvPr/>
              </p:nvSpPr>
              <p:spPr bwMode="auto">
                <a:xfrm>
                  <a:off x="385" y="2493"/>
                  <a:ext cx="3402" cy="1424"/>
                </a:xfrm>
                <a:prstGeom prst="rect">
                  <a:avLst/>
                </a:prstGeom>
                <a:solidFill>
                  <a:srgbClr val="CCECFF"/>
                </a:solidFill>
                <a:ln w="9525">
                  <a:solidFill>
                    <a:srgbClr val="000000"/>
                  </a:solidFill>
                  <a:miter lim="800000"/>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55" name="Line 49">
                  <a:extLst>
                    <a:ext uri="{FF2B5EF4-FFF2-40B4-BE49-F238E27FC236}">
                      <a16:creationId xmlns:a16="http://schemas.microsoft.com/office/drawing/2014/main" id="{0BF2104C-B6DA-7326-3BF4-25B90636A7A6}"/>
                    </a:ext>
                  </a:extLst>
                </p:cNvPr>
                <p:cNvSpPr>
                  <a:spLocks noChangeShapeType="1"/>
                </p:cNvSpPr>
                <p:nvPr/>
              </p:nvSpPr>
              <p:spPr bwMode="auto">
                <a:xfrm>
                  <a:off x="385" y="2720"/>
                  <a:ext cx="340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0"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52" name="Text Box 50">
                <a:extLst>
                  <a:ext uri="{FF2B5EF4-FFF2-40B4-BE49-F238E27FC236}">
                    <a16:creationId xmlns:a16="http://schemas.microsoft.com/office/drawing/2014/main" id="{656F9346-F496-B118-A93D-140F5E73F692}"/>
                  </a:ext>
                </a:extLst>
              </p:cNvPr>
              <p:cNvSpPr txBox="1">
                <a:spLocks noChangeArrowheads="1"/>
              </p:cNvSpPr>
              <p:nvPr/>
            </p:nvSpPr>
            <p:spPr bwMode="auto">
              <a:xfrm>
                <a:off x="287" y="2527"/>
                <a:ext cx="1937"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lvl="0" fontAlgn="base">
                  <a:spcBef>
                    <a:spcPct val="50000"/>
                  </a:spcBef>
                  <a:spcAft>
                    <a:spcPct val="0"/>
                  </a:spcAft>
                  <a:buClrTx/>
                  <a:buSzTx/>
                  <a:buNone/>
                </a:pPr>
                <a:r>
                  <a:rPr kumimoji="0" lang="zh-CN" altLang="en-US" sz="1400" b="0"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目的</a:t>
                </a:r>
                <a:r>
                  <a:rPr lang="zh-CN" altLang="en-US" sz="1400" kern="0" dirty="0">
                    <a:solidFill>
                      <a:srgbClr val="000000"/>
                    </a:solidFill>
                    <a:latin typeface="Tahoma" panose="020B0604030504040204" pitchFamily="34" charset="0"/>
                  </a:rPr>
                  <a:t>网络   距离  </a:t>
                </a:r>
                <a:r>
                  <a:rPr kumimoji="0" lang="zh-CN" altLang="en-US" sz="1400" b="0"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下一跳</a:t>
                </a:r>
              </a:p>
            </p:txBody>
          </p:sp>
          <p:sp>
            <p:nvSpPr>
              <p:cNvPr id="53" name="Text Box 51">
                <a:extLst>
                  <a:ext uri="{FF2B5EF4-FFF2-40B4-BE49-F238E27FC236}">
                    <a16:creationId xmlns:a16="http://schemas.microsoft.com/office/drawing/2014/main" id="{ECC334DA-6755-1CCE-AF94-2E29EC3D7E21}"/>
                  </a:ext>
                </a:extLst>
              </p:cNvPr>
              <p:cNvSpPr txBox="1">
                <a:spLocks noChangeArrowheads="1"/>
              </p:cNvSpPr>
              <p:nvPr/>
            </p:nvSpPr>
            <p:spPr bwMode="auto">
              <a:xfrm>
                <a:off x="491" y="2768"/>
                <a:ext cx="154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50000"/>
                  </a:spcBef>
                  <a:spcAft>
                    <a:spcPct val="0"/>
                  </a:spcAft>
                  <a:buClrTx/>
                  <a:buSzTx/>
                  <a:buFontTx/>
                  <a:buNone/>
                  <a:tabLst/>
                  <a:defRPr/>
                </a:pPr>
                <a:endParaRPr kumimoji="0" lang="zh-CN" altLang="zh-CN" sz="1400" b="0"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57" name="Text Box 53">
              <a:extLst>
                <a:ext uri="{FF2B5EF4-FFF2-40B4-BE49-F238E27FC236}">
                  <a16:creationId xmlns:a16="http://schemas.microsoft.com/office/drawing/2014/main" id="{537212F4-AB68-C9DD-54BD-5EE7E0AB1154}"/>
                </a:ext>
              </a:extLst>
            </p:cNvPr>
            <p:cNvSpPr txBox="1">
              <a:spLocks noChangeArrowheads="1"/>
            </p:cNvSpPr>
            <p:nvPr/>
          </p:nvSpPr>
          <p:spPr bwMode="auto">
            <a:xfrm>
              <a:off x="1271912" y="2060579"/>
              <a:ext cx="16124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fontAlgn="base">
                <a:spcBef>
                  <a:spcPct val="50000"/>
                </a:spcBef>
                <a:spcAft>
                  <a:spcPct val="0"/>
                </a:spcAft>
                <a:buClrTx/>
                <a:buSzTx/>
                <a:buFontTx/>
                <a:buNone/>
              </a:pPr>
              <a:r>
                <a:rPr lang="en-US" altLang="zh-CN" sz="1400" dirty="0">
                  <a:solidFill>
                    <a:srgbClr val="000000"/>
                  </a:solidFill>
                  <a:latin typeface="Tahoma" panose="020B0604030504040204" pitchFamily="34" charset="0"/>
                </a:rPr>
                <a:t>R</a:t>
              </a:r>
              <a:r>
                <a:rPr lang="zh-CN" altLang="en-US" sz="1400" dirty="0">
                  <a:solidFill>
                    <a:srgbClr val="000000"/>
                  </a:solidFill>
                  <a:latin typeface="Tahoma" panose="020B0604030504040204" pitchFamily="34" charset="0"/>
                </a:rPr>
                <a:t>的路由表</a:t>
              </a:r>
            </a:p>
          </p:txBody>
        </p:sp>
      </p:grpSp>
      <p:sp>
        <p:nvSpPr>
          <p:cNvPr id="3" name="AutoShape 5">
            <a:extLst>
              <a:ext uri="{FF2B5EF4-FFF2-40B4-BE49-F238E27FC236}">
                <a16:creationId xmlns:a16="http://schemas.microsoft.com/office/drawing/2014/main" id="{3D663F74-E8A7-E86B-1C8A-53153F6245A9}"/>
              </a:ext>
            </a:extLst>
          </p:cNvPr>
          <p:cNvSpPr>
            <a:spLocks noChangeArrowheads="1"/>
          </p:cNvSpPr>
          <p:nvPr/>
        </p:nvSpPr>
        <p:spPr bwMode="auto">
          <a:xfrm>
            <a:off x="545143" y="622831"/>
            <a:ext cx="8053713"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3988CF2E-4263-1FC2-A236-6A9AE5D77F30}"/>
              </a:ext>
            </a:extLst>
          </p:cNvPr>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RIP </a:t>
            </a:r>
            <a:r>
              <a:rPr lang="zh-CN" altLang="en-US" sz="2000" b="1" dirty="0">
                <a:solidFill>
                  <a:schemeClr val="bg1"/>
                </a:solidFill>
                <a:latin typeface="微软雅黑" pitchFamily="34" charset="-122"/>
                <a:ea typeface="微软雅黑" pitchFamily="34" charset="-122"/>
              </a:rPr>
              <a:t>的路由算法</a:t>
            </a:r>
          </a:p>
        </p:txBody>
      </p:sp>
      <p:grpSp>
        <p:nvGrpSpPr>
          <p:cNvPr id="7" name="Group 2">
            <a:extLst>
              <a:ext uri="{FF2B5EF4-FFF2-40B4-BE49-F238E27FC236}">
                <a16:creationId xmlns:a16="http://schemas.microsoft.com/office/drawing/2014/main" id="{79451AB9-C573-40F6-0CE7-FB1499C6029F}"/>
              </a:ext>
            </a:extLst>
          </p:cNvPr>
          <p:cNvGrpSpPr>
            <a:grpSpLocks/>
          </p:cNvGrpSpPr>
          <p:nvPr/>
        </p:nvGrpSpPr>
        <p:grpSpPr bwMode="auto">
          <a:xfrm>
            <a:off x="5577696" y="2756756"/>
            <a:ext cx="2589213" cy="601187"/>
            <a:chOff x="2727" y="1480"/>
            <a:chExt cx="2330" cy="541"/>
          </a:xfrm>
        </p:grpSpPr>
        <p:sp>
          <p:nvSpPr>
            <p:cNvPr id="8" name="Line 3">
              <a:extLst>
                <a:ext uri="{FF2B5EF4-FFF2-40B4-BE49-F238E27FC236}">
                  <a16:creationId xmlns:a16="http://schemas.microsoft.com/office/drawing/2014/main" id="{C6A38366-4ED0-B40D-C40F-C5264CAFAD66}"/>
                </a:ext>
              </a:extLst>
            </p:cNvPr>
            <p:cNvSpPr>
              <a:spLocks noChangeShapeType="1"/>
            </p:cNvSpPr>
            <p:nvPr/>
          </p:nvSpPr>
          <p:spPr bwMode="auto">
            <a:xfrm>
              <a:off x="2727" y="1752"/>
              <a:ext cx="1678" cy="0"/>
            </a:xfrm>
            <a:prstGeom prst="line">
              <a:avLst/>
            </a:prstGeom>
            <a:noFill/>
            <a:ln w="38100">
              <a:solidFill>
                <a:srgbClr val="333399"/>
              </a:solidFill>
              <a:prstDash val="sysDot"/>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nvGrpSpPr>
            <p:cNvPr id="9" name="Group 4">
              <a:extLst>
                <a:ext uri="{FF2B5EF4-FFF2-40B4-BE49-F238E27FC236}">
                  <a16:creationId xmlns:a16="http://schemas.microsoft.com/office/drawing/2014/main" id="{4D05D6C4-60C8-C653-EE5B-CF66AC790A2C}"/>
                </a:ext>
              </a:extLst>
            </p:cNvPr>
            <p:cNvGrpSpPr>
              <a:grpSpLocks/>
            </p:cNvGrpSpPr>
            <p:nvPr/>
          </p:nvGrpSpPr>
          <p:grpSpPr bwMode="auto">
            <a:xfrm>
              <a:off x="4314" y="1480"/>
              <a:ext cx="743" cy="541"/>
              <a:chOff x="4830" y="1752"/>
              <a:chExt cx="667" cy="477"/>
            </a:xfrm>
          </p:grpSpPr>
          <p:grpSp>
            <p:nvGrpSpPr>
              <p:cNvPr id="11" name="Group 5">
                <a:extLst>
                  <a:ext uri="{FF2B5EF4-FFF2-40B4-BE49-F238E27FC236}">
                    <a16:creationId xmlns:a16="http://schemas.microsoft.com/office/drawing/2014/main" id="{21511E02-19C2-3779-B7C5-EC6C1226FF5E}"/>
                  </a:ext>
                </a:extLst>
              </p:cNvPr>
              <p:cNvGrpSpPr>
                <a:grpSpLocks/>
              </p:cNvGrpSpPr>
              <p:nvPr/>
            </p:nvGrpSpPr>
            <p:grpSpPr bwMode="auto">
              <a:xfrm>
                <a:off x="4830" y="1752"/>
                <a:ext cx="667" cy="477"/>
                <a:chOff x="2949" y="196"/>
                <a:chExt cx="941" cy="598"/>
              </a:xfrm>
            </p:grpSpPr>
            <p:sp>
              <p:nvSpPr>
                <p:cNvPr id="13" name="Oval 6">
                  <a:extLst>
                    <a:ext uri="{FF2B5EF4-FFF2-40B4-BE49-F238E27FC236}">
                      <a16:creationId xmlns:a16="http://schemas.microsoft.com/office/drawing/2014/main" id="{549E9035-3CD2-1152-239C-A0A1E9F3920D}"/>
                    </a:ext>
                  </a:extLst>
                </p:cNvPr>
                <p:cNvSpPr>
                  <a:spLocks noChangeArrowheads="1"/>
                </p:cNvSpPr>
                <p:nvPr/>
              </p:nvSpPr>
              <p:spPr bwMode="auto">
                <a:xfrm>
                  <a:off x="3168" y="196"/>
                  <a:ext cx="407" cy="162"/>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4" name="Oval 7">
                  <a:extLst>
                    <a:ext uri="{FF2B5EF4-FFF2-40B4-BE49-F238E27FC236}">
                      <a16:creationId xmlns:a16="http://schemas.microsoft.com/office/drawing/2014/main" id="{9E518E2F-D285-82DE-58AA-7A3811EF43B7}"/>
                    </a:ext>
                  </a:extLst>
                </p:cNvPr>
                <p:cNvSpPr>
                  <a:spLocks noChangeArrowheads="1"/>
                </p:cNvSpPr>
                <p:nvPr/>
              </p:nvSpPr>
              <p:spPr bwMode="auto">
                <a:xfrm rot="900000">
                  <a:off x="3512" y="252"/>
                  <a:ext cx="275" cy="131"/>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5" name="Oval 8">
                  <a:extLst>
                    <a:ext uri="{FF2B5EF4-FFF2-40B4-BE49-F238E27FC236}">
                      <a16:creationId xmlns:a16="http://schemas.microsoft.com/office/drawing/2014/main" id="{11ED8A83-7FF5-A63C-D0F3-C4E144A3886B}"/>
                    </a:ext>
                  </a:extLst>
                </p:cNvPr>
                <p:cNvSpPr>
                  <a:spLocks noChangeArrowheads="1"/>
                </p:cNvSpPr>
                <p:nvPr/>
              </p:nvSpPr>
              <p:spPr bwMode="auto">
                <a:xfrm rot="1500000">
                  <a:off x="3650" y="385"/>
                  <a:ext cx="240" cy="153"/>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6" name="Oval 9">
                  <a:extLst>
                    <a:ext uri="{FF2B5EF4-FFF2-40B4-BE49-F238E27FC236}">
                      <a16:creationId xmlns:a16="http://schemas.microsoft.com/office/drawing/2014/main" id="{02FD3BE2-6CA2-B6DA-F2D0-974410AD73C8}"/>
                    </a:ext>
                  </a:extLst>
                </p:cNvPr>
                <p:cNvSpPr>
                  <a:spLocks noChangeArrowheads="1"/>
                </p:cNvSpPr>
                <p:nvPr/>
              </p:nvSpPr>
              <p:spPr bwMode="auto">
                <a:xfrm rot="-1560000">
                  <a:off x="3573" y="537"/>
                  <a:ext cx="291" cy="18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7" name="Oval 10">
                  <a:extLst>
                    <a:ext uri="{FF2B5EF4-FFF2-40B4-BE49-F238E27FC236}">
                      <a16:creationId xmlns:a16="http://schemas.microsoft.com/office/drawing/2014/main" id="{43D085AD-E480-5B0B-E7A7-521E9C2A4DCD}"/>
                    </a:ext>
                  </a:extLst>
                </p:cNvPr>
                <p:cNvSpPr>
                  <a:spLocks noChangeArrowheads="1"/>
                </p:cNvSpPr>
                <p:nvPr/>
              </p:nvSpPr>
              <p:spPr bwMode="auto">
                <a:xfrm>
                  <a:off x="3216" y="555"/>
                  <a:ext cx="471" cy="23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8" name="Oval 11">
                  <a:extLst>
                    <a:ext uri="{FF2B5EF4-FFF2-40B4-BE49-F238E27FC236}">
                      <a16:creationId xmlns:a16="http://schemas.microsoft.com/office/drawing/2014/main" id="{1437E02F-458C-5675-E869-B3D6BD4AA55D}"/>
                    </a:ext>
                  </a:extLst>
                </p:cNvPr>
                <p:cNvSpPr>
                  <a:spLocks noChangeArrowheads="1"/>
                </p:cNvSpPr>
                <p:nvPr/>
              </p:nvSpPr>
              <p:spPr bwMode="auto">
                <a:xfrm rot="1080000">
                  <a:off x="3023" y="555"/>
                  <a:ext cx="26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9" name="Oval 12">
                  <a:extLst>
                    <a:ext uri="{FF2B5EF4-FFF2-40B4-BE49-F238E27FC236}">
                      <a16:creationId xmlns:a16="http://schemas.microsoft.com/office/drawing/2014/main" id="{C540E238-56FB-522B-A1A1-3DCF2FA8971F}"/>
                    </a:ext>
                  </a:extLst>
                </p:cNvPr>
                <p:cNvSpPr>
                  <a:spLocks noChangeArrowheads="1"/>
                </p:cNvSpPr>
                <p:nvPr/>
              </p:nvSpPr>
              <p:spPr bwMode="auto">
                <a:xfrm>
                  <a:off x="2949" y="432"/>
                  <a:ext cx="217"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0" name="Oval 13">
                  <a:extLst>
                    <a:ext uri="{FF2B5EF4-FFF2-40B4-BE49-F238E27FC236}">
                      <a16:creationId xmlns:a16="http://schemas.microsoft.com/office/drawing/2014/main" id="{2EB575E1-624D-7CE5-4F51-8523108A4386}"/>
                    </a:ext>
                  </a:extLst>
                </p:cNvPr>
                <p:cNvSpPr>
                  <a:spLocks noChangeArrowheads="1"/>
                </p:cNvSpPr>
                <p:nvPr/>
              </p:nvSpPr>
              <p:spPr bwMode="auto">
                <a:xfrm rot="-1860000">
                  <a:off x="2984" y="310"/>
                  <a:ext cx="29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1" name="Freeform 14">
                  <a:extLst>
                    <a:ext uri="{FF2B5EF4-FFF2-40B4-BE49-F238E27FC236}">
                      <a16:creationId xmlns:a16="http://schemas.microsoft.com/office/drawing/2014/main" id="{6F8A6E88-98B2-B50C-DF79-25E32C4AF275}"/>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2" name="Freeform 15">
                  <a:extLst>
                    <a:ext uri="{FF2B5EF4-FFF2-40B4-BE49-F238E27FC236}">
                      <a16:creationId xmlns:a16="http://schemas.microsoft.com/office/drawing/2014/main" id="{4E7FC913-73FE-51CB-AC8B-DC59C9ACA51B}"/>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3" name="Freeform 16">
                  <a:extLst>
                    <a:ext uri="{FF2B5EF4-FFF2-40B4-BE49-F238E27FC236}">
                      <a16:creationId xmlns:a16="http://schemas.microsoft.com/office/drawing/2014/main" id="{6187A325-024F-E85E-212A-4F7751716062}"/>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12" name="Text Box 17">
                <a:extLst>
                  <a:ext uri="{FF2B5EF4-FFF2-40B4-BE49-F238E27FC236}">
                    <a16:creationId xmlns:a16="http://schemas.microsoft.com/office/drawing/2014/main" id="{57807CD3-C614-D6A5-981F-D5143FD026B3}"/>
                  </a:ext>
                </a:extLst>
              </p:cNvPr>
              <p:cNvSpPr txBox="1">
                <a:spLocks noChangeArrowheads="1"/>
              </p:cNvSpPr>
              <p:nvPr/>
            </p:nvSpPr>
            <p:spPr bwMode="auto">
              <a:xfrm>
                <a:off x="4967" y="1856"/>
                <a:ext cx="399" cy="244"/>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400" b="1" i="0" u="none" strike="noStrike" kern="0" cap="none" spc="0" normalizeH="0" baseline="0" noProof="0" dirty="0">
                    <a:ln>
                      <a:noFill/>
                    </a:ln>
                    <a:solidFill>
                      <a:srgbClr val="333399"/>
                    </a:solidFill>
                    <a:effectLst/>
                    <a:uLnTx/>
                    <a:uFillTx/>
                    <a:latin typeface="Arial" panose="020B0604020202020204" pitchFamily="34" charset="0"/>
                    <a:ea typeface="黑体" panose="02010609060101010101" pitchFamily="49" charset="-122"/>
                  </a:rPr>
                  <a:t>网</a:t>
                </a:r>
                <a:r>
                  <a:rPr kumimoji="1" lang="en-US" altLang="zh-CN" sz="1400" b="1" i="0" u="none" strike="noStrike" kern="0" cap="none" spc="0" normalizeH="0" baseline="0" noProof="0" dirty="0">
                    <a:ln>
                      <a:noFill/>
                    </a:ln>
                    <a:solidFill>
                      <a:srgbClr val="333399"/>
                    </a:solidFill>
                    <a:effectLst/>
                    <a:uLnTx/>
                    <a:uFillTx/>
                    <a:latin typeface="Arial" panose="020B0604020202020204" pitchFamily="34" charset="0"/>
                    <a:ea typeface="黑体" panose="02010609060101010101" pitchFamily="49" charset="-122"/>
                  </a:rPr>
                  <a:t>N</a:t>
                </a:r>
              </a:p>
            </p:txBody>
          </p:sp>
        </p:grpSp>
        <p:sp>
          <p:nvSpPr>
            <p:cNvPr id="10" name="Text Box 18">
              <a:extLst>
                <a:ext uri="{FF2B5EF4-FFF2-40B4-BE49-F238E27FC236}">
                  <a16:creationId xmlns:a16="http://schemas.microsoft.com/office/drawing/2014/main" id="{B36A8E6A-514A-7EF4-D9A7-914AE5E2FDB5}"/>
                </a:ext>
              </a:extLst>
            </p:cNvPr>
            <p:cNvSpPr txBox="1">
              <a:spLocks noChangeArrowheads="1"/>
            </p:cNvSpPr>
            <p:nvPr/>
          </p:nvSpPr>
          <p:spPr bwMode="auto">
            <a:xfrm>
              <a:off x="3061" y="1525"/>
              <a:ext cx="998"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50000"/>
                </a:spcBef>
                <a:spcAft>
                  <a:spcPct val="0"/>
                </a:spcAft>
                <a:buClrTx/>
                <a:buSzTx/>
                <a:buFontTx/>
                <a:buNone/>
                <a:tabLst/>
                <a:defRPr/>
              </a:pPr>
              <a:r>
                <a:rPr kumimoji="0" lang="en-US" altLang="zh-CN" sz="14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rPr>
                <a:t>d</a:t>
              </a:r>
            </a:p>
          </p:txBody>
        </p:sp>
      </p:grpSp>
      <p:sp>
        <p:nvSpPr>
          <p:cNvPr id="24" name="Line 19">
            <a:extLst>
              <a:ext uri="{FF2B5EF4-FFF2-40B4-BE49-F238E27FC236}">
                <a16:creationId xmlns:a16="http://schemas.microsoft.com/office/drawing/2014/main" id="{EBB2467F-0CDD-D780-20DB-FB71DE8F8249}"/>
              </a:ext>
            </a:extLst>
          </p:cNvPr>
          <p:cNvSpPr>
            <a:spLocks noChangeShapeType="1"/>
          </p:cNvSpPr>
          <p:nvPr/>
        </p:nvSpPr>
        <p:spPr bwMode="auto">
          <a:xfrm>
            <a:off x="3813031" y="3059016"/>
            <a:ext cx="1311275"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pic>
        <p:nvPicPr>
          <p:cNvPr id="25" name="Picture 21">
            <a:extLst>
              <a:ext uri="{FF2B5EF4-FFF2-40B4-BE49-F238E27FC236}">
                <a16:creationId xmlns:a16="http://schemas.microsoft.com/office/drawing/2014/main" id="{D62F7A20-B46D-BB04-34EA-C9EC543364F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9641" y="2907886"/>
            <a:ext cx="510063" cy="236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6" name="Text Box 22">
            <a:extLst>
              <a:ext uri="{FF2B5EF4-FFF2-40B4-BE49-F238E27FC236}">
                <a16:creationId xmlns:a16="http://schemas.microsoft.com/office/drawing/2014/main" id="{2D03F724-C840-4E22-34A3-D1E7ECBEEF3A}"/>
              </a:ext>
            </a:extLst>
          </p:cNvPr>
          <p:cNvSpPr txBox="1">
            <a:spLocks noChangeArrowheads="1"/>
          </p:cNvSpPr>
          <p:nvPr/>
        </p:nvSpPr>
        <p:spPr bwMode="auto">
          <a:xfrm>
            <a:off x="5262101" y="31101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400" b="1" i="0" u="none" strike="noStrike" kern="0" cap="none" spc="0" normalizeH="0" baseline="0" noProof="0">
                <a:ln>
                  <a:noFill/>
                </a:ln>
                <a:solidFill>
                  <a:srgbClr val="333399"/>
                </a:solidFill>
                <a:effectLst/>
                <a:uLnTx/>
                <a:uFillTx/>
                <a:latin typeface="Arial" panose="020B0604020202020204" pitchFamily="34" charset="0"/>
                <a:ea typeface="黑体" panose="02010609060101010101" pitchFamily="49" charset="-122"/>
              </a:rPr>
              <a:t>X</a:t>
            </a:r>
          </a:p>
        </p:txBody>
      </p:sp>
      <p:sp>
        <p:nvSpPr>
          <p:cNvPr id="27" name="Text Box 23">
            <a:extLst>
              <a:ext uri="{FF2B5EF4-FFF2-40B4-BE49-F238E27FC236}">
                <a16:creationId xmlns:a16="http://schemas.microsoft.com/office/drawing/2014/main" id="{C08D767D-095C-EE15-D80F-729FD9D97815}"/>
              </a:ext>
            </a:extLst>
          </p:cNvPr>
          <p:cNvSpPr txBox="1">
            <a:spLocks noChangeArrowheads="1"/>
          </p:cNvSpPr>
          <p:nvPr/>
        </p:nvSpPr>
        <p:spPr bwMode="auto">
          <a:xfrm>
            <a:off x="3460765" y="3110134"/>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400" b="1" i="0" u="none" strike="noStrike" kern="0" cap="none" spc="0" normalizeH="0" baseline="0" noProof="0" dirty="0">
                <a:ln>
                  <a:noFill/>
                </a:ln>
                <a:solidFill>
                  <a:srgbClr val="333399"/>
                </a:solidFill>
                <a:effectLst/>
                <a:uLnTx/>
                <a:uFillTx/>
                <a:latin typeface="Arial" panose="020B0604020202020204" pitchFamily="34" charset="0"/>
                <a:ea typeface="黑体" panose="02010609060101010101" pitchFamily="49" charset="-122"/>
              </a:rPr>
              <a:t>R</a:t>
            </a:r>
          </a:p>
        </p:txBody>
      </p:sp>
      <p:pic>
        <p:nvPicPr>
          <p:cNvPr id="28" name="Picture 24">
            <a:extLst>
              <a:ext uri="{FF2B5EF4-FFF2-40B4-BE49-F238E27FC236}">
                <a16:creationId xmlns:a16="http://schemas.microsoft.com/office/drawing/2014/main" id="{13385046-8EC4-AF62-C46C-7B94F22A22A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4306" y="2923444"/>
            <a:ext cx="511175" cy="236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9" name="Group 25">
            <a:extLst>
              <a:ext uri="{FF2B5EF4-FFF2-40B4-BE49-F238E27FC236}">
                <a16:creationId xmlns:a16="http://schemas.microsoft.com/office/drawing/2014/main" id="{91CC5CE1-D4C2-DE77-4117-F83BD3F465DD}"/>
              </a:ext>
            </a:extLst>
          </p:cNvPr>
          <p:cNvGrpSpPr>
            <a:grpSpLocks/>
          </p:cNvGrpSpPr>
          <p:nvPr/>
        </p:nvGrpSpPr>
        <p:grpSpPr bwMode="auto">
          <a:xfrm>
            <a:off x="4065285" y="2761201"/>
            <a:ext cx="825659" cy="601187"/>
            <a:chOff x="4830" y="1752"/>
            <a:chExt cx="667" cy="477"/>
          </a:xfrm>
        </p:grpSpPr>
        <p:grpSp>
          <p:nvGrpSpPr>
            <p:cNvPr id="30" name="Group 26">
              <a:extLst>
                <a:ext uri="{FF2B5EF4-FFF2-40B4-BE49-F238E27FC236}">
                  <a16:creationId xmlns:a16="http://schemas.microsoft.com/office/drawing/2014/main" id="{24E0C012-1850-4862-10C5-7E99BEF46444}"/>
                </a:ext>
              </a:extLst>
            </p:cNvPr>
            <p:cNvGrpSpPr>
              <a:grpSpLocks/>
            </p:cNvGrpSpPr>
            <p:nvPr/>
          </p:nvGrpSpPr>
          <p:grpSpPr bwMode="auto">
            <a:xfrm>
              <a:off x="4830" y="1752"/>
              <a:ext cx="667" cy="477"/>
              <a:chOff x="2949" y="196"/>
              <a:chExt cx="941" cy="598"/>
            </a:xfrm>
          </p:grpSpPr>
          <p:sp>
            <p:nvSpPr>
              <p:cNvPr id="32" name="Oval 27">
                <a:extLst>
                  <a:ext uri="{FF2B5EF4-FFF2-40B4-BE49-F238E27FC236}">
                    <a16:creationId xmlns:a16="http://schemas.microsoft.com/office/drawing/2014/main" id="{724366FD-BD6B-3174-0561-A4B7F39CF020}"/>
                  </a:ext>
                </a:extLst>
              </p:cNvPr>
              <p:cNvSpPr>
                <a:spLocks noChangeArrowheads="1"/>
              </p:cNvSpPr>
              <p:nvPr/>
            </p:nvSpPr>
            <p:spPr bwMode="auto">
              <a:xfrm>
                <a:off x="3168" y="196"/>
                <a:ext cx="407" cy="162"/>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3" name="Oval 28">
                <a:extLst>
                  <a:ext uri="{FF2B5EF4-FFF2-40B4-BE49-F238E27FC236}">
                    <a16:creationId xmlns:a16="http://schemas.microsoft.com/office/drawing/2014/main" id="{22222D1B-E3CB-22B5-91ED-61B192E448E1}"/>
                  </a:ext>
                </a:extLst>
              </p:cNvPr>
              <p:cNvSpPr>
                <a:spLocks noChangeArrowheads="1"/>
              </p:cNvSpPr>
              <p:nvPr/>
            </p:nvSpPr>
            <p:spPr bwMode="auto">
              <a:xfrm rot="900000">
                <a:off x="3512" y="252"/>
                <a:ext cx="275" cy="131"/>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4" name="Oval 29">
                <a:extLst>
                  <a:ext uri="{FF2B5EF4-FFF2-40B4-BE49-F238E27FC236}">
                    <a16:creationId xmlns:a16="http://schemas.microsoft.com/office/drawing/2014/main" id="{D5E5EA01-9870-38CE-4121-6FF58884A577}"/>
                  </a:ext>
                </a:extLst>
              </p:cNvPr>
              <p:cNvSpPr>
                <a:spLocks noChangeArrowheads="1"/>
              </p:cNvSpPr>
              <p:nvPr/>
            </p:nvSpPr>
            <p:spPr bwMode="auto">
              <a:xfrm rot="1500000">
                <a:off x="3650" y="385"/>
                <a:ext cx="240" cy="153"/>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5" name="Oval 30">
                <a:extLst>
                  <a:ext uri="{FF2B5EF4-FFF2-40B4-BE49-F238E27FC236}">
                    <a16:creationId xmlns:a16="http://schemas.microsoft.com/office/drawing/2014/main" id="{2359B7B4-6944-99D4-5578-E6249A59AFAA}"/>
                  </a:ext>
                </a:extLst>
              </p:cNvPr>
              <p:cNvSpPr>
                <a:spLocks noChangeArrowheads="1"/>
              </p:cNvSpPr>
              <p:nvPr/>
            </p:nvSpPr>
            <p:spPr bwMode="auto">
              <a:xfrm rot="-1560000">
                <a:off x="3573" y="537"/>
                <a:ext cx="291" cy="18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6" name="Oval 31">
                <a:extLst>
                  <a:ext uri="{FF2B5EF4-FFF2-40B4-BE49-F238E27FC236}">
                    <a16:creationId xmlns:a16="http://schemas.microsoft.com/office/drawing/2014/main" id="{CFA3A4AC-85F7-A868-8810-29BB13C07873}"/>
                  </a:ext>
                </a:extLst>
              </p:cNvPr>
              <p:cNvSpPr>
                <a:spLocks noChangeArrowheads="1"/>
              </p:cNvSpPr>
              <p:nvPr/>
            </p:nvSpPr>
            <p:spPr bwMode="auto">
              <a:xfrm>
                <a:off x="3216" y="555"/>
                <a:ext cx="471" cy="23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7" name="Oval 32">
                <a:extLst>
                  <a:ext uri="{FF2B5EF4-FFF2-40B4-BE49-F238E27FC236}">
                    <a16:creationId xmlns:a16="http://schemas.microsoft.com/office/drawing/2014/main" id="{0C0C0401-3374-06F8-74C5-364AA5039C44}"/>
                  </a:ext>
                </a:extLst>
              </p:cNvPr>
              <p:cNvSpPr>
                <a:spLocks noChangeArrowheads="1"/>
              </p:cNvSpPr>
              <p:nvPr/>
            </p:nvSpPr>
            <p:spPr bwMode="auto">
              <a:xfrm rot="1080000">
                <a:off x="3023" y="555"/>
                <a:ext cx="26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8" name="Oval 33">
                <a:extLst>
                  <a:ext uri="{FF2B5EF4-FFF2-40B4-BE49-F238E27FC236}">
                    <a16:creationId xmlns:a16="http://schemas.microsoft.com/office/drawing/2014/main" id="{4C143941-E492-0232-B36C-4F775EE0CB6D}"/>
                  </a:ext>
                </a:extLst>
              </p:cNvPr>
              <p:cNvSpPr>
                <a:spLocks noChangeArrowheads="1"/>
              </p:cNvSpPr>
              <p:nvPr/>
            </p:nvSpPr>
            <p:spPr bwMode="auto">
              <a:xfrm>
                <a:off x="2949" y="432"/>
                <a:ext cx="217"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9" name="Oval 34">
                <a:extLst>
                  <a:ext uri="{FF2B5EF4-FFF2-40B4-BE49-F238E27FC236}">
                    <a16:creationId xmlns:a16="http://schemas.microsoft.com/office/drawing/2014/main" id="{A8476328-6D3D-50BB-1D26-1E9C3B5FFB4A}"/>
                  </a:ext>
                </a:extLst>
              </p:cNvPr>
              <p:cNvSpPr>
                <a:spLocks noChangeArrowheads="1"/>
              </p:cNvSpPr>
              <p:nvPr/>
            </p:nvSpPr>
            <p:spPr bwMode="auto">
              <a:xfrm rot="-1860000">
                <a:off x="2984" y="310"/>
                <a:ext cx="29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0" name="Freeform 35">
                <a:extLst>
                  <a:ext uri="{FF2B5EF4-FFF2-40B4-BE49-F238E27FC236}">
                    <a16:creationId xmlns:a16="http://schemas.microsoft.com/office/drawing/2014/main" id="{EA53BC75-750D-99DB-75AA-6023A560F048}"/>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1" name="Freeform 36">
                <a:extLst>
                  <a:ext uri="{FF2B5EF4-FFF2-40B4-BE49-F238E27FC236}">
                    <a16:creationId xmlns:a16="http://schemas.microsoft.com/office/drawing/2014/main" id="{3FCD9045-EAEB-10F0-2179-C88A050F1985}"/>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2" name="Freeform 37">
                <a:extLst>
                  <a:ext uri="{FF2B5EF4-FFF2-40B4-BE49-F238E27FC236}">
                    <a16:creationId xmlns:a16="http://schemas.microsoft.com/office/drawing/2014/main" id="{64C2A9E8-298E-857C-87B8-B80018A927E1}"/>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31" name="Text Box 38">
              <a:extLst>
                <a:ext uri="{FF2B5EF4-FFF2-40B4-BE49-F238E27FC236}">
                  <a16:creationId xmlns:a16="http://schemas.microsoft.com/office/drawing/2014/main" id="{1E6613FE-CF7E-0D52-6183-DB4ED4E5EA09}"/>
                </a:ext>
              </a:extLst>
            </p:cNvPr>
            <p:cNvSpPr txBox="1">
              <a:spLocks noChangeArrowheads="1"/>
            </p:cNvSpPr>
            <p:nvPr/>
          </p:nvSpPr>
          <p:spPr bwMode="auto">
            <a:xfrm>
              <a:off x="4967" y="1848"/>
              <a:ext cx="149" cy="244"/>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zh-CN" sz="1400" b="1" i="0" u="none" strike="noStrike" kern="0" cap="none" spc="0" normalizeH="0" baseline="0" noProof="0">
                <a:ln>
                  <a:noFill/>
                </a:ln>
                <a:solidFill>
                  <a:srgbClr val="333399"/>
                </a:solidFill>
                <a:effectLst/>
                <a:uLnTx/>
                <a:uFillTx/>
                <a:latin typeface="Arial" panose="020B0604020202020204" pitchFamily="34" charset="0"/>
                <a:ea typeface="黑体" panose="02010609060101010101" pitchFamily="49" charset="-122"/>
              </a:endParaRPr>
            </a:p>
          </p:txBody>
        </p:sp>
      </p:grpSp>
      <p:grpSp>
        <p:nvGrpSpPr>
          <p:cNvPr id="43" name="Group 39">
            <a:extLst>
              <a:ext uri="{FF2B5EF4-FFF2-40B4-BE49-F238E27FC236}">
                <a16:creationId xmlns:a16="http://schemas.microsoft.com/office/drawing/2014/main" id="{8A5C2504-3E96-AAD1-1720-E37768D12167}"/>
              </a:ext>
            </a:extLst>
          </p:cNvPr>
          <p:cNvGrpSpPr>
            <a:grpSpLocks/>
          </p:cNvGrpSpPr>
          <p:nvPr/>
        </p:nvGrpSpPr>
        <p:grpSpPr bwMode="auto">
          <a:xfrm>
            <a:off x="4135291" y="2504500"/>
            <a:ext cx="1978025" cy="321150"/>
            <a:chOff x="2109" y="1752"/>
            <a:chExt cx="1780" cy="289"/>
          </a:xfrm>
        </p:grpSpPr>
        <p:sp>
          <p:nvSpPr>
            <p:cNvPr id="44" name="AutoShape 40">
              <a:extLst>
                <a:ext uri="{FF2B5EF4-FFF2-40B4-BE49-F238E27FC236}">
                  <a16:creationId xmlns:a16="http://schemas.microsoft.com/office/drawing/2014/main" id="{B0454D3E-2BD7-19B8-730C-145F2CB0190D}"/>
                </a:ext>
              </a:extLst>
            </p:cNvPr>
            <p:cNvSpPr>
              <a:spLocks noChangeArrowheads="1"/>
            </p:cNvSpPr>
            <p:nvPr/>
          </p:nvSpPr>
          <p:spPr bwMode="auto">
            <a:xfrm flipH="1">
              <a:off x="2109" y="1812"/>
              <a:ext cx="347" cy="179"/>
            </a:xfrm>
            <a:prstGeom prst="rightArrow">
              <a:avLst>
                <a:gd name="adj1" fmla="val 50000"/>
                <a:gd name="adj2" fmla="val 48464"/>
              </a:avLst>
            </a:prstGeom>
            <a:solidFill>
              <a:srgbClr val="FFFF99"/>
            </a:solidFill>
            <a:ln w="9525">
              <a:solidFill>
                <a:srgbClr val="000000"/>
              </a:solidFill>
              <a:miter lim="800000"/>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5" name="Rectangle 41">
              <a:extLst>
                <a:ext uri="{FF2B5EF4-FFF2-40B4-BE49-F238E27FC236}">
                  <a16:creationId xmlns:a16="http://schemas.microsoft.com/office/drawing/2014/main" id="{EDD27AE8-C171-784B-2A98-33C08AF58F73}"/>
                </a:ext>
              </a:extLst>
            </p:cNvPr>
            <p:cNvSpPr>
              <a:spLocks noChangeArrowheads="1"/>
            </p:cNvSpPr>
            <p:nvPr/>
          </p:nvSpPr>
          <p:spPr bwMode="auto">
            <a:xfrm flipH="1">
              <a:off x="2385" y="1752"/>
              <a:ext cx="1402" cy="287"/>
            </a:xfrm>
            <a:prstGeom prst="rect">
              <a:avLst/>
            </a:prstGeom>
            <a:solidFill>
              <a:srgbClr val="FFFF99"/>
            </a:solidFill>
            <a:ln w="9525">
              <a:solidFill>
                <a:srgbClr val="000000"/>
              </a:solidFill>
              <a:miter lim="800000"/>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6" name="Text Box 42">
              <a:extLst>
                <a:ext uri="{FF2B5EF4-FFF2-40B4-BE49-F238E27FC236}">
                  <a16:creationId xmlns:a16="http://schemas.microsoft.com/office/drawing/2014/main" id="{87F0BCDA-843F-192E-6FF8-3A308DA65AB6}"/>
                </a:ext>
              </a:extLst>
            </p:cNvPr>
            <p:cNvSpPr txBox="1">
              <a:spLocks noChangeArrowheads="1"/>
            </p:cNvSpPr>
            <p:nvPr/>
          </p:nvSpPr>
          <p:spPr bwMode="auto">
            <a:xfrm>
              <a:off x="2286" y="1764"/>
              <a:ext cx="1603"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miter lim="800000"/>
                  <a:headEnd/>
                  <a:tailEnd/>
                </a14:hiddenLine>
              </a:ext>
            </a:extLst>
          </p:spPr>
          <p:txBody>
            <a:bodyPr wrap="squar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50000"/>
                </a:spcBef>
                <a:spcAft>
                  <a:spcPct val="0"/>
                </a:spcAft>
                <a:buClrTx/>
                <a:buSzTx/>
                <a:buFontTx/>
                <a:buNone/>
                <a:tabLst/>
                <a:defRPr/>
              </a:pPr>
              <a:r>
                <a:rPr kumimoji="0" lang="zh-CN" altLang="en-US" sz="1400" b="1"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我到网</a:t>
              </a:r>
              <a:r>
                <a:rPr kumimoji="0" lang="en-US" altLang="zh-CN" sz="1400" b="1"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N</a:t>
              </a:r>
              <a:r>
                <a:rPr kumimoji="0" lang="zh-CN" altLang="en-US" sz="1400" b="1"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的距离为</a:t>
              </a:r>
              <a:r>
                <a:rPr kumimoji="0" lang="en-US" altLang="zh-CN" sz="1400" b="1"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d</a:t>
              </a:r>
            </a:p>
          </p:txBody>
        </p:sp>
      </p:grpSp>
      <p:grpSp>
        <p:nvGrpSpPr>
          <p:cNvPr id="47" name="Group 43">
            <a:extLst>
              <a:ext uri="{FF2B5EF4-FFF2-40B4-BE49-F238E27FC236}">
                <a16:creationId xmlns:a16="http://schemas.microsoft.com/office/drawing/2014/main" id="{91C8752F-90AD-FAF2-2536-BDEFD70F58E2}"/>
              </a:ext>
            </a:extLst>
          </p:cNvPr>
          <p:cNvGrpSpPr>
            <a:grpSpLocks/>
          </p:cNvGrpSpPr>
          <p:nvPr/>
        </p:nvGrpSpPr>
        <p:grpSpPr bwMode="auto">
          <a:xfrm>
            <a:off x="3611895" y="3412396"/>
            <a:ext cx="4183857" cy="508953"/>
            <a:chOff x="958" y="2070"/>
            <a:chExt cx="3765" cy="458"/>
          </a:xfrm>
        </p:grpSpPr>
        <p:sp>
          <p:nvSpPr>
            <p:cNvPr id="48" name="AutoShape 44">
              <a:extLst>
                <a:ext uri="{FF2B5EF4-FFF2-40B4-BE49-F238E27FC236}">
                  <a16:creationId xmlns:a16="http://schemas.microsoft.com/office/drawing/2014/main" id="{577931F3-06B8-7F34-7981-6FF4824A0ACA}"/>
                </a:ext>
              </a:extLst>
            </p:cNvPr>
            <p:cNvSpPr>
              <a:spLocks/>
            </p:cNvSpPr>
            <p:nvPr/>
          </p:nvSpPr>
          <p:spPr bwMode="auto">
            <a:xfrm rot="-5400000">
              <a:off x="2727" y="301"/>
              <a:ext cx="227" cy="3765"/>
            </a:xfrm>
            <a:prstGeom prst="leftBrace">
              <a:avLst>
                <a:gd name="adj1" fmla="val 138216"/>
                <a:gd name="adj2" fmla="val 50171"/>
              </a:avLst>
            </a:prstGeom>
            <a:noFill/>
            <a:ln w="19050">
              <a:solidFill>
                <a:srgbClr val="8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fontAlgn="base">
                <a:spcBef>
                  <a:spcPct val="0"/>
                </a:spcBef>
                <a:spcAft>
                  <a:spcPct val="0"/>
                </a:spcAft>
                <a:buClrTx/>
                <a:buSzTx/>
                <a:buFontTx/>
                <a:buNone/>
              </a:pPr>
              <a:endParaRPr lang="zh-CN" altLang="en-US" sz="1800" b="1">
                <a:solidFill>
                  <a:srgbClr val="000000"/>
                </a:solidFill>
                <a:latin typeface="Tahoma" panose="020B0604030504040204" pitchFamily="34" charset="0"/>
              </a:endParaRPr>
            </a:p>
          </p:txBody>
        </p:sp>
        <p:sp>
          <p:nvSpPr>
            <p:cNvPr id="49" name="Text Box 45">
              <a:extLst>
                <a:ext uri="{FF2B5EF4-FFF2-40B4-BE49-F238E27FC236}">
                  <a16:creationId xmlns:a16="http://schemas.microsoft.com/office/drawing/2014/main" id="{1C2919DD-7175-AE39-D0D5-0C58B864DAB8}"/>
                </a:ext>
              </a:extLst>
            </p:cNvPr>
            <p:cNvSpPr txBox="1">
              <a:spLocks noChangeArrowheads="1"/>
            </p:cNvSpPr>
            <p:nvPr/>
          </p:nvSpPr>
          <p:spPr bwMode="auto">
            <a:xfrm>
              <a:off x="1519" y="2251"/>
              <a:ext cx="2784"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fontAlgn="base">
                <a:spcBef>
                  <a:spcPct val="50000"/>
                </a:spcBef>
                <a:spcAft>
                  <a:spcPct val="0"/>
                </a:spcAft>
                <a:buClrTx/>
                <a:buSzTx/>
                <a:buFontTx/>
                <a:buNone/>
              </a:pPr>
              <a:r>
                <a:rPr lang="zh-CN" altLang="en-US" sz="1400" b="1" dirty="0">
                  <a:solidFill>
                    <a:srgbClr val="000000"/>
                  </a:solidFill>
                  <a:latin typeface="Tahoma" panose="020B0604030504040204" pitchFamily="34" charset="0"/>
                </a:rPr>
                <a:t>路由器</a:t>
              </a:r>
              <a:r>
                <a:rPr lang="en-US" altLang="zh-CN" sz="1400" b="1" dirty="0">
                  <a:solidFill>
                    <a:srgbClr val="000000"/>
                  </a:solidFill>
                  <a:latin typeface="Tahoma" panose="020B0604030504040204" pitchFamily="34" charset="0"/>
                </a:rPr>
                <a:t>Y</a:t>
              </a:r>
              <a:r>
                <a:rPr lang="zh-CN" altLang="en-US" sz="1400" b="1" dirty="0">
                  <a:solidFill>
                    <a:srgbClr val="C00000"/>
                  </a:solidFill>
                  <a:latin typeface="Tahoma" panose="020B0604030504040204" pitchFamily="34" charset="0"/>
                </a:rPr>
                <a:t>通过</a:t>
              </a:r>
              <a:r>
                <a:rPr lang="en-US" altLang="zh-CN" sz="1400" b="1" dirty="0">
                  <a:solidFill>
                    <a:srgbClr val="C00000"/>
                  </a:solidFill>
                  <a:latin typeface="Tahoma" panose="020B0604030504040204" pitchFamily="34" charset="0"/>
                </a:rPr>
                <a:t>X</a:t>
              </a:r>
              <a:r>
                <a:rPr lang="zh-CN" altLang="en-US" sz="1400" b="1" dirty="0">
                  <a:solidFill>
                    <a:srgbClr val="000000"/>
                  </a:solidFill>
                  <a:latin typeface="Tahoma" panose="020B0604030504040204" pitchFamily="34" charset="0"/>
                </a:rPr>
                <a:t>到网</a:t>
              </a:r>
              <a:r>
                <a:rPr lang="en-US" altLang="zh-CN" sz="1400" b="1" dirty="0">
                  <a:solidFill>
                    <a:srgbClr val="000000"/>
                  </a:solidFill>
                  <a:latin typeface="Tahoma" panose="020B0604030504040204" pitchFamily="34" charset="0"/>
                </a:rPr>
                <a:t>N</a:t>
              </a:r>
              <a:r>
                <a:rPr lang="zh-CN" altLang="en-US" sz="1400" b="1" dirty="0">
                  <a:solidFill>
                    <a:srgbClr val="000000"/>
                  </a:solidFill>
                  <a:latin typeface="Tahoma" panose="020B0604030504040204" pitchFamily="34" charset="0"/>
                </a:rPr>
                <a:t>的距离为</a:t>
              </a:r>
              <a:r>
                <a:rPr lang="en-US" altLang="zh-CN" sz="1400" b="1" dirty="0">
                  <a:solidFill>
                    <a:srgbClr val="000000"/>
                  </a:solidFill>
                  <a:latin typeface="Tahoma" panose="020B0604030504040204" pitchFamily="34" charset="0"/>
                </a:rPr>
                <a:t>d+1</a:t>
              </a:r>
            </a:p>
          </p:txBody>
        </p:sp>
      </p:grpSp>
      <p:sp>
        <p:nvSpPr>
          <p:cNvPr id="56" name="Text Box 52">
            <a:extLst>
              <a:ext uri="{FF2B5EF4-FFF2-40B4-BE49-F238E27FC236}">
                <a16:creationId xmlns:a16="http://schemas.microsoft.com/office/drawing/2014/main" id="{B15F355D-906D-C355-CBC7-71BCED696DC9}"/>
              </a:ext>
            </a:extLst>
          </p:cNvPr>
          <p:cNvSpPr txBox="1">
            <a:spLocks noChangeArrowheads="1"/>
          </p:cNvSpPr>
          <p:nvPr/>
        </p:nvSpPr>
        <p:spPr bwMode="auto">
          <a:xfrm>
            <a:off x="1089241" y="2904312"/>
            <a:ext cx="19491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fontAlgn="base">
              <a:spcBef>
                <a:spcPct val="50000"/>
              </a:spcBef>
              <a:spcAft>
                <a:spcPct val="0"/>
              </a:spcAft>
              <a:buClrTx/>
              <a:buSzTx/>
              <a:buFontTx/>
              <a:buNone/>
            </a:pPr>
            <a:r>
              <a:rPr lang="en-US" altLang="zh-CN" sz="1400" b="1" dirty="0">
                <a:solidFill>
                  <a:srgbClr val="0000FF"/>
                </a:solidFill>
                <a:latin typeface="Tahoma" panose="020B0604030504040204" pitchFamily="34" charset="0"/>
              </a:rPr>
              <a:t>N          d+1     X</a:t>
            </a:r>
          </a:p>
        </p:txBody>
      </p:sp>
      <p:sp>
        <p:nvSpPr>
          <p:cNvPr id="60" name="文本框 59">
            <a:extLst>
              <a:ext uri="{FF2B5EF4-FFF2-40B4-BE49-F238E27FC236}">
                <a16:creationId xmlns:a16="http://schemas.microsoft.com/office/drawing/2014/main" id="{5F0830EB-37B6-272B-A922-F0D64017433A}"/>
              </a:ext>
            </a:extLst>
          </p:cNvPr>
          <p:cNvSpPr txBox="1"/>
          <p:nvPr/>
        </p:nvSpPr>
        <p:spPr>
          <a:xfrm>
            <a:off x="733864" y="1052827"/>
            <a:ext cx="7676269" cy="707886"/>
          </a:xfrm>
          <a:prstGeom prst="rect">
            <a:avLst/>
          </a:prstGeom>
          <a:noFill/>
        </p:spPr>
        <p:txBody>
          <a:bodyPr wrap="square">
            <a:spAutoFit/>
          </a:bodyPr>
          <a:lstStyle/>
          <a:p>
            <a:r>
              <a:rPr lang="zh-CN" altLang="en-US" sz="2000" b="1" dirty="0">
                <a:latin typeface="微软雅黑" pitchFamily="34" charset="-122"/>
                <a:ea typeface="微软雅黑" pitchFamily="34" charset="-122"/>
              </a:rPr>
              <a:t>假设路由器</a:t>
            </a:r>
            <a:r>
              <a:rPr lang="en-US" altLang="zh-CN" sz="2000" b="1" dirty="0">
                <a:latin typeface="微软雅黑" pitchFamily="34" charset="-122"/>
                <a:ea typeface="微软雅黑" pitchFamily="34" charset="-122"/>
              </a:rPr>
              <a:t>R</a:t>
            </a:r>
            <a:r>
              <a:rPr lang="zh-CN" altLang="en-US" sz="2000" b="1" dirty="0">
                <a:latin typeface="微软雅黑" pitchFamily="34" charset="-122"/>
                <a:ea typeface="微软雅黑" pitchFamily="34" charset="-122"/>
              </a:rPr>
              <a:t>收到相邻的路由器</a:t>
            </a:r>
            <a:r>
              <a:rPr lang="en-US" altLang="zh-CN" sz="2000" b="1" dirty="0">
                <a:latin typeface="微软雅黑" pitchFamily="34" charset="-122"/>
                <a:ea typeface="微软雅黑" pitchFamily="34" charset="-122"/>
              </a:rPr>
              <a:t>X</a:t>
            </a:r>
            <a:r>
              <a:rPr lang="zh-CN" altLang="en-US" sz="2000" b="1" dirty="0">
                <a:latin typeface="微软雅黑" pitchFamily="34" charset="-122"/>
                <a:ea typeface="微软雅黑" pitchFamily="34" charset="-122"/>
              </a:rPr>
              <a:t>发来报文“</a:t>
            </a:r>
            <a:r>
              <a:rPr lang="en-US" altLang="zh-CN" sz="2000" b="1" dirty="0">
                <a:latin typeface="微软雅黑" pitchFamily="34" charset="-122"/>
                <a:ea typeface="微软雅黑" pitchFamily="34" charset="-122"/>
              </a:rPr>
              <a:t>N, d, Y”</a:t>
            </a:r>
            <a:r>
              <a:rPr lang="zh-CN" altLang="en-US" sz="2000" b="1" dirty="0">
                <a:latin typeface="微软雅黑" pitchFamily="34" charset="-122"/>
                <a:ea typeface="微软雅黑" pitchFamily="34" charset="-122"/>
              </a:rPr>
              <a:t>，表示从路由器</a:t>
            </a:r>
            <a:r>
              <a:rPr lang="en-US" altLang="zh-CN" sz="2000" b="1" dirty="0">
                <a:latin typeface="微软雅黑" pitchFamily="34" charset="-122"/>
                <a:ea typeface="微软雅黑" pitchFamily="34" charset="-122"/>
              </a:rPr>
              <a:t>X</a:t>
            </a:r>
            <a:r>
              <a:rPr lang="zh-CN" altLang="en-US" sz="2000" b="1" dirty="0">
                <a:latin typeface="微软雅黑" pitchFamily="34" charset="-122"/>
                <a:ea typeface="微软雅黑" pitchFamily="34" charset="-122"/>
              </a:rPr>
              <a:t>到网络</a:t>
            </a:r>
            <a:r>
              <a:rPr lang="en-US" altLang="zh-CN" sz="2000" b="1" dirty="0">
                <a:latin typeface="微软雅黑" pitchFamily="34" charset="-122"/>
                <a:ea typeface="微软雅黑" pitchFamily="34" charset="-122"/>
              </a:rPr>
              <a:t>N</a:t>
            </a:r>
            <a:r>
              <a:rPr lang="zh-CN" altLang="en-US" sz="2000" b="1" dirty="0">
                <a:latin typeface="微软雅黑" pitchFamily="34" charset="-122"/>
                <a:ea typeface="微软雅黑" pitchFamily="34" charset="-122"/>
              </a:rPr>
              <a:t>的距离是</a:t>
            </a:r>
            <a:r>
              <a:rPr lang="en-US" altLang="zh-CN" sz="2000" b="1" dirty="0">
                <a:latin typeface="微软雅黑" pitchFamily="34" charset="-122"/>
                <a:ea typeface="微软雅黑" pitchFamily="34" charset="-122"/>
              </a:rPr>
              <a:t>d</a:t>
            </a:r>
            <a:r>
              <a:rPr lang="zh-CN" altLang="en-US" sz="2000" b="1" dirty="0">
                <a:latin typeface="微软雅黑" pitchFamily="34" charset="-122"/>
                <a:ea typeface="微软雅黑" pitchFamily="34" charset="-122"/>
              </a:rPr>
              <a:t>，下一跳是路由器</a:t>
            </a:r>
            <a:r>
              <a:rPr lang="en-US" altLang="zh-CN" sz="2000" b="1" dirty="0">
                <a:latin typeface="微软雅黑" pitchFamily="34" charset="-122"/>
                <a:ea typeface="微软雅黑" pitchFamily="34" charset="-122"/>
              </a:rPr>
              <a:t>Y</a:t>
            </a:r>
            <a:r>
              <a:rPr lang="zh-CN" altLang="en-US" sz="2000" b="1" dirty="0">
                <a:latin typeface="微软雅黑" pitchFamily="34" charset="-122"/>
                <a:ea typeface="微软雅黑" pitchFamily="34" charset="-122"/>
              </a:rPr>
              <a:t>。</a:t>
            </a:r>
          </a:p>
        </p:txBody>
      </p:sp>
      <p:sp>
        <p:nvSpPr>
          <p:cNvPr id="64" name="文本框 63">
            <a:extLst>
              <a:ext uri="{FF2B5EF4-FFF2-40B4-BE49-F238E27FC236}">
                <a16:creationId xmlns:a16="http://schemas.microsoft.com/office/drawing/2014/main" id="{56AE19C1-B882-72D3-0169-68BCE3917292}"/>
              </a:ext>
            </a:extLst>
          </p:cNvPr>
          <p:cNvSpPr txBox="1"/>
          <p:nvPr/>
        </p:nvSpPr>
        <p:spPr>
          <a:xfrm>
            <a:off x="733864" y="1933838"/>
            <a:ext cx="1004765" cy="338554"/>
          </a:xfrm>
          <a:prstGeom prst="rect">
            <a:avLst/>
          </a:prstGeom>
          <a:noFill/>
        </p:spPr>
        <p:txBody>
          <a:bodyPr wrap="square">
            <a:spAutoFit/>
          </a:bodyPr>
          <a:lstStyle/>
          <a:p>
            <a:r>
              <a:rPr lang="zh-CN" altLang="en-US" sz="1600" b="1" dirty="0">
                <a:solidFill>
                  <a:srgbClr val="0000CC"/>
                </a:solidFill>
                <a:latin typeface="微软雅黑" pitchFamily="34" charset="-122"/>
                <a:ea typeface="微软雅黑" pitchFamily="34" charset="-122"/>
              </a:rPr>
              <a:t>情况</a:t>
            </a:r>
            <a:r>
              <a:rPr lang="en-US" altLang="zh-CN" sz="1600" b="1" dirty="0">
                <a:solidFill>
                  <a:srgbClr val="0000CC"/>
                </a:solidFill>
                <a:latin typeface="微软雅黑" pitchFamily="34" charset="-122"/>
                <a:ea typeface="微软雅黑" pitchFamily="34" charset="-122"/>
              </a:rPr>
              <a:t>1</a:t>
            </a:r>
            <a:r>
              <a:rPr lang="zh-CN" altLang="en-US" sz="1600" b="1" dirty="0">
                <a:solidFill>
                  <a:srgbClr val="0000CC"/>
                </a:solidFill>
                <a:latin typeface="微软雅黑" pitchFamily="34" charset="-122"/>
                <a:ea typeface="微软雅黑" pitchFamily="34" charset="-122"/>
              </a:rPr>
              <a:t>：</a:t>
            </a:r>
            <a:endParaRPr lang="zh-CN" altLang="en-US" sz="1600" dirty="0">
              <a:solidFill>
                <a:srgbClr val="0000CC"/>
              </a:solidFill>
            </a:endParaRPr>
          </a:p>
        </p:txBody>
      </p:sp>
    </p:spTree>
    <p:extLst>
      <p:ext uri="{BB962C8B-B14F-4D97-AF65-F5344CB8AC3E}">
        <p14:creationId xmlns:p14="http://schemas.microsoft.com/office/powerpoint/2010/main" val="986261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fade">
                                      <p:cBhvr>
                                        <p:cTn id="7" dur="1000"/>
                                        <p:tgtEl>
                                          <p:spTgt spid="60"/>
                                        </p:tgtEl>
                                      </p:cBhvr>
                                    </p:animEffect>
                                    <p:anim calcmode="lin" valueType="num">
                                      <p:cBhvr>
                                        <p:cTn id="8" dur="1000" fill="hold"/>
                                        <p:tgtEl>
                                          <p:spTgt spid="60"/>
                                        </p:tgtEl>
                                        <p:attrNameLst>
                                          <p:attrName>ppt_x</p:attrName>
                                        </p:attrNameLst>
                                      </p:cBhvr>
                                      <p:tavLst>
                                        <p:tav tm="0">
                                          <p:val>
                                            <p:strVal val="#ppt_x"/>
                                          </p:val>
                                        </p:tav>
                                        <p:tav tm="100000">
                                          <p:val>
                                            <p:strVal val="#ppt_x"/>
                                          </p:val>
                                        </p:tav>
                                      </p:tavLst>
                                    </p:anim>
                                    <p:anim calcmode="lin" valueType="num">
                                      <p:cBhvr>
                                        <p:cTn id="9" dur="1000" fill="hold"/>
                                        <p:tgtEl>
                                          <p:spTgt spid="6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wipe(left)">
                                      <p:cBhvr>
                                        <p:cTn id="14" dur="500"/>
                                        <p:tgtEl>
                                          <p:spTgt spid="7"/>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1" fill="hold" nodeType="clickEffect">
                                  <p:stCondLst>
                                    <p:cond delay="0"/>
                                  </p:stCondLst>
                                  <p:childTnLst>
                                    <p:set>
                                      <p:cBhvr>
                                        <p:cTn id="18" dur="1" fill="hold">
                                          <p:stCondLst>
                                            <p:cond delay="0"/>
                                          </p:stCondLst>
                                        </p:cTn>
                                        <p:tgtEl>
                                          <p:spTgt spid="47"/>
                                        </p:tgtEl>
                                        <p:attrNameLst>
                                          <p:attrName>style.visibility</p:attrName>
                                        </p:attrNameLst>
                                      </p:cBhvr>
                                      <p:to>
                                        <p:strVal val="visible"/>
                                      </p:to>
                                    </p:set>
                                    <p:animEffect transition="in" filter="wipe(up)">
                                      <p:cBhvr>
                                        <p:cTn id="19" dur="500"/>
                                        <p:tgtEl>
                                          <p:spTgt spid="47"/>
                                        </p:tgtEl>
                                      </p:cBhvr>
                                    </p:animEffect>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nodeType="clickEffect">
                                  <p:stCondLst>
                                    <p:cond delay="0"/>
                                  </p:stCondLst>
                                  <p:childTnLst>
                                    <p:set>
                                      <p:cBhvr>
                                        <p:cTn id="23" dur="1" fill="hold">
                                          <p:stCondLst>
                                            <p:cond delay="0"/>
                                          </p:stCondLst>
                                        </p:cTn>
                                        <p:tgtEl>
                                          <p:spTgt spid="61"/>
                                        </p:tgtEl>
                                        <p:attrNameLst>
                                          <p:attrName>style.visibility</p:attrName>
                                        </p:attrNameLst>
                                      </p:cBhvr>
                                      <p:to>
                                        <p:strVal val="visible"/>
                                      </p:to>
                                    </p:set>
                                    <p:animEffect transition="in" filter="fade">
                                      <p:cBhvr>
                                        <p:cTn id="24" dur="1000"/>
                                        <p:tgtEl>
                                          <p:spTgt spid="61"/>
                                        </p:tgtEl>
                                      </p:cBhvr>
                                    </p:animEffect>
                                    <p:anim calcmode="lin" valueType="num">
                                      <p:cBhvr>
                                        <p:cTn id="25" dur="1000" fill="hold"/>
                                        <p:tgtEl>
                                          <p:spTgt spid="61"/>
                                        </p:tgtEl>
                                        <p:attrNameLst>
                                          <p:attrName>ppt_x</p:attrName>
                                        </p:attrNameLst>
                                      </p:cBhvr>
                                      <p:tavLst>
                                        <p:tav tm="0">
                                          <p:val>
                                            <p:strVal val="#ppt_x"/>
                                          </p:val>
                                        </p:tav>
                                        <p:tav tm="100000">
                                          <p:val>
                                            <p:strVal val="#ppt_x"/>
                                          </p:val>
                                        </p:tav>
                                      </p:tavLst>
                                    </p:anim>
                                    <p:anim calcmode="lin" valueType="num">
                                      <p:cBhvr>
                                        <p:cTn id="26" dur="1000" fill="hold"/>
                                        <p:tgtEl>
                                          <p:spTgt spid="61"/>
                                        </p:tgtEl>
                                        <p:attrNameLst>
                                          <p:attrName>ppt_y</p:attrName>
                                        </p:attrNameLst>
                                      </p:cBhvr>
                                      <p:tavLst>
                                        <p:tav tm="0">
                                          <p:val>
                                            <p:strVal val="#ppt_y+.1"/>
                                          </p:val>
                                        </p:tav>
                                        <p:tav tm="100000">
                                          <p:val>
                                            <p:strVal val="#ppt_y"/>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64"/>
                                        </p:tgtEl>
                                        <p:attrNameLst>
                                          <p:attrName>style.visibility</p:attrName>
                                        </p:attrNameLst>
                                      </p:cBhvr>
                                      <p:to>
                                        <p:strVal val="visible"/>
                                      </p:to>
                                    </p:set>
                                    <p:animEffect transition="in" filter="fade">
                                      <p:cBhvr>
                                        <p:cTn id="29" dur="1000"/>
                                        <p:tgtEl>
                                          <p:spTgt spid="64"/>
                                        </p:tgtEl>
                                      </p:cBhvr>
                                    </p:animEffect>
                                    <p:anim calcmode="lin" valueType="num">
                                      <p:cBhvr>
                                        <p:cTn id="30" dur="1000" fill="hold"/>
                                        <p:tgtEl>
                                          <p:spTgt spid="64"/>
                                        </p:tgtEl>
                                        <p:attrNameLst>
                                          <p:attrName>ppt_x</p:attrName>
                                        </p:attrNameLst>
                                      </p:cBhvr>
                                      <p:tavLst>
                                        <p:tav tm="0">
                                          <p:val>
                                            <p:strVal val="#ppt_x"/>
                                          </p:val>
                                        </p:tav>
                                        <p:tav tm="100000">
                                          <p:val>
                                            <p:strVal val="#ppt_x"/>
                                          </p:val>
                                        </p:tav>
                                      </p:tavLst>
                                    </p:anim>
                                    <p:anim calcmode="lin" valueType="num">
                                      <p:cBhvr>
                                        <p:cTn id="31" dur="1000" fill="hold"/>
                                        <p:tgtEl>
                                          <p:spTgt spid="64"/>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2" nodeType="clickEffect">
                                  <p:stCondLst>
                                    <p:cond delay="0"/>
                                  </p:stCondLst>
                                  <p:childTnLst>
                                    <p:set>
                                      <p:cBhvr>
                                        <p:cTn id="35" dur="1" fill="hold">
                                          <p:stCondLst>
                                            <p:cond delay="0"/>
                                          </p:stCondLst>
                                        </p:cTn>
                                        <p:tgtEl>
                                          <p:spTgt spid="56"/>
                                        </p:tgtEl>
                                        <p:attrNameLst>
                                          <p:attrName>style.visibility</p:attrName>
                                        </p:attrNameLst>
                                      </p:cBhvr>
                                      <p:to>
                                        <p:strVal val="visible"/>
                                      </p:to>
                                    </p:set>
                                    <p:animEffect transition="in" filter="fade">
                                      <p:cBhvr>
                                        <p:cTn id="36"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56" grpId="0"/>
      <p:bldP spid="56" grpId="1"/>
      <p:bldP spid="56" grpId="2"/>
      <p:bldP spid="60" grpId="0"/>
      <p:bldP spid="64" grpId="0"/>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76191B-9E47-1527-A0E4-CCEC660C11F3}"/>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BF55B9FA-C707-ACC0-69BF-2886DBC5AE89}"/>
              </a:ext>
            </a:extLst>
          </p:cNvPr>
          <p:cNvSpPr>
            <a:spLocks noChangeArrowheads="1"/>
          </p:cNvSpPr>
          <p:nvPr/>
        </p:nvSpPr>
        <p:spPr bwMode="auto">
          <a:xfrm>
            <a:off x="545143" y="622831"/>
            <a:ext cx="8053713"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866A8CAA-1529-F637-10B7-EAA3293BAFA6}"/>
              </a:ext>
            </a:extLst>
          </p:cNvPr>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RIP </a:t>
            </a:r>
            <a:r>
              <a:rPr lang="zh-CN" altLang="en-US" sz="2000" b="1" dirty="0">
                <a:solidFill>
                  <a:schemeClr val="bg1"/>
                </a:solidFill>
                <a:latin typeface="微软雅黑" pitchFamily="34" charset="-122"/>
                <a:ea typeface="微软雅黑" pitchFamily="34" charset="-122"/>
              </a:rPr>
              <a:t>的路由算法</a:t>
            </a:r>
          </a:p>
        </p:txBody>
      </p:sp>
      <p:grpSp>
        <p:nvGrpSpPr>
          <p:cNvPr id="7" name="Group 2">
            <a:extLst>
              <a:ext uri="{FF2B5EF4-FFF2-40B4-BE49-F238E27FC236}">
                <a16:creationId xmlns:a16="http://schemas.microsoft.com/office/drawing/2014/main" id="{EA01CE4B-FC9C-A1AD-ACBA-E0039BDB36A4}"/>
              </a:ext>
            </a:extLst>
          </p:cNvPr>
          <p:cNvGrpSpPr>
            <a:grpSpLocks/>
          </p:cNvGrpSpPr>
          <p:nvPr/>
        </p:nvGrpSpPr>
        <p:grpSpPr bwMode="auto">
          <a:xfrm>
            <a:off x="5577696" y="2756756"/>
            <a:ext cx="2589213" cy="601187"/>
            <a:chOff x="2727" y="1480"/>
            <a:chExt cx="2330" cy="541"/>
          </a:xfrm>
        </p:grpSpPr>
        <p:sp>
          <p:nvSpPr>
            <p:cNvPr id="8" name="Line 3">
              <a:extLst>
                <a:ext uri="{FF2B5EF4-FFF2-40B4-BE49-F238E27FC236}">
                  <a16:creationId xmlns:a16="http://schemas.microsoft.com/office/drawing/2014/main" id="{4636784F-6815-63D6-E9B3-EAE75CD2E71F}"/>
                </a:ext>
              </a:extLst>
            </p:cNvPr>
            <p:cNvSpPr>
              <a:spLocks noChangeShapeType="1"/>
            </p:cNvSpPr>
            <p:nvPr/>
          </p:nvSpPr>
          <p:spPr bwMode="auto">
            <a:xfrm>
              <a:off x="2727" y="1752"/>
              <a:ext cx="1678" cy="0"/>
            </a:xfrm>
            <a:prstGeom prst="line">
              <a:avLst/>
            </a:prstGeom>
            <a:noFill/>
            <a:ln w="38100">
              <a:solidFill>
                <a:srgbClr val="333399"/>
              </a:solidFill>
              <a:prstDash val="sysDot"/>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nvGrpSpPr>
            <p:cNvPr id="9" name="Group 4">
              <a:extLst>
                <a:ext uri="{FF2B5EF4-FFF2-40B4-BE49-F238E27FC236}">
                  <a16:creationId xmlns:a16="http://schemas.microsoft.com/office/drawing/2014/main" id="{B0914F9F-AE2E-AD56-DDEF-4D4D1B2E0BEB}"/>
                </a:ext>
              </a:extLst>
            </p:cNvPr>
            <p:cNvGrpSpPr>
              <a:grpSpLocks/>
            </p:cNvGrpSpPr>
            <p:nvPr/>
          </p:nvGrpSpPr>
          <p:grpSpPr bwMode="auto">
            <a:xfrm>
              <a:off x="4314" y="1480"/>
              <a:ext cx="743" cy="541"/>
              <a:chOff x="4830" y="1752"/>
              <a:chExt cx="667" cy="477"/>
            </a:xfrm>
          </p:grpSpPr>
          <p:grpSp>
            <p:nvGrpSpPr>
              <p:cNvPr id="11" name="Group 5">
                <a:extLst>
                  <a:ext uri="{FF2B5EF4-FFF2-40B4-BE49-F238E27FC236}">
                    <a16:creationId xmlns:a16="http://schemas.microsoft.com/office/drawing/2014/main" id="{34B0D511-9738-E438-ECCA-4FEA9B82D697}"/>
                  </a:ext>
                </a:extLst>
              </p:cNvPr>
              <p:cNvGrpSpPr>
                <a:grpSpLocks/>
              </p:cNvGrpSpPr>
              <p:nvPr/>
            </p:nvGrpSpPr>
            <p:grpSpPr bwMode="auto">
              <a:xfrm>
                <a:off x="4830" y="1752"/>
                <a:ext cx="667" cy="477"/>
                <a:chOff x="2949" y="196"/>
                <a:chExt cx="941" cy="598"/>
              </a:xfrm>
            </p:grpSpPr>
            <p:sp>
              <p:nvSpPr>
                <p:cNvPr id="13" name="Oval 6">
                  <a:extLst>
                    <a:ext uri="{FF2B5EF4-FFF2-40B4-BE49-F238E27FC236}">
                      <a16:creationId xmlns:a16="http://schemas.microsoft.com/office/drawing/2014/main" id="{F20A3794-EEE2-BE4F-412A-0A22AF594F10}"/>
                    </a:ext>
                  </a:extLst>
                </p:cNvPr>
                <p:cNvSpPr>
                  <a:spLocks noChangeArrowheads="1"/>
                </p:cNvSpPr>
                <p:nvPr/>
              </p:nvSpPr>
              <p:spPr bwMode="auto">
                <a:xfrm>
                  <a:off x="3168" y="196"/>
                  <a:ext cx="407" cy="162"/>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4" name="Oval 7">
                  <a:extLst>
                    <a:ext uri="{FF2B5EF4-FFF2-40B4-BE49-F238E27FC236}">
                      <a16:creationId xmlns:a16="http://schemas.microsoft.com/office/drawing/2014/main" id="{C635492C-CCCF-0E92-70E3-226467C54318}"/>
                    </a:ext>
                  </a:extLst>
                </p:cNvPr>
                <p:cNvSpPr>
                  <a:spLocks noChangeArrowheads="1"/>
                </p:cNvSpPr>
                <p:nvPr/>
              </p:nvSpPr>
              <p:spPr bwMode="auto">
                <a:xfrm rot="900000">
                  <a:off x="3512" y="252"/>
                  <a:ext cx="275" cy="131"/>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5" name="Oval 8">
                  <a:extLst>
                    <a:ext uri="{FF2B5EF4-FFF2-40B4-BE49-F238E27FC236}">
                      <a16:creationId xmlns:a16="http://schemas.microsoft.com/office/drawing/2014/main" id="{A500AE50-1807-F70F-97F6-DC6992ED8C22}"/>
                    </a:ext>
                  </a:extLst>
                </p:cNvPr>
                <p:cNvSpPr>
                  <a:spLocks noChangeArrowheads="1"/>
                </p:cNvSpPr>
                <p:nvPr/>
              </p:nvSpPr>
              <p:spPr bwMode="auto">
                <a:xfrm rot="1500000">
                  <a:off x="3650" y="385"/>
                  <a:ext cx="240" cy="153"/>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6" name="Oval 9">
                  <a:extLst>
                    <a:ext uri="{FF2B5EF4-FFF2-40B4-BE49-F238E27FC236}">
                      <a16:creationId xmlns:a16="http://schemas.microsoft.com/office/drawing/2014/main" id="{9E851760-CA97-2084-DE33-2AD8D79DC9DE}"/>
                    </a:ext>
                  </a:extLst>
                </p:cNvPr>
                <p:cNvSpPr>
                  <a:spLocks noChangeArrowheads="1"/>
                </p:cNvSpPr>
                <p:nvPr/>
              </p:nvSpPr>
              <p:spPr bwMode="auto">
                <a:xfrm rot="-1560000">
                  <a:off x="3573" y="537"/>
                  <a:ext cx="291" cy="18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7" name="Oval 10">
                  <a:extLst>
                    <a:ext uri="{FF2B5EF4-FFF2-40B4-BE49-F238E27FC236}">
                      <a16:creationId xmlns:a16="http://schemas.microsoft.com/office/drawing/2014/main" id="{5D003872-4536-1C19-088E-0597EF7139BF}"/>
                    </a:ext>
                  </a:extLst>
                </p:cNvPr>
                <p:cNvSpPr>
                  <a:spLocks noChangeArrowheads="1"/>
                </p:cNvSpPr>
                <p:nvPr/>
              </p:nvSpPr>
              <p:spPr bwMode="auto">
                <a:xfrm>
                  <a:off x="3216" y="555"/>
                  <a:ext cx="471" cy="23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8" name="Oval 11">
                  <a:extLst>
                    <a:ext uri="{FF2B5EF4-FFF2-40B4-BE49-F238E27FC236}">
                      <a16:creationId xmlns:a16="http://schemas.microsoft.com/office/drawing/2014/main" id="{D468D8BF-2A66-B5A1-4668-5599E5942151}"/>
                    </a:ext>
                  </a:extLst>
                </p:cNvPr>
                <p:cNvSpPr>
                  <a:spLocks noChangeArrowheads="1"/>
                </p:cNvSpPr>
                <p:nvPr/>
              </p:nvSpPr>
              <p:spPr bwMode="auto">
                <a:xfrm rot="1080000">
                  <a:off x="3023" y="555"/>
                  <a:ext cx="26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9" name="Oval 12">
                  <a:extLst>
                    <a:ext uri="{FF2B5EF4-FFF2-40B4-BE49-F238E27FC236}">
                      <a16:creationId xmlns:a16="http://schemas.microsoft.com/office/drawing/2014/main" id="{8302C63F-D277-4758-F821-E118BDC09AE0}"/>
                    </a:ext>
                  </a:extLst>
                </p:cNvPr>
                <p:cNvSpPr>
                  <a:spLocks noChangeArrowheads="1"/>
                </p:cNvSpPr>
                <p:nvPr/>
              </p:nvSpPr>
              <p:spPr bwMode="auto">
                <a:xfrm>
                  <a:off x="2949" y="432"/>
                  <a:ext cx="217"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0" name="Oval 13">
                  <a:extLst>
                    <a:ext uri="{FF2B5EF4-FFF2-40B4-BE49-F238E27FC236}">
                      <a16:creationId xmlns:a16="http://schemas.microsoft.com/office/drawing/2014/main" id="{831FD0C7-C0F0-FCBD-9007-022BE9CA7291}"/>
                    </a:ext>
                  </a:extLst>
                </p:cNvPr>
                <p:cNvSpPr>
                  <a:spLocks noChangeArrowheads="1"/>
                </p:cNvSpPr>
                <p:nvPr/>
              </p:nvSpPr>
              <p:spPr bwMode="auto">
                <a:xfrm rot="-1860000">
                  <a:off x="2984" y="310"/>
                  <a:ext cx="29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1" name="Freeform 14">
                  <a:extLst>
                    <a:ext uri="{FF2B5EF4-FFF2-40B4-BE49-F238E27FC236}">
                      <a16:creationId xmlns:a16="http://schemas.microsoft.com/office/drawing/2014/main" id="{5243EFC9-6E0E-EE00-202A-4F439BDB3067}"/>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2" name="Freeform 15">
                  <a:extLst>
                    <a:ext uri="{FF2B5EF4-FFF2-40B4-BE49-F238E27FC236}">
                      <a16:creationId xmlns:a16="http://schemas.microsoft.com/office/drawing/2014/main" id="{6F5AAE20-D7A2-889F-4C2D-D45379223C97}"/>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3" name="Freeform 16">
                  <a:extLst>
                    <a:ext uri="{FF2B5EF4-FFF2-40B4-BE49-F238E27FC236}">
                      <a16:creationId xmlns:a16="http://schemas.microsoft.com/office/drawing/2014/main" id="{8B6B68AC-DF8D-D307-D83F-AE2D6976B104}"/>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12" name="Text Box 17">
                <a:extLst>
                  <a:ext uri="{FF2B5EF4-FFF2-40B4-BE49-F238E27FC236}">
                    <a16:creationId xmlns:a16="http://schemas.microsoft.com/office/drawing/2014/main" id="{76EB020C-1033-901C-373F-D7221C236478}"/>
                  </a:ext>
                </a:extLst>
              </p:cNvPr>
              <p:cNvSpPr txBox="1">
                <a:spLocks noChangeArrowheads="1"/>
              </p:cNvSpPr>
              <p:nvPr/>
            </p:nvSpPr>
            <p:spPr bwMode="auto">
              <a:xfrm>
                <a:off x="4967" y="1856"/>
                <a:ext cx="399" cy="244"/>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400" b="1" i="0" u="none" strike="noStrike" kern="0" cap="none" spc="0" normalizeH="0" baseline="0" noProof="0" dirty="0">
                    <a:ln>
                      <a:noFill/>
                    </a:ln>
                    <a:solidFill>
                      <a:srgbClr val="333399"/>
                    </a:solidFill>
                    <a:effectLst/>
                    <a:uLnTx/>
                    <a:uFillTx/>
                    <a:latin typeface="Arial" panose="020B0604020202020204" pitchFamily="34" charset="0"/>
                    <a:ea typeface="黑体" panose="02010609060101010101" pitchFamily="49" charset="-122"/>
                  </a:rPr>
                  <a:t>网</a:t>
                </a:r>
                <a:r>
                  <a:rPr kumimoji="1" lang="en-US" altLang="zh-CN" sz="1400" b="1" i="0" u="none" strike="noStrike" kern="0" cap="none" spc="0" normalizeH="0" baseline="0" noProof="0" dirty="0">
                    <a:ln>
                      <a:noFill/>
                    </a:ln>
                    <a:solidFill>
                      <a:srgbClr val="333399"/>
                    </a:solidFill>
                    <a:effectLst/>
                    <a:uLnTx/>
                    <a:uFillTx/>
                    <a:latin typeface="Arial" panose="020B0604020202020204" pitchFamily="34" charset="0"/>
                    <a:ea typeface="黑体" panose="02010609060101010101" pitchFamily="49" charset="-122"/>
                  </a:rPr>
                  <a:t>N</a:t>
                </a:r>
              </a:p>
            </p:txBody>
          </p:sp>
        </p:grpSp>
        <p:sp>
          <p:nvSpPr>
            <p:cNvPr id="10" name="Text Box 18">
              <a:extLst>
                <a:ext uri="{FF2B5EF4-FFF2-40B4-BE49-F238E27FC236}">
                  <a16:creationId xmlns:a16="http://schemas.microsoft.com/office/drawing/2014/main" id="{C79E13FC-5C21-0FF2-37F6-2F4EEFEA8090}"/>
                </a:ext>
              </a:extLst>
            </p:cNvPr>
            <p:cNvSpPr txBox="1">
              <a:spLocks noChangeArrowheads="1"/>
            </p:cNvSpPr>
            <p:nvPr/>
          </p:nvSpPr>
          <p:spPr bwMode="auto">
            <a:xfrm>
              <a:off x="3061" y="1525"/>
              <a:ext cx="998"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50000"/>
                </a:spcBef>
                <a:spcAft>
                  <a:spcPct val="0"/>
                </a:spcAft>
                <a:buClrTx/>
                <a:buSzTx/>
                <a:buFontTx/>
                <a:buNone/>
                <a:tabLst/>
                <a:defRPr/>
              </a:pPr>
              <a:r>
                <a:rPr kumimoji="0" lang="en-US" altLang="zh-CN" sz="14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rPr>
                <a:t>d</a:t>
              </a:r>
            </a:p>
          </p:txBody>
        </p:sp>
      </p:grpSp>
      <p:sp>
        <p:nvSpPr>
          <p:cNvPr id="24" name="Line 19">
            <a:extLst>
              <a:ext uri="{FF2B5EF4-FFF2-40B4-BE49-F238E27FC236}">
                <a16:creationId xmlns:a16="http://schemas.microsoft.com/office/drawing/2014/main" id="{00035C40-2BC5-8CC7-7320-3BB53EC11EE5}"/>
              </a:ext>
            </a:extLst>
          </p:cNvPr>
          <p:cNvSpPr>
            <a:spLocks noChangeShapeType="1"/>
          </p:cNvSpPr>
          <p:nvPr/>
        </p:nvSpPr>
        <p:spPr bwMode="auto">
          <a:xfrm>
            <a:off x="3813031" y="3059016"/>
            <a:ext cx="1311275"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pic>
        <p:nvPicPr>
          <p:cNvPr id="25" name="Picture 21">
            <a:extLst>
              <a:ext uri="{FF2B5EF4-FFF2-40B4-BE49-F238E27FC236}">
                <a16:creationId xmlns:a16="http://schemas.microsoft.com/office/drawing/2014/main" id="{8C78A58A-0BE4-827E-22BE-DDAAF7F6649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9641" y="2907886"/>
            <a:ext cx="510063" cy="236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6" name="Text Box 22">
            <a:extLst>
              <a:ext uri="{FF2B5EF4-FFF2-40B4-BE49-F238E27FC236}">
                <a16:creationId xmlns:a16="http://schemas.microsoft.com/office/drawing/2014/main" id="{CD809D13-6A35-CC2A-7339-18729636B547}"/>
              </a:ext>
            </a:extLst>
          </p:cNvPr>
          <p:cNvSpPr txBox="1">
            <a:spLocks noChangeArrowheads="1"/>
          </p:cNvSpPr>
          <p:nvPr/>
        </p:nvSpPr>
        <p:spPr bwMode="auto">
          <a:xfrm>
            <a:off x="5262101" y="31101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400" b="1" i="0" u="none" strike="noStrike" kern="0" cap="none" spc="0" normalizeH="0" baseline="0" noProof="0">
                <a:ln>
                  <a:noFill/>
                </a:ln>
                <a:solidFill>
                  <a:srgbClr val="333399"/>
                </a:solidFill>
                <a:effectLst/>
                <a:uLnTx/>
                <a:uFillTx/>
                <a:latin typeface="Arial" panose="020B0604020202020204" pitchFamily="34" charset="0"/>
                <a:ea typeface="黑体" panose="02010609060101010101" pitchFamily="49" charset="-122"/>
              </a:rPr>
              <a:t>X</a:t>
            </a:r>
          </a:p>
        </p:txBody>
      </p:sp>
      <p:sp>
        <p:nvSpPr>
          <p:cNvPr id="27" name="Text Box 23">
            <a:extLst>
              <a:ext uri="{FF2B5EF4-FFF2-40B4-BE49-F238E27FC236}">
                <a16:creationId xmlns:a16="http://schemas.microsoft.com/office/drawing/2014/main" id="{2E5EA833-84FD-7A98-D61C-143F7B77D583}"/>
              </a:ext>
            </a:extLst>
          </p:cNvPr>
          <p:cNvSpPr txBox="1">
            <a:spLocks noChangeArrowheads="1"/>
          </p:cNvSpPr>
          <p:nvPr/>
        </p:nvSpPr>
        <p:spPr bwMode="auto">
          <a:xfrm>
            <a:off x="3460765" y="3110134"/>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400" b="1" i="0" u="none" strike="noStrike" kern="0" cap="none" spc="0" normalizeH="0" baseline="0" noProof="0" dirty="0">
                <a:ln>
                  <a:noFill/>
                </a:ln>
                <a:solidFill>
                  <a:srgbClr val="333399"/>
                </a:solidFill>
                <a:effectLst/>
                <a:uLnTx/>
                <a:uFillTx/>
                <a:latin typeface="Arial" panose="020B0604020202020204" pitchFamily="34" charset="0"/>
                <a:ea typeface="黑体" panose="02010609060101010101" pitchFamily="49" charset="-122"/>
              </a:rPr>
              <a:t>R</a:t>
            </a:r>
          </a:p>
        </p:txBody>
      </p:sp>
      <p:pic>
        <p:nvPicPr>
          <p:cNvPr id="28" name="Picture 24">
            <a:extLst>
              <a:ext uri="{FF2B5EF4-FFF2-40B4-BE49-F238E27FC236}">
                <a16:creationId xmlns:a16="http://schemas.microsoft.com/office/drawing/2014/main" id="{FC59D018-2DD7-F50D-8793-B23A6A6E640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4306" y="2923444"/>
            <a:ext cx="511175" cy="236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9" name="Group 25">
            <a:extLst>
              <a:ext uri="{FF2B5EF4-FFF2-40B4-BE49-F238E27FC236}">
                <a16:creationId xmlns:a16="http://schemas.microsoft.com/office/drawing/2014/main" id="{F0544886-B908-694E-67BD-B325B3681419}"/>
              </a:ext>
            </a:extLst>
          </p:cNvPr>
          <p:cNvGrpSpPr>
            <a:grpSpLocks/>
          </p:cNvGrpSpPr>
          <p:nvPr/>
        </p:nvGrpSpPr>
        <p:grpSpPr bwMode="auto">
          <a:xfrm>
            <a:off x="4065285" y="2761201"/>
            <a:ext cx="825659" cy="601187"/>
            <a:chOff x="4830" y="1752"/>
            <a:chExt cx="667" cy="477"/>
          </a:xfrm>
        </p:grpSpPr>
        <p:grpSp>
          <p:nvGrpSpPr>
            <p:cNvPr id="30" name="Group 26">
              <a:extLst>
                <a:ext uri="{FF2B5EF4-FFF2-40B4-BE49-F238E27FC236}">
                  <a16:creationId xmlns:a16="http://schemas.microsoft.com/office/drawing/2014/main" id="{453F5392-2552-C1CA-19F4-429F4ECB54CB}"/>
                </a:ext>
              </a:extLst>
            </p:cNvPr>
            <p:cNvGrpSpPr>
              <a:grpSpLocks/>
            </p:cNvGrpSpPr>
            <p:nvPr/>
          </p:nvGrpSpPr>
          <p:grpSpPr bwMode="auto">
            <a:xfrm>
              <a:off x="4830" y="1752"/>
              <a:ext cx="667" cy="477"/>
              <a:chOff x="2949" y="196"/>
              <a:chExt cx="941" cy="598"/>
            </a:xfrm>
          </p:grpSpPr>
          <p:sp>
            <p:nvSpPr>
              <p:cNvPr id="32" name="Oval 27">
                <a:extLst>
                  <a:ext uri="{FF2B5EF4-FFF2-40B4-BE49-F238E27FC236}">
                    <a16:creationId xmlns:a16="http://schemas.microsoft.com/office/drawing/2014/main" id="{9E90FD29-4098-48E3-2441-FF3DBC76452B}"/>
                  </a:ext>
                </a:extLst>
              </p:cNvPr>
              <p:cNvSpPr>
                <a:spLocks noChangeArrowheads="1"/>
              </p:cNvSpPr>
              <p:nvPr/>
            </p:nvSpPr>
            <p:spPr bwMode="auto">
              <a:xfrm>
                <a:off x="3168" y="196"/>
                <a:ext cx="407" cy="162"/>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3" name="Oval 28">
                <a:extLst>
                  <a:ext uri="{FF2B5EF4-FFF2-40B4-BE49-F238E27FC236}">
                    <a16:creationId xmlns:a16="http://schemas.microsoft.com/office/drawing/2014/main" id="{501C63DA-D487-6719-323B-93362AC3F122}"/>
                  </a:ext>
                </a:extLst>
              </p:cNvPr>
              <p:cNvSpPr>
                <a:spLocks noChangeArrowheads="1"/>
              </p:cNvSpPr>
              <p:nvPr/>
            </p:nvSpPr>
            <p:spPr bwMode="auto">
              <a:xfrm rot="900000">
                <a:off x="3512" y="252"/>
                <a:ext cx="275" cy="131"/>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4" name="Oval 29">
                <a:extLst>
                  <a:ext uri="{FF2B5EF4-FFF2-40B4-BE49-F238E27FC236}">
                    <a16:creationId xmlns:a16="http://schemas.microsoft.com/office/drawing/2014/main" id="{666EC730-9292-8FA8-2617-5B59FD735AA0}"/>
                  </a:ext>
                </a:extLst>
              </p:cNvPr>
              <p:cNvSpPr>
                <a:spLocks noChangeArrowheads="1"/>
              </p:cNvSpPr>
              <p:nvPr/>
            </p:nvSpPr>
            <p:spPr bwMode="auto">
              <a:xfrm rot="1500000">
                <a:off x="3650" y="385"/>
                <a:ext cx="240" cy="153"/>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5" name="Oval 30">
                <a:extLst>
                  <a:ext uri="{FF2B5EF4-FFF2-40B4-BE49-F238E27FC236}">
                    <a16:creationId xmlns:a16="http://schemas.microsoft.com/office/drawing/2014/main" id="{42C7F1D1-4472-5D12-DCA5-A14855881404}"/>
                  </a:ext>
                </a:extLst>
              </p:cNvPr>
              <p:cNvSpPr>
                <a:spLocks noChangeArrowheads="1"/>
              </p:cNvSpPr>
              <p:nvPr/>
            </p:nvSpPr>
            <p:spPr bwMode="auto">
              <a:xfrm rot="-1560000">
                <a:off x="3573" y="537"/>
                <a:ext cx="291" cy="18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6" name="Oval 31">
                <a:extLst>
                  <a:ext uri="{FF2B5EF4-FFF2-40B4-BE49-F238E27FC236}">
                    <a16:creationId xmlns:a16="http://schemas.microsoft.com/office/drawing/2014/main" id="{355A7F7A-5F7F-1471-6196-4B059CE11934}"/>
                  </a:ext>
                </a:extLst>
              </p:cNvPr>
              <p:cNvSpPr>
                <a:spLocks noChangeArrowheads="1"/>
              </p:cNvSpPr>
              <p:nvPr/>
            </p:nvSpPr>
            <p:spPr bwMode="auto">
              <a:xfrm>
                <a:off x="3216" y="555"/>
                <a:ext cx="471" cy="23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7" name="Oval 32">
                <a:extLst>
                  <a:ext uri="{FF2B5EF4-FFF2-40B4-BE49-F238E27FC236}">
                    <a16:creationId xmlns:a16="http://schemas.microsoft.com/office/drawing/2014/main" id="{0317A416-76E8-DBFE-8927-7B2B5F401268}"/>
                  </a:ext>
                </a:extLst>
              </p:cNvPr>
              <p:cNvSpPr>
                <a:spLocks noChangeArrowheads="1"/>
              </p:cNvSpPr>
              <p:nvPr/>
            </p:nvSpPr>
            <p:spPr bwMode="auto">
              <a:xfrm rot="1080000">
                <a:off x="3023" y="555"/>
                <a:ext cx="26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8" name="Oval 33">
                <a:extLst>
                  <a:ext uri="{FF2B5EF4-FFF2-40B4-BE49-F238E27FC236}">
                    <a16:creationId xmlns:a16="http://schemas.microsoft.com/office/drawing/2014/main" id="{17D932B0-D6EB-3E7A-AA22-EABA37110F30}"/>
                  </a:ext>
                </a:extLst>
              </p:cNvPr>
              <p:cNvSpPr>
                <a:spLocks noChangeArrowheads="1"/>
              </p:cNvSpPr>
              <p:nvPr/>
            </p:nvSpPr>
            <p:spPr bwMode="auto">
              <a:xfrm>
                <a:off x="2949" y="432"/>
                <a:ext cx="217"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9" name="Oval 34">
                <a:extLst>
                  <a:ext uri="{FF2B5EF4-FFF2-40B4-BE49-F238E27FC236}">
                    <a16:creationId xmlns:a16="http://schemas.microsoft.com/office/drawing/2014/main" id="{DA2BB1E9-6C3D-C1F9-EED0-4B91CD3A44E3}"/>
                  </a:ext>
                </a:extLst>
              </p:cNvPr>
              <p:cNvSpPr>
                <a:spLocks noChangeArrowheads="1"/>
              </p:cNvSpPr>
              <p:nvPr/>
            </p:nvSpPr>
            <p:spPr bwMode="auto">
              <a:xfrm rot="-1860000">
                <a:off x="2984" y="310"/>
                <a:ext cx="29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0" name="Freeform 35">
                <a:extLst>
                  <a:ext uri="{FF2B5EF4-FFF2-40B4-BE49-F238E27FC236}">
                    <a16:creationId xmlns:a16="http://schemas.microsoft.com/office/drawing/2014/main" id="{0077F2E5-BA68-05BC-F6AD-2BEA44958DCC}"/>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1" name="Freeform 36">
                <a:extLst>
                  <a:ext uri="{FF2B5EF4-FFF2-40B4-BE49-F238E27FC236}">
                    <a16:creationId xmlns:a16="http://schemas.microsoft.com/office/drawing/2014/main" id="{C06ED86F-8494-617F-7212-612E2C267665}"/>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2" name="Freeform 37">
                <a:extLst>
                  <a:ext uri="{FF2B5EF4-FFF2-40B4-BE49-F238E27FC236}">
                    <a16:creationId xmlns:a16="http://schemas.microsoft.com/office/drawing/2014/main" id="{E32222C4-533A-2E9E-2B88-728734DD7A72}"/>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31" name="Text Box 38">
              <a:extLst>
                <a:ext uri="{FF2B5EF4-FFF2-40B4-BE49-F238E27FC236}">
                  <a16:creationId xmlns:a16="http://schemas.microsoft.com/office/drawing/2014/main" id="{396F3221-3D54-C6C0-DD9F-978724251808}"/>
                </a:ext>
              </a:extLst>
            </p:cNvPr>
            <p:cNvSpPr txBox="1">
              <a:spLocks noChangeArrowheads="1"/>
            </p:cNvSpPr>
            <p:nvPr/>
          </p:nvSpPr>
          <p:spPr bwMode="auto">
            <a:xfrm>
              <a:off x="4967" y="1848"/>
              <a:ext cx="149" cy="244"/>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zh-CN" sz="1400" b="1" i="0" u="none" strike="noStrike" kern="0" cap="none" spc="0" normalizeH="0" baseline="0" noProof="0">
                <a:ln>
                  <a:noFill/>
                </a:ln>
                <a:solidFill>
                  <a:srgbClr val="333399"/>
                </a:solidFill>
                <a:effectLst/>
                <a:uLnTx/>
                <a:uFillTx/>
                <a:latin typeface="Arial" panose="020B0604020202020204" pitchFamily="34" charset="0"/>
                <a:ea typeface="黑体" panose="02010609060101010101" pitchFamily="49" charset="-122"/>
              </a:endParaRPr>
            </a:p>
          </p:txBody>
        </p:sp>
      </p:grpSp>
      <p:grpSp>
        <p:nvGrpSpPr>
          <p:cNvPr id="43" name="Group 39">
            <a:extLst>
              <a:ext uri="{FF2B5EF4-FFF2-40B4-BE49-F238E27FC236}">
                <a16:creationId xmlns:a16="http://schemas.microsoft.com/office/drawing/2014/main" id="{E84BD4BD-EA90-6409-46C0-B03D5171ED85}"/>
              </a:ext>
            </a:extLst>
          </p:cNvPr>
          <p:cNvGrpSpPr>
            <a:grpSpLocks/>
          </p:cNvGrpSpPr>
          <p:nvPr/>
        </p:nvGrpSpPr>
        <p:grpSpPr bwMode="auto">
          <a:xfrm>
            <a:off x="4135291" y="2504500"/>
            <a:ext cx="1978025" cy="321150"/>
            <a:chOff x="2109" y="1752"/>
            <a:chExt cx="1780" cy="289"/>
          </a:xfrm>
        </p:grpSpPr>
        <p:sp>
          <p:nvSpPr>
            <p:cNvPr id="44" name="AutoShape 40">
              <a:extLst>
                <a:ext uri="{FF2B5EF4-FFF2-40B4-BE49-F238E27FC236}">
                  <a16:creationId xmlns:a16="http://schemas.microsoft.com/office/drawing/2014/main" id="{5845A5E5-0824-D2E4-4E31-F671F715AFDB}"/>
                </a:ext>
              </a:extLst>
            </p:cNvPr>
            <p:cNvSpPr>
              <a:spLocks noChangeArrowheads="1"/>
            </p:cNvSpPr>
            <p:nvPr/>
          </p:nvSpPr>
          <p:spPr bwMode="auto">
            <a:xfrm flipH="1">
              <a:off x="2109" y="1812"/>
              <a:ext cx="347" cy="179"/>
            </a:xfrm>
            <a:prstGeom prst="rightArrow">
              <a:avLst>
                <a:gd name="adj1" fmla="val 50000"/>
                <a:gd name="adj2" fmla="val 48464"/>
              </a:avLst>
            </a:prstGeom>
            <a:solidFill>
              <a:srgbClr val="FFFF99"/>
            </a:solidFill>
            <a:ln w="9525">
              <a:solidFill>
                <a:srgbClr val="000000"/>
              </a:solidFill>
              <a:miter lim="800000"/>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5" name="Rectangle 41">
              <a:extLst>
                <a:ext uri="{FF2B5EF4-FFF2-40B4-BE49-F238E27FC236}">
                  <a16:creationId xmlns:a16="http://schemas.microsoft.com/office/drawing/2014/main" id="{19677D5A-2425-BD5B-FD6E-C56F1FE728CA}"/>
                </a:ext>
              </a:extLst>
            </p:cNvPr>
            <p:cNvSpPr>
              <a:spLocks noChangeArrowheads="1"/>
            </p:cNvSpPr>
            <p:nvPr/>
          </p:nvSpPr>
          <p:spPr bwMode="auto">
            <a:xfrm flipH="1">
              <a:off x="2385" y="1752"/>
              <a:ext cx="1402" cy="287"/>
            </a:xfrm>
            <a:prstGeom prst="rect">
              <a:avLst/>
            </a:prstGeom>
            <a:solidFill>
              <a:srgbClr val="FFFF99"/>
            </a:solidFill>
            <a:ln w="9525">
              <a:solidFill>
                <a:srgbClr val="000000"/>
              </a:solidFill>
              <a:miter lim="800000"/>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6" name="Text Box 42">
              <a:extLst>
                <a:ext uri="{FF2B5EF4-FFF2-40B4-BE49-F238E27FC236}">
                  <a16:creationId xmlns:a16="http://schemas.microsoft.com/office/drawing/2014/main" id="{0AE8B7AF-261B-8DD9-6299-AB35C6FD2CCC}"/>
                </a:ext>
              </a:extLst>
            </p:cNvPr>
            <p:cNvSpPr txBox="1">
              <a:spLocks noChangeArrowheads="1"/>
            </p:cNvSpPr>
            <p:nvPr/>
          </p:nvSpPr>
          <p:spPr bwMode="auto">
            <a:xfrm>
              <a:off x="2286" y="1764"/>
              <a:ext cx="1603"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miter lim="800000"/>
                  <a:headEnd/>
                  <a:tailEnd/>
                </a14:hiddenLine>
              </a:ext>
            </a:extLst>
          </p:spPr>
          <p:txBody>
            <a:bodyPr wrap="squar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50000"/>
                </a:spcBef>
                <a:spcAft>
                  <a:spcPct val="0"/>
                </a:spcAft>
                <a:buClrTx/>
                <a:buSzTx/>
                <a:buFontTx/>
                <a:buNone/>
                <a:tabLst/>
                <a:defRPr/>
              </a:pPr>
              <a:r>
                <a:rPr kumimoji="0" lang="zh-CN" altLang="en-US" sz="1400" b="1"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我到网</a:t>
              </a:r>
              <a:r>
                <a:rPr kumimoji="0" lang="en-US" altLang="zh-CN" sz="1400" b="1"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N</a:t>
              </a:r>
              <a:r>
                <a:rPr kumimoji="0" lang="zh-CN" altLang="en-US" sz="1400" b="1"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的距离为</a:t>
              </a:r>
              <a:r>
                <a:rPr kumimoji="0" lang="en-US" altLang="zh-CN" sz="1400" b="1"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d</a:t>
              </a:r>
            </a:p>
          </p:txBody>
        </p:sp>
      </p:grpSp>
      <p:grpSp>
        <p:nvGrpSpPr>
          <p:cNvPr id="47" name="Group 43">
            <a:extLst>
              <a:ext uri="{FF2B5EF4-FFF2-40B4-BE49-F238E27FC236}">
                <a16:creationId xmlns:a16="http://schemas.microsoft.com/office/drawing/2014/main" id="{622C76C6-0E06-904F-8396-70D5D2D436CF}"/>
              </a:ext>
            </a:extLst>
          </p:cNvPr>
          <p:cNvGrpSpPr>
            <a:grpSpLocks/>
          </p:cNvGrpSpPr>
          <p:nvPr/>
        </p:nvGrpSpPr>
        <p:grpSpPr bwMode="auto">
          <a:xfrm>
            <a:off x="3611895" y="3412396"/>
            <a:ext cx="4183857" cy="508953"/>
            <a:chOff x="958" y="2070"/>
            <a:chExt cx="3765" cy="458"/>
          </a:xfrm>
        </p:grpSpPr>
        <p:sp>
          <p:nvSpPr>
            <p:cNvPr id="48" name="AutoShape 44">
              <a:extLst>
                <a:ext uri="{FF2B5EF4-FFF2-40B4-BE49-F238E27FC236}">
                  <a16:creationId xmlns:a16="http://schemas.microsoft.com/office/drawing/2014/main" id="{CBCA25F3-C52F-4731-A9DA-38AB1A2E5ED7}"/>
                </a:ext>
              </a:extLst>
            </p:cNvPr>
            <p:cNvSpPr>
              <a:spLocks/>
            </p:cNvSpPr>
            <p:nvPr/>
          </p:nvSpPr>
          <p:spPr bwMode="auto">
            <a:xfrm rot="-5400000">
              <a:off x="2727" y="301"/>
              <a:ext cx="227" cy="3765"/>
            </a:xfrm>
            <a:prstGeom prst="leftBrace">
              <a:avLst>
                <a:gd name="adj1" fmla="val 138216"/>
                <a:gd name="adj2" fmla="val 50171"/>
              </a:avLst>
            </a:prstGeom>
            <a:noFill/>
            <a:ln w="19050">
              <a:solidFill>
                <a:srgbClr val="8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fontAlgn="base">
                <a:spcBef>
                  <a:spcPct val="0"/>
                </a:spcBef>
                <a:spcAft>
                  <a:spcPct val="0"/>
                </a:spcAft>
                <a:buClrTx/>
                <a:buSzTx/>
                <a:buFontTx/>
                <a:buNone/>
              </a:pPr>
              <a:endParaRPr lang="zh-CN" altLang="en-US" sz="1800" b="1">
                <a:solidFill>
                  <a:srgbClr val="000000"/>
                </a:solidFill>
                <a:latin typeface="Tahoma" panose="020B0604030504040204" pitchFamily="34" charset="0"/>
              </a:endParaRPr>
            </a:p>
          </p:txBody>
        </p:sp>
        <p:sp>
          <p:nvSpPr>
            <p:cNvPr id="49" name="Text Box 45">
              <a:extLst>
                <a:ext uri="{FF2B5EF4-FFF2-40B4-BE49-F238E27FC236}">
                  <a16:creationId xmlns:a16="http://schemas.microsoft.com/office/drawing/2014/main" id="{C7313679-E3E2-BAB2-4BF4-7112504F6A03}"/>
                </a:ext>
              </a:extLst>
            </p:cNvPr>
            <p:cNvSpPr txBox="1">
              <a:spLocks noChangeArrowheads="1"/>
            </p:cNvSpPr>
            <p:nvPr/>
          </p:nvSpPr>
          <p:spPr bwMode="auto">
            <a:xfrm>
              <a:off x="1519" y="2251"/>
              <a:ext cx="2784"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fontAlgn="base">
                <a:spcBef>
                  <a:spcPct val="50000"/>
                </a:spcBef>
                <a:spcAft>
                  <a:spcPct val="0"/>
                </a:spcAft>
                <a:buClrTx/>
                <a:buSzTx/>
                <a:buFontTx/>
                <a:buNone/>
              </a:pPr>
              <a:r>
                <a:rPr lang="zh-CN" altLang="en-US" sz="1400" b="1" dirty="0">
                  <a:solidFill>
                    <a:srgbClr val="000000"/>
                  </a:solidFill>
                  <a:latin typeface="Tahoma" panose="020B0604030504040204" pitchFamily="34" charset="0"/>
                </a:rPr>
                <a:t>路由器</a:t>
              </a:r>
              <a:r>
                <a:rPr lang="en-US" altLang="zh-CN" sz="1400" b="1" dirty="0">
                  <a:solidFill>
                    <a:srgbClr val="000000"/>
                  </a:solidFill>
                  <a:latin typeface="Tahoma" panose="020B0604030504040204" pitchFamily="34" charset="0"/>
                </a:rPr>
                <a:t>Y</a:t>
              </a:r>
              <a:r>
                <a:rPr lang="zh-CN" altLang="en-US" sz="1400" b="1" dirty="0">
                  <a:solidFill>
                    <a:srgbClr val="C00000"/>
                  </a:solidFill>
                  <a:latin typeface="Tahoma" panose="020B0604030504040204" pitchFamily="34" charset="0"/>
                </a:rPr>
                <a:t>通过</a:t>
              </a:r>
              <a:r>
                <a:rPr lang="en-US" altLang="zh-CN" sz="1400" b="1" dirty="0">
                  <a:solidFill>
                    <a:srgbClr val="C00000"/>
                  </a:solidFill>
                  <a:latin typeface="Tahoma" panose="020B0604030504040204" pitchFamily="34" charset="0"/>
                </a:rPr>
                <a:t>X</a:t>
              </a:r>
              <a:r>
                <a:rPr lang="zh-CN" altLang="en-US" sz="1400" b="1" dirty="0">
                  <a:solidFill>
                    <a:srgbClr val="000000"/>
                  </a:solidFill>
                  <a:latin typeface="Tahoma" panose="020B0604030504040204" pitchFamily="34" charset="0"/>
                </a:rPr>
                <a:t>到网</a:t>
              </a:r>
              <a:r>
                <a:rPr lang="en-US" altLang="zh-CN" sz="1400" b="1" dirty="0">
                  <a:solidFill>
                    <a:srgbClr val="000000"/>
                  </a:solidFill>
                  <a:latin typeface="Tahoma" panose="020B0604030504040204" pitchFamily="34" charset="0"/>
                </a:rPr>
                <a:t>N</a:t>
              </a:r>
              <a:r>
                <a:rPr lang="zh-CN" altLang="en-US" sz="1400" b="1" dirty="0">
                  <a:solidFill>
                    <a:srgbClr val="000000"/>
                  </a:solidFill>
                  <a:latin typeface="Tahoma" panose="020B0604030504040204" pitchFamily="34" charset="0"/>
                </a:rPr>
                <a:t>的距离为</a:t>
              </a:r>
              <a:r>
                <a:rPr lang="en-US" altLang="zh-CN" sz="1400" b="1" dirty="0">
                  <a:solidFill>
                    <a:srgbClr val="000000"/>
                  </a:solidFill>
                  <a:latin typeface="Tahoma" panose="020B0604030504040204" pitchFamily="34" charset="0"/>
                </a:rPr>
                <a:t>d+1</a:t>
              </a:r>
            </a:p>
          </p:txBody>
        </p:sp>
      </p:grpSp>
      <p:sp>
        <p:nvSpPr>
          <p:cNvPr id="60" name="文本框 59">
            <a:extLst>
              <a:ext uri="{FF2B5EF4-FFF2-40B4-BE49-F238E27FC236}">
                <a16:creationId xmlns:a16="http://schemas.microsoft.com/office/drawing/2014/main" id="{FE1FC646-AC52-C7FD-569A-C4B93FFFE616}"/>
              </a:ext>
            </a:extLst>
          </p:cNvPr>
          <p:cNvSpPr txBox="1"/>
          <p:nvPr/>
        </p:nvSpPr>
        <p:spPr>
          <a:xfrm>
            <a:off x="733864" y="1052827"/>
            <a:ext cx="7676269" cy="707886"/>
          </a:xfrm>
          <a:prstGeom prst="rect">
            <a:avLst/>
          </a:prstGeom>
          <a:noFill/>
        </p:spPr>
        <p:txBody>
          <a:bodyPr wrap="square">
            <a:spAutoFit/>
          </a:bodyPr>
          <a:lstStyle/>
          <a:p>
            <a:r>
              <a:rPr lang="zh-CN" altLang="en-US" sz="2000" b="1" dirty="0">
                <a:latin typeface="微软雅黑" pitchFamily="34" charset="-122"/>
                <a:ea typeface="微软雅黑" pitchFamily="34" charset="-122"/>
              </a:rPr>
              <a:t>假设路由器</a:t>
            </a:r>
            <a:r>
              <a:rPr lang="en-US" altLang="zh-CN" sz="2000" b="1" dirty="0">
                <a:latin typeface="微软雅黑" pitchFamily="34" charset="-122"/>
                <a:ea typeface="微软雅黑" pitchFamily="34" charset="-122"/>
              </a:rPr>
              <a:t>R</a:t>
            </a:r>
            <a:r>
              <a:rPr lang="zh-CN" altLang="en-US" sz="2000" b="1" dirty="0">
                <a:latin typeface="微软雅黑" pitchFamily="34" charset="-122"/>
                <a:ea typeface="微软雅黑" pitchFamily="34" charset="-122"/>
              </a:rPr>
              <a:t>收到相邻的路由器</a:t>
            </a:r>
            <a:r>
              <a:rPr lang="en-US" altLang="zh-CN" sz="2000" b="1" dirty="0">
                <a:latin typeface="微软雅黑" pitchFamily="34" charset="-122"/>
                <a:ea typeface="微软雅黑" pitchFamily="34" charset="-122"/>
              </a:rPr>
              <a:t>X</a:t>
            </a:r>
            <a:r>
              <a:rPr lang="zh-CN" altLang="en-US" sz="2000" b="1" dirty="0">
                <a:latin typeface="微软雅黑" pitchFamily="34" charset="-122"/>
                <a:ea typeface="微软雅黑" pitchFamily="34" charset="-122"/>
              </a:rPr>
              <a:t>发来报文“</a:t>
            </a:r>
            <a:r>
              <a:rPr lang="en-US" altLang="zh-CN" sz="2000" b="1" dirty="0">
                <a:latin typeface="微软雅黑" pitchFamily="34" charset="-122"/>
                <a:ea typeface="微软雅黑" pitchFamily="34" charset="-122"/>
              </a:rPr>
              <a:t>N, d, Y”</a:t>
            </a:r>
            <a:r>
              <a:rPr lang="zh-CN" altLang="en-US" sz="2000" b="1" dirty="0">
                <a:latin typeface="微软雅黑" pitchFamily="34" charset="-122"/>
                <a:ea typeface="微软雅黑" pitchFamily="34" charset="-122"/>
              </a:rPr>
              <a:t>，表示从路由器</a:t>
            </a:r>
            <a:r>
              <a:rPr lang="en-US" altLang="zh-CN" sz="2000" b="1" dirty="0">
                <a:latin typeface="微软雅黑" pitchFamily="34" charset="-122"/>
                <a:ea typeface="微软雅黑" pitchFamily="34" charset="-122"/>
              </a:rPr>
              <a:t>X</a:t>
            </a:r>
            <a:r>
              <a:rPr lang="zh-CN" altLang="en-US" sz="2000" b="1" dirty="0">
                <a:latin typeface="微软雅黑" pitchFamily="34" charset="-122"/>
                <a:ea typeface="微软雅黑" pitchFamily="34" charset="-122"/>
              </a:rPr>
              <a:t>到网络</a:t>
            </a:r>
            <a:r>
              <a:rPr lang="en-US" altLang="zh-CN" sz="2000" b="1" dirty="0">
                <a:latin typeface="微软雅黑" pitchFamily="34" charset="-122"/>
                <a:ea typeface="微软雅黑" pitchFamily="34" charset="-122"/>
              </a:rPr>
              <a:t>N</a:t>
            </a:r>
            <a:r>
              <a:rPr lang="zh-CN" altLang="en-US" sz="2000" b="1" dirty="0">
                <a:latin typeface="微软雅黑" pitchFamily="34" charset="-122"/>
                <a:ea typeface="微软雅黑" pitchFamily="34" charset="-122"/>
              </a:rPr>
              <a:t>的距离是</a:t>
            </a:r>
            <a:r>
              <a:rPr lang="en-US" altLang="zh-CN" sz="2000" b="1" dirty="0">
                <a:latin typeface="微软雅黑" pitchFamily="34" charset="-122"/>
                <a:ea typeface="微软雅黑" pitchFamily="34" charset="-122"/>
              </a:rPr>
              <a:t>d</a:t>
            </a:r>
            <a:r>
              <a:rPr lang="zh-CN" altLang="en-US" sz="2000" b="1" dirty="0">
                <a:latin typeface="微软雅黑" pitchFamily="34" charset="-122"/>
                <a:ea typeface="微软雅黑" pitchFamily="34" charset="-122"/>
              </a:rPr>
              <a:t>，下一跳是路由器</a:t>
            </a:r>
            <a:r>
              <a:rPr lang="en-US" altLang="zh-CN" sz="2000" b="1" dirty="0">
                <a:latin typeface="微软雅黑" pitchFamily="34" charset="-122"/>
                <a:ea typeface="微软雅黑" pitchFamily="34" charset="-122"/>
              </a:rPr>
              <a:t>Y</a:t>
            </a:r>
            <a:r>
              <a:rPr lang="zh-CN" altLang="en-US" sz="2000" b="1" dirty="0">
                <a:latin typeface="微软雅黑" pitchFamily="34" charset="-122"/>
                <a:ea typeface="微软雅黑" pitchFamily="34" charset="-122"/>
              </a:rPr>
              <a:t>。</a:t>
            </a:r>
          </a:p>
        </p:txBody>
      </p:sp>
      <p:grpSp>
        <p:nvGrpSpPr>
          <p:cNvPr id="2" name="组合 1">
            <a:extLst>
              <a:ext uri="{FF2B5EF4-FFF2-40B4-BE49-F238E27FC236}">
                <a16:creationId xmlns:a16="http://schemas.microsoft.com/office/drawing/2014/main" id="{6F1A2BB8-952F-3704-11F9-C1A3E4A29781}"/>
              </a:ext>
            </a:extLst>
          </p:cNvPr>
          <p:cNvGrpSpPr/>
          <p:nvPr/>
        </p:nvGrpSpPr>
        <p:grpSpPr>
          <a:xfrm>
            <a:off x="857289" y="2326482"/>
            <a:ext cx="2152490" cy="1887993"/>
            <a:chOff x="772958" y="2060579"/>
            <a:chExt cx="2152490" cy="1887993"/>
          </a:xfrm>
        </p:grpSpPr>
        <p:grpSp>
          <p:nvGrpSpPr>
            <p:cNvPr id="5" name="Group 46">
              <a:extLst>
                <a:ext uri="{FF2B5EF4-FFF2-40B4-BE49-F238E27FC236}">
                  <a16:creationId xmlns:a16="http://schemas.microsoft.com/office/drawing/2014/main" id="{A8162545-E45F-6FF9-B684-88A33A9148F1}"/>
                </a:ext>
              </a:extLst>
            </p:cNvPr>
            <p:cNvGrpSpPr>
              <a:grpSpLocks/>
            </p:cNvGrpSpPr>
            <p:nvPr/>
          </p:nvGrpSpPr>
          <p:grpSpPr bwMode="auto">
            <a:xfrm>
              <a:off x="772958" y="2340594"/>
              <a:ext cx="2152490" cy="1607978"/>
              <a:chOff x="287" y="2527"/>
              <a:chExt cx="1937" cy="1447"/>
            </a:xfrm>
          </p:grpSpPr>
          <p:grpSp>
            <p:nvGrpSpPr>
              <p:cNvPr id="58" name="Group 47">
                <a:extLst>
                  <a:ext uri="{FF2B5EF4-FFF2-40B4-BE49-F238E27FC236}">
                    <a16:creationId xmlns:a16="http://schemas.microsoft.com/office/drawing/2014/main" id="{C2A743FF-468C-0939-5293-AE0EA8E0D292}"/>
                  </a:ext>
                </a:extLst>
              </p:cNvPr>
              <p:cNvGrpSpPr>
                <a:grpSpLocks/>
              </p:cNvGrpSpPr>
              <p:nvPr/>
            </p:nvGrpSpPr>
            <p:grpSpPr bwMode="auto">
              <a:xfrm>
                <a:off x="340" y="2550"/>
                <a:ext cx="1769" cy="1424"/>
                <a:chOff x="385" y="2493"/>
                <a:chExt cx="3402" cy="1424"/>
              </a:xfrm>
            </p:grpSpPr>
            <p:sp>
              <p:nvSpPr>
                <p:cNvPr id="63" name="Rectangle 48">
                  <a:extLst>
                    <a:ext uri="{FF2B5EF4-FFF2-40B4-BE49-F238E27FC236}">
                      <a16:creationId xmlns:a16="http://schemas.microsoft.com/office/drawing/2014/main" id="{9CADC0C1-E188-08CF-D576-191C8A0260C7}"/>
                    </a:ext>
                  </a:extLst>
                </p:cNvPr>
                <p:cNvSpPr>
                  <a:spLocks noChangeArrowheads="1"/>
                </p:cNvSpPr>
                <p:nvPr/>
              </p:nvSpPr>
              <p:spPr bwMode="auto">
                <a:xfrm>
                  <a:off x="385" y="2493"/>
                  <a:ext cx="3402" cy="1424"/>
                </a:xfrm>
                <a:prstGeom prst="rect">
                  <a:avLst/>
                </a:prstGeom>
                <a:solidFill>
                  <a:srgbClr val="CCECFF"/>
                </a:solidFill>
                <a:ln w="9525">
                  <a:solidFill>
                    <a:srgbClr val="000000"/>
                  </a:solidFill>
                  <a:miter lim="800000"/>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64" name="Line 49">
                  <a:extLst>
                    <a:ext uri="{FF2B5EF4-FFF2-40B4-BE49-F238E27FC236}">
                      <a16:creationId xmlns:a16="http://schemas.microsoft.com/office/drawing/2014/main" id="{8D618306-2EEE-0B5C-034A-90486A0195D8}"/>
                    </a:ext>
                  </a:extLst>
                </p:cNvPr>
                <p:cNvSpPr>
                  <a:spLocks noChangeShapeType="1"/>
                </p:cNvSpPr>
                <p:nvPr/>
              </p:nvSpPr>
              <p:spPr bwMode="auto">
                <a:xfrm>
                  <a:off x="385" y="2720"/>
                  <a:ext cx="340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0"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59" name="Text Box 50">
                <a:extLst>
                  <a:ext uri="{FF2B5EF4-FFF2-40B4-BE49-F238E27FC236}">
                    <a16:creationId xmlns:a16="http://schemas.microsoft.com/office/drawing/2014/main" id="{9B81D299-29B1-6DBE-9F71-25D1E273A3B0}"/>
                  </a:ext>
                </a:extLst>
              </p:cNvPr>
              <p:cNvSpPr txBox="1">
                <a:spLocks noChangeArrowheads="1"/>
              </p:cNvSpPr>
              <p:nvPr/>
            </p:nvSpPr>
            <p:spPr bwMode="auto">
              <a:xfrm>
                <a:off x="287" y="2527"/>
                <a:ext cx="1937"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lvl="0" fontAlgn="base">
                  <a:spcBef>
                    <a:spcPct val="50000"/>
                  </a:spcBef>
                  <a:spcAft>
                    <a:spcPct val="0"/>
                  </a:spcAft>
                  <a:buClrTx/>
                  <a:buSzTx/>
                  <a:buNone/>
                </a:pPr>
                <a:r>
                  <a:rPr kumimoji="0" lang="zh-CN" altLang="en-US" sz="1400" b="0"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目的</a:t>
                </a:r>
                <a:r>
                  <a:rPr lang="zh-CN" altLang="en-US" sz="1400" kern="0" dirty="0">
                    <a:solidFill>
                      <a:srgbClr val="000000"/>
                    </a:solidFill>
                    <a:latin typeface="Tahoma" panose="020B0604030504040204" pitchFamily="34" charset="0"/>
                  </a:rPr>
                  <a:t>网络   距离  </a:t>
                </a:r>
                <a:r>
                  <a:rPr kumimoji="0" lang="zh-CN" altLang="en-US" sz="1400" b="0"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下一跳</a:t>
                </a:r>
              </a:p>
            </p:txBody>
          </p:sp>
          <p:sp>
            <p:nvSpPr>
              <p:cNvPr id="62" name="Text Box 51">
                <a:extLst>
                  <a:ext uri="{FF2B5EF4-FFF2-40B4-BE49-F238E27FC236}">
                    <a16:creationId xmlns:a16="http://schemas.microsoft.com/office/drawing/2014/main" id="{E3BB6733-8A9C-DE20-E0AC-8FFD03E30AC2}"/>
                  </a:ext>
                </a:extLst>
              </p:cNvPr>
              <p:cNvSpPr txBox="1">
                <a:spLocks noChangeArrowheads="1"/>
              </p:cNvSpPr>
              <p:nvPr/>
            </p:nvSpPr>
            <p:spPr bwMode="auto">
              <a:xfrm>
                <a:off x="491" y="2768"/>
                <a:ext cx="154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50000"/>
                  </a:spcBef>
                  <a:spcAft>
                    <a:spcPct val="0"/>
                  </a:spcAft>
                  <a:buClrTx/>
                  <a:buSzTx/>
                  <a:buFontTx/>
                  <a:buNone/>
                  <a:tabLst/>
                  <a:defRPr/>
                </a:pPr>
                <a:endParaRPr kumimoji="0" lang="zh-CN" altLang="zh-CN" sz="1400" b="0"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6" name="Text Box 53">
              <a:extLst>
                <a:ext uri="{FF2B5EF4-FFF2-40B4-BE49-F238E27FC236}">
                  <a16:creationId xmlns:a16="http://schemas.microsoft.com/office/drawing/2014/main" id="{ED4CE867-723C-DF32-43D4-28AEA0988C03}"/>
                </a:ext>
              </a:extLst>
            </p:cNvPr>
            <p:cNvSpPr txBox="1">
              <a:spLocks noChangeArrowheads="1"/>
            </p:cNvSpPr>
            <p:nvPr/>
          </p:nvSpPr>
          <p:spPr bwMode="auto">
            <a:xfrm>
              <a:off x="1271912" y="2060579"/>
              <a:ext cx="16124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fontAlgn="base">
                <a:spcBef>
                  <a:spcPct val="50000"/>
                </a:spcBef>
                <a:spcAft>
                  <a:spcPct val="0"/>
                </a:spcAft>
                <a:buClrTx/>
                <a:buSzTx/>
                <a:buFontTx/>
                <a:buNone/>
              </a:pPr>
              <a:r>
                <a:rPr lang="en-US" altLang="zh-CN" sz="1400" dirty="0">
                  <a:solidFill>
                    <a:srgbClr val="000000"/>
                  </a:solidFill>
                  <a:latin typeface="Tahoma" panose="020B0604030504040204" pitchFamily="34" charset="0"/>
                </a:rPr>
                <a:t>R</a:t>
              </a:r>
              <a:r>
                <a:rPr lang="zh-CN" altLang="en-US" sz="1400" dirty="0">
                  <a:solidFill>
                    <a:srgbClr val="000000"/>
                  </a:solidFill>
                  <a:latin typeface="Tahoma" panose="020B0604030504040204" pitchFamily="34" charset="0"/>
                </a:rPr>
                <a:t>的路由表</a:t>
              </a:r>
            </a:p>
          </p:txBody>
        </p:sp>
      </p:grpSp>
      <p:sp>
        <p:nvSpPr>
          <p:cNvPr id="65" name="Text Box 52">
            <a:extLst>
              <a:ext uri="{FF2B5EF4-FFF2-40B4-BE49-F238E27FC236}">
                <a16:creationId xmlns:a16="http://schemas.microsoft.com/office/drawing/2014/main" id="{5BBB5E82-A42A-E08F-EFC8-1F54A3CC018E}"/>
              </a:ext>
            </a:extLst>
          </p:cNvPr>
          <p:cNvSpPr txBox="1">
            <a:spLocks noChangeArrowheads="1"/>
          </p:cNvSpPr>
          <p:nvPr/>
        </p:nvSpPr>
        <p:spPr bwMode="auto">
          <a:xfrm>
            <a:off x="1089241" y="2904312"/>
            <a:ext cx="19491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fontAlgn="base">
              <a:spcBef>
                <a:spcPct val="50000"/>
              </a:spcBef>
              <a:spcAft>
                <a:spcPct val="0"/>
              </a:spcAft>
              <a:buClrTx/>
              <a:buSzTx/>
              <a:buFontTx/>
              <a:buNone/>
            </a:pPr>
            <a:r>
              <a:rPr lang="en-US" altLang="zh-CN" sz="1400" b="1" dirty="0">
                <a:solidFill>
                  <a:srgbClr val="0000FF"/>
                </a:solidFill>
                <a:latin typeface="Tahoma" panose="020B0604030504040204" pitchFamily="34" charset="0"/>
              </a:rPr>
              <a:t>N            b        X</a:t>
            </a:r>
          </a:p>
        </p:txBody>
      </p:sp>
      <p:sp>
        <p:nvSpPr>
          <p:cNvPr id="66" name="文本框 65">
            <a:extLst>
              <a:ext uri="{FF2B5EF4-FFF2-40B4-BE49-F238E27FC236}">
                <a16:creationId xmlns:a16="http://schemas.microsoft.com/office/drawing/2014/main" id="{22611C54-A9D7-E756-935A-903AD4AEDE4C}"/>
              </a:ext>
            </a:extLst>
          </p:cNvPr>
          <p:cNvSpPr txBox="1"/>
          <p:nvPr/>
        </p:nvSpPr>
        <p:spPr>
          <a:xfrm>
            <a:off x="733864" y="1933838"/>
            <a:ext cx="1004765" cy="338554"/>
          </a:xfrm>
          <a:prstGeom prst="rect">
            <a:avLst/>
          </a:prstGeom>
          <a:noFill/>
        </p:spPr>
        <p:txBody>
          <a:bodyPr wrap="square">
            <a:spAutoFit/>
          </a:bodyPr>
          <a:lstStyle/>
          <a:p>
            <a:r>
              <a:rPr lang="zh-CN" altLang="en-US" sz="1600" b="1" dirty="0">
                <a:solidFill>
                  <a:srgbClr val="0000CC"/>
                </a:solidFill>
                <a:latin typeface="微软雅黑" pitchFamily="34" charset="-122"/>
                <a:ea typeface="微软雅黑" pitchFamily="34" charset="-122"/>
              </a:rPr>
              <a:t>情况</a:t>
            </a:r>
            <a:r>
              <a:rPr lang="en-US" altLang="zh-CN" sz="1600" b="1" dirty="0">
                <a:solidFill>
                  <a:srgbClr val="0000CC"/>
                </a:solidFill>
                <a:latin typeface="微软雅黑" pitchFamily="34" charset="-122"/>
                <a:ea typeface="微软雅黑" pitchFamily="34" charset="-122"/>
              </a:rPr>
              <a:t>2</a:t>
            </a:r>
            <a:r>
              <a:rPr lang="zh-CN" altLang="en-US" sz="1600" b="1" dirty="0">
                <a:solidFill>
                  <a:srgbClr val="0000CC"/>
                </a:solidFill>
                <a:latin typeface="微软雅黑" pitchFamily="34" charset="-122"/>
                <a:ea typeface="微软雅黑" pitchFamily="34" charset="-122"/>
              </a:rPr>
              <a:t>：</a:t>
            </a:r>
            <a:endParaRPr lang="zh-CN" altLang="en-US" sz="1600" dirty="0">
              <a:solidFill>
                <a:srgbClr val="0000CC"/>
              </a:solidFill>
            </a:endParaRPr>
          </a:p>
        </p:txBody>
      </p:sp>
      <p:sp>
        <p:nvSpPr>
          <p:cNvPr id="67" name="Text Box 50">
            <a:extLst>
              <a:ext uri="{FF2B5EF4-FFF2-40B4-BE49-F238E27FC236}">
                <a16:creationId xmlns:a16="http://schemas.microsoft.com/office/drawing/2014/main" id="{A413F0BB-F9EC-49BE-1A54-3AA1A1B0CD2D}"/>
              </a:ext>
            </a:extLst>
          </p:cNvPr>
          <p:cNvSpPr txBox="1">
            <a:spLocks noChangeArrowheads="1"/>
          </p:cNvSpPr>
          <p:nvPr/>
        </p:nvSpPr>
        <p:spPr bwMode="auto">
          <a:xfrm>
            <a:off x="991528" y="3096823"/>
            <a:ext cx="20191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eaLnBrk="1" hangingPunct="1">
              <a:spcBef>
                <a:spcPts val="0"/>
              </a:spcBef>
              <a:buClrTx/>
              <a:buSzTx/>
              <a:buFontTx/>
              <a:buNone/>
            </a:pPr>
            <a:r>
              <a:rPr lang="en-US" altLang="zh-CN" sz="1400" b="1" dirty="0">
                <a:solidFill>
                  <a:srgbClr val="C00000"/>
                </a:solidFill>
                <a:latin typeface="Tahoma" panose="020B0604030504040204" pitchFamily="34" charset="0"/>
              </a:rPr>
              <a:t>d+1 </a:t>
            </a:r>
          </a:p>
          <a:p>
            <a:pPr algn="ctr" eaLnBrk="1" hangingPunct="1">
              <a:spcBef>
                <a:spcPts val="0"/>
              </a:spcBef>
              <a:buClrTx/>
              <a:buSzTx/>
              <a:buFontTx/>
              <a:buNone/>
            </a:pPr>
            <a:r>
              <a:rPr lang="en-US" altLang="zh-CN" sz="1400" b="1" dirty="0">
                <a:solidFill>
                  <a:srgbClr val="C00000"/>
                </a:solidFill>
                <a:latin typeface="Tahoma" panose="020B0604030504040204" pitchFamily="34" charset="0"/>
              </a:rPr>
              <a:t> (</a:t>
            </a:r>
            <a:r>
              <a:rPr lang="zh-CN" altLang="en-US" sz="1400" b="1" dirty="0">
                <a:solidFill>
                  <a:srgbClr val="C00000"/>
                </a:solidFill>
                <a:latin typeface="Tahoma" panose="020B0604030504040204" pitchFamily="34" charset="0"/>
              </a:rPr>
              <a:t>采用最新信息</a:t>
            </a:r>
            <a:r>
              <a:rPr lang="en-US" altLang="zh-CN" sz="1400" b="1" dirty="0">
                <a:solidFill>
                  <a:srgbClr val="C00000"/>
                </a:solidFill>
                <a:latin typeface="Tahoma" panose="020B0604030504040204" pitchFamily="34" charset="0"/>
              </a:rPr>
              <a:t>)</a:t>
            </a:r>
          </a:p>
        </p:txBody>
      </p:sp>
      <p:sp>
        <p:nvSpPr>
          <p:cNvPr id="68" name="Line 51">
            <a:extLst>
              <a:ext uri="{FF2B5EF4-FFF2-40B4-BE49-F238E27FC236}">
                <a16:creationId xmlns:a16="http://schemas.microsoft.com/office/drawing/2014/main" id="{FF367679-D3C2-E03E-93A9-B66A31238155}"/>
              </a:ext>
            </a:extLst>
          </p:cNvPr>
          <p:cNvSpPr>
            <a:spLocks noChangeShapeType="1"/>
          </p:cNvSpPr>
          <p:nvPr/>
        </p:nvSpPr>
        <p:spPr bwMode="auto">
          <a:xfrm>
            <a:off x="1832960" y="3053223"/>
            <a:ext cx="328334"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wrap="none"/>
          <a:lstStyle/>
          <a:p>
            <a:endParaRPr lang="zh-CN" altLang="en-US"/>
          </a:p>
        </p:txBody>
      </p:sp>
    </p:spTree>
    <p:extLst>
      <p:ext uri="{BB962C8B-B14F-4D97-AF65-F5344CB8AC3E}">
        <p14:creationId xmlns:p14="http://schemas.microsoft.com/office/powerpoint/2010/main" val="1906550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fade">
                                      <p:cBhvr>
                                        <p:cTn id="7" dur="1000"/>
                                        <p:tgtEl>
                                          <p:spTgt spid="66"/>
                                        </p:tgtEl>
                                      </p:cBhvr>
                                    </p:animEffect>
                                    <p:anim calcmode="lin" valueType="num">
                                      <p:cBhvr>
                                        <p:cTn id="8" dur="1000" fill="hold"/>
                                        <p:tgtEl>
                                          <p:spTgt spid="66"/>
                                        </p:tgtEl>
                                        <p:attrNameLst>
                                          <p:attrName>ppt_x</p:attrName>
                                        </p:attrNameLst>
                                      </p:cBhvr>
                                      <p:tavLst>
                                        <p:tav tm="0">
                                          <p:val>
                                            <p:strVal val="#ppt_x"/>
                                          </p:val>
                                        </p:tav>
                                        <p:tav tm="100000">
                                          <p:val>
                                            <p:strVal val="#ppt_x"/>
                                          </p:val>
                                        </p:tav>
                                      </p:tavLst>
                                    </p:anim>
                                    <p:anim calcmode="lin" valueType="num">
                                      <p:cBhvr>
                                        <p:cTn id="9" dur="1000" fill="hold"/>
                                        <p:tgtEl>
                                          <p:spTgt spid="6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35" presetClass="emph" presetSubtype="0" repeatCount="3000" fill="hold" grpId="2" nodeType="afterEffect">
                                  <p:stCondLst>
                                    <p:cond delay="0"/>
                                  </p:stCondLst>
                                  <p:childTnLst>
                                    <p:anim calcmode="discrete" valueType="str">
                                      <p:cBhvr>
                                        <p:cTn id="12" dur="1000" fill="hold"/>
                                        <p:tgtEl>
                                          <p:spTgt spid="65"/>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68"/>
                                        </p:tgtEl>
                                        <p:attrNameLst>
                                          <p:attrName>style.visibility</p:attrName>
                                        </p:attrNameLst>
                                      </p:cBhvr>
                                      <p:to>
                                        <p:strVal val="visible"/>
                                      </p:to>
                                    </p:set>
                                    <p:animEffect transition="in" filter="wipe(left)">
                                      <p:cBhvr>
                                        <p:cTn id="17" dur="500"/>
                                        <p:tgtEl>
                                          <p:spTgt spid="68"/>
                                        </p:tgtEl>
                                      </p:cBhvr>
                                    </p:animEffect>
                                  </p:childTnLst>
                                </p:cTn>
                              </p:par>
                            </p:childTnLst>
                          </p:cTn>
                        </p:par>
                        <p:par>
                          <p:cTn id="18" fill="hold">
                            <p:stCondLst>
                              <p:cond delay="500"/>
                            </p:stCondLst>
                            <p:childTnLst>
                              <p:par>
                                <p:cTn id="19" presetID="10" presetClass="entr" presetSubtype="0" fill="hold" grpId="2" nodeType="afterEffect">
                                  <p:stCondLst>
                                    <p:cond delay="0"/>
                                  </p:stCondLst>
                                  <p:childTnLst>
                                    <p:set>
                                      <p:cBhvr>
                                        <p:cTn id="20" dur="1" fill="hold">
                                          <p:stCondLst>
                                            <p:cond delay="0"/>
                                          </p:stCondLst>
                                        </p:cTn>
                                        <p:tgtEl>
                                          <p:spTgt spid="67"/>
                                        </p:tgtEl>
                                        <p:attrNameLst>
                                          <p:attrName>style.visibility</p:attrName>
                                        </p:attrNameLst>
                                      </p:cBhvr>
                                      <p:to>
                                        <p:strVal val="visible"/>
                                      </p:to>
                                    </p:set>
                                    <p:animEffect transition="in" filter="fade">
                                      <p:cBhvr>
                                        <p:cTn id="21" dur="500"/>
                                        <p:tgtEl>
                                          <p:spTgt spid="67"/>
                                        </p:tgtEl>
                                      </p:cBhvr>
                                    </p:animEffect>
                                  </p:childTnLst>
                                </p:cTn>
                              </p:par>
                            </p:childTnLst>
                          </p:cTn>
                        </p:par>
                        <p:par>
                          <p:cTn id="22" fill="hold">
                            <p:stCondLst>
                              <p:cond delay="1000"/>
                            </p:stCondLst>
                            <p:childTnLst>
                              <p:par>
                                <p:cTn id="23" presetID="35" presetClass="emph" presetSubtype="0" repeatCount="2000" fill="hold" grpId="3" nodeType="afterEffect">
                                  <p:stCondLst>
                                    <p:cond delay="0"/>
                                  </p:stCondLst>
                                  <p:childTnLst>
                                    <p:anim calcmode="discrete" valueType="str">
                                      <p:cBhvr>
                                        <p:cTn id="24" dur="1000" fill="hold"/>
                                        <p:tgtEl>
                                          <p:spTgt spid="6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65" grpId="0"/>
      <p:bldP spid="65" grpId="1"/>
      <p:bldP spid="65" grpId="2"/>
      <p:bldP spid="66" grpId="0"/>
      <p:bldP spid="67" grpId="0"/>
      <p:bldP spid="67" grpId="1"/>
      <p:bldP spid="67" grpId="2"/>
      <p:bldP spid="67" grpId="3"/>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5B62EB-A11A-38CA-62BD-D7515FE7BE77}"/>
            </a:ext>
          </a:extLst>
        </p:cNvPr>
        <p:cNvGrpSpPr/>
        <p:nvPr/>
      </p:nvGrpSpPr>
      <p:grpSpPr>
        <a:xfrm>
          <a:off x="0" y="0"/>
          <a:ext cx="0" cy="0"/>
          <a:chOff x="0" y="0"/>
          <a:chExt cx="0" cy="0"/>
        </a:xfrm>
      </p:grpSpPr>
      <p:grpSp>
        <p:nvGrpSpPr>
          <p:cNvPr id="76" name="组合 75">
            <a:extLst>
              <a:ext uri="{FF2B5EF4-FFF2-40B4-BE49-F238E27FC236}">
                <a16:creationId xmlns:a16="http://schemas.microsoft.com/office/drawing/2014/main" id="{870B3C1C-B8FB-8871-3715-741007854B81}"/>
              </a:ext>
            </a:extLst>
          </p:cNvPr>
          <p:cNvGrpSpPr/>
          <p:nvPr/>
        </p:nvGrpSpPr>
        <p:grpSpPr>
          <a:xfrm>
            <a:off x="3645043" y="1797308"/>
            <a:ext cx="4082732" cy="1111230"/>
            <a:chOff x="3645043" y="1797308"/>
            <a:chExt cx="4082732" cy="1111230"/>
          </a:xfrm>
        </p:grpSpPr>
        <p:grpSp>
          <p:nvGrpSpPr>
            <p:cNvPr id="2" name="Group 2">
              <a:extLst>
                <a:ext uri="{FF2B5EF4-FFF2-40B4-BE49-F238E27FC236}">
                  <a16:creationId xmlns:a16="http://schemas.microsoft.com/office/drawing/2014/main" id="{524D16B5-F245-F775-F611-28A296131D02}"/>
                </a:ext>
              </a:extLst>
            </p:cNvPr>
            <p:cNvGrpSpPr>
              <a:grpSpLocks/>
            </p:cNvGrpSpPr>
            <p:nvPr/>
          </p:nvGrpSpPr>
          <p:grpSpPr bwMode="auto">
            <a:xfrm>
              <a:off x="3645043" y="2051765"/>
              <a:ext cx="4082732" cy="856773"/>
              <a:chOff x="930" y="935"/>
              <a:chExt cx="3674" cy="771"/>
            </a:xfrm>
          </p:grpSpPr>
          <p:sp>
            <p:nvSpPr>
              <p:cNvPr id="5" name="Line 3">
                <a:extLst>
                  <a:ext uri="{FF2B5EF4-FFF2-40B4-BE49-F238E27FC236}">
                    <a16:creationId xmlns:a16="http://schemas.microsoft.com/office/drawing/2014/main" id="{4BAC7A24-DE30-90A2-C5A8-6F37F6FA256E}"/>
                  </a:ext>
                </a:extLst>
              </p:cNvPr>
              <p:cNvSpPr>
                <a:spLocks noChangeShapeType="1"/>
              </p:cNvSpPr>
              <p:nvPr/>
            </p:nvSpPr>
            <p:spPr bwMode="auto">
              <a:xfrm flipV="1">
                <a:off x="930" y="1071"/>
                <a:ext cx="771" cy="635"/>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6" name="Line 4">
                <a:extLst>
                  <a:ext uri="{FF2B5EF4-FFF2-40B4-BE49-F238E27FC236}">
                    <a16:creationId xmlns:a16="http://schemas.microsoft.com/office/drawing/2014/main" id="{8A4A5431-48F6-5C19-D1BC-822EC163E14C}"/>
                  </a:ext>
                </a:extLst>
              </p:cNvPr>
              <p:cNvSpPr>
                <a:spLocks noChangeShapeType="1"/>
              </p:cNvSpPr>
              <p:nvPr/>
            </p:nvSpPr>
            <p:spPr bwMode="auto">
              <a:xfrm>
                <a:off x="1837" y="1071"/>
                <a:ext cx="2767" cy="635"/>
              </a:xfrm>
              <a:prstGeom prst="line">
                <a:avLst/>
              </a:prstGeom>
              <a:noFill/>
              <a:ln w="38100">
                <a:solidFill>
                  <a:srgbClr val="333399"/>
                </a:solidFill>
                <a:prstDash val="sysDot"/>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pic>
            <p:nvPicPr>
              <p:cNvPr id="58" name="Picture 5">
                <a:extLst>
                  <a:ext uri="{FF2B5EF4-FFF2-40B4-BE49-F238E27FC236}">
                    <a16:creationId xmlns:a16="http://schemas.microsoft.com/office/drawing/2014/main" id="{C7EE73E6-F9F1-AD97-21F5-D5F08A94576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19" y="935"/>
                <a:ext cx="460"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59" name="Group 6">
                <a:extLst>
                  <a:ext uri="{FF2B5EF4-FFF2-40B4-BE49-F238E27FC236}">
                    <a16:creationId xmlns:a16="http://schemas.microsoft.com/office/drawing/2014/main" id="{F72913B5-0FBC-7633-5DDF-62744CB84FC3}"/>
                  </a:ext>
                </a:extLst>
              </p:cNvPr>
              <p:cNvGrpSpPr>
                <a:grpSpLocks/>
              </p:cNvGrpSpPr>
              <p:nvPr/>
            </p:nvGrpSpPr>
            <p:grpSpPr bwMode="auto">
              <a:xfrm>
                <a:off x="1066" y="1162"/>
                <a:ext cx="561" cy="405"/>
                <a:chOff x="4830" y="1752"/>
                <a:chExt cx="667" cy="477"/>
              </a:xfrm>
            </p:grpSpPr>
            <p:grpSp>
              <p:nvGrpSpPr>
                <p:cNvPr id="62" name="Group 7">
                  <a:extLst>
                    <a:ext uri="{FF2B5EF4-FFF2-40B4-BE49-F238E27FC236}">
                      <a16:creationId xmlns:a16="http://schemas.microsoft.com/office/drawing/2014/main" id="{6CBE0819-F8FF-A0D0-8F12-2E05F478A50E}"/>
                    </a:ext>
                  </a:extLst>
                </p:cNvPr>
                <p:cNvGrpSpPr>
                  <a:grpSpLocks/>
                </p:cNvGrpSpPr>
                <p:nvPr/>
              </p:nvGrpSpPr>
              <p:grpSpPr bwMode="auto">
                <a:xfrm>
                  <a:off x="4830" y="1752"/>
                  <a:ext cx="667" cy="477"/>
                  <a:chOff x="2949" y="196"/>
                  <a:chExt cx="941" cy="598"/>
                </a:xfrm>
              </p:grpSpPr>
              <p:sp>
                <p:nvSpPr>
                  <p:cNvPr id="64" name="Oval 8">
                    <a:extLst>
                      <a:ext uri="{FF2B5EF4-FFF2-40B4-BE49-F238E27FC236}">
                        <a16:creationId xmlns:a16="http://schemas.microsoft.com/office/drawing/2014/main" id="{A397DE69-4E5B-9184-19F1-EEC06AE9DA1E}"/>
                      </a:ext>
                    </a:extLst>
                  </p:cNvPr>
                  <p:cNvSpPr>
                    <a:spLocks noChangeArrowheads="1"/>
                  </p:cNvSpPr>
                  <p:nvPr/>
                </p:nvSpPr>
                <p:spPr bwMode="auto">
                  <a:xfrm>
                    <a:off x="3168" y="196"/>
                    <a:ext cx="407" cy="162"/>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65" name="Oval 9">
                    <a:extLst>
                      <a:ext uri="{FF2B5EF4-FFF2-40B4-BE49-F238E27FC236}">
                        <a16:creationId xmlns:a16="http://schemas.microsoft.com/office/drawing/2014/main" id="{9D531279-795D-40B9-90E7-AECFDC98EEDB}"/>
                      </a:ext>
                    </a:extLst>
                  </p:cNvPr>
                  <p:cNvSpPr>
                    <a:spLocks noChangeArrowheads="1"/>
                  </p:cNvSpPr>
                  <p:nvPr/>
                </p:nvSpPr>
                <p:spPr bwMode="auto">
                  <a:xfrm rot="900000">
                    <a:off x="3512" y="252"/>
                    <a:ext cx="275" cy="131"/>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66" name="Oval 10">
                    <a:extLst>
                      <a:ext uri="{FF2B5EF4-FFF2-40B4-BE49-F238E27FC236}">
                        <a16:creationId xmlns:a16="http://schemas.microsoft.com/office/drawing/2014/main" id="{3DC17A32-424A-702B-0B7E-D11A5D40ADCF}"/>
                      </a:ext>
                    </a:extLst>
                  </p:cNvPr>
                  <p:cNvSpPr>
                    <a:spLocks noChangeArrowheads="1"/>
                  </p:cNvSpPr>
                  <p:nvPr/>
                </p:nvSpPr>
                <p:spPr bwMode="auto">
                  <a:xfrm rot="1500000">
                    <a:off x="3650" y="385"/>
                    <a:ext cx="240" cy="153"/>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67" name="Oval 11">
                    <a:extLst>
                      <a:ext uri="{FF2B5EF4-FFF2-40B4-BE49-F238E27FC236}">
                        <a16:creationId xmlns:a16="http://schemas.microsoft.com/office/drawing/2014/main" id="{087CC04B-539A-BEE1-1935-1300645D6072}"/>
                      </a:ext>
                    </a:extLst>
                  </p:cNvPr>
                  <p:cNvSpPr>
                    <a:spLocks noChangeArrowheads="1"/>
                  </p:cNvSpPr>
                  <p:nvPr/>
                </p:nvSpPr>
                <p:spPr bwMode="auto">
                  <a:xfrm rot="-1560000">
                    <a:off x="3573" y="537"/>
                    <a:ext cx="291" cy="18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68" name="Oval 12">
                    <a:extLst>
                      <a:ext uri="{FF2B5EF4-FFF2-40B4-BE49-F238E27FC236}">
                        <a16:creationId xmlns:a16="http://schemas.microsoft.com/office/drawing/2014/main" id="{0C8785C9-84E1-667A-5400-41FE312FEB30}"/>
                      </a:ext>
                    </a:extLst>
                  </p:cNvPr>
                  <p:cNvSpPr>
                    <a:spLocks noChangeArrowheads="1"/>
                  </p:cNvSpPr>
                  <p:nvPr/>
                </p:nvSpPr>
                <p:spPr bwMode="auto">
                  <a:xfrm>
                    <a:off x="3216" y="555"/>
                    <a:ext cx="471" cy="23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69" name="Oval 13">
                    <a:extLst>
                      <a:ext uri="{FF2B5EF4-FFF2-40B4-BE49-F238E27FC236}">
                        <a16:creationId xmlns:a16="http://schemas.microsoft.com/office/drawing/2014/main" id="{AFB63C2B-39EE-1179-09C0-C2FB398806EE}"/>
                      </a:ext>
                    </a:extLst>
                  </p:cNvPr>
                  <p:cNvSpPr>
                    <a:spLocks noChangeArrowheads="1"/>
                  </p:cNvSpPr>
                  <p:nvPr/>
                </p:nvSpPr>
                <p:spPr bwMode="auto">
                  <a:xfrm rot="1080000">
                    <a:off x="3023" y="555"/>
                    <a:ext cx="26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70" name="Oval 14">
                    <a:extLst>
                      <a:ext uri="{FF2B5EF4-FFF2-40B4-BE49-F238E27FC236}">
                        <a16:creationId xmlns:a16="http://schemas.microsoft.com/office/drawing/2014/main" id="{4C64B837-FC82-D6B0-ACCC-EC3C7A32FBC4}"/>
                      </a:ext>
                    </a:extLst>
                  </p:cNvPr>
                  <p:cNvSpPr>
                    <a:spLocks noChangeArrowheads="1"/>
                  </p:cNvSpPr>
                  <p:nvPr/>
                </p:nvSpPr>
                <p:spPr bwMode="auto">
                  <a:xfrm>
                    <a:off x="2949" y="432"/>
                    <a:ext cx="217"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71" name="Oval 15">
                    <a:extLst>
                      <a:ext uri="{FF2B5EF4-FFF2-40B4-BE49-F238E27FC236}">
                        <a16:creationId xmlns:a16="http://schemas.microsoft.com/office/drawing/2014/main" id="{29475B71-9E2B-24EC-93F6-E7582BA9EF9D}"/>
                      </a:ext>
                    </a:extLst>
                  </p:cNvPr>
                  <p:cNvSpPr>
                    <a:spLocks noChangeArrowheads="1"/>
                  </p:cNvSpPr>
                  <p:nvPr/>
                </p:nvSpPr>
                <p:spPr bwMode="auto">
                  <a:xfrm rot="-1860000">
                    <a:off x="2984" y="310"/>
                    <a:ext cx="29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72" name="Freeform 16">
                    <a:extLst>
                      <a:ext uri="{FF2B5EF4-FFF2-40B4-BE49-F238E27FC236}">
                        <a16:creationId xmlns:a16="http://schemas.microsoft.com/office/drawing/2014/main" id="{9B8E76D2-EB7F-06E0-4CF7-E8DEBCB7A604}"/>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73" name="Freeform 17">
                    <a:extLst>
                      <a:ext uri="{FF2B5EF4-FFF2-40B4-BE49-F238E27FC236}">
                        <a16:creationId xmlns:a16="http://schemas.microsoft.com/office/drawing/2014/main" id="{B19E0DA9-2EC2-D1B2-A579-3E7ED184AD05}"/>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74" name="Freeform 18">
                    <a:extLst>
                      <a:ext uri="{FF2B5EF4-FFF2-40B4-BE49-F238E27FC236}">
                        <a16:creationId xmlns:a16="http://schemas.microsoft.com/office/drawing/2014/main" id="{FADF1D89-F6F1-B246-396C-0956445790E6}"/>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63" name="Text Box 19">
                  <a:extLst>
                    <a:ext uri="{FF2B5EF4-FFF2-40B4-BE49-F238E27FC236}">
                      <a16:creationId xmlns:a16="http://schemas.microsoft.com/office/drawing/2014/main" id="{2B735211-F9EC-1215-57D9-AB4262C11617}"/>
                    </a:ext>
                  </a:extLst>
                </p:cNvPr>
                <p:cNvSpPr txBox="1">
                  <a:spLocks noChangeArrowheads="1"/>
                </p:cNvSpPr>
                <p:nvPr/>
              </p:nvSpPr>
              <p:spPr bwMode="auto">
                <a:xfrm>
                  <a:off x="4950" y="1849"/>
                  <a:ext cx="198" cy="326"/>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zh-CN" sz="1400" b="1" i="0" u="none" strike="noStrike" kern="0" cap="none" spc="0" normalizeH="0" baseline="0" noProof="0">
                    <a:ln>
                      <a:noFill/>
                    </a:ln>
                    <a:solidFill>
                      <a:srgbClr val="333399"/>
                    </a:solidFill>
                    <a:effectLst/>
                    <a:uLnTx/>
                    <a:uFillTx/>
                    <a:latin typeface="Arial" panose="020B0604020202020204" pitchFamily="34" charset="0"/>
                    <a:ea typeface="黑体" panose="02010609060101010101" pitchFamily="49" charset="-122"/>
                  </a:endParaRPr>
                </a:p>
              </p:txBody>
            </p:sp>
          </p:grpSp>
        </p:grpSp>
        <p:sp>
          <p:nvSpPr>
            <p:cNvPr id="75" name="Text Box 66">
              <a:extLst>
                <a:ext uri="{FF2B5EF4-FFF2-40B4-BE49-F238E27FC236}">
                  <a16:creationId xmlns:a16="http://schemas.microsoft.com/office/drawing/2014/main" id="{997AA0DC-5036-9428-219C-5FC35C6A7586}"/>
                </a:ext>
              </a:extLst>
            </p:cNvPr>
            <p:cNvSpPr txBox="1">
              <a:spLocks noChangeArrowheads="1"/>
            </p:cNvSpPr>
            <p:nvPr/>
          </p:nvSpPr>
          <p:spPr bwMode="auto">
            <a:xfrm>
              <a:off x="4408321" y="1797308"/>
              <a:ext cx="2936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eaLnBrk="1" hangingPunct="1">
                <a:spcBef>
                  <a:spcPct val="0"/>
                </a:spcBef>
                <a:buClrTx/>
                <a:buSzTx/>
                <a:buFontTx/>
                <a:buNone/>
              </a:pPr>
              <a:r>
                <a:rPr kumimoji="1" lang="en-US" altLang="zh-CN" sz="1400" b="1" dirty="0">
                  <a:solidFill>
                    <a:srgbClr val="333399"/>
                  </a:solidFill>
                </a:rPr>
                <a:t>Z</a:t>
              </a:r>
            </a:p>
          </p:txBody>
        </p:sp>
      </p:grpSp>
      <p:sp>
        <p:nvSpPr>
          <p:cNvPr id="3" name="AutoShape 5">
            <a:extLst>
              <a:ext uri="{FF2B5EF4-FFF2-40B4-BE49-F238E27FC236}">
                <a16:creationId xmlns:a16="http://schemas.microsoft.com/office/drawing/2014/main" id="{56837E2A-6619-E71D-D88D-75C2C3A1C311}"/>
              </a:ext>
            </a:extLst>
          </p:cNvPr>
          <p:cNvSpPr>
            <a:spLocks noChangeArrowheads="1"/>
          </p:cNvSpPr>
          <p:nvPr/>
        </p:nvSpPr>
        <p:spPr bwMode="auto">
          <a:xfrm>
            <a:off x="545143" y="622831"/>
            <a:ext cx="8053713"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8FDCD822-8737-3927-C622-B0775709FCF6}"/>
              </a:ext>
            </a:extLst>
          </p:cNvPr>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RIP </a:t>
            </a:r>
            <a:r>
              <a:rPr lang="zh-CN" altLang="en-US" sz="2000" b="1" dirty="0">
                <a:solidFill>
                  <a:schemeClr val="bg1"/>
                </a:solidFill>
                <a:latin typeface="微软雅黑" pitchFamily="34" charset="-122"/>
                <a:ea typeface="微软雅黑" pitchFamily="34" charset="-122"/>
              </a:rPr>
              <a:t>的路由算法</a:t>
            </a:r>
          </a:p>
        </p:txBody>
      </p:sp>
      <p:grpSp>
        <p:nvGrpSpPr>
          <p:cNvPr id="7" name="Group 2">
            <a:extLst>
              <a:ext uri="{FF2B5EF4-FFF2-40B4-BE49-F238E27FC236}">
                <a16:creationId xmlns:a16="http://schemas.microsoft.com/office/drawing/2014/main" id="{681B0C2B-B707-CC6C-DFCD-2C1EF7022BD8}"/>
              </a:ext>
            </a:extLst>
          </p:cNvPr>
          <p:cNvGrpSpPr>
            <a:grpSpLocks/>
          </p:cNvGrpSpPr>
          <p:nvPr/>
        </p:nvGrpSpPr>
        <p:grpSpPr bwMode="auto">
          <a:xfrm>
            <a:off x="5577696" y="2756756"/>
            <a:ext cx="2589213" cy="601187"/>
            <a:chOff x="2727" y="1480"/>
            <a:chExt cx="2330" cy="541"/>
          </a:xfrm>
        </p:grpSpPr>
        <p:sp>
          <p:nvSpPr>
            <p:cNvPr id="8" name="Line 3">
              <a:extLst>
                <a:ext uri="{FF2B5EF4-FFF2-40B4-BE49-F238E27FC236}">
                  <a16:creationId xmlns:a16="http://schemas.microsoft.com/office/drawing/2014/main" id="{0151946F-96A6-8AA6-5AD4-FB51DC263A73}"/>
                </a:ext>
              </a:extLst>
            </p:cNvPr>
            <p:cNvSpPr>
              <a:spLocks noChangeShapeType="1"/>
            </p:cNvSpPr>
            <p:nvPr/>
          </p:nvSpPr>
          <p:spPr bwMode="auto">
            <a:xfrm>
              <a:off x="2727" y="1752"/>
              <a:ext cx="1678" cy="0"/>
            </a:xfrm>
            <a:prstGeom prst="line">
              <a:avLst/>
            </a:prstGeom>
            <a:noFill/>
            <a:ln w="38100">
              <a:solidFill>
                <a:srgbClr val="333399"/>
              </a:solidFill>
              <a:prstDash val="sysDot"/>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nvGrpSpPr>
            <p:cNvPr id="9" name="Group 4">
              <a:extLst>
                <a:ext uri="{FF2B5EF4-FFF2-40B4-BE49-F238E27FC236}">
                  <a16:creationId xmlns:a16="http://schemas.microsoft.com/office/drawing/2014/main" id="{9BB24FE5-AA1E-E0E7-5DCF-C106D2E24D0B}"/>
                </a:ext>
              </a:extLst>
            </p:cNvPr>
            <p:cNvGrpSpPr>
              <a:grpSpLocks/>
            </p:cNvGrpSpPr>
            <p:nvPr/>
          </p:nvGrpSpPr>
          <p:grpSpPr bwMode="auto">
            <a:xfrm>
              <a:off x="4314" y="1480"/>
              <a:ext cx="743" cy="541"/>
              <a:chOff x="4830" y="1752"/>
              <a:chExt cx="667" cy="477"/>
            </a:xfrm>
          </p:grpSpPr>
          <p:grpSp>
            <p:nvGrpSpPr>
              <p:cNvPr id="11" name="Group 5">
                <a:extLst>
                  <a:ext uri="{FF2B5EF4-FFF2-40B4-BE49-F238E27FC236}">
                    <a16:creationId xmlns:a16="http://schemas.microsoft.com/office/drawing/2014/main" id="{61408C5D-4176-307E-1B37-49A8109F4E62}"/>
                  </a:ext>
                </a:extLst>
              </p:cNvPr>
              <p:cNvGrpSpPr>
                <a:grpSpLocks/>
              </p:cNvGrpSpPr>
              <p:nvPr/>
            </p:nvGrpSpPr>
            <p:grpSpPr bwMode="auto">
              <a:xfrm>
                <a:off x="4830" y="1752"/>
                <a:ext cx="667" cy="477"/>
                <a:chOff x="2949" y="196"/>
                <a:chExt cx="941" cy="598"/>
              </a:xfrm>
            </p:grpSpPr>
            <p:sp>
              <p:nvSpPr>
                <p:cNvPr id="13" name="Oval 6">
                  <a:extLst>
                    <a:ext uri="{FF2B5EF4-FFF2-40B4-BE49-F238E27FC236}">
                      <a16:creationId xmlns:a16="http://schemas.microsoft.com/office/drawing/2014/main" id="{534FA805-AB3D-D027-979A-7FDA559E23A4}"/>
                    </a:ext>
                  </a:extLst>
                </p:cNvPr>
                <p:cNvSpPr>
                  <a:spLocks noChangeArrowheads="1"/>
                </p:cNvSpPr>
                <p:nvPr/>
              </p:nvSpPr>
              <p:spPr bwMode="auto">
                <a:xfrm>
                  <a:off x="3168" y="196"/>
                  <a:ext cx="407" cy="162"/>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4" name="Oval 7">
                  <a:extLst>
                    <a:ext uri="{FF2B5EF4-FFF2-40B4-BE49-F238E27FC236}">
                      <a16:creationId xmlns:a16="http://schemas.microsoft.com/office/drawing/2014/main" id="{94E51A57-E14F-4E22-5E7C-99FBF5DAA958}"/>
                    </a:ext>
                  </a:extLst>
                </p:cNvPr>
                <p:cNvSpPr>
                  <a:spLocks noChangeArrowheads="1"/>
                </p:cNvSpPr>
                <p:nvPr/>
              </p:nvSpPr>
              <p:spPr bwMode="auto">
                <a:xfrm rot="900000">
                  <a:off x="3512" y="252"/>
                  <a:ext cx="275" cy="131"/>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5" name="Oval 8">
                  <a:extLst>
                    <a:ext uri="{FF2B5EF4-FFF2-40B4-BE49-F238E27FC236}">
                      <a16:creationId xmlns:a16="http://schemas.microsoft.com/office/drawing/2014/main" id="{D1FE9BC8-8B69-1486-12EA-C64211C23B34}"/>
                    </a:ext>
                  </a:extLst>
                </p:cNvPr>
                <p:cNvSpPr>
                  <a:spLocks noChangeArrowheads="1"/>
                </p:cNvSpPr>
                <p:nvPr/>
              </p:nvSpPr>
              <p:spPr bwMode="auto">
                <a:xfrm rot="1500000">
                  <a:off x="3650" y="385"/>
                  <a:ext cx="240" cy="153"/>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6" name="Oval 9">
                  <a:extLst>
                    <a:ext uri="{FF2B5EF4-FFF2-40B4-BE49-F238E27FC236}">
                      <a16:creationId xmlns:a16="http://schemas.microsoft.com/office/drawing/2014/main" id="{31E73AD5-0079-FC8B-6040-1CD2221255E2}"/>
                    </a:ext>
                  </a:extLst>
                </p:cNvPr>
                <p:cNvSpPr>
                  <a:spLocks noChangeArrowheads="1"/>
                </p:cNvSpPr>
                <p:nvPr/>
              </p:nvSpPr>
              <p:spPr bwMode="auto">
                <a:xfrm rot="-1560000">
                  <a:off x="3573" y="537"/>
                  <a:ext cx="291" cy="18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7" name="Oval 10">
                  <a:extLst>
                    <a:ext uri="{FF2B5EF4-FFF2-40B4-BE49-F238E27FC236}">
                      <a16:creationId xmlns:a16="http://schemas.microsoft.com/office/drawing/2014/main" id="{9A9117E2-7B6C-5F2C-025A-11E4DC283B85}"/>
                    </a:ext>
                  </a:extLst>
                </p:cNvPr>
                <p:cNvSpPr>
                  <a:spLocks noChangeArrowheads="1"/>
                </p:cNvSpPr>
                <p:nvPr/>
              </p:nvSpPr>
              <p:spPr bwMode="auto">
                <a:xfrm>
                  <a:off x="3216" y="555"/>
                  <a:ext cx="471" cy="23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8" name="Oval 11">
                  <a:extLst>
                    <a:ext uri="{FF2B5EF4-FFF2-40B4-BE49-F238E27FC236}">
                      <a16:creationId xmlns:a16="http://schemas.microsoft.com/office/drawing/2014/main" id="{6F0EDB89-0EF4-2208-BC8C-3F5EC12280F8}"/>
                    </a:ext>
                  </a:extLst>
                </p:cNvPr>
                <p:cNvSpPr>
                  <a:spLocks noChangeArrowheads="1"/>
                </p:cNvSpPr>
                <p:nvPr/>
              </p:nvSpPr>
              <p:spPr bwMode="auto">
                <a:xfrm rot="1080000">
                  <a:off x="3023" y="555"/>
                  <a:ext cx="26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9" name="Oval 12">
                  <a:extLst>
                    <a:ext uri="{FF2B5EF4-FFF2-40B4-BE49-F238E27FC236}">
                      <a16:creationId xmlns:a16="http://schemas.microsoft.com/office/drawing/2014/main" id="{BF82F134-F8AD-14D3-9B9C-A92A455436AD}"/>
                    </a:ext>
                  </a:extLst>
                </p:cNvPr>
                <p:cNvSpPr>
                  <a:spLocks noChangeArrowheads="1"/>
                </p:cNvSpPr>
                <p:nvPr/>
              </p:nvSpPr>
              <p:spPr bwMode="auto">
                <a:xfrm>
                  <a:off x="2949" y="432"/>
                  <a:ext cx="217"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0" name="Oval 13">
                  <a:extLst>
                    <a:ext uri="{FF2B5EF4-FFF2-40B4-BE49-F238E27FC236}">
                      <a16:creationId xmlns:a16="http://schemas.microsoft.com/office/drawing/2014/main" id="{CC95312A-AF23-D4E6-E4C5-FE7194745C3C}"/>
                    </a:ext>
                  </a:extLst>
                </p:cNvPr>
                <p:cNvSpPr>
                  <a:spLocks noChangeArrowheads="1"/>
                </p:cNvSpPr>
                <p:nvPr/>
              </p:nvSpPr>
              <p:spPr bwMode="auto">
                <a:xfrm rot="-1860000">
                  <a:off x="2984" y="310"/>
                  <a:ext cx="29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1" name="Freeform 14">
                  <a:extLst>
                    <a:ext uri="{FF2B5EF4-FFF2-40B4-BE49-F238E27FC236}">
                      <a16:creationId xmlns:a16="http://schemas.microsoft.com/office/drawing/2014/main" id="{F7C23A2E-E697-297F-EC57-4C2B3B7FE816}"/>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2" name="Freeform 15">
                  <a:extLst>
                    <a:ext uri="{FF2B5EF4-FFF2-40B4-BE49-F238E27FC236}">
                      <a16:creationId xmlns:a16="http://schemas.microsoft.com/office/drawing/2014/main" id="{4D20C302-E176-126A-7536-1ECEABC72F18}"/>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3" name="Freeform 16">
                  <a:extLst>
                    <a:ext uri="{FF2B5EF4-FFF2-40B4-BE49-F238E27FC236}">
                      <a16:creationId xmlns:a16="http://schemas.microsoft.com/office/drawing/2014/main" id="{E5D00D56-3363-FBCF-B9E1-7BCCDA29656C}"/>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12" name="Text Box 17">
                <a:extLst>
                  <a:ext uri="{FF2B5EF4-FFF2-40B4-BE49-F238E27FC236}">
                    <a16:creationId xmlns:a16="http://schemas.microsoft.com/office/drawing/2014/main" id="{DECF74B4-EEEF-9B35-A4DE-45647B6064A0}"/>
                  </a:ext>
                </a:extLst>
              </p:cNvPr>
              <p:cNvSpPr txBox="1">
                <a:spLocks noChangeArrowheads="1"/>
              </p:cNvSpPr>
              <p:nvPr/>
            </p:nvSpPr>
            <p:spPr bwMode="auto">
              <a:xfrm>
                <a:off x="4967" y="1856"/>
                <a:ext cx="399" cy="244"/>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400" b="1" i="0" u="none" strike="noStrike" kern="0" cap="none" spc="0" normalizeH="0" baseline="0" noProof="0" dirty="0">
                    <a:ln>
                      <a:noFill/>
                    </a:ln>
                    <a:solidFill>
                      <a:srgbClr val="333399"/>
                    </a:solidFill>
                    <a:effectLst/>
                    <a:uLnTx/>
                    <a:uFillTx/>
                    <a:latin typeface="Arial" panose="020B0604020202020204" pitchFamily="34" charset="0"/>
                    <a:ea typeface="黑体" panose="02010609060101010101" pitchFamily="49" charset="-122"/>
                  </a:rPr>
                  <a:t>网</a:t>
                </a:r>
                <a:r>
                  <a:rPr kumimoji="1" lang="en-US" altLang="zh-CN" sz="1400" b="1" i="0" u="none" strike="noStrike" kern="0" cap="none" spc="0" normalizeH="0" baseline="0" noProof="0" dirty="0">
                    <a:ln>
                      <a:noFill/>
                    </a:ln>
                    <a:solidFill>
                      <a:srgbClr val="333399"/>
                    </a:solidFill>
                    <a:effectLst/>
                    <a:uLnTx/>
                    <a:uFillTx/>
                    <a:latin typeface="Arial" panose="020B0604020202020204" pitchFamily="34" charset="0"/>
                    <a:ea typeface="黑体" panose="02010609060101010101" pitchFamily="49" charset="-122"/>
                  </a:rPr>
                  <a:t>N</a:t>
                </a:r>
              </a:p>
            </p:txBody>
          </p:sp>
        </p:grpSp>
        <p:sp>
          <p:nvSpPr>
            <p:cNvPr id="10" name="Text Box 18">
              <a:extLst>
                <a:ext uri="{FF2B5EF4-FFF2-40B4-BE49-F238E27FC236}">
                  <a16:creationId xmlns:a16="http://schemas.microsoft.com/office/drawing/2014/main" id="{2ED6201D-6041-9B8E-8CF1-8E9862195164}"/>
                </a:ext>
              </a:extLst>
            </p:cNvPr>
            <p:cNvSpPr txBox="1">
              <a:spLocks noChangeArrowheads="1"/>
            </p:cNvSpPr>
            <p:nvPr/>
          </p:nvSpPr>
          <p:spPr bwMode="auto">
            <a:xfrm>
              <a:off x="3061" y="1525"/>
              <a:ext cx="998"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50000"/>
                </a:spcBef>
                <a:spcAft>
                  <a:spcPct val="0"/>
                </a:spcAft>
                <a:buClrTx/>
                <a:buSzTx/>
                <a:buFontTx/>
                <a:buNone/>
                <a:tabLst/>
                <a:defRPr/>
              </a:pPr>
              <a:r>
                <a:rPr kumimoji="0" lang="en-US" altLang="zh-CN" sz="14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rPr>
                <a:t>d</a:t>
              </a:r>
            </a:p>
          </p:txBody>
        </p:sp>
      </p:grpSp>
      <p:sp>
        <p:nvSpPr>
          <p:cNvPr id="24" name="Line 19">
            <a:extLst>
              <a:ext uri="{FF2B5EF4-FFF2-40B4-BE49-F238E27FC236}">
                <a16:creationId xmlns:a16="http://schemas.microsoft.com/office/drawing/2014/main" id="{7183D47C-05C3-3E64-9AA0-0340B5016865}"/>
              </a:ext>
            </a:extLst>
          </p:cNvPr>
          <p:cNvSpPr>
            <a:spLocks noChangeShapeType="1"/>
          </p:cNvSpPr>
          <p:nvPr/>
        </p:nvSpPr>
        <p:spPr bwMode="auto">
          <a:xfrm>
            <a:off x="3813031" y="3059016"/>
            <a:ext cx="1311275"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pic>
        <p:nvPicPr>
          <p:cNvPr id="25" name="Picture 21">
            <a:extLst>
              <a:ext uri="{FF2B5EF4-FFF2-40B4-BE49-F238E27FC236}">
                <a16:creationId xmlns:a16="http://schemas.microsoft.com/office/drawing/2014/main" id="{1B7F2B03-ECF8-B8F8-386B-A594AB88D27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9641" y="2907886"/>
            <a:ext cx="510063" cy="236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6" name="Text Box 22">
            <a:extLst>
              <a:ext uri="{FF2B5EF4-FFF2-40B4-BE49-F238E27FC236}">
                <a16:creationId xmlns:a16="http://schemas.microsoft.com/office/drawing/2014/main" id="{0BA64C95-0D9D-F546-6C9F-0F0320F43DBC}"/>
              </a:ext>
            </a:extLst>
          </p:cNvPr>
          <p:cNvSpPr txBox="1">
            <a:spLocks noChangeArrowheads="1"/>
          </p:cNvSpPr>
          <p:nvPr/>
        </p:nvSpPr>
        <p:spPr bwMode="auto">
          <a:xfrm>
            <a:off x="5262101" y="31101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400" b="1" i="0" u="none" strike="noStrike" kern="0" cap="none" spc="0" normalizeH="0" baseline="0" noProof="0">
                <a:ln>
                  <a:noFill/>
                </a:ln>
                <a:solidFill>
                  <a:srgbClr val="333399"/>
                </a:solidFill>
                <a:effectLst/>
                <a:uLnTx/>
                <a:uFillTx/>
                <a:latin typeface="Arial" panose="020B0604020202020204" pitchFamily="34" charset="0"/>
                <a:ea typeface="黑体" panose="02010609060101010101" pitchFamily="49" charset="-122"/>
              </a:rPr>
              <a:t>X</a:t>
            </a:r>
          </a:p>
        </p:txBody>
      </p:sp>
      <p:sp>
        <p:nvSpPr>
          <p:cNvPr id="27" name="Text Box 23">
            <a:extLst>
              <a:ext uri="{FF2B5EF4-FFF2-40B4-BE49-F238E27FC236}">
                <a16:creationId xmlns:a16="http://schemas.microsoft.com/office/drawing/2014/main" id="{71FE6B0B-6519-274C-4F6B-29C4A76F5DFA}"/>
              </a:ext>
            </a:extLst>
          </p:cNvPr>
          <p:cNvSpPr txBox="1">
            <a:spLocks noChangeArrowheads="1"/>
          </p:cNvSpPr>
          <p:nvPr/>
        </p:nvSpPr>
        <p:spPr bwMode="auto">
          <a:xfrm>
            <a:off x="3460765" y="3110134"/>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400" b="1" i="0" u="none" strike="noStrike" kern="0" cap="none" spc="0" normalizeH="0" baseline="0" noProof="0" dirty="0">
                <a:ln>
                  <a:noFill/>
                </a:ln>
                <a:solidFill>
                  <a:srgbClr val="333399"/>
                </a:solidFill>
                <a:effectLst/>
                <a:uLnTx/>
                <a:uFillTx/>
                <a:latin typeface="Arial" panose="020B0604020202020204" pitchFamily="34" charset="0"/>
                <a:ea typeface="黑体" panose="02010609060101010101" pitchFamily="49" charset="-122"/>
              </a:rPr>
              <a:t>R</a:t>
            </a:r>
          </a:p>
        </p:txBody>
      </p:sp>
      <p:pic>
        <p:nvPicPr>
          <p:cNvPr id="28" name="Picture 24">
            <a:extLst>
              <a:ext uri="{FF2B5EF4-FFF2-40B4-BE49-F238E27FC236}">
                <a16:creationId xmlns:a16="http://schemas.microsoft.com/office/drawing/2014/main" id="{3C4C93ED-DB5D-9785-01C2-1B852B1ED11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4306" y="2923444"/>
            <a:ext cx="511175" cy="236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9" name="Group 25">
            <a:extLst>
              <a:ext uri="{FF2B5EF4-FFF2-40B4-BE49-F238E27FC236}">
                <a16:creationId xmlns:a16="http://schemas.microsoft.com/office/drawing/2014/main" id="{4D6FB292-235D-8C60-2D41-989B3F6CEE16}"/>
              </a:ext>
            </a:extLst>
          </p:cNvPr>
          <p:cNvGrpSpPr>
            <a:grpSpLocks/>
          </p:cNvGrpSpPr>
          <p:nvPr/>
        </p:nvGrpSpPr>
        <p:grpSpPr bwMode="auto">
          <a:xfrm>
            <a:off x="4065285" y="2761201"/>
            <a:ext cx="825659" cy="601187"/>
            <a:chOff x="4830" y="1752"/>
            <a:chExt cx="667" cy="477"/>
          </a:xfrm>
        </p:grpSpPr>
        <p:grpSp>
          <p:nvGrpSpPr>
            <p:cNvPr id="30" name="Group 26">
              <a:extLst>
                <a:ext uri="{FF2B5EF4-FFF2-40B4-BE49-F238E27FC236}">
                  <a16:creationId xmlns:a16="http://schemas.microsoft.com/office/drawing/2014/main" id="{CAB42829-9AB4-1A8E-6179-C24BE24AA7D4}"/>
                </a:ext>
              </a:extLst>
            </p:cNvPr>
            <p:cNvGrpSpPr>
              <a:grpSpLocks/>
            </p:cNvGrpSpPr>
            <p:nvPr/>
          </p:nvGrpSpPr>
          <p:grpSpPr bwMode="auto">
            <a:xfrm>
              <a:off x="4830" y="1752"/>
              <a:ext cx="667" cy="477"/>
              <a:chOff x="2949" y="196"/>
              <a:chExt cx="941" cy="598"/>
            </a:xfrm>
          </p:grpSpPr>
          <p:sp>
            <p:nvSpPr>
              <p:cNvPr id="32" name="Oval 27">
                <a:extLst>
                  <a:ext uri="{FF2B5EF4-FFF2-40B4-BE49-F238E27FC236}">
                    <a16:creationId xmlns:a16="http://schemas.microsoft.com/office/drawing/2014/main" id="{8BBB1835-38A0-07B6-3780-CB2BA486BA40}"/>
                  </a:ext>
                </a:extLst>
              </p:cNvPr>
              <p:cNvSpPr>
                <a:spLocks noChangeArrowheads="1"/>
              </p:cNvSpPr>
              <p:nvPr/>
            </p:nvSpPr>
            <p:spPr bwMode="auto">
              <a:xfrm>
                <a:off x="3168" y="196"/>
                <a:ext cx="407" cy="162"/>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3" name="Oval 28">
                <a:extLst>
                  <a:ext uri="{FF2B5EF4-FFF2-40B4-BE49-F238E27FC236}">
                    <a16:creationId xmlns:a16="http://schemas.microsoft.com/office/drawing/2014/main" id="{544FB916-2D62-BAC7-E1D0-A97E30D2C46C}"/>
                  </a:ext>
                </a:extLst>
              </p:cNvPr>
              <p:cNvSpPr>
                <a:spLocks noChangeArrowheads="1"/>
              </p:cNvSpPr>
              <p:nvPr/>
            </p:nvSpPr>
            <p:spPr bwMode="auto">
              <a:xfrm rot="900000">
                <a:off x="3512" y="252"/>
                <a:ext cx="275" cy="131"/>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4" name="Oval 29">
                <a:extLst>
                  <a:ext uri="{FF2B5EF4-FFF2-40B4-BE49-F238E27FC236}">
                    <a16:creationId xmlns:a16="http://schemas.microsoft.com/office/drawing/2014/main" id="{35F64DFA-3A15-B0A9-171B-A5F32B436918}"/>
                  </a:ext>
                </a:extLst>
              </p:cNvPr>
              <p:cNvSpPr>
                <a:spLocks noChangeArrowheads="1"/>
              </p:cNvSpPr>
              <p:nvPr/>
            </p:nvSpPr>
            <p:spPr bwMode="auto">
              <a:xfrm rot="1500000">
                <a:off x="3650" y="385"/>
                <a:ext cx="240" cy="153"/>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5" name="Oval 30">
                <a:extLst>
                  <a:ext uri="{FF2B5EF4-FFF2-40B4-BE49-F238E27FC236}">
                    <a16:creationId xmlns:a16="http://schemas.microsoft.com/office/drawing/2014/main" id="{99751ED1-7ADF-C55E-1E7F-9CC8ED359B7A}"/>
                  </a:ext>
                </a:extLst>
              </p:cNvPr>
              <p:cNvSpPr>
                <a:spLocks noChangeArrowheads="1"/>
              </p:cNvSpPr>
              <p:nvPr/>
            </p:nvSpPr>
            <p:spPr bwMode="auto">
              <a:xfrm rot="-1560000">
                <a:off x="3573" y="537"/>
                <a:ext cx="291" cy="18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6" name="Oval 31">
                <a:extLst>
                  <a:ext uri="{FF2B5EF4-FFF2-40B4-BE49-F238E27FC236}">
                    <a16:creationId xmlns:a16="http://schemas.microsoft.com/office/drawing/2014/main" id="{D5A61FDD-934F-5372-D47B-3DF31B9CA7D1}"/>
                  </a:ext>
                </a:extLst>
              </p:cNvPr>
              <p:cNvSpPr>
                <a:spLocks noChangeArrowheads="1"/>
              </p:cNvSpPr>
              <p:nvPr/>
            </p:nvSpPr>
            <p:spPr bwMode="auto">
              <a:xfrm>
                <a:off x="3216" y="555"/>
                <a:ext cx="471" cy="23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7" name="Oval 32">
                <a:extLst>
                  <a:ext uri="{FF2B5EF4-FFF2-40B4-BE49-F238E27FC236}">
                    <a16:creationId xmlns:a16="http://schemas.microsoft.com/office/drawing/2014/main" id="{79BDE9A1-98FF-F77D-2EF1-A21D9E867473}"/>
                  </a:ext>
                </a:extLst>
              </p:cNvPr>
              <p:cNvSpPr>
                <a:spLocks noChangeArrowheads="1"/>
              </p:cNvSpPr>
              <p:nvPr/>
            </p:nvSpPr>
            <p:spPr bwMode="auto">
              <a:xfrm rot="1080000">
                <a:off x="3023" y="555"/>
                <a:ext cx="26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8" name="Oval 33">
                <a:extLst>
                  <a:ext uri="{FF2B5EF4-FFF2-40B4-BE49-F238E27FC236}">
                    <a16:creationId xmlns:a16="http://schemas.microsoft.com/office/drawing/2014/main" id="{35F24FC7-D270-C963-73C4-0828862B2B7B}"/>
                  </a:ext>
                </a:extLst>
              </p:cNvPr>
              <p:cNvSpPr>
                <a:spLocks noChangeArrowheads="1"/>
              </p:cNvSpPr>
              <p:nvPr/>
            </p:nvSpPr>
            <p:spPr bwMode="auto">
              <a:xfrm>
                <a:off x="2949" y="432"/>
                <a:ext cx="217"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9" name="Oval 34">
                <a:extLst>
                  <a:ext uri="{FF2B5EF4-FFF2-40B4-BE49-F238E27FC236}">
                    <a16:creationId xmlns:a16="http://schemas.microsoft.com/office/drawing/2014/main" id="{178F50F7-7300-FD5C-B085-670D1AD6B598}"/>
                  </a:ext>
                </a:extLst>
              </p:cNvPr>
              <p:cNvSpPr>
                <a:spLocks noChangeArrowheads="1"/>
              </p:cNvSpPr>
              <p:nvPr/>
            </p:nvSpPr>
            <p:spPr bwMode="auto">
              <a:xfrm rot="-1860000">
                <a:off x="2984" y="310"/>
                <a:ext cx="29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0" name="Freeform 35">
                <a:extLst>
                  <a:ext uri="{FF2B5EF4-FFF2-40B4-BE49-F238E27FC236}">
                    <a16:creationId xmlns:a16="http://schemas.microsoft.com/office/drawing/2014/main" id="{5EBBF0A6-850B-8BDC-C10A-992C1784AE2C}"/>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1" name="Freeform 36">
                <a:extLst>
                  <a:ext uri="{FF2B5EF4-FFF2-40B4-BE49-F238E27FC236}">
                    <a16:creationId xmlns:a16="http://schemas.microsoft.com/office/drawing/2014/main" id="{94CD2103-E880-D313-20EE-78D8AE3078E9}"/>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2" name="Freeform 37">
                <a:extLst>
                  <a:ext uri="{FF2B5EF4-FFF2-40B4-BE49-F238E27FC236}">
                    <a16:creationId xmlns:a16="http://schemas.microsoft.com/office/drawing/2014/main" id="{C4153CAE-40D0-B4E0-5F68-BAAC87F4F7DF}"/>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31" name="Text Box 38">
              <a:extLst>
                <a:ext uri="{FF2B5EF4-FFF2-40B4-BE49-F238E27FC236}">
                  <a16:creationId xmlns:a16="http://schemas.microsoft.com/office/drawing/2014/main" id="{B225055D-7DD0-9CF4-110C-2DD5CA854010}"/>
                </a:ext>
              </a:extLst>
            </p:cNvPr>
            <p:cNvSpPr txBox="1">
              <a:spLocks noChangeArrowheads="1"/>
            </p:cNvSpPr>
            <p:nvPr/>
          </p:nvSpPr>
          <p:spPr bwMode="auto">
            <a:xfrm>
              <a:off x="4967" y="1848"/>
              <a:ext cx="149" cy="244"/>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zh-CN" sz="1400" b="1" i="0" u="none" strike="noStrike" kern="0" cap="none" spc="0" normalizeH="0" baseline="0" noProof="0">
                <a:ln>
                  <a:noFill/>
                </a:ln>
                <a:solidFill>
                  <a:srgbClr val="333399"/>
                </a:solidFill>
                <a:effectLst/>
                <a:uLnTx/>
                <a:uFillTx/>
                <a:latin typeface="Arial" panose="020B0604020202020204" pitchFamily="34" charset="0"/>
                <a:ea typeface="黑体" panose="02010609060101010101" pitchFamily="49" charset="-122"/>
              </a:endParaRPr>
            </a:p>
          </p:txBody>
        </p:sp>
      </p:grpSp>
      <p:grpSp>
        <p:nvGrpSpPr>
          <p:cNvPr id="43" name="Group 39">
            <a:extLst>
              <a:ext uri="{FF2B5EF4-FFF2-40B4-BE49-F238E27FC236}">
                <a16:creationId xmlns:a16="http://schemas.microsoft.com/office/drawing/2014/main" id="{58E0648D-C23D-4157-6487-B4D5C0AC542E}"/>
              </a:ext>
            </a:extLst>
          </p:cNvPr>
          <p:cNvGrpSpPr>
            <a:grpSpLocks/>
          </p:cNvGrpSpPr>
          <p:nvPr/>
        </p:nvGrpSpPr>
        <p:grpSpPr bwMode="auto">
          <a:xfrm>
            <a:off x="4135291" y="2504500"/>
            <a:ext cx="1978025" cy="321150"/>
            <a:chOff x="2109" y="1752"/>
            <a:chExt cx="1780" cy="289"/>
          </a:xfrm>
        </p:grpSpPr>
        <p:sp>
          <p:nvSpPr>
            <p:cNvPr id="44" name="AutoShape 40">
              <a:extLst>
                <a:ext uri="{FF2B5EF4-FFF2-40B4-BE49-F238E27FC236}">
                  <a16:creationId xmlns:a16="http://schemas.microsoft.com/office/drawing/2014/main" id="{E24AEE19-BA9F-9F05-A174-08F08A1CD860}"/>
                </a:ext>
              </a:extLst>
            </p:cNvPr>
            <p:cNvSpPr>
              <a:spLocks noChangeArrowheads="1"/>
            </p:cNvSpPr>
            <p:nvPr/>
          </p:nvSpPr>
          <p:spPr bwMode="auto">
            <a:xfrm flipH="1">
              <a:off x="2109" y="1812"/>
              <a:ext cx="347" cy="179"/>
            </a:xfrm>
            <a:prstGeom prst="rightArrow">
              <a:avLst>
                <a:gd name="adj1" fmla="val 50000"/>
                <a:gd name="adj2" fmla="val 48464"/>
              </a:avLst>
            </a:prstGeom>
            <a:solidFill>
              <a:srgbClr val="FFFF99"/>
            </a:solidFill>
            <a:ln w="9525">
              <a:solidFill>
                <a:srgbClr val="000000"/>
              </a:solidFill>
              <a:miter lim="800000"/>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5" name="Rectangle 41">
              <a:extLst>
                <a:ext uri="{FF2B5EF4-FFF2-40B4-BE49-F238E27FC236}">
                  <a16:creationId xmlns:a16="http://schemas.microsoft.com/office/drawing/2014/main" id="{394B962D-A686-0CDD-CFEA-933F69CF767C}"/>
                </a:ext>
              </a:extLst>
            </p:cNvPr>
            <p:cNvSpPr>
              <a:spLocks noChangeArrowheads="1"/>
            </p:cNvSpPr>
            <p:nvPr/>
          </p:nvSpPr>
          <p:spPr bwMode="auto">
            <a:xfrm flipH="1">
              <a:off x="2385" y="1752"/>
              <a:ext cx="1402" cy="287"/>
            </a:xfrm>
            <a:prstGeom prst="rect">
              <a:avLst/>
            </a:prstGeom>
            <a:solidFill>
              <a:srgbClr val="FFFF99"/>
            </a:solidFill>
            <a:ln w="9525">
              <a:solidFill>
                <a:srgbClr val="000000"/>
              </a:solidFill>
              <a:miter lim="800000"/>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6" name="Text Box 42">
              <a:extLst>
                <a:ext uri="{FF2B5EF4-FFF2-40B4-BE49-F238E27FC236}">
                  <a16:creationId xmlns:a16="http://schemas.microsoft.com/office/drawing/2014/main" id="{CE669971-5046-DF87-9F9C-55AF60B64615}"/>
                </a:ext>
              </a:extLst>
            </p:cNvPr>
            <p:cNvSpPr txBox="1">
              <a:spLocks noChangeArrowheads="1"/>
            </p:cNvSpPr>
            <p:nvPr/>
          </p:nvSpPr>
          <p:spPr bwMode="auto">
            <a:xfrm>
              <a:off x="2286" y="1764"/>
              <a:ext cx="1603"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miter lim="800000"/>
                  <a:headEnd/>
                  <a:tailEnd/>
                </a14:hiddenLine>
              </a:ext>
            </a:extLst>
          </p:spPr>
          <p:txBody>
            <a:bodyPr wrap="squar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50000"/>
                </a:spcBef>
                <a:spcAft>
                  <a:spcPct val="0"/>
                </a:spcAft>
                <a:buClrTx/>
                <a:buSzTx/>
                <a:buFontTx/>
                <a:buNone/>
                <a:tabLst/>
                <a:defRPr/>
              </a:pPr>
              <a:r>
                <a:rPr kumimoji="0" lang="zh-CN" altLang="en-US" sz="1400" b="1"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我到网</a:t>
              </a:r>
              <a:r>
                <a:rPr kumimoji="0" lang="en-US" altLang="zh-CN" sz="1400" b="1"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N</a:t>
              </a:r>
              <a:r>
                <a:rPr kumimoji="0" lang="zh-CN" altLang="en-US" sz="1400" b="1"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的距离为</a:t>
              </a:r>
              <a:r>
                <a:rPr kumimoji="0" lang="en-US" altLang="zh-CN" sz="1400" b="1"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d</a:t>
              </a:r>
            </a:p>
          </p:txBody>
        </p:sp>
      </p:grpSp>
      <p:grpSp>
        <p:nvGrpSpPr>
          <p:cNvPr id="47" name="Group 43">
            <a:extLst>
              <a:ext uri="{FF2B5EF4-FFF2-40B4-BE49-F238E27FC236}">
                <a16:creationId xmlns:a16="http://schemas.microsoft.com/office/drawing/2014/main" id="{0C49C8FD-0BAE-F162-9FC1-35A2D77DB0C7}"/>
              </a:ext>
            </a:extLst>
          </p:cNvPr>
          <p:cNvGrpSpPr>
            <a:grpSpLocks/>
          </p:cNvGrpSpPr>
          <p:nvPr/>
        </p:nvGrpSpPr>
        <p:grpSpPr bwMode="auto">
          <a:xfrm>
            <a:off x="3611895" y="3412396"/>
            <a:ext cx="4183857" cy="508953"/>
            <a:chOff x="958" y="2070"/>
            <a:chExt cx="3765" cy="458"/>
          </a:xfrm>
        </p:grpSpPr>
        <p:sp>
          <p:nvSpPr>
            <p:cNvPr id="48" name="AutoShape 44">
              <a:extLst>
                <a:ext uri="{FF2B5EF4-FFF2-40B4-BE49-F238E27FC236}">
                  <a16:creationId xmlns:a16="http://schemas.microsoft.com/office/drawing/2014/main" id="{7AAAEC04-C1A3-FF30-5E07-36AD55B2B89B}"/>
                </a:ext>
              </a:extLst>
            </p:cNvPr>
            <p:cNvSpPr>
              <a:spLocks/>
            </p:cNvSpPr>
            <p:nvPr/>
          </p:nvSpPr>
          <p:spPr bwMode="auto">
            <a:xfrm rot="-5400000">
              <a:off x="2727" y="301"/>
              <a:ext cx="227" cy="3765"/>
            </a:xfrm>
            <a:prstGeom prst="leftBrace">
              <a:avLst>
                <a:gd name="adj1" fmla="val 138216"/>
                <a:gd name="adj2" fmla="val 50171"/>
              </a:avLst>
            </a:prstGeom>
            <a:noFill/>
            <a:ln w="19050">
              <a:solidFill>
                <a:srgbClr val="8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fontAlgn="base">
                <a:spcBef>
                  <a:spcPct val="0"/>
                </a:spcBef>
                <a:spcAft>
                  <a:spcPct val="0"/>
                </a:spcAft>
                <a:buClrTx/>
                <a:buSzTx/>
                <a:buFontTx/>
                <a:buNone/>
              </a:pPr>
              <a:endParaRPr lang="zh-CN" altLang="en-US" sz="1800" b="1">
                <a:solidFill>
                  <a:srgbClr val="000000"/>
                </a:solidFill>
                <a:latin typeface="Tahoma" panose="020B0604030504040204" pitchFamily="34" charset="0"/>
              </a:endParaRPr>
            </a:p>
          </p:txBody>
        </p:sp>
        <p:sp>
          <p:nvSpPr>
            <p:cNvPr id="49" name="Text Box 45">
              <a:extLst>
                <a:ext uri="{FF2B5EF4-FFF2-40B4-BE49-F238E27FC236}">
                  <a16:creationId xmlns:a16="http://schemas.microsoft.com/office/drawing/2014/main" id="{1770DBAE-8164-A7C6-5014-189CCCC15D23}"/>
                </a:ext>
              </a:extLst>
            </p:cNvPr>
            <p:cNvSpPr txBox="1">
              <a:spLocks noChangeArrowheads="1"/>
            </p:cNvSpPr>
            <p:nvPr/>
          </p:nvSpPr>
          <p:spPr bwMode="auto">
            <a:xfrm>
              <a:off x="1519" y="2251"/>
              <a:ext cx="2784"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fontAlgn="base">
                <a:spcBef>
                  <a:spcPct val="50000"/>
                </a:spcBef>
                <a:spcAft>
                  <a:spcPct val="0"/>
                </a:spcAft>
                <a:buClrTx/>
                <a:buSzTx/>
                <a:buFontTx/>
                <a:buNone/>
              </a:pPr>
              <a:r>
                <a:rPr lang="zh-CN" altLang="en-US" sz="1400" b="1" dirty="0">
                  <a:solidFill>
                    <a:srgbClr val="000000"/>
                  </a:solidFill>
                  <a:latin typeface="Tahoma" panose="020B0604030504040204" pitchFamily="34" charset="0"/>
                </a:rPr>
                <a:t>路由器</a:t>
              </a:r>
              <a:r>
                <a:rPr lang="en-US" altLang="zh-CN" sz="1400" b="1" dirty="0">
                  <a:solidFill>
                    <a:srgbClr val="000000"/>
                  </a:solidFill>
                  <a:latin typeface="Tahoma" panose="020B0604030504040204" pitchFamily="34" charset="0"/>
                </a:rPr>
                <a:t>Y</a:t>
              </a:r>
              <a:r>
                <a:rPr lang="zh-CN" altLang="en-US" sz="1400" b="1" dirty="0">
                  <a:solidFill>
                    <a:srgbClr val="C00000"/>
                  </a:solidFill>
                  <a:latin typeface="Tahoma" panose="020B0604030504040204" pitchFamily="34" charset="0"/>
                </a:rPr>
                <a:t>通过</a:t>
              </a:r>
              <a:r>
                <a:rPr lang="en-US" altLang="zh-CN" sz="1400" b="1" dirty="0">
                  <a:solidFill>
                    <a:srgbClr val="C00000"/>
                  </a:solidFill>
                  <a:latin typeface="Tahoma" panose="020B0604030504040204" pitchFamily="34" charset="0"/>
                </a:rPr>
                <a:t>X</a:t>
              </a:r>
              <a:r>
                <a:rPr lang="zh-CN" altLang="en-US" sz="1400" b="1" dirty="0">
                  <a:solidFill>
                    <a:srgbClr val="000000"/>
                  </a:solidFill>
                  <a:latin typeface="Tahoma" panose="020B0604030504040204" pitchFamily="34" charset="0"/>
                </a:rPr>
                <a:t>到网</a:t>
              </a:r>
              <a:r>
                <a:rPr lang="en-US" altLang="zh-CN" sz="1400" b="1" dirty="0">
                  <a:solidFill>
                    <a:srgbClr val="000000"/>
                  </a:solidFill>
                  <a:latin typeface="Tahoma" panose="020B0604030504040204" pitchFamily="34" charset="0"/>
                </a:rPr>
                <a:t>N</a:t>
              </a:r>
              <a:r>
                <a:rPr lang="zh-CN" altLang="en-US" sz="1400" b="1" dirty="0">
                  <a:solidFill>
                    <a:srgbClr val="000000"/>
                  </a:solidFill>
                  <a:latin typeface="Tahoma" panose="020B0604030504040204" pitchFamily="34" charset="0"/>
                </a:rPr>
                <a:t>的距离为</a:t>
              </a:r>
              <a:r>
                <a:rPr lang="en-US" altLang="zh-CN" sz="1400" b="1" dirty="0">
                  <a:solidFill>
                    <a:srgbClr val="000000"/>
                  </a:solidFill>
                  <a:latin typeface="Tahoma" panose="020B0604030504040204" pitchFamily="34" charset="0"/>
                </a:rPr>
                <a:t>d+1</a:t>
              </a:r>
            </a:p>
          </p:txBody>
        </p:sp>
      </p:grpSp>
      <p:sp>
        <p:nvSpPr>
          <p:cNvPr id="60" name="文本框 59">
            <a:extLst>
              <a:ext uri="{FF2B5EF4-FFF2-40B4-BE49-F238E27FC236}">
                <a16:creationId xmlns:a16="http://schemas.microsoft.com/office/drawing/2014/main" id="{A8665A6E-94E0-A637-2F06-BE507E4486E7}"/>
              </a:ext>
            </a:extLst>
          </p:cNvPr>
          <p:cNvSpPr txBox="1"/>
          <p:nvPr/>
        </p:nvSpPr>
        <p:spPr>
          <a:xfrm>
            <a:off x="733864" y="1052827"/>
            <a:ext cx="7676269" cy="707886"/>
          </a:xfrm>
          <a:prstGeom prst="rect">
            <a:avLst/>
          </a:prstGeom>
          <a:noFill/>
        </p:spPr>
        <p:txBody>
          <a:bodyPr wrap="square">
            <a:spAutoFit/>
          </a:bodyPr>
          <a:lstStyle/>
          <a:p>
            <a:r>
              <a:rPr lang="zh-CN" altLang="en-US" sz="2000" b="1" dirty="0">
                <a:latin typeface="微软雅黑" pitchFamily="34" charset="-122"/>
                <a:ea typeface="微软雅黑" pitchFamily="34" charset="-122"/>
              </a:rPr>
              <a:t>假设路由器</a:t>
            </a:r>
            <a:r>
              <a:rPr lang="en-US" altLang="zh-CN" sz="2000" b="1" dirty="0">
                <a:latin typeface="微软雅黑" pitchFamily="34" charset="-122"/>
                <a:ea typeface="微软雅黑" pitchFamily="34" charset="-122"/>
              </a:rPr>
              <a:t>R</a:t>
            </a:r>
            <a:r>
              <a:rPr lang="zh-CN" altLang="en-US" sz="2000" b="1" dirty="0">
                <a:latin typeface="微软雅黑" pitchFamily="34" charset="-122"/>
                <a:ea typeface="微软雅黑" pitchFamily="34" charset="-122"/>
              </a:rPr>
              <a:t>收到相邻的路由器</a:t>
            </a:r>
            <a:r>
              <a:rPr lang="en-US" altLang="zh-CN" sz="2000" b="1" dirty="0">
                <a:latin typeface="微软雅黑" pitchFamily="34" charset="-122"/>
                <a:ea typeface="微软雅黑" pitchFamily="34" charset="-122"/>
              </a:rPr>
              <a:t>X</a:t>
            </a:r>
            <a:r>
              <a:rPr lang="zh-CN" altLang="en-US" sz="2000" b="1" dirty="0">
                <a:latin typeface="微软雅黑" pitchFamily="34" charset="-122"/>
                <a:ea typeface="微软雅黑" pitchFamily="34" charset="-122"/>
              </a:rPr>
              <a:t>发来报文“</a:t>
            </a:r>
            <a:r>
              <a:rPr lang="en-US" altLang="zh-CN" sz="2000" b="1" dirty="0">
                <a:latin typeface="微软雅黑" pitchFamily="34" charset="-122"/>
                <a:ea typeface="微软雅黑" pitchFamily="34" charset="-122"/>
              </a:rPr>
              <a:t>N, d, Y”</a:t>
            </a:r>
            <a:r>
              <a:rPr lang="zh-CN" altLang="en-US" sz="2000" b="1" dirty="0">
                <a:latin typeface="微软雅黑" pitchFamily="34" charset="-122"/>
                <a:ea typeface="微软雅黑" pitchFamily="34" charset="-122"/>
              </a:rPr>
              <a:t>，表示从路由器</a:t>
            </a:r>
            <a:r>
              <a:rPr lang="en-US" altLang="zh-CN" sz="2000" b="1" dirty="0">
                <a:latin typeface="微软雅黑" pitchFamily="34" charset="-122"/>
                <a:ea typeface="微软雅黑" pitchFamily="34" charset="-122"/>
              </a:rPr>
              <a:t>X</a:t>
            </a:r>
            <a:r>
              <a:rPr lang="zh-CN" altLang="en-US" sz="2000" b="1" dirty="0">
                <a:latin typeface="微软雅黑" pitchFamily="34" charset="-122"/>
                <a:ea typeface="微软雅黑" pitchFamily="34" charset="-122"/>
              </a:rPr>
              <a:t>到网络</a:t>
            </a:r>
            <a:r>
              <a:rPr lang="en-US" altLang="zh-CN" sz="2000" b="1" dirty="0">
                <a:latin typeface="微软雅黑" pitchFamily="34" charset="-122"/>
                <a:ea typeface="微软雅黑" pitchFamily="34" charset="-122"/>
              </a:rPr>
              <a:t>N</a:t>
            </a:r>
            <a:r>
              <a:rPr lang="zh-CN" altLang="en-US" sz="2000" b="1" dirty="0">
                <a:latin typeface="微软雅黑" pitchFamily="34" charset="-122"/>
                <a:ea typeface="微软雅黑" pitchFamily="34" charset="-122"/>
              </a:rPr>
              <a:t>的距离是</a:t>
            </a:r>
            <a:r>
              <a:rPr lang="en-US" altLang="zh-CN" sz="2000" b="1" dirty="0">
                <a:latin typeface="微软雅黑" pitchFamily="34" charset="-122"/>
                <a:ea typeface="微软雅黑" pitchFamily="34" charset="-122"/>
              </a:rPr>
              <a:t>d</a:t>
            </a:r>
            <a:r>
              <a:rPr lang="zh-CN" altLang="en-US" sz="2000" b="1" dirty="0">
                <a:latin typeface="微软雅黑" pitchFamily="34" charset="-122"/>
                <a:ea typeface="微软雅黑" pitchFamily="34" charset="-122"/>
              </a:rPr>
              <a:t>，下一跳是路由器</a:t>
            </a:r>
            <a:r>
              <a:rPr lang="en-US" altLang="zh-CN" sz="2000" b="1" dirty="0">
                <a:latin typeface="微软雅黑" pitchFamily="34" charset="-122"/>
                <a:ea typeface="微软雅黑" pitchFamily="34" charset="-122"/>
              </a:rPr>
              <a:t>Y</a:t>
            </a:r>
            <a:r>
              <a:rPr lang="zh-CN" altLang="en-US" sz="2000" b="1" dirty="0">
                <a:latin typeface="微软雅黑" pitchFamily="34" charset="-122"/>
                <a:ea typeface="微软雅黑" pitchFamily="34" charset="-122"/>
              </a:rPr>
              <a:t>。</a:t>
            </a:r>
          </a:p>
        </p:txBody>
      </p:sp>
      <p:grpSp>
        <p:nvGrpSpPr>
          <p:cNvPr id="77" name="组合 76">
            <a:extLst>
              <a:ext uri="{FF2B5EF4-FFF2-40B4-BE49-F238E27FC236}">
                <a16:creationId xmlns:a16="http://schemas.microsoft.com/office/drawing/2014/main" id="{AC01EE24-647B-CC74-CB26-4784C2030BCD}"/>
              </a:ext>
            </a:extLst>
          </p:cNvPr>
          <p:cNvGrpSpPr/>
          <p:nvPr/>
        </p:nvGrpSpPr>
        <p:grpSpPr>
          <a:xfrm>
            <a:off x="857289" y="2326482"/>
            <a:ext cx="2152490" cy="1887993"/>
            <a:chOff x="772958" y="2060579"/>
            <a:chExt cx="2152490" cy="1887993"/>
          </a:xfrm>
        </p:grpSpPr>
        <p:grpSp>
          <p:nvGrpSpPr>
            <p:cNvPr id="78" name="Group 46">
              <a:extLst>
                <a:ext uri="{FF2B5EF4-FFF2-40B4-BE49-F238E27FC236}">
                  <a16:creationId xmlns:a16="http://schemas.microsoft.com/office/drawing/2014/main" id="{3585CC72-45B9-7F62-7A07-8664F3B6D82C}"/>
                </a:ext>
              </a:extLst>
            </p:cNvPr>
            <p:cNvGrpSpPr>
              <a:grpSpLocks/>
            </p:cNvGrpSpPr>
            <p:nvPr/>
          </p:nvGrpSpPr>
          <p:grpSpPr bwMode="auto">
            <a:xfrm>
              <a:off x="772958" y="2340594"/>
              <a:ext cx="2152490" cy="1607978"/>
              <a:chOff x="287" y="2527"/>
              <a:chExt cx="1937" cy="1447"/>
            </a:xfrm>
          </p:grpSpPr>
          <p:grpSp>
            <p:nvGrpSpPr>
              <p:cNvPr id="80" name="Group 47">
                <a:extLst>
                  <a:ext uri="{FF2B5EF4-FFF2-40B4-BE49-F238E27FC236}">
                    <a16:creationId xmlns:a16="http://schemas.microsoft.com/office/drawing/2014/main" id="{0C63B86B-533E-7FF7-F53F-FC126A38B8D9}"/>
                  </a:ext>
                </a:extLst>
              </p:cNvPr>
              <p:cNvGrpSpPr>
                <a:grpSpLocks/>
              </p:cNvGrpSpPr>
              <p:nvPr/>
            </p:nvGrpSpPr>
            <p:grpSpPr bwMode="auto">
              <a:xfrm>
                <a:off x="340" y="2550"/>
                <a:ext cx="1769" cy="1424"/>
                <a:chOff x="385" y="2493"/>
                <a:chExt cx="3402" cy="1424"/>
              </a:xfrm>
            </p:grpSpPr>
            <p:sp>
              <p:nvSpPr>
                <p:cNvPr id="83" name="Rectangle 48">
                  <a:extLst>
                    <a:ext uri="{FF2B5EF4-FFF2-40B4-BE49-F238E27FC236}">
                      <a16:creationId xmlns:a16="http://schemas.microsoft.com/office/drawing/2014/main" id="{09574063-7741-80FE-2EEB-1C0B5D409346}"/>
                    </a:ext>
                  </a:extLst>
                </p:cNvPr>
                <p:cNvSpPr>
                  <a:spLocks noChangeArrowheads="1"/>
                </p:cNvSpPr>
                <p:nvPr/>
              </p:nvSpPr>
              <p:spPr bwMode="auto">
                <a:xfrm>
                  <a:off x="385" y="2493"/>
                  <a:ext cx="3402" cy="1424"/>
                </a:xfrm>
                <a:prstGeom prst="rect">
                  <a:avLst/>
                </a:prstGeom>
                <a:solidFill>
                  <a:srgbClr val="CCECFF"/>
                </a:solidFill>
                <a:ln w="9525">
                  <a:solidFill>
                    <a:srgbClr val="000000"/>
                  </a:solidFill>
                  <a:miter lim="800000"/>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84" name="Line 49">
                  <a:extLst>
                    <a:ext uri="{FF2B5EF4-FFF2-40B4-BE49-F238E27FC236}">
                      <a16:creationId xmlns:a16="http://schemas.microsoft.com/office/drawing/2014/main" id="{03686B3C-EB51-1711-844D-927B4D9A6D75}"/>
                    </a:ext>
                  </a:extLst>
                </p:cNvPr>
                <p:cNvSpPr>
                  <a:spLocks noChangeShapeType="1"/>
                </p:cNvSpPr>
                <p:nvPr/>
              </p:nvSpPr>
              <p:spPr bwMode="auto">
                <a:xfrm>
                  <a:off x="385" y="2720"/>
                  <a:ext cx="340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0"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81" name="Text Box 50">
                <a:extLst>
                  <a:ext uri="{FF2B5EF4-FFF2-40B4-BE49-F238E27FC236}">
                    <a16:creationId xmlns:a16="http://schemas.microsoft.com/office/drawing/2014/main" id="{D2B6D00E-70D7-B044-41F9-F56ED10DB7D4}"/>
                  </a:ext>
                </a:extLst>
              </p:cNvPr>
              <p:cNvSpPr txBox="1">
                <a:spLocks noChangeArrowheads="1"/>
              </p:cNvSpPr>
              <p:nvPr/>
            </p:nvSpPr>
            <p:spPr bwMode="auto">
              <a:xfrm>
                <a:off x="287" y="2527"/>
                <a:ext cx="1937"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lvl="0" fontAlgn="base">
                  <a:spcBef>
                    <a:spcPct val="50000"/>
                  </a:spcBef>
                  <a:spcAft>
                    <a:spcPct val="0"/>
                  </a:spcAft>
                  <a:buClrTx/>
                  <a:buSzTx/>
                  <a:buNone/>
                </a:pPr>
                <a:r>
                  <a:rPr kumimoji="0" lang="zh-CN" altLang="en-US" sz="1400" b="0"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目的</a:t>
                </a:r>
                <a:r>
                  <a:rPr lang="zh-CN" altLang="en-US" sz="1400" kern="0" dirty="0">
                    <a:solidFill>
                      <a:srgbClr val="000000"/>
                    </a:solidFill>
                    <a:latin typeface="Tahoma" panose="020B0604030504040204" pitchFamily="34" charset="0"/>
                  </a:rPr>
                  <a:t>网络   距离  </a:t>
                </a:r>
                <a:r>
                  <a:rPr kumimoji="0" lang="zh-CN" altLang="en-US" sz="1400" b="0"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下一跳</a:t>
                </a:r>
              </a:p>
            </p:txBody>
          </p:sp>
          <p:sp>
            <p:nvSpPr>
              <p:cNvPr id="82" name="Text Box 51">
                <a:extLst>
                  <a:ext uri="{FF2B5EF4-FFF2-40B4-BE49-F238E27FC236}">
                    <a16:creationId xmlns:a16="http://schemas.microsoft.com/office/drawing/2014/main" id="{99CBF0F4-BA4F-396D-73D0-3D8113CE6D99}"/>
                  </a:ext>
                </a:extLst>
              </p:cNvPr>
              <p:cNvSpPr txBox="1">
                <a:spLocks noChangeArrowheads="1"/>
              </p:cNvSpPr>
              <p:nvPr/>
            </p:nvSpPr>
            <p:spPr bwMode="auto">
              <a:xfrm>
                <a:off x="491" y="2768"/>
                <a:ext cx="154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50000"/>
                  </a:spcBef>
                  <a:spcAft>
                    <a:spcPct val="0"/>
                  </a:spcAft>
                  <a:buClrTx/>
                  <a:buSzTx/>
                  <a:buFontTx/>
                  <a:buNone/>
                  <a:tabLst/>
                  <a:defRPr/>
                </a:pPr>
                <a:endParaRPr kumimoji="0" lang="zh-CN" altLang="zh-CN" sz="1400" b="0"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79" name="Text Box 53">
              <a:extLst>
                <a:ext uri="{FF2B5EF4-FFF2-40B4-BE49-F238E27FC236}">
                  <a16:creationId xmlns:a16="http://schemas.microsoft.com/office/drawing/2014/main" id="{C9449257-7004-EE1B-9ACC-3949F952BE08}"/>
                </a:ext>
              </a:extLst>
            </p:cNvPr>
            <p:cNvSpPr txBox="1">
              <a:spLocks noChangeArrowheads="1"/>
            </p:cNvSpPr>
            <p:nvPr/>
          </p:nvSpPr>
          <p:spPr bwMode="auto">
            <a:xfrm>
              <a:off x="1271912" y="2060579"/>
              <a:ext cx="16124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fontAlgn="base">
                <a:spcBef>
                  <a:spcPct val="50000"/>
                </a:spcBef>
                <a:spcAft>
                  <a:spcPct val="0"/>
                </a:spcAft>
                <a:buClrTx/>
                <a:buSzTx/>
                <a:buFontTx/>
                <a:buNone/>
              </a:pPr>
              <a:r>
                <a:rPr lang="en-US" altLang="zh-CN" sz="1400" dirty="0">
                  <a:solidFill>
                    <a:srgbClr val="000000"/>
                  </a:solidFill>
                  <a:latin typeface="Tahoma" panose="020B0604030504040204" pitchFamily="34" charset="0"/>
                </a:rPr>
                <a:t>R</a:t>
              </a:r>
              <a:r>
                <a:rPr lang="zh-CN" altLang="en-US" sz="1400" dirty="0">
                  <a:solidFill>
                    <a:srgbClr val="000000"/>
                  </a:solidFill>
                  <a:latin typeface="Tahoma" panose="020B0604030504040204" pitchFamily="34" charset="0"/>
                </a:rPr>
                <a:t>的路由表</a:t>
              </a:r>
            </a:p>
          </p:txBody>
        </p:sp>
      </p:grpSp>
      <p:sp>
        <p:nvSpPr>
          <p:cNvPr id="85" name="Text Box 52">
            <a:extLst>
              <a:ext uri="{FF2B5EF4-FFF2-40B4-BE49-F238E27FC236}">
                <a16:creationId xmlns:a16="http://schemas.microsoft.com/office/drawing/2014/main" id="{10F2BDC9-822F-F06B-F80F-AC4DE59620AD}"/>
              </a:ext>
            </a:extLst>
          </p:cNvPr>
          <p:cNvSpPr txBox="1">
            <a:spLocks noChangeArrowheads="1"/>
          </p:cNvSpPr>
          <p:nvPr/>
        </p:nvSpPr>
        <p:spPr bwMode="auto">
          <a:xfrm>
            <a:off x="1089241" y="2904312"/>
            <a:ext cx="19491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fontAlgn="base">
              <a:spcBef>
                <a:spcPct val="50000"/>
              </a:spcBef>
              <a:spcAft>
                <a:spcPct val="0"/>
              </a:spcAft>
              <a:buClrTx/>
              <a:buSzTx/>
              <a:buFontTx/>
              <a:buNone/>
            </a:pPr>
            <a:r>
              <a:rPr lang="en-US" altLang="zh-CN" sz="1400" b="1" dirty="0">
                <a:solidFill>
                  <a:srgbClr val="0000FF"/>
                </a:solidFill>
                <a:latin typeface="Tahoma" panose="020B0604030504040204" pitchFamily="34" charset="0"/>
              </a:rPr>
              <a:t>N            b        Z</a:t>
            </a:r>
          </a:p>
        </p:txBody>
      </p:sp>
      <p:sp>
        <p:nvSpPr>
          <p:cNvPr id="86" name="文本框 85">
            <a:extLst>
              <a:ext uri="{FF2B5EF4-FFF2-40B4-BE49-F238E27FC236}">
                <a16:creationId xmlns:a16="http://schemas.microsoft.com/office/drawing/2014/main" id="{7A11F24D-F3B2-7E2D-0FBC-D342182955C8}"/>
              </a:ext>
            </a:extLst>
          </p:cNvPr>
          <p:cNvSpPr txBox="1"/>
          <p:nvPr/>
        </p:nvSpPr>
        <p:spPr>
          <a:xfrm>
            <a:off x="733864" y="1933838"/>
            <a:ext cx="1004765" cy="338554"/>
          </a:xfrm>
          <a:prstGeom prst="rect">
            <a:avLst/>
          </a:prstGeom>
          <a:noFill/>
        </p:spPr>
        <p:txBody>
          <a:bodyPr wrap="square">
            <a:spAutoFit/>
          </a:bodyPr>
          <a:lstStyle/>
          <a:p>
            <a:r>
              <a:rPr lang="zh-CN" altLang="en-US" sz="1600" b="1" dirty="0">
                <a:solidFill>
                  <a:srgbClr val="0000CC"/>
                </a:solidFill>
                <a:latin typeface="微软雅黑" pitchFamily="34" charset="-122"/>
                <a:ea typeface="微软雅黑" pitchFamily="34" charset="-122"/>
              </a:rPr>
              <a:t>情况</a:t>
            </a:r>
            <a:r>
              <a:rPr lang="en-US" altLang="zh-CN" sz="1600" b="1" dirty="0">
                <a:solidFill>
                  <a:srgbClr val="0000CC"/>
                </a:solidFill>
                <a:latin typeface="微软雅黑" pitchFamily="34" charset="-122"/>
                <a:ea typeface="微软雅黑" pitchFamily="34" charset="-122"/>
              </a:rPr>
              <a:t>3</a:t>
            </a:r>
            <a:r>
              <a:rPr lang="zh-CN" altLang="en-US" sz="1600" b="1" dirty="0">
                <a:solidFill>
                  <a:srgbClr val="0000CC"/>
                </a:solidFill>
                <a:latin typeface="微软雅黑" pitchFamily="34" charset="-122"/>
                <a:ea typeface="微软雅黑" pitchFamily="34" charset="-122"/>
              </a:rPr>
              <a:t>：</a:t>
            </a:r>
            <a:endParaRPr lang="zh-CN" altLang="en-US" sz="1600" dirty="0">
              <a:solidFill>
                <a:srgbClr val="0000CC"/>
              </a:solidFill>
            </a:endParaRPr>
          </a:p>
        </p:txBody>
      </p:sp>
      <p:sp>
        <p:nvSpPr>
          <p:cNvPr id="87" name="Oval 9">
            <a:extLst>
              <a:ext uri="{FF2B5EF4-FFF2-40B4-BE49-F238E27FC236}">
                <a16:creationId xmlns:a16="http://schemas.microsoft.com/office/drawing/2014/main" id="{E24FA620-5195-021C-BC39-BCC5CF0D3073}"/>
              </a:ext>
            </a:extLst>
          </p:cNvPr>
          <p:cNvSpPr>
            <a:spLocks noChangeArrowheads="1"/>
          </p:cNvSpPr>
          <p:nvPr/>
        </p:nvSpPr>
        <p:spPr bwMode="auto">
          <a:xfrm>
            <a:off x="2382795" y="2926820"/>
            <a:ext cx="299675" cy="262254"/>
          </a:xfrm>
          <a:prstGeom prst="ellipse">
            <a:avLst/>
          </a:prstGeom>
          <a:noFill/>
          <a:ln w="19050" algn="ctr">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eaLnBrk="1" hangingPunct="1">
              <a:spcBef>
                <a:spcPct val="0"/>
              </a:spcBef>
              <a:buClrTx/>
              <a:buSzTx/>
              <a:buFontTx/>
              <a:buNone/>
            </a:pPr>
            <a:endParaRPr lang="zh-CN" altLang="en-US" sz="2800">
              <a:latin typeface="Tahoma" panose="020B0604030504040204" pitchFamily="34" charset="0"/>
            </a:endParaRPr>
          </a:p>
        </p:txBody>
      </p:sp>
      <p:sp>
        <p:nvSpPr>
          <p:cNvPr id="88" name="Line 63">
            <a:extLst>
              <a:ext uri="{FF2B5EF4-FFF2-40B4-BE49-F238E27FC236}">
                <a16:creationId xmlns:a16="http://schemas.microsoft.com/office/drawing/2014/main" id="{47EA5D6F-4ED3-3CC3-C658-CC09CA890C81}"/>
              </a:ext>
            </a:extLst>
          </p:cNvPr>
          <p:cNvSpPr>
            <a:spLocks noChangeShapeType="1"/>
          </p:cNvSpPr>
          <p:nvPr/>
        </p:nvSpPr>
        <p:spPr bwMode="auto">
          <a:xfrm>
            <a:off x="1833261" y="3053223"/>
            <a:ext cx="849209"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wrap="none"/>
          <a:lstStyle/>
          <a:p>
            <a:endParaRPr lang="zh-CN" altLang="en-US"/>
          </a:p>
        </p:txBody>
      </p:sp>
      <p:sp>
        <p:nvSpPr>
          <p:cNvPr id="89" name="Text Box 64">
            <a:extLst>
              <a:ext uri="{FF2B5EF4-FFF2-40B4-BE49-F238E27FC236}">
                <a16:creationId xmlns:a16="http://schemas.microsoft.com/office/drawing/2014/main" id="{68183E90-02D9-836A-ABF2-7F8D8559F383}"/>
              </a:ext>
            </a:extLst>
          </p:cNvPr>
          <p:cNvSpPr txBox="1">
            <a:spLocks noChangeArrowheads="1"/>
          </p:cNvSpPr>
          <p:nvPr/>
        </p:nvSpPr>
        <p:spPr bwMode="auto">
          <a:xfrm>
            <a:off x="1531077" y="3126095"/>
            <a:ext cx="1380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algn="ctr">
              <a:spcBef>
                <a:spcPts val="0"/>
              </a:spcBef>
              <a:buClrTx/>
              <a:buSzTx/>
              <a:buFontTx/>
              <a:buNone/>
              <a:defRPr sz="1400" b="1">
                <a:solidFill>
                  <a:srgbClr val="C00000"/>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latin typeface="Tahoma" panose="020B0604030504040204" pitchFamily="34" charset="0"/>
                <a:ea typeface="黑体" panose="02010609060101010101" pitchFamily="49" charset="-122"/>
              </a:defRPr>
            </a:lvl9pPr>
          </a:lstStyle>
          <a:p>
            <a:r>
              <a:rPr lang="en-US" altLang="zh-CN" dirty="0"/>
              <a:t>d+1     X</a:t>
            </a:r>
          </a:p>
          <a:p>
            <a:r>
              <a:rPr lang="en-US" altLang="zh-CN" dirty="0"/>
              <a:t>  (</a:t>
            </a:r>
            <a:r>
              <a:rPr lang="zh-CN" altLang="en-US" dirty="0"/>
              <a:t>若</a:t>
            </a:r>
            <a:r>
              <a:rPr lang="en-US" altLang="zh-CN" dirty="0"/>
              <a:t>d+1&lt;b)</a:t>
            </a:r>
          </a:p>
        </p:txBody>
      </p:sp>
    </p:spTree>
    <p:extLst>
      <p:ext uri="{BB962C8B-B14F-4D97-AF65-F5344CB8AC3E}">
        <p14:creationId xmlns:p14="http://schemas.microsoft.com/office/powerpoint/2010/main" val="1576677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86"/>
                                        </p:tgtEl>
                                        <p:attrNameLst>
                                          <p:attrName>style.visibility</p:attrName>
                                        </p:attrNameLst>
                                      </p:cBhvr>
                                      <p:to>
                                        <p:strVal val="visible"/>
                                      </p:to>
                                    </p:set>
                                    <p:animEffect transition="in" filter="fade">
                                      <p:cBhvr>
                                        <p:cTn id="7" dur="1000"/>
                                        <p:tgtEl>
                                          <p:spTgt spid="86"/>
                                        </p:tgtEl>
                                      </p:cBhvr>
                                    </p:animEffect>
                                    <p:anim calcmode="lin" valueType="num">
                                      <p:cBhvr>
                                        <p:cTn id="8" dur="1000" fill="hold"/>
                                        <p:tgtEl>
                                          <p:spTgt spid="86"/>
                                        </p:tgtEl>
                                        <p:attrNameLst>
                                          <p:attrName>ppt_x</p:attrName>
                                        </p:attrNameLst>
                                      </p:cBhvr>
                                      <p:tavLst>
                                        <p:tav tm="0">
                                          <p:val>
                                            <p:strVal val="#ppt_x"/>
                                          </p:val>
                                        </p:tav>
                                        <p:tav tm="100000">
                                          <p:val>
                                            <p:strVal val="#ppt_x"/>
                                          </p:val>
                                        </p:tav>
                                      </p:tavLst>
                                    </p:anim>
                                    <p:anim calcmode="lin" valueType="num">
                                      <p:cBhvr>
                                        <p:cTn id="9" dur="1000" fill="hold"/>
                                        <p:tgtEl>
                                          <p:spTgt spid="8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87"/>
                                        </p:tgtEl>
                                        <p:attrNameLst>
                                          <p:attrName>style.visibility</p:attrName>
                                        </p:attrNameLst>
                                      </p:cBhvr>
                                      <p:to>
                                        <p:strVal val="visible"/>
                                      </p:to>
                                    </p:set>
                                    <p:animEffect transition="in" filter="fade">
                                      <p:cBhvr>
                                        <p:cTn id="13" dur="500"/>
                                        <p:tgtEl>
                                          <p:spTgt spid="87"/>
                                        </p:tgtEl>
                                      </p:cBhvr>
                                    </p:animEffect>
                                  </p:childTnLst>
                                </p:cTn>
                              </p:par>
                            </p:childTnLst>
                          </p:cTn>
                        </p:par>
                        <p:par>
                          <p:cTn id="14" fill="hold">
                            <p:stCondLst>
                              <p:cond delay="1500"/>
                            </p:stCondLst>
                            <p:childTnLst>
                              <p:par>
                                <p:cTn id="15" presetID="35" presetClass="emph" presetSubtype="0" repeatCount="2000" fill="hold" grpId="1" nodeType="afterEffect">
                                  <p:stCondLst>
                                    <p:cond delay="0"/>
                                  </p:stCondLst>
                                  <p:childTnLst>
                                    <p:anim calcmode="discrete" valueType="str">
                                      <p:cBhvr>
                                        <p:cTn id="16" dur="1000" fill="hold"/>
                                        <p:tgtEl>
                                          <p:spTgt spid="87"/>
                                        </p:tgtEl>
                                        <p:attrNameLst>
                                          <p:attrName>style.visibility</p:attrName>
                                        </p:attrNameLst>
                                      </p:cBhvr>
                                      <p:tavLst>
                                        <p:tav tm="0">
                                          <p:val>
                                            <p:strVal val="hidden"/>
                                          </p:val>
                                        </p:tav>
                                        <p:tav tm="50000">
                                          <p:val>
                                            <p:strVal val="visible"/>
                                          </p:val>
                                        </p:tav>
                                      </p:tavLst>
                                    </p:anim>
                                  </p:childTnLst>
                                  <p:subTnLst>
                                    <p:set>
                                      <p:cBhvr override="childStyle">
                                        <p:cTn dur="1" fill="hold" display="0" masterRel="nextClick" afterEffect="1"/>
                                        <p:tgtEl>
                                          <p:spTgt spid="87"/>
                                        </p:tgtEl>
                                        <p:attrNameLst>
                                          <p:attrName>style.visibility</p:attrName>
                                        </p:attrNameLst>
                                      </p:cBhvr>
                                      <p:to>
                                        <p:strVal val="hidden"/>
                                      </p:to>
                                    </p:set>
                                  </p:sub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76"/>
                                        </p:tgtEl>
                                        <p:attrNameLst>
                                          <p:attrName>style.visibility</p:attrName>
                                        </p:attrNameLst>
                                      </p:cBhvr>
                                      <p:to>
                                        <p:strVal val="visible"/>
                                      </p:to>
                                    </p:set>
                                    <p:animEffect transition="in" filter="wipe(left)">
                                      <p:cBhvr>
                                        <p:cTn id="21" dur="500"/>
                                        <p:tgtEl>
                                          <p:spTgt spid="76"/>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88"/>
                                        </p:tgtEl>
                                        <p:attrNameLst>
                                          <p:attrName>style.visibility</p:attrName>
                                        </p:attrNameLst>
                                      </p:cBhvr>
                                      <p:to>
                                        <p:strVal val="visible"/>
                                      </p:to>
                                    </p:set>
                                    <p:animEffect transition="in" filter="wipe(left)">
                                      <p:cBhvr>
                                        <p:cTn id="26" dur="500"/>
                                        <p:tgtEl>
                                          <p:spTgt spid="88"/>
                                        </p:tgtEl>
                                      </p:cBhvr>
                                    </p:animEffect>
                                  </p:childTnLst>
                                </p:cTn>
                              </p:par>
                            </p:childTnLst>
                          </p:cTn>
                        </p:par>
                        <p:par>
                          <p:cTn id="27" fill="hold">
                            <p:stCondLst>
                              <p:cond delay="500"/>
                            </p:stCondLst>
                            <p:childTnLst>
                              <p:par>
                                <p:cTn id="28" presetID="10" presetClass="entr" presetSubtype="0" fill="hold" grpId="2" nodeType="afterEffect">
                                  <p:stCondLst>
                                    <p:cond delay="0"/>
                                  </p:stCondLst>
                                  <p:childTnLst>
                                    <p:set>
                                      <p:cBhvr>
                                        <p:cTn id="29" dur="1" fill="hold">
                                          <p:stCondLst>
                                            <p:cond delay="0"/>
                                          </p:stCondLst>
                                        </p:cTn>
                                        <p:tgtEl>
                                          <p:spTgt spid="89"/>
                                        </p:tgtEl>
                                        <p:attrNameLst>
                                          <p:attrName>style.visibility</p:attrName>
                                        </p:attrNameLst>
                                      </p:cBhvr>
                                      <p:to>
                                        <p:strVal val="visible"/>
                                      </p:to>
                                    </p:set>
                                    <p:animEffect transition="in" filter="fade">
                                      <p:cBhvr>
                                        <p:cTn id="30" dur="500"/>
                                        <p:tgtEl>
                                          <p:spTgt spid="89"/>
                                        </p:tgtEl>
                                      </p:cBhvr>
                                    </p:animEffect>
                                  </p:childTnLst>
                                </p:cTn>
                              </p:par>
                            </p:childTnLst>
                          </p:cTn>
                        </p:par>
                        <p:par>
                          <p:cTn id="31" fill="hold">
                            <p:stCondLst>
                              <p:cond delay="1000"/>
                            </p:stCondLst>
                            <p:childTnLst>
                              <p:par>
                                <p:cTn id="32" presetID="35" presetClass="emph" presetSubtype="0" repeatCount="2000" fill="hold" grpId="3" nodeType="afterEffect">
                                  <p:stCondLst>
                                    <p:cond delay="0"/>
                                  </p:stCondLst>
                                  <p:childTnLst>
                                    <p:anim calcmode="discrete" valueType="str">
                                      <p:cBhvr>
                                        <p:cTn id="33" dur="1000" fill="hold"/>
                                        <p:tgtEl>
                                          <p:spTgt spid="8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9" grpId="0"/>
      <p:bldP spid="85" grpId="0"/>
      <p:bldP spid="85" grpId="1"/>
      <p:bldP spid="86" grpId="0"/>
      <p:bldP spid="87" grpId="0" animBg="1"/>
      <p:bldP spid="87" grpId="1" animBg="1"/>
      <p:bldP spid="89" grpId="0"/>
      <p:bldP spid="89" grpId="1"/>
      <p:bldP spid="89" grpId="2"/>
      <p:bldP spid="89" grpId="3"/>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FD13E9-E771-9C28-8F0C-C176074F204D}"/>
            </a:ext>
          </a:extLst>
        </p:cNvPr>
        <p:cNvGrpSpPr/>
        <p:nvPr/>
      </p:nvGrpSpPr>
      <p:grpSpPr>
        <a:xfrm>
          <a:off x="0" y="0"/>
          <a:ext cx="0" cy="0"/>
          <a:chOff x="0" y="0"/>
          <a:chExt cx="0" cy="0"/>
        </a:xfrm>
      </p:grpSpPr>
      <p:grpSp>
        <p:nvGrpSpPr>
          <p:cNvPr id="61" name="组合 60">
            <a:extLst>
              <a:ext uri="{FF2B5EF4-FFF2-40B4-BE49-F238E27FC236}">
                <a16:creationId xmlns:a16="http://schemas.microsoft.com/office/drawing/2014/main" id="{1A62D23D-FC35-3ABD-46A3-46919B42F87D}"/>
              </a:ext>
            </a:extLst>
          </p:cNvPr>
          <p:cNvGrpSpPr/>
          <p:nvPr/>
        </p:nvGrpSpPr>
        <p:grpSpPr>
          <a:xfrm>
            <a:off x="857289" y="2326482"/>
            <a:ext cx="2152490" cy="1887993"/>
            <a:chOff x="772958" y="2060579"/>
            <a:chExt cx="2152490" cy="1887993"/>
          </a:xfrm>
        </p:grpSpPr>
        <p:grpSp>
          <p:nvGrpSpPr>
            <p:cNvPr id="50" name="Group 46">
              <a:extLst>
                <a:ext uri="{FF2B5EF4-FFF2-40B4-BE49-F238E27FC236}">
                  <a16:creationId xmlns:a16="http://schemas.microsoft.com/office/drawing/2014/main" id="{689AC897-78CF-5B57-4272-F2CAFB10A352}"/>
                </a:ext>
              </a:extLst>
            </p:cNvPr>
            <p:cNvGrpSpPr>
              <a:grpSpLocks/>
            </p:cNvGrpSpPr>
            <p:nvPr/>
          </p:nvGrpSpPr>
          <p:grpSpPr bwMode="auto">
            <a:xfrm>
              <a:off x="772958" y="2340594"/>
              <a:ext cx="2152490" cy="1607978"/>
              <a:chOff x="287" y="2527"/>
              <a:chExt cx="1937" cy="1447"/>
            </a:xfrm>
          </p:grpSpPr>
          <p:grpSp>
            <p:nvGrpSpPr>
              <p:cNvPr id="51" name="Group 47">
                <a:extLst>
                  <a:ext uri="{FF2B5EF4-FFF2-40B4-BE49-F238E27FC236}">
                    <a16:creationId xmlns:a16="http://schemas.microsoft.com/office/drawing/2014/main" id="{F3348BA1-32FA-0980-0D81-5BC39A4C5587}"/>
                  </a:ext>
                </a:extLst>
              </p:cNvPr>
              <p:cNvGrpSpPr>
                <a:grpSpLocks/>
              </p:cNvGrpSpPr>
              <p:nvPr/>
            </p:nvGrpSpPr>
            <p:grpSpPr bwMode="auto">
              <a:xfrm>
                <a:off x="340" y="2550"/>
                <a:ext cx="1769" cy="1424"/>
                <a:chOff x="385" y="2493"/>
                <a:chExt cx="3402" cy="1424"/>
              </a:xfrm>
            </p:grpSpPr>
            <p:sp>
              <p:nvSpPr>
                <p:cNvPr id="54" name="Rectangle 48">
                  <a:extLst>
                    <a:ext uri="{FF2B5EF4-FFF2-40B4-BE49-F238E27FC236}">
                      <a16:creationId xmlns:a16="http://schemas.microsoft.com/office/drawing/2014/main" id="{7F890540-8B1F-0D46-DB2D-133C0AFA1285}"/>
                    </a:ext>
                  </a:extLst>
                </p:cNvPr>
                <p:cNvSpPr>
                  <a:spLocks noChangeArrowheads="1"/>
                </p:cNvSpPr>
                <p:nvPr/>
              </p:nvSpPr>
              <p:spPr bwMode="auto">
                <a:xfrm>
                  <a:off x="385" y="2493"/>
                  <a:ext cx="3402" cy="1424"/>
                </a:xfrm>
                <a:prstGeom prst="rect">
                  <a:avLst/>
                </a:prstGeom>
                <a:solidFill>
                  <a:srgbClr val="CCECFF"/>
                </a:solidFill>
                <a:ln w="9525">
                  <a:solidFill>
                    <a:srgbClr val="000000"/>
                  </a:solidFill>
                  <a:miter lim="800000"/>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55" name="Line 49">
                  <a:extLst>
                    <a:ext uri="{FF2B5EF4-FFF2-40B4-BE49-F238E27FC236}">
                      <a16:creationId xmlns:a16="http://schemas.microsoft.com/office/drawing/2014/main" id="{53B0E22A-192B-4382-C769-795C695782E3}"/>
                    </a:ext>
                  </a:extLst>
                </p:cNvPr>
                <p:cNvSpPr>
                  <a:spLocks noChangeShapeType="1"/>
                </p:cNvSpPr>
                <p:nvPr/>
              </p:nvSpPr>
              <p:spPr bwMode="auto">
                <a:xfrm>
                  <a:off x="385" y="2720"/>
                  <a:ext cx="340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0"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52" name="Text Box 50">
                <a:extLst>
                  <a:ext uri="{FF2B5EF4-FFF2-40B4-BE49-F238E27FC236}">
                    <a16:creationId xmlns:a16="http://schemas.microsoft.com/office/drawing/2014/main" id="{E7CE559D-F90B-CFF2-01EE-B4F43CECFDB7}"/>
                  </a:ext>
                </a:extLst>
              </p:cNvPr>
              <p:cNvSpPr txBox="1">
                <a:spLocks noChangeArrowheads="1"/>
              </p:cNvSpPr>
              <p:nvPr/>
            </p:nvSpPr>
            <p:spPr bwMode="auto">
              <a:xfrm>
                <a:off x="287" y="2527"/>
                <a:ext cx="1937"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lvl="0" fontAlgn="base">
                  <a:spcBef>
                    <a:spcPct val="50000"/>
                  </a:spcBef>
                  <a:spcAft>
                    <a:spcPct val="0"/>
                  </a:spcAft>
                  <a:buClrTx/>
                  <a:buSzTx/>
                  <a:buNone/>
                </a:pPr>
                <a:r>
                  <a:rPr kumimoji="0" lang="zh-CN" altLang="en-US" sz="1400" b="0"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目的</a:t>
                </a:r>
                <a:r>
                  <a:rPr lang="zh-CN" altLang="en-US" sz="1400" kern="0" dirty="0">
                    <a:solidFill>
                      <a:srgbClr val="000000"/>
                    </a:solidFill>
                    <a:latin typeface="Tahoma" panose="020B0604030504040204" pitchFamily="34" charset="0"/>
                  </a:rPr>
                  <a:t>网络   距离  </a:t>
                </a:r>
                <a:r>
                  <a:rPr kumimoji="0" lang="zh-CN" altLang="en-US" sz="1400" b="0" i="0" u="none" strike="noStrike" kern="0" cap="none" spc="0" normalizeH="0" baseline="0" noProof="0" dirty="0">
                    <a:ln>
                      <a:noFill/>
                    </a:ln>
                    <a:solidFill>
                      <a:srgbClr val="000000"/>
                    </a:solidFill>
                    <a:effectLst/>
                    <a:uLnTx/>
                    <a:uFillTx/>
                    <a:latin typeface="Tahoma" panose="020B0604030504040204" pitchFamily="34" charset="0"/>
                    <a:ea typeface="黑体" panose="02010609060101010101" pitchFamily="49" charset="-122"/>
                  </a:rPr>
                  <a:t>下一跳</a:t>
                </a:r>
              </a:p>
            </p:txBody>
          </p:sp>
          <p:sp>
            <p:nvSpPr>
              <p:cNvPr id="53" name="Text Box 51">
                <a:extLst>
                  <a:ext uri="{FF2B5EF4-FFF2-40B4-BE49-F238E27FC236}">
                    <a16:creationId xmlns:a16="http://schemas.microsoft.com/office/drawing/2014/main" id="{D2B0ABB1-E8E8-E610-481D-CF2168177C2B}"/>
                  </a:ext>
                </a:extLst>
              </p:cNvPr>
              <p:cNvSpPr txBox="1">
                <a:spLocks noChangeArrowheads="1"/>
              </p:cNvSpPr>
              <p:nvPr/>
            </p:nvSpPr>
            <p:spPr bwMode="auto">
              <a:xfrm>
                <a:off x="491" y="2768"/>
                <a:ext cx="154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50000"/>
                  </a:spcBef>
                  <a:spcAft>
                    <a:spcPct val="0"/>
                  </a:spcAft>
                  <a:buClrTx/>
                  <a:buSzTx/>
                  <a:buFontTx/>
                  <a:buNone/>
                  <a:tabLst/>
                  <a:defRPr/>
                </a:pPr>
                <a:endParaRPr kumimoji="0" lang="zh-CN" altLang="zh-CN" sz="1400" b="0"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57" name="Text Box 53">
              <a:extLst>
                <a:ext uri="{FF2B5EF4-FFF2-40B4-BE49-F238E27FC236}">
                  <a16:creationId xmlns:a16="http://schemas.microsoft.com/office/drawing/2014/main" id="{5539291B-A84E-5FAF-A6CE-9546935107F4}"/>
                </a:ext>
              </a:extLst>
            </p:cNvPr>
            <p:cNvSpPr txBox="1">
              <a:spLocks noChangeArrowheads="1"/>
            </p:cNvSpPr>
            <p:nvPr/>
          </p:nvSpPr>
          <p:spPr bwMode="auto">
            <a:xfrm>
              <a:off x="1271912" y="2060579"/>
              <a:ext cx="16124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fontAlgn="base">
                <a:spcBef>
                  <a:spcPct val="50000"/>
                </a:spcBef>
                <a:spcAft>
                  <a:spcPct val="0"/>
                </a:spcAft>
                <a:buClrTx/>
                <a:buSzTx/>
                <a:buFontTx/>
                <a:buNone/>
              </a:pPr>
              <a:r>
                <a:rPr lang="en-US" altLang="zh-CN" sz="1400" dirty="0">
                  <a:solidFill>
                    <a:srgbClr val="000000"/>
                  </a:solidFill>
                  <a:latin typeface="Tahoma" panose="020B0604030504040204" pitchFamily="34" charset="0"/>
                </a:rPr>
                <a:t>R</a:t>
              </a:r>
              <a:r>
                <a:rPr lang="zh-CN" altLang="en-US" sz="1400" dirty="0">
                  <a:solidFill>
                    <a:srgbClr val="000000"/>
                  </a:solidFill>
                  <a:latin typeface="Tahoma" panose="020B0604030504040204" pitchFamily="34" charset="0"/>
                </a:rPr>
                <a:t>的路由表</a:t>
              </a:r>
            </a:p>
          </p:txBody>
        </p:sp>
      </p:grpSp>
      <p:sp>
        <p:nvSpPr>
          <p:cNvPr id="3" name="AutoShape 5">
            <a:extLst>
              <a:ext uri="{FF2B5EF4-FFF2-40B4-BE49-F238E27FC236}">
                <a16:creationId xmlns:a16="http://schemas.microsoft.com/office/drawing/2014/main" id="{7318AA64-F3DA-71DC-0A25-C96F71F322EE}"/>
              </a:ext>
            </a:extLst>
          </p:cNvPr>
          <p:cNvSpPr>
            <a:spLocks noChangeArrowheads="1"/>
          </p:cNvSpPr>
          <p:nvPr/>
        </p:nvSpPr>
        <p:spPr bwMode="auto">
          <a:xfrm>
            <a:off x="545143" y="622831"/>
            <a:ext cx="8053713"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862EBC05-82EA-416E-9775-D96E11CE3906}"/>
              </a:ext>
            </a:extLst>
          </p:cNvPr>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RIP </a:t>
            </a:r>
            <a:r>
              <a:rPr lang="zh-CN" altLang="en-US" sz="2000" b="1" dirty="0">
                <a:solidFill>
                  <a:schemeClr val="bg1"/>
                </a:solidFill>
                <a:latin typeface="微软雅黑" pitchFamily="34" charset="-122"/>
                <a:ea typeface="微软雅黑" pitchFamily="34" charset="-122"/>
              </a:rPr>
              <a:t>的路由算法</a:t>
            </a:r>
          </a:p>
        </p:txBody>
      </p:sp>
      <p:grpSp>
        <p:nvGrpSpPr>
          <p:cNvPr id="7" name="Group 2">
            <a:extLst>
              <a:ext uri="{FF2B5EF4-FFF2-40B4-BE49-F238E27FC236}">
                <a16:creationId xmlns:a16="http://schemas.microsoft.com/office/drawing/2014/main" id="{B26C303F-E534-F5FC-15F1-CE0B7AFE6AA6}"/>
              </a:ext>
            </a:extLst>
          </p:cNvPr>
          <p:cNvGrpSpPr>
            <a:grpSpLocks/>
          </p:cNvGrpSpPr>
          <p:nvPr/>
        </p:nvGrpSpPr>
        <p:grpSpPr bwMode="auto">
          <a:xfrm>
            <a:off x="5577696" y="2756756"/>
            <a:ext cx="2589213" cy="601187"/>
            <a:chOff x="2727" y="1480"/>
            <a:chExt cx="2330" cy="541"/>
          </a:xfrm>
        </p:grpSpPr>
        <p:sp>
          <p:nvSpPr>
            <p:cNvPr id="8" name="Line 3">
              <a:extLst>
                <a:ext uri="{FF2B5EF4-FFF2-40B4-BE49-F238E27FC236}">
                  <a16:creationId xmlns:a16="http://schemas.microsoft.com/office/drawing/2014/main" id="{AAC290B0-0835-C56A-2E79-C8BFB97A80D4}"/>
                </a:ext>
              </a:extLst>
            </p:cNvPr>
            <p:cNvSpPr>
              <a:spLocks noChangeShapeType="1"/>
            </p:cNvSpPr>
            <p:nvPr/>
          </p:nvSpPr>
          <p:spPr bwMode="auto">
            <a:xfrm>
              <a:off x="2727" y="1752"/>
              <a:ext cx="1678" cy="0"/>
            </a:xfrm>
            <a:prstGeom prst="line">
              <a:avLst/>
            </a:prstGeom>
            <a:noFill/>
            <a:ln w="38100">
              <a:solidFill>
                <a:srgbClr val="333399"/>
              </a:solidFill>
              <a:prstDash val="sysDot"/>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nvGrpSpPr>
            <p:cNvPr id="9" name="Group 4">
              <a:extLst>
                <a:ext uri="{FF2B5EF4-FFF2-40B4-BE49-F238E27FC236}">
                  <a16:creationId xmlns:a16="http://schemas.microsoft.com/office/drawing/2014/main" id="{8E17BBFD-2DFA-E4E4-B4E9-878C4C79DEB8}"/>
                </a:ext>
              </a:extLst>
            </p:cNvPr>
            <p:cNvGrpSpPr>
              <a:grpSpLocks/>
            </p:cNvGrpSpPr>
            <p:nvPr/>
          </p:nvGrpSpPr>
          <p:grpSpPr bwMode="auto">
            <a:xfrm>
              <a:off x="4314" y="1480"/>
              <a:ext cx="743" cy="541"/>
              <a:chOff x="4830" y="1752"/>
              <a:chExt cx="667" cy="477"/>
            </a:xfrm>
          </p:grpSpPr>
          <p:grpSp>
            <p:nvGrpSpPr>
              <p:cNvPr id="11" name="Group 5">
                <a:extLst>
                  <a:ext uri="{FF2B5EF4-FFF2-40B4-BE49-F238E27FC236}">
                    <a16:creationId xmlns:a16="http://schemas.microsoft.com/office/drawing/2014/main" id="{CA84FAF4-E0C3-D183-4B10-3D0792336422}"/>
                  </a:ext>
                </a:extLst>
              </p:cNvPr>
              <p:cNvGrpSpPr>
                <a:grpSpLocks/>
              </p:cNvGrpSpPr>
              <p:nvPr/>
            </p:nvGrpSpPr>
            <p:grpSpPr bwMode="auto">
              <a:xfrm>
                <a:off x="4830" y="1752"/>
                <a:ext cx="667" cy="477"/>
                <a:chOff x="2949" y="196"/>
                <a:chExt cx="941" cy="598"/>
              </a:xfrm>
            </p:grpSpPr>
            <p:sp>
              <p:nvSpPr>
                <p:cNvPr id="13" name="Oval 6">
                  <a:extLst>
                    <a:ext uri="{FF2B5EF4-FFF2-40B4-BE49-F238E27FC236}">
                      <a16:creationId xmlns:a16="http://schemas.microsoft.com/office/drawing/2014/main" id="{EBF3B5E8-25D1-5814-3456-F3D70A01C146}"/>
                    </a:ext>
                  </a:extLst>
                </p:cNvPr>
                <p:cNvSpPr>
                  <a:spLocks noChangeArrowheads="1"/>
                </p:cNvSpPr>
                <p:nvPr/>
              </p:nvSpPr>
              <p:spPr bwMode="auto">
                <a:xfrm>
                  <a:off x="3168" y="196"/>
                  <a:ext cx="407" cy="162"/>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4" name="Oval 7">
                  <a:extLst>
                    <a:ext uri="{FF2B5EF4-FFF2-40B4-BE49-F238E27FC236}">
                      <a16:creationId xmlns:a16="http://schemas.microsoft.com/office/drawing/2014/main" id="{627CBCE2-B6B2-2374-B0EE-64914384FFB3}"/>
                    </a:ext>
                  </a:extLst>
                </p:cNvPr>
                <p:cNvSpPr>
                  <a:spLocks noChangeArrowheads="1"/>
                </p:cNvSpPr>
                <p:nvPr/>
              </p:nvSpPr>
              <p:spPr bwMode="auto">
                <a:xfrm rot="900000">
                  <a:off x="3512" y="252"/>
                  <a:ext cx="275" cy="131"/>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5" name="Oval 8">
                  <a:extLst>
                    <a:ext uri="{FF2B5EF4-FFF2-40B4-BE49-F238E27FC236}">
                      <a16:creationId xmlns:a16="http://schemas.microsoft.com/office/drawing/2014/main" id="{527164D7-762B-4B7F-4960-04E57E8242A2}"/>
                    </a:ext>
                  </a:extLst>
                </p:cNvPr>
                <p:cNvSpPr>
                  <a:spLocks noChangeArrowheads="1"/>
                </p:cNvSpPr>
                <p:nvPr/>
              </p:nvSpPr>
              <p:spPr bwMode="auto">
                <a:xfrm rot="1500000">
                  <a:off x="3650" y="385"/>
                  <a:ext cx="240" cy="153"/>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6" name="Oval 9">
                  <a:extLst>
                    <a:ext uri="{FF2B5EF4-FFF2-40B4-BE49-F238E27FC236}">
                      <a16:creationId xmlns:a16="http://schemas.microsoft.com/office/drawing/2014/main" id="{AA093C90-6E20-4A27-40D0-E66B65F2EBE0}"/>
                    </a:ext>
                  </a:extLst>
                </p:cNvPr>
                <p:cNvSpPr>
                  <a:spLocks noChangeArrowheads="1"/>
                </p:cNvSpPr>
                <p:nvPr/>
              </p:nvSpPr>
              <p:spPr bwMode="auto">
                <a:xfrm rot="-1560000">
                  <a:off x="3573" y="537"/>
                  <a:ext cx="291" cy="18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7" name="Oval 10">
                  <a:extLst>
                    <a:ext uri="{FF2B5EF4-FFF2-40B4-BE49-F238E27FC236}">
                      <a16:creationId xmlns:a16="http://schemas.microsoft.com/office/drawing/2014/main" id="{5B68BCA0-AF77-1926-0E86-074FCDE04810}"/>
                    </a:ext>
                  </a:extLst>
                </p:cNvPr>
                <p:cNvSpPr>
                  <a:spLocks noChangeArrowheads="1"/>
                </p:cNvSpPr>
                <p:nvPr/>
              </p:nvSpPr>
              <p:spPr bwMode="auto">
                <a:xfrm>
                  <a:off x="3216" y="555"/>
                  <a:ext cx="471" cy="23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8" name="Oval 11">
                  <a:extLst>
                    <a:ext uri="{FF2B5EF4-FFF2-40B4-BE49-F238E27FC236}">
                      <a16:creationId xmlns:a16="http://schemas.microsoft.com/office/drawing/2014/main" id="{7806376A-7640-DCFF-D8A7-7BB60A9C02E2}"/>
                    </a:ext>
                  </a:extLst>
                </p:cNvPr>
                <p:cNvSpPr>
                  <a:spLocks noChangeArrowheads="1"/>
                </p:cNvSpPr>
                <p:nvPr/>
              </p:nvSpPr>
              <p:spPr bwMode="auto">
                <a:xfrm rot="1080000">
                  <a:off x="3023" y="555"/>
                  <a:ext cx="26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19" name="Oval 12">
                  <a:extLst>
                    <a:ext uri="{FF2B5EF4-FFF2-40B4-BE49-F238E27FC236}">
                      <a16:creationId xmlns:a16="http://schemas.microsoft.com/office/drawing/2014/main" id="{04D84009-1E01-E70D-0444-2D61DC975034}"/>
                    </a:ext>
                  </a:extLst>
                </p:cNvPr>
                <p:cNvSpPr>
                  <a:spLocks noChangeArrowheads="1"/>
                </p:cNvSpPr>
                <p:nvPr/>
              </p:nvSpPr>
              <p:spPr bwMode="auto">
                <a:xfrm>
                  <a:off x="2949" y="432"/>
                  <a:ext cx="217"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0" name="Oval 13">
                  <a:extLst>
                    <a:ext uri="{FF2B5EF4-FFF2-40B4-BE49-F238E27FC236}">
                      <a16:creationId xmlns:a16="http://schemas.microsoft.com/office/drawing/2014/main" id="{AE930A09-ADA8-AB06-B427-E92AA60F0344}"/>
                    </a:ext>
                  </a:extLst>
                </p:cNvPr>
                <p:cNvSpPr>
                  <a:spLocks noChangeArrowheads="1"/>
                </p:cNvSpPr>
                <p:nvPr/>
              </p:nvSpPr>
              <p:spPr bwMode="auto">
                <a:xfrm rot="-1860000">
                  <a:off x="2984" y="310"/>
                  <a:ext cx="29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1" name="Freeform 14">
                  <a:extLst>
                    <a:ext uri="{FF2B5EF4-FFF2-40B4-BE49-F238E27FC236}">
                      <a16:creationId xmlns:a16="http://schemas.microsoft.com/office/drawing/2014/main" id="{190DB7B3-E839-76AB-1659-324EA072B4FC}"/>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2" name="Freeform 15">
                  <a:extLst>
                    <a:ext uri="{FF2B5EF4-FFF2-40B4-BE49-F238E27FC236}">
                      <a16:creationId xmlns:a16="http://schemas.microsoft.com/office/drawing/2014/main" id="{59BDE936-2124-EF50-250F-92ABDE3221E6}"/>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23" name="Freeform 16">
                  <a:extLst>
                    <a:ext uri="{FF2B5EF4-FFF2-40B4-BE49-F238E27FC236}">
                      <a16:creationId xmlns:a16="http://schemas.microsoft.com/office/drawing/2014/main" id="{7DCDBAC4-448A-24D1-7FAD-09A5EC6C04EE}"/>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12" name="Text Box 17">
                <a:extLst>
                  <a:ext uri="{FF2B5EF4-FFF2-40B4-BE49-F238E27FC236}">
                    <a16:creationId xmlns:a16="http://schemas.microsoft.com/office/drawing/2014/main" id="{D9841FB4-FA18-2DB6-ECF1-9C9DA8AB8E70}"/>
                  </a:ext>
                </a:extLst>
              </p:cNvPr>
              <p:cNvSpPr txBox="1">
                <a:spLocks noChangeArrowheads="1"/>
              </p:cNvSpPr>
              <p:nvPr/>
            </p:nvSpPr>
            <p:spPr bwMode="auto">
              <a:xfrm>
                <a:off x="4967" y="1856"/>
                <a:ext cx="399" cy="244"/>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400" b="1" i="0" u="none" strike="noStrike" kern="0" cap="none" spc="0" normalizeH="0" baseline="0" noProof="0" dirty="0">
                    <a:ln>
                      <a:noFill/>
                    </a:ln>
                    <a:solidFill>
                      <a:srgbClr val="333399"/>
                    </a:solidFill>
                    <a:effectLst/>
                    <a:uLnTx/>
                    <a:uFillTx/>
                    <a:latin typeface="Arial" panose="020B0604020202020204" pitchFamily="34" charset="0"/>
                    <a:ea typeface="黑体" panose="02010609060101010101" pitchFamily="49" charset="-122"/>
                  </a:rPr>
                  <a:t>网</a:t>
                </a:r>
                <a:r>
                  <a:rPr kumimoji="1" lang="en-US" altLang="zh-CN" sz="1400" b="1" i="0" u="none" strike="noStrike" kern="0" cap="none" spc="0" normalizeH="0" baseline="0" noProof="0" dirty="0">
                    <a:ln>
                      <a:noFill/>
                    </a:ln>
                    <a:solidFill>
                      <a:srgbClr val="333399"/>
                    </a:solidFill>
                    <a:effectLst/>
                    <a:uLnTx/>
                    <a:uFillTx/>
                    <a:latin typeface="Arial" panose="020B0604020202020204" pitchFamily="34" charset="0"/>
                    <a:ea typeface="黑体" panose="02010609060101010101" pitchFamily="49" charset="-122"/>
                  </a:rPr>
                  <a:t>N</a:t>
                </a:r>
              </a:p>
            </p:txBody>
          </p:sp>
        </p:grpSp>
        <p:sp>
          <p:nvSpPr>
            <p:cNvPr id="10" name="Text Box 18">
              <a:extLst>
                <a:ext uri="{FF2B5EF4-FFF2-40B4-BE49-F238E27FC236}">
                  <a16:creationId xmlns:a16="http://schemas.microsoft.com/office/drawing/2014/main" id="{38F6D10B-F362-513E-5961-8FE937993E12}"/>
                </a:ext>
              </a:extLst>
            </p:cNvPr>
            <p:cNvSpPr txBox="1">
              <a:spLocks noChangeArrowheads="1"/>
            </p:cNvSpPr>
            <p:nvPr/>
          </p:nvSpPr>
          <p:spPr bwMode="auto">
            <a:xfrm>
              <a:off x="3061" y="1525"/>
              <a:ext cx="998"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prstDash val="sysDot"/>
                  <a:miter lim="800000"/>
                  <a:headEnd/>
                  <a:tailEnd/>
                </a14:hiddenLine>
              </a:ext>
            </a:extLst>
          </p:spPr>
          <p:txBody>
            <a:bodyP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50000"/>
                </a:spcBef>
                <a:spcAft>
                  <a:spcPct val="0"/>
                </a:spcAft>
                <a:buClrTx/>
                <a:buSzTx/>
                <a:buFontTx/>
                <a:buNone/>
                <a:tabLst/>
                <a:defRPr/>
              </a:pPr>
              <a:r>
                <a:rPr kumimoji="0" lang="en-US" altLang="zh-CN" sz="14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rPr>
                <a:t>d</a:t>
              </a:r>
            </a:p>
          </p:txBody>
        </p:sp>
      </p:grpSp>
      <p:sp>
        <p:nvSpPr>
          <p:cNvPr id="24" name="Line 19">
            <a:extLst>
              <a:ext uri="{FF2B5EF4-FFF2-40B4-BE49-F238E27FC236}">
                <a16:creationId xmlns:a16="http://schemas.microsoft.com/office/drawing/2014/main" id="{72B69627-7E90-ED90-7F24-46362AB3BCC9}"/>
              </a:ext>
            </a:extLst>
          </p:cNvPr>
          <p:cNvSpPr>
            <a:spLocks noChangeShapeType="1"/>
          </p:cNvSpPr>
          <p:nvPr/>
        </p:nvSpPr>
        <p:spPr bwMode="auto">
          <a:xfrm>
            <a:off x="3813031" y="3059016"/>
            <a:ext cx="1311275"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pic>
        <p:nvPicPr>
          <p:cNvPr id="25" name="Picture 21">
            <a:extLst>
              <a:ext uri="{FF2B5EF4-FFF2-40B4-BE49-F238E27FC236}">
                <a16:creationId xmlns:a16="http://schemas.microsoft.com/office/drawing/2014/main" id="{C33F2376-4392-0111-D6F8-5D164906FBA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9641" y="2907886"/>
            <a:ext cx="510063" cy="236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6" name="Text Box 22">
            <a:extLst>
              <a:ext uri="{FF2B5EF4-FFF2-40B4-BE49-F238E27FC236}">
                <a16:creationId xmlns:a16="http://schemas.microsoft.com/office/drawing/2014/main" id="{BD160B07-2743-7108-86FD-A5E77C1B0E35}"/>
              </a:ext>
            </a:extLst>
          </p:cNvPr>
          <p:cNvSpPr txBox="1">
            <a:spLocks noChangeArrowheads="1"/>
          </p:cNvSpPr>
          <p:nvPr/>
        </p:nvSpPr>
        <p:spPr bwMode="auto">
          <a:xfrm>
            <a:off x="5262101" y="31101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400" b="1" i="0" u="none" strike="noStrike" kern="0" cap="none" spc="0" normalizeH="0" baseline="0" noProof="0">
                <a:ln>
                  <a:noFill/>
                </a:ln>
                <a:solidFill>
                  <a:srgbClr val="333399"/>
                </a:solidFill>
                <a:effectLst/>
                <a:uLnTx/>
                <a:uFillTx/>
                <a:latin typeface="Arial" panose="020B0604020202020204" pitchFamily="34" charset="0"/>
                <a:ea typeface="黑体" panose="02010609060101010101" pitchFamily="49" charset="-122"/>
              </a:rPr>
              <a:t>X</a:t>
            </a:r>
          </a:p>
        </p:txBody>
      </p:sp>
      <p:sp>
        <p:nvSpPr>
          <p:cNvPr id="27" name="Text Box 23">
            <a:extLst>
              <a:ext uri="{FF2B5EF4-FFF2-40B4-BE49-F238E27FC236}">
                <a16:creationId xmlns:a16="http://schemas.microsoft.com/office/drawing/2014/main" id="{9FEC32C0-1C56-D207-7A33-BC7A25AA65AE}"/>
              </a:ext>
            </a:extLst>
          </p:cNvPr>
          <p:cNvSpPr txBox="1">
            <a:spLocks noChangeArrowheads="1"/>
          </p:cNvSpPr>
          <p:nvPr/>
        </p:nvSpPr>
        <p:spPr bwMode="auto">
          <a:xfrm>
            <a:off x="3460765" y="3110134"/>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400" b="1" i="0" u="none" strike="noStrike" kern="0" cap="none" spc="0" normalizeH="0" baseline="0" noProof="0" dirty="0">
                <a:ln>
                  <a:noFill/>
                </a:ln>
                <a:solidFill>
                  <a:srgbClr val="333399"/>
                </a:solidFill>
                <a:effectLst/>
                <a:uLnTx/>
                <a:uFillTx/>
                <a:latin typeface="Arial" panose="020B0604020202020204" pitchFamily="34" charset="0"/>
                <a:ea typeface="黑体" panose="02010609060101010101" pitchFamily="49" charset="-122"/>
              </a:rPr>
              <a:t>R</a:t>
            </a:r>
          </a:p>
        </p:txBody>
      </p:sp>
      <p:pic>
        <p:nvPicPr>
          <p:cNvPr id="28" name="Picture 24">
            <a:extLst>
              <a:ext uri="{FF2B5EF4-FFF2-40B4-BE49-F238E27FC236}">
                <a16:creationId xmlns:a16="http://schemas.microsoft.com/office/drawing/2014/main" id="{12BFEAAA-1D7D-42A9-DA79-205C58AA682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4306" y="2923444"/>
            <a:ext cx="511175" cy="236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29" name="Group 25">
            <a:extLst>
              <a:ext uri="{FF2B5EF4-FFF2-40B4-BE49-F238E27FC236}">
                <a16:creationId xmlns:a16="http://schemas.microsoft.com/office/drawing/2014/main" id="{1094A46F-02C5-75BB-6DAA-A72D1BAAE2E5}"/>
              </a:ext>
            </a:extLst>
          </p:cNvPr>
          <p:cNvGrpSpPr>
            <a:grpSpLocks/>
          </p:cNvGrpSpPr>
          <p:nvPr/>
        </p:nvGrpSpPr>
        <p:grpSpPr bwMode="auto">
          <a:xfrm>
            <a:off x="4065285" y="2761201"/>
            <a:ext cx="825659" cy="601187"/>
            <a:chOff x="4830" y="1752"/>
            <a:chExt cx="667" cy="477"/>
          </a:xfrm>
        </p:grpSpPr>
        <p:grpSp>
          <p:nvGrpSpPr>
            <p:cNvPr id="30" name="Group 26">
              <a:extLst>
                <a:ext uri="{FF2B5EF4-FFF2-40B4-BE49-F238E27FC236}">
                  <a16:creationId xmlns:a16="http://schemas.microsoft.com/office/drawing/2014/main" id="{A22FF775-3A7E-08E4-B667-B49FEF96D476}"/>
                </a:ext>
              </a:extLst>
            </p:cNvPr>
            <p:cNvGrpSpPr>
              <a:grpSpLocks/>
            </p:cNvGrpSpPr>
            <p:nvPr/>
          </p:nvGrpSpPr>
          <p:grpSpPr bwMode="auto">
            <a:xfrm>
              <a:off x="4830" y="1752"/>
              <a:ext cx="667" cy="477"/>
              <a:chOff x="2949" y="196"/>
              <a:chExt cx="941" cy="598"/>
            </a:xfrm>
          </p:grpSpPr>
          <p:sp>
            <p:nvSpPr>
              <p:cNvPr id="32" name="Oval 27">
                <a:extLst>
                  <a:ext uri="{FF2B5EF4-FFF2-40B4-BE49-F238E27FC236}">
                    <a16:creationId xmlns:a16="http://schemas.microsoft.com/office/drawing/2014/main" id="{3473C576-595B-F186-C5F8-67B9A02E833B}"/>
                  </a:ext>
                </a:extLst>
              </p:cNvPr>
              <p:cNvSpPr>
                <a:spLocks noChangeArrowheads="1"/>
              </p:cNvSpPr>
              <p:nvPr/>
            </p:nvSpPr>
            <p:spPr bwMode="auto">
              <a:xfrm>
                <a:off x="3168" y="196"/>
                <a:ext cx="407" cy="162"/>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3" name="Oval 28">
                <a:extLst>
                  <a:ext uri="{FF2B5EF4-FFF2-40B4-BE49-F238E27FC236}">
                    <a16:creationId xmlns:a16="http://schemas.microsoft.com/office/drawing/2014/main" id="{DA858002-B130-51B4-C8DC-C24224E501DF}"/>
                  </a:ext>
                </a:extLst>
              </p:cNvPr>
              <p:cNvSpPr>
                <a:spLocks noChangeArrowheads="1"/>
              </p:cNvSpPr>
              <p:nvPr/>
            </p:nvSpPr>
            <p:spPr bwMode="auto">
              <a:xfrm rot="900000">
                <a:off x="3512" y="252"/>
                <a:ext cx="275" cy="131"/>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4" name="Oval 29">
                <a:extLst>
                  <a:ext uri="{FF2B5EF4-FFF2-40B4-BE49-F238E27FC236}">
                    <a16:creationId xmlns:a16="http://schemas.microsoft.com/office/drawing/2014/main" id="{E05FC86D-B883-51AD-F66F-E0F573DD9AD4}"/>
                  </a:ext>
                </a:extLst>
              </p:cNvPr>
              <p:cNvSpPr>
                <a:spLocks noChangeArrowheads="1"/>
              </p:cNvSpPr>
              <p:nvPr/>
            </p:nvSpPr>
            <p:spPr bwMode="auto">
              <a:xfrm rot="1500000">
                <a:off x="3650" y="385"/>
                <a:ext cx="240" cy="153"/>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5" name="Oval 30">
                <a:extLst>
                  <a:ext uri="{FF2B5EF4-FFF2-40B4-BE49-F238E27FC236}">
                    <a16:creationId xmlns:a16="http://schemas.microsoft.com/office/drawing/2014/main" id="{0B3065D5-7B9F-5D5C-F9D4-7276C9D801D5}"/>
                  </a:ext>
                </a:extLst>
              </p:cNvPr>
              <p:cNvSpPr>
                <a:spLocks noChangeArrowheads="1"/>
              </p:cNvSpPr>
              <p:nvPr/>
            </p:nvSpPr>
            <p:spPr bwMode="auto">
              <a:xfrm rot="-1560000">
                <a:off x="3573" y="537"/>
                <a:ext cx="291" cy="18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6" name="Oval 31">
                <a:extLst>
                  <a:ext uri="{FF2B5EF4-FFF2-40B4-BE49-F238E27FC236}">
                    <a16:creationId xmlns:a16="http://schemas.microsoft.com/office/drawing/2014/main" id="{8436EF15-39EE-4FE2-0C06-DBA1D7B6FA9A}"/>
                  </a:ext>
                </a:extLst>
              </p:cNvPr>
              <p:cNvSpPr>
                <a:spLocks noChangeArrowheads="1"/>
              </p:cNvSpPr>
              <p:nvPr/>
            </p:nvSpPr>
            <p:spPr bwMode="auto">
              <a:xfrm>
                <a:off x="3216" y="555"/>
                <a:ext cx="471" cy="239"/>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7" name="Oval 32">
                <a:extLst>
                  <a:ext uri="{FF2B5EF4-FFF2-40B4-BE49-F238E27FC236}">
                    <a16:creationId xmlns:a16="http://schemas.microsoft.com/office/drawing/2014/main" id="{D63F8C67-9051-707C-A7D5-DF85F7C9AF61}"/>
                  </a:ext>
                </a:extLst>
              </p:cNvPr>
              <p:cNvSpPr>
                <a:spLocks noChangeArrowheads="1"/>
              </p:cNvSpPr>
              <p:nvPr/>
            </p:nvSpPr>
            <p:spPr bwMode="auto">
              <a:xfrm rot="1080000">
                <a:off x="3023" y="555"/>
                <a:ext cx="26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8" name="Oval 33">
                <a:extLst>
                  <a:ext uri="{FF2B5EF4-FFF2-40B4-BE49-F238E27FC236}">
                    <a16:creationId xmlns:a16="http://schemas.microsoft.com/office/drawing/2014/main" id="{A64C80DA-3638-8247-E9BE-99059C363961}"/>
                  </a:ext>
                </a:extLst>
              </p:cNvPr>
              <p:cNvSpPr>
                <a:spLocks noChangeArrowheads="1"/>
              </p:cNvSpPr>
              <p:nvPr/>
            </p:nvSpPr>
            <p:spPr bwMode="auto">
              <a:xfrm>
                <a:off x="2949" y="432"/>
                <a:ext cx="217"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39" name="Oval 34">
                <a:extLst>
                  <a:ext uri="{FF2B5EF4-FFF2-40B4-BE49-F238E27FC236}">
                    <a16:creationId xmlns:a16="http://schemas.microsoft.com/office/drawing/2014/main" id="{69EC016D-180C-DB10-13B0-1461C716DF05}"/>
                  </a:ext>
                </a:extLst>
              </p:cNvPr>
              <p:cNvSpPr>
                <a:spLocks noChangeArrowheads="1"/>
              </p:cNvSpPr>
              <p:nvPr/>
            </p:nvSpPr>
            <p:spPr bwMode="auto">
              <a:xfrm rot="-1860000">
                <a:off x="2984" y="310"/>
                <a:ext cx="295" cy="156"/>
              </a:xfrm>
              <a:prstGeom prst="ellipse">
                <a:avLst/>
              </a:prstGeom>
              <a:solidFill>
                <a:srgbClr val="EAEAEA"/>
              </a:solidFill>
              <a:ln w="12700">
                <a:solidFill>
                  <a:srgbClr val="000000"/>
                </a:solidFill>
                <a:round/>
                <a:headEnd/>
                <a:tailEnd/>
              </a:ln>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0" name="Freeform 35">
                <a:extLst>
                  <a:ext uri="{FF2B5EF4-FFF2-40B4-BE49-F238E27FC236}">
                    <a16:creationId xmlns:a16="http://schemas.microsoft.com/office/drawing/2014/main" id="{583A0AAD-9AFB-BC93-C418-0A0905DA205D}"/>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8"/>
                  <a:gd name="T184" fmla="*/ 0 h 407"/>
                  <a:gd name="T185" fmla="*/ 738 w 738"/>
                  <a:gd name="T186" fmla="*/ 407 h 4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1" name="Freeform 36">
                <a:extLst>
                  <a:ext uri="{FF2B5EF4-FFF2-40B4-BE49-F238E27FC236}">
                    <a16:creationId xmlns:a16="http://schemas.microsoft.com/office/drawing/2014/main" id="{181A53B3-1D65-CD5F-358B-5BC05CFE10B6}"/>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18"/>
                  <a:gd name="T74" fmla="*/ 117 w 117"/>
                  <a:gd name="T75" fmla="*/ 118 h 1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sp>
            <p:nvSpPr>
              <p:cNvPr id="42" name="Freeform 37">
                <a:extLst>
                  <a:ext uri="{FF2B5EF4-FFF2-40B4-BE49-F238E27FC236}">
                    <a16:creationId xmlns:a16="http://schemas.microsoft.com/office/drawing/2014/main" id="{99128B05-4401-6C17-1371-EE279649DB6C}"/>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87"/>
                  <a:gd name="T53" fmla="*/ 82 w 82"/>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12700" cap="rnd">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b="1" i="0" u="none" strike="noStrike" kern="0" cap="none" spc="0" normalizeH="0" baseline="0" noProof="0">
                  <a:ln>
                    <a:noFill/>
                  </a:ln>
                  <a:solidFill>
                    <a:srgbClr val="000000"/>
                  </a:solidFill>
                  <a:effectLst/>
                  <a:uLnTx/>
                  <a:uFillTx/>
                  <a:latin typeface="Tahoma" panose="020B0604030504040204" pitchFamily="34" charset="0"/>
                  <a:ea typeface="黑体" panose="02010609060101010101" pitchFamily="49" charset="-122"/>
                </a:endParaRPr>
              </a:p>
            </p:txBody>
          </p:sp>
        </p:grpSp>
        <p:sp>
          <p:nvSpPr>
            <p:cNvPr id="31" name="Text Box 38">
              <a:extLst>
                <a:ext uri="{FF2B5EF4-FFF2-40B4-BE49-F238E27FC236}">
                  <a16:creationId xmlns:a16="http://schemas.microsoft.com/office/drawing/2014/main" id="{D8536A79-25BE-FBA7-4683-8E7153871949}"/>
                </a:ext>
              </a:extLst>
            </p:cNvPr>
            <p:cNvSpPr txBox="1">
              <a:spLocks noChangeArrowheads="1"/>
            </p:cNvSpPr>
            <p:nvPr/>
          </p:nvSpPr>
          <p:spPr bwMode="auto">
            <a:xfrm>
              <a:off x="4967" y="1848"/>
              <a:ext cx="149" cy="244"/>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zh-CN" sz="1400" b="1" i="0" u="none" strike="noStrike" kern="0" cap="none" spc="0" normalizeH="0" baseline="0" noProof="0">
                <a:ln>
                  <a:noFill/>
                </a:ln>
                <a:solidFill>
                  <a:srgbClr val="333399"/>
                </a:solidFill>
                <a:effectLst/>
                <a:uLnTx/>
                <a:uFillTx/>
                <a:latin typeface="Arial" panose="020B0604020202020204" pitchFamily="34" charset="0"/>
                <a:ea typeface="黑体" panose="02010609060101010101" pitchFamily="49" charset="-122"/>
              </a:endParaRPr>
            </a:p>
          </p:txBody>
        </p:sp>
      </p:grpSp>
      <p:sp>
        <p:nvSpPr>
          <p:cNvPr id="56" name="Text Box 52">
            <a:extLst>
              <a:ext uri="{FF2B5EF4-FFF2-40B4-BE49-F238E27FC236}">
                <a16:creationId xmlns:a16="http://schemas.microsoft.com/office/drawing/2014/main" id="{07104AA7-F507-F0C8-C576-CCCC8118BEA6}"/>
              </a:ext>
            </a:extLst>
          </p:cNvPr>
          <p:cNvSpPr txBox="1">
            <a:spLocks noChangeArrowheads="1"/>
          </p:cNvSpPr>
          <p:nvPr/>
        </p:nvSpPr>
        <p:spPr bwMode="auto">
          <a:xfrm>
            <a:off x="1089241" y="2904312"/>
            <a:ext cx="19491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fontAlgn="base">
              <a:spcBef>
                <a:spcPct val="50000"/>
              </a:spcBef>
              <a:spcAft>
                <a:spcPct val="0"/>
              </a:spcAft>
              <a:buClrTx/>
              <a:buSzTx/>
              <a:buFontTx/>
              <a:buNone/>
            </a:pPr>
            <a:r>
              <a:rPr lang="en-US" altLang="zh-CN" sz="1400" b="1" dirty="0">
                <a:solidFill>
                  <a:srgbClr val="0000FF"/>
                </a:solidFill>
                <a:latin typeface="Tahoma" panose="020B0604030504040204" pitchFamily="34" charset="0"/>
              </a:rPr>
              <a:t>N          d+1     X</a:t>
            </a:r>
          </a:p>
        </p:txBody>
      </p:sp>
      <p:sp>
        <p:nvSpPr>
          <p:cNvPr id="60" name="文本框 59">
            <a:extLst>
              <a:ext uri="{FF2B5EF4-FFF2-40B4-BE49-F238E27FC236}">
                <a16:creationId xmlns:a16="http://schemas.microsoft.com/office/drawing/2014/main" id="{6B53BABB-F262-F860-BC42-DCA9230F9CA7}"/>
              </a:ext>
            </a:extLst>
          </p:cNvPr>
          <p:cNvSpPr txBox="1"/>
          <p:nvPr/>
        </p:nvSpPr>
        <p:spPr>
          <a:xfrm>
            <a:off x="733864" y="1052827"/>
            <a:ext cx="7676269" cy="707886"/>
          </a:xfrm>
          <a:prstGeom prst="rect">
            <a:avLst/>
          </a:prstGeom>
          <a:noFill/>
        </p:spPr>
        <p:txBody>
          <a:bodyPr wrap="square">
            <a:spAutoFit/>
          </a:bodyPr>
          <a:lstStyle/>
          <a:p>
            <a:r>
              <a:rPr lang="zh-CN" altLang="en-US" sz="2000" b="1" dirty="0">
                <a:latin typeface="微软雅黑" pitchFamily="34" charset="-122"/>
                <a:ea typeface="微软雅黑" pitchFamily="34" charset="-122"/>
              </a:rPr>
              <a:t>若</a:t>
            </a:r>
            <a:r>
              <a:rPr lang="en-US" altLang="zh-CN" sz="2000" b="1" dirty="0">
                <a:latin typeface="微软雅黑" pitchFamily="34" charset="-122"/>
                <a:ea typeface="微软雅黑" pitchFamily="34" charset="-122"/>
              </a:rPr>
              <a:t>3</a:t>
            </a:r>
            <a:r>
              <a:rPr lang="zh-CN" altLang="en-US" sz="2000" b="1" dirty="0">
                <a:latin typeface="微软雅黑" pitchFamily="34" charset="-122"/>
                <a:ea typeface="微软雅黑" pitchFamily="34" charset="-122"/>
              </a:rPr>
              <a:t>分钟还没有收到某条路由的更新报文，则把此路由的距离设置为</a:t>
            </a:r>
            <a:r>
              <a:rPr lang="en-US" altLang="zh-CN" sz="2000" b="1" dirty="0">
                <a:latin typeface="微软雅黑" pitchFamily="34" charset="-122"/>
                <a:ea typeface="微软雅黑" pitchFamily="34" charset="-122"/>
              </a:rPr>
              <a:t>16</a:t>
            </a:r>
            <a:r>
              <a:rPr lang="zh-CN" altLang="en-US" sz="2000" b="1" dirty="0">
                <a:latin typeface="微软雅黑" pitchFamily="34" charset="-122"/>
                <a:ea typeface="微软雅黑" pitchFamily="34" charset="-122"/>
              </a:rPr>
              <a:t>（距离为</a:t>
            </a:r>
            <a:r>
              <a:rPr lang="en-US" altLang="zh-CN" sz="2000" b="1" dirty="0">
                <a:latin typeface="微软雅黑" pitchFamily="34" charset="-122"/>
                <a:ea typeface="微软雅黑" pitchFamily="34" charset="-122"/>
              </a:rPr>
              <a:t>16</a:t>
            </a:r>
            <a:r>
              <a:rPr lang="zh-CN" altLang="en-US" sz="2000" b="1" dirty="0">
                <a:latin typeface="微软雅黑" pitchFamily="34" charset="-122"/>
                <a:ea typeface="微软雅黑" pitchFamily="34" charset="-122"/>
              </a:rPr>
              <a:t>表示不可达）。</a:t>
            </a:r>
          </a:p>
        </p:txBody>
      </p:sp>
      <p:sp>
        <p:nvSpPr>
          <p:cNvPr id="64" name="文本框 63">
            <a:extLst>
              <a:ext uri="{FF2B5EF4-FFF2-40B4-BE49-F238E27FC236}">
                <a16:creationId xmlns:a16="http://schemas.microsoft.com/office/drawing/2014/main" id="{E7D6CF71-9158-BCB2-B964-FC4E8BDD4725}"/>
              </a:ext>
            </a:extLst>
          </p:cNvPr>
          <p:cNvSpPr txBox="1"/>
          <p:nvPr/>
        </p:nvSpPr>
        <p:spPr>
          <a:xfrm>
            <a:off x="733864" y="1933838"/>
            <a:ext cx="1004765" cy="338554"/>
          </a:xfrm>
          <a:prstGeom prst="rect">
            <a:avLst/>
          </a:prstGeom>
          <a:noFill/>
        </p:spPr>
        <p:txBody>
          <a:bodyPr wrap="square">
            <a:spAutoFit/>
          </a:bodyPr>
          <a:lstStyle/>
          <a:p>
            <a:r>
              <a:rPr lang="zh-CN" altLang="en-US" sz="1600" b="1" dirty="0">
                <a:solidFill>
                  <a:srgbClr val="0000CC"/>
                </a:solidFill>
                <a:latin typeface="微软雅黑" pitchFamily="34" charset="-122"/>
                <a:ea typeface="微软雅黑" pitchFamily="34" charset="-122"/>
              </a:rPr>
              <a:t>情况</a:t>
            </a:r>
            <a:r>
              <a:rPr lang="en-US" altLang="zh-CN" sz="1600" b="1" dirty="0">
                <a:solidFill>
                  <a:srgbClr val="0000CC"/>
                </a:solidFill>
                <a:latin typeface="微软雅黑" pitchFamily="34" charset="-122"/>
                <a:ea typeface="微软雅黑" pitchFamily="34" charset="-122"/>
              </a:rPr>
              <a:t>4</a:t>
            </a:r>
            <a:r>
              <a:rPr lang="zh-CN" altLang="en-US" sz="1600" b="1" dirty="0">
                <a:solidFill>
                  <a:srgbClr val="0000CC"/>
                </a:solidFill>
                <a:latin typeface="微软雅黑" pitchFamily="34" charset="-122"/>
                <a:ea typeface="微软雅黑" pitchFamily="34" charset="-122"/>
              </a:rPr>
              <a:t>：</a:t>
            </a:r>
            <a:endParaRPr lang="zh-CN" altLang="en-US" sz="1600" dirty="0">
              <a:solidFill>
                <a:srgbClr val="0000CC"/>
              </a:solidFill>
            </a:endParaRPr>
          </a:p>
        </p:txBody>
      </p:sp>
      <p:sp>
        <p:nvSpPr>
          <p:cNvPr id="59" name="Text Box 50">
            <a:extLst>
              <a:ext uri="{FF2B5EF4-FFF2-40B4-BE49-F238E27FC236}">
                <a16:creationId xmlns:a16="http://schemas.microsoft.com/office/drawing/2014/main" id="{A86254D3-C43C-1634-FEB9-748F1BFAA709}"/>
              </a:ext>
            </a:extLst>
          </p:cNvPr>
          <p:cNvSpPr txBox="1">
            <a:spLocks noChangeArrowheads="1"/>
          </p:cNvSpPr>
          <p:nvPr/>
        </p:nvSpPr>
        <p:spPr bwMode="auto">
          <a:xfrm>
            <a:off x="991528" y="3096823"/>
            <a:ext cx="24692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eaLnBrk="1" hangingPunct="1">
              <a:spcBef>
                <a:spcPts val="0"/>
              </a:spcBef>
              <a:buClrTx/>
              <a:buSzTx/>
              <a:buFontTx/>
              <a:buNone/>
            </a:pPr>
            <a:r>
              <a:rPr lang="en-US" altLang="zh-CN" sz="1400" b="1" dirty="0">
                <a:solidFill>
                  <a:srgbClr val="C00000"/>
                </a:solidFill>
                <a:latin typeface="Tahoma" panose="020B0604030504040204" pitchFamily="34" charset="0"/>
              </a:rPr>
              <a:t>16       - </a:t>
            </a:r>
          </a:p>
          <a:p>
            <a:pPr algn="ctr" eaLnBrk="1" hangingPunct="1">
              <a:spcBef>
                <a:spcPts val="0"/>
              </a:spcBef>
              <a:buClrTx/>
              <a:buSzTx/>
              <a:buFontTx/>
              <a:buNone/>
            </a:pPr>
            <a:r>
              <a:rPr lang="en-US" altLang="zh-CN" sz="1400" b="1" dirty="0">
                <a:solidFill>
                  <a:srgbClr val="C00000"/>
                </a:solidFill>
                <a:latin typeface="Tahoma" panose="020B0604030504040204" pitchFamily="34" charset="0"/>
              </a:rPr>
              <a:t> (</a:t>
            </a:r>
            <a:r>
              <a:rPr lang="zh-CN" altLang="en-US" sz="1400" b="1" dirty="0">
                <a:solidFill>
                  <a:srgbClr val="C00000"/>
                </a:solidFill>
                <a:latin typeface="Tahoma" panose="020B0604030504040204" pitchFamily="34" charset="0"/>
              </a:rPr>
              <a:t>表示不可达</a:t>
            </a:r>
            <a:r>
              <a:rPr lang="en-US" altLang="zh-CN" sz="1400" b="1" dirty="0">
                <a:solidFill>
                  <a:srgbClr val="C00000"/>
                </a:solidFill>
                <a:latin typeface="Tahoma" panose="020B0604030504040204" pitchFamily="34" charset="0"/>
              </a:rPr>
              <a:t>)</a:t>
            </a:r>
          </a:p>
        </p:txBody>
      </p:sp>
      <p:sp>
        <p:nvSpPr>
          <p:cNvPr id="62" name="Line 51">
            <a:extLst>
              <a:ext uri="{FF2B5EF4-FFF2-40B4-BE49-F238E27FC236}">
                <a16:creationId xmlns:a16="http://schemas.microsoft.com/office/drawing/2014/main" id="{60371B12-9A8D-23CD-0E49-1DDB9F611641}"/>
              </a:ext>
            </a:extLst>
          </p:cNvPr>
          <p:cNvSpPr>
            <a:spLocks noChangeShapeType="1"/>
          </p:cNvSpPr>
          <p:nvPr/>
        </p:nvSpPr>
        <p:spPr bwMode="auto">
          <a:xfrm>
            <a:off x="1813033" y="3058478"/>
            <a:ext cx="825063"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wrap="none"/>
          <a:lstStyle/>
          <a:p>
            <a:endParaRPr lang="zh-CN" altLang="en-US"/>
          </a:p>
        </p:txBody>
      </p:sp>
      <p:sp>
        <p:nvSpPr>
          <p:cNvPr id="63" name="对话气泡: 矩形 62">
            <a:extLst>
              <a:ext uri="{FF2B5EF4-FFF2-40B4-BE49-F238E27FC236}">
                <a16:creationId xmlns:a16="http://schemas.microsoft.com/office/drawing/2014/main" id="{4C7941D7-422F-0D47-B7AD-517AC96CCD88}"/>
              </a:ext>
            </a:extLst>
          </p:cNvPr>
          <p:cNvSpPr/>
          <p:nvPr/>
        </p:nvSpPr>
        <p:spPr>
          <a:xfrm>
            <a:off x="3909848" y="1904467"/>
            <a:ext cx="1864678" cy="658676"/>
          </a:xfrm>
          <a:prstGeom prst="wedgeRectCallout">
            <a:avLst>
              <a:gd name="adj1" fmla="val -65277"/>
              <a:gd name="adj2" fmla="val 103988"/>
            </a:avLst>
          </a:prstGeom>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dirty="0">
                <a:latin typeface="微软雅黑" panose="020B0503020204020204" pitchFamily="34" charset="-122"/>
                <a:ea typeface="微软雅黑" panose="020B0503020204020204" pitchFamily="34" charset="-122"/>
              </a:rPr>
              <a:t>3</a:t>
            </a:r>
            <a:r>
              <a:rPr lang="zh-CN" altLang="en-US" dirty="0">
                <a:latin typeface="微软雅黑" panose="020B0503020204020204" pitchFamily="34" charset="-122"/>
                <a:ea typeface="微软雅黑" panose="020B0503020204020204" pitchFamily="34" charset="-122"/>
              </a:rPr>
              <a:t>分钟没收到关于</a:t>
            </a:r>
            <a:r>
              <a:rPr lang="en-US" altLang="zh-CN" dirty="0">
                <a:latin typeface="微软雅黑" panose="020B0503020204020204" pitchFamily="34" charset="-122"/>
                <a:ea typeface="微软雅黑" panose="020B0503020204020204" pitchFamily="34" charset="-122"/>
              </a:rPr>
              <a:t>N</a:t>
            </a:r>
            <a:r>
              <a:rPr lang="zh-CN" altLang="en-US" dirty="0">
                <a:latin typeface="微软雅黑" panose="020B0503020204020204" pitchFamily="34" charset="-122"/>
                <a:ea typeface="微软雅黑" panose="020B0503020204020204" pitchFamily="34" charset="-122"/>
              </a:rPr>
              <a:t>的更新报文</a:t>
            </a:r>
          </a:p>
        </p:txBody>
      </p:sp>
    </p:spTree>
    <p:extLst>
      <p:ext uri="{BB962C8B-B14F-4D97-AF65-F5344CB8AC3E}">
        <p14:creationId xmlns:p14="http://schemas.microsoft.com/office/powerpoint/2010/main" val="4134488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fade">
                                      <p:cBhvr>
                                        <p:cTn id="7" dur="1000"/>
                                        <p:tgtEl>
                                          <p:spTgt spid="60"/>
                                        </p:tgtEl>
                                      </p:cBhvr>
                                    </p:animEffect>
                                    <p:anim calcmode="lin" valueType="num">
                                      <p:cBhvr>
                                        <p:cTn id="8" dur="1000" fill="hold"/>
                                        <p:tgtEl>
                                          <p:spTgt spid="60"/>
                                        </p:tgtEl>
                                        <p:attrNameLst>
                                          <p:attrName>ppt_x</p:attrName>
                                        </p:attrNameLst>
                                      </p:cBhvr>
                                      <p:tavLst>
                                        <p:tav tm="0">
                                          <p:val>
                                            <p:strVal val="#ppt_x"/>
                                          </p:val>
                                        </p:tav>
                                        <p:tav tm="100000">
                                          <p:val>
                                            <p:strVal val="#ppt_x"/>
                                          </p:val>
                                        </p:tav>
                                      </p:tavLst>
                                    </p:anim>
                                    <p:anim calcmode="lin" valueType="num">
                                      <p:cBhvr>
                                        <p:cTn id="9" dur="1000" fill="hold"/>
                                        <p:tgtEl>
                                          <p:spTgt spid="6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3"/>
                                        </p:tgtEl>
                                        <p:attrNameLst>
                                          <p:attrName>style.visibility</p:attrName>
                                        </p:attrNameLst>
                                      </p:cBhvr>
                                      <p:to>
                                        <p:strVal val="visible"/>
                                      </p:to>
                                    </p:set>
                                    <p:anim calcmode="lin" valueType="num">
                                      <p:cBhvr>
                                        <p:cTn id="14" dur="500" fill="hold"/>
                                        <p:tgtEl>
                                          <p:spTgt spid="63"/>
                                        </p:tgtEl>
                                        <p:attrNameLst>
                                          <p:attrName>ppt_w</p:attrName>
                                        </p:attrNameLst>
                                      </p:cBhvr>
                                      <p:tavLst>
                                        <p:tav tm="0">
                                          <p:val>
                                            <p:fltVal val="0"/>
                                          </p:val>
                                        </p:tav>
                                        <p:tav tm="100000">
                                          <p:val>
                                            <p:strVal val="#ppt_w"/>
                                          </p:val>
                                        </p:tav>
                                      </p:tavLst>
                                    </p:anim>
                                    <p:anim calcmode="lin" valueType="num">
                                      <p:cBhvr>
                                        <p:cTn id="15" dur="500" fill="hold"/>
                                        <p:tgtEl>
                                          <p:spTgt spid="63"/>
                                        </p:tgtEl>
                                        <p:attrNameLst>
                                          <p:attrName>ppt_h</p:attrName>
                                        </p:attrNameLst>
                                      </p:cBhvr>
                                      <p:tavLst>
                                        <p:tav tm="0">
                                          <p:val>
                                            <p:fltVal val="0"/>
                                          </p:val>
                                        </p:tav>
                                        <p:tav tm="100000">
                                          <p:val>
                                            <p:strVal val="#ppt_h"/>
                                          </p:val>
                                        </p:tav>
                                      </p:tavLst>
                                    </p:anim>
                                    <p:animEffect transition="in" filter="fade">
                                      <p:cBhvr>
                                        <p:cTn id="16" dur="500"/>
                                        <p:tgtEl>
                                          <p:spTgt spid="63"/>
                                        </p:tgtEl>
                                      </p:cBhvr>
                                    </p:animEffect>
                                  </p:childTnLst>
                                </p:cTn>
                              </p:par>
                              <p:par>
                                <p:cTn id="17" presetID="42" presetClass="entr" presetSubtype="0" fill="hold" grpId="0" nodeType="withEffect">
                                  <p:stCondLst>
                                    <p:cond delay="0"/>
                                  </p:stCondLst>
                                  <p:childTnLst>
                                    <p:set>
                                      <p:cBhvr>
                                        <p:cTn id="18" dur="1" fill="hold">
                                          <p:stCondLst>
                                            <p:cond delay="0"/>
                                          </p:stCondLst>
                                        </p:cTn>
                                        <p:tgtEl>
                                          <p:spTgt spid="64"/>
                                        </p:tgtEl>
                                        <p:attrNameLst>
                                          <p:attrName>style.visibility</p:attrName>
                                        </p:attrNameLst>
                                      </p:cBhvr>
                                      <p:to>
                                        <p:strVal val="visible"/>
                                      </p:to>
                                    </p:set>
                                    <p:animEffect transition="in" filter="fade">
                                      <p:cBhvr>
                                        <p:cTn id="19" dur="1000"/>
                                        <p:tgtEl>
                                          <p:spTgt spid="64"/>
                                        </p:tgtEl>
                                      </p:cBhvr>
                                    </p:animEffect>
                                    <p:anim calcmode="lin" valueType="num">
                                      <p:cBhvr>
                                        <p:cTn id="20" dur="1000" fill="hold"/>
                                        <p:tgtEl>
                                          <p:spTgt spid="64"/>
                                        </p:tgtEl>
                                        <p:attrNameLst>
                                          <p:attrName>ppt_x</p:attrName>
                                        </p:attrNameLst>
                                      </p:cBhvr>
                                      <p:tavLst>
                                        <p:tav tm="0">
                                          <p:val>
                                            <p:strVal val="#ppt_x"/>
                                          </p:val>
                                        </p:tav>
                                        <p:tav tm="100000">
                                          <p:val>
                                            <p:strVal val="#ppt_x"/>
                                          </p:val>
                                        </p:tav>
                                      </p:tavLst>
                                    </p:anim>
                                    <p:anim calcmode="lin" valueType="num">
                                      <p:cBhvr>
                                        <p:cTn id="21" dur="1000" fill="hold"/>
                                        <p:tgtEl>
                                          <p:spTgt spid="64"/>
                                        </p:tgtEl>
                                        <p:attrNameLst>
                                          <p:attrName>ppt_y</p:attrName>
                                        </p:attrNameLst>
                                      </p:cBhvr>
                                      <p:tavLst>
                                        <p:tav tm="0">
                                          <p:val>
                                            <p:strVal val="#ppt_y+.1"/>
                                          </p:val>
                                        </p:tav>
                                        <p:tav tm="100000">
                                          <p:val>
                                            <p:strVal val="#ppt_y"/>
                                          </p:val>
                                        </p:tav>
                                      </p:tavLst>
                                    </p:anim>
                                  </p:childTnLst>
                                </p:cTn>
                              </p:par>
                            </p:childTnLst>
                          </p:cTn>
                        </p:par>
                        <p:par>
                          <p:cTn id="22" fill="hold">
                            <p:stCondLst>
                              <p:cond delay="1000"/>
                            </p:stCondLst>
                            <p:childTnLst>
                              <p:par>
                                <p:cTn id="23" presetID="22" presetClass="entr" presetSubtype="8" fill="hold" nodeType="after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wipe(left)">
                                      <p:cBhvr>
                                        <p:cTn id="25" dur="500"/>
                                        <p:tgtEl>
                                          <p:spTgt spid="62"/>
                                        </p:tgtEl>
                                      </p:cBhvr>
                                    </p:animEffect>
                                  </p:childTnLst>
                                </p:cTn>
                              </p:par>
                            </p:childTnLst>
                          </p:cTn>
                        </p:par>
                        <p:par>
                          <p:cTn id="26" fill="hold">
                            <p:stCondLst>
                              <p:cond delay="1500"/>
                            </p:stCondLst>
                            <p:childTnLst>
                              <p:par>
                                <p:cTn id="27" presetID="10" presetClass="entr" presetSubtype="0" fill="hold" grpId="2" nodeType="afterEffect">
                                  <p:stCondLst>
                                    <p:cond delay="0"/>
                                  </p:stCondLst>
                                  <p:childTnLst>
                                    <p:set>
                                      <p:cBhvr>
                                        <p:cTn id="28" dur="1" fill="hold">
                                          <p:stCondLst>
                                            <p:cond delay="0"/>
                                          </p:stCondLst>
                                        </p:cTn>
                                        <p:tgtEl>
                                          <p:spTgt spid="59"/>
                                        </p:tgtEl>
                                        <p:attrNameLst>
                                          <p:attrName>style.visibility</p:attrName>
                                        </p:attrNameLst>
                                      </p:cBhvr>
                                      <p:to>
                                        <p:strVal val="visible"/>
                                      </p:to>
                                    </p:set>
                                    <p:animEffect transition="in" filter="fade">
                                      <p:cBhvr>
                                        <p:cTn id="29" dur="500"/>
                                        <p:tgtEl>
                                          <p:spTgt spid="59"/>
                                        </p:tgtEl>
                                      </p:cBhvr>
                                    </p:animEffect>
                                  </p:childTnLst>
                                </p:cTn>
                              </p:par>
                            </p:childTnLst>
                          </p:cTn>
                        </p:par>
                        <p:par>
                          <p:cTn id="30" fill="hold">
                            <p:stCondLst>
                              <p:cond delay="2000"/>
                            </p:stCondLst>
                            <p:childTnLst>
                              <p:par>
                                <p:cTn id="31" presetID="35" presetClass="emph" presetSubtype="0" repeatCount="2000" fill="hold" grpId="3" nodeType="afterEffect">
                                  <p:stCondLst>
                                    <p:cond delay="0"/>
                                  </p:stCondLst>
                                  <p:childTnLst>
                                    <p:anim calcmode="discrete" valueType="str">
                                      <p:cBhvr>
                                        <p:cTn id="32"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56" grpId="0"/>
      <p:bldP spid="56" grpId="1"/>
      <p:bldP spid="60" grpId="0"/>
      <p:bldP spid="64" grpId="0"/>
      <p:bldP spid="59" grpId="0"/>
      <p:bldP spid="59" grpId="1"/>
      <p:bldP spid="59" grpId="2"/>
      <p:bldP spid="59" grpId="3"/>
      <p:bldP spid="63"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3" y="974269"/>
            <a:ext cx="8053711" cy="21026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算法基础：</a:t>
            </a:r>
            <a:r>
              <a:rPr lang="en-US" altLang="zh-CN" sz="2000" b="1" dirty="0">
                <a:latin typeface="微软雅黑" pitchFamily="34" charset="-122"/>
                <a:ea typeface="微软雅黑" pitchFamily="34" charset="-122"/>
              </a:rPr>
              <a:t>Bellman-Ford </a:t>
            </a:r>
            <a:r>
              <a:rPr lang="zh-CN" altLang="en-US" sz="2000" b="1" dirty="0">
                <a:latin typeface="微软雅黑" pitchFamily="34" charset="-122"/>
                <a:ea typeface="微软雅黑" pitchFamily="34" charset="-122"/>
              </a:rPr>
              <a:t>算法（或 </a:t>
            </a:r>
            <a:r>
              <a:rPr lang="en-US" altLang="zh-CN" sz="2000" b="1" dirty="0">
                <a:latin typeface="微软雅黑" pitchFamily="34" charset="-122"/>
                <a:ea typeface="微软雅黑" pitchFamily="34" charset="-122"/>
              </a:rPr>
              <a:t>Ford-Fulkerson </a:t>
            </a:r>
            <a:r>
              <a:rPr lang="zh-CN" altLang="en-US" sz="2000" b="1" dirty="0">
                <a:latin typeface="微软雅黑" pitchFamily="34" charset="-122"/>
                <a:ea typeface="微软雅黑" pitchFamily="34" charset="-122"/>
              </a:rPr>
              <a:t>算法）。</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算法要点：</a:t>
            </a:r>
          </a:p>
          <a:p>
            <a:pPr marL="273050">
              <a:lnSpc>
                <a:spcPts val="3200"/>
              </a:lnSpc>
              <a:buClr>
                <a:srgbClr val="0070C0"/>
              </a:buClr>
            </a:pPr>
            <a:r>
              <a:rPr lang="zh-CN" altLang="en-US" sz="2000" b="1" dirty="0">
                <a:latin typeface="微软雅黑" pitchFamily="34" charset="-122"/>
                <a:ea typeface="微软雅黑" pitchFamily="34" charset="-122"/>
              </a:rPr>
              <a:t>设 </a:t>
            </a:r>
            <a:r>
              <a:rPr lang="en-US" altLang="zh-CN" sz="2000" b="1" dirty="0">
                <a:latin typeface="微软雅黑" pitchFamily="34" charset="-122"/>
                <a:ea typeface="微软雅黑" pitchFamily="34" charset="-122"/>
              </a:rPr>
              <a:t>X </a:t>
            </a:r>
            <a:r>
              <a:rPr lang="zh-CN" altLang="en-US" sz="2000" b="1" dirty="0">
                <a:latin typeface="微软雅黑" pitchFamily="34" charset="-122"/>
                <a:ea typeface="微软雅黑" pitchFamily="34" charset="-122"/>
              </a:rPr>
              <a:t>是结点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的最短路径上的一个结点。</a:t>
            </a:r>
          </a:p>
          <a:p>
            <a:pPr marL="273050">
              <a:lnSpc>
                <a:spcPts val="3200"/>
              </a:lnSpc>
              <a:buClr>
                <a:srgbClr val="0070C0"/>
              </a:buClr>
            </a:pPr>
            <a:r>
              <a:rPr lang="zh-CN" altLang="en-US" sz="2000" b="1" dirty="0">
                <a:latin typeface="微软雅黑" pitchFamily="34" charset="-122"/>
                <a:ea typeface="微软雅黑" pitchFamily="34" charset="-122"/>
              </a:rPr>
              <a:t>若把路径 </a:t>
            </a:r>
            <a:r>
              <a:rPr lang="en-US" altLang="zh-CN" sz="2000" b="1" dirty="0">
                <a:latin typeface="微软雅黑" pitchFamily="34" charset="-122"/>
                <a:ea typeface="微软雅黑" pitchFamily="34" charset="-122"/>
              </a:rPr>
              <a:t>A→B </a:t>
            </a:r>
            <a:r>
              <a:rPr lang="zh-CN" altLang="en-US" sz="2000" b="1" dirty="0">
                <a:latin typeface="微软雅黑" pitchFamily="34" charset="-122"/>
                <a:ea typeface="微软雅黑" pitchFamily="34" charset="-122"/>
              </a:rPr>
              <a:t>拆成两段路径 </a:t>
            </a:r>
            <a:r>
              <a:rPr lang="en-US" altLang="zh-CN" sz="2000" b="1" dirty="0">
                <a:latin typeface="微软雅黑" pitchFamily="34" charset="-122"/>
                <a:ea typeface="微软雅黑" pitchFamily="34" charset="-122"/>
              </a:rPr>
              <a:t>A→X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X→B</a:t>
            </a:r>
            <a:r>
              <a:rPr lang="zh-CN" altLang="en-US" sz="2000" b="1" dirty="0">
                <a:latin typeface="微软雅黑" pitchFamily="34" charset="-122"/>
                <a:ea typeface="微软雅黑" pitchFamily="34" charset="-122"/>
              </a:rPr>
              <a:t>，则每一段路径 </a:t>
            </a:r>
            <a:r>
              <a:rPr lang="en-US" altLang="zh-CN" sz="2000" b="1" dirty="0">
                <a:latin typeface="微软雅黑" pitchFamily="34" charset="-122"/>
                <a:ea typeface="微软雅黑" pitchFamily="34" charset="-122"/>
              </a:rPr>
              <a:t>A→X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X→B </a:t>
            </a:r>
            <a:r>
              <a:rPr lang="zh-CN" altLang="en-US" sz="2000" b="1" dirty="0">
                <a:latin typeface="微软雅黑" pitchFamily="34" charset="-122"/>
                <a:ea typeface="微软雅黑" pitchFamily="34" charset="-122"/>
              </a:rPr>
              <a:t>也都分别是结点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X </a:t>
            </a:r>
            <a:r>
              <a:rPr lang="zh-CN" altLang="en-US" sz="2000" b="1" dirty="0">
                <a:latin typeface="微软雅黑" pitchFamily="34" charset="-122"/>
                <a:ea typeface="微软雅黑" pitchFamily="34" charset="-122"/>
              </a:rPr>
              <a:t>和结点 </a:t>
            </a:r>
            <a:r>
              <a:rPr lang="en-US" altLang="zh-CN" sz="2000" b="1" dirty="0">
                <a:latin typeface="微软雅黑" pitchFamily="34" charset="-122"/>
                <a:ea typeface="微软雅黑" pitchFamily="34" charset="-122"/>
              </a:rPr>
              <a:t>X </a:t>
            </a:r>
            <a:r>
              <a:rPr lang="zh-CN" altLang="en-US" sz="2000" b="1" dirty="0">
                <a:latin typeface="微软雅黑" pitchFamily="34" charset="-122"/>
                <a:ea typeface="微软雅黑" pitchFamily="34" charset="-122"/>
              </a:rPr>
              <a:t>到 </a:t>
            </a:r>
            <a:r>
              <a:rPr lang="en-US" altLang="zh-CN" sz="2000" b="1" dirty="0">
                <a:latin typeface="微软雅黑" pitchFamily="34" charset="-122"/>
                <a:ea typeface="微软雅黑" pitchFamily="34" charset="-122"/>
              </a:rPr>
              <a:t>B </a:t>
            </a:r>
            <a:r>
              <a:rPr lang="zh-CN" altLang="en-US" sz="2000" b="1" dirty="0">
                <a:latin typeface="微软雅黑" pitchFamily="34" charset="-122"/>
                <a:ea typeface="微软雅黑" pitchFamily="34" charset="-122"/>
              </a:rPr>
              <a:t>的最短路径。</a:t>
            </a:r>
          </a:p>
        </p:txBody>
      </p:sp>
      <p:sp>
        <p:nvSpPr>
          <p:cNvPr id="3" name="AutoShape 5"/>
          <p:cNvSpPr>
            <a:spLocks noChangeArrowheads="1"/>
          </p:cNvSpPr>
          <p:nvPr/>
        </p:nvSpPr>
        <p:spPr bwMode="auto">
          <a:xfrm>
            <a:off x="545144" y="614952"/>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0977"/>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RIP </a:t>
            </a:r>
            <a:r>
              <a:rPr lang="zh-CN" altLang="en-US" sz="2000" b="1" dirty="0">
                <a:solidFill>
                  <a:schemeClr val="bg1"/>
                </a:solidFill>
                <a:latin typeface="微软雅黑" pitchFamily="34" charset="-122"/>
                <a:ea typeface="微软雅黑" pitchFamily="34" charset="-122"/>
              </a:rPr>
              <a:t>的路由算法</a:t>
            </a:r>
          </a:p>
        </p:txBody>
      </p:sp>
      <p:grpSp>
        <p:nvGrpSpPr>
          <p:cNvPr id="28" name="组合 27"/>
          <p:cNvGrpSpPr/>
          <p:nvPr/>
        </p:nvGrpSpPr>
        <p:grpSpPr>
          <a:xfrm>
            <a:off x="2488044" y="3332202"/>
            <a:ext cx="3480976" cy="670591"/>
            <a:chOff x="2488044" y="3332202"/>
            <a:chExt cx="3480976" cy="670591"/>
          </a:xfrm>
        </p:grpSpPr>
        <p:cxnSp>
          <p:nvCxnSpPr>
            <p:cNvPr id="9" name="直接连接符 8"/>
            <p:cNvCxnSpPr/>
            <p:nvPr/>
          </p:nvCxnSpPr>
          <p:spPr>
            <a:xfrm>
              <a:off x="2530761" y="4002793"/>
              <a:ext cx="3438259" cy="0"/>
            </a:xfrm>
            <a:prstGeom prst="line">
              <a:avLst/>
            </a:prstGeom>
            <a:ln w="38100">
              <a:solidFill>
                <a:srgbClr val="CC0099"/>
              </a:solidFill>
            </a:ln>
          </p:spPr>
          <p:style>
            <a:lnRef idx="1">
              <a:schemeClr val="dk1"/>
            </a:lnRef>
            <a:fillRef idx="0">
              <a:schemeClr val="dk1"/>
            </a:fillRef>
            <a:effectRef idx="0">
              <a:schemeClr val="dk1"/>
            </a:effectRef>
            <a:fontRef idx="minor">
              <a:schemeClr val="tx1"/>
            </a:fontRef>
          </p:style>
        </p:cxnSp>
        <p:sp>
          <p:nvSpPr>
            <p:cNvPr id="10" name="右大括号 9"/>
            <p:cNvSpPr/>
            <p:nvPr/>
          </p:nvSpPr>
          <p:spPr>
            <a:xfrm rot="16200000" flipV="1">
              <a:off x="4106156" y="2032715"/>
              <a:ext cx="202035" cy="3438259"/>
            </a:xfrm>
            <a:prstGeom prst="rightBrace">
              <a:avLst>
                <a:gd name="adj1" fmla="val 23718"/>
                <a:gd name="adj2" fmla="val 50000"/>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1" name="文本框 10"/>
            <p:cNvSpPr txBox="1"/>
            <p:nvPr/>
          </p:nvSpPr>
          <p:spPr>
            <a:xfrm>
              <a:off x="3701007" y="3332202"/>
              <a:ext cx="1005403" cy="3385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rPr>
                <a:t>最短路径</a:t>
              </a:r>
            </a:p>
          </p:txBody>
        </p:sp>
      </p:grpSp>
      <p:sp>
        <p:nvSpPr>
          <p:cNvPr id="17" name="椭圆 16"/>
          <p:cNvSpPr/>
          <p:nvPr/>
        </p:nvSpPr>
        <p:spPr>
          <a:xfrm>
            <a:off x="2623146" y="3179095"/>
            <a:ext cx="404068" cy="404068"/>
          </a:xfrm>
          <a:prstGeom prst="ellipse">
            <a:avLst/>
          </a:prstGeom>
          <a:solidFill>
            <a:schemeClr val="accent1">
              <a:lumMod val="40000"/>
              <a:lumOff val="60000"/>
            </a:schemeClr>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Z</a:t>
            </a:r>
            <a:endParaRPr lang="zh-CN" altLang="en-US" b="1" dirty="0">
              <a:solidFill>
                <a:schemeClr val="tx1"/>
              </a:solidFill>
              <a:latin typeface="微软雅黑" panose="020B0503020204020204" pitchFamily="34" charset="-122"/>
              <a:ea typeface="微软雅黑" panose="020B0503020204020204" pitchFamily="34" charset="-122"/>
            </a:endParaRPr>
          </a:p>
        </p:txBody>
      </p:sp>
      <p:cxnSp>
        <p:nvCxnSpPr>
          <p:cNvPr id="18" name="直接连接符 17"/>
          <p:cNvCxnSpPr>
            <a:stCxn id="5" idx="0"/>
            <a:endCxn id="17" idx="3"/>
          </p:cNvCxnSpPr>
          <p:nvPr/>
        </p:nvCxnSpPr>
        <p:spPr>
          <a:xfrm flipV="1">
            <a:off x="2268691" y="3523989"/>
            <a:ext cx="413629" cy="253677"/>
          </a:xfrm>
          <a:prstGeom prst="line">
            <a:avLst/>
          </a:prstGeom>
          <a:ln w="19050">
            <a:solidFill>
              <a:srgbClr val="0000FF"/>
            </a:solidFill>
            <a:prstDash val="sysDash"/>
          </a:ln>
        </p:spPr>
        <p:style>
          <a:lnRef idx="1">
            <a:schemeClr val="dk1"/>
          </a:lnRef>
          <a:fillRef idx="0">
            <a:schemeClr val="dk1"/>
          </a:fillRef>
          <a:effectRef idx="0">
            <a:schemeClr val="dk1"/>
          </a:effectRef>
          <a:fontRef idx="minor">
            <a:schemeClr val="tx1"/>
          </a:fontRef>
        </p:style>
      </p:cxnSp>
      <p:grpSp>
        <p:nvGrpSpPr>
          <p:cNvPr id="29" name="组合 28"/>
          <p:cNvGrpSpPr/>
          <p:nvPr/>
        </p:nvGrpSpPr>
        <p:grpSpPr>
          <a:xfrm>
            <a:off x="2468067" y="4079010"/>
            <a:ext cx="1379246" cy="608079"/>
            <a:chOff x="2468067" y="4079010"/>
            <a:chExt cx="1379246" cy="608079"/>
          </a:xfrm>
        </p:grpSpPr>
        <p:cxnSp>
          <p:nvCxnSpPr>
            <p:cNvPr id="12" name="直接连接符 11"/>
            <p:cNvCxnSpPr/>
            <p:nvPr/>
          </p:nvCxnSpPr>
          <p:spPr>
            <a:xfrm>
              <a:off x="2468067" y="4079010"/>
              <a:ext cx="1379246" cy="0"/>
            </a:xfrm>
            <a:prstGeom prst="line">
              <a:avLst/>
            </a:prstGeom>
            <a:ln w="38100">
              <a:solidFill>
                <a:srgbClr val="0000FF"/>
              </a:solidFill>
            </a:ln>
          </p:spPr>
          <p:style>
            <a:lnRef idx="1">
              <a:schemeClr val="dk1"/>
            </a:lnRef>
            <a:fillRef idx="0">
              <a:schemeClr val="dk1"/>
            </a:fillRef>
            <a:effectRef idx="0">
              <a:schemeClr val="dk1"/>
            </a:effectRef>
            <a:fontRef idx="minor">
              <a:schemeClr val="tx1"/>
            </a:fontRef>
          </p:style>
        </p:cxnSp>
        <p:sp>
          <p:nvSpPr>
            <p:cNvPr id="24" name="右大括号 23"/>
            <p:cNvSpPr/>
            <p:nvPr/>
          </p:nvSpPr>
          <p:spPr>
            <a:xfrm rot="5400000">
              <a:off x="3066283" y="3621244"/>
              <a:ext cx="158583" cy="1315062"/>
            </a:xfrm>
            <a:prstGeom prst="rightBrace">
              <a:avLst>
                <a:gd name="adj1" fmla="val 23718"/>
                <a:gd name="adj2" fmla="val 50000"/>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25" name="文本框 24"/>
            <p:cNvSpPr txBox="1"/>
            <p:nvPr/>
          </p:nvSpPr>
          <p:spPr>
            <a:xfrm>
              <a:off x="2654988" y="4348535"/>
              <a:ext cx="1005403" cy="3385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rPr>
                <a:t>最短路径</a:t>
              </a:r>
            </a:p>
          </p:txBody>
        </p:sp>
      </p:grpSp>
      <p:grpSp>
        <p:nvGrpSpPr>
          <p:cNvPr id="30" name="组合 29"/>
          <p:cNvGrpSpPr/>
          <p:nvPr/>
        </p:nvGrpSpPr>
        <p:grpSpPr>
          <a:xfrm>
            <a:off x="4078118" y="4079010"/>
            <a:ext cx="1971268" cy="608079"/>
            <a:chOff x="4078118" y="4079010"/>
            <a:chExt cx="1971268" cy="608079"/>
          </a:xfrm>
        </p:grpSpPr>
        <p:cxnSp>
          <p:nvCxnSpPr>
            <p:cNvPr id="15" name="直接连接符 14"/>
            <p:cNvCxnSpPr/>
            <p:nvPr/>
          </p:nvCxnSpPr>
          <p:spPr>
            <a:xfrm>
              <a:off x="4078118" y="4079010"/>
              <a:ext cx="1971268" cy="0"/>
            </a:xfrm>
            <a:prstGeom prst="line">
              <a:avLst/>
            </a:prstGeom>
            <a:ln w="38100">
              <a:solidFill>
                <a:srgbClr val="993300"/>
              </a:solidFill>
            </a:ln>
          </p:spPr>
          <p:style>
            <a:lnRef idx="1">
              <a:schemeClr val="dk1"/>
            </a:lnRef>
            <a:fillRef idx="0">
              <a:schemeClr val="dk1"/>
            </a:fillRef>
            <a:effectRef idx="0">
              <a:schemeClr val="dk1"/>
            </a:effectRef>
            <a:fontRef idx="minor">
              <a:schemeClr val="tx1"/>
            </a:fontRef>
          </p:style>
        </p:cxnSp>
        <p:sp>
          <p:nvSpPr>
            <p:cNvPr id="26" name="右大括号 25"/>
            <p:cNvSpPr/>
            <p:nvPr/>
          </p:nvSpPr>
          <p:spPr>
            <a:xfrm rot="5400000">
              <a:off x="5002603" y="3382121"/>
              <a:ext cx="149052" cy="1783781"/>
            </a:xfrm>
            <a:prstGeom prst="rightBrace">
              <a:avLst>
                <a:gd name="adj1" fmla="val 23718"/>
                <a:gd name="adj2" fmla="val 50000"/>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27" name="文本框 26"/>
            <p:cNvSpPr txBox="1"/>
            <p:nvPr/>
          </p:nvSpPr>
          <p:spPr>
            <a:xfrm>
              <a:off x="4536910" y="4348535"/>
              <a:ext cx="1005403" cy="338554"/>
            </a:xfrm>
            <a:prstGeom prst="rect">
              <a:avLst/>
            </a:prstGeom>
            <a:noFill/>
          </p:spPr>
          <p:txBody>
            <a:bodyPr wrap="none" rtlCol="0">
              <a:spAutoFit/>
            </a:bodyPr>
            <a:lstStyle/>
            <a:p>
              <a:r>
                <a:rPr lang="zh-CN" altLang="en-US" sz="1600" b="1" dirty="0">
                  <a:latin typeface="微软雅黑" panose="020B0503020204020204" pitchFamily="34" charset="-122"/>
                  <a:ea typeface="微软雅黑" panose="020B0503020204020204" pitchFamily="34" charset="-122"/>
                </a:rPr>
                <a:t>最短路径</a:t>
              </a:r>
            </a:p>
          </p:txBody>
        </p:sp>
      </p:grpSp>
      <p:sp>
        <p:nvSpPr>
          <p:cNvPr id="5" name="椭圆 4"/>
          <p:cNvSpPr/>
          <p:nvPr/>
        </p:nvSpPr>
        <p:spPr>
          <a:xfrm>
            <a:off x="2006620" y="3777666"/>
            <a:ext cx="524141" cy="524141"/>
          </a:xfrm>
          <a:prstGeom prst="ellipse">
            <a:avLst/>
          </a:prstGeom>
          <a:solidFill>
            <a:srgbClr val="00B05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A</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6" name="椭圆 5"/>
          <p:cNvSpPr/>
          <p:nvPr/>
        </p:nvSpPr>
        <p:spPr>
          <a:xfrm>
            <a:off x="5969020" y="3777666"/>
            <a:ext cx="524141" cy="524141"/>
          </a:xfrm>
          <a:prstGeom prst="ellipse">
            <a:avLst/>
          </a:prstGeom>
          <a:solidFill>
            <a:srgbClr val="00B05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B</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7" name="椭圆 6"/>
          <p:cNvSpPr/>
          <p:nvPr/>
        </p:nvSpPr>
        <p:spPr>
          <a:xfrm>
            <a:off x="3803106" y="3837702"/>
            <a:ext cx="404068" cy="404068"/>
          </a:xfrm>
          <a:prstGeom prst="ellipse">
            <a:avLst/>
          </a:prstGeom>
          <a:solidFill>
            <a:srgbClr val="FFFF00"/>
          </a:solidFill>
          <a:ln w="1905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X</a:t>
            </a:r>
            <a:endParaRPr lang="zh-CN" altLang="en-US" b="1" dirty="0">
              <a:solidFill>
                <a:schemeClr val="tx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712291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fade">
                                      <p:cBhvr>
                                        <p:cTn id="12" dur="1000"/>
                                        <p:tgtEl>
                                          <p:spTgt spid="2">
                                            <p:txEl>
                                              <p:pRg st="1" end="1"/>
                                            </p:txEl>
                                          </p:spTgt>
                                        </p:tgtEl>
                                      </p:cBhvr>
                                    </p:animEffect>
                                    <p:anim calcmode="lin" valueType="num">
                                      <p:cBhvr>
                                        <p:cTn id="13"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4" dur="1000" fill="hold"/>
                                        <p:tgtEl>
                                          <p:spTgt spid="2">
                                            <p:txEl>
                                              <p:pRg st="1" end="1"/>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2">
                                            <p:txEl>
                                              <p:pRg st="2" end="2"/>
                                            </p:txEl>
                                          </p:spTgt>
                                        </p:tgtEl>
                                        <p:attrNameLst>
                                          <p:attrName>style.visibility</p:attrName>
                                        </p:attrNameLst>
                                      </p:cBhvr>
                                      <p:to>
                                        <p:strVal val="visible"/>
                                      </p:to>
                                    </p:set>
                                    <p:animEffect transition="in" filter="fade">
                                      <p:cBhvr>
                                        <p:cTn id="17" dur="1000"/>
                                        <p:tgtEl>
                                          <p:spTgt spid="2">
                                            <p:txEl>
                                              <p:pRg st="2" end="2"/>
                                            </p:txEl>
                                          </p:spTgt>
                                        </p:tgtEl>
                                      </p:cBhvr>
                                    </p:animEffect>
                                    <p:anim calcmode="lin" valueType="num">
                                      <p:cBhvr>
                                        <p:cTn id="18"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19" dur="1000" fill="hold"/>
                                        <p:tgtEl>
                                          <p:spTgt spid="2">
                                            <p:txEl>
                                              <p:pRg st="2" end="2"/>
                                            </p:txEl>
                                          </p:spTgt>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2">
                                            <p:txEl>
                                              <p:pRg st="3" end="3"/>
                                            </p:txEl>
                                          </p:spTgt>
                                        </p:tgtEl>
                                        <p:attrNameLst>
                                          <p:attrName>style.visibility</p:attrName>
                                        </p:attrNameLst>
                                      </p:cBhvr>
                                      <p:to>
                                        <p:strVal val="visible"/>
                                      </p:to>
                                    </p:set>
                                    <p:animEffect transition="in" filter="fade">
                                      <p:cBhvr>
                                        <p:cTn id="22" dur="1000"/>
                                        <p:tgtEl>
                                          <p:spTgt spid="2">
                                            <p:txEl>
                                              <p:pRg st="3" end="3"/>
                                            </p:txEl>
                                          </p:spTgt>
                                        </p:tgtEl>
                                      </p:cBhvr>
                                    </p:animEffect>
                                    <p:anim calcmode="lin" valueType="num">
                                      <p:cBhvr>
                                        <p:cTn id="23"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24"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35" presetClass="emph" presetSubtype="0" repeatCount="3000" fill="hold" grpId="1" nodeType="clickEffect">
                                  <p:stCondLst>
                                    <p:cond delay="0"/>
                                  </p:stCondLst>
                                  <p:childTnLst>
                                    <p:anim calcmode="discrete" valueType="str">
                                      <p:cBhvr>
                                        <p:cTn id="28"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29"/>
                                        </p:tgtEl>
                                        <p:attrNameLst>
                                          <p:attrName>style.visibility</p:attrName>
                                        </p:attrNameLst>
                                      </p:cBhvr>
                                      <p:to>
                                        <p:strVal val="visible"/>
                                      </p:to>
                                    </p:set>
                                    <p:animEffect transition="in" filter="fade">
                                      <p:cBhvr>
                                        <p:cTn id="33" dur="500"/>
                                        <p:tgtEl>
                                          <p:spTgt spid="29"/>
                                        </p:tgtEl>
                                      </p:cBhvr>
                                    </p:animEffect>
                                  </p:childTnLst>
                                </p:cTn>
                              </p:par>
                              <p:par>
                                <p:cTn id="34" presetID="35" presetClass="emph" presetSubtype="0" repeatCount="3000" fill="hold" nodeType="withEffect">
                                  <p:stCondLst>
                                    <p:cond delay="0"/>
                                  </p:stCondLst>
                                  <p:childTnLst>
                                    <p:anim calcmode="discrete" valueType="str">
                                      <p:cBhvr>
                                        <p:cTn id="35" dur="1000" fill="hold"/>
                                        <p:tgtEl>
                                          <p:spTgt spid="29"/>
                                        </p:tgtEl>
                                        <p:attrNameLst>
                                          <p:attrName>style.visibility</p:attrName>
                                        </p:attrNameLst>
                                      </p:cBhvr>
                                      <p:tavLst>
                                        <p:tav tm="0">
                                          <p:val>
                                            <p:strVal val="hidden"/>
                                          </p:val>
                                        </p:tav>
                                        <p:tav tm="50000">
                                          <p:val>
                                            <p:strVal val="visible"/>
                                          </p:val>
                                        </p:tav>
                                      </p:tavLst>
                                    </p:anim>
                                  </p:childTnLst>
                                </p:cTn>
                              </p:par>
                              <p:par>
                                <p:cTn id="36" presetID="10" presetClass="entr" presetSubtype="0" fill="hold" nodeType="withEffect">
                                  <p:stCondLst>
                                    <p:cond delay="0"/>
                                  </p:stCondLst>
                                  <p:childTnLst>
                                    <p:set>
                                      <p:cBhvr>
                                        <p:cTn id="37" dur="1" fill="hold">
                                          <p:stCondLst>
                                            <p:cond delay="0"/>
                                          </p:stCondLst>
                                        </p:cTn>
                                        <p:tgtEl>
                                          <p:spTgt spid="30"/>
                                        </p:tgtEl>
                                        <p:attrNameLst>
                                          <p:attrName>style.visibility</p:attrName>
                                        </p:attrNameLst>
                                      </p:cBhvr>
                                      <p:to>
                                        <p:strVal val="visible"/>
                                      </p:to>
                                    </p:set>
                                    <p:animEffect transition="in" filter="fade">
                                      <p:cBhvr>
                                        <p:cTn id="38" dur="500"/>
                                        <p:tgtEl>
                                          <p:spTgt spid="30"/>
                                        </p:tgtEl>
                                      </p:cBhvr>
                                    </p:animEffect>
                                  </p:childTnLst>
                                </p:cTn>
                              </p:par>
                              <p:par>
                                <p:cTn id="39" presetID="35" presetClass="emph" presetSubtype="0" repeatCount="3000" fill="hold" nodeType="withEffect">
                                  <p:stCondLst>
                                    <p:cond delay="0"/>
                                  </p:stCondLst>
                                  <p:childTnLst>
                                    <p:anim calcmode="discrete" valueType="str">
                                      <p:cBhvr>
                                        <p:cTn id="40" dur="1000" fill="hold"/>
                                        <p:tgtEl>
                                          <p:spTgt spid="3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P spid="7" grpId="1"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Text Box 155"/>
          <p:cNvSpPr txBox="1">
            <a:spLocks noChangeArrowheads="1"/>
          </p:cNvSpPr>
          <p:nvPr/>
        </p:nvSpPr>
        <p:spPr bwMode="auto">
          <a:xfrm>
            <a:off x="1081454" y="723313"/>
            <a:ext cx="6980782" cy="634020"/>
          </a:xfrm>
          <a:prstGeom prst="rect">
            <a:avLst/>
          </a:prstGeom>
          <a:solidFill>
            <a:srgbClr val="0000FF"/>
          </a:solidFill>
          <a:ln w="9525">
            <a:noFill/>
            <a:miter lim="800000"/>
            <a:headEnd/>
            <a:tailEnd/>
          </a:ln>
          <a:effectLst/>
        </p:spPr>
        <p:txBody>
          <a:bodyPr wrap="square">
            <a:spAutoFit/>
          </a:bodyPr>
          <a:lstStyle/>
          <a:p>
            <a:pPr>
              <a:lnSpc>
                <a:spcPct val="110000"/>
              </a:lnSpc>
            </a:pP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例</a:t>
            </a:r>
            <a:r>
              <a:rPr lang="en-US" altLang="zh-CN" sz="1600" b="1" dirty="0">
                <a:solidFill>
                  <a:schemeClr val="bg1"/>
                </a:solidFill>
                <a:latin typeface="微软雅黑" pitchFamily="34" charset="-122"/>
                <a:ea typeface="微软雅黑" pitchFamily="34" charset="-122"/>
              </a:rPr>
              <a:t>】</a:t>
            </a:r>
            <a:r>
              <a:rPr lang="zh-CN" altLang="en-US" sz="1600" b="1" dirty="0">
                <a:solidFill>
                  <a:schemeClr val="bg1"/>
                </a:solidFill>
                <a:latin typeface="微软雅黑" pitchFamily="34" charset="-122"/>
                <a:ea typeface="微软雅黑" pitchFamily="34" charset="-122"/>
              </a:rPr>
              <a:t>已知路由器 </a:t>
            </a:r>
            <a:r>
              <a:rPr lang="en-US" altLang="zh-CN" sz="1600" b="1" dirty="0">
                <a:solidFill>
                  <a:schemeClr val="bg1"/>
                </a:solidFill>
                <a:latin typeface="微软雅黑" pitchFamily="34" charset="-122"/>
                <a:ea typeface="微软雅黑" pitchFamily="34" charset="-122"/>
              </a:rPr>
              <a:t>R</a:t>
            </a:r>
            <a:r>
              <a:rPr lang="en-US" altLang="zh-CN" sz="1600" b="1" baseline="-25000" dirty="0">
                <a:solidFill>
                  <a:schemeClr val="bg1"/>
                </a:solidFill>
                <a:latin typeface="微软雅黑" pitchFamily="34" charset="-122"/>
                <a:ea typeface="微软雅黑" pitchFamily="34" charset="-122"/>
              </a:rPr>
              <a:t>6</a:t>
            </a:r>
            <a:r>
              <a:rPr lang="en-US" altLang="zh-CN" sz="1600" b="1" dirty="0">
                <a:solidFill>
                  <a:schemeClr val="bg1"/>
                </a:solidFill>
                <a:latin typeface="微软雅黑" pitchFamily="34" charset="-122"/>
                <a:ea typeface="微软雅黑" pitchFamily="34" charset="-122"/>
              </a:rPr>
              <a:t> </a:t>
            </a:r>
            <a:r>
              <a:rPr lang="zh-CN" altLang="en-US" sz="1600" b="1" dirty="0">
                <a:solidFill>
                  <a:schemeClr val="bg1"/>
                </a:solidFill>
                <a:latin typeface="微软雅黑" pitchFamily="34" charset="-122"/>
                <a:ea typeface="微软雅黑" pitchFamily="34" charset="-122"/>
              </a:rPr>
              <a:t>有表 </a:t>
            </a:r>
            <a:r>
              <a:rPr lang="en-US" altLang="zh-CN" sz="1600" b="1" dirty="0">
                <a:solidFill>
                  <a:schemeClr val="bg1"/>
                </a:solidFill>
                <a:latin typeface="微软雅黑" pitchFamily="34" charset="-122"/>
                <a:ea typeface="微软雅黑" pitchFamily="34" charset="-122"/>
              </a:rPr>
              <a:t>(a) </a:t>
            </a:r>
            <a:r>
              <a:rPr lang="zh-CN" altLang="en-US" sz="1600" b="1" dirty="0">
                <a:solidFill>
                  <a:schemeClr val="bg1"/>
                </a:solidFill>
                <a:latin typeface="微软雅黑" pitchFamily="34" charset="-122"/>
                <a:ea typeface="微软雅黑" pitchFamily="34" charset="-122"/>
              </a:rPr>
              <a:t>所示的路由表。现在收到相邻路由器 </a:t>
            </a:r>
            <a:r>
              <a:rPr lang="en-US" altLang="zh-CN" sz="1600" b="1" dirty="0">
                <a:solidFill>
                  <a:schemeClr val="bg1"/>
                </a:solidFill>
                <a:latin typeface="微软雅黑" pitchFamily="34" charset="-122"/>
                <a:ea typeface="微软雅黑" pitchFamily="34" charset="-122"/>
              </a:rPr>
              <a:t>R</a:t>
            </a:r>
            <a:r>
              <a:rPr lang="en-US" altLang="zh-CN" sz="1600" b="1" baseline="-25000" dirty="0">
                <a:solidFill>
                  <a:schemeClr val="bg1"/>
                </a:solidFill>
                <a:latin typeface="微软雅黑" pitchFamily="34" charset="-122"/>
                <a:ea typeface="微软雅黑" pitchFamily="34" charset="-122"/>
              </a:rPr>
              <a:t>4 </a:t>
            </a:r>
            <a:r>
              <a:rPr lang="zh-CN" altLang="en-US" sz="1600" b="1" dirty="0">
                <a:solidFill>
                  <a:schemeClr val="bg1"/>
                </a:solidFill>
                <a:latin typeface="微软雅黑" pitchFamily="34" charset="-122"/>
                <a:ea typeface="微软雅黑" pitchFamily="34" charset="-122"/>
              </a:rPr>
              <a:t>发来的路由更新信息，如表 </a:t>
            </a:r>
            <a:r>
              <a:rPr lang="en-US" altLang="zh-CN" sz="1600" b="1" dirty="0">
                <a:solidFill>
                  <a:schemeClr val="bg1"/>
                </a:solidFill>
                <a:latin typeface="微软雅黑" pitchFamily="34" charset="-122"/>
                <a:ea typeface="微软雅黑" pitchFamily="34" charset="-122"/>
              </a:rPr>
              <a:t>(b) </a:t>
            </a:r>
            <a:r>
              <a:rPr lang="zh-CN" altLang="en-US" sz="1600" b="1" dirty="0">
                <a:solidFill>
                  <a:schemeClr val="bg1"/>
                </a:solidFill>
                <a:latin typeface="微软雅黑" pitchFamily="34" charset="-122"/>
                <a:ea typeface="微软雅黑" pitchFamily="34" charset="-122"/>
              </a:rPr>
              <a:t>所示。试更新路由器 </a:t>
            </a:r>
            <a:r>
              <a:rPr lang="en-US" altLang="zh-CN" sz="1600" b="1" dirty="0">
                <a:solidFill>
                  <a:schemeClr val="bg1"/>
                </a:solidFill>
                <a:latin typeface="微软雅黑" pitchFamily="34" charset="-122"/>
                <a:ea typeface="微软雅黑" pitchFamily="34" charset="-122"/>
              </a:rPr>
              <a:t>R</a:t>
            </a:r>
            <a:r>
              <a:rPr lang="en-US" altLang="zh-CN" sz="1600" b="1" baseline="-25000" dirty="0">
                <a:solidFill>
                  <a:schemeClr val="bg1"/>
                </a:solidFill>
                <a:latin typeface="微软雅黑" pitchFamily="34" charset="-122"/>
                <a:ea typeface="微软雅黑" pitchFamily="34" charset="-122"/>
              </a:rPr>
              <a:t>6</a:t>
            </a:r>
            <a:r>
              <a:rPr lang="en-US" altLang="zh-CN" sz="1600" b="1" dirty="0">
                <a:solidFill>
                  <a:schemeClr val="bg1"/>
                </a:solidFill>
                <a:latin typeface="微软雅黑" pitchFamily="34" charset="-122"/>
                <a:ea typeface="微软雅黑" pitchFamily="34" charset="-122"/>
              </a:rPr>
              <a:t> </a:t>
            </a:r>
            <a:r>
              <a:rPr lang="zh-CN" altLang="en-US" sz="1600" b="1" dirty="0">
                <a:solidFill>
                  <a:schemeClr val="bg1"/>
                </a:solidFill>
                <a:latin typeface="微软雅黑" pitchFamily="34" charset="-122"/>
                <a:ea typeface="微软雅黑" pitchFamily="34" charset="-122"/>
              </a:rPr>
              <a:t>的路由表。</a:t>
            </a:r>
          </a:p>
        </p:txBody>
      </p:sp>
      <p:graphicFrame>
        <p:nvGraphicFramePr>
          <p:cNvPr id="51" name="表格 50"/>
          <p:cNvGraphicFramePr>
            <a:graphicFrameLocks noGrp="1"/>
          </p:cNvGraphicFramePr>
          <p:nvPr>
            <p:extLst>
              <p:ext uri="{D42A27DB-BD31-4B8C-83A1-F6EECF244321}">
                <p14:modId xmlns:p14="http://schemas.microsoft.com/office/powerpoint/2010/main" val="3916673970"/>
              </p:ext>
            </p:extLst>
          </p:nvPr>
        </p:nvGraphicFramePr>
        <p:xfrm>
          <a:off x="980316" y="1654923"/>
          <a:ext cx="2948791" cy="942454"/>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3</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65" name="矩形 64"/>
          <p:cNvSpPr/>
          <p:nvPr/>
        </p:nvSpPr>
        <p:spPr>
          <a:xfrm>
            <a:off x="1473512" y="1373208"/>
            <a:ext cx="1962397" cy="276999"/>
          </a:xfrm>
          <a:prstGeom prst="rect">
            <a:avLst/>
          </a:prstGeom>
        </p:spPr>
        <p:txBody>
          <a:bodyPr wrap="none">
            <a:spAutoFit/>
          </a:bodyPr>
          <a:lstStyle/>
          <a:p>
            <a:pPr algn="ctr"/>
            <a:r>
              <a:rPr lang="zh-CN" altLang="zh-CN" sz="1200" b="1" dirty="0">
                <a:latin typeface="微软雅黑" pitchFamily="34" charset="-122"/>
                <a:ea typeface="微软雅黑" pitchFamily="34" charset="-122"/>
              </a:rPr>
              <a:t>表</a:t>
            </a:r>
            <a:r>
              <a:rPr lang="en-US" altLang="zh-CN" sz="1200" b="1" dirty="0">
                <a:latin typeface="微软雅黑" pitchFamily="34" charset="-122"/>
                <a:ea typeface="微软雅黑" pitchFamily="34" charset="-122"/>
              </a:rPr>
              <a:t>(a)  </a:t>
            </a:r>
            <a:r>
              <a:rPr lang="zh-CN" altLang="zh-CN" sz="1200" b="1" dirty="0">
                <a:latin typeface="微软雅黑" pitchFamily="34" charset="-122"/>
                <a:ea typeface="微软雅黑" pitchFamily="34" charset="-122"/>
              </a:rPr>
              <a:t>路由器</a:t>
            </a:r>
            <a:r>
              <a:rPr lang="en-US" altLang="zh-CN" sz="1200" b="1" dirty="0">
                <a:latin typeface="微软雅黑" pitchFamily="34" charset="-122"/>
                <a:ea typeface="微软雅黑" pitchFamily="34" charset="-122"/>
              </a:rPr>
              <a:t> R</a:t>
            </a:r>
            <a:r>
              <a:rPr lang="en-US" altLang="zh-CN" sz="1200" b="1" baseline="-25000" dirty="0">
                <a:latin typeface="微软雅黑" pitchFamily="34" charset="-122"/>
                <a:ea typeface="微软雅黑" pitchFamily="34" charset="-122"/>
              </a:rPr>
              <a:t>6 </a:t>
            </a:r>
            <a:r>
              <a:rPr lang="zh-CN" altLang="zh-CN" sz="1200" b="1" dirty="0">
                <a:latin typeface="微软雅黑" pitchFamily="34" charset="-122"/>
                <a:ea typeface="微软雅黑" pitchFamily="34" charset="-122"/>
              </a:rPr>
              <a:t>的路由表</a:t>
            </a:r>
            <a:endParaRPr lang="zh-CN" altLang="en-US" sz="1200" b="1" dirty="0">
              <a:latin typeface="微软雅黑" pitchFamily="34" charset="-122"/>
              <a:ea typeface="微软雅黑" pitchFamily="34" charset="-122"/>
            </a:endParaRPr>
          </a:p>
        </p:txBody>
      </p:sp>
      <p:graphicFrame>
        <p:nvGraphicFramePr>
          <p:cNvPr id="66" name="表格 65"/>
          <p:cNvGraphicFramePr>
            <a:graphicFrameLocks noGrp="1"/>
          </p:cNvGraphicFramePr>
          <p:nvPr>
            <p:extLst>
              <p:ext uri="{D42A27DB-BD31-4B8C-83A1-F6EECF244321}">
                <p14:modId xmlns:p14="http://schemas.microsoft.com/office/powerpoint/2010/main" val="4227897987"/>
              </p:ext>
            </p:extLst>
          </p:nvPr>
        </p:nvGraphicFramePr>
        <p:xfrm>
          <a:off x="5258087" y="1654923"/>
          <a:ext cx="2948791" cy="942454"/>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R</a:t>
                      </a:r>
                      <a:r>
                        <a:rPr lang="en-US" sz="1200" b="1" baseline="-25000">
                          <a:solidFill>
                            <a:schemeClr val="tx1"/>
                          </a:solidFill>
                          <a:effectLst/>
                          <a:latin typeface="微软雅黑" pitchFamily="34" charset="-122"/>
                          <a:ea typeface="微软雅黑" pitchFamily="34" charset="-122"/>
                        </a:rPr>
                        <a:t>1</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zh-CN" sz="1200" b="1" dirty="0">
                          <a:solidFill>
                            <a:schemeClr val="tx1"/>
                          </a:solidFill>
                          <a:effectLst/>
                          <a:latin typeface="微软雅黑" pitchFamily="34" charset="-122"/>
                          <a:ea typeface="微软雅黑" pitchFamily="34" charset="-122"/>
                        </a:rPr>
                        <a:t>直接交付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67" name="矩形 66"/>
          <p:cNvSpPr/>
          <p:nvPr/>
        </p:nvSpPr>
        <p:spPr>
          <a:xfrm>
            <a:off x="5589381" y="1373208"/>
            <a:ext cx="2286202" cy="276999"/>
          </a:xfrm>
          <a:prstGeom prst="rect">
            <a:avLst/>
          </a:prstGeom>
        </p:spPr>
        <p:txBody>
          <a:bodyPr wrap="none">
            <a:spAutoFit/>
          </a:bodyPr>
          <a:lstStyle/>
          <a:p>
            <a:pPr algn="ctr"/>
            <a:r>
              <a:rPr lang="zh-CN" altLang="en-US" sz="1200" b="1" dirty="0">
                <a:latin typeface="微软雅黑" pitchFamily="34" charset="-122"/>
                <a:ea typeface="微软雅黑" pitchFamily="34" charset="-122"/>
              </a:rPr>
              <a:t>表</a:t>
            </a:r>
            <a:r>
              <a:rPr lang="en-US" altLang="zh-CN" sz="1200" b="1" dirty="0">
                <a:latin typeface="微软雅黑" pitchFamily="34" charset="-122"/>
                <a:ea typeface="微软雅黑" pitchFamily="34" charset="-122"/>
              </a:rPr>
              <a:t>(b)  R4 </a:t>
            </a:r>
            <a:r>
              <a:rPr lang="zh-CN" altLang="en-US" sz="1200" b="1" dirty="0">
                <a:latin typeface="微软雅黑" pitchFamily="34" charset="-122"/>
                <a:ea typeface="微软雅黑" pitchFamily="34" charset="-122"/>
              </a:rPr>
              <a:t>发来的路由更新信息</a:t>
            </a:r>
          </a:p>
        </p:txBody>
      </p:sp>
      <p:graphicFrame>
        <p:nvGraphicFramePr>
          <p:cNvPr id="68" name="表格 67"/>
          <p:cNvGraphicFramePr>
            <a:graphicFrameLocks noGrp="1"/>
          </p:cNvGraphicFramePr>
          <p:nvPr>
            <p:extLst>
              <p:ext uri="{D42A27DB-BD31-4B8C-83A1-F6EECF244321}">
                <p14:modId xmlns:p14="http://schemas.microsoft.com/office/powerpoint/2010/main" val="2582743477"/>
              </p:ext>
            </p:extLst>
          </p:nvPr>
        </p:nvGraphicFramePr>
        <p:xfrm>
          <a:off x="5258087" y="3250629"/>
          <a:ext cx="2948791" cy="942454"/>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4</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69" name="矩形 68"/>
          <p:cNvSpPr/>
          <p:nvPr/>
        </p:nvSpPr>
        <p:spPr>
          <a:xfrm>
            <a:off x="5922003" y="2968914"/>
            <a:ext cx="1620957" cy="276999"/>
          </a:xfrm>
          <a:prstGeom prst="rect">
            <a:avLst/>
          </a:prstGeom>
        </p:spPr>
        <p:txBody>
          <a:bodyPr wrap="none">
            <a:spAutoFit/>
          </a:bodyPr>
          <a:lstStyle/>
          <a:p>
            <a:pPr algn="ctr"/>
            <a:r>
              <a:rPr lang="zh-CN" altLang="en-US" sz="1200" b="1" dirty="0">
                <a:latin typeface="微软雅黑" pitchFamily="34" charset="-122"/>
                <a:ea typeface="微软雅黑" pitchFamily="34" charset="-122"/>
              </a:rPr>
              <a:t>表</a:t>
            </a:r>
            <a:r>
              <a:rPr lang="en-US" altLang="zh-CN" sz="1200" b="1" dirty="0">
                <a:latin typeface="微软雅黑" pitchFamily="34" charset="-122"/>
                <a:ea typeface="微软雅黑" pitchFamily="34" charset="-122"/>
              </a:rPr>
              <a:t>(c)  </a:t>
            </a:r>
            <a:r>
              <a:rPr lang="zh-CN" altLang="en-US" sz="1200" b="1" dirty="0">
                <a:latin typeface="微软雅黑" pitchFamily="34" charset="-122"/>
                <a:ea typeface="微软雅黑" pitchFamily="34" charset="-122"/>
              </a:rPr>
              <a:t>修改后的表</a:t>
            </a:r>
            <a:r>
              <a:rPr lang="en-US" altLang="zh-CN" sz="1200" b="1" dirty="0">
                <a:latin typeface="微软雅黑" pitchFamily="34" charset="-122"/>
                <a:ea typeface="微软雅黑" pitchFamily="34" charset="-122"/>
              </a:rPr>
              <a:t>(b)</a:t>
            </a:r>
          </a:p>
        </p:txBody>
      </p:sp>
      <p:graphicFrame>
        <p:nvGraphicFramePr>
          <p:cNvPr id="70" name="表格 69"/>
          <p:cNvGraphicFramePr>
            <a:graphicFrameLocks noGrp="1"/>
          </p:cNvGraphicFramePr>
          <p:nvPr>
            <p:extLst>
              <p:ext uri="{D42A27DB-BD31-4B8C-83A1-F6EECF244321}">
                <p14:modId xmlns:p14="http://schemas.microsoft.com/office/powerpoint/2010/main" val="1738129026"/>
              </p:ext>
            </p:extLst>
          </p:nvPr>
        </p:nvGraphicFramePr>
        <p:xfrm>
          <a:off x="980316" y="3056921"/>
          <a:ext cx="2948791" cy="1158145"/>
        </p:xfrm>
        <a:graphic>
          <a:graphicData uri="http://schemas.openxmlformats.org/drawingml/2006/table">
            <a:tbl>
              <a:tblPr firstRow="1" firstCol="1" lastRow="1" lastCol="1" bandRow="1" bandCol="1">
                <a:tableStyleId>{5C22544A-7EE6-4342-B048-85BDC9FD1C3A}</a:tableStyleId>
              </a:tblPr>
              <a:tblGrid>
                <a:gridCol w="982930">
                  <a:extLst>
                    <a:ext uri="{9D8B030D-6E8A-4147-A177-3AD203B41FA5}">
                      <a16:colId xmlns:a16="http://schemas.microsoft.com/office/drawing/2014/main" val="20000"/>
                    </a:ext>
                  </a:extLst>
                </a:gridCol>
                <a:gridCol w="657750">
                  <a:extLst>
                    <a:ext uri="{9D8B030D-6E8A-4147-A177-3AD203B41FA5}">
                      <a16:colId xmlns:a16="http://schemas.microsoft.com/office/drawing/2014/main" val="20001"/>
                    </a:ext>
                  </a:extLst>
                </a:gridCol>
                <a:gridCol w="1308111">
                  <a:extLst>
                    <a:ext uri="{9D8B030D-6E8A-4147-A177-3AD203B41FA5}">
                      <a16:colId xmlns:a16="http://schemas.microsoft.com/office/drawing/2014/main" val="20002"/>
                    </a:ext>
                  </a:extLst>
                </a:gridCol>
              </a:tblGrid>
              <a:tr h="302141">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目的网络</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tc>
                  <a:txBody>
                    <a:bodyPr/>
                    <a:lstStyle/>
                    <a:p>
                      <a:pPr algn="ctr">
                        <a:lnSpc>
                          <a:spcPct val="100000"/>
                        </a:lnSpc>
                        <a:spcAft>
                          <a:spcPts val="0"/>
                        </a:spcAft>
                      </a:pPr>
                      <a:r>
                        <a:rPr lang="zh-CN" sz="1200" b="1" dirty="0">
                          <a:solidFill>
                            <a:schemeClr val="bg1"/>
                          </a:solidFill>
                          <a:effectLst/>
                          <a:latin typeface="微软雅黑" pitchFamily="34" charset="-122"/>
                          <a:ea typeface="微软雅黑" pitchFamily="34" charset="-122"/>
                        </a:rPr>
                        <a:t>下一跳路由器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B050"/>
                    </a:solidFill>
                  </a:tcPr>
                </a:tc>
                <a:extLst>
                  <a:ext uri="{0D108BD9-81ED-4DB2-BD59-A6C34878D82A}">
                    <a16:rowId xmlns:a16="http://schemas.microsoft.com/office/drawing/2014/main" val="10000"/>
                  </a:ext>
                </a:extLst>
              </a:tr>
              <a:tr h="20893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Net1</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a:solidFill>
                            <a:schemeClr val="tx1"/>
                          </a:solidFill>
                          <a:effectLst/>
                          <a:latin typeface="微软雅黑" pitchFamily="34" charset="-122"/>
                          <a:ea typeface="微软雅黑" pitchFamily="34" charset="-122"/>
                        </a:rPr>
                        <a:t>R</a:t>
                      </a:r>
                      <a:r>
                        <a:rPr lang="en-US" sz="1200" b="1" baseline="-25000">
                          <a:solidFill>
                            <a:schemeClr val="tx1"/>
                          </a:solidFill>
                          <a:effectLst/>
                          <a:latin typeface="微软雅黑" pitchFamily="34" charset="-122"/>
                          <a:ea typeface="微软雅黑" pitchFamily="34" charset="-122"/>
                        </a:rPr>
                        <a:t>4</a:t>
                      </a:r>
                      <a:endParaRPr lang="zh-CN" sz="1200" b="1">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5</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Net3</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2</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R</a:t>
                      </a:r>
                      <a:r>
                        <a:rPr lang="en-US" sz="1200" b="1" baseline="-25000" dirty="0">
                          <a:solidFill>
                            <a:schemeClr val="tx1"/>
                          </a:solidFill>
                          <a:effectLst/>
                          <a:latin typeface="微软雅黑" pitchFamily="34" charset="-122"/>
                          <a:ea typeface="微软雅黑" pitchFamily="34" charset="-122"/>
                        </a:rPr>
                        <a:t>4</a:t>
                      </a:r>
                      <a:endParaRPr lang="zh-CN" sz="1200" b="1" dirty="0">
                        <a:solidFill>
                          <a:schemeClr val="tx1"/>
                        </a:solidFill>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15691">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a:lnSpc>
                          <a:spcPct val="100000"/>
                        </a:lnSpc>
                        <a:spcAft>
                          <a:spcPts val="0"/>
                        </a:spcAft>
                      </a:pPr>
                      <a:r>
                        <a:rPr lang="en-US" sz="1200" b="1" dirty="0">
                          <a:solidFill>
                            <a:schemeClr val="tx1"/>
                          </a:solidFill>
                          <a:effectLst/>
                          <a:latin typeface="微软雅黑" pitchFamily="34" charset="-122"/>
                          <a:ea typeface="微软雅黑" pitchFamily="34" charset="-122"/>
                        </a:rPr>
                        <a:t>…</a:t>
                      </a:r>
                      <a:endParaRPr lang="zh-CN" sz="1200" b="1" dirty="0">
                        <a:solidFill>
                          <a:schemeClr val="tx1"/>
                        </a:solidFill>
                        <a:effectLst/>
                        <a:latin typeface="微软雅黑" pitchFamily="34" charset="-122"/>
                        <a:ea typeface="微软雅黑" pitchFamily="34"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bl>
          </a:graphicData>
        </a:graphic>
      </p:graphicFrame>
      <p:sp>
        <p:nvSpPr>
          <p:cNvPr id="71" name="矩形 70"/>
          <p:cNvSpPr/>
          <p:nvPr/>
        </p:nvSpPr>
        <p:spPr>
          <a:xfrm>
            <a:off x="945135" y="2775206"/>
            <a:ext cx="2579552" cy="276999"/>
          </a:xfrm>
          <a:prstGeom prst="rect">
            <a:avLst/>
          </a:prstGeom>
        </p:spPr>
        <p:txBody>
          <a:bodyPr wrap="none">
            <a:spAutoFit/>
          </a:bodyPr>
          <a:lstStyle/>
          <a:p>
            <a:pPr algn="ctr"/>
            <a:r>
              <a:rPr lang="zh-CN" altLang="en-US" sz="1200" b="1" dirty="0">
                <a:latin typeface="微软雅黑" pitchFamily="34" charset="-122"/>
                <a:ea typeface="微软雅黑" pitchFamily="34" charset="-122"/>
              </a:rPr>
              <a:t>表 </a:t>
            </a:r>
            <a:r>
              <a:rPr lang="en-US" altLang="zh-CN" sz="1200" b="1" dirty="0">
                <a:latin typeface="微软雅黑" pitchFamily="34" charset="-122"/>
                <a:ea typeface="微软雅黑" pitchFamily="34" charset="-122"/>
              </a:rPr>
              <a:t>(d)  </a:t>
            </a:r>
            <a:r>
              <a:rPr lang="zh-CN" altLang="en-US" sz="1200" b="1" dirty="0">
                <a:latin typeface="微软雅黑" pitchFamily="34" charset="-122"/>
                <a:ea typeface="微软雅黑" pitchFamily="34" charset="-122"/>
              </a:rPr>
              <a:t>路由器 </a:t>
            </a:r>
            <a:r>
              <a:rPr lang="en-US" altLang="zh-CN" sz="1200" b="1" dirty="0">
                <a:latin typeface="微软雅黑" pitchFamily="34" charset="-122"/>
                <a:ea typeface="微软雅黑" pitchFamily="34" charset="-122"/>
              </a:rPr>
              <a:t>R</a:t>
            </a:r>
            <a:r>
              <a:rPr lang="en-US" altLang="zh-CN" sz="1200" b="1" baseline="-25000" dirty="0">
                <a:latin typeface="微软雅黑" pitchFamily="34" charset="-122"/>
                <a:ea typeface="微软雅黑" pitchFamily="34" charset="-122"/>
              </a:rPr>
              <a:t>6 </a:t>
            </a:r>
            <a:r>
              <a:rPr lang="zh-CN" altLang="en-US" sz="1200" b="1" dirty="0">
                <a:latin typeface="微软雅黑" pitchFamily="34" charset="-122"/>
                <a:ea typeface="微软雅黑" pitchFamily="34" charset="-122"/>
              </a:rPr>
              <a:t>更新后的路由表</a:t>
            </a:r>
          </a:p>
        </p:txBody>
      </p:sp>
      <p:grpSp>
        <p:nvGrpSpPr>
          <p:cNvPr id="7" name="组合 6"/>
          <p:cNvGrpSpPr/>
          <p:nvPr/>
        </p:nvGrpSpPr>
        <p:grpSpPr>
          <a:xfrm>
            <a:off x="3578156" y="1953579"/>
            <a:ext cx="1653268" cy="1768676"/>
            <a:chOff x="3578156" y="1953579"/>
            <a:chExt cx="1653268" cy="1768676"/>
          </a:xfrm>
        </p:grpSpPr>
        <p:grpSp>
          <p:nvGrpSpPr>
            <p:cNvPr id="72" name="组合 71"/>
            <p:cNvGrpSpPr/>
            <p:nvPr/>
          </p:nvGrpSpPr>
          <p:grpSpPr>
            <a:xfrm>
              <a:off x="3578156" y="1953579"/>
              <a:ext cx="1653268" cy="1768676"/>
              <a:chOff x="3239516" y="1802855"/>
              <a:chExt cx="2342104" cy="2505589"/>
            </a:xfrm>
          </p:grpSpPr>
          <p:sp>
            <p:nvSpPr>
              <p:cNvPr id="61" name="椭圆 60"/>
              <p:cNvSpPr/>
              <p:nvPr/>
            </p:nvSpPr>
            <p:spPr bwMode="auto">
              <a:xfrm>
                <a:off x="4146775" y="2403831"/>
                <a:ext cx="1180985" cy="936105"/>
              </a:xfrm>
              <a:prstGeom prst="ellipse">
                <a:avLst/>
              </a:prstGeom>
              <a:solidFill>
                <a:srgbClr val="99FF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indent="0" algn="r" defTabSz="914400" rtl="0" eaLnBrk="0" fontAlgn="base" latinLnBrk="0" hangingPunct="0">
                  <a:lnSpc>
                    <a:spcPct val="100000"/>
                  </a:lnSpc>
                  <a:spcBef>
                    <a:spcPct val="0"/>
                  </a:spcBef>
                  <a:spcAft>
                    <a:spcPct val="0"/>
                  </a:spcAft>
                  <a:buClrTx/>
                  <a:buSzTx/>
                  <a:buFontTx/>
                  <a:buNone/>
                  <a:tabLst/>
                </a:pPr>
                <a:r>
                  <a:rPr kumimoji="0" lang="zh-CN" altLang="en-US" sz="1400" b="1" i="0" u="none" strike="noStrike" cap="none" normalizeH="0" baseline="0" dirty="0">
                    <a:ln>
                      <a:noFill/>
                    </a:ln>
                    <a:effectLst/>
                    <a:latin typeface="微软雅黑" pitchFamily="34" charset="-122"/>
                    <a:ea typeface="微软雅黑" pitchFamily="34" charset="-122"/>
                  </a:rPr>
                  <a:t>计算更新</a:t>
                </a:r>
              </a:p>
            </p:txBody>
          </p:sp>
          <p:sp>
            <p:nvSpPr>
              <p:cNvPr id="62" name="直角上箭头 61"/>
              <p:cNvSpPr/>
              <p:nvPr/>
            </p:nvSpPr>
            <p:spPr bwMode="auto">
              <a:xfrm flipH="1">
                <a:off x="4552757" y="3359220"/>
                <a:ext cx="1028863" cy="949224"/>
              </a:xfrm>
              <a:prstGeom prst="bentUpArrow">
                <a:avLst>
                  <a:gd name="adj1" fmla="val 17604"/>
                  <a:gd name="adj2" fmla="val 26017"/>
                  <a:gd name="adj3" fmla="val 33446"/>
                </a:avLst>
              </a:prstGeom>
              <a:solidFill>
                <a:srgbClr val="FF9933"/>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微软雅黑" pitchFamily="34" charset="-122"/>
                  <a:ea typeface="微软雅黑" pitchFamily="34" charset="-122"/>
                </a:endParaRPr>
              </a:p>
            </p:txBody>
          </p:sp>
          <p:sp>
            <p:nvSpPr>
              <p:cNvPr id="63" name="直角上箭头 62"/>
              <p:cNvSpPr/>
              <p:nvPr/>
            </p:nvSpPr>
            <p:spPr bwMode="auto">
              <a:xfrm flipV="1">
                <a:off x="3706033" y="1802855"/>
                <a:ext cx="1196826" cy="576064"/>
              </a:xfrm>
              <a:prstGeom prst="bentUpArrow">
                <a:avLst>
                  <a:gd name="adj1" fmla="val 25000"/>
                  <a:gd name="adj2" fmla="val 37144"/>
                  <a:gd name="adj3" fmla="val 42348"/>
                </a:avLst>
              </a:prstGeom>
              <a:solidFill>
                <a:srgbClr val="FF9933"/>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微软雅黑" pitchFamily="34" charset="-122"/>
                  <a:ea typeface="微软雅黑" pitchFamily="34" charset="-122"/>
                </a:endParaRPr>
              </a:p>
            </p:txBody>
          </p:sp>
          <p:sp>
            <p:nvSpPr>
              <p:cNvPr id="64" name="直角上箭头 63"/>
              <p:cNvSpPr/>
              <p:nvPr/>
            </p:nvSpPr>
            <p:spPr bwMode="auto">
              <a:xfrm flipH="1" flipV="1">
                <a:off x="3239516" y="2838050"/>
                <a:ext cx="906865" cy="521169"/>
              </a:xfrm>
              <a:prstGeom prst="bentUpArrow">
                <a:avLst>
                  <a:gd name="adj1" fmla="val 28080"/>
                  <a:gd name="adj2" fmla="val 37144"/>
                  <a:gd name="adj3" fmla="val 42348"/>
                </a:avLst>
              </a:prstGeom>
              <a:solidFill>
                <a:srgbClr val="990099"/>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微软雅黑" pitchFamily="34" charset="-122"/>
                  <a:ea typeface="微软雅黑" pitchFamily="34" charset="-122"/>
                </a:endParaRPr>
              </a:p>
            </p:txBody>
          </p:sp>
        </p:grpSp>
        <p:sp>
          <p:nvSpPr>
            <p:cNvPr id="20" name="矩形 19"/>
            <p:cNvSpPr/>
            <p:nvPr/>
          </p:nvSpPr>
          <p:spPr>
            <a:xfrm>
              <a:off x="4160240" y="2523927"/>
              <a:ext cx="413896" cy="400110"/>
            </a:xfrm>
            <a:prstGeom prst="rect">
              <a:avLst/>
            </a:prstGeom>
          </p:spPr>
          <p:txBody>
            <a:bodyPr wrap="none">
              <a:spAutoFit/>
            </a:bodyPr>
            <a:lstStyle/>
            <a:p>
              <a:r>
                <a:rPr lang="en-US" altLang="zh-CN" sz="2000" b="1" dirty="0">
                  <a:solidFill>
                    <a:srgbClr val="0000FF"/>
                  </a:solidFill>
                  <a:latin typeface="微软雅黑" pitchFamily="34" charset="-122"/>
                  <a:ea typeface="微软雅黑" pitchFamily="34" charset="-122"/>
                  <a:sym typeface="Wingdings 2" panose="05020102010507070707" pitchFamily="18" charset="2"/>
                </a:rPr>
                <a:t></a:t>
              </a:r>
              <a:endParaRPr lang="zh-CN" altLang="en-US" sz="2000" dirty="0">
                <a:solidFill>
                  <a:srgbClr val="0000FF"/>
                </a:solidFill>
              </a:endParaRPr>
            </a:p>
          </p:txBody>
        </p:sp>
      </p:grpSp>
      <p:grpSp>
        <p:nvGrpSpPr>
          <p:cNvPr id="6" name="组合 5"/>
          <p:cNvGrpSpPr/>
          <p:nvPr/>
        </p:nvGrpSpPr>
        <p:grpSpPr>
          <a:xfrm>
            <a:off x="5682698" y="2571145"/>
            <a:ext cx="2722681" cy="443441"/>
            <a:chOff x="6638192" y="2560871"/>
            <a:chExt cx="2722681" cy="443441"/>
          </a:xfrm>
        </p:grpSpPr>
        <p:sp>
          <p:nvSpPr>
            <p:cNvPr id="73" name="下箭头 72"/>
            <p:cNvSpPr/>
            <p:nvPr/>
          </p:nvSpPr>
          <p:spPr bwMode="auto">
            <a:xfrm>
              <a:off x="6638192" y="2560871"/>
              <a:ext cx="253526" cy="443441"/>
            </a:xfrm>
            <a:prstGeom prst="downArrow">
              <a:avLst/>
            </a:prstGeom>
            <a:solidFill>
              <a:srgbClr val="00FF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sp>
          <p:nvSpPr>
            <p:cNvPr id="4" name="矩形 3"/>
            <p:cNvSpPr/>
            <p:nvPr/>
          </p:nvSpPr>
          <p:spPr>
            <a:xfrm>
              <a:off x="6814308" y="2574385"/>
              <a:ext cx="413896" cy="400110"/>
            </a:xfrm>
            <a:prstGeom prst="rect">
              <a:avLst/>
            </a:prstGeom>
          </p:spPr>
          <p:txBody>
            <a:bodyPr wrap="none">
              <a:spAutoFit/>
            </a:bodyPr>
            <a:lstStyle/>
            <a:p>
              <a:r>
                <a:rPr lang="en-US" altLang="zh-CN" sz="2000" b="1" dirty="0">
                  <a:solidFill>
                    <a:srgbClr val="0000FF"/>
                  </a:solidFill>
                  <a:latin typeface="微软雅黑" pitchFamily="34" charset="-122"/>
                  <a:ea typeface="微软雅黑" pitchFamily="34" charset="-122"/>
                  <a:sym typeface="Wingdings 2" panose="05020102010507070707" pitchFamily="18" charset="2"/>
                </a:rPr>
                <a:t></a:t>
              </a:r>
              <a:endParaRPr lang="zh-CN" altLang="en-US" sz="1600" dirty="0"/>
            </a:p>
          </p:txBody>
        </p:sp>
        <p:sp>
          <p:nvSpPr>
            <p:cNvPr id="5" name="矩形 4"/>
            <p:cNvSpPr/>
            <p:nvPr/>
          </p:nvSpPr>
          <p:spPr>
            <a:xfrm>
              <a:off x="7057037" y="2617395"/>
              <a:ext cx="2303836" cy="307777"/>
            </a:xfrm>
            <a:prstGeom prst="rect">
              <a:avLst/>
            </a:prstGeom>
          </p:spPr>
          <p:txBody>
            <a:bodyPr wrap="none">
              <a:spAutoFit/>
            </a:bodyPr>
            <a:lstStyle/>
            <a:p>
              <a:r>
                <a:rPr lang="zh-CN" altLang="en-US" sz="1400" b="1" dirty="0">
                  <a:latin typeface="微软雅黑" pitchFamily="34" charset="-122"/>
                  <a:ea typeface="微软雅黑" pitchFamily="34" charset="-122"/>
                  <a:sym typeface="Wingdings 2" panose="05020102010507070707" pitchFamily="18" charset="2"/>
                </a:rPr>
                <a:t>距离</a:t>
              </a:r>
              <a:r>
                <a:rPr lang="en-US" altLang="zh-CN" sz="1400" b="1" dirty="0">
                  <a:latin typeface="微软雅黑" pitchFamily="34" charset="-122"/>
                  <a:ea typeface="微软雅黑" pitchFamily="34" charset="-122"/>
                  <a:sym typeface="Wingdings 2" panose="05020102010507070707" pitchFamily="18" charset="2"/>
                </a:rPr>
                <a:t>+1</a:t>
              </a:r>
              <a:r>
                <a:rPr lang="zh-CN" altLang="en-US" sz="1400" b="1" dirty="0">
                  <a:latin typeface="微软雅黑" pitchFamily="34" charset="-122"/>
                  <a:ea typeface="微软雅黑" pitchFamily="34" charset="-122"/>
                  <a:sym typeface="Wingdings 2" panose="05020102010507070707" pitchFamily="18" charset="2"/>
                </a:rPr>
                <a:t>，修改下一跳地址</a:t>
              </a:r>
              <a:endParaRPr lang="zh-CN" altLang="en-US" sz="1400" dirty="0"/>
            </a:p>
          </p:txBody>
        </p:sp>
      </p:grpSp>
      <p:grpSp>
        <p:nvGrpSpPr>
          <p:cNvPr id="12" name="组合 11">
            <a:extLst>
              <a:ext uri="{FF2B5EF4-FFF2-40B4-BE49-F238E27FC236}">
                <a16:creationId xmlns:a16="http://schemas.microsoft.com/office/drawing/2014/main" id="{D01F8A30-AA75-B058-0E5B-84F3033ED5BB}"/>
              </a:ext>
            </a:extLst>
          </p:cNvPr>
          <p:cNvGrpSpPr/>
          <p:nvPr/>
        </p:nvGrpSpPr>
        <p:grpSpPr>
          <a:xfrm>
            <a:off x="3927028" y="3496277"/>
            <a:ext cx="4277771" cy="262761"/>
            <a:chOff x="3929107" y="3491022"/>
            <a:chExt cx="4277771" cy="262761"/>
          </a:xfrm>
        </p:grpSpPr>
        <p:sp>
          <p:nvSpPr>
            <p:cNvPr id="8" name="矩形 7">
              <a:extLst>
                <a:ext uri="{FF2B5EF4-FFF2-40B4-BE49-F238E27FC236}">
                  <a16:creationId xmlns:a16="http://schemas.microsoft.com/office/drawing/2014/main" id="{7824ACE8-6E34-8775-06E9-9B26E4821F6B}"/>
                </a:ext>
              </a:extLst>
            </p:cNvPr>
            <p:cNvSpPr/>
            <p:nvPr/>
          </p:nvSpPr>
          <p:spPr>
            <a:xfrm>
              <a:off x="5258087" y="3554085"/>
              <a:ext cx="2948791" cy="199698"/>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 name="直接箭头连接符 9">
              <a:extLst>
                <a:ext uri="{FF2B5EF4-FFF2-40B4-BE49-F238E27FC236}">
                  <a16:creationId xmlns:a16="http://schemas.microsoft.com/office/drawing/2014/main" id="{84F93884-DF78-A0D3-F7B6-6B1F6E3555A9}"/>
                </a:ext>
              </a:extLst>
            </p:cNvPr>
            <p:cNvCxnSpPr>
              <a:cxnSpLocks/>
              <a:stCxn id="8" idx="1"/>
            </p:cNvCxnSpPr>
            <p:nvPr/>
          </p:nvCxnSpPr>
          <p:spPr>
            <a:xfrm flipH="1" flipV="1">
              <a:off x="3929107" y="3491022"/>
              <a:ext cx="1328980" cy="162912"/>
            </a:xfrm>
            <a:prstGeom prst="straightConnector1">
              <a:avLst/>
            </a:prstGeom>
            <a:noFill/>
            <a:ln>
              <a:solidFill>
                <a:srgbClr val="FF0000"/>
              </a:solidFill>
              <a:headEnd type="none" w="med" len="med"/>
              <a:tailEnd type="triangle" w="med" len="med"/>
            </a:ln>
          </p:spPr>
          <p:style>
            <a:lnRef idx="2">
              <a:schemeClr val="accent1">
                <a:shade val="15000"/>
              </a:schemeClr>
            </a:lnRef>
            <a:fillRef idx="1">
              <a:schemeClr val="accent1"/>
            </a:fillRef>
            <a:effectRef idx="0">
              <a:schemeClr val="accent1"/>
            </a:effectRef>
            <a:fontRef idx="minor">
              <a:schemeClr val="lt1"/>
            </a:fontRef>
          </p:style>
        </p:cxnSp>
      </p:grpSp>
      <p:sp>
        <p:nvSpPr>
          <p:cNvPr id="13" name="Oval 9">
            <a:extLst>
              <a:ext uri="{FF2B5EF4-FFF2-40B4-BE49-F238E27FC236}">
                <a16:creationId xmlns:a16="http://schemas.microsoft.com/office/drawing/2014/main" id="{ECE65C6D-D1EC-0AA2-D934-8577C9748A7B}"/>
              </a:ext>
            </a:extLst>
          </p:cNvPr>
          <p:cNvSpPr>
            <a:spLocks noChangeArrowheads="1"/>
          </p:cNvSpPr>
          <p:nvPr/>
        </p:nvSpPr>
        <p:spPr bwMode="auto">
          <a:xfrm>
            <a:off x="3136234" y="1921112"/>
            <a:ext cx="299675" cy="262254"/>
          </a:xfrm>
          <a:prstGeom prst="ellipse">
            <a:avLst/>
          </a:prstGeom>
          <a:noFill/>
          <a:ln w="19050" algn="ctr">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anose="05000000000000000000" pitchFamily="2" charset="2"/>
              <a:buChar char="n"/>
              <a:defRPr sz="3200">
                <a:solidFill>
                  <a:schemeClr val="tx1"/>
                </a:solidFill>
                <a:latin typeface="Arial" panose="020B060402020202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eaLnBrk="1" hangingPunct="1">
              <a:spcBef>
                <a:spcPct val="0"/>
              </a:spcBef>
              <a:buClrTx/>
              <a:buSzTx/>
              <a:buFontTx/>
              <a:buNone/>
            </a:pPr>
            <a:endParaRPr lang="zh-CN" altLang="en-US" sz="2800">
              <a:latin typeface="Tahoma" panose="020B0604030504040204" pitchFamily="34" charset="0"/>
            </a:endParaRPr>
          </a:p>
        </p:txBody>
      </p:sp>
      <p:grpSp>
        <p:nvGrpSpPr>
          <p:cNvPr id="14" name="组合 13">
            <a:extLst>
              <a:ext uri="{FF2B5EF4-FFF2-40B4-BE49-F238E27FC236}">
                <a16:creationId xmlns:a16="http://schemas.microsoft.com/office/drawing/2014/main" id="{AA026AC7-1E43-0F54-96EF-CD9BA81E847C}"/>
              </a:ext>
            </a:extLst>
          </p:cNvPr>
          <p:cNvGrpSpPr/>
          <p:nvPr/>
        </p:nvGrpSpPr>
        <p:grpSpPr>
          <a:xfrm>
            <a:off x="3926876" y="3691082"/>
            <a:ext cx="4277771" cy="293980"/>
            <a:chOff x="3929107" y="3489434"/>
            <a:chExt cx="4277771" cy="262761"/>
          </a:xfrm>
        </p:grpSpPr>
        <p:sp>
          <p:nvSpPr>
            <p:cNvPr id="15" name="矩形 14">
              <a:extLst>
                <a:ext uri="{FF2B5EF4-FFF2-40B4-BE49-F238E27FC236}">
                  <a16:creationId xmlns:a16="http://schemas.microsoft.com/office/drawing/2014/main" id="{31198B2A-8BC3-E453-B325-18C0E64DF455}"/>
                </a:ext>
              </a:extLst>
            </p:cNvPr>
            <p:cNvSpPr/>
            <p:nvPr/>
          </p:nvSpPr>
          <p:spPr>
            <a:xfrm>
              <a:off x="5258087" y="3552497"/>
              <a:ext cx="2948791" cy="199698"/>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6" name="直接箭头连接符 15">
              <a:extLst>
                <a:ext uri="{FF2B5EF4-FFF2-40B4-BE49-F238E27FC236}">
                  <a16:creationId xmlns:a16="http://schemas.microsoft.com/office/drawing/2014/main" id="{973EA707-805F-1449-DD2C-EF43B4B3C299}"/>
                </a:ext>
              </a:extLst>
            </p:cNvPr>
            <p:cNvCxnSpPr>
              <a:cxnSpLocks/>
              <a:stCxn id="15" idx="1"/>
            </p:cNvCxnSpPr>
            <p:nvPr/>
          </p:nvCxnSpPr>
          <p:spPr>
            <a:xfrm flipH="1" flipV="1">
              <a:off x="3929107" y="3489434"/>
              <a:ext cx="1328980" cy="162912"/>
            </a:xfrm>
            <a:prstGeom prst="straightConnector1">
              <a:avLst/>
            </a:prstGeom>
            <a:noFill/>
            <a:ln>
              <a:solidFill>
                <a:srgbClr val="FF0000"/>
              </a:solidFill>
              <a:headEnd type="none" w="med" len="med"/>
              <a:tailEnd type="triangle" w="med" len="med"/>
            </a:ln>
          </p:spPr>
          <p:style>
            <a:lnRef idx="2">
              <a:schemeClr val="accent1">
                <a:shade val="15000"/>
              </a:schemeClr>
            </a:lnRef>
            <a:fillRef idx="1">
              <a:schemeClr val="accent1"/>
            </a:fillRef>
            <a:effectRef idx="0">
              <a:schemeClr val="accent1"/>
            </a:effectRef>
            <a:fontRef idx="minor">
              <a:schemeClr val="lt1"/>
            </a:fontRef>
          </p:style>
        </p:cxnSp>
      </p:grpSp>
      <p:grpSp>
        <p:nvGrpSpPr>
          <p:cNvPr id="18" name="组合 17">
            <a:extLst>
              <a:ext uri="{FF2B5EF4-FFF2-40B4-BE49-F238E27FC236}">
                <a16:creationId xmlns:a16="http://schemas.microsoft.com/office/drawing/2014/main" id="{B3622F54-5AE0-FDAD-EF78-6CE83FD69BE3}"/>
              </a:ext>
            </a:extLst>
          </p:cNvPr>
          <p:cNvGrpSpPr/>
          <p:nvPr/>
        </p:nvGrpSpPr>
        <p:grpSpPr>
          <a:xfrm>
            <a:off x="3926876" y="3921698"/>
            <a:ext cx="4277771" cy="262761"/>
            <a:chOff x="3929107" y="3489434"/>
            <a:chExt cx="4277771" cy="262761"/>
          </a:xfrm>
        </p:grpSpPr>
        <p:sp>
          <p:nvSpPr>
            <p:cNvPr id="19" name="矩形 18">
              <a:extLst>
                <a:ext uri="{FF2B5EF4-FFF2-40B4-BE49-F238E27FC236}">
                  <a16:creationId xmlns:a16="http://schemas.microsoft.com/office/drawing/2014/main" id="{3E775686-D276-F06B-90ED-48B2EAD71384}"/>
                </a:ext>
              </a:extLst>
            </p:cNvPr>
            <p:cNvSpPr/>
            <p:nvPr/>
          </p:nvSpPr>
          <p:spPr>
            <a:xfrm>
              <a:off x="5258087" y="3552497"/>
              <a:ext cx="2948791" cy="199698"/>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1" name="直接箭头连接符 20">
              <a:extLst>
                <a:ext uri="{FF2B5EF4-FFF2-40B4-BE49-F238E27FC236}">
                  <a16:creationId xmlns:a16="http://schemas.microsoft.com/office/drawing/2014/main" id="{5AEAEEA1-70AB-11DC-1828-584E803C469C}"/>
                </a:ext>
              </a:extLst>
            </p:cNvPr>
            <p:cNvCxnSpPr>
              <a:cxnSpLocks/>
              <a:stCxn id="19" idx="1"/>
            </p:cNvCxnSpPr>
            <p:nvPr/>
          </p:nvCxnSpPr>
          <p:spPr>
            <a:xfrm flipH="1" flipV="1">
              <a:off x="3929107" y="3489434"/>
              <a:ext cx="1328980" cy="162912"/>
            </a:xfrm>
            <a:prstGeom prst="straightConnector1">
              <a:avLst/>
            </a:prstGeom>
            <a:noFill/>
            <a:ln>
              <a:solidFill>
                <a:srgbClr val="FF0000"/>
              </a:solidFill>
              <a:headEnd type="none" w="med" len="med"/>
              <a:tailEnd type="triangle" w="med" len="med"/>
            </a:ln>
          </p:spPr>
          <p:style>
            <a:lnRef idx="2">
              <a:schemeClr val="accent1">
                <a:shade val="15000"/>
              </a:schemeClr>
            </a:lnRef>
            <a:fillRef idx="1">
              <a:schemeClr val="accent1"/>
            </a:fillRef>
            <a:effectRef idx="0">
              <a:schemeClr val="accent1"/>
            </a:effectRef>
            <a:fontRef idx="minor">
              <a:schemeClr val="lt1"/>
            </a:fontRef>
          </p:style>
        </p:cxnSp>
      </p:grpSp>
      <p:grpSp>
        <p:nvGrpSpPr>
          <p:cNvPr id="25" name="组合 24">
            <a:extLst>
              <a:ext uri="{FF2B5EF4-FFF2-40B4-BE49-F238E27FC236}">
                <a16:creationId xmlns:a16="http://schemas.microsoft.com/office/drawing/2014/main" id="{9390F871-664D-3134-711F-44040439BB0C}"/>
              </a:ext>
            </a:extLst>
          </p:cNvPr>
          <p:cNvGrpSpPr/>
          <p:nvPr/>
        </p:nvGrpSpPr>
        <p:grpSpPr>
          <a:xfrm>
            <a:off x="2349063" y="2270234"/>
            <a:ext cx="4183117" cy="2523620"/>
            <a:chOff x="2349063" y="2270234"/>
            <a:chExt cx="4183117" cy="2523620"/>
          </a:xfrm>
        </p:grpSpPr>
        <p:sp>
          <p:nvSpPr>
            <p:cNvPr id="22" name="任意多边形: 形状 21">
              <a:extLst>
                <a:ext uri="{FF2B5EF4-FFF2-40B4-BE49-F238E27FC236}">
                  <a16:creationId xmlns:a16="http://schemas.microsoft.com/office/drawing/2014/main" id="{EA281BB5-C4BD-3EF7-2737-325B19419F73}"/>
                </a:ext>
              </a:extLst>
            </p:cNvPr>
            <p:cNvSpPr/>
            <p:nvPr/>
          </p:nvSpPr>
          <p:spPr>
            <a:xfrm>
              <a:off x="2349063" y="2270234"/>
              <a:ext cx="4183117" cy="2168240"/>
            </a:xfrm>
            <a:custGeom>
              <a:avLst/>
              <a:gdLst>
                <a:gd name="csX0" fmla="*/ 4183117 w 4183117"/>
                <a:gd name="csY0" fmla="*/ 1823545 h 2168240"/>
                <a:gd name="csX1" fmla="*/ 3132083 w 4183117"/>
                <a:gd name="csY1" fmla="*/ 2102069 h 2168240"/>
                <a:gd name="csX2" fmla="*/ 1765738 w 4183117"/>
                <a:gd name="csY2" fmla="*/ 725214 h 2168240"/>
                <a:gd name="csX3" fmla="*/ 0 w 4183117"/>
                <a:gd name="csY3" fmla="*/ 0 h 2168240"/>
              </a:gdLst>
              <a:ahLst/>
              <a:cxnLst>
                <a:cxn ang="0">
                  <a:pos x="csX0" y="csY0"/>
                </a:cxn>
                <a:cxn ang="0">
                  <a:pos x="csX1" y="csY1"/>
                </a:cxn>
                <a:cxn ang="0">
                  <a:pos x="csX2" y="csY2"/>
                </a:cxn>
                <a:cxn ang="0">
                  <a:pos x="csX3" y="csY3"/>
                </a:cxn>
              </a:cxnLst>
              <a:rect l="l" t="t" r="r" b="b"/>
              <a:pathLst>
                <a:path w="4183117" h="2168240">
                  <a:moveTo>
                    <a:pt x="4183117" y="1823545"/>
                  </a:moveTo>
                  <a:cubicBezTo>
                    <a:pt x="3859048" y="2054334"/>
                    <a:pt x="3534979" y="2285124"/>
                    <a:pt x="3132083" y="2102069"/>
                  </a:cubicBezTo>
                  <a:cubicBezTo>
                    <a:pt x="2729186" y="1919014"/>
                    <a:pt x="2287752" y="1075559"/>
                    <a:pt x="1765738" y="725214"/>
                  </a:cubicBezTo>
                  <a:cubicBezTo>
                    <a:pt x="1243724" y="374869"/>
                    <a:pt x="621862" y="187434"/>
                    <a:pt x="0" y="0"/>
                  </a:cubicBezTo>
                </a:path>
              </a:pathLst>
            </a:custGeom>
            <a:ln>
              <a:solidFill>
                <a:srgbClr val="FFC000"/>
              </a:solidFill>
              <a:headEnd type="none" w="med" len="med"/>
              <a:tailEnd type="triangl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p>
          </p:txBody>
        </p:sp>
        <p:sp>
          <p:nvSpPr>
            <p:cNvPr id="24" name="文本框 23">
              <a:extLst>
                <a:ext uri="{FF2B5EF4-FFF2-40B4-BE49-F238E27FC236}">
                  <a16:creationId xmlns:a16="http://schemas.microsoft.com/office/drawing/2014/main" id="{F7DB367A-8B0F-99ED-76A7-3FBCF185C3B0}"/>
                </a:ext>
              </a:extLst>
            </p:cNvPr>
            <p:cNvSpPr txBox="1"/>
            <p:nvPr/>
          </p:nvSpPr>
          <p:spPr>
            <a:xfrm>
              <a:off x="5527121" y="4455300"/>
              <a:ext cx="663385" cy="338554"/>
            </a:xfrm>
            <a:prstGeom prst="rect">
              <a:avLst/>
            </a:prstGeom>
            <a:noFill/>
          </p:spPr>
          <p:txBody>
            <a:bodyPr wrap="square">
              <a:spAutoFit/>
            </a:bodyPr>
            <a:lstStyle/>
            <a:p>
              <a:r>
                <a:rPr lang="zh-CN" altLang="en-US" sz="1600" b="1" dirty="0">
                  <a:solidFill>
                    <a:srgbClr val="FF0000"/>
                  </a:solidFill>
                  <a:latin typeface="微软雅黑" pitchFamily="34" charset="-122"/>
                  <a:ea typeface="微软雅黑" pitchFamily="34" charset="-122"/>
                </a:rPr>
                <a:t>更小</a:t>
              </a:r>
              <a:endParaRPr lang="zh-CN" altLang="en-US" sz="1600" dirty="0">
                <a:solidFill>
                  <a:srgbClr val="FF0000"/>
                </a:solidFill>
              </a:endParaRPr>
            </a:p>
          </p:txBody>
        </p:sp>
      </p:grpSp>
    </p:spTree>
    <p:extLst>
      <p:ext uri="{BB962C8B-B14F-4D97-AF65-F5344CB8AC3E}">
        <p14:creationId xmlns:p14="http://schemas.microsoft.com/office/powerpoint/2010/main" val="3430182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grpId="0" nodeType="clickEffect">
                                  <p:stCondLst>
                                    <p:cond delay="0"/>
                                  </p:stCondLst>
                                  <p:childTnLst>
                                    <p:anim calcmode="discrete" valueType="str">
                                      <p:cBhvr>
                                        <p:cTn id="6" dur="1000" fill="hold"/>
                                        <p:tgtEl>
                                          <p:spTgt spid="65"/>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grpId="0" nodeType="clickEffect">
                                  <p:stCondLst>
                                    <p:cond delay="0"/>
                                  </p:stCondLst>
                                  <p:childTnLst>
                                    <p:anim calcmode="discrete" valueType="str">
                                      <p:cBhvr>
                                        <p:cTn id="10" dur="1000" fill="hold"/>
                                        <p:tgtEl>
                                          <p:spTgt spid="67"/>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up)">
                                      <p:cBhvr>
                                        <p:cTn id="15" dur="1000"/>
                                        <p:tgtEl>
                                          <p:spTgt spid="6"/>
                                        </p:tgtEl>
                                      </p:cBhvr>
                                    </p:animEffect>
                                  </p:childTnLst>
                                </p:cTn>
                              </p:par>
                            </p:childTnLst>
                          </p:cTn>
                        </p:par>
                        <p:par>
                          <p:cTn id="16" fill="hold">
                            <p:stCondLst>
                              <p:cond delay="1000"/>
                            </p:stCondLst>
                            <p:childTnLst>
                              <p:par>
                                <p:cTn id="17" presetID="22" presetClass="entr" presetSubtype="1" fill="hold" grpId="0" nodeType="afterEffect">
                                  <p:stCondLst>
                                    <p:cond delay="0"/>
                                  </p:stCondLst>
                                  <p:childTnLst>
                                    <p:set>
                                      <p:cBhvr>
                                        <p:cTn id="18" dur="1" fill="hold">
                                          <p:stCondLst>
                                            <p:cond delay="0"/>
                                          </p:stCondLst>
                                        </p:cTn>
                                        <p:tgtEl>
                                          <p:spTgt spid="69"/>
                                        </p:tgtEl>
                                        <p:attrNameLst>
                                          <p:attrName>style.visibility</p:attrName>
                                        </p:attrNameLst>
                                      </p:cBhvr>
                                      <p:to>
                                        <p:strVal val="visible"/>
                                      </p:to>
                                    </p:set>
                                    <p:animEffect transition="in" filter="wipe(up)">
                                      <p:cBhvr>
                                        <p:cTn id="19" dur="1000"/>
                                        <p:tgtEl>
                                          <p:spTgt spid="69"/>
                                        </p:tgtEl>
                                      </p:cBhvr>
                                    </p:animEffect>
                                  </p:childTnLst>
                                </p:cTn>
                              </p:par>
                            </p:childTnLst>
                          </p:cTn>
                        </p:par>
                        <p:par>
                          <p:cTn id="20" fill="hold">
                            <p:stCondLst>
                              <p:cond delay="2000"/>
                            </p:stCondLst>
                            <p:childTnLst>
                              <p:par>
                                <p:cTn id="21" presetID="22" presetClass="entr" presetSubtype="1" fill="hold" nodeType="afterEffect">
                                  <p:stCondLst>
                                    <p:cond delay="0"/>
                                  </p:stCondLst>
                                  <p:childTnLst>
                                    <p:set>
                                      <p:cBhvr>
                                        <p:cTn id="22" dur="1" fill="hold">
                                          <p:stCondLst>
                                            <p:cond delay="0"/>
                                          </p:stCondLst>
                                        </p:cTn>
                                        <p:tgtEl>
                                          <p:spTgt spid="68"/>
                                        </p:tgtEl>
                                        <p:attrNameLst>
                                          <p:attrName>style.visibility</p:attrName>
                                        </p:attrNameLst>
                                      </p:cBhvr>
                                      <p:to>
                                        <p:strVal val="visible"/>
                                      </p:to>
                                    </p:set>
                                    <p:animEffect transition="in" filter="wipe(up)">
                                      <p:cBhvr>
                                        <p:cTn id="23" dur="1000"/>
                                        <p:tgtEl>
                                          <p:spTgt spid="68"/>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6" fill="hold" nodeType="click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barn(inHorizontal)">
                                      <p:cBhvr>
                                        <p:cTn id="28" dur="1000"/>
                                        <p:tgtEl>
                                          <p:spTgt spid="7"/>
                                        </p:tgtEl>
                                      </p:cBhvr>
                                    </p:animEffect>
                                  </p:childTnLst>
                                </p:cTn>
                              </p:par>
                            </p:childTnLst>
                          </p:cTn>
                        </p:par>
                        <p:par>
                          <p:cTn id="29" fill="hold">
                            <p:stCondLst>
                              <p:cond delay="1000"/>
                            </p:stCondLst>
                            <p:childTnLst>
                              <p:par>
                                <p:cTn id="30" presetID="22" presetClass="entr" presetSubtype="1" fill="hold" grpId="0" nodeType="afterEffect">
                                  <p:stCondLst>
                                    <p:cond delay="0"/>
                                  </p:stCondLst>
                                  <p:childTnLst>
                                    <p:set>
                                      <p:cBhvr>
                                        <p:cTn id="31" dur="1" fill="hold">
                                          <p:stCondLst>
                                            <p:cond delay="0"/>
                                          </p:stCondLst>
                                        </p:cTn>
                                        <p:tgtEl>
                                          <p:spTgt spid="71"/>
                                        </p:tgtEl>
                                        <p:attrNameLst>
                                          <p:attrName>style.visibility</p:attrName>
                                        </p:attrNameLst>
                                      </p:cBhvr>
                                      <p:to>
                                        <p:strVal val="visible"/>
                                      </p:to>
                                    </p:set>
                                    <p:animEffect transition="in" filter="wipe(up)">
                                      <p:cBhvr>
                                        <p:cTn id="32" dur="1000"/>
                                        <p:tgtEl>
                                          <p:spTgt spid="71"/>
                                        </p:tgtEl>
                                      </p:cBhvr>
                                    </p:animEffect>
                                  </p:childTnLst>
                                </p:cTn>
                              </p:par>
                            </p:childTnLst>
                          </p:cTn>
                        </p:par>
                        <p:par>
                          <p:cTn id="33" fill="hold">
                            <p:stCondLst>
                              <p:cond delay="2000"/>
                            </p:stCondLst>
                            <p:childTnLst>
                              <p:par>
                                <p:cTn id="34" presetID="22" presetClass="entr" presetSubtype="1" fill="hold" nodeType="afterEffect">
                                  <p:stCondLst>
                                    <p:cond delay="0"/>
                                  </p:stCondLst>
                                  <p:childTnLst>
                                    <p:set>
                                      <p:cBhvr>
                                        <p:cTn id="35" dur="1" fill="hold">
                                          <p:stCondLst>
                                            <p:cond delay="0"/>
                                          </p:stCondLst>
                                        </p:cTn>
                                        <p:tgtEl>
                                          <p:spTgt spid="70"/>
                                        </p:tgtEl>
                                        <p:attrNameLst>
                                          <p:attrName>style.visibility</p:attrName>
                                        </p:attrNameLst>
                                      </p:cBhvr>
                                      <p:to>
                                        <p:strVal val="visible"/>
                                      </p:to>
                                    </p:set>
                                    <p:animEffect transition="in" filter="wipe(up)">
                                      <p:cBhvr>
                                        <p:cTn id="36" dur="1000"/>
                                        <p:tgtEl>
                                          <p:spTgt spid="70"/>
                                        </p:tgtEl>
                                      </p:cBhvr>
                                    </p:animEffec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12"/>
                                        </p:tgtEl>
                                        <p:attrNameLst>
                                          <p:attrName>style.visibility</p:attrName>
                                        </p:attrNameLst>
                                      </p:cBhvr>
                                      <p:to>
                                        <p:strVal val="visible"/>
                                      </p:to>
                                    </p:set>
                                  </p:childTnLst>
                                </p:cTn>
                              </p:par>
                            </p:childTnLst>
                          </p:cTn>
                        </p:par>
                        <p:par>
                          <p:cTn id="41" fill="hold">
                            <p:stCondLst>
                              <p:cond delay="0"/>
                            </p:stCondLst>
                            <p:childTnLst>
                              <p:par>
                                <p:cTn id="42" presetID="35" presetClass="emph" presetSubtype="0" repeatCount="2000" fill="hold" nodeType="afterEffect">
                                  <p:stCondLst>
                                    <p:cond delay="0"/>
                                  </p:stCondLst>
                                  <p:childTnLst>
                                    <p:anim calcmode="discrete" valueType="str">
                                      <p:cBhvr>
                                        <p:cTn id="43" dur="1000" fill="hold"/>
                                        <p:tgtEl>
                                          <p:spTgt spid="12"/>
                                        </p:tgtEl>
                                        <p:attrNameLst>
                                          <p:attrName>style.visibility</p:attrName>
                                        </p:attrNameLst>
                                      </p:cBhvr>
                                      <p:tavLst>
                                        <p:tav tm="0">
                                          <p:val>
                                            <p:strVal val="hidden"/>
                                          </p:val>
                                        </p:tav>
                                        <p:tav tm="50000">
                                          <p:val>
                                            <p:strVal val="visible"/>
                                          </p:val>
                                        </p:tav>
                                      </p:tavLst>
                                    </p:anim>
                                  </p:childTnLst>
                                  <p:subTnLst>
                                    <p:set>
                                      <p:cBhvr override="childStyle">
                                        <p:cTn dur="1" fill="hold" display="0" masterRel="nextClick" afterEffect="1"/>
                                        <p:tgtEl>
                                          <p:spTgt spid="12"/>
                                        </p:tgtEl>
                                        <p:attrNameLst>
                                          <p:attrName>style.visibility</p:attrName>
                                        </p:attrNameLst>
                                      </p:cBhvr>
                                      <p:to>
                                        <p:strVal val="hidden"/>
                                      </p:to>
                                    </p:set>
                                  </p:sub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3"/>
                                        </p:tgtEl>
                                        <p:attrNameLst>
                                          <p:attrName>style.visibility</p:attrName>
                                        </p:attrNameLst>
                                      </p:cBhvr>
                                      <p:to>
                                        <p:strVal val="visible"/>
                                      </p:to>
                                    </p:set>
                                  </p:childTnLst>
                                </p:cTn>
                              </p:par>
                            </p:childTnLst>
                          </p:cTn>
                        </p:par>
                        <p:par>
                          <p:cTn id="48" fill="hold">
                            <p:stCondLst>
                              <p:cond delay="0"/>
                            </p:stCondLst>
                            <p:childTnLst>
                              <p:par>
                                <p:cTn id="49" presetID="35" presetClass="emph" presetSubtype="0" repeatCount="2000" fill="hold" grpId="1" nodeType="afterEffect">
                                  <p:stCondLst>
                                    <p:cond delay="0"/>
                                  </p:stCondLst>
                                  <p:childTnLst>
                                    <p:anim calcmode="discrete" valueType="str">
                                      <p:cBhvr>
                                        <p:cTn id="50" dur="1000" fill="hold"/>
                                        <p:tgtEl>
                                          <p:spTgt spid="13"/>
                                        </p:tgtEl>
                                        <p:attrNameLst>
                                          <p:attrName>style.visibility</p:attrName>
                                        </p:attrNameLst>
                                      </p:cBhvr>
                                      <p:tavLst>
                                        <p:tav tm="0">
                                          <p:val>
                                            <p:strVal val="hidden"/>
                                          </p:val>
                                        </p:tav>
                                        <p:tav tm="50000">
                                          <p:val>
                                            <p:strVal val="visible"/>
                                          </p:val>
                                        </p:tav>
                                      </p:tavLst>
                                    </p:anim>
                                  </p:childTnLst>
                                  <p:subTnLst>
                                    <p:set>
                                      <p:cBhvr override="childStyle">
                                        <p:cTn dur="1" fill="hold" display="0" masterRel="nextClick" afterEffect="1"/>
                                        <p:tgtEl>
                                          <p:spTgt spid="13"/>
                                        </p:tgtEl>
                                        <p:attrNameLst>
                                          <p:attrName>style.visibility</p:attrName>
                                        </p:attrNameLst>
                                      </p:cBhvr>
                                      <p:to>
                                        <p:strVal val="hidden"/>
                                      </p:to>
                                    </p:set>
                                  </p:sub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14"/>
                                        </p:tgtEl>
                                        <p:attrNameLst>
                                          <p:attrName>style.visibility</p:attrName>
                                        </p:attrNameLst>
                                      </p:cBhvr>
                                      <p:to>
                                        <p:strVal val="visible"/>
                                      </p:to>
                                    </p:set>
                                  </p:childTnLst>
                                </p:cTn>
                              </p:par>
                            </p:childTnLst>
                          </p:cTn>
                        </p:par>
                        <p:par>
                          <p:cTn id="55" fill="hold">
                            <p:stCondLst>
                              <p:cond delay="0"/>
                            </p:stCondLst>
                            <p:childTnLst>
                              <p:par>
                                <p:cTn id="56" presetID="35" presetClass="emph" presetSubtype="0" repeatCount="2000" fill="hold" nodeType="afterEffect">
                                  <p:stCondLst>
                                    <p:cond delay="0"/>
                                  </p:stCondLst>
                                  <p:childTnLst>
                                    <p:anim calcmode="discrete" valueType="str">
                                      <p:cBhvr>
                                        <p:cTn id="57" dur="1000" fill="hold"/>
                                        <p:tgtEl>
                                          <p:spTgt spid="14"/>
                                        </p:tgtEl>
                                        <p:attrNameLst>
                                          <p:attrName>style.visibility</p:attrName>
                                        </p:attrNameLst>
                                      </p:cBhvr>
                                      <p:tavLst>
                                        <p:tav tm="0">
                                          <p:val>
                                            <p:strVal val="hidden"/>
                                          </p:val>
                                        </p:tav>
                                        <p:tav tm="50000">
                                          <p:val>
                                            <p:strVal val="visible"/>
                                          </p:val>
                                        </p:tav>
                                      </p:tavLst>
                                    </p:anim>
                                  </p:childTnLst>
                                  <p:subTnLst>
                                    <p:set>
                                      <p:cBhvr override="childStyle">
                                        <p:cTn dur="1" fill="hold" display="0" masterRel="nextClick" afterEffect="1"/>
                                        <p:tgtEl>
                                          <p:spTgt spid="14"/>
                                        </p:tgtEl>
                                        <p:attrNameLst>
                                          <p:attrName>style.visibility</p:attrName>
                                        </p:attrNameLst>
                                      </p:cBhvr>
                                      <p:to>
                                        <p:strVal val="hidden"/>
                                      </p:to>
                                    </p:set>
                                  </p:subTnLst>
                                </p:cTn>
                              </p:par>
                            </p:childTnLst>
                          </p:cTn>
                        </p:par>
                      </p:childTnLst>
                    </p:cTn>
                  </p:par>
                  <p:par>
                    <p:cTn id="58" fill="hold">
                      <p:stCondLst>
                        <p:cond delay="indefinite"/>
                      </p:stCondLst>
                      <p:childTnLst>
                        <p:par>
                          <p:cTn id="59" fill="hold">
                            <p:stCondLst>
                              <p:cond delay="0"/>
                            </p:stCondLst>
                            <p:childTnLst>
                              <p:par>
                                <p:cTn id="60" presetID="22" presetClass="entr" presetSubtype="2" fill="hold" nodeType="clickEffect">
                                  <p:stCondLst>
                                    <p:cond delay="0"/>
                                  </p:stCondLst>
                                  <p:childTnLst>
                                    <p:set>
                                      <p:cBhvr>
                                        <p:cTn id="61" dur="1" fill="hold">
                                          <p:stCondLst>
                                            <p:cond delay="0"/>
                                          </p:stCondLst>
                                        </p:cTn>
                                        <p:tgtEl>
                                          <p:spTgt spid="25"/>
                                        </p:tgtEl>
                                        <p:attrNameLst>
                                          <p:attrName>style.visibility</p:attrName>
                                        </p:attrNameLst>
                                      </p:cBhvr>
                                      <p:to>
                                        <p:strVal val="visible"/>
                                      </p:to>
                                    </p:set>
                                    <p:animEffect transition="in" filter="wipe(right)">
                                      <p:cBhvr>
                                        <p:cTn id="62" dur="500"/>
                                        <p:tgtEl>
                                          <p:spTgt spid="25"/>
                                        </p:tgtEl>
                                      </p:cBhvr>
                                    </p:animEffect>
                                  </p:childTnLst>
                                  <p:subTnLst>
                                    <p:set>
                                      <p:cBhvr override="childStyle">
                                        <p:cTn dur="1" fill="hold" display="0" masterRel="nextClick" afterEffect="1"/>
                                        <p:tgtEl>
                                          <p:spTgt spid="25"/>
                                        </p:tgtEl>
                                        <p:attrNameLst>
                                          <p:attrName>style.visibility</p:attrName>
                                        </p:attrNameLst>
                                      </p:cBhvr>
                                      <p:to>
                                        <p:strVal val="hidden"/>
                                      </p:to>
                                    </p:set>
                                  </p:subTnLst>
                                </p:cTn>
                              </p:par>
                            </p:childTnLst>
                          </p:cTn>
                        </p:par>
                        <p:par>
                          <p:cTn id="63" fill="hold">
                            <p:stCondLst>
                              <p:cond delay="500"/>
                            </p:stCondLst>
                            <p:childTnLst>
                              <p:par>
                                <p:cTn id="64" presetID="1" presetClass="entr" presetSubtype="0" fill="hold" nodeType="afterEffect">
                                  <p:stCondLst>
                                    <p:cond delay="2000"/>
                                  </p:stCondLst>
                                  <p:childTnLst>
                                    <p:set>
                                      <p:cBhvr>
                                        <p:cTn id="65" dur="1" fill="hold">
                                          <p:stCondLst>
                                            <p:cond delay="0"/>
                                          </p:stCondLst>
                                        </p:cTn>
                                        <p:tgtEl>
                                          <p:spTgt spid="18"/>
                                        </p:tgtEl>
                                        <p:attrNameLst>
                                          <p:attrName>style.visibility</p:attrName>
                                        </p:attrNameLst>
                                      </p:cBhvr>
                                      <p:to>
                                        <p:strVal val="visible"/>
                                      </p:to>
                                    </p:set>
                                  </p:childTnLst>
                                </p:cTn>
                              </p:par>
                            </p:childTnLst>
                          </p:cTn>
                        </p:par>
                        <p:par>
                          <p:cTn id="66" fill="hold">
                            <p:stCondLst>
                              <p:cond delay="2500"/>
                            </p:stCondLst>
                            <p:childTnLst>
                              <p:par>
                                <p:cTn id="67" presetID="35" presetClass="emph" presetSubtype="0" repeatCount="2000" fill="hold" nodeType="afterEffect">
                                  <p:stCondLst>
                                    <p:cond delay="0"/>
                                  </p:stCondLst>
                                  <p:childTnLst>
                                    <p:anim calcmode="discrete" valueType="str">
                                      <p:cBhvr>
                                        <p:cTn id="68" dur="1000" fill="hold"/>
                                        <p:tgtEl>
                                          <p:spTgt spid="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67" grpId="0"/>
      <p:bldP spid="69" grpId="0"/>
      <p:bldP spid="71" grpId="0"/>
      <p:bldP spid="13" grpId="0" animBg="1"/>
      <p:bldP spid="13" grpId="1" animBg="1"/>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45145" y="1088764"/>
            <a:ext cx="8053710" cy="3244544"/>
          </a:xfrm>
          <a:prstGeom prst="roundRect">
            <a:avLst/>
          </a:prstGeom>
          <a:solidFill>
            <a:srgbClr val="C3E3F9"/>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 name="AutoShape 54"/>
          <p:cNvSpPr>
            <a:spLocks noChangeArrowheads="1"/>
          </p:cNvSpPr>
          <p:nvPr/>
        </p:nvSpPr>
        <p:spPr bwMode="auto">
          <a:xfrm rot="5400000">
            <a:off x="1301693" y="3407501"/>
            <a:ext cx="144795" cy="301338"/>
          </a:xfrm>
          <a:prstGeom prst="downArrow">
            <a:avLst>
              <a:gd name="adj1" fmla="val 50000"/>
              <a:gd name="adj2" fmla="val 48026"/>
            </a:avLst>
          </a:prstGeom>
          <a:solidFill>
            <a:srgbClr val="FFFF00"/>
          </a:solidFill>
          <a:ln w="9525">
            <a:solidFill>
              <a:srgbClr val="000099"/>
            </a:solidFill>
            <a:miter lim="800000"/>
            <a:headEnd/>
            <a:tailEnd/>
          </a:ln>
          <a:effectLst/>
        </p:spPr>
        <p:txBody>
          <a:bodyPr vert="eaVert" wrap="none" anchor="ctr"/>
          <a:lstStyle/>
          <a:p>
            <a:endParaRPr lang="zh-CN" altLang="en-US" sz="1200" b="1">
              <a:latin typeface="微软雅黑" pitchFamily="34" charset="-122"/>
              <a:ea typeface="微软雅黑" pitchFamily="34" charset="-122"/>
            </a:endParaRPr>
          </a:p>
        </p:txBody>
      </p:sp>
      <p:sp>
        <p:nvSpPr>
          <p:cNvPr id="9" name="Line 2"/>
          <p:cNvSpPr>
            <a:spLocks noChangeShapeType="1"/>
          </p:cNvSpPr>
          <p:nvPr/>
        </p:nvSpPr>
        <p:spPr bwMode="auto">
          <a:xfrm>
            <a:off x="3615552" y="1282988"/>
            <a:ext cx="2359107"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 name="Text Box 3"/>
          <p:cNvSpPr txBox="1">
            <a:spLocks noChangeArrowheads="1"/>
          </p:cNvSpPr>
          <p:nvPr/>
        </p:nvSpPr>
        <p:spPr bwMode="auto">
          <a:xfrm>
            <a:off x="4562910" y="1154053"/>
            <a:ext cx="636713"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 4 </a:t>
            </a:r>
            <a:r>
              <a:rPr kumimoji="1" lang="zh-CN" altLang="en-US" sz="1050" b="1" dirty="0">
                <a:solidFill>
                  <a:srgbClr val="0000FF"/>
                </a:solidFill>
                <a:latin typeface="微软雅黑" pitchFamily="34" charset="-122"/>
                <a:ea typeface="微软雅黑" pitchFamily="34" charset="-122"/>
              </a:rPr>
              <a:t>字节</a:t>
            </a:r>
          </a:p>
        </p:txBody>
      </p:sp>
      <p:sp>
        <p:nvSpPr>
          <p:cNvPr id="11" name="Rectangle 4"/>
          <p:cNvSpPr>
            <a:spLocks noChangeArrowheads="1"/>
          </p:cNvSpPr>
          <p:nvPr/>
        </p:nvSpPr>
        <p:spPr bwMode="auto">
          <a:xfrm>
            <a:off x="1512376" y="3367650"/>
            <a:ext cx="3756408" cy="388660"/>
          </a:xfrm>
          <a:prstGeom prst="rect">
            <a:avLst/>
          </a:prstGeom>
          <a:solidFill>
            <a:srgbClr val="FF66FF"/>
          </a:solidFill>
          <a:ln w="9525">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2" name="Line 5"/>
          <p:cNvSpPr>
            <a:spLocks noChangeShapeType="1"/>
          </p:cNvSpPr>
          <p:nvPr/>
        </p:nvSpPr>
        <p:spPr bwMode="auto">
          <a:xfrm flipV="1">
            <a:off x="2788939" y="3227402"/>
            <a:ext cx="2475717"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3" name="Text Box 6"/>
          <p:cNvSpPr txBox="1">
            <a:spLocks noChangeArrowheads="1"/>
          </p:cNvSpPr>
          <p:nvPr/>
        </p:nvSpPr>
        <p:spPr bwMode="auto">
          <a:xfrm>
            <a:off x="3619680" y="3105988"/>
            <a:ext cx="747320"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RIP </a:t>
            </a:r>
            <a:r>
              <a:rPr kumimoji="1" lang="zh-CN" altLang="en-US" sz="1050" b="1" dirty="0">
                <a:solidFill>
                  <a:srgbClr val="0000FF"/>
                </a:solidFill>
                <a:latin typeface="微软雅黑" pitchFamily="34" charset="-122"/>
                <a:ea typeface="微软雅黑" pitchFamily="34" charset="-122"/>
              </a:rPr>
              <a:t>报文</a:t>
            </a:r>
          </a:p>
        </p:txBody>
      </p:sp>
      <p:sp>
        <p:nvSpPr>
          <p:cNvPr id="14" name="Freeform 8"/>
          <p:cNvSpPr>
            <a:spLocks/>
          </p:cNvSpPr>
          <p:nvPr/>
        </p:nvSpPr>
        <p:spPr bwMode="auto">
          <a:xfrm>
            <a:off x="3243006" y="2601226"/>
            <a:ext cx="2786623" cy="125958"/>
          </a:xfrm>
          <a:custGeom>
            <a:avLst/>
            <a:gdLst>
              <a:gd name="T0" fmla="*/ 306 w 2328"/>
              <a:gd name="T1" fmla="*/ 6 h 204"/>
              <a:gd name="T2" fmla="*/ 2328 w 2328"/>
              <a:gd name="T3" fmla="*/ 0 h 204"/>
              <a:gd name="T4" fmla="*/ 1716 w 2328"/>
              <a:gd name="T5" fmla="*/ 204 h 204"/>
              <a:gd name="T6" fmla="*/ 0 w 2328"/>
              <a:gd name="T7" fmla="*/ 204 h 204"/>
              <a:gd name="T8" fmla="*/ 306 w 2328"/>
              <a:gd name="T9" fmla="*/ 6 h 204"/>
            </a:gdLst>
            <a:ahLst/>
            <a:cxnLst>
              <a:cxn ang="0">
                <a:pos x="T0" y="T1"/>
              </a:cxn>
              <a:cxn ang="0">
                <a:pos x="T2" y="T3"/>
              </a:cxn>
              <a:cxn ang="0">
                <a:pos x="T4" y="T5"/>
              </a:cxn>
              <a:cxn ang="0">
                <a:pos x="T6" y="T7"/>
              </a:cxn>
              <a:cxn ang="0">
                <a:pos x="T8" y="T9"/>
              </a:cxn>
            </a:cxnLst>
            <a:rect l="0" t="0" r="r" b="b"/>
            <a:pathLst>
              <a:path w="2328" h="204">
                <a:moveTo>
                  <a:pt x="306" y="6"/>
                </a:moveTo>
                <a:lnTo>
                  <a:pt x="2328" y="0"/>
                </a:lnTo>
                <a:lnTo>
                  <a:pt x="1716" y="204"/>
                </a:lnTo>
                <a:lnTo>
                  <a:pt x="0" y="204"/>
                </a:lnTo>
                <a:lnTo>
                  <a:pt x="306" y="6"/>
                </a:lnTo>
                <a:close/>
              </a:path>
            </a:pathLst>
          </a:custGeom>
          <a:gradFill>
            <a:gsLst>
              <a:gs pos="0">
                <a:srgbClr val="3399FF"/>
              </a:gs>
              <a:gs pos="100000">
                <a:srgbClr val="00FF99"/>
              </a:gs>
            </a:gsLst>
            <a:lin ang="16200000" scaled="1"/>
          </a:gradFill>
          <a:ln>
            <a:noFill/>
          </a:ln>
          <a:effectLst/>
        </p:spPr>
        <p:txBody>
          <a:bodyPr/>
          <a:lstStyle/>
          <a:p>
            <a:endParaRPr lang="zh-CN" altLang="en-US" sz="1200" b="1">
              <a:latin typeface="微软雅黑" pitchFamily="34" charset="-122"/>
              <a:ea typeface="微软雅黑" pitchFamily="34" charset="-122"/>
            </a:endParaRPr>
          </a:p>
        </p:txBody>
      </p:sp>
      <p:sp>
        <p:nvSpPr>
          <p:cNvPr id="16" name="Line 10"/>
          <p:cNvSpPr>
            <a:spLocks noChangeShapeType="1"/>
          </p:cNvSpPr>
          <p:nvPr/>
        </p:nvSpPr>
        <p:spPr bwMode="auto">
          <a:xfrm>
            <a:off x="2285328" y="3900760"/>
            <a:ext cx="2975200"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 name="Rectangle 12"/>
          <p:cNvSpPr>
            <a:spLocks noChangeArrowheads="1"/>
          </p:cNvSpPr>
          <p:nvPr/>
        </p:nvSpPr>
        <p:spPr bwMode="auto">
          <a:xfrm>
            <a:off x="2764168" y="2743379"/>
            <a:ext cx="2496361" cy="372466"/>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 name="Freeform 13"/>
          <p:cNvSpPr>
            <a:spLocks/>
          </p:cNvSpPr>
          <p:nvPr/>
        </p:nvSpPr>
        <p:spPr bwMode="auto">
          <a:xfrm>
            <a:off x="984002" y="2157317"/>
            <a:ext cx="2343627" cy="586062"/>
          </a:xfrm>
          <a:custGeom>
            <a:avLst/>
            <a:gdLst>
              <a:gd name="T0" fmla="*/ 0 w 1992"/>
              <a:gd name="T1" fmla="*/ 12 h 612"/>
              <a:gd name="T2" fmla="*/ 1992 w 1992"/>
              <a:gd name="T3" fmla="*/ 0 h 612"/>
              <a:gd name="T4" fmla="*/ 1890 w 1992"/>
              <a:gd name="T5" fmla="*/ 606 h 612"/>
              <a:gd name="T6" fmla="*/ 1506 w 1992"/>
              <a:gd name="T7" fmla="*/ 612 h 612"/>
              <a:gd name="T8" fmla="*/ 0 w 1992"/>
              <a:gd name="T9" fmla="*/ 12 h 612"/>
            </a:gdLst>
            <a:ahLst/>
            <a:cxnLst>
              <a:cxn ang="0">
                <a:pos x="T0" y="T1"/>
              </a:cxn>
              <a:cxn ang="0">
                <a:pos x="T2" y="T3"/>
              </a:cxn>
              <a:cxn ang="0">
                <a:pos x="T4" y="T5"/>
              </a:cxn>
              <a:cxn ang="0">
                <a:pos x="T6" y="T7"/>
              </a:cxn>
              <a:cxn ang="0">
                <a:pos x="T8" y="T9"/>
              </a:cxn>
            </a:cxnLst>
            <a:rect l="0" t="0" r="r" b="b"/>
            <a:pathLst>
              <a:path w="1992" h="612">
                <a:moveTo>
                  <a:pt x="0" y="12"/>
                </a:moveTo>
                <a:lnTo>
                  <a:pt x="1992" y="0"/>
                </a:lnTo>
                <a:lnTo>
                  <a:pt x="1890" y="606"/>
                </a:lnTo>
                <a:lnTo>
                  <a:pt x="1506" y="612"/>
                </a:lnTo>
                <a:lnTo>
                  <a:pt x="0" y="12"/>
                </a:lnTo>
                <a:close/>
              </a:path>
            </a:pathLst>
          </a:custGeom>
          <a:gradFill>
            <a:gsLst>
              <a:gs pos="0">
                <a:srgbClr val="0000FF"/>
              </a:gs>
              <a:gs pos="100000">
                <a:srgbClr val="00FFFF"/>
              </a:gs>
            </a:gsLst>
            <a:lin ang="16200000" scaled="1"/>
          </a:gradFill>
          <a:ln>
            <a:noFill/>
          </a:ln>
          <a:effectLst/>
        </p:spPr>
        <p:txBody>
          <a:bodyPr/>
          <a:lstStyle/>
          <a:p>
            <a:endParaRPr lang="zh-CN" altLang="en-US" sz="1200" b="1">
              <a:latin typeface="微软雅黑" pitchFamily="34" charset="-122"/>
              <a:ea typeface="微软雅黑" pitchFamily="34" charset="-122"/>
            </a:endParaRPr>
          </a:p>
        </p:txBody>
      </p:sp>
      <p:sp>
        <p:nvSpPr>
          <p:cNvPr id="20" name="Rectangle 14"/>
          <p:cNvSpPr>
            <a:spLocks noChangeArrowheads="1"/>
          </p:cNvSpPr>
          <p:nvPr/>
        </p:nvSpPr>
        <p:spPr bwMode="auto">
          <a:xfrm>
            <a:off x="2764168" y="2735758"/>
            <a:ext cx="2504616" cy="387707"/>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1" name="Line 15"/>
          <p:cNvSpPr>
            <a:spLocks noChangeShapeType="1"/>
          </p:cNvSpPr>
          <p:nvPr/>
        </p:nvSpPr>
        <p:spPr bwMode="auto">
          <a:xfrm>
            <a:off x="1512375" y="3733186"/>
            <a:ext cx="0" cy="411193"/>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2" name="Rectangle 16"/>
          <p:cNvSpPr>
            <a:spLocks noChangeArrowheads="1"/>
          </p:cNvSpPr>
          <p:nvPr/>
        </p:nvSpPr>
        <p:spPr bwMode="auto">
          <a:xfrm>
            <a:off x="3390581" y="3849403"/>
            <a:ext cx="930846" cy="16765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3" name="Line 17"/>
          <p:cNvSpPr>
            <a:spLocks noChangeShapeType="1"/>
          </p:cNvSpPr>
          <p:nvPr/>
        </p:nvSpPr>
        <p:spPr bwMode="auto">
          <a:xfrm>
            <a:off x="1512376" y="4110059"/>
            <a:ext cx="3756408"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4" name="Text Box 18"/>
          <p:cNvSpPr txBox="1">
            <a:spLocks noChangeArrowheads="1"/>
          </p:cNvSpPr>
          <p:nvPr/>
        </p:nvSpPr>
        <p:spPr bwMode="auto">
          <a:xfrm>
            <a:off x="2400056" y="3986696"/>
            <a:ext cx="790601"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IP </a:t>
            </a:r>
            <a:r>
              <a:rPr kumimoji="1" lang="zh-CN" altLang="en-US" sz="1050" b="1" dirty="0">
                <a:solidFill>
                  <a:srgbClr val="0000FF"/>
                </a:solidFill>
                <a:latin typeface="微软雅黑" pitchFamily="34" charset="-122"/>
                <a:ea typeface="微软雅黑" pitchFamily="34" charset="-122"/>
              </a:rPr>
              <a:t>数据报</a:t>
            </a:r>
          </a:p>
        </p:txBody>
      </p:sp>
      <p:sp>
        <p:nvSpPr>
          <p:cNvPr id="34" name="Rectangle 28"/>
          <p:cNvSpPr>
            <a:spLocks noChangeArrowheads="1"/>
          </p:cNvSpPr>
          <p:nvPr/>
        </p:nvSpPr>
        <p:spPr bwMode="auto">
          <a:xfrm>
            <a:off x="2764168" y="3375271"/>
            <a:ext cx="2496361" cy="37341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5" name="Line 29"/>
          <p:cNvSpPr>
            <a:spLocks noChangeShapeType="1"/>
          </p:cNvSpPr>
          <p:nvPr/>
        </p:nvSpPr>
        <p:spPr bwMode="auto">
          <a:xfrm>
            <a:off x="2294617" y="3367650"/>
            <a:ext cx="0" cy="3886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6" name="Text Box 30"/>
          <p:cNvSpPr txBox="1">
            <a:spLocks noChangeArrowheads="1"/>
          </p:cNvSpPr>
          <p:nvPr/>
        </p:nvSpPr>
        <p:spPr bwMode="auto">
          <a:xfrm>
            <a:off x="1675429" y="3369847"/>
            <a:ext cx="492443" cy="4247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200" b="1" dirty="0">
                <a:latin typeface="微软雅黑" pitchFamily="34" charset="-122"/>
                <a:ea typeface="微软雅黑" pitchFamily="34" charset="-122"/>
              </a:rPr>
              <a:t>  IP </a:t>
            </a:r>
          </a:p>
          <a:p>
            <a:pPr>
              <a:lnSpc>
                <a:spcPct val="90000"/>
              </a:lnSpc>
            </a:pPr>
            <a:r>
              <a:rPr kumimoji="1" lang="zh-CN" altLang="en-US" sz="1200" b="1" dirty="0">
                <a:latin typeface="微软雅黑" pitchFamily="34" charset="-122"/>
                <a:ea typeface="微软雅黑" pitchFamily="34" charset="-122"/>
              </a:rPr>
              <a:t>首部</a:t>
            </a:r>
          </a:p>
        </p:txBody>
      </p:sp>
      <p:sp>
        <p:nvSpPr>
          <p:cNvPr id="37" name="AutoShape 32"/>
          <p:cNvSpPr>
            <a:spLocks noChangeArrowheads="1"/>
          </p:cNvSpPr>
          <p:nvPr/>
        </p:nvSpPr>
        <p:spPr bwMode="auto">
          <a:xfrm>
            <a:off x="3883984" y="3310367"/>
            <a:ext cx="125648" cy="237949"/>
          </a:xfrm>
          <a:prstGeom prst="downArrow">
            <a:avLst>
              <a:gd name="adj1" fmla="val 50000"/>
              <a:gd name="adj2" fmla="val 48026"/>
            </a:avLst>
          </a:prstGeom>
          <a:solidFill>
            <a:srgbClr val="FFFF00"/>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200" b="1">
              <a:latin typeface="微软雅黑" pitchFamily="34" charset="-122"/>
              <a:ea typeface="微软雅黑" pitchFamily="34" charset="-122"/>
            </a:endParaRPr>
          </a:p>
        </p:txBody>
      </p:sp>
      <p:sp>
        <p:nvSpPr>
          <p:cNvPr id="38" name="Text Box 33"/>
          <p:cNvSpPr txBox="1">
            <a:spLocks noChangeArrowheads="1"/>
          </p:cNvSpPr>
          <p:nvPr/>
        </p:nvSpPr>
        <p:spPr bwMode="auto">
          <a:xfrm>
            <a:off x="2281998" y="3369847"/>
            <a:ext cx="574196" cy="4247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200" b="1" dirty="0">
                <a:latin typeface="微软雅黑" pitchFamily="34" charset="-122"/>
                <a:ea typeface="微软雅黑" pitchFamily="34" charset="-122"/>
              </a:rPr>
              <a:t>UDP </a:t>
            </a:r>
          </a:p>
          <a:p>
            <a:pPr>
              <a:lnSpc>
                <a:spcPct val="90000"/>
              </a:lnSpc>
            </a:pPr>
            <a:r>
              <a:rPr kumimoji="1" lang="zh-CN" altLang="en-US" sz="1200" b="1" dirty="0">
                <a:latin typeface="微软雅黑" pitchFamily="34" charset="-122"/>
                <a:ea typeface="微软雅黑" pitchFamily="34" charset="-122"/>
              </a:rPr>
              <a:t>首部</a:t>
            </a:r>
          </a:p>
        </p:txBody>
      </p:sp>
      <p:sp>
        <p:nvSpPr>
          <p:cNvPr id="39" name="Line 34"/>
          <p:cNvSpPr>
            <a:spLocks noChangeShapeType="1"/>
          </p:cNvSpPr>
          <p:nvPr/>
        </p:nvSpPr>
        <p:spPr bwMode="auto">
          <a:xfrm>
            <a:off x="2764168" y="3375271"/>
            <a:ext cx="0" cy="38770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1" name="Line 36"/>
          <p:cNvSpPr>
            <a:spLocks noChangeShapeType="1"/>
          </p:cNvSpPr>
          <p:nvPr/>
        </p:nvSpPr>
        <p:spPr bwMode="auto">
          <a:xfrm>
            <a:off x="3205855" y="2733853"/>
            <a:ext cx="0" cy="38770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2" name="Line 37"/>
          <p:cNvSpPr>
            <a:spLocks noChangeShapeType="1"/>
          </p:cNvSpPr>
          <p:nvPr/>
        </p:nvSpPr>
        <p:spPr bwMode="auto">
          <a:xfrm>
            <a:off x="2764168" y="3115874"/>
            <a:ext cx="0" cy="193378"/>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Line 38"/>
          <p:cNvSpPr>
            <a:spLocks noChangeShapeType="1"/>
          </p:cNvSpPr>
          <p:nvPr/>
        </p:nvSpPr>
        <p:spPr bwMode="auto">
          <a:xfrm>
            <a:off x="5269853" y="3097775"/>
            <a:ext cx="0" cy="193377"/>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4" name="Text Box 40"/>
          <p:cNvSpPr txBox="1">
            <a:spLocks noChangeArrowheads="1"/>
          </p:cNvSpPr>
          <p:nvPr/>
        </p:nvSpPr>
        <p:spPr bwMode="auto">
          <a:xfrm>
            <a:off x="3766221" y="2800711"/>
            <a:ext cx="800219"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路由部分</a:t>
            </a:r>
          </a:p>
        </p:txBody>
      </p:sp>
      <p:sp>
        <p:nvSpPr>
          <p:cNvPr id="45" name="Line 47"/>
          <p:cNvSpPr>
            <a:spLocks noChangeShapeType="1"/>
          </p:cNvSpPr>
          <p:nvPr/>
        </p:nvSpPr>
        <p:spPr bwMode="auto">
          <a:xfrm>
            <a:off x="990194" y="1801498"/>
            <a:ext cx="2358074" cy="0"/>
          </a:xfrm>
          <a:prstGeom prst="line">
            <a:avLst/>
          </a:prstGeom>
          <a:noFill/>
          <a:ln w="19050">
            <a:solidFill>
              <a:srgbClr val="0070C0"/>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6" name="Text Box 48"/>
          <p:cNvSpPr txBox="1">
            <a:spLocks noChangeArrowheads="1"/>
          </p:cNvSpPr>
          <p:nvPr/>
        </p:nvSpPr>
        <p:spPr bwMode="auto">
          <a:xfrm>
            <a:off x="1936519" y="1672563"/>
            <a:ext cx="636713" cy="261610"/>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 4 </a:t>
            </a:r>
            <a:r>
              <a:rPr kumimoji="1" lang="zh-CN" altLang="en-US" sz="1050" b="1" dirty="0">
                <a:solidFill>
                  <a:srgbClr val="0000FF"/>
                </a:solidFill>
                <a:latin typeface="微软雅黑" pitchFamily="34" charset="-122"/>
                <a:ea typeface="微软雅黑" pitchFamily="34" charset="-122"/>
              </a:rPr>
              <a:t>字节</a:t>
            </a:r>
          </a:p>
        </p:txBody>
      </p:sp>
      <p:grpSp>
        <p:nvGrpSpPr>
          <p:cNvPr id="4" name="组合 3">
            <a:extLst>
              <a:ext uri="{FF2B5EF4-FFF2-40B4-BE49-F238E27FC236}">
                <a16:creationId xmlns:a16="http://schemas.microsoft.com/office/drawing/2014/main" id="{B590B038-9BE7-5BEE-F5E0-9D4BF092851B}"/>
              </a:ext>
            </a:extLst>
          </p:cNvPr>
          <p:cNvGrpSpPr/>
          <p:nvPr/>
        </p:nvGrpSpPr>
        <p:grpSpPr>
          <a:xfrm>
            <a:off x="3609360" y="1346656"/>
            <a:ext cx="2393161" cy="1277226"/>
            <a:chOff x="3609360" y="1346656"/>
            <a:chExt cx="2393161" cy="1277226"/>
          </a:xfrm>
        </p:grpSpPr>
        <p:sp>
          <p:nvSpPr>
            <p:cNvPr id="15" name="Rectangle 9"/>
            <p:cNvSpPr>
              <a:spLocks noChangeArrowheads="1"/>
            </p:cNvSpPr>
            <p:nvPr/>
          </p:nvSpPr>
          <p:spPr bwMode="auto">
            <a:xfrm>
              <a:off x="3609360" y="1384759"/>
              <a:ext cx="2385938" cy="1216467"/>
            </a:xfrm>
            <a:prstGeom prst="rect">
              <a:avLst/>
            </a:prstGeom>
            <a:solidFill>
              <a:srgbClr val="99FFCC"/>
            </a:solidFill>
            <a:ln w="1270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25" name="Line 19"/>
            <p:cNvSpPr>
              <a:spLocks noChangeShapeType="1"/>
            </p:cNvSpPr>
            <p:nvPr/>
          </p:nvSpPr>
          <p:spPr bwMode="auto">
            <a:xfrm>
              <a:off x="3616583" y="1618146"/>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6" name="Line 20"/>
            <p:cNvSpPr>
              <a:spLocks noChangeShapeType="1"/>
            </p:cNvSpPr>
            <p:nvPr/>
          </p:nvSpPr>
          <p:spPr bwMode="auto">
            <a:xfrm>
              <a:off x="3616583" y="1872489"/>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7" name="Line 21"/>
            <p:cNvSpPr>
              <a:spLocks noChangeShapeType="1"/>
            </p:cNvSpPr>
            <p:nvPr/>
          </p:nvSpPr>
          <p:spPr bwMode="auto">
            <a:xfrm>
              <a:off x="3616583" y="2114449"/>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8" name="Line 22"/>
            <p:cNvSpPr>
              <a:spLocks noChangeShapeType="1"/>
            </p:cNvSpPr>
            <p:nvPr/>
          </p:nvSpPr>
          <p:spPr bwMode="auto">
            <a:xfrm>
              <a:off x="3616583" y="2344977"/>
              <a:ext cx="23859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9" name="Line 23"/>
            <p:cNvSpPr>
              <a:spLocks noChangeShapeType="1"/>
            </p:cNvSpPr>
            <p:nvPr/>
          </p:nvSpPr>
          <p:spPr bwMode="auto">
            <a:xfrm rot="5400000" flipH="1">
              <a:off x="4690954" y="1510979"/>
              <a:ext cx="23719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0" name="Text Box 24"/>
            <p:cNvSpPr txBox="1">
              <a:spLocks noChangeArrowheads="1"/>
            </p:cNvSpPr>
            <p:nvPr/>
          </p:nvSpPr>
          <p:spPr bwMode="auto">
            <a:xfrm>
              <a:off x="5086123" y="134665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路由标记</a:t>
              </a:r>
            </a:p>
          </p:txBody>
        </p:sp>
        <p:sp>
          <p:nvSpPr>
            <p:cNvPr id="31" name="Text Box 25"/>
            <p:cNvSpPr txBox="1">
              <a:spLocks noChangeArrowheads="1"/>
            </p:cNvSpPr>
            <p:nvPr/>
          </p:nvSpPr>
          <p:spPr bwMode="auto">
            <a:xfrm>
              <a:off x="4442167" y="1599095"/>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网络地址</a:t>
              </a:r>
            </a:p>
          </p:txBody>
        </p:sp>
        <p:sp>
          <p:nvSpPr>
            <p:cNvPr id="32" name="Text Box 26"/>
            <p:cNvSpPr txBox="1">
              <a:spLocks noChangeArrowheads="1"/>
            </p:cNvSpPr>
            <p:nvPr/>
          </p:nvSpPr>
          <p:spPr bwMode="auto">
            <a:xfrm>
              <a:off x="3730101" y="1358087"/>
              <a:ext cx="11079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地址族标识符</a:t>
              </a:r>
            </a:p>
          </p:txBody>
        </p:sp>
        <p:sp>
          <p:nvSpPr>
            <p:cNvPr id="33" name="Text Box 27"/>
            <p:cNvSpPr txBox="1">
              <a:spLocks noChangeArrowheads="1"/>
            </p:cNvSpPr>
            <p:nvPr/>
          </p:nvSpPr>
          <p:spPr bwMode="auto">
            <a:xfrm>
              <a:off x="4407081" y="2346883"/>
              <a:ext cx="100860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距离 </a:t>
              </a:r>
              <a:r>
                <a:rPr kumimoji="1" lang="en-US" altLang="zh-CN" sz="1200" b="1">
                  <a:latin typeface="微软雅黑" pitchFamily="34" charset="-122"/>
                  <a:ea typeface="微软雅黑" pitchFamily="34" charset="-122"/>
                </a:rPr>
                <a:t>(1-16)</a:t>
              </a:r>
            </a:p>
          </p:txBody>
        </p:sp>
        <p:sp>
          <p:nvSpPr>
            <p:cNvPr id="47" name="Text Box 49"/>
            <p:cNvSpPr txBox="1">
              <a:spLocks noChangeArrowheads="1"/>
            </p:cNvSpPr>
            <p:nvPr/>
          </p:nvSpPr>
          <p:spPr bwMode="auto">
            <a:xfrm>
              <a:off x="4442167" y="1858201"/>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子网掩码</a:t>
              </a:r>
            </a:p>
          </p:txBody>
        </p:sp>
        <p:sp>
          <p:nvSpPr>
            <p:cNvPr id="48" name="Text Box 50"/>
            <p:cNvSpPr txBox="1">
              <a:spLocks noChangeArrowheads="1"/>
            </p:cNvSpPr>
            <p:nvPr/>
          </p:nvSpPr>
          <p:spPr bwMode="auto">
            <a:xfrm>
              <a:off x="4186237" y="2087777"/>
              <a:ext cx="141577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下一跳路由器地址</a:t>
              </a:r>
            </a:p>
          </p:txBody>
        </p:sp>
      </p:grpSp>
      <p:sp>
        <p:nvSpPr>
          <p:cNvPr id="49" name="Text Box 51"/>
          <p:cNvSpPr txBox="1">
            <a:spLocks noChangeArrowheads="1"/>
          </p:cNvSpPr>
          <p:nvPr/>
        </p:nvSpPr>
        <p:spPr bwMode="auto">
          <a:xfrm>
            <a:off x="3225464" y="3789122"/>
            <a:ext cx="1196161" cy="253916"/>
          </a:xfrm>
          <a:prstGeom prst="rect">
            <a:avLst/>
          </a:prstGeom>
          <a:solidFill>
            <a:srgbClr val="C3E3F9"/>
          </a:solidFill>
          <a:ln>
            <a:noFill/>
          </a:ln>
          <a:effectLst/>
        </p:spPr>
        <p:txBody>
          <a:bodyPr wrap="none">
            <a:spAutoFit/>
          </a:bodyPr>
          <a:lstStyle/>
          <a:p>
            <a:r>
              <a:rPr kumimoji="1" lang="en-US" altLang="zh-CN" sz="1050" b="1" dirty="0">
                <a:solidFill>
                  <a:srgbClr val="0000FF"/>
                </a:solidFill>
                <a:latin typeface="微软雅黑" pitchFamily="34" charset="-122"/>
                <a:ea typeface="微软雅黑" pitchFamily="34" charset="-122"/>
              </a:rPr>
              <a:t>UDP </a:t>
            </a:r>
            <a:r>
              <a:rPr kumimoji="1" lang="zh-CN" altLang="en-US" sz="1050" b="1" dirty="0">
                <a:solidFill>
                  <a:srgbClr val="0000FF"/>
                </a:solidFill>
                <a:latin typeface="微软雅黑" pitchFamily="34" charset="-122"/>
                <a:ea typeface="微软雅黑" pitchFamily="34" charset="-122"/>
              </a:rPr>
              <a:t>用户数据报</a:t>
            </a:r>
          </a:p>
        </p:txBody>
      </p:sp>
      <p:sp>
        <p:nvSpPr>
          <p:cNvPr id="50" name="Line 52"/>
          <p:cNvSpPr>
            <a:spLocks noChangeShapeType="1"/>
          </p:cNvSpPr>
          <p:nvPr/>
        </p:nvSpPr>
        <p:spPr bwMode="auto">
          <a:xfrm>
            <a:off x="2296681" y="3733187"/>
            <a:ext cx="0" cy="200045"/>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2" name="矩形 51"/>
          <p:cNvSpPr/>
          <p:nvPr/>
        </p:nvSpPr>
        <p:spPr bwMode="auto">
          <a:xfrm>
            <a:off x="2764168" y="2743379"/>
            <a:ext cx="441687" cy="370561"/>
          </a:xfrm>
          <a:prstGeom prst="rect">
            <a:avLst/>
          </a:prstGeom>
          <a:solidFill>
            <a:srgbClr val="0000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200" b="0" i="0" u="none" strike="noStrike" cap="none" normalizeH="0" baseline="0">
              <a:ln>
                <a:noFill/>
              </a:ln>
              <a:effectLst/>
              <a:latin typeface="微软雅黑" pitchFamily="34" charset="-122"/>
              <a:ea typeface="微软雅黑" pitchFamily="34" charset="-122"/>
            </a:endParaRPr>
          </a:p>
        </p:txBody>
      </p:sp>
      <p:sp>
        <p:nvSpPr>
          <p:cNvPr id="53" name="Text Box 39"/>
          <p:cNvSpPr txBox="1">
            <a:spLocks noChangeArrowheads="1"/>
          </p:cNvSpPr>
          <p:nvPr/>
        </p:nvSpPr>
        <p:spPr bwMode="auto">
          <a:xfrm>
            <a:off x="2749184" y="2799710"/>
            <a:ext cx="492443"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首部</a:t>
            </a:r>
          </a:p>
        </p:txBody>
      </p:sp>
      <p:sp>
        <p:nvSpPr>
          <p:cNvPr id="54" name="Line 15"/>
          <p:cNvSpPr>
            <a:spLocks noChangeShapeType="1"/>
          </p:cNvSpPr>
          <p:nvPr/>
        </p:nvSpPr>
        <p:spPr bwMode="auto">
          <a:xfrm>
            <a:off x="5269853" y="3733186"/>
            <a:ext cx="0" cy="411193"/>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5" name="Rectangle 41"/>
          <p:cNvSpPr>
            <a:spLocks noChangeArrowheads="1"/>
          </p:cNvSpPr>
          <p:nvPr/>
        </p:nvSpPr>
        <p:spPr bwMode="auto">
          <a:xfrm>
            <a:off x="976778" y="1916309"/>
            <a:ext cx="2359107" cy="241007"/>
          </a:xfrm>
          <a:prstGeom prst="rect">
            <a:avLst/>
          </a:prstGeom>
          <a:solidFill>
            <a:srgbClr val="00FFFF"/>
          </a:solidFill>
          <a:ln w="1270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56" name="Line 42"/>
          <p:cNvSpPr>
            <a:spLocks noChangeShapeType="1"/>
          </p:cNvSpPr>
          <p:nvPr/>
        </p:nvSpPr>
        <p:spPr bwMode="auto">
          <a:xfrm rot="16200000">
            <a:off x="1444106" y="2038241"/>
            <a:ext cx="24386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7" name="Line 43"/>
          <p:cNvSpPr>
            <a:spLocks noChangeShapeType="1"/>
          </p:cNvSpPr>
          <p:nvPr/>
        </p:nvSpPr>
        <p:spPr bwMode="auto">
          <a:xfrm rot="16200000">
            <a:off x="2033923" y="2038718"/>
            <a:ext cx="24481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8" name="Text Box 44"/>
          <p:cNvSpPr txBox="1">
            <a:spLocks noChangeArrowheads="1"/>
          </p:cNvSpPr>
          <p:nvPr/>
        </p:nvSpPr>
        <p:spPr bwMode="auto">
          <a:xfrm>
            <a:off x="2458702" y="1915395"/>
            <a:ext cx="6335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必为 </a:t>
            </a:r>
            <a:r>
              <a:rPr kumimoji="1" lang="en-US" altLang="zh-CN" sz="1200" b="1">
                <a:latin typeface="微软雅黑" pitchFamily="34" charset="-122"/>
                <a:ea typeface="微软雅黑" pitchFamily="34" charset="-122"/>
              </a:rPr>
              <a:t>0</a:t>
            </a:r>
          </a:p>
        </p:txBody>
      </p:sp>
      <p:sp>
        <p:nvSpPr>
          <p:cNvPr id="59" name="Text Box 45"/>
          <p:cNvSpPr txBox="1">
            <a:spLocks noChangeArrowheads="1"/>
          </p:cNvSpPr>
          <p:nvPr/>
        </p:nvSpPr>
        <p:spPr bwMode="auto">
          <a:xfrm>
            <a:off x="1647565" y="1911584"/>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版本</a:t>
            </a:r>
          </a:p>
        </p:txBody>
      </p:sp>
      <p:sp>
        <p:nvSpPr>
          <p:cNvPr id="60" name="Text Box 46"/>
          <p:cNvSpPr txBox="1">
            <a:spLocks noChangeArrowheads="1"/>
          </p:cNvSpPr>
          <p:nvPr/>
        </p:nvSpPr>
        <p:spPr bwMode="auto">
          <a:xfrm>
            <a:off x="1046953" y="190491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命令</a:t>
            </a:r>
          </a:p>
        </p:txBody>
      </p:sp>
      <p:grpSp>
        <p:nvGrpSpPr>
          <p:cNvPr id="5" name="组合 4">
            <a:extLst>
              <a:ext uri="{FF2B5EF4-FFF2-40B4-BE49-F238E27FC236}">
                <a16:creationId xmlns:a16="http://schemas.microsoft.com/office/drawing/2014/main" id="{0CC46B6E-A183-ABE3-80A8-3C53D792BF6A}"/>
              </a:ext>
            </a:extLst>
          </p:cNvPr>
          <p:cNvGrpSpPr/>
          <p:nvPr/>
        </p:nvGrpSpPr>
        <p:grpSpPr>
          <a:xfrm>
            <a:off x="5974659" y="1395239"/>
            <a:ext cx="1673904" cy="2447871"/>
            <a:chOff x="5974659" y="1395239"/>
            <a:chExt cx="1673904" cy="2447871"/>
          </a:xfrm>
        </p:grpSpPr>
        <p:sp>
          <p:nvSpPr>
            <p:cNvPr id="17" name="Text Box 11"/>
            <p:cNvSpPr txBox="1">
              <a:spLocks noChangeArrowheads="1"/>
            </p:cNvSpPr>
            <p:nvPr/>
          </p:nvSpPr>
          <p:spPr bwMode="auto">
            <a:xfrm>
              <a:off x="5974659" y="3012113"/>
              <a:ext cx="1673904" cy="830997"/>
            </a:xfrm>
            <a:prstGeom prst="rect">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latin typeface="微软雅黑" pitchFamily="34" charset="-122"/>
                  <a:ea typeface="微软雅黑" pitchFamily="34" charset="-122"/>
                </a:rPr>
                <a:t>路由信息</a:t>
              </a:r>
            </a:p>
            <a:p>
              <a:pPr algn="ctr"/>
              <a:r>
                <a:rPr kumimoji="1" lang="zh-CN" altLang="en-US" sz="1200" b="1" dirty="0">
                  <a:latin typeface="微软雅黑" pitchFamily="34" charset="-122"/>
                  <a:ea typeface="微软雅黑" pitchFamily="34" charset="-122"/>
                </a:rPr>
                <a:t>（</a:t>
              </a:r>
              <a:r>
                <a:rPr kumimoji="1" lang="en-US" altLang="zh-CN" sz="1200" b="1" dirty="0">
                  <a:latin typeface="微软雅黑" pitchFamily="34" charset="-122"/>
                  <a:ea typeface="微软雅黑" pitchFamily="34" charset="-122"/>
                </a:rPr>
                <a:t>20 </a:t>
              </a:r>
              <a:r>
                <a:rPr kumimoji="1" lang="zh-CN" altLang="en-US" sz="1200" b="1" dirty="0">
                  <a:latin typeface="微软雅黑" pitchFamily="34" charset="-122"/>
                  <a:ea typeface="微软雅黑" pitchFamily="34" charset="-122"/>
                </a:rPr>
                <a:t>字节</a:t>
              </a:r>
              <a:r>
                <a:rPr kumimoji="1" lang="en-US" altLang="zh-CN" sz="1200" b="1" dirty="0">
                  <a:latin typeface="微软雅黑" pitchFamily="34" charset="-122"/>
                  <a:ea typeface="微软雅黑" pitchFamily="34" charset="-122"/>
                </a:rPr>
                <a:t>/</a:t>
              </a:r>
              <a:r>
                <a:rPr kumimoji="1" lang="zh-CN" altLang="en-US" sz="1200" b="1" dirty="0">
                  <a:latin typeface="微软雅黑" pitchFamily="34" charset="-122"/>
                  <a:ea typeface="微软雅黑" pitchFamily="34" charset="-122"/>
                </a:rPr>
                <a:t>路由）</a:t>
              </a:r>
            </a:p>
            <a:p>
              <a:pPr algn="ctr"/>
              <a:r>
                <a:rPr kumimoji="1" lang="zh-CN" altLang="en-US" sz="1200" b="1" dirty="0">
                  <a:latin typeface="微软雅黑" pitchFamily="34" charset="-122"/>
                  <a:ea typeface="微软雅黑" pitchFamily="34" charset="-122"/>
                </a:rPr>
                <a:t>可重复出现</a:t>
              </a:r>
            </a:p>
            <a:p>
              <a:pPr algn="ctr"/>
              <a:r>
                <a:rPr kumimoji="1" lang="zh-CN" altLang="en-US" sz="1200" b="1" dirty="0">
                  <a:latin typeface="微软雅黑" pitchFamily="34" charset="-122"/>
                  <a:ea typeface="微软雅黑" pitchFamily="34" charset="-122"/>
                </a:rPr>
                <a:t>最多 </a:t>
              </a:r>
              <a:r>
                <a:rPr kumimoji="1" lang="en-US" altLang="zh-CN" sz="1200" b="1" dirty="0">
                  <a:latin typeface="微软雅黑" pitchFamily="34" charset="-122"/>
                  <a:ea typeface="微软雅黑" pitchFamily="34" charset="-122"/>
                </a:rPr>
                <a:t>25 </a:t>
              </a:r>
              <a:r>
                <a:rPr kumimoji="1" lang="zh-CN" altLang="en-US" sz="1200" b="1" dirty="0">
                  <a:latin typeface="微软雅黑" pitchFamily="34" charset="-122"/>
                  <a:ea typeface="微软雅黑" pitchFamily="34" charset="-122"/>
                </a:rPr>
                <a:t>个</a:t>
              </a:r>
            </a:p>
          </p:txBody>
        </p:sp>
        <p:sp>
          <p:nvSpPr>
            <p:cNvPr id="40" name="AutoShape 35"/>
            <p:cNvSpPr>
              <a:spLocks/>
            </p:cNvSpPr>
            <p:nvPr/>
          </p:nvSpPr>
          <p:spPr bwMode="auto">
            <a:xfrm>
              <a:off x="6029629" y="1395239"/>
              <a:ext cx="159957" cy="1185983"/>
            </a:xfrm>
            <a:prstGeom prst="rightBrace">
              <a:avLst>
                <a:gd name="adj1" fmla="val 66936"/>
                <a:gd name="adj2" fmla="val 50000"/>
              </a:avLst>
            </a:prstGeom>
            <a:noFill/>
            <a:ln w="19050">
              <a:solidFill>
                <a:srgbClr val="0070C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cxnSp>
          <p:nvCxnSpPr>
            <p:cNvPr id="63" name="肘形连接符 62"/>
            <p:cNvCxnSpPr/>
            <p:nvPr/>
          </p:nvCxnSpPr>
          <p:spPr>
            <a:xfrm rot="16200000" flipH="1">
              <a:off x="5960690" y="2217125"/>
              <a:ext cx="1023883" cy="566091"/>
            </a:xfrm>
            <a:prstGeom prst="bentConnector3">
              <a:avLst/>
            </a:prstGeom>
            <a:ln w="12700">
              <a:solidFill>
                <a:srgbClr val="0070C0"/>
              </a:solidFill>
            </a:ln>
          </p:spPr>
          <p:style>
            <a:lnRef idx="1">
              <a:schemeClr val="accent1"/>
            </a:lnRef>
            <a:fillRef idx="0">
              <a:schemeClr val="accent1"/>
            </a:fillRef>
            <a:effectRef idx="0">
              <a:schemeClr val="accent1"/>
            </a:effectRef>
            <a:fontRef idx="minor">
              <a:schemeClr val="tx1"/>
            </a:fontRef>
          </p:style>
        </p:cxnSp>
      </p:grpSp>
      <p:sp>
        <p:nvSpPr>
          <p:cNvPr id="2" name="矩形 1"/>
          <p:cNvSpPr/>
          <p:nvPr/>
        </p:nvSpPr>
        <p:spPr>
          <a:xfrm>
            <a:off x="6341744" y="1253822"/>
            <a:ext cx="2036373" cy="1077218"/>
          </a:xfrm>
          <a:prstGeom prst="rect">
            <a:avLst/>
          </a:prstGeom>
          <a:solidFill>
            <a:schemeClr val="bg1"/>
          </a:solidFill>
        </p:spPr>
        <p:txBody>
          <a:bodyPr wrap="square">
            <a:spAutoFit/>
          </a:bodyPr>
          <a:lstStyle/>
          <a:p>
            <a:r>
              <a:rPr lang="en-US" altLang="zh-CN" sz="1600" b="1" dirty="0">
                <a:latin typeface="微软雅黑" panose="020B0503020204020204" pitchFamily="34" charset="-122"/>
                <a:ea typeface="微软雅黑" panose="020B0503020204020204" pitchFamily="34" charset="-122"/>
              </a:rPr>
              <a:t>RIP2 </a:t>
            </a:r>
            <a:r>
              <a:rPr lang="zh-CN" altLang="en-US" sz="1600" b="1" dirty="0">
                <a:latin typeface="微软雅黑" panose="020B0503020204020204" pitchFamily="34" charset="-122"/>
                <a:ea typeface="微软雅黑" panose="020B0503020204020204" pitchFamily="34" charset="-122"/>
              </a:rPr>
              <a:t>支持无分类域间路由 </a:t>
            </a:r>
            <a:r>
              <a:rPr lang="en-US" altLang="zh-CN" sz="1600" b="1" dirty="0">
                <a:latin typeface="微软雅黑" panose="020B0503020204020204" pitchFamily="34" charset="-122"/>
                <a:ea typeface="微软雅黑" panose="020B0503020204020204" pitchFamily="34" charset="-122"/>
              </a:rPr>
              <a:t>CIDR</a:t>
            </a:r>
            <a:r>
              <a:rPr lang="zh-CN" altLang="en-US" sz="1600" b="1" dirty="0">
                <a:latin typeface="微软雅黑" panose="020B0503020204020204" pitchFamily="34" charset="-122"/>
                <a:ea typeface="微软雅黑" panose="020B0503020204020204" pitchFamily="34" charset="-122"/>
              </a:rPr>
              <a:t>，提供简单的鉴别，支持多播。</a:t>
            </a:r>
          </a:p>
        </p:txBody>
      </p:sp>
      <p:sp>
        <p:nvSpPr>
          <p:cNvPr id="3" name="矩形 2"/>
          <p:cNvSpPr/>
          <p:nvPr/>
        </p:nvSpPr>
        <p:spPr>
          <a:xfrm>
            <a:off x="1218957" y="4331211"/>
            <a:ext cx="6929549" cy="338554"/>
          </a:xfrm>
          <a:prstGeom prst="rect">
            <a:avLst/>
          </a:prstGeom>
          <a:solidFill>
            <a:schemeClr val="bg1"/>
          </a:solidFill>
        </p:spPr>
        <p:txBody>
          <a:bodyPr wrap="square">
            <a:spAutoFit/>
          </a:bodyPr>
          <a:lstStyle/>
          <a:p>
            <a:pPr algn="ctr"/>
            <a:r>
              <a:rPr lang="en-US" altLang="zh-CN" sz="1600" b="1" dirty="0">
                <a:latin typeface="微软雅黑" panose="020B0503020204020204" pitchFamily="34" charset="-122"/>
                <a:ea typeface="微软雅黑" panose="020B0503020204020204" pitchFamily="34" charset="-122"/>
              </a:rPr>
              <a:t>RIP2 </a:t>
            </a:r>
            <a:r>
              <a:rPr lang="zh-CN" altLang="en-US" sz="1600" b="1" dirty="0">
                <a:latin typeface="微软雅黑" panose="020B0503020204020204" pitchFamily="34" charset="-122"/>
                <a:ea typeface="微软雅黑" panose="020B0503020204020204" pitchFamily="34" charset="-122"/>
              </a:rPr>
              <a:t>的报文用使用 </a:t>
            </a:r>
            <a:r>
              <a:rPr lang="en-US" altLang="zh-CN" sz="1600" b="1" dirty="0">
                <a:latin typeface="微软雅黑" panose="020B0503020204020204" pitchFamily="34" charset="-122"/>
                <a:ea typeface="微软雅黑" panose="020B0503020204020204" pitchFamily="34" charset="-122"/>
              </a:rPr>
              <a:t>UDP </a:t>
            </a:r>
            <a:r>
              <a:rPr lang="zh-CN" altLang="en-US" sz="1600" b="1" dirty="0">
                <a:latin typeface="微软雅黑" panose="020B0503020204020204" pitchFamily="34" charset="-122"/>
                <a:ea typeface="微软雅黑" panose="020B0503020204020204" pitchFamily="34" charset="-122"/>
              </a:rPr>
              <a:t>传送（使用 </a:t>
            </a:r>
            <a:r>
              <a:rPr lang="en-US" altLang="zh-CN" sz="1600" b="1" dirty="0">
                <a:latin typeface="微软雅黑" panose="020B0503020204020204" pitchFamily="34" charset="-122"/>
                <a:ea typeface="微软雅黑" panose="020B0503020204020204" pitchFamily="34" charset="-122"/>
              </a:rPr>
              <a:t>UDP </a:t>
            </a:r>
            <a:r>
              <a:rPr lang="zh-CN" altLang="en-US" sz="1600" b="1" dirty="0">
                <a:latin typeface="微软雅黑" panose="020B0503020204020204" pitchFamily="34" charset="-122"/>
                <a:ea typeface="微软雅黑" panose="020B0503020204020204" pitchFamily="34" charset="-122"/>
              </a:rPr>
              <a:t>端口 </a:t>
            </a:r>
            <a:r>
              <a:rPr lang="en-US" altLang="zh-CN" sz="1600" b="1" dirty="0">
                <a:latin typeface="微软雅黑" panose="020B0503020204020204" pitchFamily="34" charset="-122"/>
                <a:ea typeface="微软雅黑" panose="020B0503020204020204" pitchFamily="34" charset="-122"/>
              </a:rPr>
              <a:t>520</a:t>
            </a:r>
            <a:r>
              <a:rPr lang="zh-CN" altLang="en-US" sz="1600" b="1" dirty="0">
                <a:latin typeface="微软雅黑" panose="020B0503020204020204" pitchFamily="34" charset="-122"/>
                <a:ea typeface="微软雅黑" panose="020B0503020204020204" pitchFamily="34" charset="-122"/>
              </a:rPr>
              <a:t>）。</a:t>
            </a:r>
          </a:p>
        </p:txBody>
      </p:sp>
      <p:sp>
        <p:nvSpPr>
          <p:cNvPr id="61" name="AutoShape 5"/>
          <p:cNvSpPr>
            <a:spLocks noChangeArrowheads="1"/>
          </p:cNvSpPr>
          <p:nvPr/>
        </p:nvSpPr>
        <p:spPr bwMode="auto">
          <a:xfrm>
            <a:off x="545144" y="62576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 name="矩形 61"/>
          <p:cNvSpPr/>
          <p:nvPr/>
        </p:nvSpPr>
        <p:spPr>
          <a:xfrm>
            <a:off x="616085" y="575793"/>
            <a:ext cx="1367682" cy="400110"/>
          </a:xfrm>
          <a:prstGeom prst="rect">
            <a:avLst/>
          </a:prstGeom>
        </p:spPr>
        <p:txBody>
          <a:bodyPr wrap="none">
            <a:spAutoFit/>
          </a:bodyPr>
          <a:lstStyle/>
          <a:p>
            <a:r>
              <a:rPr lang="en-US" altLang="zh-CN" sz="2000" b="1" dirty="0">
                <a:latin typeface="微软雅黑" pitchFamily="34" charset="-122"/>
                <a:ea typeface="微软雅黑" pitchFamily="34" charset="-122"/>
              </a:rPr>
              <a:t>RIP2 </a:t>
            </a:r>
            <a:r>
              <a:rPr lang="zh-CN" altLang="en-US" sz="2000" b="1" dirty="0">
                <a:latin typeface="微软雅黑" pitchFamily="34" charset="-122"/>
                <a:ea typeface="微软雅黑" pitchFamily="34" charset="-122"/>
              </a:rPr>
              <a:t>报文</a:t>
            </a:r>
          </a:p>
        </p:txBody>
      </p:sp>
    </p:spTree>
    <p:extLst>
      <p:ext uri="{BB962C8B-B14F-4D97-AF65-F5344CB8AC3E}">
        <p14:creationId xmlns:p14="http://schemas.microsoft.com/office/powerpoint/2010/main" val="1807211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grpId="0" nodeType="clickEffect">
                                  <p:stCondLst>
                                    <p:cond delay="0"/>
                                  </p:stCondLst>
                                  <p:childTnLst>
                                    <p:anim calcmode="discrete" valueType="str">
                                      <p:cBhvr>
                                        <p:cTn id="20" dur="1000" fill="hold"/>
                                        <p:tgtEl>
                                          <p:spTgt spid="53"/>
                                        </p:tgtEl>
                                        <p:attrNameLst>
                                          <p:attrName>style.visibility</p:attrName>
                                        </p:attrNameLst>
                                      </p:cBhvr>
                                      <p:tavLst>
                                        <p:tav tm="0">
                                          <p:val>
                                            <p:strVal val="hidden"/>
                                          </p:val>
                                        </p:tav>
                                        <p:tav tm="50000">
                                          <p:val>
                                            <p:strVal val="visible"/>
                                          </p:val>
                                        </p:tav>
                                      </p:tavLst>
                                    </p:anim>
                                  </p:childTnLst>
                                </p:cTn>
                              </p:par>
                              <p:par>
                                <p:cTn id="21" presetID="35" presetClass="emph" presetSubtype="0" repeatCount="3000" fill="hold" grpId="0" nodeType="withEffect">
                                  <p:stCondLst>
                                    <p:cond delay="0"/>
                                  </p:stCondLst>
                                  <p:childTnLst>
                                    <p:anim calcmode="discrete" valueType="str">
                                      <p:cBhvr>
                                        <p:cTn id="22" dur="1000" fill="hold"/>
                                        <p:tgtEl>
                                          <p:spTgt spid="44"/>
                                        </p:tgtEl>
                                        <p:attrNameLst>
                                          <p:attrName>style.visibility</p:attrName>
                                        </p:attrNameLst>
                                      </p:cBhvr>
                                      <p:tavLst>
                                        <p:tav tm="0">
                                          <p:val>
                                            <p:strVal val="hidden"/>
                                          </p:val>
                                        </p:tav>
                                        <p:tav tm="50000">
                                          <p:val>
                                            <p:strVal val="visible"/>
                                          </p:val>
                                        </p:tav>
                                      </p:tavLst>
                                    </p:anim>
                                  </p:childTnLst>
                                </p:cTn>
                              </p:par>
                            </p:childTnLst>
                          </p:cTn>
                        </p:par>
                      </p:childTnLst>
                    </p:cTn>
                  </p:par>
                  <p:par>
                    <p:cTn id="23" fill="hold">
                      <p:stCondLst>
                        <p:cond delay="indefinite"/>
                      </p:stCondLst>
                      <p:childTnLst>
                        <p:par>
                          <p:cTn id="24" fill="hold">
                            <p:stCondLst>
                              <p:cond delay="0"/>
                            </p:stCondLst>
                            <p:childTnLst>
                              <p:par>
                                <p:cTn id="25" presetID="35" presetClass="emph" presetSubtype="0" repeatCount="2000" fill="hold" nodeType="clickEffect">
                                  <p:stCondLst>
                                    <p:cond delay="0"/>
                                  </p:stCondLst>
                                  <p:childTnLst>
                                    <p:anim calcmode="discrete" valueType="str">
                                      <p:cBhvr>
                                        <p:cTn id="26"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ipe(up)">
                                      <p:cBhvr>
                                        <p:cTn id="3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53" grpId="0"/>
      <p:bldP spid="2" grpId="0" animBg="1"/>
      <p:bldP spid="3"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179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858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坏消息传播得慢</a:t>
            </a:r>
          </a:p>
        </p:txBody>
      </p:sp>
      <p:sp>
        <p:nvSpPr>
          <p:cNvPr id="5" name="矩形 4"/>
          <p:cNvSpPr/>
          <p:nvPr/>
        </p:nvSpPr>
        <p:spPr>
          <a:xfrm>
            <a:off x="545144" y="986921"/>
            <a:ext cx="8053712" cy="893963"/>
          </a:xfrm>
          <a:prstGeom prst="rect">
            <a:avLst/>
          </a:prstGeom>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协议</a:t>
            </a:r>
            <a:r>
              <a:rPr lang="zh-CN" altLang="en-US" sz="2000" b="1" dirty="0">
                <a:solidFill>
                  <a:srgbClr val="0000FF"/>
                </a:solidFill>
                <a:latin typeface="微软雅黑" pitchFamily="34" charset="-122"/>
                <a:ea typeface="微软雅黑" pitchFamily="34" charset="-122"/>
              </a:rPr>
              <a:t>缺点：</a:t>
            </a:r>
            <a:r>
              <a:rPr lang="zh-CN" altLang="en-US" sz="2000" b="1" dirty="0">
                <a:latin typeface="微软雅黑" pitchFamily="34" charset="-122"/>
                <a:ea typeface="微软雅黑" pitchFamily="34" charset="-122"/>
              </a:rPr>
              <a:t>好消息传播得快，坏消息传播得慢。</a:t>
            </a: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坏消息传播得慢（</a:t>
            </a:r>
            <a:r>
              <a:rPr lang="zh-CN" altLang="en-US" sz="2000" b="1" dirty="0">
                <a:solidFill>
                  <a:srgbClr val="C00000"/>
                </a:solidFill>
                <a:latin typeface="微软雅黑" pitchFamily="34" charset="-122"/>
                <a:ea typeface="微软雅黑" pitchFamily="34" charset="-122"/>
              </a:rPr>
              <a:t>慢收敛</a:t>
            </a:r>
            <a:r>
              <a:rPr lang="zh-CN" altLang="en-US" sz="2000" b="1" dirty="0">
                <a:latin typeface="微软雅黑" pitchFamily="34" charset="-122"/>
                <a:ea typeface="微软雅黑" pitchFamily="34" charset="-122"/>
              </a:rPr>
              <a:t>）。</a:t>
            </a:r>
          </a:p>
        </p:txBody>
      </p:sp>
      <p:grpSp>
        <p:nvGrpSpPr>
          <p:cNvPr id="4" name="组合 3">
            <a:extLst>
              <a:ext uri="{FF2B5EF4-FFF2-40B4-BE49-F238E27FC236}">
                <a16:creationId xmlns:a16="http://schemas.microsoft.com/office/drawing/2014/main" id="{140B4D2B-95DA-14FD-8053-CB083F7C9B4D}"/>
              </a:ext>
            </a:extLst>
          </p:cNvPr>
          <p:cNvGrpSpPr/>
          <p:nvPr/>
        </p:nvGrpSpPr>
        <p:grpSpPr>
          <a:xfrm>
            <a:off x="944686" y="2088650"/>
            <a:ext cx="6813859" cy="1208732"/>
            <a:chOff x="944686" y="2088650"/>
            <a:chExt cx="6813859" cy="1208732"/>
          </a:xfrm>
        </p:grpSpPr>
        <p:sp>
          <p:nvSpPr>
            <p:cNvPr id="7" name="对角圆角矩形 6"/>
            <p:cNvSpPr/>
            <p:nvPr/>
          </p:nvSpPr>
          <p:spPr>
            <a:xfrm>
              <a:off x="944686" y="2088650"/>
              <a:ext cx="6813859" cy="1208732"/>
            </a:xfrm>
            <a:prstGeom prst="round2Diag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p:nvSpPr>
          <p:spPr>
            <a:xfrm>
              <a:off x="1095486" y="2261225"/>
              <a:ext cx="6542986" cy="861774"/>
            </a:xfrm>
            <a:prstGeom prst="rect">
              <a:avLst/>
            </a:prstGeom>
          </p:spPr>
          <p:txBody>
            <a:bodyPr wrap="square">
              <a:spAutoFit/>
            </a:bodyPr>
            <a:lstStyle/>
            <a:p>
              <a:pPr>
                <a:lnSpc>
                  <a:spcPts val="3000"/>
                </a:lnSpc>
              </a:pPr>
              <a:r>
                <a:rPr lang="zh-CN" altLang="en-US" sz="2000" b="1" dirty="0">
                  <a:solidFill>
                    <a:schemeClr val="bg1"/>
                  </a:solidFill>
                  <a:latin typeface="微软雅黑" pitchFamily="34" charset="-122"/>
                  <a:ea typeface="微软雅黑" pitchFamily="34" charset="-122"/>
                </a:rPr>
                <a:t>当网络出现故障时，要经过比较长的时间才能将此信息（坏消息）传送到所有的路由器。</a:t>
              </a:r>
            </a:p>
          </p:txBody>
        </p:sp>
      </p:grpSp>
    </p:spTree>
    <p:extLst>
      <p:ext uri="{BB962C8B-B14F-4D97-AF65-F5344CB8AC3E}">
        <p14:creationId xmlns:p14="http://schemas.microsoft.com/office/powerpoint/2010/main" val="1801613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圆角矩形 129"/>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Line 2"/>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6"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 name="Text Box 4"/>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solidFill>
                  <a:srgbClr val="0000FF"/>
                </a:solidFill>
                <a:latin typeface="微软雅黑" pitchFamily="34" charset="-122"/>
                <a:ea typeface="微软雅黑" pitchFamily="34" charset="-122"/>
              </a:rPr>
              <a:t>R</a:t>
            </a:r>
            <a:r>
              <a:rPr kumimoji="1" lang="en-US" altLang="zh-CN" sz="1300" b="1" baseline="-25000">
                <a:solidFill>
                  <a:srgbClr val="0000FF"/>
                </a:solidFill>
                <a:latin typeface="微软雅黑" pitchFamily="34" charset="-122"/>
                <a:ea typeface="微软雅黑" pitchFamily="34" charset="-122"/>
              </a:rPr>
              <a:t>2</a:t>
            </a:r>
            <a:endParaRPr kumimoji="1" lang="en-US" altLang="zh-CN" sz="1300" b="1">
              <a:solidFill>
                <a:srgbClr val="0000FF"/>
              </a:solidFill>
              <a:latin typeface="微软雅黑" pitchFamily="34" charset="-122"/>
              <a:ea typeface="微软雅黑" pitchFamily="34" charset="-122"/>
            </a:endParaRPr>
          </a:p>
        </p:txBody>
      </p:sp>
      <p:sp>
        <p:nvSpPr>
          <p:cNvPr id="8" name="Text Box 5"/>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dirty="0">
                <a:solidFill>
                  <a:srgbClr val="0000FF"/>
                </a:solidFill>
                <a:latin typeface="微软雅黑" pitchFamily="34" charset="-122"/>
                <a:ea typeface="微软雅黑" pitchFamily="34" charset="-122"/>
              </a:rPr>
              <a:t>R</a:t>
            </a:r>
            <a:r>
              <a:rPr kumimoji="1" lang="en-US" altLang="zh-CN" sz="1300" b="1" baseline="-25000" dirty="0">
                <a:solidFill>
                  <a:srgbClr val="0000FF"/>
                </a:solidFill>
                <a:latin typeface="微软雅黑" pitchFamily="34" charset="-122"/>
                <a:ea typeface="微软雅黑" pitchFamily="34" charset="-122"/>
              </a:rPr>
              <a:t>1</a:t>
            </a:r>
            <a:endParaRPr kumimoji="1" lang="en-US" altLang="zh-CN" sz="1300" b="1" dirty="0">
              <a:solidFill>
                <a:srgbClr val="0000FF"/>
              </a:solidFill>
              <a:latin typeface="微软雅黑" pitchFamily="34" charset="-122"/>
              <a:ea typeface="微软雅黑" pitchFamily="34" charset="-122"/>
            </a:endParaRPr>
          </a:p>
        </p:txBody>
      </p:sp>
      <p:pic>
        <p:nvPicPr>
          <p:cNvPr id="9"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0" name="Group 7"/>
          <p:cNvGrpSpPr>
            <a:grpSpLocks/>
          </p:cNvGrpSpPr>
          <p:nvPr/>
        </p:nvGrpSpPr>
        <p:grpSpPr bwMode="auto">
          <a:xfrm>
            <a:off x="1793796" y="968580"/>
            <a:ext cx="783138" cy="526362"/>
            <a:chOff x="4830" y="1752"/>
            <a:chExt cx="667" cy="477"/>
          </a:xfrm>
          <a:solidFill>
            <a:srgbClr val="00FFFF"/>
          </a:solidFill>
        </p:grpSpPr>
        <p:grpSp>
          <p:nvGrpSpPr>
            <p:cNvPr id="11" name="Group 8"/>
            <p:cNvGrpSpPr>
              <a:grpSpLocks/>
            </p:cNvGrpSpPr>
            <p:nvPr/>
          </p:nvGrpSpPr>
          <p:grpSpPr bwMode="auto">
            <a:xfrm>
              <a:off x="4830" y="1752"/>
              <a:ext cx="667" cy="477"/>
              <a:chOff x="2949" y="196"/>
              <a:chExt cx="941" cy="598"/>
            </a:xfrm>
            <a:grpFill/>
          </p:grpSpPr>
          <p:sp>
            <p:nvSpPr>
              <p:cNvPr id="13" name="Oval 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4" name="Oval 1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5" name="Oval 1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6" name="Oval 1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7" name="Oval 1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8" name="Oval 1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19" name="Oval 1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0" name="Oval 1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1"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22"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23"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12" name="Text Box 20"/>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0000FF"/>
                  </a:solidFill>
                  <a:latin typeface="微软雅黑" pitchFamily="34" charset="-122"/>
                  <a:ea typeface="微软雅黑" pitchFamily="34" charset="-122"/>
                </a:rPr>
                <a:t>网 </a:t>
              </a:r>
              <a:r>
                <a:rPr kumimoji="1" lang="en-US" altLang="zh-CN" sz="1300" b="1" dirty="0">
                  <a:solidFill>
                    <a:srgbClr val="0000FF"/>
                  </a:solidFill>
                  <a:latin typeface="微软雅黑" pitchFamily="34" charset="-122"/>
                  <a:ea typeface="微软雅黑" pitchFamily="34" charset="-122"/>
                </a:rPr>
                <a:t>1</a:t>
              </a:r>
            </a:p>
          </p:txBody>
        </p:sp>
      </p:grpSp>
      <p:grpSp>
        <p:nvGrpSpPr>
          <p:cNvPr id="24" name="Group 21"/>
          <p:cNvGrpSpPr>
            <a:grpSpLocks/>
          </p:cNvGrpSpPr>
          <p:nvPr/>
        </p:nvGrpSpPr>
        <p:grpSpPr bwMode="auto">
          <a:xfrm>
            <a:off x="6444139" y="968580"/>
            <a:ext cx="783138" cy="526362"/>
            <a:chOff x="4830" y="1752"/>
            <a:chExt cx="667" cy="477"/>
          </a:xfrm>
          <a:solidFill>
            <a:srgbClr val="00FFFF"/>
          </a:solidFill>
        </p:grpSpPr>
        <p:grpSp>
          <p:nvGrpSpPr>
            <p:cNvPr id="25" name="Group 22"/>
            <p:cNvGrpSpPr>
              <a:grpSpLocks/>
            </p:cNvGrpSpPr>
            <p:nvPr/>
          </p:nvGrpSpPr>
          <p:grpSpPr bwMode="auto">
            <a:xfrm>
              <a:off x="4830" y="1752"/>
              <a:ext cx="667" cy="477"/>
              <a:chOff x="2949" y="196"/>
              <a:chExt cx="941" cy="598"/>
            </a:xfrm>
            <a:grpFill/>
          </p:grpSpPr>
          <p:sp>
            <p:nvSpPr>
              <p:cNvPr id="27" name="Oval 23"/>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8" name="Oval 24"/>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29" name="Oval 25"/>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0" name="Oval 26"/>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1" name="Oval 27"/>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2" name="Oval 28"/>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3" name="Oval 29"/>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4" name="Oval 30"/>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35"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36"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37"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26" name="Text Box 34"/>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solidFill>
                    <a:srgbClr val="0000FF"/>
                  </a:solidFill>
                  <a:latin typeface="微软雅黑" pitchFamily="34" charset="-122"/>
                  <a:ea typeface="微软雅黑" pitchFamily="34" charset="-122"/>
                </a:rPr>
                <a:t>网 </a:t>
              </a:r>
              <a:r>
                <a:rPr kumimoji="1" lang="en-US" altLang="zh-CN" sz="1300" b="1">
                  <a:solidFill>
                    <a:srgbClr val="0000FF"/>
                  </a:solidFill>
                  <a:latin typeface="微软雅黑" pitchFamily="34" charset="-122"/>
                  <a:ea typeface="微软雅黑" pitchFamily="34" charset="-122"/>
                </a:rPr>
                <a:t>3</a:t>
              </a:r>
            </a:p>
          </p:txBody>
        </p:sp>
      </p:grpSp>
      <p:grpSp>
        <p:nvGrpSpPr>
          <p:cNvPr id="38" name="Group 35"/>
          <p:cNvGrpSpPr>
            <a:grpSpLocks/>
          </p:cNvGrpSpPr>
          <p:nvPr/>
        </p:nvGrpSpPr>
        <p:grpSpPr bwMode="auto">
          <a:xfrm>
            <a:off x="4099995" y="968580"/>
            <a:ext cx="783138" cy="526362"/>
            <a:chOff x="4830" y="1752"/>
            <a:chExt cx="667" cy="477"/>
          </a:xfrm>
          <a:solidFill>
            <a:srgbClr val="00FFFF"/>
          </a:solidFill>
        </p:grpSpPr>
        <p:grpSp>
          <p:nvGrpSpPr>
            <p:cNvPr id="39" name="Group 36"/>
            <p:cNvGrpSpPr>
              <a:grpSpLocks/>
            </p:cNvGrpSpPr>
            <p:nvPr/>
          </p:nvGrpSpPr>
          <p:grpSpPr bwMode="auto">
            <a:xfrm>
              <a:off x="4830" y="1752"/>
              <a:ext cx="667" cy="477"/>
              <a:chOff x="2949" y="196"/>
              <a:chExt cx="941" cy="598"/>
            </a:xfrm>
            <a:grpFill/>
          </p:grpSpPr>
          <p:sp>
            <p:nvSpPr>
              <p:cNvPr id="41" name="Oval 3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2" name="Oval 3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3" name="Oval 3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4" name="Oval 4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5" name="Oval 4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6" name="Oval 4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7" name="Oval 4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8" name="Oval 4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solidFill>
                    <a:srgbClr val="0000FF"/>
                  </a:solidFill>
                  <a:latin typeface="微软雅黑" pitchFamily="34" charset="-122"/>
                  <a:ea typeface="微软雅黑" pitchFamily="34" charset="-122"/>
                </a:endParaRPr>
              </a:p>
            </p:txBody>
          </p:sp>
          <p:sp>
            <p:nvSpPr>
              <p:cNvPr id="49"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50"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sp>
            <p:nvSpPr>
              <p:cNvPr id="51"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solidFill>
                    <a:srgbClr val="0000FF"/>
                  </a:solidFill>
                  <a:latin typeface="微软雅黑" pitchFamily="34" charset="-122"/>
                  <a:ea typeface="微软雅黑" pitchFamily="34" charset="-122"/>
                </a:endParaRPr>
              </a:p>
            </p:txBody>
          </p:sp>
        </p:grpSp>
        <p:sp>
          <p:nvSpPr>
            <p:cNvPr id="40" name="Text Box 48"/>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solidFill>
                    <a:srgbClr val="0000FF"/>
                  </a:solidFill>
                  <a:latin typeface="微软雅黑" pitchFamily="34" charset="-122"/>
                  <a:ea typeface="微软雅黑" pitchFamily="34" charset="-122"/>
                </a:rPr>
                <a:t>网 </a:t>
              </a:r>
              <a:r>
                <a:rPr kumimoji="1" lang="en-US" altLang="zh-CN" sz="1300" b="1">
                  <a:solidFill>
                    <a:srgbClr val="0000FF"/>
                  </a:solidFill>
                  <a:latin typeface="微软雅黑" pitchFamily="34" charset="-122"/>
                  <a:ea typeface="微软雅黑" pitchFamily="34" charset="-122"/>
                </a:rPr>
                <a:t>2</a:t>
              </a:r>
            </a:p>
          </p:txBody>
        </p:sp>
      </p:grpSp>
      <p:sp>
        <p:nvSpPr>
          <p:cNvPr id="104" name="Text Box 101"/>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3" name="组合 2">
            <a:extLst>
              <a:ext uri="{FF2B5EF4-FFF2-40B4-BE49-F238E27FC236}">
                <a16:creationId xmlns:a16="http://schemas.microsoft.com/office/drawing/2014/main" id="{961BB319-5230-A487-ED4B-633D7913531D}"/>
              </a:ext>
            </a:extLst>
          </p:cNvPr>
          <p:cNvGrpSpPr/>
          <p:nvPr/>
        </p:nvGrpSpPr>
        <p:grpSpPr>
          <a:xfrm>
            <a:off x="2765786" y="886853"/>
            <a:ext cx="1027489" cy="236238"/>
            <a:chOff x="2765786" y="886853"/>
            <a:chExt cx="1027489" cy="236238"/>
          </a:xfrm>
        </p:grpSpPr>
        <p:grpSp>
          <p:nvGrpSpPr>
            <p:cNvPr id="105" name="Group 102"/>
            <p:cNvGrpSpPr>
              <a:grpSpLocks/>
            </p:cNvGrpSpPr>
            <p:nvPr/>
          </p:nvGrpSpPr>
          <p:grpSpPr bwMode="auto">
            <a:xfrm>
              <a:off x="2816198" y="886853"/>
              <a:ext cx="977077" cy="191669"/>
              <a:chOff x="1491" y="212"/>
              <a:chExt cx="853" cy="240"/>
            </a:xfrm>
            <a:solidFill>
              <a:srgbClr val="FFFF00"/>
            </a:solidFill>
          </p:grpSpPr>
          <p:sp>
            <p:nvSpPr>
              <p:cNvPr id="106"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7" name="Rectangle 10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05"/>
            <p:cNvSpPr txBox="1">
              <a:spLocks noChangeArrowheads="1"/>
            </p:cNvSpPr>
            <p:nvPr/>
          </p:nvSpPr>
          <p:spPr bwMode="auto">
            <a:xfrm>
              <a:off x="2765786" y="916816"/>
              <a:ext cx="793807"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1,1, </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grpSp>
        <p:nvGrpSpPr>
          <p:cNvPr id="4" name="组合 3">
            <a:extLst>
              <a:ext uri="{FF2B5EF4-FFF2-40B4-BE49-F238E27FC236}">
                <a16:creationId xmlns:a16="http://schemas.microsoft.com/office/drawing/2014/main" id="{94F9D6EE-60BB-75BC-2BB6-B4DEE474452D}"/>
              </a:ext>
            </a:extLst>
          </p:cNvPr>
          <p:cNvGrpSpPr/>
          <p:nvPr/>
        </p:nvGrpSpPr>
        <p:grpSpPr>
          <a:xfrm>
            <a:off x="5027534" y="900474"/>
            <a:ext cx="1045430" cy="233827"/>
            <a:chOff x="5027534" y="900474"/>
            <a:chExt cx="1045430" cy="233827"/>
          </a:xfrm>
        </p:grpSpPr>
        <p:grpSp>
          <p:nvGrpSpPr>
            <p:cNvPr id="114" name="Group 111"/>
            <p:cNvGrpSpPr>
              <a:grpSpLocks/>
            </p:cNvGrpSpPr>
            <p:nvPr/>
          </p:nvGrpSpPr>
          <p:grpSpPr bwMode="auto">
            <a:xfrm flipH="1">
              <a:off x="5027534" y="900474"/>
              <a:ext cx="977077" cy="191669"/>
              <a:chOff x="1491" y="212"/>
              <a:chExt cx="853" cy="240"/>
            </a:xfrm>
            <a:solidFill>
              <a:srgbClr val="66FF66"/>
            </a:solidFill>
          </p:grpSpPr>
          <p:sp>
            <p:nvSpPr>
              <p:cNvPr id="115"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6"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4"/>
            <p:cNvSpPr txBox="1">
              <a:spLocks noChangeArrowheads="1"/>
            </p:cNvSpPr>
            <p:nvPr/>
          </p:nvSpPr>
          <p:spPr bwMode="auto">
            <a:xfrm>
              <a:off x="5234273" y="927321"/>
              <a:ext cx="838691" cy="206980"/>
            </a:xfrm>
            <a:prstGeom prst="rect">
              <a:avLst/>
            </a:prstGeom>
            <a:noFill/>
            <a:ln>
              <a:noFill/>
            </a:ln>
            <a:effec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1,2,</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sp>
        <p:nvSpPr>
          <p:cNvPr id="131" name="Text Box 120"/>
          <p:cNvSpPr txBox="1">
            <a:spLocks noChangeArrowheads="1"/>
          </p:cNvSpPr>
          <p:nvPr/>
        </p:nvSpPr>
        <p:spPr bwMode="auto">
          <a:xfrm>
            <a:off x="1558753" y="2021102"/>
            <a:ext cx="3875634" cy="292388"/>
          </a:xfrm>
          <a:prstGeom prst="rect">
            <a:avLst/>
          </a:prstGeom>
          <a:solidFill>
            <a:srgbClr val="FFFF00"/>
          </a:solidFill>
          <a:ln w="9525">
            <a:solidFill>
              <a:schemeClr val="tx2"/>
            </a:solidFill>
            <a:miter lim="800000"/>
            <a:headEnd/>
            <a:tailEnd/>
          </a:ln>
          <a:effectLst/>
        </p:spPr>
        <p:txBody>
          <a:bodyPr wrap="square">
            <a:spAutoFit/>
          </a:bodyPr>
          <a:lstStyle/>
          <a:p>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说：“我到网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的距离是 </a:t>
            </a:r>
            <a:r>
              <a:rPr kumimoji="1" lang="en-US" altLang="zh-CN" sz="1300" b="1" dirty="0">
                <a:latin typeface="微软雅黑" pitchFamily="34" charset="-122"/>
                <a:ea typeface="微软雅黑" pitchFamily="34" charset="-122"/>
              </a:rPr>
              <a:t>1</a:t>
            </a:r>
            <a:r>
              <a:rPr kumimoji="1" lang="zh-CN" altLang="en-US" sz="1300" b="1" dirty="0">
                <a:latin typeface="微软雅黑" pitchFamily="34" charset="-122"/>
                <a:ea typeface="微软雅黑" pitchFamily="34" charset="-122"/>
              </a:rPr>
              <a:t>，是直接交付。”</a:t>
            </a:r>
          </a:p>
        </p:txBody>
      </p:sp>
      <p:sp>
        <p:nvSpPr>
          <p:cNvPr id="2" name="Text Box 120">
            <a:extLst>
              <a:ext uri="{FF2B5EF4-FFF2-40B4-BE49-F238E27FC236}">
                <a16:creationId xmlns:a16="http://schemas.microsoft.com/office/drawing/2014/main" id="{BEBA8CD8-3D0D-B48B-17BA-FCC3C1A65716}"/>
              </a:ext>
            </a:extLst>
          </p:cNvPr>
          <p:cNvSpPr txBox="1">
            <a:spLocks noChangeArrowheads="1"/>
          </p:cNvSpPr>
          <p:nvPr/>
        </p:nvSpPr>
        <p:spPr bwMode="auto">
          <a:xfrm>
            <a:off x="1558753" y="2877698"/>
            <a:ext cx="3875634" cy="292388"/>
          </a:xfrm>
          <a:prstGeom prst="rect">
            <a:avLst/>
          </a:prstGeom>
          <a:solidFill>
            <a:srgbClr val="66FF66"/>
          </a:solidFill>
          <a:ln w="9525">
            <a:solidFill>
              <a:schemeClr val="tx2"/>
            </a:solidFill>
            <a:miter lim="800000"/>
            <a:headEnd/>
            <a:tailEnd/>
          </a:ln>
          <a:effectLst/>
        </p:spPr>
        <p:txBody>
          <a:bodyPr wrap="square">
            <a:spAutoFit/>
          </a:bodyPr>
          <a:lstStyle/>
          <a:p>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说：“我到网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的距离是 </a:t>
            </a:r>
            <a:r>
              <a:rPr kumimoji="1" lang="en-US" altLang="zh-CN" sz="1300" b="1" dirty="0">
                <a:latin typeface="微软雅黑" pitchFamily="34" charset="-122"/>
                <a:ea typeface="微软雅黑" pitchFamily="34" charset="-122"/>
              </a:rPr>
              <a:t>2</a:t>
            </a:r>
            <a:r>
              <a:rPr kumimoji="1" lang="zh-CN" altLang="en-US" sz="1300" b="1" dirty="0">
                <a:latin typeface="微软雅黑" pitchFamily="34" charset="-122"/>
                <a:ea typeface="微软雅黑" pitchFamily="34" charset="-122"/>
              </a:rPr>
              <a:t>，是经过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zh-CN" altLang="en-US" sz="1300" b="1" dirty="0">
                <a:latin typeface="微软雅黑" pitchFamily="34" charset="-122"/>
                <a:ea typeface="微软雅黑" pitchFamily="34" charset="-122"/>
              </a:rPr>
              <a:t>。”</a:t>
            </a:r>
          </a:p>
        </p:txBody>
      </p:sp>
    </p:spTree>
    <p:extLst>
      <p:ext uri="{BB962C8B-B14F-4D97-AF65-F5344CB8AC3E}">
        <p14:creationId xmlns:p14="http://schemas.microsoft.com/office/powerpoint/2010/main" val="1676938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131"/>
                                        </p:tgtEl>
                                        <p:attrNameLst>
                                          <p:attrName>style.visibility</p:attrName>
                                        </p:attrNameLst>
                                      </p:cBhvr>
                                      <p:to>
                                        <p:strVal val="visible"/>
                                      </p:to>
                                    </p:set>
                                    <p:animEffect transition="in" filter="fade">
                                      <p:cBhvr>
                                        <p:cTn id="12" dur="1000"/>
                                        <p:tgtEl>
                                          <p:spTgt spid="131"/>
                                        </p:tgtEl>
                                      </p:cBhvr>
                                    </p:animEffect>
                                    <p:anim calcmode="lin" valueType="num">
                                      <p:cBhvr>
                                        <p:cTn id="13" dur="1000" fill="hold"/>
                                        <p:tgtEl>
                                          <p:spTgt spid="131"/>
                                        </p:tgtEl>
                                        <p:attrNameLst>
                                          <p:attrName>ppt_x</p:attrName>
                                        </p:attrNameLst>
                                      </p:cBhvr>
                                      <p:tavLst>
                                        <p:tav tm="0">
                                          <p:val>
                                            <p:strVal val="#ppt_x"/>
                                          </p:val>
                                        </p:tav>
                                        <p:tav tm="100000">
                                          <p:val>
                                            <p:strVal val="#ppt_x"/>
                                          </p:val>
                                        </p:tav>
                                      </p:tavLst>
                                    </p:anim>
                                    <p:anim calcmode="lin" valueType="num">
                                      <p:cBhvr>
                                        <p:cTn id="14" dur="1000" fill="hold"/>
                                        <p:tgtEl>
                                          <p:spTgt spid="131"/>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right)">
                                      <p:cBhvr>
                                        <p:cTn id="19" dur="500"/>
                                        <p:tgtEl>
                                          <p:spTgt spid="4"/>
                                        </p:tgtEl>
                                      </p:cBhvr>
                                    </p:animEffect>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fade">
                                      <p:cBhvr>
                                        <p:cTn id="24" dur="1000"/>
                                        <p:tgtEl>
                                          <p:spTgt spid="2"/>
                                        </p:tgtEl>
                                      </p:cBhvr>
                                    </p:animEffect>
                                    <p:anim calcmode="lin" valueType="num">
                                      <p:cBhvr>
                                        <p:cTn id="25" dur="1000" fill="hold"/>
                                        <p:tgtEl>
                                          <p:spTgt spid="2"/>
                                        </p:tgtEl>
                                        <p:attrNameLst>
                                          <p:attrName>ppt_x</p:attrName>
                                        </p:attrNameLst>
                                      </p:cBhvr>
                                      <p:tavLst>
                                        <p:tav tm="0">
                                          <p:val>
                                            <p:strVal val="#ppt_x"/>
                                          </p:val>
                                        </p:tav>
                                        <p:tav tm="100000">
                                          <p:val>
                                            <p:strVal val="#ppt_x"/>
                                          </p:val>
                                        </p:tav>
                                      </p:tavLst>
                                    </p:anim>
                                    <p:anim calcmode="lin" valueType="num">
                                      <p:cBhvr>
                                        <p:cTn id="2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animBg="1"/>
      <p:bldP spid="2"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圆角矩形 122"/>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Line 2"/>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4"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 name="Text Box 4"/>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6" name="Text Box 5"/>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7"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8" name="Group 7"/>
          <p:cNvGrpSpPr>
            <a:grpSpLocks/>
          </p:cNvGrpSpPr>
          <p:nvPr/>
        </p:nvGrpSpPr>
        <p:grpSpPr bwMode="auto">
          <a:xfrm>
            <a:off x="1793796" y="968580"/>
            <a:ext cx="783138" cy="526362"/>
            <a:chOff x="4830" y="1752"/>
            <a:chExt cx="667" cy="477"/>
          </a:xfrm>
          <a:solidFill>
            <a:srgbClr val="00FFFF"/>
          </a:solidFill>
        </p:grpSpPr>
        <p:grpSp>
          <p:nvGrpSpPr>
            <p:cNvPr id="9" name="Group 8"/>
            <p:cNvGrpSpPr>
              <a:grpSpLocks/>
            </p:cNvGrpSpPr>
            <p:nvPr/>
          </p:nvGrpSpPr>
          <p:grpSpPr bwMode="auto">
            <a:xfrm>
              <a:off x="4830" y="1752"/>
              <a:ext cx="667" cy="477"/>
              <a:chOff x="2949" y="196"/>
              <a:chExt cx="941" cy="598"/>
            </a:xfrm>
            <a:grpFill/>
          </p:grpSpPr>
          <p:sp>
            <p:nvSpPr>
              <p:cNvPr id="11" name="Oval 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 name="Oval 1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 name="Oval 1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 name="Oval 1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5" name="Oval 1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 name="Oval 1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 name="Oval 1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 name="Oval 1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0"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1"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 name="Text Box 20"/>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22" name="Group 21"/>
          <p:cNvGrpSpPr>
            <a:grpSpLocks/>
          </p:cNvGrpSpPr>
          <p:nvPr/>
        </p:nvGrpSpPr>
        <p:grpSpPr bwMode="auto">
          <a:xfrm>
            <a:off x="6444139" y="968580"/>
            <a:ext cx="783138" cy="526362"/>
            <a:chOff x="4830" y="1752"/>
            <a:chExt cx="667" cy="477"/>
          </a:xfrm>
          <a:solidFill>
            <a:srgbClr val="00FFFF"/>
          </a:solidFill>
        </p:grpSpPr>
        <p:grpSp>
          <p:nvGrpSpPr>
            <p:cNvPr id="23" name="Group 22"/>
            <p:cNvGrpSpPr>
              <a:grpSpLocks/>
            </p:cNvGrpSpPr>
            <p:nvPr/>
          </p:nvGrpSpPr>
          <p:grpSpPr bwMode="auto">
            <a:xfrm>
              <a:off x="4830" y="1752"/>
              <a:ext cx="667" cy="477"/>
              <a:chOff x="2949" y="196"/>
              <a:chExt cx="941" cy="598"/>
            </a:xfrm>
            <a:grpFill/>
          </p:grpSpPr>
          <p:sp>
            <p:nvSpPr>
              <p:cNvPr id="25" name="Oval 23"/>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6" name="Oval 24"/>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7" name="Oval 25"/>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8" name="Oval 26"/>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9" name="Oval 27"/>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0" name="Oval 28"/>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1" name="Oval 29"/>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2" name="Oval 30"/>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3"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4"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5"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24" name="Text Box 34"/>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36" name="Group 35"/>
          <p:cNvGrpSpPr>
            <a:grpSpLocks/>
          </p:cNvGrpSpPr>
          <p:nvPr/>
        </p:nvGrpSpPr>
        <p:grpSpPr bwMode="auto">
          <a:xfrm>
            <a:off x="4099995" y="968580"/>
            <a:ext cx="783138" cy="526362"/>
            <a:chOff x="4830" y="1752"/>
            <a:chExt cx="667" cy="477"/>
          </a:xfrm>
          <a:solidFill>
            <a:srgbClr val="00FFFF"/>
          </a:solidFill>
        </p:grpSpPr>
        <p:grpSp>
          <p:nvGrpSpPr>
            <p:cNvPr id="37" name="Group 36"/>
            <p:cNvGrpSpPr>
              <a:grpSpLocks/>
            </p:cNvGrpSpPr>
            <p:nvPr/>
          </p:nvGrpSpPr>
          <p:grpSpPr bwMode="auto">
            <a:xfrm>
              <a:off x="4830" y="1752"/>
              <a:ext cx="667" cy="477"/>
              <a:chOff x="2949" y="196"/>
              <a:chExt cx="941" cy="598"/>
            </a:xfrm>
            <a:grpFill/>
          </p:grpSpPr>
          <p:sp>
            <p:nvSpPr>
              <p:cNvPr id="39" name="Oval 3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0" name="Oval 3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1" name="Oval 3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2" name="Oval 4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3" name="Oval 4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4" name="Oval 4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5" name="Oval 4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6" name="Oval 4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7"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8"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9"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38" name="Text Box 48"/>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127" name="组合 126"/>
          <p:cNvGrpSpPr/>
          <p:nvPr/>
        </p:nvGrpSpPr>
        <p:grpSpPr>
          <a:xfrm>
            <a:off x="1780094" y="1755788"/>
            <a:ext cx="5447183" cy="669385"/>
            <a:chOff x="1780094" y="1755788"/>
            <a:chExt cx="5447183" cy="669385"/>
          </a:xfrm>
        </p:grpSpPr>
        <p:sp>
          <p:nvSpPr>
            <p:cNvPr id="50" name="Line 50"/>
            <p:cNvSpPr>
              <a:spLocks noChangeShapeType="1"/>
            </p:cNvSpPr>
            <p:nvPr/>
          </p:nvSpPr>
          <p:spPr bwMode="auto">
            <a:xfrm>
              <a:off x="2416723" y="207491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51"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47028" y="1980538"/>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Text Box 52"/>
            <p:cNvSpPr txBox="1">
              <a:spLocks noChangeArrowheads="1"/>
            </p:cNvSpPr>
            <p:nvPr/>
          </p:nvSpPr>
          <p:spPr bwMode="auto">
            <a:xfrm>
              <a:off x="5578787"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53" name="Text Box 53"/>
            <p:cNvSpPr txBox="1">
              <a:spLocks noChangeArrowheads="1"/>
            </p:cNvSpPr>
            <p:nvPr/>
          </p:nvSpPr>
          <p:spPr bwMode="auto">
            <a:xfrm>
              <a:off x="3190375"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54" name="Picture 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34386" y="1980538"/>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5" name="Group 55"/>
            <p:cNvGrpSpPr>
              <a:grpSpLocks/>
            </p:cNvGrpSpPr>
            <p:nvPr/>
          </p:nvGrpSpPr>
          <p:grpSpPr bwMode="auto">
            <a:xfrm>
              <a:off x="1793796" y="1810273"/>
              <a:ext cx="783138" cy="526362"/>
              <a:chOff x="4830" y="1752"/>
              <a:chExt cx="667" cy="477"/>
            </a:xfrm>
            <a:solidFill>
              <a:srgbClr val="00FFFF"/>
            </a:solidFill>
          </p:grpSpPr>
          <p:grpSp>
            <p:nvGrpSpPr>
              <p:cNvPr id="56" name="Group 56"/>
              <p:cNvGrpSpPr>
                <a:grpSpLocks/>
              </p:cNvGrpSpPr>
              <p:nvPr/>
            </p:nvGrpSpPr>
            <p:grpSpPr bwMode="auto">
              <a:xfrm>
                <a:off x="4830" y="1752"/>
                <a:ext cx="667" cy="477"/>
                <a:chOff x="2949" y="196"/>
                <a:chExt cx="941" cy="598"/>
              </a:xfrm>
              <a:grpFill/>
            </p:grpSpPr>
            <p:sp>
              <p:nvSpPr>
                <p:cNvPr id="58" name="Oval 57"/>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59" name="Oval 58"/>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0" name="Oval 59"/>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1" name="Oval 60"/>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2" name="Oval 61"/>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3" name="Oval 62"/>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4" name="Oval 63"/>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5" name="Oval 64"/>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6"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7"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8"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57" name="Text Box 68"/>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69" name="Group 69"/>
            <p:cNvGrpSpPr>
              <a:grpSpLocks/>
            </p:cNvGrpSpPr>
            <p:nvPr/>
          </p:nvGrpSpPr>
          <p:grpSpPr bwMode="auto">
            <a:xfrm>
              <a:off x="6444139" y="1810273"/>
              <a:ext cx="783138" cy="526362"/>
              <a:chOff x="4830" y="1752"/>
              <a:chExt cx="667" cy="477"/>
            </a:xfrm>
            <a:solidFill>
              <a:srgbClr val="00FFFF"/>
            </a:solidFill>
          </p:grpSpPr>
          <p:grpSp>
            <p:nvGrpSpPr>
              <p:cNvPr id="70" name="Group 70"/>
              <p:cNvGrpSpPr>
                <a:grpSpLocks/>
              </p:cNvGrpSpPr>
              <p:nvPr/>
            </p:nvGrpSpPr>
            <p:grpSpPr bwMode="auto">
              <a:xfrm>
                <a:off x="4830" y="1752"/>
                <a:ext cx="667" cy="477"/>
                <a:chOff x="2949" y="196"/>
                <a:chExt cx="941" cy="598"/>
              </a:xfrm>
              <a:grpFill/>
            </p:grpSpPr>
            <p:sp>
              <p:nvSpPr>
                <p:cNvPr id="72" name="Oval 71"/>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3" name="Oval 72"/>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4" name="Oval 73"/>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5" name="Oval 74"/>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6" name="Oval 75"/>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7" name="Oval 76"/>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8" name="Oval 77"/>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9" name="Oval 78"/>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0"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1"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2"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71" name="Text Box 82"/>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83" name="Group 83"/>
            <p:cNvGrpSpPr>
              <a:grpSpLocks/>
            </p:cNvGrpSpPr>
            <p:nvPr/>
          </p:nvGrpSpPr>
          <p:grpSpPr bwMode="auto">
            <a:xfrm>
              <a:off x="4099995" y="1810273"/>
              <a:ext cx="783138" cy="526362"/>
              <a:chOff x="4830" y="1752"/>
              <a:chExt cx="667" cy="477"/>
            </a:xfrm>
            <a:solidFill>
              <a:srgbClr val="00FFFF"/>
            </a:solidFill>
          </p:grpSpPr>
          <p:grpSp>
            <p:nvGrpSpPr>
              <p:cNvPr id="84" name="Group 84"/>
              <p:cNvGrpSpPr>
                <a:grpSpLocks/>
              </p:cNvGrpSpPr>
              <p:nvPr/>
            </p:nvGrpSpPr>
            <p:grpSpPr bwMode="auto">
              <a:xfrm>
                <a:off x="4830" y="1752"/>
                <a:ext cx="667" cy="477"/>
                <a:chOff x="2949" y="196"/>
                <a:chExt cx="941" cy="598"/>
              </a:xfrm>
              <a:grpFill/>
            </p:grpSpPr>
            <p:sp>
              <p:nvSpPr>
                <p:cNvPr id="86" name="Oval 85"/>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7" name="Oval 86"/>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8" name="Oval 87"/>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9" name="Oval 88"/>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0" name="Oval 89"/>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1" name="Oval 90"/>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2" name="Oval 91"/>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3" name="Oval 92"/>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4"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5"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6"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85" name="Text Box 96"/>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97" name="Group 97"/>
            <p:cNvGrpSpPr>
              <a:grpSpLocks/>
            </p:cNvGrpSpPr>
            <p:nvPr/>
          </p:nvGrpSpPr>
          <p:grpSpPr bwMode="auto">
            <a:xfrm>
              <a:off x="1780094" y="1755788"/>
              <a:ext cx="795786" cy="595441"/>
              <a:chOff x="434" y="1298"/>
              <a:chExt cx="755" cy="612"/>
            </a:xfrm>
          </p:grpSpPr>
          <p:sp>
            <p:nvSpPr>
              <p:cNvPr id="98" name="Line 98"/>
              <p:cNvSpPr>
                <a:spLocks noChangeShapeType="1"/>
              </p:cNvSpPr>
              <p:nvPr/>
            </p:nvSpPr>
            <p:spPr bwMode="auto">
              <a:xfrm>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9" name="Line 99"/>
              <p:cNvSpPr>
                <a:spLocks noChangeShapeType="1"/>
              </p:cNvSpPr>
              <p:nvPr/>
            </p:nvSpPr>
            <p:spPr bwMode="auto">
              <a:xfrm flipH="1">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grpSp>
      <p:sp>
        <p:nvSpPr>
          <p:cNvPr id="100" name="Text Box 100"/>
          <p:cNvSpPr txBox="1">
            <a:spLocks noChangeArrowheads="1"/>
          </p:cNvSpPr>
          <p:nvPr/>
        </p:nvSpPr>
        <p:spPr bwMode="auto">
          <a:xfrm>
            <a:off x="1596284" y="2462144"/>
            <a:ext cx="1220206" cy="272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300" b="1" dirty="0">
                <a:solidFill>
                  <a:srgbClr val="CC00CC"/>
                </a:solidFill>
                <a:latin typeface="微软雅黑" pitchFamily="34" charset="-122"/>
                <a:ea typeface="微软雅黑" pitchFamily="34" charset="-122"/>
              </a:rPr>
              <a:t>网 </a:t>
            </a:r>
            <a:r>
              <a:rPr kumimoji="1" lang="en-US" altLang="zh-CN" sz="1300" b="1" dirty="0">
                <a:solidFill>
                  <a:srgbClr val="CC00CC"/>
                </a:solidFill>
                <a:latin typeface="微软雅黑" pitchFamily="34" charset="-122"/>
                <a:ea typeface="微软雅黑" pitchFamily="34" charset="-122"/>
              </a:rPr>
              <a:t>1 </a:t>
            </a:r>
            <a:r>
              <a:rPr kumimoji="1" lang="zh-CN" altLang="en-US" sz="1300" b="1" dirty="0">
                <a:solidFill>
                  <a:srgbClr val="CC00CC"/>
                </a:solidFill>
                <a:latin typeface="微软雅黑" pitchFamily="34" charset="-122"/>
                <a:ea typeface="微软雅黑" pitchFamily="34" charset="-122"/>
              </a:rPr>
              <a:t>出了故障</a:t>
            </a:r>
          </a:p>
        </p:txBody>
      </p:sp>
      <p:sp>
        <p:nvSpPr>
          <p:cNvPr id="101" name="Text Box 101"/>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02" name="Group 102"/>
          <p:cNvGrpSpPr>
            <a:grpSpLocks/>
          </p:cNvGrpSpPr>
          <p:nvPr/>
        </p:nvGrpSpPr>
        <p:grpSpPr bwMode="auto">
          <a:xfrm>
            <a:off x="2816198" y="886853"/>
            <a:ext cx="977077" cy="191669"/>
            <a:chOff x="1491" y="212"/>
            <a:chExt cx="853" cy="240"/>
          </a:xfrm>
          <a:solidFill>
            <a:srgbClr val="FFFF00"/>
          </a:solidFill>
        </p:grpSpPr>
        <p:sp>
          <p:nvSpPr>
            <p:cNvPr id="103" name="AutoShape 103"/>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4" name="Rectangle 104"/>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5" name="Text Box 105"/>
          <p:cNvSpPr txBox="1">
            <a:spLocks noChangeArrowheads="1"/>
          </p:cNvSpPr>
          <p:nvPr/>
        </p:nvSpPr>
        <p:spPr bwMode="auto">
          <a:xfrm>
            <a:off x="2776368" y="922072"/>
            <a:ext cx="899185"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1,1,</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nvGrpSpPr>
          <p:cNvPr id="106" name="Group 106"/>
          <p:cNvGrpSpPr>
            <a:grpSpLocks/>
          </p:cNvGrpSpPr>
          <p:nvPr/>
        </p:nvGrpSpPr>
        <p:grpSpPr bwMode="auto">
          <a:xfrm>
            <a:off x="2941624" y="2505921"/>
            <a:ext cx="1032939" cy="242263"/>
            <a:chOff x="1536" y="2024"/>
            <a:chExt cx="980" cy="249"/>
          </a:xfrm>
          <a:solidFill>
            <a:srgbClr val="FFFF00"/>
          </a:solidFill>
        </p:grpSpPr>
        <p:grpSp>
          <p:nvGrpSpPr>
            <p:cNvPr id="107" name="Group 107"/>
            <p:cNvGrpSpPr>
              <a:grpSpLocks/>
            </p:cNvGrpSpPr>
            <p:nvPr/>
          </p:nvGrpSpPr>
          <p:grpSpPr bwMode="auto">
            <a:xfrm>
              <a:off x="1589" y="2024"/>
              <a:ext cx="927" cy="197"/>
              <a:chOff x="1491" y="212"/>
              <a:chExt cx="853" cy="240"/>
            </a:xfrm>
            <a:grpFill/>
          </p:grpSpPr>
          <p:sp>
            <p:nvSpPr>
              <p:cNvPr id="109" name="AutoShape 108"/>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0" name="Rectangle 109"/>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10"/>
            <p:cNvSpPr txBox="1">
              <a:spLocks noChangeArrowheads="1"/>
            </p:cNvSpPr>
            <p:nvPr/>
          </p:nvSpPr>
          <p:spPr bwMode="auto">
            <a:xfrm>
              <a:off x="1536" y="2061"/>
              <a:ext cx="803" cy="212"/>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1,16,</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grpSp>
        <p:nvGrpSpPr>
          <p:cNvPr id="111" name="Group 111"/>
          <p:cNvGrpSpPr>
            <a:grpSpLocks/>
          </p:cNvGrpSpPr>
          <p:nvPr/>
        </p:nvGrpSpPr>
        <p:grpSpPr bwMode="auto">
          <a:xfrm flipH="1">
            <a:off x="5027534" y="900474"/>
            <a:ext cx="977077" cy="191669"/>
            <a:chOff x="1491" y="212"/>
            <a:chExt cx="853" cy="240"/>
          </a:xfrm>
          <a:solidFill>
            <a:srgbClr val="66FF66"/>
          </a:solidFill>
        </p:grpSpPr>
        <p:sp>
          <p:nvSpPr>
            <p:cNvPr id="112"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3"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4" name="Text Box 114"/>
          <p:cNvSpPr txBox="1">
            <a:spLocks noChangeArrowheads="1"/>
          </p:cNvSpPr>
          <p:nvPr/>
        </p:nvSpPr>
        <p:spPr bwMode="auto">
          <a:xfrm>
            <a:off x="5234273" y="923834"/>
            <a:ext cx="838691" cy="206980"/>
          </a:xfrm>
          <a:prstGeom prst="rect">
            <a:avLst/>
          </a:prstGeom>
          <a:noFill/>
          <a:ln>
            <a:noFill/>
          </a:ln>
          <a:effec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1,2,</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nvGrpSpPr>
          <p:cNvPr id="115" name="Group 115"/>
          <p:cNvGrpSpPr>
            <a:grpSpLocks/>
          </p:cNvGrpSpPr>
          <p:nvPr/>
        </p:nvGrpSpPr>
        <p:grpSpPr bwMode="auto">
          <a:xfrm>
            <a:off x="5027532" y="2473781"/>
            <a:ext cx="1056130" cy="231556"/>
            <a:chOff x="3515" y="1991"/>
            <a:chExt cx="1002" cy="238"/>
          </a:xfrm>
          <a:solidFill>
            <a:srgbClr val="66FF66"/>
          </a:solidFill>
        </p:grpSpPr>
        <p:grpSp>
          <p:nvGrpSpPr>
            <p:cNvPr id="116" name="Group 116"/>
            <p:cNvGrpSpPr>
              <a:grpSpLocks/>
            </p:cNvGrpSpPr>
            <p:nvPr/>
          </p:nvGrpSpPr>
          <p:grpSpPr bwMode="auto">
            <a:xfrm flipH="1">
              <a:off x="3515" y="1991"/>
              <a:ext cx="927" cy="197"/>
              <a:chOff x="1491" y="212"/>
              <a:chExt cx="853" cy="240"/>
            </a:xfrm>
            <a:grpFill/>
          </p:grpSpPr>
          <p:sp>
            <p:nvSpPr>
              <p:cNvPr id="118"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9"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9"/>
            <p:cNvSpPr txBox="1">
              <a:spLocks noChangeArrowheads="1"/>
            </p:cNvSpPr>
            <p:nvPr/>
          </p:nvSpPr>
          <p:spPr bwMode="auto">
            <a:xfrm>
              <a:off x="3721" y="2016"/>
              <a:ext cx="796"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1,2,</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sp>
        <p:nvSpPr>
          <p:cNvPr id="125" name="Text Box 120"/>
          <p:cNvSpPr txBox="1">
            <a:spLocks noChangeArrowheads="1"/>
          </p:cNvSpPr>
          <p:nvPr/>
        </p:nvSpPr>
        <p:spPr bwMode="auto">
          <a:xfrm>
            <a:off x="1558752" y="3469443"/>
            <a:ext cx="4612010" cy="580800"/>
          </a:xfrm>
          <a:prstGeom prst="rect">
            <a:avLst/>
          </a:prstGeom>
          <a:solidFill>
            <a:srgbClr val="00FF99"/>
          </a:solidFill>
          <a:ln w="9525">
            <a:solidFill>
              <a:schemeClr val="tx2"/>
            </a:solidFill>
            <a:miter lim="800000"/>
            <a:headEnd/>
            <a:tailEnd/>
          </a:ln>
          <a:effectLst/>
        </p:spPr>
        <p:txBody>
          <a:bodyPr wrap="square">
            <a:spAutoFit/>
          </a:bodyPr>
          <a:lstStyle/>
          <a:p>
            <a:pPr>
              <a:lnSpc>
                <a:spcPts val="2000"/>
              </a:lnSpc>
            </a:pPr>
            <a:r>
              <a:rPr kumimoji="1" lang="zh-CN" altLang="en-US" sz="1300" b="1" dirty="0">
                <a:latin typeface="微软雅黑" pitchFamily="34" charset="-122"/>
                <a:ea typeface="微软雅黑" pitchFamily="34" charset="-122"/>
              </a:rPr>
              <a:t>但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在收到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的更新报文之前，就已经把原来旧的路由信息发送给</a:t>
            </a:r>
            <a:r>
              <a:rPr kumimoji="1" lang="en-US" altLang="zh-CN" sz="1300" b="1" dirty="0">
                <a:latin typeface="微软雅黑" pitchFamily="34" charset="-122"/>
                <a:ea typeface="微软雅黑" pitchFamily="34" charset="-122"/>
              </a:rPr>
              <a:t>R1</a:t>
            </a:r>
            <a:r>
              <a:rPr kumimoji="1" lang="zh-CN" altLang="en-US" sz="1300" b="1" dirty="0">
                <a:latin typeface="微软雅黑" pitchFamily="34" charset="-122"/>
                <a:ea typeface="微软雅黑" pitchFamily="34" charset="-122"/>
              </a:rPr>
              <a:t>了，这时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 </a:t>
            </a:r>
            <a:r>
              <a:rPr kumimoji="1" lang="zh-CN" altLang="en-US" sz="1300" b="1" dirty="0">
                <a:latin typeface="微软雅黑" pitchFamily="34" charset="-122"/>
                <a:ea typeface="微软雅黑" pitchFamily="34" charset="-122"/>
              </a:rPr>
              <a:t>并不知道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出了故障。</a:t>
            </a:r>
          </a:p>
        </p:txBody>
      </p:sp>
      <p:sp>
        <p:nvSpPr>
          <p:cNvPr id="126" name="Text Box 120"/>
          <p:cNvSpPr txBox="1">
            <a:spLocks noChangeArrowheads="1"/>
          </p:cNvSpPr>
          <p:nvPr/>
        </p:nvSpPr>
        <p:spPr bwMode="auto">
          <a:xfrm>
            <a:off x="1558753" y="3016928"/>
            <a:ext cx="4612010" cy="324320"/>
          </a:xfrm>
          <a:prstGeom prst="rect">
            <a:avLst/>
          </a:prstGeom>
          <a:solidFill>
            <a:srgbClr val="FFFF00"/>
          </a:solidFill>
          <a:ln w="9525">
            <a:solidFill>
              <a:schemeClr val="tx2"/>
            </a:solidFill>
            <a:miter lim="800000"/>
            <a:headEnd/>
            <a:tailEnd/>
          </a:ln>
          <a:effectLst/>
        </p:spPr>
        <p:txBody>
          <a:bodyPr wrap="square">
            <a:spAutoFit/>
          </a:bodyPr>
          <a:lstStyle/>
          <a:p>
            <a:pPr>
              <a:lnSpc>
                <a:spcPts val="2000"/>
              </a:lnSpc>
            </a:pP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说：“我到网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的距离是 </a:t>
            </a:r>
            <a:r>
              <a:rPr kumimoji="1" lang="en-US" altLang="zh-CN" sz="1300" b="1" dirty="0">
                <a:latin typeface="微软雅黑" pitchFamily="34" charset="-122"/>
                <a:ea typeface="微软雅黑" pitchFamily="34" charset="-122"/>
              </a:rPr>
              <a:t>16 </a:t>
            </a:r>
            <a:r>
              <a:rPr kumimoji="1" lang="zh-CN" altLang="en-US" sz="1300" b="1" dirty="0">
                <a:latin typeface="微软雅黑" pitchFamily="34" charset="-122"/>
                <a:ea typeface="微软雅黑" pitchFamily="34" charset="-122"/>
              </a:rPr>
              <a:t>（表示无法到达）。”</a:t>
            </a:r>
          </a:p>
        </p:txBody>
      </p:sp>
    </p:spTree>
    <p:extLst>
      <p:ext uri="{BB962C8B-B14F-4D97-AF65-F5344CB8AC3E}">
        <p14:creationId xmlns:p14="http://schemas.microsoft.com/office/powerpoint/2010/main" val="1402430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27"/>
                                        </p:tgtEl>
                                        <p:attrNameLst>
                                          <p:attrName>style.visibility</p:attrName>
                                        </p:attrNameLst>
                                      </p:cBhvr>
                                      <p:to>
                                        <p:strVal val="visible"/>
                                      </p:to>
                                    </p:set>
                                    <p:animEffect transition="in" filter="fade">
                                      <p:cBhvr>
                                        <p:cTn id="7" dur="500"/>
                                        <p:tgtEl>
                                          <p:spTgt spid="127"/>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10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106"/>
                                        </p:tgtEl>
                                        <p:attrNameLst>
                                          <p:attrName>style.visibility</p:attrName>
                                        </p:attrNameLst>
                                      </p:cBhvr>
                                      <p:to>
                                        <p:strVal val="visible"/>
                                      </p:to>
                                    </p:set>
                                    <p:animEffect transition="in" filter="wipe(left)">
                                      <p:cBhvr>
                                        <p:cTn id="15" dur="500"/>
                                        <p:tgtEl>
                                          <p:spTgt spid="106"/>
                                        </p:tgtEl>
                                      </p:cBhvr>
                                    </p:animEffect>
                                  </p:childTnLst>
                                </p:cTn>
                              </p:par>
                            </p:childTnLst>
                          </p:cTn>
                        </p:par>
                        <p:par>
                          <p:cTn id="16" fill="hold">
                            <p:stCondLst>
                              <p:cond delay="500"/>
                            </p:stCondLst>
                            <p:childTnLst>
                              <p:par>
                                <p:cTn id="17" presetID="42" presetClass="entr" presetSubtype="0" fill="hold" grpId="0" nodeType="afterEffect">
                                  <p:stCondLst>
                                    <p:cond delay="0"/>
                                  </p:stCondLst>
                                  <p:childTnLst>
                                    <p:set>
                                      <p:cBhvr>
                                        <p:cTn id="18" dur="1" fill="hold">
                                          <p:stCondLst>
                                            <p:cond delay="0"/>
                                          </p:stCondLst>
                                        </p:cTn>
                                        <p:tgtEl>
                                          <p:spTgt spid="126"/>
                                        </p:tgtEl>
                                        <p:attrNameLst>
                                          <p:attrName>style.visibility</p:attrName>
                                        </p:attrNameLst>
                                      </p:cBhvr>
                                      <p:to>
                                        <p:strVal val="visible"/>
                                      </p:to>
                                    </p:set>
                                    <p:animEffect transition="in" filter="fade">
                                      <p:cBhvr>
                                        <p:cTn id="19" dur="1000"/>
                                        <p:tgtEl>
                                          <p:spTgt spid="126"/>
                                        </p:tgtEl>
                                      </p:cBhvr>
                                    </p:animEffect>
                                    <p:anim calcmode="lin" valueType="num">
                                      <p:cBhvr>
                                        <p:cTn id="20" dur="1000" fill="hold"/>
                                        <p:tgtEl>
                                          <p:spTgt spid="126"/>
                                        </p:tgtEl>
                                        <p:attrNameLst>
                                          <p:attrName>ppt_x</p:attrName>
                                        </p:attrNameLst>
                                      </p:cBhvr>
                                      <p:tavLst>
                                        <p:tav tm="0">
                                          <p:val>
                                            <p:strVal val="#ppt_x"/>
                                          </p:val>
                                        </p:tav>
                                        <p:tav tm="100000">
                                          <p:val>
                                            <p:strVal val="#ppt_x"/>
                                          </p:val>
                                        </p:tav>
                                      </p:tavLst>
                                    </p:anim>
                                    <p:anim calcmode="lin" valueType="num">
                                      <p:cBhvr>
                                        <p:cTn id="21" dur="1000" fill="hold"/>
                                        <p:tgtEl>
                                          <p:spTgt spid="126"/>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125"/>
                                        </p:tgtEl>
                                        <p:attrNameLst>
                                          <p:attrName>style.visibility</p:attrName>
                                        </p:attrNameLst>
                                      </p:cBhvr>
                                      <p:to>
                                        <p:strVal val="visible"/>
                                      </p:to>
                                    </p:set>
                                    <p:animEffect transition="in" filter="fade">
                                      <p:cBhvr>
                                        <p:cTn id="26" dur="1000"/>
                                        <p:tgtEl>
                                          <p:spTgt spid="125"/>
                                        </p:tgtEl>
                                      </p:cBhvr>
                                    </p:animEffect>
                                    <p:anim calcmode="lin" valueType="num">
                                      <p:cBhvr>
                                        <p:cTn id="27" dur="1000" fill="hold"/>
                                        <p:tgtEl>
                                          <p:spTgt spid="125"/>
                                        </p:tgtEl>
                                        <p:attrNameLst>
                                          <p:attrName>ppt_x</p:attrName>
                                        </p:attrNameLst>
                                      </p:cBhvr>
                                      <p:tavLst>
                                        <p:tav tm="0">
                                          <p:val>
                                            <p:strVal val="#ppt_x"/>
                                          </p:val>
                                        </p:tav>
                                        <p:tav tm="100000">
                                          <p:val>
                                            <p:strVal val="#ppt_x"/>
                                          </p:val>
                                        </p:tav>
                                      </p:tavLst>
                                    </p:anim>
                                    <p:anim calcmode="lin" valueType="num">
                                      <p:cBhvr>
                                        <p:cTn id="28" dur="1000" fill="hold"/>
                                        <p:tgtEl>
                                          <p:spTgt spid="125"/>
                                        </p:tgtEl>
                                        <p:attrNameLst>
                                          <p:attrName>ppt_y</p:attrName>
                                        </p:attrNameLst>
                                      </p:cBhvr>
                                      <p:tavLst>
                                        <p:tav tm="0">
                                          <p:val>
                                            <p:strVal val="#ppt_y+.1"/>
                                          </p:val>
                                        </p:tav>
                                        <p:tav tm="100000">
                                          <p:val>
                                            <p:strVal val="#ppt_y"/>
                                          </p:val>
                                        </p:tav>
                                      </p:tavLst>
                                    </p:anim>
                                  </p:childTnLst>
                                </p:cTn>
                              </p:par>
                            </p:childTnLst>
                          </p:cTn>
                        </p:par>
                        <p:par>
                          <p:cTn id="29" fill="hold">
                            <p:stCondLst>
                              <p:cond delay="1000"/>
                            </p:stCondLst>
                            <p:childTnLst>
                              <p:par>
                                <p:cTn id="30" presetID="22" presetClass="entr" presetSubtype="2" fill="hold" nodeType="afterEffect">
                                  <p:stCondLst>
                                    <p:cond delay="0"/>
                                  </p:stCondLst>
                                  <p:childTnLst>
                                    <p:set>
                                      <p:cBhvr>
                                        <p:cTn id="31" dur="1" fill="hold">
                                          <p:stCondLst>
                                            <p:cond delay="0"/>
                                          </p:stCondLst>
                                        </p:cTn>
                                        <p:tgtEl>
                                          <p:spTgt spid="115"/>
                                        </p:tgtEl>
                                        <p:attrNameLst>
                                          <p:attrName>style.visibility</p:attrName>
                                        </p:attrNameLst>
                                      </p:cBhvr>
                                      <p:to>
                                        <p:strVal val="visible"/>
                                      </p:to>
                                    </p:set>
                                    <p:animEffect transition="in" filter="wipe(right)">
                                      <p:cBhvr>
                                        <p:cTn id="32" dur="500"/>
                                        <p:tgtEl>
                                          <p:spTgt spid="115"/>
                                        </p:tgtEl>
                                      </p:cBhvr>
                                    </p:animEffect>
                                  </p:childTnLst>
                                </p:cTn>
                              </p:par>
                            </p:childTnLst>
                          </p:cTn>
                        </p:par>
                        <p:par>
                          <p:cTn id="33" fill="hold">
                            <p:stCondLst>
                              <p:cond delay="1500"/>
                            </p:stCondLst>
                            <p:childTnLst>
                              <p:par>
                                <p:cTn id="34" presetID="35" presetClass="emph" presetSubtype="0" repeatCount="3000" fill="hold" nodeType="afterEffect">
                                  <p:stCondLst>
                                    <p:cond delay="0"/>
                                  </p:stCondLst>
                                  <p:childTnLst>
                                    <p:anim calcmode="discrete" valueType="str">
                                      <p:cBhvr>
                                        <p:cTn id="35" dur="1000" fill="hold"/>
                                        <p:tgtEl>
                                          <p:spTgt spid="11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p:bldP spid="125" grpId="0" animBg="1"/>
      <p:bldP spid="126"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104F87-576B-083D-1ACA-15AEA5D4CCFC}"/>
            </a:ext>
          </a:extLst>
        </p:cNvPr>
        <p:cNvGrpSpPr/>
        <p:nvPr/>
      </p:nvGrpSpPr>
      <p:grpSpPr>
        <a:xfrm>
          <a:off x="0" y="0"/>
          <a:ext cx="0" cy="0"/>
          <a:chOff x="0" y="0"/>
          <a:chExt cx="0" cy="0"/>
        </a:xfrm>
      </p:grpSpPr>
      <p:sp>
        <p:nvSpPr>
          <p:cNvPr id="123" name="圆角矩形 122">
            <a:extLst>
              <a:ext uri="{FF2B5EF4-FFF2-40B4-BE49-F238E27FC236}">
                <a16:creationId xmlns:a16="http://schemas.microsoft.com/office/drawing/2014/main" id="{F35D73B1-E20A-2B56-EF8F-742BC80BA895}"/>
              </a:ext>
            </a:extLst>
          </p:cNvPr>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Line 2">
            <a:extLst>
              <a:ext uri="{FF2B5EF4-FFF2-40B4-BE49-F238E27FC236}">
                <a16:creationId xmlns:a16="http://schemas.microsoft.com/office/drawing/2014/main" id="{CA06B71B-DE9D-1752-AA57-25287819AF7A}"/>
              </a:ext>
            </a:extLst>
          </p:cNvPr>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4" name="Picture 3">
            <a:extLst>
              <a:ext uri="{FF2B5EF4-FFF2-40B4-BE49-F238E27FC236}">
                <a16:creationId xmlns:a16="http://schemas.microsoft.com/office/drawing/2014/main" id="{83A6686A-452A-201B-DFAB-ABD49D34665F}"/>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 name="Text Box 4">
            <a:extLst>
              <a:ext uri="{FF2B5EF4-FFF2-40B4-BE49-F238E27FC236}">
                <a16:creationId xmlns:a16="http://schemas.microsoft.com/office/drawing/2014/main" id="{5AB0A921-8F2E-5A1E-EBAF-0B419CF2B0CC}"/>
              </a:ext>
            </a:extLst>
          </p:cNvPr>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6" name="Text Box 5">
            <a:extLst>
              <a:ext uri="{FF2B5EF4-FFF2-40B4-BE49-F238E27FC236}">
                <a16:creationId xmlns:a16="http://schemas.microsoft.com/office/drawing/2014/main" id="{9EF0D7BB-2CED-B22B-2102-5D3C42B9517B}"/>
              </a:ext>
            </a:extLst>
          </p:cNvPr>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7" name="Picture 6">
            <a:extLst>
              <a:ext uri="{FF2B5EF4-FFF2-40B4-BE49-F238E27FC236}">
                <a16:creationId xmlns:a16="http://schemas.microsoft.com/office/drawing/2014/main" id="{0B93ACD0-6D71-4AA3-41C0-82AE438845B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8" name="Group 7">
            <a:extLst>
              <a:ext uri="{FF2B5EF4-FFF2-40B4-BE49-F238E27FC236}">
                <a16:creationId xmlns:a16="http://schemas.microsoft.com/office/drawing/2014/main" id="{D36926A2-53C3-7A86-2370-BC72CAEF9BD1}"/>
              </a:ext>
            </a:extLst>
          </p:cNvPr>
          <p:cNvGrpSpPr>
            <a:grpSpLocks/>
          </p:cNvGrpSpPr>
          <p:nvPr/>
        </p:nvGrpSpPr>
        <p:grpSpPr bwMode="auto">
          <a:xfrm>
            <a:off x="1793796" y="968580"/>
            <a:ext cx="783138" cy="526362"/>
            <a:chOff x="4830" y="1752"/>
            <a:chExt cx="667" cy="477"/>
          </a:xfrm>
          <a:solidFill>
            <a:srgbClr val="00FFFF"/>
          </a:solidFill>
        </p:grpSpPr>
        <p:grpSp>
          <p:nvGrpSpPr>
            <p:cNvPr id="9" name="Group 8">
              <a:extLst>
                <a:ext uri="{FF2B5EF4-FFF2-40B4-BE49-F238E27FC236}">
                  <a16:creationId xmlns:a16="http://schemas.microsoft.com/office/drawing/2014/main" id="{D433F72A-FBB2-2673-1F03-627025A61625}"/>
                </a:ext>
              </a:extLst>
            </p:cNvPr>
            <p:cNvGrpSpPr>
              <a:grpSpLocks/>
            </p:cNvGrpSpPr>
            <p:nvPr/>
          </p:nvGrpSpPr>
          <p:grpSpPr bwMode="auto">
            <a:xfrm>
              <a:off x="4830" y="1752"/>
              <a:ext cx="667" cy="477"/>
              <a:chOff x="2949" y="196"/>
              <a:chExt cx="941" cy="598"/>
            </a:xfrm>
            <a:grpFill/>
          </p:grpSpPr>
          <p:sp>
            <p:nvSpPr>
              <p:cNvPr id="11" name="Oval 9">
                <a:extLst>
                  <a:ext uri="{FF2B5EF4-FFF2-40B4-BE49-F238E27FC236}">
                    <a16:creationId xmlns:a16="http://schemas.microsoft.com/office/drawing/2014/main" id="{E6B65E91-9616-1395-FCC4-0CD70600A1B7}"/>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 name="Oval 10">
                <a:extLst>
                  <a:ext uri="{FF2B5EF4-FFF2-40B4-BE49-F238E27FC236}">
                    <a16:creationId xmlns:a16="http://schemas.microsoft.com/office/drawing/2014/main" id="{9C46B091-888A-7CE0-4888-9CCAE7CC8957}"/>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 name="Oval 11">
                <a:extLst>
                  <a:ext uri="{FF2B5EF4-FFF2-40B4-BE49-F238E27FC236}">
                    <a16:creationId xmlns:a16="http://schemas.microsoft.com/office/drawing/2014/main" id="{20CB9C04-C549-F421-F61A-CDF907A9EF8E}"/>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 name="Oval 12">
                <a:extLst>
                  <a:ext uri="{FF2B5EF4-FFF2-40B4-BE49-F238E27FC236}">
                    <a16:creationId xmlns:a16="http://schemas.microsoft.com/office/drawing/2014/main" id="{ECFA6B74-CEC8-6E86-D10B-22B42FF728B4}"/>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5" name="Oval 13">
                <a:extLst>
                  <a:ext uri="{FF2B5EF4-FFF2-40B4-BE49-F238E27FC236}">
                    <a16:creationId xmlns:a16="http://schemas.microsoft.com/office/drawing/2014/main" id="{FC331BE2-581C-A9A8-87B8-9DF17285E740}"/>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 name="Oval 14">
                <a:extLst>
                  <a:ext uri="{FF2B5EF4-FFF2-40B4-BE49-F238E27FC236}">
                    <a16:creationId xmlns:a16="http://schemas.microsoft.com/office/drawing/2014/main" id="{A9A57561-D622-442B-F8A9-02B993A6CE8D}"/>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 name="Oval 15">
                <a:extLst>
                  <a:ext uri="{FF2B5EF4-FFF2-40B4-BE49-F238E27FC236}">
                    <a16:creationId xmlns:a16="http://schemas.microsoft.com/office/drawing/2014/main" id="{A5BAA415-1949-2DE0-C154-3F5D179CC420}"/>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 name="Oval 16">
                <a:extLst>
                  <a:ext uri="{FF2B5EF4-FFF2-40B4-BE49-F238E27FC236}">
                    <a16:creationId xmlns:a16="http://schemas.microsoft.com/office/drawing/2014/main" id="{5D7667C9-B058-808F-7998-9381136644A4}"/>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 name="Freeform 17">
                <a:extLst>
                  <a:ext uri="{FF2B5EF4-FFF2-40B4-BE49-F238E27FC236}">
                    <a16:creationId xmlns:a16="http://schemas.microsoft.com/office/drawing/2014/main" id="{A8790091-FFD6-081E-49AD-0C62C42B7917}"/>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0" name="Freeform 18">
                <a:extLst>
                  <a:ext uri="{FF2B5EF4-FFF2-40B4-BE49-F238E27FC236}">
                    <a16:creationId xmlns:a16="http://schemas.microsoft.com/office/drawing/2014/main" id="{58A4220F-5221-6886-3DCB-B63E9DB5D5AD}"/>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1" name="Freeform 19">
                <a:extLst>
                  <a:ext uri="{FF2B5EF4-FFF2-40B4-BE49-F238E27FC236}">
                    <a16:creationId xmlns:a16="http://schemas.microsoft.com/office/drawing/2014/main" id="{266320F7-DD16-0AC1-9E13-E2F0207D86C2}"/>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 name="Text Box 20">
              <a:extLst>
                <a:ext uri="{FF2B5EF4-FFF2-40B4-BE49-F238E27FC236}">
                  <a16:creationId xmlns:a16="http://schemas.microsoft.com/office/drawing/2014/main" id="{28A9F8F1-D166-42A0-B368-38EC74544DF3}"/>
                </a:ext>
              </a:extLst>
            </p:cNvPr>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22" name="Group 21">
            <a:extLst>
              <a:ext uri="{FF2B5EF4-FFF2-40B4-BE49-F238E27FC236}">
                <a16:creationId xmlns:a16="http://schemas.microsoft.com/office/drawing/2014/main" id="{F60B36A7-5010-9FEB-CDED-691536DCC0EF}"/>
              </a:ext>
            </a:extLst>
          </p:cNvPr>
          <p:cNvGrpSpPr>
            <a:grpSpLocks/>
          </p:cNvGrpSpPr>
          <p:nvPr/>
        </p:nvGrpSpPr>
        <p:grpSpPr bwMode="auto">
          <a:xfrm>
            <a:off x="6444139" y="968580"/>
            <a:ext cx="783138" cy="526362"/>
            <a:chOff x="4830" y="1752"/>
            <a:chExt cx="667" cy="477"/>
          </a:xfrm>
          <a:solidFill>
            <a:srgbClr val="00FFFF"/>
          </a:solidFill>
        </p:grpSpPr>
        <p:grpSp>
          <p:nvGrpSpPr>
            <p:cNvPr id="23" name="Group 22">
              <a:extLst>
                <a:ext uri="{FF2B5EF4-FFF2-40B4-BE49-F238E27FC236}">
                  <a16:creationId xmlns:a16="http://schemas.microsoft.com/office/drawing/2014/main" id="{AC564CDF-52B6-6015-F176-073500F1928F}"/>
                </a:ext>
              </a:extLst>
            </p:cNvPr>
            <p:cNvGrpSpPr>
              <a:grpSpLocks/>
            </p:cNvGrpSpPr>
            <p:nvPr/>
          </p:nvGrpSpPr>
          <p:grpSpPr bwMode="auto">
            <a:xfrm>
              <a:off x="4830" y="1752"/>
              <a:ext cx="667" cy="477"/>
              <a:chOff x="2949" y="196"/>
              <a:chExt cx="941" cy="598"/>
            </a:xfrm>
            <a:grpFill/>
          </p:grpSpPr>
          <p:sp>
            <p:nvSpPr>
              <p:cNvPr id="25" name="Oval 23">
                <a:extLst>
                  <a:ext uri="{FF2B5EF4-FFF2-40B4-BE49-F238E27FC236}">
                    <a16:creationId xmlns:a16="http://schemas.microsoft.com/office/drawing/2014/main" id="{DB7C408B-6156-4A99-9509-F43033CDBB19}"/>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6" name="Oval 24">
                <a:extLst>
                  <a:ext uri="{FF2B5EF4-FFF2-40B4-BE49-F238E27FC236}">
                    <a16:creationId xmlns:a16="http://schemas.microsoft.com/office/drawing/2014/main" id="{B8BAEA99-4DB0-E945-D117-632BFF5C08DA}"/>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7" name="Oval 25">
                <a:extLst>
                  <a:ext uri="{FF2B5EF4-FFF2-40B4-BE49-F238E27FC236}">
                    <a16:creationId xmlns:a16="http://schemas.microsoft.com/office/drawing/2014/main" id="{EEF7DE41-DC61-B848-7D50-2F38DCD6E2B9}"/>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8" name="Oval 26">
                <a:extLst>
                  <a:ext uri="{FF2B5EF4-FFF2-40B4-BE49-F238E27FC236}">
                    <a16:creationId xmlns:a16="http://schemas.microsoft.com/office/drawing/2014/main" id="{9EADACE0-EB96-CA66-A9FF-39326F87C419}"/>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9" name="Oval 27">
                <a:extLst>
                  <a:ext uri="{FF2B5EF4-FFF2-40B4-BE49-F238E27FC236}">
                    <a16:creationId xmlns:a16="http://schemas.microsoft.com/office/drawing/2014/main" id="{A3303C0E-C34D-90FD-E1AD-A976853AC0AC}"/>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0" name="Oval 28">
                <a:extLst>
                  <a:ext uri="{FF2B5EF4-FFF2-40B4-BE49-F238E27FC236}">
                    <a16:creationId xmlns:a16="http://schemas.microsoft.com/office/drawing/2014/main" id="{FAFD1028-1A1F-DA97-297A-BC7F34873CD0}"/>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1" name="Oval 29">
                <a:extLst>
                  <a:ext uri="{FF2B5EF4-FFF2-40B4-BE49-F238E27FC236}">
                    <a16:creationId xmlns:a16="http://schemas.microsoft.com/office/drawing/2014/main" id="{61D594D7-339C-5E33-16F3-85FE7A7C082B}"/>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2" name="Oval 30">
                <a:extLst>
                  <a:ext uri="{FF2B5EF4-FFF2-40B4-BE49-F238E27FC236}">
                    <a16:creationId xmlns:a16="http://schemas.microsoft.com/office/drawing/2014/main" id="{B50D8DB3-DCD9-4BEA-B247-2E7D3FE863F5}"/>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3" name="Freeform 31">
                <a:extLst>
                  <a:ext uri="{FF2B5EF4-FFF2-40B4-BE49-F238E27FC236}">
                    <a16:creationId xmlns:a16="http://schemas.microsoft.com/office/drawing/2014/main" id="{BB7A7BAD-FA09-E54C-B310-603C05DC1ABC}"/>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4" name="Freeform 32">
                <a:extLst>
                  <a:ext uri="{FF2B5EF4-FFF2-40B4-BE49-F238E27FC236}">
                    <a16:creationId xmlns:a16="http://schemas.microsoft.com/office/drawing/2014/main" id="{73FAF28C-EBBE-4DAC-0558-41D9C28F565B}"/>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5" name="Freeform 33">
                <a:extLst>
                  <a:ext uri="{FF2B5EF4-FFF2-40B4-BE49-F238E27FC236}">
                    <a16:creationId xmlns:a16="http://schemas.microsoft.com/office/drawing/2014/main" id="{48AC5F9C-E263-022B-ABF1-2C06FA13E695}"/>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24" name="Text Box 34">
              <a:extLst>
                <a:ext uri="{FF2B5EF4-FFF2-40B4-BE49-F238E27FC236}">
                  <a16:creationId xmlns:a16="http://schemas.microsoft.com/office/drawing/2014/main" id="{6AA80E0D-6A32-CBE7-C18C-C292CF1E3AA5}"/>
                </a:ext>
              </a:extLst>
            </p:cNvPr>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36" name="Group 35">
            <a:extLst>
              <a:ext uri="{FF2B5EF4-FFF2-40B4-BE49-F238E27FC236}">
                <a16:creationId xmlns:a16="http://schemas.microsoft.com/office/drawing/2014/main" id="{053C0056-9CD9-0BCB-3414-EE698A8D8442}"/>
              </a:ext>
            </a:extLst>
          </p:cNvPr>
          <p:cNvGrpSpPr>
            <a:grpSpLocks/>
          </p:cNvGrpSpPr>
          <p:nvPr/>
        </p:nvGrpSpPr>
        <p:grpSpPr bwMode="auto">
          <a:xfrm>
            <a:off x="4099995" y="968580"/>
            <a:ext cx="783138" cy="526362"/>
            <a:chOff x="4830" y="1752"/>
            <a:chExt cx="667" cy="477"/>
          </a:xfrm>
          <a:solidFill>
            <a:srgbClr val="00FFFF"/>
          </a:solidFill>
        </p:grpSpPr>
        <p:grpSp>
          <p:nvGrpSpPr>
            <p:cNvPr id="37" name="Group 36">
              <a:extLst>
                <a:ext uri="{FF2B5EF4-FFF2-40B4-BE49-F238E27FC236}">
                  <a16:creationId xmlns:a16="http://schemas.microsoft.com/office/drawing/2014/main" id="{2317FD81-A72A-8C87-7A8B-9AD8851C140A}"/>
                </a:ext>
              </a:extLst>
            </p:cNvPr>
            <p:cNvGrpSpPr>
              <a:grpSpLocks/>
            </p:cNvGrpSpPr>
            <p:nvPr/>
          </p:nvGrpSpPr>
          <p:grpSpPr bwMode="auto">
            <a:xfrm>
              <a:off x="4830" y="1752"/>
              <a:ext cx="667" cy="477"/>
              <a:chOff x="2949" y="196"/>
              <a:chExt cx="941" cy="598"/>
            </a:xfrm>
            <a:grpFill/>
          </p:grpSpPr>
          <p:sp>
            <p:nvSpPr>
              <p:cNvPr id="39" name="Oval 37">
                <a:extLst>
                  <a:ext uri="{FF2B5EF4-FFF2-40B4-BE49-F238E27FC236}">
                    <a16:creationId xmlns:a16="http://schemas.microsoft.com/office/drawing/2014/main" id="{5F6C81A5-D168-74F1-F269-7E3D591D3334}"/>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0" name="Oval 38">
                <a:extLst>
                  <a:ext uri="{FF2B5EF4-FFF2-40B4-BE49-F238E27FC236}">
                    <a16:creationId xmlns:a16="http://schemas.microsoft.com/office/drawing/2014/main" id="{37D25C5E-50F8-9B47-EDCF-1B8EB24FA226}"/>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1" name="Oval 39">
                <a:extLst>
                  <a:ext uri="{FF2B5EF4-FFF2-40B4-BE49-F238E27FC236}">
                    <a16:creationId xmlns:a16="http://schemas.microsoft.com/office/drawing/2014/main" id="{ECF92E67-F5F5-7206-38B2-B0911DE58130}"/>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2" name="Oval 40">
                <a:extLst>
                  <a:ext uri="{FF2B5EF4-FFF2-40B4-BE49-F238E27FC236}">
                    <a16:creationId xmlns:a16="http://schemas.microsoft.com/office/drawing/2014/main" id="{56694774-4A03-07D4-6212-73BEF49BE226}"/>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3" name="Oval 41">
                <a:extLst>
                  <a:ext uri="{FF2B5EF4-FFF2-40B4-BE49-F238E27FC236}">
                    <a16:creationId xmlns:a16="http://schemas.microsoft.com/office/drawing/2014/main" id="{7EE59A53-3AD4-449B-1980-DA17783E17EA}"/>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4" name="Oval 42">
                <a:extLst>
                  <a:ext uri="{FF2B5EF4-FFF2-40B4-BE49-F238E27FC236}">
                    <a16:creationId xmlns:a16="http://schemas.microsoft.com/office/drawing/2014/main" id="{00BAB7C2-0000-C9B9-5A88-889DE4AC6A2A}"/>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5" name="Oval 43">
                <a:extLst>
                  <a:ext uri="{FF2B5EF4-FFF2-40B4-BE49-F238E27FC236}">
                    <a16:creationId xmlns:a16="http://schemas.microsoft.com/office/drawing/2014/main" id="{A98FD3AF-A7AE-8021-F5E5-52581A94AB0F}"/>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6" name="Oval 44">
                <a:extLst>
                  <a:ext uri="{FF2B5EF4-FFF2-40B4-BE49-F238E27FC236}">
                    <a16:creationId xmlns:a16="http://schemas.microsoft.com/office/drawing/2014/main" id="{1A29D8C4-6CC4-7270-E9D0-5EEB42638564}"/>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7" name="Freeform 45">
                <a:extLst>
                  <a:ext uri="{FF2B5EF4-FFF2-40B4-BE49-F238E27FC236}">
                    <a16:creationId xmlns:a16="http://schemas.microsoft.com/office/drawing/2014/main" id="{A104E8E4-7C96-77B3-C949-87B800AF2F98}"/>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8" name="Freeform 46">
                <a:extLst>
                  <a:ext uri="{FF2B5EF4-FFF2-40B4-BE49-F238E27FC236}">
                    <a16:creationId xmlns:a16="http://schemas.microsoft.com/office/drawing/2014/main" id="{D62F38F0-CA54-0ADC-22E9-10C696EB7112}"/>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9" name="Freeform 47">
                <a:extLst>
                  <a:ext uri="{FF2B5EF4-FFF2-40B4-BE49-F238E27FC236}">
                    <a16:creationId xmlns:a16="http://schemas.microsoft.com/office/drawing/2014/main" id="{5F7C2E4E-E945-5A26-A586-7CC469071577}"/>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38" name="Text Box 48">
              <a:extLst>
                <a:ext uri="{FF2B5EF4-FFF2-40B4-BE49-F238E27FC236}">
                  <a16:creationId xmlns:a16="http://schemas.microsoft.com/office/drawing/2014/main" id="{3EC02509-00A3-6200-B914-82164EC770B4}"/>
                </a:ext>
              </a:extLst>
            </p:cNvPr>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127" name="组合 126">
            <a:extLst>
              <a:ext uri="{FF2B5EF4-FFF2-40B4-BE49-F238E27FC236}">
                <a16:creationId xmlns:a16="http://schemas.microsoft.com/office/drawing/2014/main" id="{F2A23817-3309-0AF0-C60F-265FD80BEFE8}"/>
              </a:ext>
            </a:extLst>
          </p:cNvPr>
          <p:cNvGrpSpPr/>
          <p:nvPr/>
        </p:nvGrpSpPr>
        <p:grpSpPr>
          <a:xfrm>
            <a:off x="1780094" y="1755788"/>
            <a:ext cx="5447183" cy="669385"/>
            <a:chOff x="1780094" y="1755788"/>
            <a:chExt cx="5447183" cy="669385"/>
          </a:xfrm>
        </p:grpSpPr>
        <p:sp>
          <p:nvSpPr>
            <p:cNvPr id="50" name="Line 50">
              <a:extLst>
                <a:ext uri="{FF2B5EF4-FFF2-40B4-BE49-F238E27FC236}">
                  <a16:creationId xmlns:a16="http://schemas.microsoft.com/office/drawing/2014/main" id="{80C84BDB-69F7-0516-DD68-C270770289DA}"/>
                </a:ext>
              </a:extLst>
            </p:cNvPr>
            <p:cNvSpPr>
              <a:spLocks noChangeShapeType="1"/>
            </p:cNvSpPr>
            <p:nvPr/>
          </p:nvSpPr>
          <p:spPr bwMode="auto">
            <a:xfrm>
              <a:off x="2416723" y="207491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51" name="Picture 51">
              <a:extLst>
                <a:ext uri="{FF2B5EF4-FFF2-40B4-BE49-F238E27FC236}">
                  <a16:creationId xmlns:a16="http://schemas.microsoft.com/office/drawing/2014/main" id="{E31498E2-CB05-3523-75FF-B17DE4C3FBB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47028" y="1980538"/>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Text Box 52">
              <a:extLst>
                <a:ext uri="{FF2B5EF4-FFF2-40B4-BE49-F238E27FC236}">
                  <a16:creationId xmlns:a16="http://schemas.microsoft.com/office/drawing/2014/main" id="{8AC62180-2D46-BB60-1023-91889E2EBD4C}"/>
                </a:ext>
              </a:extLst>
            </p:cNvPr>
            <p:cNvSpPr txBox="1">
              <a:spLocks noChangeArrowheads="1"/>
            </p:cNvSpPr>
            <p:nvPr/>
          </p:nvSpPr>
          <p:spPr bwMode="auto">
            <a:xfrm>
              <a:off x="5578787"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53" name="Text Box 53">
              <a:extLst>
                <a:ext uri="{FF2B5EF4-FFF2-40B4-BE49-F238E27FC236}">
                  <a16:creationId xmlns:a16="http://schemas.microsoft.com/office/drawing/2014/main" id="{B0D93A72-4B59-6BC9-A297-474C4E1BE89D}"/>
                </a:ext>
              </a:extLst>
            </p:cNvPr>
            <p:cNvSpPr txBox="1">
              <a:spLocks noChangeArrowheads="1"/>
            </p:cNvSpPr>
            <p:nvPr/>
          </p:nvSpPr>
          <p:spPr bwMode="auto">
            <a:xfrm>
              <a:off x="3190375"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54" name="Picture 54">
              <a:extLst>
                <a:ext uri="{FF2B5EF4-FFF2-40B4-BE49-F238E27FC236}">
                  <a16:creationId xmlns:a16="http://schemas.microsoft.com/office/drawing/2014/main" id="{6C75358C-09FA-C64A-DAC0-DAE5E314519E}"/>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34386" y="1980538"/>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5" name="Group 55">
              <a:extLst>
                <a:ext uri="{FF2B5EF4-FFF2-40B4-BE49-F238E27FC236}">
                  <a16:creationId xmlns:a16="http://schemas.microsoft.com/office/drawing/2014/main" id="{AB4B30DE-749E-A084-6043-4CCED67D14AC}"/>
                </a:ext>
              </a:extLst>
            </p:cNvPr>
            <p:cNvGrpSpPr>
              <a:grpSpLocks/>
            </p:cNvGrpSpPr>
            <p:nvPr/>
          </p:nvGrpSpPr>
          <p:grpSpPr bwMode="auto">
            <a:xfrm>
              <a:off x="1793796" y="1810273"/>
              <a:ext cx="783138" cy="526362"/>
              <a:chOff x="4830" y="1752"/>
              <a:chExt cx="667" cy="477"/>
            </a:xfrm>
            <a:solidFill>
              <a:srgbClr val="00FFFF"/>
            </a:solidFill>
          </p:grpSpPr>
          <p:grpSp>
            <p:nvGrpSpPr>
              <p:cNvPr id="56" name="Group 56">
                <a:extLst>
                  <a:ext uri="{FF2B5EF4-FFF2-40B4-BE49-F238E27FC236}">
                    <a16:creationId xmlns:a16="http://schemas.microsoft.com/office/drawing/2014/main" id="{5C1AB74D-E80E-9687-9EC4-C55198A04C88}"/>
                  </a:ext>
                </a:extLst>
              </p:cNvPr>
              <p:cNvGrpSpPr>
                <a:grpSpLocks/>
              </p:cNvGrpSpPr>
              <p:nvPr/>
            </p:nvGrpSpPr>
            <p:grpSpPr bwMode="auto">
              <a:xfrm>
                <a:off x="4830" y="1752"/>
                <a:ext cx="667" cy="477"/>
                <a:chOff x="2949" y="196"/>
                <a:chExt cx="941" cy="598"/>
              </a:xfrm>
              <a:grpFill/>
            </p:grpSpPr>
            <p:sp>
              <p:nvSpPr>
                <p:cNvPr id="58" name="Oval 57">
                  <a:extLst>
                    <a:ext uri="{FF2B5EF4-FFF2-40B4-BE49-F238E27FC236}">
                      <a16:creationId xmlns:a16="http://schemas.microsoft.com/office/drawing/2014/main" id="{45EAE509-52A3-E0FA-C3AE-E238DEBBBF3B}"/>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59" name="Oval 58">
                  <a:extLst>
                    <a:ext uri="{FF2B5EF4-FFF2-40B4-BE49-F238E27FC236}">
                      <a16:creationId xmlns:a16="http://schemas.microsoft.com/office/drawing/2014/main" id="{2A1A55E4-7868-DC9B-1D30-DDBA5EB27BD9}"/>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0" name="Oval 59">
                  <a:extLst>
                    <a:ext uri="{FF2B5EF4-FFF2-40B4-BE49-F238E27FC236}">
                      <a16:creationId xmlns:a16="http://schemas.microsoft.com/office/drawing/2014/main" id="{FB19B27F-8532-E3A1-A49C-4AA8A31621B7}"/>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1" name="Oval 60">
                  <a:extLst>
                    <a:ext uri="{FF2B5EF4-FFF2-40B4-BE49-F238E27FC236}">
                      <a16:creationId xmlns:a16="http://schemas.microsoft.com/office/drawing/2014/main" id="{6D3D7508-223E-8F1D-298B-867B64012A7B}"/>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2" name="Oval 61">
                  <a:extLst>
                    <a:ext uri="{FF2B5EF4-FFF2-40B4-BE49-F238E27FC236}">
                      <a16:creationId xmlns:a16="http://schemas.microsoft.com/office/drawing/2014/main" id="{F352F135-5FFE-072F-8311-9DF4048AD810}"/>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3" name="Oval 62">
                  <a:extLst>
                    <a:ext uri="{FF2B5EF4-FFF2-40B4-BE49-F238E27FC236}">
                      <a16:creationId xmlns:a16="http://schemas.microsoft.com/office/drawing/2014/main" id="{F2AC6A0D-2110-69E8-C50B-B07BB7964783}"/>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4" name="Oval 63">
                  <a:extLst>
                    <a:ext uri="{FF2B5EF4-FFF2-40B4-BE49-F238E27FC236}">
                      <a16:creationId xmlns:a16="http://schemas.microsoft.com/office/drawing/2014/main" id="{9BD43F21-46AF-F976-FE7D-A07258C69679}"/>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5" name="Oval 64">
                  <a:extLst>
                    <a:ext uri="{FF2B5EF4-FFF2-40B4-BE49-F238E27FC236}">
                      <a16:creationId xmlns:a16="http://schemas.microsoft.com/office/drawing/2014/main" id="{04785491-5F8D-B387-E127-9F873A833819}"/>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6" name="Freeform 65">
                  <a:extLst>
                    <a:ext uri="{FF2B5EF4-FFF2-40B4-BE49-F238E27FC236}">
                      <a16:creationId xmlns:a16="http://schemas.microsoft.com/office/drawing/2014/main" id="{FB18FE31-A15C-320E-3F97-D66F9798FFE9}"/>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7" name="Freeform 66">
                  <a:extLst>
                    <a:ext uri="{FF2B5EF4-FFF2-40B4-BE49-F238E27FC236}">
                      <a16:creationId xmlns:a16="http://schemas.microsoft.com/office/drawing/2014/main" id="{CF81A8D9-E487-4849-F5D1-25CD6854D0FD}"/>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8" name="Freeform 67">
                  <a:extLst>
                    <a:ext uri="{FF2B5EF4-FFF2-40B4-BE49-F238E27FC236}">
                      <a16:creationId xmlns:a16="http://schemas.microsoft.com/office/drawing/2014/main" id="{527CB927-45E4-07FE-CA17-DECC41655C9C}"/>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57" name="Text Box 68">
                <a:extLst>
                  <a:ext uri="{FF2B5EF4-FFF2-40B4-BE49-F238E27FC236}">
                    <a16:creationId xmlns:a16="http://schemas.microsoft.com/office/drawing/2014/main" id="{7C84EA58-9668-7177-2970-14038A2F9451}"/>
                  </a:ext>
                </a:extLst>
              </p:cNvPr>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69" name="Group 69">
              <a:extLst>
                <a:ext uri="{FF2B5EF4-FFF2-40B4-BE49-F238E27FC236}">
                  <a16:creationId xmlns:a16="http://schemas.microsoft.com/office/drawing/2014/main" id="{03ACA1D6-AFC7-A724-9CEF-BFAF9E364D67}"/>
                </a:ext>
              </a:extLst>
            </p:cNvPr>
            <p:cNvGrpSpPr>
              <a:grpSpLocks/>
            </p:cNvGrpSpPr>
            <p:nvPr/>
          </p:nvGrpSpPr>
          <p:grpSpPr bwMode="auto">
            <a:xfrm>
              <a:off x="6444139" y="1810273"/>
              <a:ext cx="783138" cy="526362"/>
              <a:chOff x="4830" y="1752"/>
              <a:chExt cx="667" cy="477"/>
            </a:xfrm>
            <a:solidFill>
              <a:srgbClr val="00FFFF"/>
            </a:solidFill>
          </p:grpSpPr>
          <p:grpSp>
            <p:nvGrpSpPr>
              <p:cNvPr id="70" name="Group 70">
                <a:extLst>
                  <a:ext uri="{FF2B5EF4-FFF2-40B4-BE49-F238E27FC236}">
                    <a16:creationId xmlns:a16="http://schemas.microsoft.com/office/drawing/2014/main" id="{0BA9EB6E-C594-74EC-D532-BC59E76DD6F9}"/>
                  </a:ext>
                </a:extLst>
              </p:cNvPr>
              <p:cNvGrpSpPr>
                <a:grpSpLocks/>
              </p:cNvGrpSpPr>
              <p:nvPr/>
            </p:nvGrpSpPr>
            <p:grpSpPr bwMode="auto">
              <a:xfrm>
                <a:off x="4830" y="1752"/>
                <a:ext cx="667" cy="477"/>
                <a:chOff x="2949" y="196"/>
                <a:chExt cx="941" cy="598"/>
              </a:xfrm>
              <a:grpFill/>
            </p:grpSpPr>
            <p:sp>
              <p:nvSpPr>
                <p:cNvPr id="72" name="Oval 71">
                  <a:extLst>
                    <a:ext uri="{FF2B5EF4-FFF2-40B4-BE49-F238E27FC236}">
                      <a16:creationId xmlns:a16="http://schemas.microsoft.com/office/drawing/2014/main" id="{E5FF9FDE-6B7E-ABCA-E559-FA31D464A065}"/>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3" name="Oval 72">
                  <a:extLst>
                    <a:ext uri="{FF2B5EF4-FFF2-40B4-BE49-F238E27FC236}">
                      <a16:creationId xmlns:a16="http://schemas.microsoft.com/office/drawing/2014/main" id="{1220CA74-187D-9A11-5BA8-3DAF01B5818D}"/>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4" name="Oval 73">
                  <a:extLst>
                    <a:ext uri="{FF2B5EF4-FFF2-40B4-BE49-F238E27FC236}">
                      <a16:creationId xmlns:a16="http://schemas.microsoft.com/office/drawing/2014/main" id="{29CE5048-42FE-1C3B-6B05-7746ED54DAA8}"/>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5" name="Oval 74">
                  <a:extLst>
                    <a:ext uri="{FF2B5EF4-FFF2-40B4-BE49-F238E27FC236}">
                      <a16:creationId xmlns:a16="http://schemas.microsoft.com/office/drawing/2014/main" id="{A4B378AA-3601-6F9A-6BEB-6354352371D6}"/>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6" name="Oval 75">
                  <a:extLst>
                    <a:ext uri="{FF2B5EF4-FFF2-40B4-BE49-F238E27FC236}">
                      <a16:creationId xmlns:a16="http://schemas.microsoft.com/office/drawing/2014/main" id="{3D16EEE3-AC4B-1C4D-C478-4D48F40841F5}"/>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7" name="Oval 76">
                  <a:extLst>
                    <a:ext uri="{FF2B5EF4-FFF2-40B4-BE49-F238E27FC236}">
                      <a16:creationId xmlns:a16="http://schemas.microsoft.com/office/drawing/2014/main" id="{0B376698-67EF-66DC-065D-D104B8B38411}"/>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8" name="Oval 77">
                  <a:extLst>
                    <a:ext uri="{FF2B5EF4-FFF2-40B4-BE49-F238E27FC236}">
                      <a16:creationId xmlns:a16="http://schemas.microsoft.com/office/drawing/2014/main" id="{C619B69A-4C0C-E2E0-E5EB-17A3844EC045}"/>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9" name="Oval 78">
                  <a:extLst>
                    <a:ext uri="{FF2B5EF4-FFF2-40B4-BE49-F238E27FC236}">
                      <a16:creationId xmlns:a16="http://schemas.microsoft.com/office/drawing/2014/main" id="{A51C435C-20FE-CF4D-A9DC-692547D1D337}"/>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0" name="Freeform 79">
                  <a:extLst>
                    <a:ext uri="{FF2B5EF4-FFF2-40B4-BE49-F238E27FC236}">
                      <a16:creationId xmlns:a16="http://schemas.microsoft.com/office/drawing/2014/main" id="{7D094826-3B26-3252-1C8F-D48A5630AB49}"/>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1" name="Freeform 80">
                  <a:extLst>
                    <a:ext uri="{FF2B5EF4-FFF2-40B4-BE49-F238E27FC236}">
                      <a16:creationId xmlns:a16="http://schemas.microsoft.com/office/drawing/2014/main" id="{E3CFB19B-BF05-F28C-0F03-7EB811DF61ED}"/>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2" name="Freeform 81">
                  <a:extLst>
                    <a:ext uri="{FF2B5EF4-FFF2-40B4-BE49-F238E27FC236}">
                      <a16:creationId xmlns:a16="http://schemas.microsoft.com/office/drawing/2014/main" id="{98C9AF57-C829-60D1-7B27-B4047144285B}"/>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71" name="Text Box 82">
                <a:extLst>
                  <a:ext uri="{FF2B5EF4-FFF2-40B4-BE49-F238E27FC236}">
                    <a16:creationId xmlns:a16="http://schemas.microsoft.com/office/drawing/2014/main" id="{06C9E347-98C6-C20D-A245-8150AADAF4C1}"/>
                  </a:ext>
                </a:extLst>
              </p:cNvPr>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83" name="Group 83">
              <a:extLst>
                <a:ext uri="{FF2B5EF4-FFF2-40B4-BE49-F238E27FC236}">
                  <a16:creationId xmlns:a16="http://schemas.microsoft.com/office/drawing/2014/main" id="{F57135E2-5908-0E8C-42D8-8B9B005F9398}"/>
                </a:ext>
              </a:extLst>
            </p:cNvPr>
            <p:cNvGrpSpPr>
              <a:grpSpLocks/>
            </p:cNvGrpSpPr>
            <p:nvPr/>
          </p:nvGrpSpPr>
          <p:grpSpPr bwMode="auto">
            <a:xfrm>
              <a:off x="4099995" y="1810273"/>
              <a:ext cx="783138" cy="526362"/>
              <a:chOff x="4830" y="1752"/>
              <a:chExt cx="667" cy="477"/>
            </a:xfrm>
            <a:solidFill>
              <a:srgbClr val="00FFFF"/>
            </a:solidFill>
          </p:grpSpPr>
          <p:grpSp>
            <p:nvGrpSpPr>
              <p:cNvPr id="84" name="Group 84">
                <a:extLst>
                  <a:ext uri="{FF2B5EF4-FFF2-40B4-BE49-F238E27FC236}">
                    <a16:creationId xmlns:a16="http://schemas.microsoft.com/office/drawing/2014/main" id="{B5D1AADF-F353-A9DA-C24E-D407C20E9CC7}"/>
                  </a:ext>
                </a:extLst>
              </p:cNvPr>
              <p:cNvGrpSpPr>
                <a:grpSpLocks/>
              </p:cNvGrpSpPr>
              <p:nvPr/>
            </p:nvGrpSpPr>
            <p:grpSpPr bwMode="auto">
              <a:xfrm>
                <a:off x="4830" y="1752"/>
                <a:ext cx="667" cy="477"/>
                <a:chOff x="2949" y="196"/>
                <a:chExt cx="941" cy="598"/>
              </a:xfrm>
              <a:grpFill/>
            </p:grpSpPr>
            <p:sp>
              <p:nvSpPr>
                <p:cNvPr id="86" name="Oval 85">
                  <a:extLst>
                    <a:ext uri="{FF2B5EF4-FFF2-40B4-BE49-F238E27FC236}">
                      <a16:creationId xmlns:a16="http://schemas.microsoft.com/office/drawing/2014/main" id="{D784632C-4506-0924-EF5B-B41A652F4A4A}"/>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7" name="Oval 86">
                  <a:extLst>
                    <a:ext uri="{FF2B5EF4-FFF2-40B4-BE49-F238E27FC236}">
                      <a16:creationId xmlns:a16="http://schemas.microsoft.com/office/drawing/2014/main" id="{314C9EB2-F5AE-0516-8EB5-13A9AC1C8F08}"/>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8" name="Oval 87">
                  <a:extLst>
                    <a:ext uri="{FF2B5EF4-FFF2-40B4-BE49-F238E27FC236}">
                      <a16:creationId xmlns:a16="http://schemas.microsoft.com/office/drawing/2014/main" id="{F16D278F-7B13-6E6E-3E07-51166E1D0DCA}"/>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9" name="Oval 88">
                  <a:extLst>
                    <a:ext uri="{FF2B5EF4-FFF2-40B4-BE49-F238E27FC236}">
                      <a16:creationId xmlns:a16="http://schemas.microsoft.com/office/drawing/2014/main" id="{D4BE5BFF-3DA3-C771-AD4A-75FFCD6E8F24}"/>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0" name="Oval 89">
                  <a:extLst>
                    <a:ext uri="{FF2B5EF4-FFF2-40B4-BE49-F238E27FC236}">
                      <a16:creationId xmlns:a16="http://schemas.microsoft.com/office/drawing/2014/main" id="{E99E0C91-1018-0156-FB66-BF8F2483C698}"/>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1" name="Oval 90">
                  <a:extLst>
                    <a:ext uri="{FF2B5EF4-FFF2-40B4-BE49-F238E27FC236}">
                      <a16:creationId xmlns:a16="http://schemas.microsoft.com/office/drawing/2014/main" id="{EEB52242-1A99-A413-B092-324F8132769D}"/>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2" name="Oval 91">
                  <a:extLst>
                    <a:ext uri="{FF2B5EF4-FFF2-40B4-BE49-F238E27FC236}">
                      <a16:creationId xmlns:a16="http://schemas.microsoft.com/office/drawing/2014/main" id="{BC3E4048-B207-6B69-1B4E-14D13147D699}"/>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3" name="Oval 92">
                  <a:extLst>
                    <a:ext uri="{FF2B5EF4-FFF2-40B4-BE49-F238E27FC236}">
                      <a16:creationId xmlns:a16="http://schemas.microsoft.com/office/drawing/2014/main" id="{78267338-E27B-9440-1208-041243E4C55C}"/>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4" name="Freeform 93">
                  <a:extLst>
                    <a:ext uri="{FF2B5EF4-FFF2-40B4-BE49-F238E27FC236}">
                      <a16:creationId xmlns:a16="http://schemas.microsoft.com/office/drawing/2014/main" id="{02FB7F40-8309-FAC5-4252-CA1D97F3C0D4}"/>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5" name="Freeform 94">
                  <a:extLst>
                    <a:ext uri="{FF2B5EF4-FFF2-40B4-BE49-F238E27FC236}">
                      <a16:creationId xmlns:a16="http://schemas.microsoft.com/office/drawing/2014/main" id="{3EFC10F0-7783-4417-4FBE-8C4A4A091674}"/>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6" name="Freeform 95">
                  <a:extLst>
                    <a:ext uri="{FF2B5EF4-FFF2-40B4-BE49-F238E27FC236}">
                      <a16:creationId xmlns:a16="http://schemas.microsoft.com/office/drawing/2014/main" id="{508AB914-B79C-833A-89C9-E3134DAF14A1}"/>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85" name="Text Box 96">
                <a:extLst>
                  <a:ext uri="{FF2B5EF4-FFF2-40B4-BE49-F238E27FC236}">
                    <a16:creationId xmlns:a16="http://schemas.microsoft.com/office/drawing/2014/main" id="{4011708B-B780-28DD-C515-C713EC2C8146}"/>
                  </a:ext>
                </a:extLst>
              </p:cNvPr>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97" name="Group 97">
              <a:extLst>
                <a:ext uri="{FF2B5EF4-FFF2-40B4-BE49-F238E27FC236}">
                  <a16:creationId xmlns:a16="http://schemas.microsoft.com/office/drawing/2014/main" id="{D2902118-71D8-1851-00CF-B017DE218823}"/>
                </a:ext>
              </a:extLst>
            </p:cNvPr>
            <p:cNvGrpSpPr>
              <a:grpSpLocks/>
            </p:cNvGrpSpPr>
            <p:nvPr/>
          </p:nvGrpSpPr>
          <p:grpSpPr bwMode="auto">
            <a:xfrm>
              <a:off x="1780094" y="1755788"/>
              <a:ext cx="795786" cy="595441"/>
              <a:chOff x="434" y="1298"/>
              <a:chExt cx="755" cy="612"/>
            </a:xfrm>
          </p:grpSpPr>
          <p:sp>
            <p:nvSpPr>
              <p:cNvPr id="98" name="Line 98">
                <a:extLst>
                  <a:ext uri="{FF2B5EF4-FFF2-40B4-BE49-F238E27FC236}">
                    <a16:creationId xmlns:a16="http://schemas.microsoft.com/office/drawing/2014/main" id="{A5A22A7E-9751-7B15-FE96-0A1D9A8AA3BA}"/>
                  </a:ext>
                </a:extLst>
              </p:cNvPr>
              <p:cNvSpPr>
                <a:spLocks noChangeShapeType="1"/>
              </p:cNvSpPr>
              <p:nvPr/>
            </p:nvSpPr>
            <p:spPr bwMode="auto">
              <a:xfrm>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9" name="Line 99">
                <a:extLst>
                  <a:ext uri="{FF2B5EF4-FFF2-40B4-BE49-F238E27FC236}">
                    <a16:creationId xmlns:a16="http://schemas.microsoft.com/office/drawing/2014/main" id="{3A065C98-BC5D-0500-EFCF-93730BB8C318}"/>
                  </a:ext>
                </a:extLst>
              </p:cNvPr>
              <p:cNvSpPr>
                <a:spLocks noChangeShapeType="1"/>
              </p:cNvSpPr>
              <p:nvPr/>
            </p:nvSpPr>
            <p:spPr bwMode="auto">
              <a:xfrm flipH="1">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grpSp>
      <p:sp>
        <p:nvSpPr>
          <p:cNvPr id="100" name="Text Box 100">
            <a:extLst>
              <a:ext uri="{FF2B5EF4-FFF2-40B4-BE49-F238E27FC236}">
                <a16:creationId xmlns:a16="http://schemas.microsoft.com/office/drawing/2014/main" id="{6B5B9A7F-A57C-AF6A-C5F7-7D9E4C1C05B5}"/>
              </a:ext>
            </a:extLst>
          </p:cNvPr>
          <p:cNvSpPr txBox="1">
            <a:spLocks noChangeArrowheads="1"/>
          </p:cNvSpPr>
          <p:nvPr/>
        </p:nvSpPr>
        <p:spPr bwMode="auto">
          <a:xfrm>
            <a:off x="1596284" y="2462144"/>
            <a:ext cx="1220206" cy="272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300" b="1" dirty="0">
                <a:solidFill>
                  <a:srgbClr val="CC00CC"/>
                </a:solidFill>
                <a:latin typeface="微软雅黑" pitchFamily="34" charset="-122"/>
                <a:ea typeface="微软雅黑" pitchFamily="34" charset="-122"/>
              </a:rPr>
              <a:t>网 </a:t>
            </a:r>
            <a:r>
              <a:rPr kumimoji="1" lang="en-US" altLang="zh-CN" sz="1300" b="1" dirty="0">
                <a:solidFill>
                  <a:srgbClr val="CC00CC"/>
                </a:solidFill>
                <a:latin typeface="微软雅黑" pitchFamily="34" charset="-122"/>
                <a:ea typeface="微软雅黑" pitchFamily="34" charset="-122"/>
              </a:rPr>
              <a:t>1 </a:t>
            </a:r>
            <a:r>
              <a:rPr kumimoji="1" lang="zh-CN" altLang="en-US" sz="1300" b="1" dirty="0">
                <a:solidFill>
                  <a:srgbClr val="CC00CC"/>
                </a:solidFill>
                <a:latin typeface="微软雅黑" pitchFamily="34" charset="-122"/>
                <a:ea typeface="微软雅黑" pitchFamily="34" charset="-122"/>
              </a:rPr>
              <a:t>出了故障</a:t>
            </a:r>
          </a:p>
        </p:txBody>
      </p:sp>
      <p:sp>
        <p:nvSpPr>
          <p:cNvPr id="101" name="Text Box 101">
            <a:extLst>
              <a:ext uri="{FF2B5EF4-FFF2-40B4-BE49-F238E27FC236}">
                <a16:creationId xmlns:a16="http://schemas.microsoft.com/office/drawing/2014/main" id="{63FDF13E-128F-E1C2-B947-0DD25D711422}"/>
              </a:ext>
            </a:extLst>
          </p:cNvPr>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02" name="Group 102">
            <a:extLst>
              <a:ext uri="{FF2B5EF4-FFF2-40B4-BE49-F238E27FC236}">
                <a16:creationId xmlns:a16="http://schemas.microsoft.com/office/drawing/2014/main" id="{82B44022-4189-63AF-03D6-F555E6EDB736}"/>
              </a:ext>
            </a:extLst>
          </p:cNvPr>
          <p:cNvGrpSpPr>
            <a:grpSpLocks/>
          </p:cNvGrpSpPr>
          <p:nvPr/>
        </p:nvGrpSpPr>
        <p:grpSpPr bwMode="auto">
          <a:xfrm>
            <a:off x="2816198" y="886853"/>
            <a:ext cx="977077" cy="191669"/>
            <a:chOff x="1491" y="212"/>
            <a:chExt cx="853" cy="240"/>
          </a:xfrm>
          <a:solidFill>
            <a:srgbClr val="FFFF00"/>
          </a:solidFill>
        </p:grpSpPr>
        <p:sp>
          <p:nvSpPr>
            <p:cNvPr id="103" name="AutoShape 103">
              <a:extLst>
                <a:ext uri="{FF2B5EF4-FFF2-40B4-BE49-F238E27FC236}">
                  <a16:creationId xmlns:a16="http://schemas.microsoft.com/office/drawing/2014/main" id="{11DABEF7-7B1C-89F0-47D8-98FCD4126E79}"/>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4" name="Rectangle 104">
              <a:extLst>
                <a:ext uri="{FF2B5EF4-FFF2-40B4-BE49-F238E27FC236}">
                  <a16:creationId xmlns:a16="http://schemas.microsoft.com/office/drawing/2014/main" id="{F5975E99-6B93-A22F-4CB8-608A044FF0B4}"/>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5" name="Text Box 105">
            <a:extLst>
              <a:ext uri="{FF2B5EF4-FFF2-40B4-BE49-F238E27FC236}">
                <a16:creationId xmlns:a16="http://schemas.microsoft.com/office/drawing/2014/main" id="{B24EC74F-4551-042F-F5B7-18297177D3B5}"/>
              </a:ext>
            </a:extLst>
          </p:cNvPr>
          <p:cNvSpPr txBox="1">
            <a:spLocks noChangeArrowheads="1"/>
          </p:cNvSpPr>
          <p:nvPr/>
        </p:nvSpPr>
        <p:spPr bwMode="auto">
          <a:xfrm>
            <a:off x="2776368" y="922072"/>
            <a:ext cx="899185"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1,1,</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nvGrpSpPr>
          <p:cNvPr id="106" name="Group 106">
            <a:extLst>
              <a:ext uri="{FF2B5EF4-FFF2-40B4-BE49-F238E27FC236}">
                <a16:creationId xmlns:a16="http://schemas.microsoft.com/office/drawing/2014/main" id="{14887D2A-0397-D26A-4C0D-45060158ACD0}"/>
              </a:ext>
            </a:extLst>
          </p:cNvPr>
          <p:cNvGrpSpPr>
            <a:grpSpLocks/>
          </p:cNvGrpSpPr>
          <p:nvPr/>
        </p:nvGrpSpPr>
        <p:grpSpPr bwMode="auto">
          <a:xfrm>
            <a:off x="2941624" y="2505921"/>
            <a:ext cx="1032939" cy="242263"/>
            <a:chOff x="1536" y="2024"/>
            <a:chExt cx="980" cy="249"/>
          </a:xfrm>
          <a:solidFill>
            <a:srgbClr val="FFFF00"/>
          </a:solidFill>
        </p:grpSpPr>
        <p:grpSp>
          <p:nvGrpSpPr>
            <p:cNvPr id="107" name="Group 107">
              <a:extLst>
                <a:ext uri="{FF2B5EF4-FFF2-40B4-BE49-F238E27FC236}">
                  <a16:creationId xmlns:a16="http://schemas.microsoft.com/office/drawing/2014/main" id="{0A9EBB88-84B7-1895-3C68-A674D171422D}"/>
                </a:ext>
              </a:extLst>
            </p:cNvPr>
            <p:cNvGrpSpPr>
              <a:grpSpLocks/>
            </p:cNvGrpSpPr>
            <p:nvPr/>
          </p:nvGrpSpPr>
          <p:grpSpPr bwMode="auto">
            <a:xfrm>
              <a:off x="1589" y="2024"/>
              <a:ext cx="927" cy="197"/>
              <a:chOff x="1491" y="212"/>
              <a:chExt cx="853" cy="240"/>
            </a:xfrm>
            <a:grpFill/>
          </p:grpSpPr>
          <p:sp>
            <p:nvSpPr>
              <p:cNvPr id="109" name="AutoShape 108">
                <a:extLst>
                  <a:ext uri="{FF2B5EF4-FFF2-40B4-BE49-F238E27FC236}">
                    <a16:creationId xmlns:a16="http://schemas.microsoft.com/office/drawing/2014/main" id="{98BCC5B5-504B-C6C5-E7FB-D90DFCA1B139}"/>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0" name="Rectangle 109">
                <a:extLst>
                  <a:ext uri="{FF2B5EF4-FFF2-40B4-BE49-F238E27FC236}">
                    <a16:creationId xmlns:a16="http://schemas.microsoft.com/office/drawing/2014/main" id="{4E484349-4B6E-9ABF-8D81-507D7FA8D187}"/>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10">
              <a:extLst>
                <a:ext uri="{FF2B5EF4-FFF2-40B4-BE49-F238E27FC236}">
                  <a16:creationId xmlns:a16="http://schemas.microsoft.com/office/drawing/2014/main" id="{F81BF3E5-8C51-5D0C-9B2D-0D0C8DA33926}"/>
                </a:ext>
              </a:extLst>
            </p:cNvPr>
            <p:cNvSpPr txBox="1">
              <a:spLocks noChangeArrowheads="1"/>
            </p:cNvSpPr>
            <p:nvPr/>
          </p:nvSpPr>
          <p:spPr bwMode="auto">
            <a:xfrm>
              <a:off x="1536" y="2061"/>
              <a:ext cx="803" cy="212"/>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1,16,</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grpSp>
        <p:nvGrpSpPr>
          <p:cNvPr id="111" name="Group 111">
            <a:extLst>
              <a:ext uri="{FF2B5EF4-FFF2-40B4-BE49-F238E27FC236}">
                <a16:creationId xmlns:a16="http://schemas.microsoft.com/office/drawing/2014/main" id="{7300DA74-AA0B-72CB-4D71-922181E5924D}"/>
              </a:ext>
            </a:extLst>
          </p:cNvPr>
          <p:cNvGrpSpPr>
            <a:grpSpLocks/>
          </p:cNvGrpSpPr>
          <p:nvPr/>
        </p:nvGrpSpPr>
        <p:grpSpPr bwMode="auto">
          <a:xfrm flipH="1">
            <a:off x="5027534" y="900474"/>
            <a:ext cx="977077" cy="191669"/>
            <a:chOff x="1491" y="212"/>
            <a:chExt cx="853" cy="240"/>
          </a:xfrm>
          <a:solidFill>
            <a:srgbClr val="66FF66"/>
          </a:solidFill>
        </p:grpSpPr>
        <p:sp>
          <p:nvSpPr>
            <p:cNvPr id="112" name="AutoShape 112">
              <a:extLst>
                <a:ext uri="{FF2B5EF4-FFF2-40B4-BE49-F238E27FC236}">
                  <a16:creationId xmlns:a16="http://schemas.microsoft.com/office/drawing/2014/main" id="{F6E68AE7-933C-3BCE-119C-816DF0343186}"/>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3" name="Rectangle 113">
              <a:extLst>
                <a:ext uri="{FF2B5EF4-FFF2-40B4-BE49-F238E27FC236}">
                  <a16:creationId xmlns:a16="http://schemas.microsoft.com/office/drawing/2014/main" id="{35817C7F-6A99-9DCB-2FD9-3A30912FCFD8}"/>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4" name="Text Box 114">
            <a:extLst>
              <a:ext uri="{FF2B5EF4-FFF2-40B4-BE49-F238E27FC236}">
                <a16:creationId xmlns:a16="http://schemas.microsoft.com/office/drawing/2014/main" id="{644398FA-CDB4-87D9-F594-A1F45B3E1C22}"/>
              </a:ext>
            </a:extLst>
          </p:cNvPr>
          <p:cNvSpPr txBox="1">
            <a:spLocks noChangeArrowheads="1"/>
          </p:cNvSpPr>
          <p:nvPr/>
        </p:nvSpPr>
        <p:spPr bwMode="auto">
          <a:xfrm>
            <a:off x="5234273" y="923834"/>
            <a:ext cx="838691" cy="206980"/>
          </a:xfrm>
          <a:prstGeom prst="rect">
            <a:avLst/>
          </a:prstGeom>
          <a:noFill/>
          <a:ln>
            <a:noFill/>
          </a:ln>
          <a:effec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1,2,</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nvGrpSpPr>
          <p:cNvPr id="115" name="Group 115">
            <a:extLst>
              <a:ext uri="{FF2B5EF4-FFF2-40B4-BE49-F238E27FC236}">
                <a16:creationId xmlns:a16="http://schemas.microsoft.com/office/drawing/2014/main" id="{F1136210-B26D-03D8-3500-86C663151C91}"/>
              </a:ext>
            </a:extLst>
          </p:cNvPr>
          <p:cNvGrpSpPr>
            <a:grpSpLocks/>
          </p:cNvGrpSpPr>
          <p:nvPr/>
        </p:nvGrpSpPr>
        <p:grpSpPr bwMode="auto">
          <a:xfrm>
            <a:off x="5027532" y="2473781"/>
            <a:ext cx="1056130" cy="231556"/>
            <a:chOff x="3515" y="1991"/>
            <a:chExt cx="1002" cy="238"/>
          </a:xfrm>
          <a:solidFill>
            <a:srgbClr val="66FF66"/>
          </a:solidFill>
        </p:grpSpPr>
        <p:grpSp>
          <p:nvGrpSpPr>
            <p:cNvPr id="116" name="Group 116">
              <a:extLst>
                <a:ext uri="{FF2B5EF4-FFF2-40B4-BE49-F238E27FC236}">
                  <a16:creationId xmlns:a16="http://schemas.microsoft.com/office/drawing/2014/main" id="{1B25009F-16C9-4A17-82F4-3B2877E1C4AF}"/>
                </a:ext>
              </a:extLst>
            </p:cNvPr>
            <p:cNvGrpSpPr>
              <a:grpSpLocks/>
            </p:cNvGrpSpPr>
            <p:nvPr/>
          </p:nvGrpSpPr>
          <p:grpSpPr bwMode="auto">
            <a:xfrm flipH="1">
              <a:off x="3515" y="1991"/>
              <a:ext cx="927" cy="197"/>
              <a:chOff x="1491" y="212"/>
              <a:chExt cx="853" cy="240"/>
            </a:xfrm>
            <a:grpFill/>
          </p:grpSpPr>
          <p:sp>
            <p:nvSpPr>
              <p:cNvPr id="118" name="AutoShape 117">
                <a:extLst>
                  <a:ext uri="{FF2B5EF4-FFF2-40B4-BE49-F238E27FC236}">
                    <a16:creationId xmlns:a16="http://schemas.microsoft.com/office/drawing/2014/main" id="{76F97E15-7949-C898-F065-FF4BF8276AC6}"/>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9" name="Rectangle 118">
                <a:extLst>
                  <a:ext uri="{FF2B5EF4-FFF2-40B4-BE49-F238E27FC236}">
                    <a16:creationId xmlns:a16="http://schemas.microsoft.com/office/drawing/2014/main" id="{0EE236B0-2157-25BD-A6B5-B14323EF3C37}"/>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9">
              <a:extLst>
                <a:ext uri="{FF2B5EF4-FFF2-40B4-BE49-F238E27FC236}">
                  <a16:creationId xmlns:a16="http://schemas.microsoft.com/office/drawing/2014/main" id="{D8CA30C3-305B-173E-026E-50CF69A2FF70}"/>
                </a:ext>
              </a:extLst>
            </p:cNvPr>
            <p:cNvSpPr txBox="1">
              <a:spLocks noChangeArrowheads="1"/>
            </p:cNvSpPr>
            <p:nvPr/>
          </p:nvSpPr>
          <p:spPr bwMode="auto">
            <a:xfrm>
              <a:off x="3721" y="2016"/>
              <a:ext cx="796"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1,2,</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grpSp>
        <p:nvGrpSpPr>
          <p:cNvPr id="2" name="Group 121">
            <a:extLst>
              <a:ext uri="{FF2B5EF4-FFF2-40B4-BE49-F238E27FC236}">
                <a16:creationId xmlns:a16="http://schemas.microsoft.com/office/drawing/2014/main" id="{77117EDA-0043-E040-86F1-5660D37CA25C}"/>
              </a:ext>
            </a:extLst>
          </p:cNvPr>
          <p:cNvGrpSpPr>
            <a:grpSpLocks/>
          </p:cNvGrpSpPr>
          <p:nvPr/>
        </p:nvGrpSpPr>
        <p:grpSpPr bwMode="auto">
          <a:xfrm>
            <a:off x="2945844" y="2814348"/>
            <a:ext cx="1028724" cy="231560"/>
            <a:chOff x="1540" y="2478"/>
            <a:chExt cx="976" cy="238"/>
          </a:xfrm>
          <a:solidFill>
            <a:srgbClr val="FFFF00"/>
          </a:solidFill>
        </p:grpSpPr>
        <p:grpSp>
          <p:nvGrpSpPr>
            <p:cNvPr id="120" name="Group 122">
              <a:extLst>
                <a:ext uri="{FF2B5EF4-FFF2-40B4-BE49-F238E27FC236}">
                  <a16:creationId xmlns:a16="http://schemas.microsoft.com/office/drawing/2014/main" id="{A625A94D-6697-69B5-398F-C85E6E5BE4EB}"/>
                </a:ext>
              </a:extLst>
            </p:cNvPr>
            <p:cNvGrpSpPr>
              <a:grpSpLocks/>
            </p:cNvGrpSpPr>
            <p:nvPr/>
          </p:nvGrpSpPr>
          <p:grpSpPr bwMode="auto">
            <a:xfrm>
              <a:off x="1589" y="2478"/>
              <a:ext cx="927" cy="197"/>
              <a:chOff x="1491" y="212"/>
              <a:chExt cx="853" cy="240"/>
            </a:xfrm>
            <a:grpFill/>
          </p:grpSpPr>
          <p:sp>
            <p:nvSpPr>
              <p:cNvPr id="122" name="AutoShape 123">
                <a:extLst>
                  <a:ext uri="{FF2B5EF4-FFF2-40B4-BE49-F238E27FC236}">
                    <a16:creationId xmlns:a16="http://schemas.microsoft.com/office/drawing/2014/main" id="{B0B6860B-4EAA-B672-7841-E67351074B6D}"/>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4" name="Rectangle 124">
                <a:extLst>
                  <a:ext uri="{FF2B5EF4-FFF2-40B4-BE49-F238E27FC236}">
                    <a16:creationId xmlns:a16="http://schemas.microsoft.com/office/drawing/2014/main" id="{5C8772EE-5D07-13AF-FD66-10DF03611FA8}"/>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21" name="Text Box 125">
              <a:extLst>
                <a:ext uri="{FF2B5EF4-FFF2-40B4-BE49-F238E27FC236}">
                  <a16:creationId xmlns:a16="http://schemas.microsoft.com/office/drawing/2014/main" id="{61CAED77-56AD-4755-8C7D-301FB2FE4393}"/>
                </a:ext>
              </a:extLst>
            </p:cNvPr>
            <p:cNvSpPr txBox="1">
              <a:spLocks noChangeArrowheads="1"/>
            </p:cNvSpPr>
            <p:nvPr/>
          </p:nvSpPr>
          <p:spPr bwMode="auto">
            <a:xfrm>
              <a:off x="1540" y="2503"/>
              <a:ext cx="796"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1,3,</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sp>
        <p:nvSpPr>
          <p:cNvPr id="128" name="Text Box 120">
            <a:extLst>
              <a:ext uri="{FF2B5EF4-FFF2-40B4-BE49-F238E27FC236}">
                <a16:creationId xmlns:a16="http://schemas.microsoft.com/office/drawing/2014/main" id="{BDE6B207-6872-3AD3-5C92-477289B97F09}"/>
              </a:ext>
            </a:extLst>
          </p:cNvPr>
          <p:cNvSpPr txBox="1">
            <a:spLocks noChangeArrowheads="1"/>
          </p:cNvSpPr>
          <p:nvPr/>
        </p:nvSpPr>
        <p:spPr bwMode="auto">
          <a:xfrm>
            <a:off x="1839563" y="3273353"/>
            <a:ext cx="4949184" cy="861774"/>
          </a:xfrm>
          <a:prstGeom prst="rect">
            <a:avLst/>
          </a:prstGeom>
          <a:solidFill>
            <a:srgbClr val="FFFF00"/>
          </a:solidFill>
          <a:ln w="9525">
            <a:solidFill>
              <a:schemeClr val="tx2"/>
            </a:solidFill>
            <a:miter lim="800000"/>
            <a:headEnd/>
            <a:tailEnd/>
          </a:ln>
          <a:effectLst/>
        </p:spPr>
        <p:txBody>
          <a:bodyPr wrap="square">
            <a:spAutoFit/>
          </a:bodyPr>
          <a:lstStyle/>
          <a:p>
            <a:pPr>
              <a:lnSpc>
                <a:spcPts val="2000"/>
              </a:lnSpc>
            </a:pP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收到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 </a:t>
            </a:r>
            <a:r>
              <a:rPr kumimoji="1" lang="zh-CN" altLang="en-US" sz="1300" b="1" dirty="0">
                <a:latin typeface="微软雅黑" pitchFamily="34" charset="-122"/>
                <a:ea typeface="微软雅黑" pitchFamily="34" charset="-122"/>
              </a:rPr>
              <a:t>的更新报文后，误认为可经过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到达网 </a:t>
            </a:r>
            <a:r>
              <a:rPr kumimoji="1" lang="en-US" altLang="zh-CN" sz="1300" b="1" dirty="0">
                <a:latin typeface="微软雅黑" pitchFamily="34" charset="-122"/>
                <a:ea typeface="微软雅黑" pitchFamily="34" charset="-122"/>
              </a:rPr>
              <a:t>1</a:t>
            </a:r>
            <a:r>
              <a:rPr kumimoji="1" lang="zh-CN" altLang="en-US" sz="1300" b="1" dirty="0">
                <a:latin typeface="微软雅黑" pitchFamily="34" charset="-122"/>
                <a:ea typeface="微软雅黑" pitchFamily="34" charset="-122"/>
              </a:rPr>
              <a:t>，于是更新自己的路由表，说：“我到网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的距离是 </a:t>
            </a:r>
            <a:r>
              <a:rPr kumimoji="1" lang="en-US" altLang="zh-CN" sz="1300" b="1" dirty="0">
                <a:latin typeface="微软雅黑" pitchFamily="34" charset="-122"/>
                <a:ea typeface="微软雅黑" pitchFamily="34" charset="-122"/>
              </a:rPr>
              <a:t>3</a:t>
            </a:r>
            <a:r>
              <a:rPr kumimoji="1" lang="zh-CN" altLang="en-US" sz="1300" b="1" dirty="0">
                <a:latin typeface="微软雅黑" pitchFamily="34" charset="-122"/>
                <a:ea typeface="微软雅黑" pitchFamily="34" charset="-122"/>
              </a:rPr>
              <a:t>，下一跳经过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a:t>
            </a:r>
            <a:r>
              <a:rPr kumimoji="1" lang="zh-CN" altLang="en-US" sz="1300" b="1" dirty="0">
                <a:latin typeface="微软雅黑" pitchFamily="34" charset="-122"/>
                <a:ea typeface="微软雅黑" pitchFamily="34" charset="-122"/>
              </a:rPr>
              <a:t>。然后将此更新信息发送给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zh-CN" altLang="en-US" sz="1300" b="1" dirty="0">
                <a:latin typeface="微软雅黑" pitchFamily="34" charset="-122"/>
                <a:ea typeface="微软雅黑" pitchFamily="34" charset="-122"/>
              </a:rPr>
              <a:t>。</a:t>
            </a:r>
          </a:p>
        </p:txBody>
      </p:sp>
    </p:spTree>
    <p:extLst>
      <p:ext uri="{BB962C8B-B14F-4D97-AF65-F5344CB8AC3E}">
        <p14:creationId xmlns:p14="http://schemas.microsoft.com/office/powerpoint/2010/main" val="1753749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28"/>
                                        </p:tgtEl>
                                        <p:attrNameLst>
                                          <p:attrName>style.visibility</p:attrName>
                                        </p:attrNameLst>
                                      </p:cBhvr>
                                      <p:to>
                                        <p:strVal val="visible"/>
                                      </p:to>
                                    </p:set>
                                    <p:animEffect transition="in" filter="fade">
                                      <p:cBhvr>
                                        <p:cTn id="7" dur="1000"/>
                                        <p:tgtEl>
                                          <p:spTgt spid="128"/>
                                        </p:tgtEl>
                                      </p:cBhvr>
                                    </p:animEffect>
                                    <p:anim calcmode="lin" valueType="num">
                                      <p:cBhvr>
                                        <p:cTn id="8" dur="1000" fill="hold"/>
                                        <p:tgtEl>
                                          <p:spTgt spid="128"/>
                                        </p:tgtEl>
                                        <p:attrNameLst>
                                          <p:attrName>ppt_x</p:attrName>
                                        </p:attrNameLst>
                                      </p:cBhvr>
                                      <p:tavLst>
                                        <p:tav tm="0">
                                          <p:val>
                                            <p:strVal val="#ppt_x"/>
                                          </p:val>
                                        </p:tav>
                                        <p:tav tm="100000">
                                          <p:val>
                                            <p:strVal val="#ppt_x"/>
                                          </p:val>
                                        </p:tav>
                                      </p:tavLst>
                                    </p:anim>
                                    <p:anim calcmode="lin" valueType="num">
                                      <p:cBhvr>
                                        <p:cTn id="9" dur="1000" fill="hold"/>
                                        <p:tgtEl>
                                          <p:spTgt spid="12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childTnLst>
                                </p:cTn>
                              </p:par>
                            </p:childTnLst>
                          </p:cTn>
                        </p:par>
                        <p:par>
                          <p:cTn id="13" fill="hold">
                            <p:stCondLst>
                              <p:cond delay="1000"/>
                            </p:stCondLst>
                            <p:childTnLst>
                              <p:par>
                                <p:cTn id="14" presetID="35" presetClass="emph" presetSubtype="0" repeatCount="3000" fill="hold" nodeType="afterEffect">
                                  <p:stCondLst>
                                    <p:cond delay="0"/>
                                  </p:stCondLst>
                                  <p:childTnLst>
                                    <p:anim calcmode="discrete" valueType="str">
                                      <p:cBhvr>
                                        <p:cTn id="15"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DAA533-A8F3-2E22-85BC-EE4F50AADED4}"/>
            </a:ext>
          </a:extLst>
        </p:cNvPr>
        <p:cNvGrpSpPr/>
        <p:nvPr/>
      </p:nvGrpSpPr>
      <p:grpSpPr>
        <a:xfrm>
          <a:off x="0" y="0"/>
          <a:ext cx="0" cy="0"/>
          <a:chOff x="0" y="0"/>
          <a:chExt cx="0" cy="0"/>
        </a:xfrm>
      </p:grpSpPr>
      <p:sp>
        <p:nvSpPr>
          <p:cNvPr id="123" name="圆角矩形 122">
            <a:extLst>
              <a:ext uri="{FF2B5EF4-FFF2-40B4-BE49-F238E27FC236}">
                <a16:creationId xmlns:a16="http://schemas.microsoft.com/office/drawing/2014/main" id="{FD38AD2F-3980-84E2-0D18-278674E2103E}"/>
              </a:ext>
            </a:extLst>
          </p:cNvPr>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Line 2">
            <a:extLst>
              <a:ext uri="{FF2B5EF4-FFF2-40B4-BE49-F238E27FC236}">
                <a16:creationId xmlns:a16="http://schemas.microsoft.com/office/drawing/2014/main" id="{E0FC9AFD-E818-886C-12E7-F8F039519568}"/>
              </a:ext>
            </a:extLst>
          </p:cNvPr>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4" name="Picture 3">
            <a:extLst>
              <a:ext uri="{FF2B5EF4-FFF2-40B4-BE49-F238E27FC236}">
                <a16:creationId xmlns:a16="http://schemas.microsoft.com/office/drawing/2014/main" id="{F072958F-A3AD-A52E-A016-B9E6AAE93F75}"/>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 name="Text Box 4">
            <a:extLst>
              <a:ext uri="{FF2B5EF4-FFF2-40B4-BE49-F238E27FC236}">
                <a16:creationId xmlns:a16="http://schemas.microsoft.com/office/drawing/2014/main" id="{0BE9FD7C-D3EB-DE32-FF67-480B3F255CD7}"/>
              </a:ext>
            </a:extLst>
          </p:cNvPr>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6" name="Text Box 5">
            <a:extLst>
              <a:ext uri="{FF2B5EF4-FFF2-40B4-BE49-F238E27FC236}">
                <a16:creationId xmlns:a16="http://schemas.microsoft.com/office/drawing/2014/main" id="{F0D2B899-C4D1-77C9-88C5-C6B04F0C812F}"/>
              </a:ext>
            </a:extLst>
          </p:cNvPr>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7" name="Picture 6">
            <a:extLst>
              <a:ext uri="{FF2B5EF4-FFF2-40B4-BE49-F238E27FC236}">
                <a16:creationId xmlns:a16="http://schemas.microsoft.com/office/drawing/2014/main" id="{365D92B0-1E0E-86C6-DD56-721D5CC34BB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8" name="Group 7">
            <a:extLst>
              <a:ext uri="{FF2B5EF4-FFF2-40B4-BE49-F238E27FC236}">
                <a16:creationId xmlns:a16="http://schemas.microsoft.com/office/drawing/2014/main" id="{CEC0EBD7-74E6-0B7C-B62C-2AFF67BB4BF1}"/>
              </a:ext>
            </a:extLst>
          </p:cNvPr>
          <p:cNvGrpSpPr>
            <a:grpSpLocks/>
          </p:cNvGrpSpPr>
          <p:nvPr/>
        </p:nvGrpSpPr>
        <p:grpSpPr bwMode="auto">
          <a:xfrm>
            <a:off x="1793796" y="968580"/>
            <a:ext cx="783138" cy="526362"/>
            <a:chOff x="4830" y="1752"/>
            <a:chExt cx="667" cy="477"/>
          </a:xfrm>
          <a:solidFill>
            <a:srgbClr val="00FFFF"/>
          </a:solidFill>
        </p:grpSpPr>
        <p:grpSp>
          <p:nvGrpSpPr>
            <p:cNvPr id="9" name="Group 8">
              <a:extLst>
                <a:ext uri="{FF2B5EF4-FFF2-40B4-BE49-F238E27FC236}">
                  <a16:creationId xmlns:a16="http://schemas.microsoft.com/office/drawing/2014/main" id="{DD54ED68-0EDC-753A-2052-EEFBDD28A649}"/>
                </a:ext>
              </a:extLst>
            </p:cNvPr>
            <p:cNvGrpSpPr>
              <a:grpSpLocks/>
            </p:cNvGrpSpPr>
            <p:nvPr/>
          </p:nvGrpSpPr>
          <p:grpSpPr bwMode="auto">
            <a:xfrm>
              <a:off x="4830" y="1752"/>
              <a:ext cx="667" cy="477"/>
              <a:chOff x="2949" y="196"/>
              <a:chExt cx="941" cy="598"/>
            </a:xfrm>
            <a:grpFill/>
          </p:grpSpPr>
          <p:sp>
            <p:nvSpPr>
              <p:cNvPr id="11" name="Oval 9">
                <a:extLst>
                  <a:ext uri="{FF2B5EF4-FFF2-40B4-BE49-F238E27FC236}">
                    <a16:creationId xmlns:a16="http://schemas.microsoft.com/office/drawing/2014/main" id="{CDED73DC-A719-B3C1-315B-8D273548AEE4}"/>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 name="Oval 10">
                <a:extLst>
                  <a:ext uri="{FF2B5EF4-FFF2-40B4-BE49-F238E27FC236}">
                    <a16:creationId xmlns:a16="http://schemas.microsoft.com/office/drawing/2014/main" id="{6B38027C-20DB-FD5E-95F3-C6CFC03FF527}"/>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 name="Oval 11">
                <a:extLst>
                  <a:ext uri="{FF2B5EF4-FFF2-40B4-BE49-F238E27FC236}">
                    <a16:creationId xmlns:a16="http://schemas.microsoft.com/office/drawing/2014/main" id="{E960E834-25B1-D8C2-810E-5887F23F57C6}"/>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 name="Oval 12">
                <a:extLst>
                  <a:ext uri="{FF2B5EF4-FFF2-40B4-BE49-F238E27FC236}">
                    <a16:creationId xmlns:a16="http://schemas.microsoft.com/office/drawing/2014/main" id="{674CEF4C-9DC8-C537-8FB7-917AF1DED31D}"/>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5" name="Oval 13">
                <a:extLst>
                  <a:ext uri="{FF2B5EF4-FFF2-40B4-BE49-F238E27FC236}">
                    <a16:creationId xmlns:a16="http://schemas.microsoft.com/office/drawing/2014/main" id="{565C8ACC-94DE-0CA8-449D-3C8D0571789A}"/>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 name="Oval 14">
                <a:extLst>
                  <a:ext uri="{FF2B5EF4-FFF2-40B4-BE49-F238E27FC236}">
                    <a16:creationId xmlns:a16="http://schemas.microsoft.com/office/drawing/2014/main" id="{53472FA4-96CB-1895-3209-F2D803DEDA4E}"/>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 name="Oval 15">
                <a:extLst>
                  <a:ext uri="{FF2B5EF4-FFF2-40B4-BE49-F238E27FC236}">
                    <a16:creationId xmlns:a16="http://schemas.microsoft.com/office/drawing/2014/main" id="{6AFE86B4-FCD9-28DB-FA4D-02599A440E73}"/>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 name="Oval 16">
                <a:extLst>
                  <a:ext uri="{FF2B5EF4-FFF2-40B4-BE49-F238E27FC236}">
                    <a16:creationId xmlns:a16="http://schemas.microsoft.com/office/drawing/2014/main" id="{AB8ED714-3C05-624F-684A-E48453C770E9}"/>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 name="Freeform 17">
                <a:extLst>
                  <a:ext uri="{FF2B5EF4-FFF2-40B4-BE49-F238E27FC236}">
                    <a16:creationId xmlns:a16="http://schemas.microsoft.com/office/drawing/2014/main" id="{02DF7984-6C6B-C005-C7AF-DD70F7EE7FFF}"/>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0" name="Freeform 18">
                <a:extLst>
                  <a:ext uri="{FF2B5EF4-FFF2-40B4-BE49-F238E27FC236}">
                    <a16:creationId xmlns:a16="http://schemas.microsoft.com/office/drawing/2014/main" id="{54AD1FD6-8ABD-161B-FEB4-591F9858C3FE}"/>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1" name="Freeform 19">
                <a:extLst>
                  <a:ext uri="{FF2B5EF4-FFF2-40B4-BE49-F238E27FC236}">
                    <a16:creationId xmlns:a16="http://schemas.microsoft.com/office/drawing/2014/main" id="{1F344885-507F-A7D7-914E-6D496D055748}"/>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 name="Text Box 20">
              <a:extLst>
                <a:ext uri="{FF2B5EF4-FFF2-40B4-BE49-F238E27FC236}">
                  <a16:creationId xmlns:a16="http://schemas.microsoft.com/office/drawing/2014/main" id="{F2500F9C-A3ED-C0F2-F99C-3FF8B73F19FE}"/>
                </a:ext>
              </a:extLst>
            </p:cNvPr>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22" name="Group 21">
            <a:extLst>
              <a:ext uri="{FF2B5EF4-FFF2-40B4-BE49-F238E27FC236}">
                <a16:creationId xmlns:a16="http://schemas.microsoft.com/office/drawing/2014/main" id="{59C84D34-D3BD-910E-C1F6-2E4A6B0B3F79}"/>
              </a:ext>
            </a:extLst>
          </p:cNvPr>
          <p:cNvGrpSpPr>
            <a:grpSpLocks/>
          </p:cNvGrpSpPr>
          <p:nvPr/>
        </p:nvGrpSpPr>
        <p:grpSpPr bwMode="auto">
          <a:xfrm>
            <a:off x="6444139" y="968580"/>
            <a:ext cx="783138" cy="526362"/>
            <a:chOff x="4830" y="1752"/>
            <a:chExt cx="667" cy="477"/>
          </a:xfrm>
          <a:solidFill>
            <a:srgbClr val="00FFFF"/>
          </a:solidFill>
        </p:grpSpPr>
        <p:grpSp>
          <p:nvGrpSpPr>
            <p:cNvPr id="23" name="Group 22">
              <a:extLst>
                <a:ext uri="{FF2B5EF4-FFF2-40B4-BE49-F238E27FC236}">
                  <a16:creationId xmlns:a16="http://schemas.microsoft.com/office/drawing/2014/main" id="{E265E93C-8816-71C8-1222-38346C6AC517}"/>
                </a:ext>
              </a:extLst>
            </p:cNvPr>
            <p:cNvGrpSpPr>
              <a:grpSpLocks/>
            </p:cNvGrpSpPr>
            <p:nvPr/>
          </p:nvGrpSpPr>
          <p:grpSpPr bwMode="auto">
            <a:xfrm>
              <a:off x="4830" y="1752"/>
              <a:ext cx="667" cy="477"/>
              <a:chOff x="2949" y="196"/>
              <a:chExt cx="941" cy="598"/>
            </a:xfrm>
            <a:grpFill/>
          </p:grpSpPr>
          <p:sp>
            <p:nvSpPr>
              <p:cNvPr id="25" name="Oval 23">
                <a:extLst>
                  <a:ext uri="{FF2B5EF4-FFF2-40B4-BE49-F238E27FC236}">
                    <a16:creationId xmlns:a16="http://schemas.microsoft.com/office/drawing/2014/main" id="{75DF914B-C9A7-0567-203C-39CEEEC3E69F}"/>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6" name="Oval 24">
                <a:extLst>
                  <a:ext uri="{FF2B5EF4-FFF2-40B4-BE49-F238E27FC236}">
                    <a16:creationId xmlns:a16="http://schemas.microsoft.com/office/drawing/2014/main" id="{08D7D89D-D5CB-8087-FA74-D150D748FD86}"/>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7" name="Oval 25">
                <a:extLst>
                  <a:ext uri="{FF2B5EF4-FFF2-40B4-BE49-F238E27FC236}">
                    <a16:creationId xmlns:a16="http://schemas.microsoft.com/office/drawing/2014/main" id="{567C3D58-6C43-79A2-5409-7C0E24ED5184}"/>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8" name="Oval 26">
                <a:extLst>
                  <a:ext uri="{FF2B5EF4-FFF2-40B4-BE49-F238E27FC236}">
                    <a16:creationId xmlns:a16="http://schemas.microsoft.com/office/drawing/2014/main" id="{544EF246-0944-FEC7-44C0-AF69B242C1FC}"/>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9" name="Oval 27">
                <a:extLst>
                  <a:ext uri="{FF2B5EF4-FFF2-40B4-BE49-F238E27FC236}">
                    <a16:creationId xmlns:a16="http://schemas.microsoft.com/office/drawing/2014/main" id="{4D49B5F7-8DB3-6531-E239-84635C94CEEA}"/>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0" name="Oval 28">
                <a:extLst>
                  <a:ext uri="{FF2B5EF4-FFF2-40B4-BE49-F238E27FC236}">
                    <a16:creationId xmlns:a16="http://schemas.microsoft.com/office/drawing/2014/main" id="{B21C79FC-9C59-71AB-C39E-7E6415CDCB0C}"/>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1" name="Oval 29">
                <a:extLst>
                  <a:ext uri="{FF2B5EF4-FFF2-40B4-BE49-F238E27FC236}">
                    <a16:creationId xmlns:a16="http://schemas.microsoft.com/office/drawing/2014/main" id="{E0D2BC5F-E8B1-B266-A547-34624EFB33BA}"/>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2" name="Oval 30">
                <a:extLst>
                  <a:ext uri="{FF2B5EF4-FFF2-40B4-BE49-F238E27FC236}">
                    <a16:creationId xmlns:a16="http://schemas.microsoft.com/office/drawing/2014/main" id="{E6EAB570-ED11-F73A-5940-CBB52F473B8C}"/>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3" name="Freeform 31">
                <a:extLst>
                  <a:ext uri="{FF2B5EF4-FFF2-40B4-BE49-F238E27FC236}">
                    <a16:creationId xmlns:a16="http://schemas.microsoft.com/office/drawing/2014/main" id="{75968AD1-789E-5644-A681-100C9B1EBFA7}"/>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4" name="Freeform 32">
                <a:extLst>
                  <a:ext uri="{FF2B5EF4-FFF2-40B4-BE49-F238E27FC236}">
                    <a16:creationId xmlns:a16="http://schemas.microsoft.com/office/drawing/2014/main" id="{1DE16856-06F1-25C1-7D88-8C1070790D99}"/>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5" name="Freeform 33">
                <a:extLst>
                  <a:ext uri="{FF2B5EF4-FFF2-40B4-BE49-F238E27FC236}">
                    <a16:creationId xmlns:a16="http://schemas.microsoft.com/office/drawing/2014/main" id="{C12CAAB9-F1DE-A5EE-4DB0-9D727F627A28}"/>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24" name="Text Box 34">
              <a:extLst>
                <a:ext uri="{FF2B5EF4-FFF2-40B4-BE49-F238E27FC236}">
                  <a16:creationId xmlns:a16="http://schemas.microsoft.com/office/drawing/2014/main" id="{5F66F91C-E747-5859-7E19-2225B5C1F921}"/>
                </a:ext>
              </a:extLst>
            </p:cNvPr>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36" name="Group 35">
            <a:extLst>
              <a:ext uri="{FF2B5EF4-FFF2-40B4-BE49-F238E27FC236}">
                <a16:creationId xmlns:a16="http://schemas.microsoft.com/office/drawing/2014/main" id="{B9D78254-C66D-81C1-7AA6-E3D7863AFA0E}"/>
              </a:ext>
            </a:extLst>
          </p:cNvPr>
          <p:cNvGrpSpPr>
            <a:grpSpLocks/>
          </p:cNvGrpSpPr>
          <p:nvPr/>
        </p:nvGrpSpPr>
        <p:grpSpPr bwMode="auto">
          <a:xfrm>
            <a:off x="4099995" y="968580"/>
            <a:ext cx="783138" cy="526362"/>
            <a:chOff x="4830" y="1752"/>
            <a:chExt cx="667" cy="477"/>
          </a:xfrm>
          <a:solidFill>
            <a:srgbClr val="00FFFF"/>
          </a:solidFill>
        </p:grpSpPr>
        <p:grpSp>
          <p:nvGrpSpPr>
            <p:cNvPr id="37" name="Group 36">
              <a:extLst>
                <a:ext uri="{FF2B5EF4-FFF2-40B4-BE49-F238E27FC236}">
                  <a16:creationId xmlns:a16="http://schemas.microsoft.com/office/drawing/2014/main" id="{39F37D88-1587-9C86-4274-9240ECCF7316}"/>
                </a:ext>
              </a:extLst>
            </p:cNvPr>
            <p:cNvGrpSpPr>
              <a:grpSpLocks/>
            </p:cNvGrpSpPr>
            <p:nvPr/>
          </p:nvGrpSpPr>
          <p:grpSpPr bwMode="auto">
            <a:xfrm>
              <a:off x="4830" y="1752"/>
              <a:ext cx="667" cy="477"/>
              <a:chOff x="2949" y="196"/>
              <a:chExt cx="941" cy="598"/>
            </a:xfrm>
            <a:grpFill/>
          </p:grpSpPr>
          <p:sp>
            <p:nvSpPr>
              <p:cNvPr id="39" name="Oval 37">
                <a:extLst>
                  <a:ext uri="{FF2B5EF4-FFF2-40B4-BE49-F238E27FC236}">
                    <a16:creationId xmlns:a16="http://schemas.microsoft.com/office/drawing/2014/main" id="{6705436D-20E4-D127-2655-8BF3A3D66F85}"/>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0" name="Oval 38">
                <a:extLst>
                  <a:ext uri="{FF2B5EF4-FFF2-40B4-BE49-F238E27FC236}">
                    <a16:creationId xmlns:a16="http://schemas.microsoft.com/office/drawing/2014/main" id="{0BE8D99F-D74F-A64A-E1F0-CCFCA23C3636}"/>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1" name="Oval 39">
                <a:extLst>
                  <a:ext uri="{FF2B5EF4-FFF2-40B4-BE49-F238E27FC236}">
                    <a16:creationId xmlns:a16="http://schemas.microsoft.com/office/drawing/2014/main" id="{3E5B8223-5F3B-A8E7-4C4E-2D5717F5246E}"/>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2" name="Oval 40">
                <a:extLst>
                  <a:ext uri="{FF2B5EF4-FFF2-40B4-BE49-F238E27FC236}">
                    <a16:creationId xmlns:a16="http://schemas.microsoft.com/office/drawing/2014/main" id="{5DDF2E13-FB41-6FD5-BD48-498551288CD3}"/>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3" name="Oval 41">
                <a:extLst>
                  <a:ext uri="{FF2B5EF4-FFF2-40B4-BE49-F238E27FC236}">
                    <a16:creationId xmlns:a16="http://schemas.microsoft.com/office/drawing/2014/main" id="{092B7845-C269-DCF0-96E2-31DEA14BF628}"/>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4" name="Oval 42">
                <a:extLst>
                  <a:ext uri="{FF2B5EF4-FFF2-40B4-BE49-F238E27FC236}">
                    <a16:creationId xmlns:a16="http://schemas.microsoft.com/office/drawing/2014/main" id="{75E96276-6790-2811-6447-18966CD11051}"/>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5" name="Oval 43">
                <a:extLst>
                  <a:ext uri="{FF2B5EF4-FFF2-40B4-BE49-F238E27FC236}">
                    <a16:creationId xmlns:a16="http://schemas.microsoft.com/office/drawing/2014/main" id="{CBC17A8B-15FA-6FB3-A62E-E976EE2269EC}"/>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6" name="Oval 44">
                <a:extLst>
                  <a:ext uri="{FF2B5EF4-FFF2-40B4-BE49-F238E27FC236}">
                    <a16:creationId xmlns:a16="http://schemas.microsoft.com/office/drawing/2014/main" id="{3D2F5370-A7E4-7F5A-93BF-FAA44BAB407F}"/>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7" name="Freeform 45">
                <a:extLst>
                  <a:ext uri="{FF2B5EF4-FFF2-40B4-BE49-F238E27FC236}">
                    <a16:creationId xmlns:a16="http://schemas.microsoft.com/office/drawing/2014/main" id="{B0C5F09A-E697-3CFE-E389-4225FED784D0}"/>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8" name="Freeform 46">
                <a:extLst>
                  <a:ext uri="{FF2B5EF4-FFF2-40B4-BE49-F238E27FC236}">
                    <a16:creationId xmlns:a16="http://schemas.microsoft.com/office/drawing/2014/main" id="{260AE893-6E06-3C1D-9E98-F097897ADB21}"/>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9" name="Freeform 47">
                <a:extLst>
                  <a:ext uri="{FF2B5EF4-FFF2-40B4-BE49-F238E27FC236}">
                    <a16:creationId xmlns:a16="http://schemas.microsoft.com/office/drawing/2014/main" id="{6E65131D-5503-EAB7-DE0A-B7E4120F0C28}"/>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38" name="Text Box 48">
              <a:extLst>
                <a:ext uri="{FF2B5EF4-FFF2-40B4-BE49-F238E27FC236}">
                  <a16:creationId xmlns:a16="http://schemas.microsoft.com/office/drawing/2014/main" id="{D2B2E40D-8D93-735D-8C9F-098A86AE67FD}"/>
                </a:ext>
              </a:extLst>
            </p:cNvPr>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127" name="组合 126">
            <a:extLst>
              <a:ext uri="{FF2B5EF4-FFF2-40B4-BE49-F238E27FC236}">
                <a16:creationId xmlns:a16="http://schemas.microsoft.com/office/drawing/2014/main" id="{1EA8ED97-A497-F0C7-9C78-443A60DFEDE5}"/>
              </a:ext>
            </a:extLst>
          </p:cNvPr>
          <p:cNvGrpSpPr/>
          <p:nvPr/>
        </p:nvGrpSpPr>
        <p:grpSpPr>
          <a:xfrm>
            <a:off x="1780094" y="1755788"/>
            <a:ext cx="5447183" cy="669385"/>
            <a:chOff x="1780094" y="1755788"/>
            <a:chExt cx="5447183" cy="669385"/>
          </a:xfrm>
        </p:grpSpPr>
        <p:sp>
          <p:nvSpPr>
            <p:cNvPr id="50" name="Line 50">
              <a:extLst>
                <a:ext uri="{FF2B5EF4-FFF2-40B4-BE49-F238E27FC236}">
                  <a16:creationId xmlns:a16="http://schemas.microsoft.com/office/drawing/2014/main" id="{68D32583-9400-EFD3-A613-12ACB60318CD}"/>
                </a:ext>
              </a:extLst>
            </p:cNvPr>
            <p:cNvSpPr>
              <a:spLocks noChangeShapeType="1"/>
            </p:cNvSpPr>
            <p:nvPr/>
          </p:nvSpPr>
          <p:spPr bwMode="auto">
            <a:xfrm>
              <a:off x="2416723" y="207491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51" name="Picture 51">
              <a:extLst>
                <a:ext uri="{FF2B5EF4-FFF2-40B4-BE49-F238E27FC236}">
                  <a16:creationId xmlns:a16="http://schemas.microsoft.com/office/drawing/2014/main" id="{44FABBFF-14CC-7DBD-01FF-6AEC00E176C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47028" y="1980538"/>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Text Box 52">
              <a:extLst>
                <a:ext uri="{FF2B5EF4-FFF2-40B4-BE49-F238E27FC236}">
                  <a16:creationId xmlns:a16="http://schemas.microsoft.com/office/drawing/2014/main" id="{6CDD2F6C-0A8E-0CF9-5435-17EBEC539B0D}"/>
                </a:ext>
              </a:extLst>
            </p:cNvPr>
            <p:cNvSpPr txBox="1">
              <a:spLocks noChangeArrowheads="1"/>
            </p:cNvSpPr>
            <p:nvPr/>
          </p:nvSpPr>
          <p:spPr bwMode="auto">
            <a:xfrm>
              <a:off x="5578787"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53" name="Text Box 53">
              <a:extLst>
                <a:ext uri="{FF2B5EF4-FFF2-40B4-BE49-F238E27FC236}">
                  <a16:creationId xmlns:a16="http://schemas.microsoft.com/office/drawing/2014/main" id="{9F3B41DB-4834-8C66-9952-CE4E7588A683}"/>
                </a:ext>
              </a:extLst>
            </p:cNvPr>
            <p:cNvSpPr txBox="1">
              <a:spLocks noChangeArrowheads="1"/>
            </p:cNvSpPr>
            <p:nvPr/>
          </p:nvSpPr>
          <p:spPr bwMode="auto">
            <a:xfrm>
              <a:off x="3190375"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54" name="Picture 54">
              <a:extLst>
                <a:ext uri="{FF2B5EF4-FFF2-40B4-BE49-F238E27FC236}">
                  <a16:creationId xmlns:a16="http://schemas.microsoft.com/office/drawing/2014/main" id="{33721874-02B8-184F-834A-98A641B74BF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34386" y="1980538"/>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5" name="Group 55">
              <a:extLst>
                <a:ext uri="{FF2B5EF4-FFF2-40B4-BE49-F238E27FC236}">
                  <a16:creationId xmlns:a16="http://schemas.microsoft.com/office/drawing/2014/main" id="{4F392793-5C87-3D52-2846-201A007DD26F}"/>
                </a:ext>
              </a:extLst>
            </p:cNvPr>
            <p:cNvGrpSpPr>
              <a:grpSpLocks/>
            </p:cNvGrpSpPr>
            <p:nvPr/>
          </p:nvGrpSpPr>
          <p:grpSpPr bwMode="auto">
            <a:xfrm>
              <a:off x="1793796" y="1810273"/>
              <a:ext cx="783138" cy="526362"/>
              <a:chOff x="4830" y="1752"/>
              <a:chExt cx="667" cy="477"/>
            </a:xfrm>
            <a:solidFill>
              <a:srgbClr val="00FFFF"/>
            </a:solidFill>
          </p:grpSpPr>
          <p:grpSp>
            <p:nvGrpSpPr>
              <p:cNvPr id="56" name="Group 56">
                <a:extLst>
                  <a:ext uri="{FF2B5EF4-FFF2-40B4-BE49-F238E27FC236}">
                    <a16:creationId xmlns:a16="http://schemas.microsoft.com/office/drawing/2014/main" id="{533D2F61-79D7-47C9-2A13-3FAFB8C0B444}"/>
                  </a:ext>
                </a:extLst>
              </p:cNvPr>
              <p:cNvGrpSpPr>
                <a:grpSpLocks/>
              </p:cNvGrpSpPr>
              <p:nvPr/>
            </p:nvGrpSpPr>
            <p:grpSpPr bwMode="auto">
              <a:xfrm>
                <a:off x="4830" y="1752"/>
                <a:ext cx="667" cy="477"/>
                <a:chOff x="2949" y="196"/>
                <a:chExt cx="941" cy="598"/>
              </a:xfrm>
              <a:grpFill/>
            </p:grpSpPr>
            <p:sp>
              <p:nvSpPr>
                <p:cNvPr id="58" name="Oval 57">
                  <a:extLst>
                    <a:ext uri="{FF2B5EF4-FFF2-40B4-BE49-F238E27FC236}">
                      <a16:creationId xmlns:a16="http://schemas.microsoft.com/office/drawing/2014/main" id="{BA412FD0-E0EE-349C-A1C9-706F3D2750E0}"/>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59" name="Oval 58">
                  <a:extLst>
                    <a:ext uri="{FF2B5EF4-FFF2-40B4-BE49-F238E27FC236}">
                      <a16:creationId xmlns:a16="http://schemas.microsoft.com/office/drawing/2014/main" id="{73B6BF27-6C50-249D-993D-B83F551C72DC}"/>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0" name="Oval 59">
                  <a:extLst>
                    <a:ext uri="{FF2B5EF4-FFF2-40B4-BE49-F238E27FC236}">
                      <a16:creationId xmlns:a16="http://schemas.microsoft.com/office/drawing/2014/main" id="{5FFE1217-86B1-8BBB-3523-2FB9F81609E5}"/>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1" name="Oval 60">
                  <a:extLst>
                    <a:ext uri="{FF2B5EF4-FFF2-40B4-BE49-F238E27FC236}">
                      <a16:creationId xmlns:a16="http://schemas.microsoft.com/office/drawing/2014/main" id="{E0C15725-989F-FBA3-6BE7-FFC0296848A7}"/>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2" name="Oval 61">
                  <a:extLst>
                    <a:ext uri="{FF2B5EF4-FFF2-40B4-BE49-F238E27FC236}">
                      <a16:creationId xmlns:a16="http://schemas.microsoft.com/office/drawing/2014/main" id="{4F90815E-6645-1030-1C4A-47B98D3D8B25}"/>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3" name="Oval 62">
                  <a:extLst>
                    <a:ext uri="{FF2B5EF4-FFF2-40B4-BE49-F238E27FC236}">
                      <a16:creationId xmlns:a16="http://schemas.microsoft.com/office/drawing/2014/main" id="{F9C714AA-4380-0340-CB8E-A8AFFD854D60}"/>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4" name="Oval 63">
                  <a:extLst>
                    <a:ext uri="{FF2B5EF4-FFF2-40B4-BE49-F238E27FC236}">
                      <a16:creationId xmlns:a16="http://schemas.microsoft.com/office/drawing/2014/main" id="{5F58D9D9-91A2-C29D-E3C0-E34A9546464F}"/>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5" name="Oval 64">
                  <a:extLst>
                    <a:ext uri="{FF2B5EF4-FFF2-40B4-BE49-F238E27FC236}">
                      <a16:creationId xmlns:a16="http://schemas.microsoft.com/office/drawing/2014/main" id="{5DADA344-8D3E-13DD-1271-7AF22A8FEFC6}"/>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6" name="Freeform 65">
                  <a:extLst>
                    <a:ext uri="{FF2B5EF4-FFF2-40B4-BE49-F238E27FC236}">
                      <a16:creationId xmlns:a16="http://schemas.microsoft.com/office/drawing/2014/main" id="{65EC37B5-4616-2C19-564A-A0661AA79193}"/>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7" name="Freeform 66">
                  <a:extLst>
                    <a:ext uri="{FF2B5EF4-FFF2-40B4-BE49-F238E27FC236}">
                      <a16:creationId xmlns:a16="http://schemas.microsoft.com/office/drawing/2014/main" id="{2EE2D9E4-5E5E-A41B-B9FE-4690066993CA}"/>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8" name="Freeform 67">
                  <a:extLst>
                    <a:ext uri="{FF2B5EF4-FFF2-40B4-BE49-F238E27FC236}">
                      <a16:creationId xmlns:a16="http://schemas.microsoft.com/office/drawing/2014/main" id="{62E73D94-9235-CB91-B4AF-01394E521964}"/>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57" name="Text Box 68">
                <a:extLst>
                  <a:ext uri="{FF2B5EF4-FFF2-40B4-BE49-F238E27FC236}">
                    <a16:creationId xmlns:a16="http://schemas.microsoft.com/office/drawing/2014/main" id="{4CBC215F-84DA-9B12-E832-3D7D3961AAA2}"/>
                  </a:ext>
                </a:extLst>
              </p:cNvPr>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69" name="Group 69">
              <a:extLst>
                <a:ext uri="{FF2B5EF4-FFF2-40B4-BE49-F238E27FC236}">
                  <a16:creationId xmlns:a16="http://schemas.microsoft.com/office/drawing/2014/main" id="{34904BAE-8FA2-046E-3778-57D8284353BE}"/>
                </a:ext>
              </a:extLst>
            </p:cNvPr>
            <p:cNvGrpSpPr>
              <a:grpSpLocks/>
            </p:cNvGrpSpPr>
            <p:nvPr/>
          </p:nvGrpSpPr>
          <p:grpSpPr bwMode="auto">
            <a:xfrm>
              <a:off x="6444139" y="1810273"/>
              <a:ext cx="783138" cy="526362"/>
              <a:chOff x="4830" y="1752"/>
              <a:chExt cx="667" cy="477"/>
            </a:xfrm>
            <a:solidFill>
              <a:srgbClr val="00FFFF"/>
            </a:solidFill>
          </p:grpSpPr>
          <p:grpSp>
            <p:nvGrpSpPr>
              <p:cNvPr id="70" name="Group 70">
                <a:extLst>
                  <a:ext uri="{FF2B5EF4-FFF2-40B4-BE49-F238E27FC236}">
                    <a16:creationId xmlns:a16="http://schemas.microsoft.com/office/drawing/2014/main" id="{CB2AA8CF-2365-8995-F819-C3D93EB7479B}"/>
                  </a:ext>
                </a:extLst>
              </p:cNvPr>
              <p:cNvGrpSpPr>
                <a:grpSpLocks/>
              </p:cNvGrpSpPr>
              <p:nvPr/>
            </p:nvGrpSpPr>
            <p:grpSpPr bwMode="auto">
              <a:xfrm>
                <a:off x="4830" y="1752"/>
                <a:ext cx="667" cy="477"/>
                <a:chOff x="2949" y="196"/>
                <a:chExt cx="941" cy="598"/>
              </a:xfrm>
              <a:grpFill/>
            </p:grpSpPr>
            <p:sp>
              <p:nvSpPr>
                <p:cNvPr id="72" name="Oval 71">
                  <a:extLst>
                    <a:ext uri="{FF2B5EF4-FFF2-40B4-BE49-F238E27FC236}">
                      <a16:creationId xmlns:a16="http://schemas.microsoft.com/office/drawing/2014/main" id="{11ED294A-CEF9-A6E9-BB75-5ED930A3D98D}"/>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3" name="Oval 72">
                  <a:extLst>
                    <a:ext uri="{FF2B5EF4-FFF2-40B4-BE49-F238E27FC236}">
                      <a16:creationId xmlns:a16="http://schemas.microsoft.com/office/drawing/2014/main" id="{BB731723-C050-6266-F5D5-9904417F5C28}"/>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4" name="Oval 73">
                  <a:extLst>
                    <a:ext uri="{FF2B5EF4-FFF2-40B4-BE49-F238E27FC236}">
                      <a16:creationId xmlns:a16="http://schemas.microsoft.com/office/drawing/2014/main" id="{5D6CABA1-495E-AEFC-E49B-CE5669E68AF4}"/>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5" name="Oval 74">
                  <a:extLst>
                    <a:ext uri="{FF2B5EF4-FFF2-40B4-BE49-F238E27FC236}">
                      <a16:creationId xmlns:a16="http://schemas.microsoft.com/office/drawing/2014/main" id="{6CD0A4C8-8F50-585D-895B-8100E7947FC9}"/>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6" name="Oval 75">
                  <a:extLst>
                    <a:ext uri="{FF2B5EF4-FFF2-40B4-BE49-F238E27FC236}">
                      <a16:creationId xmlns:a16="http://schemas.microsoft.com/office/drawing/2014/main" id="{169EE420-12F8-D952-B4D5-32288DC04078}"/>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7" name="Oval 76">
                  <a:extLst>
                    <a:ext uri="{FF2B5EF4-FFF2-40B4-BE49-F238E27FC236}">
                      <a16:creationId xmlns:a16="http://schemas.microsoft.com/office/drawing/2014/main" id="{BA4B11CE-E230-83C6-EF17-7D6937F6AE9A}"/>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8" name="Oval 77">
                  <a:extLst>
                    <a:ext uri="{FF2B5EF4-FFF2-40B4-BE49-F238E27FC236}">
                      <a16:creationId xmlns:a16="http://schemas.microsoft.com/office/drawing/2014/main" id="{59877F92-806A-22EA-33D6-532BAFE7F188}"/>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9" name="Oval 78">
                  <a:extLst>
                    <a:ext uri="{FF2B5EF4-FFF2-40B4-BE49-F238E27FC236}">
                      <a16:creationId xmlns:a16="http://schemas.microsoft.com/office/drawing/2014/main" id="{812296E7-D5EC-12F2-C791-19992160B59D}"/>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0" name="Freeform 79">
                  <a:extLst>
                    <a:ext uri="{FF2B5EF4-FFF2-40B4-BE49-F238E27FC236}">
                      <a16:creationId xmlns:a16="http://schemas.microsoft.com/office/drawing/2014/main" id="{A28AA803-E492-3F6F-BE3F-E199220A52AB}"/>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1" name="Freeform 80">
                  <a:extLst>
                    <a:ext uri="{FF2B5EF4-FFF2-40B4-BE49-F238E27FC236}">
                      <a16:creationId xmlns:a16="http://schemas.microsoft.com/office/drawing/2014/main" id="{083402AD-21F7-161F-A213-3A09E79AED0C}"/>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2" name="Freeform 81">
                  <a:extLst>
                    <a:ext uri="{FF2B5EF4-FFF2-40B4-BE49-F238E27FC236}">
                      <a16:creationId xmlns:a16="http://schemas.microsoft.com/office/drawing/2014/main" id="{E48C4A95-AB02-E1A9-2693-12FE30B5081B}"/>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71" name="Text Box 82">
                <a:extLst>
                  <a:ext uri="{FF2B5EF4-FFF2-40B4-BE49-F238E27FC236}">
                    <a16:creationId xmlns:a16="http://schemas.microsoft.com/office/drawing/2014/main" id="{15F64ABF-9AF8-1FE9-BBC9-FA75F42E073B}"/>
                  </a:ext>
                </a:extLst>
              </p:cNvPr>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83" name="Group 83">
              <a:extLst>
                <a:ext uri="{FF2B5EF4-FFF2-40B4-BE49-F238E27FC236}">
                  <a16:creationId xmlns:a16="http://schemas.microsoft.com/office/drawing/2014/main" id="{ED24DB99-E3F0-1E3A-3E9D-F36117D86787}"/>
                </a:ext>
              </a:extLst>
            </p:cNvPr>
            <p:cNvGrpSpPr>
              <a:grpSpLocks/>
            </p:cNvGrpSpPr>
            <p:nvPr/>
          </p:nvGrpSpPr>
          <p:grpSpPr bwMode="auto">
            <a:xfrm>
              <a:off x="4099995" y="1810273"/>
              <a:ext cx="783138" cy="526362"/>
              <a:chOff x="4830" y="1752"/>
              <a:chExt cx="667" cy="477"/>
            </a:xfrm>
            <a:solidFill>
              <a:srgbClr val="00FFFF"/>
            </a:solidFill>
          </p:grpSpPr>
          <p:grpSp>
            <p:nvGrpSpPr>
              <p:cNvPr id="84" name="Group 84">
                <a:extLst>
                  <a:ext uri="{FF2B5EF4-FFF2-40B4-BE49-F238E27FC236}">
                    <a16:creationId xmlns:a16="http://schemas.microsoft.com/office/drawing/2014/main" id="{28BD3736-BEE3-2DFA-296C-71452056D58C}"/>
                  </a:ext>
                </a:extLst>
              </p:cNvPr>
              <p:cNvGrpSpPr>
                <a:grpSpLocks/>
              </p:cNvGrpSpPr>
              <p:nvPr/>
            </p:nvGrpSpPr>
            <p:grpSpPr bwMode="auto">
              <a:xfrm>
                <a:off x="4830" y="1752"/>
                <a:ext cx="667" cy="477"/>
                <a:chOff x="2949" y="196"/>
                <a:chExt cx="941" cy="598"/>
              </a:xfrm>
              <a:grpFill/>
            </p:grpSpPr>
            <p:sp>
              <p:nvSpPr>
                <p:cNvPr id="86" name="Oval 85">
                  <a:extLst>
                    <a:ext uri="{FF2B5EF4-FFF2-40B4-BE49-F238E27FC236}">
                      <a16:creationId xmlns:a16="http://schemas.microsoft.com/office/drawing/2014/main" id="{9EB59123-620A-0F6A-5411-9C81A4CC0A3C}"/>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7" name="Oval 86">
                  <a:extLst>
                    <a:ext uri="{FF2B5EF4-FFF2-40B4-BE49-F238E27FC236}">
                      <a16:creationId xmlns:a16="http://schemas.microsoft.com/office/drawing/2014/main" id="{8628D429-1053-E9B1-2C08-6C2EB443B0DB}"/>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8" name="Oval 87">
                  <a:extLst>
                    <a:ext uri="{FF2B5EF4-FFF2-40B4-BE49-F238E27FC236}">
                      <a16:creationId xmlns:a16="http://schemas.microsoft.com/office/drawing/2014/main" id="{B56B7CA1-F444-4E86-B692-84ACF95296F6}"/>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9" name="Oval 88">
                  <a:extLst>
                    <a:ext uri="{FF2B5EF4-FFF2-40B4-BE49-F238E27FC236}">
                      <a16:creationId xmlns:a16="http://schemas.microsoft.com/office/drawing/2014/main" id="{3CA619E9-2303-8785-A299-FC93B48469C2}"/>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0" name="Oval 89">
                  <a:extLst>
                    <a:ext uri="{FF2B5EF4-FFF2-40B4-BE49-F238E27FC236}">
                      <a16:creationId xmlns:a16="http://schemas.microsoft.com/office/drawing/2014/main" id="{D511A50A-5615-ACA1-57D0-7D7E97E6A5EB}"/>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1" name="Oval 90">
                  <a:extLst>
                    <a:ext uri="{FF2B5EF4-FFF2-40B4-BE49-F238E27FC236}">
                      <a16:creationId xmlns:a16="http://schemas.microsoft.com/office/drawing/2014/main" id="{3F296A73-E924-520B-F091-728C7C84558C}"/>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2" name="Oval 91">
                  <a:extLst>
                    <a:ext uri="{FF2B5EF4-FFF2-40B4-BE49-F238E27FC236}">
                      <a16:creationId xmlns:a16="http://schemas.microsoft.com/office/drawing/2014/main" id="{15CB4958-97BE-2DAC-E9FE-F17D76B865F6}"/>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3" name="Oval 92">
                  <a:extLst>
                    <a:ext uri="{FF2B5EF4-FFF2-40B4-BE49-F238E27FC236}">
                      <a16:creationId xmlns:a16="http://schemas.microsoft.com/office/drawing/2014/main" id="{ABB06C71-9188-5AA4-A2B4-2F7305A1F58D}"/>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4" name="Freeform 93">
                  <a:extLst>
                    <a:ext uri="{FF2B5EF4-FFF2-40B4-BE49-F238E27FC236}">
                      <a16:creationId xmlns:a16="http://schemas.microsoft.com/office/drawing/2014/main" id="{932E1713-852E-B1CB-1410-90A6A20C6275}"/>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5" name="Freeform 94">
                  <a:extLst>
                    <a:ext uri="{FF2B5EF4-FFF2-40B4-BE49-F238E27FC236}">
                      <a16:creationId xmlns:a16="http://schemas.microsoft.com/office/drawing/2014/main" id="{B858CEC9-AD26-3876-914F-4E3500D2AC35}"/>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6" name="Freeform 95">
                  <a:extLst>
                    <a:ext uri="{FF2B5EF4-FFF2-40B4-BE49-F238E27FC236}">
                      <a16:creationId xmlns:a16="http://schemas.microsoft.com/office/drawing/2014/main" id="{422E06C5-6659-849C-58FC-36670F741EE7}"/>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85" name="Text Box 96">
                <a:extLst>
                  <a:ext uri="{FF2B5EF4-FFF2-40B4-BE49-F238E27FC236}">
                    <a16:creationId xmlns:a16="http://schemas.microsoft.com/office/drawing/2014/main" id="{9CFF08F9-CF93-ABA2-5A01-BD69BF5BD939}"/>
                  </a:ext>
                </a:extLst>
              </p:cNvPr>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97" name="Group 97">
              <a:extLst>
                <a:ext uri="{FF2B5EF4-FFF2-40B4-BE49-F238E27FC236}">
                  <a16:creationId xmlns:a16="http://schemas.microsoft.com/office/drawing/2014/main" id="{D483F2A8-B64F-BE52-04DB-AB1B92974C06}"/>
                </a:ext>
              </a:extLst>
            </p:cNvPr>
            <p:cNvGrpSpPr>
              <a:grpSpLocks/>
            </p:cNvGrpSpPr>
            <p:nvPr/>
          </p:nvGrpSpPr>
          <p:grpSpPr bwMode="auto">
            <a:xfrm>
              <a:off x="1780094" y="1755788"/>
              <a:ext cx="795786" cy="595441"/>
              <a:chOff x="434" y="1298"/>
              <a:chExt cx="755" cy="612"/>
            </a:xfrm>
          </p:grpSpPr>
          <p:sp>
            <p:nvSpPr>
              <p:cNvPr id="98" name="Line 98">
                <a:extLst>
                  <a:ext uri="{FF2B5EF4-FFF2-40B4-BE49-F238E27FC236}">
                    <a16:creationId xmlns:a16="http://schemas.microsoft.com/office/drawing/2014/main" id="{78968EE4-0D1A-CC90-11F8-FEEEF76421F1}"/>
                  </a:ext>
                </a:extLst>
              </p:cNvPr>
              <p:cNvSpPr>
                <a:spLocks noChangeShapeType="1"/>
              </p:cNvSpPr>
              <p:nvPr/>
            </p:nvSpPr>
            <p:spPr bwMode="auto">
              <a:xfrm>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9" name="Line 99">
                <a:extLst>
                  <a:ext uri="{FF2B5EF4-FFF2-40B4-BE49-F238E27FC236}">
                    <a16:creationId xmlns:a16="http://schemas.microsoft.com/office/drawing/2014/main" id="{5F588E11-28DA-0FCF-2DCD-F7CD6627C4F1}"/>
                  </a:ext>
                </a:extLst>
              </p:cNvPr>
              <p:cNvSpPr>
                <a:spLocks noChangeShapeType="1"/>
              </p:cNvSpPr>
              <p:nvPr/>
            </p:nvSpPr>
            <p:spPr bwMode="auto">
              <a:xfrm flipH="1">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grpSp>
      <p:sp>
        <p:nvSpPr>
          <p:cNvPr id="100" name="Text Box 100">
            <a:extLst>
              <a:ext uri="{FF2B5EF4-FFF2-40B4-BE49-F238E27FC236}">
                <a16:creationId xmlns:a16="http://schemas.microsoft.com/office/drawing/2014/main" id="{3853AEE1-67B8-307B-2F32-098448010097}"/>
              </a:ext>
            </a:extLst>
          </p:cNvPr>
          <p:cNvSpPr txBox="1">
            <a:spLocks noChangeArrowheads="1"/>
          </p:cNvSpPr>
          <p:nvPr/>
        </p:nvSpPr>
        <p:spPr bwMode="auto">
          <a:xfrm>
            <a:off x="1596284" y="2462144"/>
            <a:ext cx="1220206" cy="272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300" b="1" dirty="0">
                <a:solidFill>
                  <a:srgbClr val="CC00CC"/>
                </a:solidFill>
                <a:latin typeface="微软雅黑" pitchFamily="34" charset="-122"/>
                <a:ea typeface="微软雅黑" pitchFamily="34" charset="-122"/>
              </a:rPr>
              <a:t>网 </a:t>
            </a:r>
            <a:r>
              <a:rPr kumimoji="1" lang="en-US" altLang="zh-CN" sz="1300" b="1" dirty="0">
                <a:solidFill>
                  <a:srgbClr val="CC00CC"/>
                </a:solidFill>
                <a:latin typeface="微软雅黑" pitchFamily="34" charset="-122"/>
                <a:ea typeface="微软雅黑" pitchFamily="34" charset="-122"/>
              </a:rPr>
              <a:t>1 </a:t>
            </a:r>
            <a:r>
              <a:rPr kumimoji="1" lang="zh-CN" altLang="en-US" sz="1300" b="1" dirty="0">
                <a:solidFill>
                  <a:srgbClr val="CC00CC"/>
                </a:solidFill>
                <a:latin typeface="微软雅黑" pitchFamily="34" charset="-122"/>
                <a:ea typeface="微软雅黑" pitchFamily="34" charset="-122"/>
              </a:rPr>
              <a:t>出了故障</a:t>
            </a:r>
          </a:p>
        </p:txBody>
      </p:sp>
      <p:sp>
        <p:nvSpPr>
          <p:cNvPr id="101" name="Text Box 101">
            <a:extLst>
              <a:ext uri="{FF2B5EF4-FFF2-40B4-BE49-F238E27FC236}">
                <a16:creationId xmlns:a16="http://schemas.microsoft.com/office/drawing/2014/main" id="{15D74901-12CB-5E99-81D0-45494A3CC34A}"/>
              </a:ext>
            </a:extLst>
          </p:cNvPr>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02" name="Group 102">
            <a:extLst>
              <a:ext uri="{FF2B5EF4-FFF2-40B4-BE49-F238E27FC236}">
                <a16:creationId xmlns:a16="http://schemas.microsoft.com/office/drawing/2014/main" id="{A3613B73-C5F2-F8A1-E74D-E64B8F838C5C}"/>
              </a:ext>
            </a:extLst>
          </p:cNvPr>
          <p:cNvGrpSpPr>
            <a:grpSpLocks/>
          </p:cNvGrpSpPr>
          <p:nvPr/>
        </p:nvGrpSpPr>
        <p:grpSpPr bwMode="auto">
          <a:xfrm>
            <a:off x="2816198" y="886853"/>
            <a:ext cx="977077" cy="191669"/>
            <a:chOff x="1491" y="212"/>
            <a:chExt cx="853" cy="240"/>
          </a:xfrm>
          <a:solidFill>
            <a:srgbClr val="FFFF00"/>
          </a:solidFill>
        </p:grpSpPr>
        <p:sp>
          <p:nvSpPr>
            <p:cNvPr id="103" name="AutoShape 103">
              <a:extLst>
                <a:ext uri="{FF2B5EF4-FFF2-40B4-BE49-F238E27FC236}">
                  <a16:creationId xmlns:a16="http://schemas.microsoft.com/office/drawing/2014/main" id="{70A85FAD-E6FD-AD0F-6987-AF12E3302419}"/>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4" name="Rectangle 104">
              <a:extLst>
                <a:ext uri="{FF2B5EF4-FFF2-40B4-BE49-F238E27FC236}">
                  <a16:creationId xmlns:a16="http://schemas.microsoft.com/office/drawing/2014/main" id="{FAB45DCE-8976-1BDE-A9B8-1CB4945C7DC8}"/>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5" name="Text Box 105">
            <a:extLst>
              <a:ext uri="{FF2B5EF4-FFF2-40B4-BE49-F238E27FC236}">
                <a16:creationId xmlns:a16="http://schemas.microsoft.com/office/drawing/2014/main" id="{A62226B0-97B6-76AE-4B6F-E9521597C12A}"/>
              </a:ext>
            </a:extLst>
          </p:cNvPr>
          <p:cNvSpPr txBox="1">
            <a:spLocks noChangeArrowheads="1"/>
          </p:cNvSpPr>
          <p:nvPr/>
        </p:nvSpPr>
        <p:spPr bwMode="auto">
          <a:xfrm>
            <a:off x="2776368" y="922072"/>
            <a:ext cx="899185"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1,1,</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nvGrpSpPr>
          <p:cNvPr id="106" name="Group 106">
            <a:extLst>
              <a:ext uri="{FF2B5EF4-FFF2-40B4-BE49-F238E27FC236}">
                <a16:creationId xmlns:a16="http://schemas.microsoft.com/office/drawing/2014/main" id="{8950EFF2-A4ED-B462-1C9D-DFEE5B7DB0F8}"/>
              </a:ext>
            </a:extLst>
          </p:cNvPr>
          <p:cNvGrpSpPr>
            <a:grpSpLocks/>
          </p:cNvGrpSpPr>
          <p:nvPr/>
        </p:nvGrpSpPr>
        <p:grpSpPr bwMode="auto">
          <a:xfrm>
            <a:off x="2941624" y="2505921"/>
            <a:ext cx="1032939" cy="242263"/>
            <a:chOff x="1536" y="2024"/>
            <a:chExt cx="980" cy="249"/>
          </a:xfrm>
          <a:solidFill>
            <a:srgbClr val="FFFF00"/>
          </a:solidFill>
        </p:grpSpPr>
        <p:grpSp>
          <p:nvGrpSpPr>
            <p:cNvPr id="107" name="Group 107">
              <a:extLst>
                <a:ext uri="{FF2B5EF4-FFF2-40B4-BE49-F238E27FC236}">
                  <a16:creationId xmlns:a16="http://schemas.microsoft.com/office/drawing/2014/main" id="{3A522890-5117-B6E5-743A-F621A0A32866}"/>
                </a:ext>
              </a:extLst>
            </p:cNvPr>
            <p:cNvGrpSpPr>
              <a:grpSpLocks/>
            </p:cNvGrpSpPr>
            <p:nvPr/>
          </p:nvGrpSpPr>
          <p:grpSpPr bwMode="auto">
            <a:xfrm>
              <a:off x="1589" y="2024"/>
              <a:ext cx="927" cy="197"/>
              <a:chOff x="1491" y="212"/>
              <a:chExt cx="853" cy="240"/>
            </a:xfrm>
            <a:grpFill/>
          </p:grpSpPr>
          <p:sp>
            <p:nvSpPr>
              <p:cNvPr id="109" name="AutoShape 108">
                <a:extLst>
                  <a:ext uri="{FF2B5EF4-FFF2-40B4-BE49-F238E27FC236}">
                    <a16:creationId xmlns:a16="http://schemas.microsoft.com/office/drawing/2014/main" id="{CF892EFB-D183-4860-F0CE-B520B071739F}"/>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0" name="Rectangle 109">
                <a:extLst>
                  <a:ext uri="{FF2B5EF4-FFF2-40B4-BE49-F238E27FC236}">
                    <a16:creationId xmlns:a16="http://schemas.microsoft.com/office/drawing/2014/main" id="{CE6E8DF2-3E67-386A-BBCC-3348CB68DD60}"/>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10">
              <a:extLst>
                <a:ext uri="{FF2B5EF4-FFF2-40B4-BE49-F238E27FC236}">
                  <a16:creationId xmlns:a16="http://schemas.microsoft.com/office/drawing/2014/main" id="{5C7323D6-8CBA-19D4-29D8-C7312C80783B}"/>
                </a:ext>
              </a:extLst>
            </p:cNvPr>
            <p:cNvSpPr txBox="1">
              <a:spLocks noChangeArrowheads="1"/>
            </p:cNvSpPr>
            <p:nvPr/>
          </p:nvSpPr>
          <p:spPr bwMode="auto">
            <a:xfrm>
              <a:off x="1536" y="2061"/>
              <a:ext cx="803" cy="212"/>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1,16,</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grpSp>
        <p:nvGrpSpPr>
          <p:cNvPr id="111" name="Group 111">
            <a:extLst>
              <a:ext uri="{FF2B5EF4-FFF2-40B4-BE49-F238E27FC236}">
                <a16:creationId xmlns:a16="http://schemas.microsoft.com/office/drawing/2014/main" id="{502016FE-F72D-F67B-AB24-EC2CFEE10166}"/>
              </a:ext>
            </a:extLst>
          </p:cNvPr>
          <p:cNvGrpSpPr>
            <a:grpSpLocks/>
          </p:cNvGrpSpPr>
          <p:nvPr/>
        </p:nvGrpSpPr>
        <p:grpSpPr bwMode="auto">
          <a:xfrm flipH="1">
            <a:off x="5027534" y="900474"/>
            <a:ext cx="977077" cy="191669"/>
            <a:chOff x="1491" y="212"/>
            <a:chExt cx="853" cy="240"/>
          </a:xfrm>
          <a:solidFill>
            <a:srgbClr val="66FF66"/>
          </a:solidFill>
        </p:grpSpPr>
        <p:sp>
          <p:nvSpPr>
            <p:cNvPr id="112" name="AutoShape 112">
              <a:extLst>
                <a:ext uri="{FF2B5EF4-FFF2-40B4-BE49-F238E27FC236}">
                  <a16:creationId xmlns:a16="http://schemas.microsoft.com/office/drawing/2014/main" id="{4C477137-61FA-0F7E-A57C-C1F3EA8DD689}"/>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3" name="Rectangle 113">
              <a:extLst>
                <a:ext uri="{FF2B5EF4-FFF2-40B4-BE49-F238E27FC236}">
                  <a16:creationId xmlns:a16="http://schemas.microsoft.com/office/drawing/2014/main" id="{A2DDE054-69ED-F830-E599-75843631EE12}"/>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4" name="Text Box 114">
            <a:extLst>
              <a:ext uri="{FF2B5EF4-FFF2-40B4-BE49-F238E27FC236}">
                <a16:creationId xmlns:a16="http://schemas.microsoft.com/office/drawing/2014/main" id="{82C3C28C-C93F-CD41-E645-A268BF666950}"/>
              </a:ext>
            </a:extLst>
          </p:cNvPr>
          <p:cNvSpPr txBox="1">
            <a:spLocks noChangeArrowheads="1"/>
          </p:cNvSpPr>
          <p:nvPr/>
        </p:nvSpPr>
        <p:spPr bwMode="auto">
          <a:xfrm>
            <a:off x="5234273" y="923834"/>
            <a:ext cx="838691" cy="206980"/>
          </a:xfrm>
          <a:prstGeom prst="rect">
            <a:avLst/>
          </a:prstGeom>
          <a:noFill/>
          <a:ln>
            <a:noFill/>
          </a:ln>
          <a:effec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1,2,</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nvGrpSpPr>
          <p:cNvPr id="115" name="Group 115">
            <a:extLst>
              <a:ext uri="{FF2B5EF4-FFF2-40B4-BE49-F238E27FC236}">
                <a16:creationId xmlns:a16="http://schemas.microsoft.com/office/drawing/2014/main" id="{F6236AC1-1242-4D4D-75C6-BC44F062E0B5}"/>
              </a:ext>
            </a:extLst>
          </p:cNvPr>
          <p:cNvGrpSpPr>
            <a:grpSpLocks/>
          </p:cNvGrpSpPr>
          <p:nvPr/>
        </p:nvGrpSpPr>
        <p:grpSpPr bwMode="auto">
          <a:xfrm>
            <a:off x="5027532" y="2473781"/>
            <a:ext cx="1056130" cy="231556"/>
            <a:chOff x="3515" y="1991"/>
            <a:chExt cx="1002" cy="238"/>
          </a:xfrm>
          <a:solidFill>
            <a:srgbClr val="66FF66"/>
          </a:solidFill>
        </p:grpSpPr>
        <p:grpSp>
          <p:nvGrpSpPr>
            <p:cNvPr id="116" name="Group 116">
              <a:extLst>
                <a:ext uri="{FF2B5EF4-FFF2-40B4-BE49-F238E27FC236}">
                  <a16:creationId xmlns:a16="http://schemas.microsoft.com/office/drawing/2014/main" id="{91C0DC0D-3635-8561-320E-E9124373C859}"/>
                </a:ext>
              </a:extLst>
            </p:cNvPr>
            <p:cNvGrpSpPr>
              <a:grpSpLocks/>
            </p:cNvGrpSpPr>
            <p:nvPr/>
          </p:nvGrpSpPr>
          <p:grpSpPr bwMode="auto">
            <a:xfrm flipH="1">
              <a:off x="3515" y="1991"/>
              <a:ext cx="927" cy="197"/>
              <a:chOff x="1491" y="212"/>
              <a:chExt cx="853" cy="240"/>
            </a:xfrm>
            <a:grpFill/>
          </p:grpSpPr>
          <p:sp>
            <p:nvSpPr>
              <p:cNvPr id="118" name="AutoShape 117">
                <a:extLst>
                  <a:ext uri="{FF2B5EF4-FFF2-40B4-BE49-F238E27FC236}">
                    <a16:creationId xmlns:a16="http://schemas.microsoft.com/office/drawing/2014/main" id="{7EED28A4-5699-3DAD-91C5-24F4A27578AA}"/>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9" name="Rectangle 118">
                <a:extLst>
                  <a:ext uri="{FF2B5EF4-FFF2-40B4-BE49-F238E27FC236}">
                    <a16:creationId xmlns:a16="http://schemas.microsoft.com/office/drawing/2014/main" id="{82591F17-5B98-2461-2FC2-AE595043D524}"/>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9">
              <a:extLst>
                <a:ext uri="{FF2B5EF4-FFF2-40B4-BE49-F238E27FC236}">
                  <a16:creationId xmlns:a16="http://schemas.microsoft.com/office/drawing/2014/main" id="{C843BDFA-0F8B-D9A1-80B4-6DA2854D489B}"/>
                </a:ext>
              </a:extLst>
            </p:cNvPr>
            <p:cNvSpPr txBox="1">
              <a:spLocks noChangeArrowheads="1"/>
            </p:cNvSpPr>
            <p:nvPr/>
          </p:nvSpPr>
          <p:spPr bwMode="auto">
            <a:xfrm>
              <a:off x="3721" y="2016"/>
              <a:ext cx="796"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1,2,</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grpSp>
        <p:nvGrpSpPr>
          <p:cNvPr id="2" name="Group 121">
            <a:extLst>
              <a:ext uri="{FF2B5EF4-FFF2-40B4-BE49-F238E27FC236}">
                <a16:creationId xmlns:a16="http://schemas.microsoft.com/office/drawing/2014/main" id="{E1B374D2-A02B-5480-76D7-0EBA372DA19D}"/>
              </a:ext>
            </a:extLst>
          </p:cNvPr>
          <p:cNvGrpSpPr>
            <a:grpSpLocks/>
          </p:cNvGrpSpPr>
          <p:nvPr/>
        </p:nvGrpSpPr>
        <p:grpSpPr bwMode="auto">
          <a:xfrm>
            <a:off x="2945844" y="2814348"/>
            <a:ext cx="1028724" cy="231560"/>
            <a:chOff x="1540" y="2478"/>
            <a:chExt cx="976" cy="238"/>
          </a:xfrm>
          <a:solidFill>
            <a:srgbClr val="FFFF00"/>
          </a:solidFill>
        </p:grpSpPr>
        <p:grpSp>
          <p:nvGrpSpPr>
            <p:cNvPr id="120" name="Group 122">
              <a:extLst>
                <a:ext uri="{FF2B5EF4-FFF2-40B4-BE49-F238E27FC236}">
                  <a16:creationId xmlns:a16="http://schemas.microsoft.com/office/drawing/2014/main" id="{C0A2F14C-9A10-2E70-B202-BE0B6DF4FFCA}"/>
                </a:ext>
              </a:extLst>
            </p:cNvPr>
            <p:cNvGrpSpPr>
              <a:grpSpLocks/>
            </p:cNvGrpSpPr>
            <p:nvPr/>
          </p:nvGrpSpPr>
          <p:grpSpPr bwMode="auto">
            <a:xfrm>
              <a:off x="1589" y="2478"/>
              <a:ext cx="927" cy="197"/>
              <a:chOff x="1491" y="212"/>
              <a:chExt cx="853" cy="240"/>
            </a:xfrm>
            <a:grpFill/>
          </p:grpSpPr>
          <p:sp>
            <p:nvSpPr>
              <p:cNvPr id="122" name="AutoShape 123">
                <a:extLst>
                  <a:ext uri="{FF2B5EF4-FFF2-40B4-BE49-F238E27FC236}">
                    <a16:creationId xmlns:a16="http://schemas.microsoft.com/office/drawing/2014/main" id="{84E30737-8677-C5DC-6254-D5366F39FC40}"/>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4" name="Rectangle 124">
                <a:extLst>
                  <a:ext uri="{FF2B5EF4-FFF2-40B4-BE49-F238E27FC236}">
                    <a16:creationId xmlns:a16="http://schemas.microsoft.com/office/drawing/2014/main" id="{D7949112-7FAD-930A-43BF-1AB0BBC59289}"/>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21" name="Text Box 125">
              <a:extLst>
                <a:ext uri="{FF2B5EF4-FFF2-40B4-BE49-F238E27FC236}">
                  <a16:creationId xmlns:a16="http://schemas.microsoft.com/office/drawing/2014/main" id="{85FA39C9-9A0A-D47A-B09D-880AF0A5CCEC}"/>
                </a:ext>
              </a:extLst>
            </p:cNvPr>
            <p:cNvSpPr txBox="1">
              <a:spLocks noChangeArrowheads="1"/>
            </p:cNvSpPr>
            <p:nvPr/>
          </p:nvSpPr>
          <p:spPr bwMode="auto">
            <a:xfrm>
              <a:off x="1540" y="2503"/>
              <a:ext cx="796"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1,3,</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sp>
        <p:nvSpPr>
          <p:cNvPr id="125" name="Text Box 120">
            <a:extLst>
              <a:ext uri="{FF2B5EF4-FFF2-40B4-BE49-F238E27FC236}">
                <a16:creationId xmlns:a16="http://schemas.microsoft.com/office/drawing/2014/main" id="{4797FBC2-D21E-97FA-742A-905D885435B4}"/>
              </a:ext>
            </a:extLst>
          </p:cNvPr>
          <p:cNvSpPr txBox="1">
            <a:spLocks noChangeArrowheads="1"/>
          </p:cNvSpPr>
          <p:nvPr/>
        </p:nvSpPr>
        <p:spPr bwMode="auto">
          <a:xfrm>
            <a:off x="1839563" y="3273353"/>
            <a:ext cx="4949184" cy="580800"/>
          </a:xfrm>
          <a:prstGeom prst="rect">
            <a:avLst/>
          </a:prstGeom>
          <a:solidFill>
            <a:srgbClr val="00FF99"/>
          </a:solidFill>
          <a:ln w="9525">
            <a:solidFill>
              <a:schemeClr val="tx2"/>
            </a:solidFill>
            <a:miter lim="800000"/>
            <a:headEnd/>
            <a:tailEnd/>
          </a:ln>
          <a:effectLst/>
        </p:spPr>
        <p:txBody>
          <a:bodyPr wrap="square">
            <a:spAutoFit/>
          </a:bodyPr>
          <a:lstStyle/>
          <a:p>
            <a:pPr>
              <a:lnSpc>
                <a:spcPts val="2000"/>
              </a:lnSpc>
            </a:pP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以后又更新自己的路由表为“网</a:t>
            </a:r>
            <a:r>
              <a:rPr kumimoji="1" lang="en-US" altLang="zh-CN" sz="1300" b="1" dirty="0">
                <a:latin typeface="微软雅黑" pitchFamily="34" charset="-122"/>
                <a:ea typeface="微软雅黑" pitchFamily="34" charset="-122"/>
              </a:rPr>
              <a:t>1,4,R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a:t>
            </a:r>
            <a:r>
              <a:rPr kumimoji="1" lang="zh-CN" altLang="en-US" sz="1300" b="1" dirty="0">
                <a:latin typeface="微软雅黑" pitchFamily="34" charset="-122"/>
                <a:ea typeface="微软雅黑" pitchFamily="34" charset="-122"/>
              </a:rPr>
              <a:t>并发送路由信息，表明“我到网 </a:t>
            </a:r>
            <a:r>
              <a:rPr kumimoji="1" lang="en-US" altLang="zh-CN" sz="1300" b="1" dirty="0">
                <a:latin typeface="微软雅黑" pitchFamily="34" charset="-122"/>
                <a:ea typeface="微软雅黑" pitchFamily="34" charset="-122"/>
              </a:rPr>
              <a:t>1 </a:t>
            </a:r>
            <a:r>
              <a:rPr kumimoji="1" lang="zh-CN" altLang="en-US" sz="1300" b="1" dirty="0">
                <a:latin typeface="微软雅黑" pitchFamily="34" charset="-122"/>
                <a:ea typeface="微软雅黑" pitchFamily="34" charset="-122"/>
              </a:rPr>
              <a:t>距离是 </a:t>
            </a:r>
            <a:r>
              <a:rPr kumimoji="1" lang="en-US" altLang="zh-CN" sz="1300" b="1" dirty="0">
                <a:latin typeface="微软雅黑" pitchFamily="34" charset="-122"/>
                <a:ea typeface="微软雅黑" pitchFamily="34" charset="-122"/>
              </a:rPr>
              <a:t>4</a:t>
            </a:r>
            <a:r>
              <a:rPr kumimoji="1" lang="zh-CN" altLang="en-US" sz="1300" b="1" dirty="0">
                <a:latin typeface="微软雅黑" pitchFamily="34" charset="-122"/>
                <a:ea typeface="微软雅黑" pitchFamily="34" charset="-122"/>
              </a:rPr>
              <a:t>，下一跳经过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a:t>
            </a:r>
            <a:r>
              <a:rPr kumimoji="1" lang="zh-CN" altLang="en-US" sz="1300" b="1" dirty="0">
                <a:latin typeface="微软雅黑" pitchFamily="34" charset="-122"/>
                <a:ea typeface="微软雅黑" pitchFamily="34" charset="-122"/>
              </a:rPr>
              <a:t>。 </a:t>
            </a:r>
          </a:p>
        </p:txBody>
      </p:sp>
      <p:grpSp>
        <p:nvGrpSpPr>
          <p:cNvPr id="126" name="Group 115">
            <a:extLst>
              <a:ext uri="{FF2B5EF4-FFF2-40B4-BE49-F238E27FC236}">
                <a16:creationId xmlns:a16="http://schemas.microsoft.com/office/drawing/2014/main" id="{CFBC8018-DA16-5A53-B5DD-C2305D34BAE7}"/>
              </a:ext>
            </a:extLst>
          </p:cNvPr>
          <p:cNvGrpSpPr>
            <a:grpSpLocks/>
          </p:cNvGrpSpPr>
          <p:nvPr/>
        </p:nvGrpSpPr>
        <p:grpSpPr bwMode="auto">
          <a:xfrm>
            <a:off x="5027532" y="2875682"/>
            <a:ext cx="1040320" cy="236424"/>
            <a:chOff x="3515" y="1991"/>
            <a:chExt cx="987" cy="243"/>
          </a:xfrm>
          <a:solidFill>
            <a:srgbClr val="66FF66"/>
          </a:solidFill>
        </p:grpSpPr>
        <p:grpSp>
          <p:nvGrpSpPr>
            <p:cNvPr id="129" name="Group 116">
              <a:extLst>
                <a:ext uri="{FF2B5EF4-FFF2-40B4-BE49-F238E27FC236}">
                  <a16:creationId xmlns:a16="http://schemas.microsoft.com/office/drawing/2014/main" id="{5E412F36-7A02-491F-A34B-8849173A13A7}"/>
                </a:ext>
              </a:extLst>
            </p:cNvPr>
            <p:cNvGrpSpPr>
              <a:grpSpLocks/>
            </p:cNvGrpSpPr>
            <p:nvPr/>
          </p:nvGrpSpPr>
          <p:grpSpPr bwMode="auto">
            <a:xfrm flipH="1">
              <a:off x="3515" y="1991"/>
              <a:ext cx="927" cy="197"/>
              <a:chOff x="1491" y="212"/>
              <a:chExt cx="853" cy="240"/>
            </a:xfrm>
            <a:grpFill/>
          </p:grpSpPr>
          <p:sp>
            <p:nvSpPr>
              <p:cNvPr id="131" name="AutoShape 117">
                <a:extLst>
                  <a:ext uri="{FF2B5EF4-FFF2-40B4-BE49-F238E27FC236}">
                    <a16:creationId xmlns:a16="http://schemas.microsoft.com/office/drawing/2014/main" id="{6AC888FF-BD6D-F721-5FFA-C957A4190556}"/>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2" name="Rectangle 118">
                <a:extLst>
                  <a:ext uri="{FF2B5EF4-FFF2-40B4-BE49-F238E27FC236}">
                    <a16:creationId xmlns:a16="http://schemas.microsoft.com/office/drawing/2014/main" id="{EF7D32CA-4611-A8D9-2581-B30CE9B065D2}"/>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30" name="Text Box 119">
              <a:extLst>
                <a:ext uri="{FF2B5EF4-FFF2-40B4-BE49-F238E27FC236}">
                  <a16:creationId xmlns:a16="http://schemas.microsoft.com/office/drawing/2014/main" id="{575FEA6C-9F1B-4E9F-E896-83E2961A55B0}"/>
                </a:ext>
              </a:extLst>
            </p:cNvPr>
            <p:cNvSpPr txBox="1">
              <a:spLocks noChangeArrowheads="1"/>
            </p:cNvSpPr>
            <p:nvPr/>
          </p:nvSpPr>
          <p:spPr bwMode="auto">
            <a:xfrm>
              <a:off x="3706" y="2021"/>
              <a:ext cx="796"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1,4,</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spTree>
    <p:extLst>
      <p:ext uri="{BB962C8B-B14F-4D97-AF65-F5344CB8AC3E}">
        <p14:creationId xmlns:p14="http://schemas.microsoft.com/office/powerpoint/2010/main" val="2808032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26"/>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nodeType="afterEffect">
                                  <p:stCondLst>
                                    <p:cond delay="0"/>
                                  </p:stCondLst>
                                  <p:childTnLst>
                                    <p:anim calcmode="discrete" valueType="str">
                                      <p:cBhvr>
                                        <p:cTn id="9" dur="1000" fill="hold"/>
                                        <p:tgtEl>
                                          <p:spTgt spid="126"/>
                                        </p:tgtEl>
                                        <p:attrNameLst>
                                          <p:attrName>style.visibility</p:attrName>
                                        </p:attrNameLst>
                                      </p:cBhvr>
                                      <p:tavLst>
                                        <p:tav tm="0">
                                          <p:val>
                                            <p:strVal val="hidden"/>
                                          </p:val>
                                        </p:tav>
                                        <p:tav tm="50000">
                                          <p:val>
                                            <p:strVal val="visible"/>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25"/>
                                        </p:tgtEl>
                                        <p:attrNameLst>
                                          <p:attrName>style.visibility</p:attrName>
                                        </p:attrNameLst>
                                      </p:cBhvr>
                                      <p:to>
                                        <p:strVal val="visible"/>
                                      </p:to>
                                    </p:set>
                                    <p:animEffect transition="in" filter="fade">
                                      <p:cBhvr>
                                        <p:cTn id="12" dur="1000"/>
                                        <p:tgtEl>
                                          <p:spTgt spid="125"/>
                                        </p:tgtEl>
                                      </p:cBhvr>
                                    </p:animEffect>
                                    <p:anim calcmode="lin" valueType="num">
                                      <p:cBhvr>
                                        <p:cTn id="13" dur="1000" fill="hold"/>
                                        <p:tgtEl>
                                          <p:spTgt spid="125"/>
                                        </p:tgtEl>
                                        <p:attrNameLst>
                                          <p:attrName>ppt_x</p:attrName>
                                        </p:attrNameLst>
                                      </p:cBhvr>
                                      <p:tavLst>
                                        <p:tav tm="0">
                                          <p:val>
                                            <p:strVal val="#ppt_x"/>
                                          </p:val>
                                        </p:tav>
                                        <p:tav tm="100000">
                                          <p:val>
                                            <p:strVal val="#ppt_x"/>
                                          </p:val>
                                        </p:tav>
                                      </p:tavLst>
                                    </p:anim>
                                    <p:anim calcmode="lin" valueType="num">
                                      <p:cBhvr>
                                        <p:cTn id="14" dur="1000" fill="hold"/>
                                        <p:tgtEl>
                                          <p:spTgt spid="1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06FD89-37A2-8C79-4D0F-DB99424A9130}"/>
            </a:ext>
          </a:extLst>
        </p:cNvPr>
        <p:cNvGrpSpPr/>
        <p:nvPr/>
      </p:nvGrpSpPr>
      <p:grpSpPr>
        <a:xfrm>
          <a:off x="0" y="0"/>
          <a:ext cx="0" cy="0"/>
          <a:chOff x="0" y="0"/>
          <a:chExt cx="0" cy="0"/>
        </a:xfrm>
      </p:grpSpPr>
      <p:sp>
        <p:nvSpPr>
          <p:cNvPr id="123" name="圆角矩形 122">
            <a:extLst>
              <a:ext uri="{FF2B5EF4-FFF2-40B4-BE49-F238E27FC236}">
                <a16:creationId xmlns:a16="http://schemas.microsoft.com/office/drawing/2014/main" id="{A0C2BD70-847D-DC59-9893-B59169E311A7}"/>
              </a:ext>
            </a:extLst>
          </p:cNvPr>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Line 2">
            <a:extLst>
              <a:ext uri="{FF2B5EF4-FFF2-40B4-BE49-F238E27FC236}">
                <a16:creationId xmlns:a16="http://schemas.microsoft.com/office/drawing/2014/main" id="{D4956DF1-1CCF-5049-80C8-DC40EB01003F}"/>
              </a:ext>
            </a:extLst>
          </p:cNvPr>
          <p:cNvSpPr>
            <a:spLocks noChangeShapeType="1"/>
          </p:cNvSpPr>
          <p:nvPr/>
        </p:nvSpPr>
        <p:spPr bwMode="auto">
          <a:xfrm>
            <a:off x="2416723" y="1233220"/>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4" name="Picture 3">
            <a:extLst>
              <a:ext uri="{FF2B5EF4-FFF2-40B4-BE49-F238E27FC236}">
                <a16:creationId xmlns:a16="http://schemas.microsoft.com/office/drawing/2014/main" id="{9FCD0CAE-BFF2-71D5-8D32-F1C90EFC03E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47028" y="1137872"/>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 name="Text Box 4">
            <a:extLst>
              <a:ext uri="{FF2B5EF4-FFF2-40B4-BE49-F238E27FC236}">
                <a16:creationId xmlns:a16="http://schemas.microsoft.com/office/drawing/2014/main" id="{A4A58AA4-9F2C-1E1F-7559-672E960F3197}"/>
              </a:ext>
            </a:extLst>
          </p:cNvPr>
          <p:cNvSpPr txBox="1">
            <a:spLocks noChangeArrowheads="1"/>
          </p:cNvSpPr>
          <p:nvPr/>
        </p:nvSpPr>
        <p:spPr bwMode="auto">
          <a:xfrm>
            <a:off x="5578787"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6" name="Text Box 5">
            <a:extLst>
              <a:ext uri="{FF2B5EF4-FFF2-40B4-BE49-F238E27FC236}">
                <a16:creationId xmlns:a16="http://schemas.microsoft.com/office/drawing/2014/main" id="{0C3D4885-2F51-212F-AFDA-5D7116A3AF89}"/>
              </a:ext>
            </a:extLst>
          </p:cNvPr>
          <p:cNvSpPr txBox="1">
            <a:spLocks noChangeArrowheads="1"/>
          </p:cNvSpPr>
          <p:nvPr/>
        </p:nvSpPr>
        <p:spPr bwMode="auto">
          <a:xfrm>
            <a:off x="3190375" y="1290624"/>
            <a:ext cx="370614"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7" name="Picture 6">
            <a:extLst>
              <a:ext uri="{FF2B5EF4-FFF2-40B4-BE49-F238E27FC236}">
                <a16:creationId xmlns:a16="http://schemas.microsoft.com/office/drawing/2014/main" id="{22C40647-8A62-4A62-0548-037F33327BA7}"/>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34387" y="1137872"/>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8" name="Group 7">
            <a:extLst>
              <a:ext uri="{FF2B5EF4-FFF2-40B4-BE49-F238E27FC236}">
                <a16:creationId xmlns:a16="http://schemas.microsoft.com/office/drawing/2014/main" id="{9596B140-E718-FF79-0BB3-106F316352B5}"/>
              </a:ext>
            </a:extLst>
          </p:cNvPr>
          <p:cNvGrpSpPr>
            <a:grpSpLocks/>
          </p:cNvGrpSpPr>
          <p:nvPr/>
        </p:nvGrpSpPr>
        <p:grpSpPr bwMode="auto">
          <a:xfrm>
            <a:off x="1793796" y="968580"/>
            <a:ext cx="783138" cy="526362"/>
            <a:chOff x="4830" y="1752"/>
            <a:chExt cx="667" cy="477"/>
          </a:xfrm>
          <a:solidFill>
            <a:srgbClr val="00FFFF"/>
          </a:solidFill>
        </p:grpSpPr>
        <p:grpSp>
          <p:nvGrpSpPr>
            <p:cNvPr id="9" name="Group 8">
              <a:extLst>
                <a:ext uri="{FF2B5EF4-FFF2-40B4-BE49-F238E27FC236}">
                  <a16:creationId xmlns:a16="http://schemas.microsoft.com/office/drawing/2014/main" id="{428DC3AF-82BE-8F75-8A83-9A37200F2BED}"/>
                </a:ext>
              </a:extLst>
            </p:cNvPr>
            <p:cNvGrpSpPr>
              <a:grpSpLocks/>
            </p:cNvGrpSpPr>
            <p:nvPr/>
          </p:nvGrpSpPr>
          <p:grpSpPr bwMode="auto">
            <a:xfrm>
              <a:off x="4830" y="1752"/>
              <a:ext cx="667" cy="477"/>
              <a:chOff x="2949" y="196"/>
              <a:chExt cx="941" cy="598"/>
            </a:xfrm>
            <a:grpFill/>
          </p:grpSpPr>
          <p:sp>
            <p:nvSpPr>
              <p:cNvPr id="11" name="Oval 9">
                <a:extLst>
                  <a:ext uri="{FF2B5EF4-FFF2-40B4-BE49-F238E27FC236}">
                    <a16:creationId xmlns:a16="http://schemas.microsoft.com/office/drawing/2014/main" id="{B63F8C1E-C809-5FFB-9F7A-BFAD46815ADF}"/>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 name="Oval 10">
                <a:extLst>
                  <a:ext uri="{FF2B5EF4-FFF2-40B4-BE49-F238E27FC236}">
                    <a16:creationId xmlns:a16="http://schemas.microsoft.com/office/drawing/2014/main" id="{B977E249-E73C-E4C5-2EA1-FBD99731BAB2}"/>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 name="Oval 11">
                <a:extLst>
                  <a:ext uri="{FF2B5EF4-FFF2-40B4-BE49-F238E27FC236}">
                    <a16:creationId xmlns:a16="http://schemas.microsoft.com/office/drawing/2014/main" id="{09E91061-E4F7-F9A2-C335-3509C0523991}"/>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 name="Oval 12">
                <a:extLst>
                  <a:ext uri="{FF2B5EF4-FFF2-40B4-BE49-F238E27FC236}">
                    <a16:creationId xmlns:a16="http://schemas.microsoft.com/office/drawing/2014/main" id="{B3997379-4A4A-ABD0-B2C4-1F8683E617E1}"/>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5" name="Oval 13">
                <a:extLst>
                  <a:ext uri="{FF2B5EF4-FFF2-40B4-BE49-F238E27FC236}">
                    <a16:creationId xmlns:a16="http://schemas.microsoft.com/office/drawing/2014/main" id="{F24BC66D-4DBF-B346-27E9-53BA62DD30DD}"/>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6" name="Oval 14">
                <a:extLst>
                  <a:ext uri="{FF2B5EF4-FFF2-40B4-BE49-F238E27FC236}">
                    <a16:creationId xmlns:a16="http://schemas.microsoft.com/office/drawing/2014/main" id="{2DD06EED-6604-EFB2-B86A-FF44E560EEDE}"/>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7" name="Oval 15">
                <a:extLst>
                  <a:ext uri="{FF2B5EF4-FFF2-40B4-BE49-F238E27FC236}">
                    <a16:creationId xmlns:a16="http://schemas.microsoft.com/office/drawing/2014/main" id="{8F5100C5-4728-6ED3-5DD2-B3146C93017B}"/>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8" name="Oval 16">
                <a:extLst>
                  <a:ext uri="{FF2B5EF4-FFF2-40B4-BE49-F238E27FC236}">
                    <a16:creationId xmlns:a16="http://schemas.microsoft.com/office/drawing/2014/main" id="{70621DDC-8149-0E49-4D67-5FFD940FE350}"/>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9" name="Freeform 17">
                <a:extLst>
                  <a:ext uri="{FF2B5EF4-FFF2-40B4-BE49-F238E27FC236}">
                    <a16:creationId xmlns:a16="http://schemas.microsoft.com/office/drawing/2014/main" id="{3305FB1C-5CAA-50CF-615A-B5E4450D7354}"/>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0" name="Freeform 18">
                <a:extLst>
                  <a:ext uri="{FF2B5EF4-FFF2-40B4-BE49-F238E27FC236}">
                    <a16:creationId xmlns:a16="http://schemas.microsoft.com/office/drawing/2014/main" id="{AC2B13EE-C981-A8A5-4BBE-F3E22223C130}"/>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21" name="Freeform 19">
                <a:extLst>
                  <a:ext uri="{FF2B5EF4-FFF2-40B4-BE49-F238E27FC236}">
                    <a16:creationId xmlns:a16="http://schemas.microsoft.com/office/drawing/2014/main" id="{B273A8A4-2F80-A9D7-DE30-921B25264EAB}"/>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10" name="Text Box 20">
              <a:extLst>
                <a:ext uri="{FF2B5EF4-FFF2-40B4-BE49-F238E27FC236}">
                  <a16:creationId xmlns:a16="http://schemas.microsoft.com/office/drawing/2014/main" id="{64F36F35-DC72-5841-AE5A-9F4561E0C653}"/>
                </a:ext>
              </a:extLst>
            </p:cNvPr>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22" name="Group 21">
            <a:extLst>
              <a:ext uri="{FF2B5EF4-FFF2-40B4-BE49-F238E27FC236}">
                <a16:creationId xmlns:a16="http://schemas.microsoft.com/office/drawing/2014/main" id="{3A68987A-79E7-9185-036C-8F280B728B8F}"/>
              </a:ext>
            </a:extLst>
          </p:cNvPr>
          <p:cNvGrpSpPr>
            <a:grpSpLocks/>
          </p:cNvGrpSpPr>
          <p:nvPr/>
        </p:nvGrpSpPr>
        <p:grpSpPr bwMode="auto">
          <a:xfrm>
            <a:off x="6444139" y="968580"/>
            <a:ext cx="783138" cy="526362"/>
            <a:chOff x="4830" y="1752"/>
            <a:chExt cx="667" cy="477"/>
          </a:xfrm>
          <a:solidFill>
            <a:srgbClr val="00FFFF"/>
          </a:solidFill>
        </p:grpSpPr>
        <p:grpSp>
          <p:nvGrpSpPr>
            <p:cNvPr id="23" name="Group 22">
              <a:extLst>
                <a:ext uri="{FF2B5EF4-FFF2-40B4-BE49-F238E27FC236}">
                  <a16:creationId xmlns:a16="http://schemas.microsoft.com/office/drawing/2014/main" id="{D9D4FE90-1FF3-5F5D-12D9-4B4890EFFBE3}"/>
                </a:ext>
              </a:extLst>
            </p:cNvPr>
            <p:cNvGrpSpPr>
              <a:grpSpLocks/>
            </p:cNvGrpSpPr>
            <p:nvPr/>
          </p:nvGrpSpPr>
          <p:grpSpPr bwMode="auto">
            <a:xfrm>
              <a:off x="4830" y="1752"/>
              <a:ext cx="667" cy="477"/>
              <a:chOff x="2949" y="196"/>
              <a:chExt cx="941" cy="598"/>
            </a:xfrm>
            <a:grpFill/>
          </p:grpSpPr>
          <p:sp>
            <p:nvSpPr>
              <p:cNvPr id="25" name="Oval 23">
                <a:extLst>
                  <a:ext uri="{FF2B5EF4-FFF2-40B4-BE49-F238E27FC236}">
                    <a16:creationId xmlns:a16="http://schemas.microsoft.com/office/drawing/2014/main" id="{E4DB7903-AD5C-AE00-4501-DD1FD3AF0517}"/>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6" name="Oval 24">
                <a:extLst>
                  <a:ext uri="{FF2B5EF4-FFF2-40B4-BE49-F238E27FC236}">
                    <a16:creationId xmlns:a16="http://schemas.microsoft.com/office/drawing/2014/main" id="{104CFF3A-7FE6-EC45-95B9-A47A5121AB0E}"/>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7" name="Oval 25">
                <a:extLst>
                  <a:ext uri="{FF2B5EF4-FFF2-40B4-BE49-F238E27FC236}">
                    <a16:creationId xmlns:a16="http://schemas.microsoft.com/office/drawing/2014/main" id="{DC473C27-B236-8096-109F-B5DBE527E42F}"/>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8" name="Oval 26">
                <a:extLst>
                  <a:ext uri="{FF2B5EF4-FFF2-40B4-BE49-F238E27FC236}">
                    <a16:creationId xmlns:a16="http://schemas.microsoft.com/office/drawing/2014/main" id="{7C599D24-5105-B0C4-2479-9503688E6505}"/>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29" name="Oval 27">
                <a:extLst>
                  <a:ext uri="{FF2B5EF4-FFF2-40B4-BE49-F238E27FC236}">
                    <a16:creationId xmlns:a16="http://schemas.microsoft.com/office/drawing/2014/main" id="{2819A7D2-0169-A6E8-3909-77F9907955CB}"/>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0" name="Oval 28">
                <a:extLst>
                  <a:ext uri="{FF2B5EF4-FFF2-40B4-BE49-F238E27FC236}">
                    <a16:creationId xmlns:a16="http://schemas.microsoft.com/office/drawing/2014/main" id="{D2D3C251-EE23-7978-D1FC-12C42A8B8D68}"/>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1" name="Oval 29">
                <a:extLst>
                  <a:ext uri="{FF2B5EF4-FFF2-40B4-BE49-F238E27FC236}">
                    <a16:creationId xmlns:a16="http://schemas.microsoft.com/office/drawing/2014/main" id="{83995790-604B-C1D0-A168-BCE33FEB7CF0}"/>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2" name="Oval 30">
                <a:extLst>
                  <a:ext uri="{FF2B5EF4-FFF2-40B4-BE49-F238E27FC236}">
                    <a16:creationId xmlns:a16="http://schemas.microsoft.com/office/drawing/2014/main" id="{155C7DA2-1472-6A47-BB29-F5134B79AD54}"/>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33" name="Freeform 31">
                <a:extLst>
                  <a:ext uri="{FF2B5EF4-FFF2-40B4-BE49-F238E27FC236}">
                    <a16:creationId xmlns:a16="http://schemas.microsoft.com/office/drawing/2014/main" id="{8E26E3D1-5245-B0AC-AA6A-D213772E9D20}"/>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4" name="Freeform 32">
                <a:extLst>
                  <a:ext uri="{FF2B5EF4-FFF2-40B4-BE49-F238E27FC236}">
                    <a16:creationId xmlns:a16="http://schemas.microsoft.com/office/drawing/2014/main" id="{AB644B43-3B12-D3B1-282B-C82E76D4E0C6}"/>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35" name="Freeform 33">
                <a:extLst>
                  <a:ext uri="{FF2B5EF4-FFF2-40B4-BE49-F238E27FC236}">
                    <a16:creationId xmlns:a16="http://schemas.microsoft.com/office/drawing/2014/main" id="{F266B2B8-C9F6-96D5-90EA-FD1D24573ED2}"/>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24" name="Text Box 34">
              <a:extLst>
                <a:ext uri="{FF2B5EF4-FFF2-40B4-BE49-F238E27FC236}">
                  <a16:creationId xmlns:a16="http://schemas.microsoft.com/office/drawing/2014/main" id="{E63A2A1E-3345-899A-1260-F72A6ACFF263}"/>
                </a:ext>
              </a:extLst>
            </p:cNvPr>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36" name="Group 35">
            <a:extLst>
              <a:ext uri="{FF2B5EF4-FFF2-40B4-BE49-F238E27FC236}">
                <a16:creationId xmlns:a16="http://schemas.microsoft.com/office/drawing/2014/main" id="{5954153A-08C0-F00C-79AA-6BCF7AFB1929}"/>
              </a:ext>
            </a:extLst>
          </p:cNvPr>
          <p:cNvGrpSpPr>
            <a:grpSpLocks/>
          </p:cNvGrpSpPr>
          <p:nvPr/>
        </p:nvGrpSpPr>
        <p:grpSpPr bwMode="auto">
          <a:xfrm>
            <a:off x="4099995" y="968580"/>
            <a:ext cx="783138" cy="526362"/>
            <a:chOff x="4830" y="1752"/>
            <a:chExt cx="667" cy="477"/>
          </a:xfrm>
          <a:solidFill>
            <a:srgbClr val="00FFFF"/>
          </a:solidFill>
        </p:grpSpPr>
        <p:grpSp>
          <p:nvGrpSpPr>
            <p:cNvPr id="37" name="Group 36">
              <a:extLst>
                <a:ext uri="{FF2B5EF4-FFF2-40B4-BE49-F238E27FC236}">
                  <a16:creationId xmlns:a16="http://schemas.microsoft.com/office/drawing/2014/main" id="{8A6442CC-7614-662E-559C-4626F834D292}"/>
                </a:ext>
              </a:extLst>
            </p:cNvPr>
            <p:cNvGrpSpPr>
              <a:grpSpLocks/>
            </p:cNvGrpSpPr>
            <p:nvPr/>
          </p:nvGrpSpPr>
          <p:grpSpPr bwMode="auto">
            <a:xfrm>
              <a:off x="4830" y="1752"/>
              <a:ext cx="667" cy="477"/>
              <a:chOff x="2949" y="196"/>
              <a:chExt cx="941" cy="598"/>
            </a:xfrm>
            <a:grpFill/>
          </p:grpSpPr>
          <p:sp>
            <p:nvSpPr>
              <p:cNvPr id="39" name="Oval 37">
                <a:extLst>
                  <a:ext uri="{FF2B5EF4-FFF2-40B4-BE49-F238E27FC236}">
                    <a16:creationId xmlns:a16="http://schemas.microsoft.com/office/drawing/2014/main" id="{D0EFAC9D-7C69-A977-02DE-080CB6F10BB9}"/>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0" name="Oval 38">
                <a:extLst>
                  <a:ext uri="{FF2B5EF4-FFF2-40B4-BE49-F238E27FC236}">
                    <a16:creationId xmlns:a16="http://schemas.microsoft.com/office/drawing/2014/main" id="{4E488D39-E84A-17F7-7C3E-7E747556DBEB}"/>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1" name="Oval 39">
                <a:extLst>
                  <a:ext uri="{FF2B5EF4-FFF2-40B4-BE49-F238E27FC236}">
                    <a16:creationId xmlns:a16="http://schemas.microsoft.com/office/drawing/2014/main" id="{614545D5-2CE2-328F-C008-8810F7D9B6B2}"/>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2" name="Oval 40">
                <a:extLst>
                  <a:ext uri="{FF2B5EF4-FFF2-40B4-BE49-F238E27FC236}">
                    <a16:creationId xmlns:a16="http://schemas.microsoft.com/office/drawing/2014/main" id="{3AA809C4-C7AB-C94C-6277-2C451F3C7A91}"/>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3" name="Oval 41">
                <a:extLst>
                  <a:ext uri="{FF2B5EF4-FFF2-40B4-BE49-F238E27FC236}">
                    <a16:creationId xmlns:a16="http://schemas.microsoft.com/office/drawing/2014/main" id="{2AA3313D-95E8-594D-CC33-AAC616E997C2}"/>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4" name="Oval 42">
                <a:extLst>
                  <a:ext uri="{FF2B5EF4-FFF2-40B4-BE49-F238E27FC236}">
                    <a16:creationId xmlns:a16="http://schemas.microsoft.com/office/drawing/2014/main" id="{C96E4776-5839-51AD-B215-686FF822D92A}"/>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5" name="Oval 43">
                <a:extLst>
                  <a:ext uri="{FF2B5EF4-FFF2-40B4-BE49-F238E27FC236}">
                    <a16:creationId xmlns:a16="http://schemas.microsoft.com/office/drawing/2014/main" id="{EF986046-FEA5-F5E0-2B5B-6A88433A7610}"/>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6" name="Oval 44">
                <a:extLst>
                  <a:ext uri="{FF2B5EF4-FFF2-40B4-BE49-F238E27FC236}">
                    <a16:creationId xmlns:a16="http://schemas.microsoft.com/office/drawing/2014/main" id="{44B280FF-EE94-5989-96BF-AB30187DEADA}"/>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47" name="Freeform 45">
                <a:extLst>
                  <a:ext uri="{FF2B5EF4-FFF2-40B4-BE49-F238E27FC236}">
                    <a16:creationId xmlns:a16="http://schemas.microsoft.com/office/drawing/2014/main" id="{E92B75BF-4604-3A38-2AF9-F56E3C1428E2}"/>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8" name="Freeform 46">
                <a:extLst>
                  <a:ext uri="{FF2B5EF4-FFF2-40B4-BE49-F238E27FC236}">
                    <a16:creationId xmlns:a16="http://schemas.microsoft.com/office/drawing/2014/main" id="{42EBC81A-0EAE-94D6-7849-2238D0863525}"/>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49" name="Freeform 47">
                <a:extLst>
                  <a:ext uri="{FF2B5EF4-FFF2-40B4-BE49-F238E27FC236}">
                    <a16:creationId xmlns:a16="http://schemas.microsoft.com/office/drawing/2014/main" id="{077D0F87-E59F-5FCB-D716-8C5FC66E44F3}"/>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38" name="Text Box 48">
              <a:extLst>
                <a:ext uri="{FF2B5EF4-FFF2-40B4-BE49-F238E27FC236}">
                  <a16:creationId xmlns:a16="http://schemas.microsoft.com/office/drawing/2014/main" id="{02CF0A2D-F554-3E38-9336-E6BF2651D960}"/>
                </a:ext>
              </a:extLst>
            </p:cNvPr>
            <p:cNvSpPr txBox="1">
              <a:spLocks noChangeArrowheads="1"/>
            </p:cNvSpPr>
            <p:nvPr/>
          </p:nvSpPr>
          <p:spPr bwMode="auto">
            <a:xfrm>
              <a:off x="4967"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127" name="组合 126">
            <a:extLst>
              <a:ext uri="{FF2B5EF4-FFF2-40B4-BE49-F238E27FC236}">
                <a16:creationId xmlns:a16="http://schemas.microsoft.com/office/drawing/2014/main" id="{462CF379-6C1A-7769-4D31-DCCB5E299830}"/>
              </a:ext>
            </a:extLst>
          </p:cNvPr>
          <p:cNvGrpSpPr/>
          <p:nvPr/>
        </p:nvGrpSpPr>
        <p:grpSpPr>
          <a:xfrm>
            <a:off x="1780094" y="1755788"/>
            <a:ext cx="5447183" cy="669385"/>
            <a:chOff x="1780094" y="1755788"/>
            <a:chExt cx="5447183" cy="669385"/>
          </a:xfrm>
        </p:grpSpPr>
        <p:sp>
          <p:nvSpPr>
            <p:cNvPr id="50" name="Line 50">
              <a:extLst>
                <a:ext uri="{FF2B5EF4-FFF2-40B4-BE49-F238E27FC236}">
                  <a16:creationId xmlns:a16="http://schemas.microsoft.com/office/drawing/2014/main" id="{C8D9ED9C-EA4F-E5ED-C403-9150F76B1688}"/>
                </a:ext>
              </a:extLst>
            </p:cNvPr>
            <p:cNvSpPr>
              <a:spLocks noChangeShapeType="1"/>
            </p:cNvSpPr>
            <p:nvPr/>
          </p:nvSpPr>
          <p:spPr bwMode="auto">
            <a:xfrm>
              <a:off x="2416723" y="2074913"/>
              <a:ext cx="42972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pic>
          <p:nvPicPr>
            <p:cNvPr id="51" name="Picture 51">
              <a:extLst>
                <a:ext uri="{FF2B5EF4-FFF2-40B4-BE49-F238E27FC236}">
                  <a16:creationId xmlns:a16="http://schemas.microsoft.com/office/drawing/2014/main" id="{7C25D0BC-D306-1B02-84FF-B6AD40E5C205}"/>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47028" y="1980538"/>
              <a:ext cx="483796"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 name="Text Box 52">
              <a:extLst>
                <a:ext uri="{FF2B5EF4-FFF2-40B4-BE49-F238E27FC236}">
                  <a16:creationId xmlns:a16="http://schemas.microsoft.com/office/drawing/2014/main" id="{8562D709-6367-8D49-0CB0-18B7B3210E52}"/>
                </a:ext>
              </a:extLst>
            </p:cNvPr>
            <p:cNvSpPr txBox="1">
              <a:spLocks noChangeArrowheads="1"/>
            </p:cNvSpPr>
            <p:nvPr/>
          </p:nvSpPr>
          <p:spPr bwMode="auto">
            <a:xfrm>
              <a:off x="5578787"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2</a:t>
              </a:r>
              <a:endParaRPr kumimoji="1" lang="en-US" altLang="zh-CN" sz="1300" b="1">
                <a:latin typeface="微软雅黑" pitchFamily="34" charset="-122"/>
                <a:ea typeface="微软雅黑" pitchFamily="34" charset="-122"/>
              </a:endParaRPr>
            </a:p>
          </p:txBody>
        </p:sp>
        <p:sp>
          <p:nvSpPr>
            <p:cNvPr id="53" name="Text Box 53">
              <a:extLst>
                <a:ext uri="{FF2B5EF4-FFF2-40B4-BE49-F238E27FC236}">
                  <a16:creationId xmlns:a16="http://schemas.microsoft.com/office/drawing/2014/main" id="{9146FE3D-D467-75D2-C875-E301BFAADE53}"/>
                </a:ext>
              </a:extLst>
            </p:cNvPr>
            <p:cNvSpPr txBox="1">
              <a:spLocks noChangeArrowheads="1"/>
            </p:cNvSpPr>
            <p:nvPr/>
          </p:nvSpPr>
          <p:spPr bwMode="auto">
            <a:xfrm>
              <a:off x="3190375" y="2132317"/>
              <a:ext cx="371016" cy="2928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300" b="1">
                  <a:latin typeface="微软雅黑" pitchFamily="34" charset="-122"/>
                  <a:ea typeface="微软雅黑" pitchFamily="34" charset="-122"/>
                </a:rPr>
                <a:t>R</a:t>
              </a:r>
              <a:r>
                <a:rPr kumimoji="1" lang="en-US" altLang="zh-CN" sz="1300" b="1" baseline="-25000">
                  <a:latin typeface="微软雅黑" pitchFamily="34" charset="-122"/>
                  <a:ea typeface="微软雅黑" pitchFamily="34" charset="-122"/>
                </a:rPr>
                <a:t>1</a:t>
              </a:r>
              <a:endParaRPr kumimoji="1" lang="en-US" altLang="zh-CN" sz="1300" b="1">
                <a:latin typeface="微软雅黑" pitchFamily="34" charset="-122"/>
                <a:ea typeface="微软雅黑" pitchFamily="34" charset="-122"/>
              </a:endParaRPr>
            </a:p>
          </p:txBody>
        </p:sp>
        <p:pic>
          <p:nvPicPr>
            <p:cNvPr id="54" name="Picture 54">
              <a:extLst>
                <a:ext uri="{FF2B5EF4-FFF2-40B4-BE49-F238E27FC236}">
                  <a16:creationId xmlns:a16="http://schemas.microsoft.com/office/drawing/2014/main" id="{10173384-96EF-ED38-2BE7-93C5B49766C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34386" y="1980538"/>
              <a:ext cx="484850" cy="207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5" name="Group 55">
              <a:extLst>
                <a:ext uri="{FF2B5EF4-FFF2-40B4-BE49-F238E27FC236}">
                  <a16:creationId xmlns:a16="http://schemas.microsoft.com/office/drawing/2014/main" id="{429A2B0C-C87E-7691-97C6-AF5C9A76F0B7}"/>
                </a:ext>
              </a:extLst>
            </p:cNvPr>
            <p:cNvGrpSpPr>
              <a:grpSpLocks/>
            </p:cNvGrpSpPr>
            <p:nvPr/>
          </p:nvGrpSpPr>
          <p:grpSpPr bwMode="auto">
            <a:xfrm>
              <a:off x="1793796" y="1810273"/>
              <a:ext cx="783138" cy="526362"/>
              <a:chOff x="4830" y="1752"/>
              <a:chExt cx="667" cy="477"/>
            </a:xfrm>
            <a:solidFill>
              <a:srgbClr val="00FFFF"/>
            </a:solidFill>
          </p:grpSpPr>
          <p:grpSp>
            <p:nvGrpSpPr>
              <p:cNvPr id="56" name="Group 56">
                <a:extLst>
                  <a:ext uri="{FF2B5EF4-FFF2-40B4-BE49-F238E27FC236}">
                    <a16:creationId xmlns:a16="http://schemas.microsoft.com/office/drawing/2014/main" id="{383238F3-42DA-8E35-882F-DE31366F7A2C}"/>
                  </a:ext>
                </a:extLst>
              </p:cNvPr>
              <p:cNvGrpSpPr>
                <a:grpSpLocks/>
              </p:cNvGrpSpPr>
              <p:nvPr/>
            </p:nvGrpSpPr>
            <p:grpSpPr bwMode="auto">
              <a:xfrm>
                <a:off x="4830" y="1752"/>
                <a:ext cx="667" cy="477"/>
                <a:chOff x="2949" y="196"/>
                <a:chExt cx="941" cy="598"/>
              </a:xfrm>
              <a:grpFill/>
            </p:grpSpPr>
            <p:sp>
              <p:nvSpPr>
                <p:cNvPr id="58" name="Oval 57">
                  <a:extLst>
                    <a:ext uri="{FF2B5EF4-FFF2-40B4-BE49-F238E27FC236}">
                      <a16:creationId xmlns:a16="http://schemas.microsoft.com/office/drawing/2014/main" id="{F6976B6C-63D6-D89D-EADB-988200067DC0}"/>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59" name="Oval 58">
                  <a:extLst>
                    <a:ext uri="{FF2B5EF4-FFF2-40B4-BE49-F238E27FC236}">
                      <a16:creationId xmlns:a16="http://schemas.microsoft.com/office/drawing/2014/main" id="{5859071A-AC9C-D560-E1A4-80AC89674DC9}"/>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0" name="Oval 59">
                  <a:extLst>
                    <a:ext uri="{FF2B5EF4-FFF2-40B4-BE49-F238E27FC236}">
                      <a16:creationId xmlns:a16="http://schemas.microsoft.com/office/drawing/2014/main" id="{EE35C49B-28E0-7646-58B9-2BCDEF4E0C8B}"/>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1" name="Oval 60">
                  <a:extLst>
                    <a:ext uri="{FF2B5EF4-FFF2-40B4-BE49-F238E27FC236}">
                      <a16:creationId xmlns:a16="http://schemas.microsoft.com/office/drawing/2014/main" id="{8ACAA60B-CAB7-BC76-A625-C9CAAF1B773E}"/>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2" name="Oval 61">
                  <a:extLst>
                    <a:ext uri="{FF2B5EF4-FFF2-40B4-BE49-F238E27FC236}">
                      <a16:creationId xmlns:a16="http://schemas.microsoft.com/office/drawing/2014/main" id="{F6131CED-D1C6-ED4B-605D-775D559A2C93}"/>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3" name="Oval 62">
                  <a:extLst>
                    <a:ext uri="{FF2B5EF4-FFF2-40B4-BE49-F238E27FC236}">
                      <a16:creationId xmlns:a16="http://schemas.microsoft.com/office/drawing/2014/main" id="{38F3F9A8-7A27-5B95-B85A-0472EE728896}"/>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4" name="Oval 63">
                  <a:extLst>
                    <a:ext uri="{FF2B5EF4-FFF2-40B4-BE49-F238E27FC236}">
                      <a16:creationId xmlns:a16="http://schemas.microsoft.com/office/drawing/2014/main" id="{2ECC39F1-2621-0085-D413-582A31C5F3DD}"/>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5" name="Oval 64">
                  <a:extLst>
                    <a:ext uri="{FF2B5EF4-FFF2-40B4-BE49-F238E27FC236}">
                      <a16:creationId xmlns:a16="http://schemas.microsoft.com/office/drawing/2014/main" id="{E56E0566-3BD2-1AB7-167B-339E76001B3F}"/>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66" name="Freeform 65">
                  <a:extLst>
                    <a:ext uri="{FF2B5EF4-FFF2-40B4-BE49-F238E27FC236}">
                      <a16:creationId xmlns:a16="http://schemas.microsoft.com/office/drawing/2014/main" id="{9DF10561-B6D6-466E-C4B3-C66AF358CE09}"/>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7" name="Freeform 66">
                  <a:extLst>
                    <a:ext uri="{FF2B5EF4-FFF2-40B4-BE49-F238E27FC236}">
                      <a16:creationId xmlns:a16="http://schemas.microsoft.com/office/drawing/2014/main" id="{24DB3C90-6F30-181F-FA1B-AC2C64810710}"/>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68" name="Freeform 67">
                  <a:extLst>
                    <a:ext uri="{FF2B5EF4-FFF2-40B4-BE49-F238E27FC236}">
                      <a16:creationId xmlns:a16="http://schemas.microsoft.com/office/drawing/2014/main" id="{33886DBA-C821-77CA-96B9-19180ADC9CAB}"/>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57" name="Text Box 68">
                <a:extLst>
                  <a:ext uri="{FF2B5EF4-FFF2-40B4-BE49-F238E27FC236}">
                    <a16:creationId xmlns:a16="http://schemas.microsoft.com/office/drawing/2014/main" id="{01A75AE8-9EEB-C92C-7E42-71FF8B3207B6}"/>
                  </a:ext>
                </a:extLst>
              </p:cNvPr>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1</a:t>
                </a:r>
              </a:p>
            </p:txBody>
          </p:sp>
        </p:grpSp>
        <p:grpSp>
          <p:nvGrpSpPr>
            <p:cNvPr id="69" name="Group 69">
              <a:extLst>
                <a:ext uri="{FF2B5EF4-FFF2-40B4-BE49-F238E27FC236}">
                  <a16:creationId xmlns:a16="http://schemas.microsoft.com/office/drawing/2014/main" id="{998A71B1-83C3-66C5-E3FA-EDAABC3B38BE}"/>
                </a:ext>
              </a:extLst>
            </p:cNvPr>
            <p:cNvGrpSpPr>
              <a:grpSpLocks/>
            </p:cNvGrpSpPr>
            <p:nvPr/>
          </p:nvGrpSpPr>
          <p:grpSpPr bwMode="auto">
            <a:xfrm>
              <a:off x="6444139" y="1810273"/>
              <a:ext cx="783138" cy="526362"/>
              <a:chOff x="4830" y="1752"/>
              <a:chExt cx="667" cy="477"/>
            </a:xfrm>
            <a:solidFill>
              <a:srgbClr val="00FFFF"/>
            </a:solidFill>
          </p:grpSpPr>
          <p:grpSp>
            <p:nvGrpSpPr>
              <p:cNvPr id="70" name="Group 70">
                <a:extLst>
                  <a:ext uri="{FF2B5EF4-FFF2-40B4-BE49-F238E27FC236}">
                    <a16:creationId xmlns:a16="http://schemas.microsoft.com/office/drawing/2014/main" id="{7D873116-5ECA-080C-52FD-F4F2A97F8D26}"/>
                  </a:ext>
                </a:extLst>
              </p:cNvPr>
              <p:cNvGrpSpPr>
                <a:grpSpLocks/>
              </p:cNvGrpSpPr>
              <p:nvPr/>
            </p:nvGrpSpPr>
            <p:grpSpPr bwMode="auto">
              <a:xfrm>
                <a:off x="4830" y="1752"/>
                <a:ext cx="667" cy="477"/>
                <a:chOff x="2949" y="196"/>
                <a:chExt cx="941" cy="598"/>
              </a:xfrm>
              <a:grpFill/>
            </p:grpSpPr>
            <p:sp>
              <p:nvSpPr>
                <p:cNvPr id="72" name="Oval 71">
                  <a:extLst>
                    <a:ext uri="{FF2B5EF4-FFF2-40B4-BE49-F238E27FC236}">
                      <a16:creationId xmlns:a16="http://schemas.microsoft.com/office/drawing/2014/main" id="{784A9CDE-3939-FDC8-EF28-320DEE5EF5BB}"/>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3" name="Oval 72">
                  <a:extLst>
                    <a:ext uri="{FF2B5EF4-FFF2-40B4-BE49-F238E27FC236}">
                      <a16:creationId xmlns:a16="http://schemas.microsoft.com/office/drawing/2014/main" id="{8CD800AC-5D39-8F15-398F-BF35FB0274DE}"/>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4" name="Oval 73">
                  <a:extLst>
                    <a:ext uri="{FF2B5EF4-FFF2-40B4-BE49-F238E27FC236}">
                      <a16:creationId xmlns:a16="http://schemas.microsoft.com/office/drawing/2014/main" id="{00B3F300-9A9A-2487-D5D8-DE5093C44500}"/>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5" name="Oval 74">
                  <a:extLst>
                    <a:ext uri="{FF2B5EF4-FFF2-40B4-BE49-F238E27FC236}">
                      <a16:creationId xmlns:a16="http://schemas.microsoft.com/office/drawing/2014/main" id="{5B09B543-8EFB-D2A5-69AD-D7DF7BD03552}"/>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6" name="Oval 75">
                  <a:extLst>
                    <a:ext uri="{FF2B5EF4-FFF2-40B4-BE49-F238E27FC236}">
                      <a16:creationId xmlns:a16="http://schemas.microsoft.com/office/drawing/2014/main" id="{69662591-51A4-32D4-D474-83FD9053D27D}"/>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7" name="Oval 76">
                  <a:extLst>
                    <a:ext uri="{FF2B5EF4-FFF2-40B4-BE49-F238E27FC236}">
                      <a16:creationId xmlns:a16="http://schemas.microsoft.com/office/drawing/2014/main" id="{CF1E3023-9E31-2002-DA33-8EA5C2774319}"/>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8" name="Oval 77">
                  <a:extLst>
                    <a:ext uri="{FF2B5EF4-FFF2-40B4-BE49-F238E27FC236}">
                      <a16:creationId xmlns:a16="http://schemas.microsoft.com/office/drawing/2014/main" id="{39C0DA7E-9F97-AA9C-1FA4-6B7F6DA20649}"/>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79" name="Oval 78">
                  <a:extLst>
                    <a:ext uri="{FF2B5EF4-FFF2-40B4-BE49-F238E27FC236}">
                      <a16:creationId xmlns:a16="http://schemas.microsoft.com/office/drawing/2014/main" id="{95A163DA-482F-5B92-FFA9-FA7A50B8C2D6}"/>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0" name="Freeform 79">
                  <a:extLst>
                    <a:ext uri="{FF2B5EF4-FFF2-40B4-BE49-F238E27FC236}">
                      <a16:creationId xmlns:a16="http://schemas.microsoft.com/office/drawing/2014/main" id="{428D9135-00F3-EB80-98ED-82D9617D8A39}"/>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1" name="Freeform 80">
                  <a:extLst>
                    <a:ext uri="{FF2B5EF4-FFF2-40B4-BE49-F238E27FC236}">
                      <a16:creationId xmlns:a16="http://schemas.microsoft.com/office/drawing/2014/main" id="{3F8F87D3-31EF-BDD6-F6B2-4DA0FFCBB3BB}"/>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82" name="Freeform 81">
                  <a:extLst>
                    <a:ext uri="{FF2B5EF4-FFF2-40B4-BE49-F238E27FC236}">
                      <a16:creationId xmlns:a16="http://schemas.microsoft.com/office/drawing/2014/main" id="{9ECF784E-408C-5A9A-5047-AA4F28C0E5FD}"/>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71" name="Text Box 82">
                <a:extLst>
                  <a:ext uri="{FF2B5EF4-FFF2-40B4-BE49-F238E27FC236}">
                    <a16:creationId xmlns:a16="http://schemas.microsoft.com/office/drawing/2014/main" id="{43B18631-74D2-7C6A-3ED2-C3306F36A0D6}"/>
                  </a:ext>
                </a:extLst>
              </p:cNvPr>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grpSp>
        <p:grpSp>
          <p:nvGrpSpPr>
            <p:cNvPr id="83" name="Group 83">
              <a:extLst>
                <a:ext uri="{FF2B5EF4-FFF2-40B4-BE49-F238E27FC236}">
                  <a16:creationId xmlns:a16="http://schemas.microsoft.com/office/drawing/2014/main" id="{D62FB0B4-FB72-EB8D-EB9C-826ED3BA3A29}"/>
                </a:ext>
              </a:extLst>
            </p:cNvPr>
            <p:cNvGrpSpPr>
              <a:grpSpLocks/>
            </p:cNvGrpSpPr>
            <p:nvPr/>
          </p:nvGrpSpPr>
          <p:grpSpPr bwMode="auto">
            <a:xfrm>
              <a:off x="4099995" y="1810273"/>
              <a:ext cx="783138" cy="526362"/>
              <a:chOff x="4830" y="1752"/>
              <a:chExt cx="667" cy="477"/>
            </a:xfrm>
            <a:solidFill>
              <a:srgbClr val="00FFFF"/>
            </a:solidFill>
          </p:grpSpPr>
          <p:grpSp>
            <p:nvGrpSpPr>
              <p:cNvPr id="84" name="Group 84">
                <a:extLst>
                  <a:ext uri="{FF2B5EF4-FFF2-40B4-BE49-F238E27FC236}">
                    <a16:creationId xmlns:a16="http://schemas.microsoft.com/office/drawing/2014/main" id="{3042B27A-4601-4CA8-6396-A175CABDB247}"/>
                  </a:ext>
                </a:extLst>
              </p:cNvPr>
              <p:cNvGrpSpPr>
                <a:grpSpLocks/>
              </p:cNvGrpSpPr>
              <p:nvPr/>
            </p:nvGrpSpPr>
            <p:grpSpPr bwMode="auto">
              <a:xfrm>
                <a:off x="4830" y="1752"/>
                <a:ext cx="667" cy="477"/>
                <a:chOff x="2949" y="196"/>
                <a:chExt cx="941" cy="598"/>
              </a:xfrm>
              <a:grpFill/>
            </p:grpSpPr>
            <p:sp>
              <p:nvSpPr>
                <p:cNvPr id="86" name="Oval 85">
                  <a:extLst>
                    <a:ext uri="{FF2B5EF4-FFF2-40B4-BE49-F238E27FC236}">
                      <a16:creationId xmlns:a16="http://schemas.microsoft.com/office/drawing/2014/main" id="{A3938CA7-FBF8-9A09-BCCA-97E40274D663}"/>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7" name="Oval 86">
                  <a:extLst>
                    <a:ext uri="{FF2B5EF4-FFF2-40B4-BE49-F238E27FC236}">
                      <a16:creationId xmlns:a16="http://schemas.microsoft.com/office/drawing/2014/main" id="{09D7699A-8CEC-B4E6-553C-DD4C3CA78931}"/>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8" name="Oval 87">
                  <a:extLst>
                    <a:ext uri="{FF2B5EF4-FFF2-40B4-BE49-F238E27FC236}">
                      <a16:creationId xmlns:a16="http://schemas.microsoft.com/office/drawing/2014/main" id="{9AA6E636-B462-C8FC-F0BA-70B5CB72B0A9}"/>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89" name="Oval 88">
                  <a:extLst>
                    <a:ext uri="{FF2B5EF4-FFF2-40B4-BE49-F238E27FC236}">
                      <a16:creationId xmlns:a16="http://schemas.microsoft.com/office/drawing/2014/main" id="{CE607F9C-202C-AB3E-9171-DE6CB210D241}"/>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0" name="Oval 89">
                  <a:extLst>
                    <a:ext uri="{FF2B5EF4-FFF2-40B4-BE49-F238E27FC236}">
                      <a16:creationId xmlns:a16="http://schemas.microsoft.com/office/drawing/2014/main" id="{2E2C7B22-5C0D-76A7-E53C-F9BCBC4E9D96}"/>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1" name="Oval 90">
                  <a:extLst>
                    <a:ext uri="{FF2B5EF4-FFF2-40B4-BE49-F238E27FC236}">
                      <a16:creationId xmlns:a16="http://schemas.microsoft.com/office/drawing/2014/main" id="{E3966460-28F2-5CB2-0D2A-7E73CD1486E9}"/>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2" name="Oval 91">
                  <a:extLst>
                    <a:ext uri="{FF2B5EF4-FFF2-40B4-BE49-F238E27FC236}">
                      <a16:creationId xmlns:a16="http://schemas.microsoft.com/office/drawing/2014/main" id="{88E74546-83D8-10D3-FB0A-E04A1887C77D}"/>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3" name="Oval 92">
                  <a:extLst>
                    <a:ext uri="{FF2B5EF4-FFF2-40B4-BE49-F238E27FC236}">
                      <a16:creationId xmlns:a16="http://schemas.microsoft.com/office/drawing/2014/main" id="{D58D7FB4-9F1D-2ACD-920F-245F0CE40438}"/>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94" name="Freeform 93">
                  <a:extLst>
                    <a:ext uri="{FF2B5EF4-FFF2-40B4-BE49-F238E27FC236}">
                      <a16:creationId xmlns:a16="http://schemas.microsoft.com/office/drawing/2014/main" id="{68A90821-A36E-C04C-5CCA-0283F0940C8D}"/>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5" name="Freeform 94">
                  <a:extLst>
                    <a:ext uri="{FF2B5EF4-FFF2-40B4-BE49-F238E27FC236}">
                      <a16:creationId xmlns:a16="http://schemas.microsoft.com/office/drawing/2014/main" id="{E95A38AE-9789-0175-200A-5210FEBC7ABF}"/>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6" name="Freeform 95">
                  <a:extLst>
                    <a:ext uri="{FF2B5EF4-FFF2-40B4-BE49-F238E27FC236}">
                      <a16:creationId xmlns:a16="http://schemas.microsoft.com/office/drawing/2014/main" id="{E7E96521-F4A0-AD19-B87E-04771CAEFD56}"/>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sp>
            <p:nvSpPr>
              <p:cNvPr id="85" name="Text Box 96">
                <a:extLst>
                  <a:ext uri="{FF2B5EF4-FFF2-40B4-BE49-F238E27FC236}">
                    <a16:creationId xmlns:a16="http://schemas.microsoft.com/office/drawing/2014/main" id="{CCFB5E9C-84DD-4406-9246-27F1C8B68A1A}"/>
                  </a:ext>
                </a:extLst>
              </p:cNvPr>
              <p:cNvSpPr txBox="1">
                <a:spLocks noChangeArrowheads="1"/>
              </p:cNvSpPr>
              <p:nvPr/>
            </p:nvSpPr>
            <p:spPr bwMode="auto">
              <a:xfrm>
                <a:off x="4965" y="1856"/>
                <a:ext cx="429" cy="265"/>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2</a:t>
                </a:r>
              </a:p>
            </p:txBody>
          </p:sp>
        </p:grpSp>
        <p:grpSp>
          <p:nvGrpSpPr>
            <p:cNvPr id="97" name="Group 97">
              <a:extLst>
                <a:ext uri="{FF2B5EF4-FFF2-40B4-BE49-F238E27FC236}">
                  <a16:creationId xmlns:a16="http://schemas.microsoft.com/office/drawing/2014/main" id="{B4CE4A10-458C-6E65-5BD2-767136CCEBF5}"/>
                </a:ext>
              </a:extLst>
            </p:cNvPr>
            <p:cNvGrpSpPr>
              <a:grpSpLocks/>
            </p:cNvGrpSpPr>
            <p:nvPr/>
          </p:nvGrpSpPr>
          <p:grpSpPr bwMode="auto">
            <a:xfrm>
              <a:off x="1780094" y="1755788"/>
              <a:ext cx="795786" cy="595441"/>
              <a:chOff x="434" y="1298"/>
              <a:chExt cx="755" cy="612"/>
            </a:xfrm>
          </p:grpSpPr>
          <p:sp>
            <p:nvSpPr>
              <p:cNvPr id="98" name="Line 98">
                <a:extLst>
                  <a:ext uri="{FF2B5EF4-FFF2-40B4-BE49-F238E27FC236}">
                    <a16:creationId xmlns:a16="http://schemas.microsoft.com/office/drawing/2014/main" id="{4D670F28-5BBF-48DD-70F8-9E24E86DD2C2}"/>
                  </a:ext>
                </a:extLst>
              </p:cNvPr>
              <p:cNvSpPr>
                <a:spLocks noChangeShapeType="1"/>
              </p:cNvSpPr>
              <p:nvPr/>
            </p:nvSpPr>
            <p:spPr bwMode="auto">
              <a:xfrm>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sp>
            <p:nvSpPr>
              <p:cNvPr id="99" name="Line 99">
                <a:extLst>
                  <a:ext uri="{FF2B5EF4-FFF2-40B4-BE49-F238E27FC236}">
                    <a16:creationId xmlns:a16="http://schemas.microsoft.com/office/drawing/2014/main" id="{E0C45EBE-7416-9FA2-5436-2D10579EA695}"/>
                  </a:ext>
                </a:extLst>
              </p:cNvPr>
              <p:cNvSpPr>
                <a:spLocks noChangeShapeType="1"/>
              </p:cNvSpPr>
              <p:nvPr/>
            </p:nvSpPr>
            <p:spPr bwMode="auto">
              <a:xfrm flipH="1">
                <a:off x="434" y="1298"/>
                <a:ext cx="755" cy="612"/>
              </a:xfrm>
              <a:prstGeom prst="line">
                <a:avLst/>
              </a:prstGeom>
              <a:noFill/>
              <a:ln w="5715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300" b="1">
                  <a:latin typeface="微软雅黑" pitchFamily="34" charset="-122"/>
                  <a:ea typeface="微软雅黑" pitchFamily="34" charset="-122"/>
                </a:endParaRPr>
              </a:p>
            </p:txBody>
          </p:sp>
        </p:grpSp>
      </p:grpSp>
      <p:sp>
        <p:nvSpPr>
          <p:cNvPr id="100" name="Text Box 100">
            <a:extLst>
              <a:ext uri="{FF2B5EF4-FFF2-40B4-BE49-F238E27FC236}">
                <a16:creationId xmlns:a16="http://schemas.microsoft.com/office/drawing/2014/main" id="{44202FEC-D1B2-687C-0BE3-A2AF63E7E71B}"/>
              </a:ext>
            </a:extLst>
          </p:cNvPr>
          <p:cNvSpPr txBox="1">
            <a:spLocks noChangeArrowheads="1"/>
          </p:cNvSpPr>
          <p:nvPr/>
        </p:nvSpPr>
        <p:spPr bwMode="auto">
          <a:xfrm>
            <a:off x="1596284" y="2462144"/>
            <a:ext cx="1220206" cy="272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300" b="1" dirty="0">
                <a:solidFill>
                  <a:srgbClr val="CC00CC"/>
                </a:solidFill>
                <a:latin typeface="微软雅黑" pitchFamily="34" charset="-122"/>
                <a:ea typeface="微软雅黑" pitchFamily="34" charset="-122"/>
              </a:rPr>
              <a:t>网 </a:t>
            </a:r>
            <a:r>
              <a:rPr kumimoji="1" lang="en-US" altLang="zh-CN" sz="1300" b="1" dirty="0">
                <a:solidFill>
                  <a:srgbClr val="CC00CC"/>
                </a:solidFill>
                <a:latin typeface="微软雅黑" pitchFamily="34" charset="-122"/>
                <a:ea typeface="微软雅黑" pitchFamily="34" charset="-122"/>
              </a:rPr>
              <a:t>1 </a:t>
            </a:r>
            <a:r>
              <a:rPr kumimoji="1" lang="zh-CN" altLang="en-US" sz="1300" b="1" dirty="0">
                <a:solidFill>
                  <a:srgbClr val="CC00CC"/>
                </a:solidFill>
                <a:latin typeface="微软雅黑" pitchFamily="34" charset="-122"/>
                <a:ea typeface="微软雅黑" pitchFamily="34" charset="-122"/>
              </a:rPr>
              <a:t>出了故障</a:t>
            </a:r>
          </a:p>
        </p:txBody>
      </p:sp>
      <p:sp>
        <p:nvSpPr>
          <p:cNvPr id="101" name="Text Box 101">
            <a:extLst>
              <a:ext uri="{FF2B5EF4-FFF2-40B4-BE49-F238E27FC236}">
                <a16:creationId xmlns:a16="http://schemas.microsoft.com/office/drawing/2014/main" id="{19E5C4A7-DE89-5603-96B2-FF3230852582}"/>
              </a:ext>
            </a:extLst>
          </p:cNvPr>
          <p:cNvSpPr txBox="1">
            <a:spLocks noChangeArrowheads="1"/>
          </p:cNvSpPr>
          <p:nvPr/>
        </p:nvSpPr>
        <p:spPr bwMode="auto">
          <a:xfrm>
            <a:off x="1486022" y="768154"/>
            <a:ext cx="351378"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300" b="1" dirty="0">
                <a:solidFill>
                  <a:srgbClr val="CC00CC"/>
                </a:solidFill>
                <a:latin typeface="微软雅黑" pitchFamily="34" charset="-122"/>
                <a:ea typeface="微软雅黑" pitchFamily="34" charset="-122"/>
              </a:rPr>
              <a:t>正</a:t>
            </a:r>
          </a:p>
          <a:p>
            <a:r>
              <a:rPr kumimoji="1" lang="zh-CN" altLang="en-US" sz="1300" b="1" dirty="0">
                <a:solidFill>
                  <a:srgbClr val="CC00CC"/>
                </a:solidFill>
                <a:latin typeface="微软雅黑" pitchFamily="34" charset="-122"/>
                <a:ea typeface="微软雅黑" pitchFamily="34" charset="-122"/>
              </a:rPr>
              <a:t>常</a:t>
            </a:r>
          </a:p>
          <a:p>
            <a:r>
              <a:rPr kumimoji="1" lang="zh-CN" altLang="en-US" sz="1300" b="1" dirty="0">
                <a:solidFill>
                  <a:srgbClr val="CC00CC"/>
                </a:solidFill>
                <a:latin typeface="微软雅黑" pitchFamily="34" charset="-122"/>
                <a:ea typeface="微软雅黑" pitchFamily="34" charset="-122"/>
              </a:rPr>
              <a:t>情</a:t>
            </a:r>
          </a:p>
          <a:p>
            <a:r>
              <a:rPr kumimoji="1" lang="zh-CN" altLang="en-US" sz="1300" b="1" dirty="0">
                <a:solidFill>
                  <a:srgbClr val="CC00CC"/>
                </a:solidFill>
                <a:latin typeface="微软雅黑" pitchFamily="34" charset="-122"/>
                <a:ea typeface="微软雅黑" pitchFamily="34" charset="-122"/>
              </a:rPr>
              <a:t>况</a:t>
            </a:r>
          </a:p>
        </p:txBody>
      </p:sp>
      <p:grpSp>
        <p:nvGrpSpPr>
          <p:cNvPr id="102" name="Group 102">
            <a:extLst>
              <a:ext uri="{FF2B5EF4-FFF2-40B4-BE49-F238E27FC236}">
                <a16:creationId xmlns:a16="http://schemas.microsoft.com/office/drawing/2014/main" id="{4077F32B-0B24-77CB-2661-0F984DAAACD8}"/>
              </a:ext>
            </a:extLst>
          </p:cNvPr>
          <p:cNvGrpSpPr>
            <a:grpSpLocks/>
          </p:cNvGrpSpPr>
          <p:nvPr/>
        </p:nvGrpSpPr>
        <p:grpSpPr bwMode="auto">
          <a:xfrm>
            <a:off x="2816198" y="886853"/>
            <a:ext cx="977077" cy="191669"/>
            <a:chOff x="1491" y="212"/>
            <a:chExt cx="853" cy="240"/>
          </a:xfrm>
          <a:solidFill>
            <a:srgbClr val="FFFF00"/>
          </a:solidFill>
        </p:grpSpPr>
        <p:sp>
          <p:nvSpPr>
            <p:cNvPr id="103" name="AutoShape 103">
              <a:extLst>
                <a:ext uri="{FF2B5EF4-FFF2-40B4-BE49-F238E27FC236}">
                  <a16:creationId xmlns:a16="http://schemas.microsoft.com/office/drawing/2014/main" id="{0F539A0B-8F45-CF1B-8437-00CB39FF34CD}"/>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04" name="Rectangle 104">
              <a:extLst>
                <a:ext uri="{FF2B5EF4-FFF2-40B4-BE49-F238E27FC236}">
                  <a16:creationId xmlns:a16="http://schemas.microsoft.com/office/drawing/2014/main" id="{76031A92-58DD-5922-C6D8-5DA0E220E1DF}"/>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5" name="Text Box 105">
            <a:extLst>
              <a:ext uri="{FF2B5EF4-FFF2-40B4-BE49-F238E27FC236}">
                <a16:creationId xmlns:a16="http://schemas.microsoft.com/office/drawing/2014/main" id="{6D3AFC69-C07C-4EF1-1AF6-BA7CD81E0F8A}"/>
              </a:ext>
            </a:extLst>
          </p:cNvPr>
          <p:cNvSpPr txBox="1">
            <a:spLocks noChangeArrowheads="1"/>
          </p:cNvSpPr>
          <p:nvPr/>
        </p:nvSpPr>
        <p:spPr bwMode="auto">
          <a:xfrm>
            <a:off x="2776368" y="922072"/>
            <a:ext cx="899185" cy="20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1,1,</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nvGrpSpPr>
          <p:cNvPr id="106" name="Group 106">
            <a:extLst>
              <a:ext uri="{FF2B5EF4-FFF2-40B4-BE49-F238E27FC236}">
                <a16:creationId xmlns:a16="http://schemas.microsoft.com/office/drawing/2014/main" id="{72C84EFD-2218-A4E9-12F7-C6013023CE49}"/>
              </a:ext>
            </a:extLst>
          </p:cNvPr>
          <p:cNvGrpSpPr>
            <a:grpSpLocks/>
          </p:cNvGrpSpPr>
          <p:nvPr/>
        </p:nvGrpSpPr>
        <p:grpSpPr bwMode="auto">
          <a:xfrm>
            <a:off x="2941624" y="2505921"/>
            <a:ext cx="1032939" cy="242263"/>
            <a:chOff x="1536" y="2024"/>
            <a:chExt cx="980" cy="249"/>
          </a:xfrm>
          <a:solidFill>
            <a:srgbClr val="FFFF00"/>
          </a:solidFill>
        </p:grpSpPr>
        <p:grpSp>
          <p:nvGrpSpPr>
            <p:cNvPr id="107" name="Group 107">
              <a:extLst>
                <a:ext uri="{FF2B5EF4-FFF2-40B4-BE49-F238E27FC236}">
                  <a16:creationId xmlns:a16="http://schemas.microsoft.com/office/drawing/2014/main" id="{80A5596C-CC37-0465-4592-6E8EB531E04F}"/>
                </a:ext>
              </a:extLst>
            </p:cNvPr>
            <p:cNvGrpSpPr>
              <a:grpSpLocks/>
            </p:cNvGrpSpPr>
            <p:nvPr/>
          </p:nvGrpSpPr>
          <p:grpSpPr bwMode="auto">
            <a:xfrm>
              <a:off x="1589" y="2024"/>
              <a:ext cx="927" cy="197"/>
              <a:chOff x="1491" y="212"/>
              <a:chExt cx="853" cy="240"/>
            </a:xfrm>
            <a:grpFill/>
          </p:grpSpPr>
          <p:sp>
            <p:nvSpPr>
              <p:cNvPr id="109" name="AutoShape 108">
                <a:extLst>
                  <a:ext uri="{FF2B5EF4-FFF2-40B4-BE49-F238E27FC236}">
                    <a16:creationId xmlns:a16="http://schemas.microsoft.com/office/drawing/2014/main" id="{78153753-0AA0-F2ED-FECB-FAD660A7B668}"/>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0" name="Rectangle 109">
                <a:extLst>
                  <a:ext uri="{FF2B5EF4-FFF2-40B4-BE49-F238E27FC236}">
                    <a16:creationId xmlns:a16="http://schemas.microsoft.com/office/drawing/2014/main" id="{2B6415C4-0766-16D6-C4B1-79C07728A2A8}"/>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08" name="Text Box 110">
              <a:extLst>
                <a:ext uri="{FF2B5EF4-FFF2-40B4-BE49-F238E27FC236}">
                  <a16:creationId xmlns:a16="http://schemas.microsoft.com/office/drawing/2014/main" id="{09DDF97A-8769-CB29-0DA1-276A53785EC3}"/>
                </a:ext>
              </a:extLst>
            </p:cNvPr>
            <p:cNvSpPr txBox="1">
              <a:spLocks noChangeArrowheads="1"/>
            </p:cNvSpPr>
            <p:nvPr/>
          </p:nvSpPr>
          <p:spPr bwMode="auto">
            <a:xfrm>
              <a:off x="1536" y="2061"/>
              <a:ext cx="803" cy="212"/>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1,16,</a:t>
              </a:r>
              <a:r>
                <a:rPr kumimoji="1" lang="en-US" altLang="zh-CN" sz="1300" b="1" dirty="0">
                  <a:latin typeface="微软雅黑" pitchFamily="34" charset="-122"/>
                  <a:ea typeface="微软雅黑" pitchFamily="34" charset="-122"/>
                  <a:sym typeface="Symbol" pitchFamily="18" charset="2"/>
                </a:rPr>
                <a:t></a:t>
              </a:r>
              <a:endParaRPr kumimoji="1" lang="en-US" altLang="zh-CN" sz="1300" b="1" baseline="-25000" dirty="0">
                <a:latin typeface="微软雅黑" pitchFamily="34" charset="-122"/>
                <a:ea typeface="微软雅黑" pitchFamily="34" charset="-122"/>
                <a:sym typeface="Symbol" pitchFamily="18" charset="2"/>
              </a:endParaRPr>
            </a:p>
          </p:txBody>
        </p:sp>
      </p:grpSp>
      <p:grpSp>
        <p:nvGrpSpPr>
          <p:cNvPr id="111" name="Group 111">
            <a:extLst>
              <a:ext uri="{FF2B5EF4-FFF2-40B4-BE49-F238E27FC236}">
                <a16:creationId xmlns:a16="http://schemas.microsoft.com/office/drawing/2014/main" id="{377FC706-A6AF-8A0A-200D-D4901F2CE240}"/>
              </a:ext>
            </a:extLst>
          </p:cNvPr>
          <p:cNvGrpSpPr>
            <a:grpSpLocks/>
          </p:cNvGrpSpPr>
          <p:nvPr/>
        </p:nvGrpSpPr>
        <p:grpSpPr bwMode="auto">
          <a:xfrm flipH="1">
            <a:off x="5027534" y="900474"/>
            <a:ext cx="977077" cy="191669"/>
            <a:chOff x="1491" y="212"/>
            <a:chExt cx="853" cy="240"/>
          </a:xfrm>
          <a:solidFill>
            <a:srgbClr val="66FF66"/>
          </a:solidFill>
        </p:grpSpPr>
        <p:sp>
          <p:nvSpPr>
            <p:cNvPr id="112" name="AutoShape 112">
              <a:extLst>
                <a:ext uri="{FF2B5EF4-FFF2-40B4-BE49-F238E27FC236}">
                  <a16:creationId xmlns:a16="http://schemas.microsoft.com/office/drawing/2014/main" id="{D1466FEE-857D-6087-6400-C3A57EBA67D8}"/>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3" name="Rectangle 113">
              <a:extLst>
                <a:ext uri="{FF2B5EF4-FFF2-40B4-BE49-F238E27FC236}">
                  <a16:creationId xmlns:a16="http://schemas.microsoft.com/office/drawing/2014/main" id="{3B135E21-DA4A-281E-A8B0-A6ABC4A5F143}"/>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4" name="Text Box 114">
            <a:extLst>
              <a:ext uri="{FF2B5EF4-FFF2-40B4-BE49-F238E27FC236}">
                <a16:creationId xmlns:a16="http://schemas.microsoft.com/office/drawing/2014/main" id="{0EE4FB70-ADEE-1252-B227-9E6EEA00C6D2}"/>
              </a:ext>
            </a:extLst>
          </p:cNvPr>
          <p:cNvSpPr txBox="1">
            <a:spLocks noChangeArrowheads="1"/>
          </p:cNvSpPr>
          <p:nvPr/>
        </p:nvSpPr>
        <p:spPr bwMode="auto">
          <a:xfrm>
            <a:off x="5234273" y="923834"/>
            <a:ext cx="838691" cy="206980"/>
          </a:xfrm>
          <a:prstGeom prst="rect">
            <a:avLst/>
          </a:prstGeom>
          <a:noFill/>
          <a:ln>
            <a:noFill/>
          </a:ln>
          <a:effec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1,2,</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nvGrpSpPr>
          <p:cNvPr id="115" name="Group 115">
            <a:extLst>
              <a:ext uri="{FF2B5EF4-FFF2-40B4-BE49-F238E27FC236}">
                <a16:creationId xmlns:a16="http://schemas.microsoft.com/office/drawing/2014/main" id="{FD057D97-E0EA-1600-7A67-97DBA0F26002}"/>
              </a:ext>
            </a:extLst>
          </p:cNvPr>
          <p:cNvGrpSpPr>
            <a:grpSpLocks/>
          </p:cNvGrpSpPr>
          <p:nvPr/>
        </p:nvGrpSpPr>
        <p:grpSpPr bwMode="auto">
          <a:xfrm>
            <a:off x="5027532" y="2473781"/>
            <a:ext cx="1056130" cy="231556"/>
            <a:chOff x="3515" y="1991"/>
            <a:chExt cx="1002" cy="238"/>
          </a:xfrm>
          <a:solidFill>
            <a:srgbClr val="66FF66"/>
          </a:solidFill>
        </p:grpSpPr>
        <p:grpSp>
          <p:nvGrpSpPr>
            <p:cNvPr id="116" name="Group 116">
              <a:extLst>
                <a:ext uri="{FF2B5EF4-FFF2-40B4-BE49-F238E27FC236}">
                  <a16:creationId xmlns:a16="http://schemas.microsoft.com/office/drawing/2014/main" id="{DF0D95EF-5808-832B-D67C-DAB5781AD74E}"/>
                </a:ext>
              </a:extLst>
            </p:cNvPr>
            <p:cNvGrpSpPr>
              <a:grpSpLocks/>
            </p:cNvGrpSpPr>
            <p:nvPr/>
          </p:nvGrpSpPr>
          <p:grpSpPr bwMode="auto">
            <a:xfrm flipH="1">
              <a:off x="3515" y="1991"/>
              <a:ext cx="927" cy="197"/>
              <a:chOff x="1491" y="212"/>
              <a:chExt cx="853" cy="240"/>
            </a:xfrm>
            <a:grpFill/>
          </p:grpSpPr>
          <p:sp>
            <p:nvSpPr>
              <p:cNvPr id="118" name="AutoShape 117">
                <a:extLst>
                  <a:ext uri="{FF2B5EF4-FFF2-40B4-BE49-F238E27FC236}">
                    <a16:creationId xmlns:a16="http://schemas.microsoft.com/office/drawing/2014/main" id="{A346482F-B974-4E88-7ED3-0BC62B7E936D}"/>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19" name="Rectangle 118">
                <a:extLst>
                  <a:ext uri="{FF2B5EF4-FFF2-40B4-BE49-F238E27FC236}">
                    <a16:creationId xmlns:a16="http://schemas.microsoft.com/office/drawing/2014/main" id="{3A1DE43D-7359-5D8E-5BA3-80C6EDBD985B}"/>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17" name="Text Box 119">
              <a:extLst>
                <a:ext uri="{FF2B5EF4-FFF2-40B4-BE49-F238E27FC236}">
                  <a16:creationId xmlns:a16="http://schemas.microsoft.com/office/drawing/2014/main" id="{E10057FA-5280-F9D6-D151-EF213448B47B}"/>
                </a:ext>
              </a:extLst>
            </p:cNvPr>
            <p:cNvSpPr txBox="1">
              <a:spLocks noChangeArrowheads="1"/>
            </p:cNvSpPr>
            <p:nvPr/>
          </p:nvSpPr>
          <p:spPr bwMode="auto">
            <a:xfrm>
              <a:off x="3721" y="2016"/>
              <a:ext cx="796"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1,2,</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grpSp>
        <p:nvGrpSpPr>
          <p:cNvPr id="2" name="Group 121">
            <a:extLst>
              <a:ext uri="{FF2B5EF4-FFF2-40B4-BE49-F238E27FC236}">
                <a16:creationId xmlns:a16="http://schemas.microsoft.com/office/drawing/2014/main" id="{A7D7D4B2-11C1-7456-D9D5-2441CBDC2381}"/>
              </a:ext>
            </a:extLst>
          </p:cNvPr>
          <p:cNvGrpSpPr>
            <a:grpSpLocks/>
          </p:cNvGrpSpPr>
          <p:nvPr/>
        </p:nvGrpSpPr>
        <p:grpSpPr bwMode="auto">
          <a:xfrm>
            <a:off x="2945844" y="2814348"/>
            <a:ext cx="1028724" cy="231560"/>
            <a:chOff x="1540" y="2478"/>
            <a:chExt cx="976" cy="238"/>
          </a:xfrm>
          <a:solidFill>
            <a:srgbClr val="FFFF00"/>
          </a:solidFill>
        </p:grpSpPr>
        <p:grpSp>
          <p:nvGrpSpPr>
            <p:cNvPr id="120" name="Group 122">
              <a:extLst>
                <a:ext uri="{FF2B5EF4-FFF2-40B4-BE49-F238E27FC236}">
                  <a16:creationId xmlns:a16="http://schemas.microsoft.com/office/drawing/2014/main" id="{90463886-F9ED-12E5-0172-248908D0E3C4}"/>
                </a:ext>
              </a:extLst>
            </p:cNvPr>
            <p:cNvGrpSpPr>
              <a:grpSpLocks/>
            </p:cNvGrpSpPr>
            <p:nvPr/>
          </p:nvGrpSpPr>
          <p:grpSpPr bwMode="auto">
            <a:xfrm>
              <a:off x="1589" y="2478"/>
              <a:ext cx="927" cy="197"/>
              <a:chOff x="1491" y="212"/>
              <a:chExt cx="853" cy="240"/>
            </a:xfrm>
            <a:grpFill/>
          </p:grpSpPr>
          <p:sp>
            <p:nvSpPr>
              <p:cNvPr id="122" name="AutoShape 123">
                <a:extLst>
                  <a:ext uri="{FF2B5EF4-FFF2-40B4-BE49-F238E27FC236}">
                    <a16:creationId xmlns:a16="http://schemas.microsoft.com/office/drawing/2014/main" id="{974C94C9-6105-E299-B2EA-1D22EC854730}"/>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24" name="Rectangle 124">
                <a:extLst>
                  <a:ext uri="{FF2B5EF4-FFF2-40B4-BE49-F238E27FC236}">
                    <a16:creationId xmlns:a16="http://schemas.microsoft.com/office/drawing/2014/main" id="{E76ACE25-1148-1E55-8544-80DF282CA84D}"/>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21" name="Text Box 125">
              <a:extLst>
                <a:ext uri="{FF2B5EF4-FFF2-40B4-BE49-F238E27FC236}">
                  <a16:creationId xmlns:a16="http://schemas.microsoft.com/office/drawing/2014/main" id="{E8F161CA-F4B7-1433-70FB-3AD8272BA366}"/>
                </a:ext>
              </a:extLst>
            </p:cNvPr>
            <p:cNvSpPr txBox="1">
              <a:spLocks noChangeArrowheads="1"/>
            </p:cNvSpPr>
            <p:nvPr/>
          </p:nvSpPr>
          <p:spPr bwMode="auto">
            <a:xfrm>
              <a:off x="1540" y="2503"/>
              <a:ext cx="796"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1,3,</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grpSp>
        <p:nvGrpSpPr>
          <p:cNvPr id="126" name="Group 115">
            <a:extLst>
              <a:ext uri="{FF2B5EF4-FFF2-40B4-BE49-F238E27FC236}">
                <a16:creationId xmlns:a16="http://schemas.microsoft.com/office/drawing/2014/main" id="{D005B6E6-09E3-C364-312F-53B2E9380015}"/>
              </a:ext>
            </a:extLst>
          </p:cNvPr>
          <p:cNvGrpSpPr>
            <a:grpSpLocks/>
          </p:cNvGrpSpPr>
          <p:nvPr/>
        </p:nvGrpSpPr>
        <p:grpSpPr bwMode="auto">
          <a:xfrm>
            <a:off x="5027532" y="2875682"/>
            <a:ext cx="1040320" cy="236424"/>
            <a:chOff x="3515" y="1991"/>
            <a:chExt cx="987" cy="243"/>
          </a:xfrm>
          <a:solidFill>
            <a:srgbClr val="66FF66"/>
          </a:solidFill>
        </p:grpSpPr>
        <p:grpSp>
          <p:nvGrpSpPr>
            <p:cNvPr id="129" name="Group 116">
              <a:extLst>
                <a:ext uri="{FF2B5EF4-FFF2-40B4-BE49-F238E27FC236}">
                  <a16:creationId xmlns:a16="http://schemas.microsoft.com/office/drawing/2014/main" id="{D1B0BB54-5540-98B7-BC04-82EC23B6CAC3}"/>
                </a:ext>
              </a:extLst>
            </p:cNvPr>
            <p:cNvGrpSpPr>
              <a:grpSpLocks/>
            </p:cNvGrpSpPr>
            <p:nvPr/>
          </p:nvGrpSpPr>
          <p:grpSpPr bwMode="auto">
            <a:xfrm flipH="1">
              <a:off x="3515" y="1991"/>
              <a:ext cx="927" cy="197"/>
              <a:chOff x="1491" y="212"/>
              <a:chExt cx="853" cy="240"/>
            </a:xfrm>
            <a:grpFill/>
          </p:grpSpPr>
          <p:sp>
            <p:nvSpPr>
              <p:cNvPr id="131" name="AutoShape 117">
                <a:extLst>
                  <a:ext uri="{FF2B5EF4-FFF2-40B4-BE49-F238E27FC236}">
                    <a16:creationId xmlns:a16="http://schemas.microsoft.com/office/drawing/2014/main" id="{06425778-1DA2-4CC3-0B7A-8FB4C91204BE}"/>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2" name="Rectangle 118">
                <a:extLst>
                  <a:ext uri="{FF2B5EF4-FFF2-40B4-BE49-F238E27FC236}">
                    <a16:creationId xmlns:a16="http://schemas.microsoft.com/office/drawing/2014/main" id="{ABABFF7A-F8C4-F148-A25F-599F752EB671}"/>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30" name="Text Box 119">
              <a:extLst>
                <a:ext uri="{FF2B5EF4-FFF2-40B4-BE49-F238E27FC236}">
                  <a16:creationId xmlns:a16="http://schemas.microsoft.com/office/drawing/2014/main" id="{95D384D8-5D9E-02AF-E3AE-ABC712065A69}"/>
                </a:ext>
              </a:extLst>
            </p:cNvPr>
            <p:cNvSpPr txBox="1">
              <a:spLocks noChangeArrowheads="1"/>
            </p:cNvSpPr>
            <p:nvPr/>
          </p:nvSpPr>
          <p:spPr bwMode="auto">
            <a:xfrm>
              <a:off x="3706" y="2021"/>
              <a:ext cx="796"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1,4,</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sp>
        <p:nvSpPr>
          <p:cNvPr id="128" name="Text Box 120">
            <a:extLst>
              <a:ext uri="{FF2B5EF4-FFF2-40B4-BE49-F238E27FC236}">
                <a16:creationId xmlns:a16="http://schemas.microsoft.com/office/drawing/2014/main" id="{8997D70F-B599-A7CE-9E62-C3E24128793D}"/>
              </a:ext>
            </a:extLst>
          </p:cNvPr>
          <p:cNvSpPr txBox="1">
            <a:spLocks noChangeArrowheads="1"/>
          </p:cNvSpPr>
          <p:nvPr/>
        </p:nvSpPr>
        <p:spPr bwMode="auto">
          <a:xfrm>
            <a:off x="3423454" y="3946866"/>
            <a:ext cx="2253357" cy="324320"/>
          </a:xfrm>
          <a:prstGeom prst="rect">
            <a:avLst/>
          </a:prstGeom>
          <a:solidFill>
            <a:srgbClr val="00FFFF"/>
          </a:solidFill>
          <a:ln w="9525">
            <a:solidFill>
              <a:schemeClr val="tx2"/>
            </a:solidFill>
            <a:miter lim="800000"/>
            <a:headEnd/>
            <a:tailEnd/>
          </a:ln>
          <a:effectLst/>
        </p:spPr>
        <p:txBody>
          <a:bodyPr wrap="square">
            <a:spAutoFit/>
          </a:bodyPr>
          <a:lstStyle/>
          <a:p>
            <a:pPr>
              <a:lnSpc>
                <a:spcPts val="2000"/>
              </a:lnSpc>
            </a:pP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1</a:t>
            </a:r>
            <a:r>
              <a:rPr kumimoji="1" lang="en-US" altLang="zh-CN" sz="1300" b="1" dirty="0">
                <a:latin typeface="微软雅黑" pitchFamily="34" charset="-122"/>
                <a:ea typeface="微软雅黑" pitchFamily="34" charset="-122"/>
              </a:rPr>
              <a:t> </a:t>
            </a:r>
            <a:r>
              <a:rPr kumimoji="1" lang="zh-CN" altLang="en-US" sz="1300" b="1" dirty="0">
                <a:latin typeface="微软雅黑" pitchFamily="34" charset="-122"/>
                <a:ea typeface="微软雅黑" pitchFamily="34" charset="-122"/>
              </a:rPr>
              <a:t>和 </a:t>
            </a:r>
            <a:r>
              <a:rPr kumimoji="1" lang="en-US" altLang="zh-CN" sz="1300" b="1" dirty="0">
                <a:latin typeface="微软雅黑" pitchFamily="34" charset="-122"/>
                <a:ea typeface="微软雅黑" pitchFamily="34" charset="-122"/>
              </a:rPr>
              <a:t>R</a:t>
            </a:r>
            <a:r>
              <a:rPr kumimoji="1" lang="en-US" altLang="zh-CN" sz="1300" b="1" baseline="-25000" dirty="0">
                <a:latin typeface="微软雅黑" pitchFamily="34" charset="-122"/>
                <a:ea typeface="微软雅黑" pitchFamily="34" charset="-122"/>
              </a:rPr>
              <a:t>2 </a:t>
            </a:r>
            <a:r>
              <a:rPr kumimoji="1" lang="zh-CN" altLang="en-US" sz="1300" b="1" dirty="0">
                <a:latin typeface="微软雅黑" pitchFamily="34" charset="-122"/>
                <a:ea typeface="微软雅黑" pitchFamily="34" charset="-122"/>
              </a:rPr>
              <a:t>才知道</a:t>
            </a:r>
            <a:r>
              <a:rPr kumimoji="1" lang="zh-CN" altLang="en-US" sz="1300" b="1" dirty="0">
                <a:solidFill>
                  <a:srgbClr val="C00000"/>
                </a:solidFill>
                <a:latin typeface="微软雅黑" pitchFamily="34" charset="-122"/>
                <a:ea typeface="微软雅黑" pitchFamily="34" charset="-122"/>
              </a:rPr>
              <a:t>网</a:t>
            </a:r>
            <a:r>
              <a:rPr kumimoji="1" lang="en-US" altLang="zh-CN" sz="1300" b="1" dirty="0">
                <a:solidFill>
                  <a:srgbClr val="C00000"/>
                </a:solidFill>
                <a:latin typeface="微软雅黑" pitchFamily="34" charset="-122"/>
                <a:ea typeface="微软雅黑" pitchFamily="34" charset="-122"/>
              </a:rPr>
              <a:t>1</a:t>
            </a:r>
            <a:r>
              <a:rPr kumimoji="1" lang="zh-CN" altLang="en-US" sz="1300" b="1" dirty="0">
                <a:solidFill>
                  <a:srgbClr val="C00000"/>
                </a:solidFill>
                <a:latin typeface="微软雅黑" pitchFamily="34" charset="-122"/>
                <a:ea typeface="微软雅黑" pitchFamily="34" charset="-122"/>
              </a:rPr>
              <a:t>不可达</a:t>
            </a:r>
            <a:r>
              <a:rPr kumimoji="1" lang="zh-CN" altLang="en-US" sz="1300" b="1" dirty="0">
                <a:latin typeface="微软雅黑" pitchFamily="34" charset="-122"/>
                <a:ea typeface="微软雅黑" pitchFamily="34" charset="-122"/>
              </a:rPr>
              <a:t>。 </a:t>
            </a:r>
          </a:p>
        </p:txBody>
      </p:sp>
      <p:grpSp>
        <p:nvGrpSpPr>
          <p:cNvPr id="133" name="Group 121">
            <a:extLst>
              <a:ext uri="{FF2B5EF4-FFF2-40B4-BE49-F238E27FC236}">
                <a16:creationId xmlns:a16="http://schemas.microsoft.com/office/drawing/2014/main" id="{30F7DC05-3D20-4242-CA10-6B8EDA920B70}"/>
              </a:ext>
            </a:extLst>
          </p:cNvPr>
          <p:cNvGrpSpPr>
            <a:grpSpLocks/>
          </p:cNvGrpSpPr>
          <p:nvPr/>
        </p:nvGrpSpPr>
        <p:grpSpPr bwMode="auto">
          <a:xfrm>
            <a:off x="2951114" y="3118200"/>
            <a:ext cx="1023454" cy="231560"/>
            <a:chOff x="1545" y="2478"/>
            <a:chExt cx="971" cy="238"/>
          </a:xfrm>
          <a:solidFill>
            <a:srgbClr val="FFFF00"/>
          </a:solidFill>
        </p:grpSpPr>
        <p:grpSp>
          <p:nvGrpSpPr>
            <p:cNvPr id="134" name="Group 122">
              <a:extLst>
                <a:ext uri="{FF2B5EF4-FFF2-40B4-BE49-F238E27FC236}">
                  <a16:creationId xmlns:a16="http://schemas.microsoft.com/office/drawing/2014/main" id="{A77B75E7-7C05-C8E6-2DEA-0FEC38985BC8}"/>
                </a:ext>
              </a:extLst>
            </p:cNvPr>
            <p:cNvGrpSpPr>
              <a:grpSpLocks/>
            </p:cNvGrpSpPr>
            <p:nvPr/>
          </p:nvGrpSpPr>
          <p:grpSpPr bwMode="auto">
            <a:xfrm>
              <a:off x="1589" y="2478"/>
              <a:ext cx="927" cy="197"/>
              <a:chOff x="1491" y="212"/>
              <a:chExt cx="853" cy="240"/>
            </a:xfrm>
            <a:grpFill/>
          </p:grpSpPr>
          <p:sp>
            <p:nvSpPr>
              <p:cNvPr id="136" name="AutoShape 123">
                <a:extLst>
                  <a:ext uri="{FF2B5EF4-FFF2-40B4-BE49-F238E27FC236}">
                    <a16:creationId xmlns:a16="http://schemas.microsoft.com/office/drawing/2014/main" id="{4CD2728A-5E41-30AC-0254-D755A9C7F6B0}"/>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37" name="Rectangle 124">
                <a:extLst>
                  <a:ext uri="{FF2B5EF4-FFF2-40B4-BE49-F238E27FC236}">
                    <a16:creationId xmlns:a16="http://schemas.microsoft.com/office/drawing/2014/main" id="{9AD05004-9B80-FEB2-C48E-395DD03EF9A1}"/>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35" name="Text Box 125">
              <a:extLst>
                <a:ext uri="{FF2B5EF4-FFF2-40B4-BE49-F238E27FC236}">
                  <a16:creationId xmlns:a16="http://schemas.microsoft.com/office/drawing/2014/main" id="{1AECE537-2E63-3C2D-902B-30183E24156D}"/>
                </a:ext>
              </a:extLst>
            </p:cNvPr>
            <p:cNvSpPr txBox="1">
              <a:spLocks noChangeArrowheads="1"/>
            </p:cNvSpPr>
            <p:nvPr/>
          </p:nvSpPr>
          <p:spPr bwMode="auto">
            <a:xfrm>
              <a:off x="1545" y="2503"/>
              <a:ext cx="796"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1,5,</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grpSp>
        <p:nvGrpSpPr>
          <p:cNvPr id="138" name="Group 121">
            <a:extLst>
              <a:ext uri="{FF2B5EF4-FFF2-40B4-BE49-F238E27FC236}">
                <a16:creationId xmlns:a16="http://schemas.microsoft.com/office/drawing/2014/main" id="{69C0073A-FFE0-D5DF-8E7A-A64352E24A3E}"/>
              </a:ext>
            </a:extLst>
          </p:cNvPr>
          <p:cNvGrpSpPr>
            <a:grpSpLocks/>
          </p:cNvGrpSpPr>
          <p:nvPr/>
        </p:nvGrpSpPr>
        <p:grpSpPr bwMode="auto">
          <a:xfrm>
            <a:off x="2893143" y="3668319"/>
            <a:ext cx="1081424" cy="232533"/>
            <a:chOff x="1490" y="2478"/>
            <a:chExt cx="1026" cy="239"/>
          </a:xfrm>
          <a:solidFill>
            <a:srgbClr val="FFFF00"/>
          </a:solidFill>
        </p:grpSpPr>
        <p:grpSp>
          <p:nvGrpSpPr>
            <p:cNvPr id="139" name="Group 122">
              <a:extLst>
                <a:ext uri="{FF2B5EF4-FFF2-40B4-BE49-F238E27FC236}">
                  <a16:creationId xmlns:a16="http://schemas.microsoft.com/office/drawing/2014/main" id="{ED1E3769-202C-7FD5-1399-1632C0201DF3}"/>
                </a:ext>
              </a:extLst>
            </p:cNvPr>
            <p:cNvGrpSpPr>
              <a:grpSpLocks/>
            </p:cNvGrpSpPr>
            <p:nvPr/>
          </p:nvGrpSpPr>
          <p:grpSpPr bwMode="auto">
            <a:xfrm>
              <a:off x="1589" y="2478"/>
              <a:ext cx="927" cy="197"/>
              <a:chOff x="1491" y="212"/>
              <a:chExt cx="853" cy="240"/>
            </a:xfrm>
            <a:grpFill/>
          </p:grpSpPr>
          <p:sp>
            <p:nvSpPr>
              <p:cNvPr id="141" name="AutoShape 123">
                <a:extLst>
                  <a:ext uri="{FF2B5EF4-FFF2-40B4-BE49-F238E27FC236}">
                    <a16:creationId xmlns:a16="http://schemas.microsoft.com/office/drawing/2014/main" id="{CB229FAB-96F1-723B-852E-C31A523F98C4}"/>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2" name="Rectangle 124">
                <a:extLst>
                  <a:ext uri="{FF2B5EF4-FFF2-40B4-BE49-F238E27FC236}">
                    <a16:creationId xmlns:a16="http://schemas.microsoft.com/office/drawing/2014/main" id="{105E22AA-25F4-B4D7-3634-209A7151ABA6}"/>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40" name="Text Box 125">
              <a:extLst>
                <a:ext uri="{FF2B5EF4-FFF2-40B4-BE49-F238E27FC236}">
                  <a16:creationId xmlns:a16="http://schemas.microsoft.com/office/drawing/2014/main" id="{D21A4B16-DA6B-6F5D-7BEF-6DA6A0DA1DEF}"/>
                </a:ext>
              </a:extLst>
            </p:cNvPr>
            <p:cNvSpPr txBox="1">
              <a:spLocks noChangeArrowheads="1"/>
            </p:cNvSpPr>
            <p:nvPr/>
          </p:nvSpPr>
          <p:spPr bwMode="auto">
            <a:xfrm>
              <a:off x="1490" y="2504"/>
              <a:ext cx="893"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1,16,</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2</a:t>
              </a:r>
            </a:p>
          </p:txBody>
        </p:sp>
      </p:grpSp>
      <p:grpSp>
        <p:nvGrpSpPr>
          <p:cNvPr id="143" name="Group 115">
            <a:extLst>
              <a:ext uri="{FF2B5EF4-FFF2-40B4-BE49-F238E27FC236}">
                <a16:creationId xmlns:a16="http://schemas.microsoft.com/office/drawing/2014/main" id="{0692E817-9BF7-497C-EAFC-42E3C5C55D38}"/>
              </a:ext>
            </a:extLst>
          </p:cNvPr>
          <p:cNvGrpSpPr>
            <a:grpSpLocks/>
          </p:cNvGrpSpPr>
          <p:nvPr/>
        </p:nvGrpSpPr>
        <p:grpSpPr bwMode="auto">
          <a:xfrm>
            <a:off x="5027537" y="3668321"/>
            <a:ext cx="1090913" cy="229614"/>
            <a:chOff x="3515" y="1991"/>
            <a:chExt cx="1035" cy="236"/>
          </a:xfrm>
          <a:solidFill>
            <a:srgbClr val="66FF66"/>
          </a:solidFill>
        </p:grpSpPr>
        <p:grpSp>
          <p:nvGrpSpPr>
            <p:cNvPr id="144" name="Group 116">
              <a:extLst>
                <a:ext uri="{FF2B5EF4-FFF2-40B4-BE49-F238E27FC236}">
                  <a16:creationId xmlns:a16="http://schemas.microsoft.com/office/drawing/2014/main" id="{2B6438D7-CFB1-AC0E-E264-CB24CD11AB84}"/>
                </a:ext>
              </a:extLst>
            </p:cNvPr>
            <p:cNvGrpSpPr>
              <a:grpSpLocks/>
            </p:cNvGrpSpPr>
            <p:nvPr/>
          </p:nvGrpSpPr>
          <p:grpSpPr bwMode="auto">
            <a:xfrm flipH="1">
              <a:off x="3515" y="1991"/>
              <a:ext cx="927" cy="197"/>
              <a:chOff x="1491" y="212"/>
              <a:chExt cx="853" cy="240"/>
            </a:xfrm>
            <a:grpFill/>
          </p:grpSpPr>
          <p:sp>
            <p:nvSpPr>
              <p:cNvPr id="146" name="AutoShape 117">
                <a:extLst>
                  <a:ext uri="{FF2B5EF4-FFF2-40B4-BE49-F238E27FC236}">
                    <a16:creationId xmlns:a16="http://schemas.microsoft.com/office/drawing/2014/main" id="{3F11D07F-DA4D-B703-AB9F-F0DD146C01EC}"/>
                  </a:ext>
                </a:extLst>
              </p:cNvPr>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sp>
            <p:nvSpPr>
              <p:cNvPr id="147" name="Rectangle 118">
                <a:extLst>
                  <a:ext uri="{FF2B5EF4-FFF2-40B4-BE49-F238E27FC236}">
                    <a16:creationId xmlns:a16="http://schemas.microsoft.com/office/drawing/2014/main" id="{C96E7E3F-87E2-FAA0-1AEA-906CF631E822}"/>
                  </a:ext>
                </a:extLst>
              </p:cNvPr>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sz="1300" b="1">
                  <a:latin typeface="微软雅黑" pitchFamily="34" charset="-122"/>
                  <a:ea typeface="微软雅黑" pitchFamily="34" charset="-122"/>
                </a:endParaRPr>
              </a:p>
            </p:txBody>
          </p:sp>
        </p:grpSp>
        <p:sp>
          <p:nvSpPr>
            <p:cNvPr id="145" name="Text Box 119">
              <a:extLst>
                <a:ext uri="{FF2B5EF4-FFF2-40B4-BE49-F238E27FC236}">
                  <a16:creationId xmlns:a16="http://schemas.microsoft.com/office/drawing/2014/main" id="{5E7F68D5-124A-8826-EF40-EE3A1CB44314}"/>
                </a:ext>
              </a:extLst>
            </p:cNvPr>
            <p:cNvSpPr txBox="1">
              <a:spLocks noChangeArrowheads="1"/>
            </p:cNvSpPr>
            <p:nvPr/>
          </p:nvSpPr>
          <p:spPr bwMode="auto">
            <a:xfrm>
              <a:off x="3657" y="2014"/>
              <a:ext cx="893" cy="213"/>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zh-CN" altLang="en-US" sz="1300" b="1" dirty="0">
                  <a:latin typeface="微软雅黑" pitchFamily="34" charset="-122"/>
                  <a:ea typeface="微软雅黑" pitchFamily="34" charset="-122"/>
                </a:rPr>
                <a:t>网</a:t>
              </a:r>
              <a:r>
                <a:rPr kumimoji="1" lang="en-US" altLang="zh-CN" sz="1300" b="1" dirty="0">
                  <a:latin typeface="微软雅黑" pitchFamily="34" charset="-122"/>
                  <a:ea typeface="微软雅黑" pitchFamily="34" charset="-122"/>
                </a:rPr>
                <a:t>1,16,</a:t>
              </a:r>
              <a:r>
                <a:rPr kumimoji="1" lang="en-US" altLang="zh-CN" sz="1300" b="1" dirty="0">
                  <a:latin typeface="微软雅黑" pitchFamily="34" charset="-122"/>
                  <a:ea typeface="微软雅黑" pitchFamily="34" charset="-122"/>
                  <a:sym typeface="Symbol" pitchFamily="18" charset="2"/>
                </a:rPr>
                <a:t>R</a:t>
              </a:r>
              <a:r>
                <a:rPr kumimoji="1" lang="en-US" altLang="zh-CN" sz="1300" b="1" baseline="-25000" dirty="0">
                  <a:latin typeface="微软雅黑" pitchFamily="34" charset="-122"/>
                  <a:ea typeface="微软雅黑" pitchFamily="34" charset="-122"/>
                  <a:sym typeface="Symbol" pitchFamily="18" charset="2"/>
                </a:rPr>
                <a:t>1</a:t>
              </a:r>
            </a:p>
          </p:txBody>
        </p:sp>
      </p:grpSp>
      <p:sp>
        <p:nvSpPr>
          <p:cNvPr id="148" name="Text Box 105">
            <a:extLst>
              <a:ext uri="{FF2B5EF4-FFF2-40B4-BE49-F238E27FC236}">
                <a16:creationId xmlns:a16="http://schemas.microsoft.com/office/drawing/2014/main" id="{FFC434E1-CFE1-4059-7270-37F96FEF3F30}"/>
              </a:ext>
            </a:extLst>
          </p:cNvPr>
          <p:cNvSpPr txBox="1">
            <a:spLocks noChangeArrowheads="1"/>
          </p:cNvSpPr>
          <p:nvPr/>
        </p:nvSpPr>
        <p:spPr bwMode="auto">
          <a:xfrm rot="5400000">
            <a:off x="5545373" y="3333841"/>
            <a:ext cx="34817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latin typeface="+mn-lt"/>
                <a:ea typeface="黑体" pitchFamily="2" charset="-122"/>
              </a:rPr>
              <a:t>…</a:t>
            </a:r>
          </a:p>
        </p:txBody>
      </p:sp>
      <p:sp>
        <p:nvSpPr>
          <p:cNvPr id="149" name="Text Box 142">
            <a:extLst>
              <a:ext uri="{FF2B5EF4-FFF2-40B4-BE49-F238E27FC236}">
                <a16:creationId xmlns:a16="http://schemas.microsoft.com/office/drawing/2014/main" id="{D49FFC6E-7DD6-261E-3331-F7DE10C00D7D}"/>
              </a:ext>
            </a:extLst>
          </p:cNvPr>
          <p:cNvSpPr txBox="1">
            <a:spLocks noChangeArrowheads="1"/>
          </p:cNvSpPr>
          <p:nvPr/>
        </p:nvSpPr>
        <p:spPr bwMode="auto">
          <a:xfrm rot="5400000">
            <a:off x="3303952" y="3333841"/>
            <a:ext cx="34817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latin typeface="+mn-lt"/>
                <a:ea typeface="黑体" pitchFamily="2" charset="-122"/>
              </a:rPr>
              <a:t>…</a:t>
            </a:r>
          </a:p>
        </p:txBody>
      </p:sp>
      <p:sp>
        <p:nvSpPr>
          <p:cNvPr id="150" name="Text Box 155">
            <a:extLst>
              <a:ext uri="{FF2B5EF4-FFF2-40B4-BE49-F238E27FC236}">
                <a16:creationId xmlns:a16="http://schemas.microsoft.com/office/drawing/2014/main" id="{0D9F913F-59D7-E108-618C-3F9B2E8DF8D1}"/>
              </a:ext>
            </a:extLst>
          </p:cNvPr>
          <p:cNvSpPr txBox="1">
            <a:spLocks noChangeArrowheads="1"/>
          </p:cNvSpPr>
          <p:nvPr/>
        </p:nvSpPr>
        <p:spPr bwMode="auto">
          <a:xfrm>
            <a:off x="2142822" y="4434315"/>
            <a:ext cx="5041468" cy="344325"/>
          </a:xfrm>
          <a:prstGeom prst="rect">
            <a:avLst/>
          </a:prstGeom>
          <a:noFill/>
          <a:ln w="9525">
            <a:noFill/>
            <a:miter lim="800000"/>
            <a:headEnd/>
            <a:tailEnd/>
          </a:ln>
          <a:effectLst/>
        </p:spPr>
        <p:txBody>
          <a:bodyPr wrap="square">
            <a:spAutoFit/>
          </a:bodyPr>
          <a:lstStyle/>
          <a:p>
            <a:pPr algn="dist">
              <a:lnSpc>
                <a:spcPct val="110000"/>
              </a:lnSpc>
            </a:pPr>
            <a:r>
              <a:rPr lang="en-US" altLang="zh-CN" sz="1600" b="1" dirty="0">
                <a:latin typeface="微软雅黑" pitchFamily="34" charset="-122"/>
                <a:ea typeface="微软雅黑" pitchFamily="34" charset="-122"/>
              </a:rPr>
              <a:t>RIP</a:t>
            </a:r>
            <a:r>
              <a:rPr lang="zh-CN" altLang="en-US" sz="1600" b="1" dirty="0">
                <a:latin typeface="微软雅黑" pitchFamily="34" charset="-122"/>
                <a:ea typeface="微软雅黑" pitchFamily="34" charset="-122"/>
              </a:rPr>
              <a:t>的缺点：</a:t>
            </a:r>
            <a:r>
              <a:rPr lang="zh-CN" altLang="en-US" sz="1600" b="1" dirty="0">
                <a:solidFill>
                  <a:srgbClr val="C00000"/>
                </a:solidFill>
                <a:latin typeface="微软雅黑" pitchFamily="34" charset="-122"/>
                <a:ea typeface="微软雅黑" pitchFamily="34" charset="-122"/>
              </a:rPr>
              <a:t>好消息传播得快，而坏消息传播得慢</a:t>
            </a:r>
            <a:endParaRPr lang="zh-CN" altLang="en-US" sz="1600" b="1" dirty="0">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819255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28"/>
                                        </p:tgtEl>
                                        <p:attrNameLst>
                                          <p:attrName>style.visibility</p:attrName>
                                        </p:attrNameLst>
                                      </p:cBhvr>
                                      <p:to>
                                        <p:strVal val="visible"/>
                                      </p:to>
                                    </p:set>
                                    <p:animEffect transition="in" filter="fade">
                                      <p:cBhvr>
                                        <p:cTn id="7" dur="1000"/>
                                        <p:tgtEl>
                                          <p:spTgt spid="128"/>
                                        </p:tgtEl>
                                      </p:cBhvr>
                                    </p:animEffect>
                                    <p:anim calcmode="lin" valueType="num">
                                      <p:cBhvr>
                                        <p:cTn id="8" dur="1000" fill="hold"/>
                                        <p:tgtEl>
                                          <p:spTgt spid="128"/>
                                        </p:tgtEl>
                                        <p:attrNameLst>
                                          <p:attrName>ppt_x</p:attrName>
                                        </p:attrNameLst>
                                      </p:cBhvr>
                                      <p:tavLst>
                                        <p:tav tm="0">
                                          <p:val>
                                            <p:strVal val="#ppt_x"/>
                                          </p:val>
                                        </p:tav>
                                        <p:tav tm="100000">
                                          <p:val>
                                            <p:strVal val="#ppt_x"/>
                                          </p:val>
                                        </p:tav>
                                      </p:tavLst>
                                    </p:anim>
                                    <p:anim calcmode="lin" valueType="num">
                                      <p:cBhvr>
                                        <p:cTn id="9" dur="1000" fill="hold"/>
                                        <p:tgtEl>
                                          <p:spTgt spid="128"/>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133"/>
                                        </p:tgtEl>
                                        <p:attrNameLst>
                                          <p:attrName>style.visibility</p:attrName>
                                        </p:attrNameLst>
                                      </p:cBhvr>
                                      <p:to>
                                        <p:strVal val="visible"/>
                                      </p:to>
                                    </p:set>
                                    <p:animEffect transition="in" filter="fade">
                                      <p:cBhvr>
                                        <p:cTn id="12" dur="1000"/>
                                        <p:tgtEl>
                                          <p:spTgt spid="133"/>
                                        </p:tgtEl>
                                      </p:cBhvr>
                                    </p:animEffect>
                                    <p:anim calcmode="lin" valueType="num">
                                      <p:cBhvr>
                                        <p:cTn id="13" dur="1000" fill="hold"/>
                                        <p:tgtEl>
                                          <p:spTgt spid="133"/>
                                        </p:tgtEl>
                                        <p:attrNameLst>
                                          <p:attrName>ppt_x</p:attrName>
                                        </p:attrNameLst>
                                      </p:cBhvr>
                                      <p:tavLst>
                                        <p:tav tm="0">
                                          <p:val>
                                            <p:strVal val="#ppt_x"/>
                                          </p:val>
                                        </p:tav>
                                        <p:tav tm="100000">
                                          <p:val>
                                            <p:strVal val="#ppt_x"/>
                                          </p:val>
                                        </p:tav>
                                      </p:tavLst>
                                    </p:anim>
                                    <p:anim calcmode="lin" valueType="num">
                                      <p:cBhvr>
                                        <p:cTn id="14" dur="1000" fill="hold"/>
                                        <p:tgtEl>
                                          <p:spTgt spid="133"/>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138"/>
                                        </p:tgtEl>
                                        <p:attrNameLst>
                                          <p:attrName>style.visibility</p:attrName>
                                        </p:attrNameLst>
                                      </p:cBhvr>
                                      <p:to>
                                        <p:strVal val="visible"/>
                                      </p:to>
                                    </p:set>
                                    <p:animEffect transition="in" filter="fade">
                                      <p:cBhvr>
                                        <p:cTn id="17" dur="1000"/>
                                        <p:tgtEl>
                                          <p:spTgt spid="138"/>
                                        </p:tgtEl>
                                      </p:cBhvr>
                                    </p:animEffect>
                                    <p:anim calcmode="lin" valueType="num">
                                      <p:cBhvr>
                                        <p:cTn id="18" dur="1000" fill="hold"/>
                                        <p:tgtEl>
                                          <p:spTgt spid="138"/>
                                        </p:tgtEl>
                                        <p:attrNameLst>
                                          <p:attrName>ppt_x</p:attrName>
                                        </p:attrNameLst>
                                      </p:cBhvr>
                                      <p:tavLst>
                                        <p:tav tm="0">
                                          <p:val>
                                            <p:strVal val="#ppt_x"/>
                                          </p:val>
                                        </p:tav>
                                        <p:tav tm="100000">
                                          <p:val>
                                            <p:strVal val="#ppt_x"/>
                                          </p:val>
                                        </p:tav>
                                      </p:tavLst>
                                    </p:anim>
                                    <p:anim calcmode="lin" valueType="num">
                                      <p:cBhvr>
                                        <p:cTn id="19" dur="1000" fill="hold"/>
                                        <p:tgtEl>
                                          <p:spTgt spid="138"/>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143"/>
                                        </p:tgtEl>
                                        <p:attrNameLst>
                                          <p:attrName>style.visibility</p:attrName>
                                        </p:attrNameLst>
                                      </p:cBhvr>
                                      <p:to>
                                        <p:strVal val="visible"/>
                                      </p:to>
                                    </p:set>
                                    <p:animEffect transition="in" filter="fade">
                                      <p:cBhvr>
                                        <p:cTn id="22" dur="1000"/>
                                        <p:tgtEl>
                                          <p:spTgt spid="143"/>
                                        </p:tgtEl>
                                      </p:cBhvr>
                                    </p:animEffect>
                                    <p:anim calcmode="lin" valueType="num">
                                      <p:cBhvr>
                                        <p:cTn id="23" dur="1000" fill="hold"/>
                                        <p:tgtEl>
                                          <p:spTgt spid="143"/>
                                        </p:tgtEl>
                                        <p:attrNameLst>
                                          <p:attrName>ppt_x</p:attrName>
                                        </p:attrNameLst>
                                      </p:cBhvr>
                                      <p:tavLst>
                                        <p:tav tm="0">
                                          <p:val>
                                            <p:strVal val="#ppt_x"/>
                                          </p:val>
                                        </p:tav>
                                        <p:tav tm="100000">
                                          <p:val>
                                            <p:strVal val="#ppt_x"/>
                                          </p:val>
                                        </p:tav>
                                      </p:tavLst>
                                    </p:anim>
                                    <p:anim calcmode="lin" valueType="num">
                                      <p:cBhvr>
                                        <p:cTn id="24" dur="1000" fill="hold"/>
                                        <p:tgtEl>
                                          <p:spTgt spid="143"/>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48"/>
                                        </p:tgtEl>
                                        <p:attrNameLst>
                                          <p:attrName>style.visibility</p:attrName>
                                        </p:attrNameLst>
                                      </p:cBhvr>
                                      <p:to>
                                        <p:strVal val="visible"/>
                                      </p:to>
                                    </p:set>
                                    <p:animEffect transition="in" filter="fade">
                                      <p:cBhvr>
                                        <p:cTn id="27" dur="1000"/>
                                        <p:tgtEl>
                                          <p:spTgt spid="148"/>
                                        </p:tgtEl>
                                      </p:cBhvr>
                                    </p:animEffect>
                                    <p:anim calcmode="lin" valueType="num">
                                      <p:cBhvr>
                                        <p:cTn id="28" dur="1000" fill="hold"/>
                                        <p:tgtEl>
                                          <p:spTgt spid="148"/>
                                        </p:tgtEl>
                                        <p:attrNameLst>
                                          <p:attrName>ppt_x</p:attrName>
                                        </p:attrNameLst>
                                      </p:cBhvr>
                                      <p:tavLst>
                                        <p:tav tm="0">
                                          <p:val>
                                            <p:strVal val="#ppt_x"/>
                                          </p:val>
                                        </p:tav>
                                        <p:tav tm="100000">
                                          <p:val>
                                            <p:strVal val="#ppt_x"/>
                                          </p:val>
                                        </p:tav>
                                      </p:tavLst>
                                    </p:anim>
                                    <p:anim calcmode="lin" valueType="num">
                                      <p:cBhvr>
                                        <p:cTn id="29" dur="1000" fill="hold"/>
                                        <p:tgtEl>
                                          <p:spTgt spid="148"/>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149"/>
                                        </p:tgtEl>
                                        <p:attrNameLst>
                                          <p:attrName>style.visibility</p:attrName>
                                        </p:attrNameLst>
                                      </p:cBhvr>
                                      <p:to>
                                        <p:strVal val="visible"/>
                                      </p:to>
                                    </p:set>
                                    <p:animEffect transition="in" filter="fade">
                                      <p:cBhvr>
                                        <p:cTn id="32" dur="1000"/>
                                        <p:tgtEl>
                                          <p:spTgt spid="149"/>
                                        </p:tgtEl>
                                      </p:cBhvr>
                                    </p:animEffect>
                                    <p:anim calcmode="lin" valueType="num">
                                      <p:cBhvr>
                                        <p:cTn id="33" dur="1000" fill="hold"/>
                                        <p:tgtEl>
                                          <p:spTgt spid="149"/>
                                        </p:tgtEl>
                                        <p:attrNameLst>
                                          <p:attrName>ppt_x</p:attrName>
                                        </p:attrNameLst>
                                      </p:cBhvr>
                                      <p:tavLst>
                                        <p:tav tm="0">
                                          <p:val>
                                            <p:strVal val="#ppt_x"/>
                                          </p:val>
                                        </p:tav>
                                        <p:tav tm="100000">
                                          <p:val>
                                            <p:strVal val="#ppt_x"/>
                                          </p:val>
                                        </p:tav>
                                      </p:tavLst>
                                    </p:anim>
                                    <p:anim calcmode="lin" valueType="num">
                                      <p:cBhvr>
                                        <p:cTn id="34" dur="1000" fill="hold"/>
                                        <p:tgtEl>
                                          <p:spTgt spid="149"/>
                                        </p:tgtEl>
                                        <p:attrNameLst>
                                          <p:attrName>ppt_y</p:attrName>
                                        </p:attrNameLst>
                                      </p:cBhvr>
                                      <p:tavLst>
                                        <p:tav tm="0">
                                          <p:val>
                                            <p:strVal val="#ppt_y+.1"/>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150"/>
                                        </p:tgtEl>
                                        <p:attrNameLst>
                                          <p:attrName>style.visibility</p:attrName>
                                        </p:attrNameLst>
                                      </p:cBhvr>
                                      <p:to>
                                        <p:strVal val="visible"/>
                                      </p:to>
                                    </p:set>
                                    <p:anim calcmode="lin" valueType="num">
                                      <p:cBhvr>
                                        <p:cTn id="39" dur="500" fill="hold"/>
                                        <p:tgtEl>
                                          <p:spTgt spid="150"/>
                                        </p:tgtEl>
                                        <p:attrNameLst>
                                          <p:attrName>ppt_w</p:attrName>
                                        </p:attrNameLst>
                                      </p:cBhvr>
                                      <p:tavLst>
                                        <p:tav tm="0">
                                          <p:val>
                                            <p:fltVal val="0"/>
                                          </p:val>
                                        </p:tav>
                                        <p:tav tm="100000">
                                          <p:val>
                                            <p:strVal val="#ppt_w"/>
                                          </p:val>
                                        </p:tav>
                                      </p:tavLst>
                                    </p:anim>
                                    <p:anim calcmode="lin" valueType="num">
                                      <p:cBhvr>
                                        <p:cTn id="40" dur="500" fill="hold"/>
                                        <p:tgtEl>
                                          <p:spTgt spid="150"/>
                                        </p:tgtEl>
                                        <p:attrNameLst>
                                          <p:attrName>ppt_h</p:attrName>
                                        </p:attrNameLst>
                                      </p:cBhvr>
                                      <p:tavLst>
                                        <p:tav tm="0">
                                          <p:val>
                                            <p:fltVal val="0"/>
                                          </p:val>
                                        </p:tav>
                                        <p:tav tm="100000">
                                          <p:val>
                                            <p:strVal val="#ppt_h"/>
                                          </p:val>
                                        </p:tav>
                                      </p:tavLst>
                                    </p:anim>
                                    <p:animEffect transition="in" filter="fade">
                                      <p:cBhvr>
                                        <p:cTn id="41" dur="500"/>
                                        <p:tgtEl>
                                          <p:spTgt spid="1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animBg="1"/>
      <p:bldP spid="148" grpId="0"/>
      <p:bldP spid="149" grpId="0"/>
      <p:bldP spid="150" grpId="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2674"/>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3906"/>
            <a:ext cx="2234907" cy="400110"/>
          </a:xfrm>
          <a:prstGeom prst="rect">
            <a:avLst/>
          </a:prstGeom>
        </p:spPr>
        <p:txBody>
          <a:bodyPr wrap="none">
            <a:spAutoFit/>
          </a:bodyPr>
          <a:lstStyle/>
          <a:p>
            <a:r>
              <a:rPr lang="en-US" altLang="zh-CN" sz="2000" b="1" dirty="0">
                <a:latin typeface="微软雅黑" pitchFamily="34" charset="-122"/>
                <a:ea typeface="微软雅黑" pitchFamily="34" charset="-122"/>
              </a:rPr>
              <a:t>RIP </a:t>
            </a:r>
            <a:r>
              <a:rPr lang="zh-CN" altLang="en-US" sz="2000" b="1" dirty="0">
                <a:latin typeface="微软雅黑" pitchFamily="34" charset="-122"/>
                <a:ea typeface="微软雅黑" pitchFamily="34" charset="-122"/>
              </a:rPr>
              <a:t>协议的优缺点</a:t>
            </a:r>
          </a:p>
        </p:txBody>
      </p:sp>
      <p:sp>
        <p:nvSpPr>
          <p:cNvPr id="4" name="矩形 3"/>
          <p:cNvSpPr/>
          <p:nvPr/>
        </p:nvSpPr>
        <p:spPr>
          <a:xfrm>
            <a:off x="545144" y="942078"/>
            <a:ext cx="8053711" cy="2554545"/>
          </a:xfrm>
          <a:prstGeom prst="rect">
            <a:avLst/>
          </a:prstGeom>
        </p:spPr>
        <p:txBody>
          <a:bodyPr wrap="square">
            <a:spAutoFit/>
          </a:bodyPr>
          <a:lstStyle/>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优点：</a:t>
            </a:r>
          </a:p>
          <a:p>
            <a:pPr marL="623888"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实现简单，开销较小。</a:t>
            </a:r>
          </a:p>
          <a:p>
            <a:pPr marL="285750" indent="-285750">
              <a:lnSpc>
                <a:spcPts val="32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rPr>
              <a:t>缺点：</a:t>
            </a:r>
          </a:p>
          <a:p>
            <a:pPr marL="623888"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网络规模有限。最大距离为 </a:t>
            </a:r>
            <a:r>
              <a:rPr lang="en-US" altLang="zh-CN" sz="2000" b="1" dirty="0">
                <a:latin typeface="微软雅黑" pitchFamily="34" charset="-122"/>
                <a:ea typeface="微软雅黑" pitchFamily="34" charset="-122"/>
              </a:rPr>
              <a:t>15</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16 </a:t>
            </a:r>
            <a:r>
              <a:rPr lang="zh-CN" altLang="en-US" sz="2000" b="1" dirty="0">
                <a:latin typeface="微软雅黑" pitchFamily="34" charset="-122"/>
                <a:ea typeface="微软雅黑" pitchFamily="34" charset="-122"/>
              </a:rPr>
              <a:t>表示不可达）。</a:t>
            </a:r>
          </a:p>
          <a:p>
            <a:pPr marL="623888"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交换的路由信息为完整路由表，开销较大。 </a:t>
            </a:r>
          </a:p>
          <a:p>
            <a:pPr marL="623888" indent="-342900">
              <a:lnSpc>
                <a:spcPts val="3200"/>
              </a:lnSpc>
              <a:buClr>
                <a:srgbClr val="7030A0"/>
              </a:buClr>
              <a:buFont typeface="+mj-lt"/>
              <a:buAutoNum type="arabicPeriod"/>
            </a:pPr>
            <a:r>
              <a:rPr lang="zh-CN" altLang="en-US" sz="2000" b="1" dirty="0">
                <a:latin typeface="微软雅黑" pitchFamily="34" charset="-122"/>
                <a:ea typeface="微软雅黑" pitchFamily="34" charset="-122"/>
              </a:rPr>
              <a:t>坏消息传播得慢，收敛时间过长。</a:t>
            </a:r>
          </a:p>
        </p:txBody>
      </p:sp>
    </p:spTree>
    <p:extLst>
      <p:ext uri="{BB962C8B-B14F-4D97-AF65-F5344CB8AC3E}">
        <p14:creationId xmlns:p14="http://schemas.microsoft.com/office/powerpoint/2010/main" val="1160683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fade">
                                      <p:cBhvr>
                                        <p:cTn id="12" dur="1000"/>
                                        <p:tgtEl>
                                          <p:spTgt spid="4">
                                            <p:txEl>
                                              <p:pRg st="1" end="1"/>
                                            </p:txEl>
                                          </p:spTgt>
                                        </p:tgtEl>
                                      </p:cBhvr>
                                    </p:animEffect>
                                    <p:anim calcmode="lin" valueType="num">
                                      <p:cBhvr>
                                        <p:cTn id="13"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4"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4">
                                            <p:txEl>
                                              <p:pRg st="2" end="2"/>
                                            </p:txEl>
                                          </p:spTgt>
                                        </p:tgtEl>
                                        <p:attrNameLst>
                                          <p:attrName>style.visibility</p:attrName>
                                        </p:attrNameLst>
                                      </p:cBhvr>
                                      <p:to>
                                        <p:strVal val="visible"/>
                                      </p:to>
                                    </p:set>
                                    <p:animEffect transition="in" filter="fade">
                                      <p:cBhvr>
                                        <p:cTn id="19" dur="1000"/>
                                        <p:tgtEl>
                                          <p:spTgt spid="4">
                                            <p:txEl>
                                              <p:pRg st="2" end="2"/>
                                            </p:txEl>
                                          </p:spTgt>
                                        </p:tgtEl>
                                      </p:cBhvr>
                                    </p:animEffect>
                                    <p:anim calcmode="lin" valueType="num">
                                      <p:cBhvr>
                                        <p:cTn id="20"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4">
                                            <p:txEl>
                                              <p:pRg st="2" end="2"/>
                                            </p:txEl>
                                          </p:spTgt>
                                        </p:tgtEl>
                                        <p:attrNameLst>
                                          <p:attrName>ppt_y</p:attrName>
                                        </p:attrNameLst>
                                      </p:cBhvr>
                                      <p:tavLst>
                                        <p:tav tm="0">
                                          <p:val>
                                            <p:strVal val="#ppt_y+.1"/>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4">
                                            <p:txEl>
                                              <p:pRg st="3" end="3"/>
                                            </p:txEl>
                                          </p:spTgt>
                                        </p:tgtEl>
                                        <p:attrNameLst>
                                          <p:attrName>style.visibility</p:attrName>
                                        </p:attrNameLst>
                                      </p:cBhvr>
                                      <p:to>
                                        <p:strVal val="visible"/>
                                      </p:to>
                                    </p:set>
                                    <p:animEffect transition="in" filter="fade">
                                      <p:cBhvr>
                                        <p:cTn id="24" dur="1000"/>
                                        <p:tgtEl>
                                          <p:spTgt spid="4">
                                            <p:txEl>
                                              <p:pRg st="3" end="3"/>
                                            </p:txEl>
                                          </p:spTgt>
                                        </p:tgtEl>
                                      </p:cBhvr>
                                    </p:animEffect>
                                    <p:anim calcmode="lin" valueType="num">
                                      <p:cBhvr>
                                        <p:cTn id="25"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26"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4">
                                            <p:txEl>
                                              <p:pRg st="4" end="4"/>
                                            </p:txEl>
                                          </p:spTgt>
                                        </p:tgtEl>
                                        <p:attrNameLst>
                                          <p:attrName>style.visibility</p:attrName>
                                        </p:attrNameLst>
                                      </p:cBhvr>
                                      <p:to>
                                        <p:strVal val="visible"/>
                                      </p:to>
                                    </p:set>
                                    <p:animEffect transition="in" filter="fade">
                                      <p:cBhvr>
                                        <p:cTn id="31" dur="1000"/>
                                        <p:tgtEl>
                                          <p:spTgt spid="4">
                                            <p:txEl>
                                              <p:pRg st="4" end="4"/>
                                            </p:txEl>
                                          </p:spTgt>
                                        </p:tgtEl>
                                      </p:cBhvr>
                                    </p:animEffect>
                                    <p:anim calcmode="lin" valueType="num">
                                      <p:cBhvr>
                                        <p:cTn id="32"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33" dur="1000" fill="hold"/>
                                        <p:tgtEl>
                                          <p:spTgt spid="4">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grpId="0" nodeType="clickEffect">
                                  <p:stCondLst>
                                    <p:cond delay="0"/>
                                  </p:stCondLst>
                                  <p:childTnLst>
                                    <p:set>
                                      <p:cBhvr>
                                        <p:cTn id="37" dur="1" fill="hold">
                                          <p:stCondLst>
                                            <p:cond delay="0"/>
                                          </p:stCondLst>
                                        </p:cTn>
                                        <p:tgtEl>
                                          <p:spTgt spid="4">
                                            <p:txEl>
                                              <p:pRg st="5" end="5"/>
                                            </p:txEl>
                                          </p:spTgt>
                                        </p:tgtEl>
                                        <p:attrNameLst>
                                          <p:attrName>style.visibility</p:attrName>
                                        </p:attrNameLst>
                                      </p:cBhvr>
                                      <p:to>
                                        <p:strVal val="visible"/>
                                      </p:to>
                                    </p:set>
                                    <p:animEffect transition="in" filter="fade">
                                      <p:cBhvr>
                                        <p:cTn id="38" dur="1000"/>
                                        <p:tgtEl>
                                          <p:spTgt spid="4">
                                            <p:txEl>
                                              <p:pRg st="5" end="5"/>
                                            </p:txEl>
                                          </p:spTgt>
                                        </p:tgtEl>
                                      </p:cBhvr>
                                    </p:animEffect>
                                    <p:anim calcmode="lin" valueType="num">
                                      <p:cBhvr>
                                        <p:cTn id="39" dur="1000" fill="hold"/>
                                        <p:tgtEl>
                                          <p:spTgt spid="4">
                                            <p:txEl>
                                              <p:pRg st="5" end="5"/>
                                            </p:txEl>
                                          </p:spTgt>
                                        </p:tgtEl>
                                        <p:attrNameLst>
                                          <p:attrName>ppt_x</p:attrName>
                                        </p:attrNameLst>
                                      </p:cBhvr>
                                      <p:tavLst>
                                        <p:tav tm="0">
                                          <p:val>
                                            <p:strVal val="#ppt_x"/>
                                          </p:val>
                                        </p:tav>
                                        <p:tav tm="100000">
                                          <p:val>
                                            <p:strVal val="#ppt_x"/>
                                          </p:val>
                                        </p:tav>
                                      </p:tavLst>
                                    </p:anim>
                                    <p:anim calcmode="lin" valueType="num">
                                      <p:cBhvr>
                                        <p:cTn id="40" dur="1000" fill="hold"/>
                                        <p:tgtEl>
                                          <p:spTgt spid="4">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bldLvl="2"/>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983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984563" y="588976"/>
            <a:ext cx="517487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4.6.3  </a:t>
            </a:r>
            <a:r>
              <a:rPr lang="zh-CN" altLang="en-US" sz="2400" b="1" dirty="0">
                <a:solidFill>
                  <a:schemeClr val="bg1"/>
                </a:solidFill>
                <a:latin typeface="微软雅黑" pitchFamily="34" charset="-122"/>
                <a:ea typeface="微软雅黑" pitchFamily="34" charset="-122"/>
              </a:rPr>
              <a:t>开放最短路径优先协议 </a:t>
            </a:r>
            <a:r>
              <a:rPr lang="en-US" altLang="zh-CN" sz="2400" b="1" dirty="0">
                <a:solidFill>
                  <a:schemeClr val="bg1"/>
                </a:solidFill>
                <a:latin typeface="微软雅黑" pitchFamily="34" charset="-122"/>
                <a:ea typeface="微软雅黑" pitchFamily="34" charset="-122"/>
              </a:rPr>
              <a:t>OSPF</a:t>
            </a:r>
            <a:endParaRPr lang="zh-CN" altLang="en-US" sz="2400" b="1" dirty="0">
              <a:solidFill>
                <a:schemeClr val="bg1"/>
              </a:solidFill>
              <a:latin typeface="微软雅黑" pitchFamily="34" charset="-122"/>
              <a:ea typeface="微软雅黑" pitchFamily="34" charset="-122"/>
            </a:endParaRPr>
          </a:p>
        </p:txBody>
      </p:sp>
      <p:sp>
        <p:nvSpPr>
          <p:cNvPr id="4" name="矩形 3">
            <a:extLst>
              <a:ext uri="{FF2B5EF4-FFF2-40B4-BE49-F238E27FC236}">
                <a16:creationId xmlns:a16="http://schemas.microsoft.com/office/drawing/2014/main" id="{DF23E9F1-73A6-47D5-6BA0-11DA432619DB}"/>
              </a:ext>
            </a:extLst>
          </p:cNvPr>
          <p:cNvSpPr/>
          <p:nvPr/>
        </p:nvSpPr>
        <p:spPr>
          <a:xfrm>
            <a:off x="3737696" y="1258813"/>
            <a:ext cx="2540000" cy="424873"/>
          </a:xfrm>
          <a:prstGeom prst="rect">
            <a:avLst/>
          </a:prstGeom>
          <a:solidFill>
            <a:srgbClr val="009900"/>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互联网路由协议</a:t>
            </a:r>
          </a:p>
        </p:txBody>
      </p:sp>
      <p:sp>
        <p:nvSpPr>
          <p:cNvPr id="20" name="矩形 19">
            <a:extLst>
              <a:ext uri="{FF2B5EF4-FFF2-40B4-BE49-F238E27FC236}">
                <a16:creationId xmlns:a16="http://schemas.microsoft.com/office/drawing/2014/main" id="{809A3224-D43D-6B8C-81DF-3415704D118C}"/>
              </a:ext>
            </a:extLst>
          </p:cNvPr>
          <p:cNvSpPr/>
          <p:nvPr/>
        </p:nvSpPr>
        <p:spPr>
          <a:xfrm>
            <a:off x="2485204" y="2128692"/>
            <a:ext cx="1802444" cy="424873"/>
          </a:xfrm>
          <a:prstGeom prst="rect">
            <a:avLst/>
          </a:prstGeom>
          <a:solidFill>
            <a:srgbClr val="0099CC"/>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内部网关协议</a:t>
            </a:r>
          </a:p>
        </p:txBody>
      </p:sp>
      <p:sp>
        <p:nvSpPr>
          <p:cNvPr id="21" name="矩形 20">
            <a:extLst>
              <a:ext uri="{FF2B5EF4-FFF2-40B4-BE49-F238E27FC236}">
                <a16:creationId xmlns:a16="http://schemas.microsoft.com/office/drawing/2014/main" id="{6646AF5F-7AB1-BCCD-EFAC-6F0999F2358F}"/>
              </a:ext>
            </a:extLst>
          </p:cNvPr>
          <p:cNvSpPr/>
          <p:nvPr/>
        </p:nvSpPr>
        <p:spPr>
          <a:xfrm>
            <a:off x="5898807" y="2128693"/>
            <a:ext cx="1802444" cy="424873"/>
          </a:xfrm>
          <a:prstGeom prst="rect">
            <a:avLst/>
          </a:prstGeom>
          <a:solidFill>
            <a:srgbClr val="0099CC"/>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外部网关协议</a:t>
            </a:r>
          </a:p>
        </p:txBody>
      </p:sp>
      <p:sp>
        <p:nvSpPr>
          <p:cNvPr id="22" name="矩形 21">
            <a:extLst>
              <a:ext uri="{FF2B5EF4-FFF2-40B4-BE49-F238E27FC236}">
                <a16:creationId xmlns:a16="http://schemas.microsoft.com/office/drawing/2014/main" id="{132281D0-6F16-8ABF-1486-F7815C6D43E3}"/>
              </a:ext>
            </a:extLst>
          </p:cNvPr>
          <p:cNvSpPr/>
          <p:nvPr/>
        </p:nvSpPr>
        <p:spPr>
          <a:xfrm>
            <a:off x="1442748" y="2998570"/>
            <a:ext cx="1802444" cy="670653"/>
          </a:xfrm>
          <a:prstGeom prst="rect">
            <a:avLst/>
          </a:prstGeom>
          <a:solidFill>
            <a:srgbClr val="CC6600"/>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距离向量</a:t>
            </a:r>
            <a:endParaRPr lang="en-US" altLang="zh-CN" b="1" dirty="0">
              <a:latin typeface="微软雅黑" panose="020B0503020204020204" pitchFamily="34" charset="-122"/>
              <a:ea typeface="微软雅黑" panose="020B0503020204020204" pitchFamily="34" charset="-122"/>
            </a:endParaRPr>
          </a:p>
          <a:p>
            <a:pPr algn="ctr"/>
            <a:r>
              <a:rPr lang="en-US" altLang="zh-CN" sz="1400" b="1" dirty="0">
                <a:latin typeface="微软雅黑" panose="020B0503020204020204" pitchFamily="34" charset="-122"/>
                <a:ea typeface="微软雅黑" panose="020B0503020204020204" pitchFamily="34" charset="-122"/>
              </a:rPr>
              <a:t>(Distance Vector)</a:t>
            </a:r>
            <a:endParaRPr lang="zh-CN" altLang="en-US" sz="1400" b="1" dirty="0">
              <a:latin typeface="微软雅黑" panose="020B0503020204020204" pitchFamily="34" charset="-122"/>
              <a:ea typeface="微软雅黑" panose="020B0503020204020204" pitchFamily="34" charset="-122"/>
            </a:endParaRPr>
          </a:p>
        </p:txBody>
      </p:sp>
      <p:sp>
        <p:nvSpPr>
          <p:cNvPr id="23" name="矩形 22">
            <a:extLst>
              <a:ext uri="{FF2B5EF4-FFF2-40B4-BE49-F238E27FC236}">
                <a16:creationId xmlns:a16="http://schemas.microsoft.com/office/drawing/2014/main" id="{1B2E213B-47D6-E2D5-5E24-42EC7F977C0C}"/>
              </a:ext>
            </a:extLst>
          </p:cNvPr>
          <p:cNvSpPr/>
          <p:nvPr/>
        </p:nvSpPr>
        <p:spPr>
          <a:xfrm>
            <a:off x="3549331" y="2998571"/>
            <a:ext cx="1802444" cy="670653"/>
          </a:xfrm>
          <a:prstGeom prst="rect">
            <a:avLst/>
          </a:prstGeom>
          <a:solidFill>
            <a:srgbClr val="CC6600"/>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a:solidFill>
                  <a:srgbClr val="FFFF00"/>
                </a:solidFill>
                <a:latin typeface="微软雅黑" panose="020B0503020204020204" pitchFamily="34" charset="-122"/>
                <a:ea typeface="微软雅黑" panose="020B0503020204020204" pitchFamily="34" charset="-122"/>
              </a:rPr>
              <a:t>链路状态</a:t>
            </a:r>
            <a:endParaRPr lang="en-US" altLang="zh-CN" b="1" dirty="0">
              <a:solidFill>
                <a:srgbClr val="FFFF00"/>
              </a:solidFill>
              <a:latin typeface="微软雅黑" panose="020B0503020204020204" pitchFamily="34" charset="-122"/>
              <a:ea typeface="微软雅黑" panose="020B0503020204020204" pitchFamily="34" charset="-122"/>
            </a:endParaRPr>
          </a:p>
          <a:p>
            <a:pPr algn="ctr"/>
            <a:r>
              <a:rPr lang="en-US" altLang="zh-CN" b="1" dirty="0">
                <a:solidFill>
                  <a:srgbClr val="FFFF00"/>
                </a:solidFill>
                <a:latin typeface="微软雅黑" panose="020B0503020204020204" pitchFamily="34" charset="-122"/>
                <a:ea typeface="微软雅黑" panose="020B0503020204020204" pitchFamily="34" charset="-122"/>
              </a:rPr>
              <a:t>(Link State)</a:t>
            </a:r>
            <a:endParaRPr lang="zh-CN" altLang="en-US" b="1" dirty="0">
              <a:solidFill>
                <a:srgbClr val="FFFF00"/>
              </a:solidFill>
              <a:latin typeface="微软雅黑" panose="020B0503020204020204" pitchFamily="34" charset="-122"/>
              <a:ea typeface="微软雅黑" panose="020B0503020204020204" pitchFamily="34" charset="-122"/>
            </a:endParaRPr>
          </a:p>
        </p:txBody>
      </p:sp>
      <p:sp>
        <p:nvSpPr>
          <p:cNvPr id="24" name="矩形 23">
            <a:extLst>
              <a:ext uri="{FF2B5EF4-FFF2-40B4-BE49-F238E27FC236}">
                <a16:creationId xmlns:a16="http://schemas.microsoft.com/office/drawing/2014/main" id="{67118249-07BE-4B1F-4E0F-F3D829ECC565}"/>
              </a:ext>
            </a:extLst>
          </p:cNvPr>
          <p:cNvSpPr/>
          <p:nvPr/>
        </p:nvSpPr>
        <p:spPr>
          <a:xfrm>
            <a:off x="5898808" y="2998571"/>
            <a:ext cx="1802443" cy="671608"/>
          </a:xfrm>
          <a:prstGeom prst="rect">
            <a:avLst/>
          </a:prstGeom>
          <a:solidFill>
            <a:srgbClr val="CC6600"/>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路径向量</a:t>
            </a:r>
            <a:endParaRPr lang="en-US" altLang="zh-CN" b="1" dirty="0">
              <a:latin typeface="微软雅黑" panose="020B0503020204020204" pitchFamily="34" charset="-122"/>
              <a:ea typeface="微软雅黑" panose="020B0503020204020204" pitchFamily="34" charset="-122"/>
            </a:endParaRPr>
          </a:p>
          <a:p>
            <a:pPr algn="ctr"/>
            <a:r>
              <a:rPr lang="en-US" altLang="zh-CN" b="1" dirty="0">
                <a:latin typeface="微软雅黑" panose="020B0503020204020204" pitchFamily="34" charset="-122"/>
                <a:ea typeface="微软雅黑" panose="020B0503020204020204" pitchFamily="34" charset="-122"/>
              </a:rPr>
              <a:t>(path vector)</a:t>
            </a:r>
            <a:endParaRPr lang="zh-CN" altLang="en-US" b="1" dirty="0">
              <a:latin typeface="微软雅黑" panose="020B0503020204020204" pitchFamily="34" charset="-122"/>
              <a:ea typeface="微软雅黑" panose="020B0503020204020204" pitchFamily="34" charset="-122"/>
            </a:endParaRPr>
          </a:p>
        </p:txBody>
      </p:sp>
      <p:cxnSp>
        <p:nvCxnSpPr>
          <p:cNvPr id="25" name="直接连接符 24">
            <a:extLst>
              <a:ext uri="{FF2B5EF4-FFF2-40B4-BE49-F238E27FC236}">
                <a16:creationId xmlns:a16="http://schemas.microsoft.com/office/drawing/2014/main" id="{105AB395-D7BE-A5F3-9475-B1C8648B51CE}"/>
              </a:ext>
            </a:extLst>
          </p:cNvPr>
          <p:cNvCxnSpPr>
            <a:endCxn id="20" idx="0"/>
          </p:cNvCxnSpPr>
          <p:nvPr/>
        </p:nvCxnSpPr>
        <p:spPr>
          <a:xfrm flipH="1">
            <a:off x="3386426" y="1683686"/>
            <a:ext cx="1009650"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CE6A9F08-74CE-E8E5-12F9-B8E6F6C1304B}"/>
              </a:ext>
            </a:extLst>
          </p:cNvPr>
          <p:cNvCxnSpPr>
            <a:endCxn id="21" idx="0"/>
          </p:cNvCxnSpPr>
          <p:nvPr/>
        </p:nvCxnSpPr>
        <p:spPr>
          <a:xfrm>
            <a:off x="5790379" y="1683686"/>
            <a:ext cx="1009650" cy="4450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E62FDA08-7F12-0127-9114-7A9923850F4D}"/>
              </a:ext>
            </a:extLst>
          </p:cNvPr>
          <p:cNvCxnSpPr>
            <a:cxnSpLocks/>
            <a:stCxn id="20" idx="2"/>
            <a:endCxn id="22" idx="0"/>
          </p:cNvCxnSpPr>
          <p:nvPr/>
        </p:nvCxnSpPr>
        <p:spPr>
          <a:xfrm flipH="1">
            <a:off x="2343970" y="2553565"/>
            <a:ext cx="1042456"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6B81D19C-970C-1B10-D2D6-8162FEDF4D5C}"/>
              </a:ext>
            </a:extLst>
          </p:cNvPr>
          <p:cNvCxnSpPr>
            <a:stCxn id="20" idx="2"/>
            <a:endCxn id="23" idx="0"/>
          </p:cNvCxnSpPr>
          <p:nvPr/>
        </p:nvCxnSpPr>
        <p:spPr>
          <a:xfrm>
            <a:off x="3386426" y="2553565"/>
            <a:ext cx="1064127"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BD288402-57D7-8670-4CD0-150BFAA9D1AA}"/>
              </a:ext>
            </a:extLst>
          </p:cNvPr>
          <p:cNvCxnSpPr>
            <a:stCxn id="21" idx="2"/>
            <a:endCxn id="24" idx="0"/>
          </p:cNvCxnSpPr>
          <p:nvPr/>
        </p:nvCxnSpPr>
        <p:spPr>
          <a:xfrm>
            <a:off x="6800029" y="2553566"/>
            <a:ext cx="1"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矩形 29">
            <a:extLst>
              <a:ext uri="{FF2B5EF4-FFF2-40B4-BE49-F238E27FC236}">
                <a16:creationId xmlns:a16="http://schemas.microsoft.com/office/drawing/2014/main" id="{13ACF6C2-E70E-0637-6861-F3F9CA16D8E8}"/>
              </a:ext>
            </a:extLst>
          </p:cNvPr>
          <p:cNvSpPr/>
          <p:nvPr/>
        </p:nvSpPr>
        <p:spPr>
          <a:xfrm>
            <a:off x="2056070" y="3668395"/>
            <a:ext cx="619080" cy="400110"/>
          </a:xfrm>
          <a:prstGeom prst="rect">
            <a:avLst/>
          </a:prstGeom>
        </p:spPr>
        <p:txBody>
          <a:bodyPr wrap="none">
            <a:spAutoFit/>
          </a:bodyPr>
          <a:lstStyle/>
          <a:p>
            <a:r>
              <a:rPr lang="en-US" altLang="zh-CN" sz="2000" b="1" dirty="0">
                <a:latin typeface="微软雅黑" pitchFamily="34" charset="-122"/>
                <a:ea typeface="微软雅黑" pitchFamily="34" charset="-122"/>
              </a:rPr>
              <a:t>RIP</a:t>
            </a:r>
            <a:endParaRPr lang="zh-CN" altLang="en-US" sz="2000" b="1" dirty="0">
              <a:latin typeface="微软雅黑" pitchFamily="34" charset="-122"/>
              <a:ea typeface="微软雅黑" pitchFamily="34" charset="-122"/>
            </a:endParaRPr>
          </a:p>
        </p:txBody>
      </p:sp>
      <p:sp>
        <p:nvSpPr>
          <p:cNvPr id="31" name="矩形 30">
            <a:extLst>
              <a:ext uri="{FF2B5EF4-FFF2-40B4-BE49-F238E27FC236}">
                <a16:creationId xmlns:a16="http://schemas.microsoft.com/office/drawing/2014/main" id="{284EF098-9B58-2CFD-0906-2994B4DFDB1B}"/>
              </a:ext>
            </a:extLst>
          </p:cNvPr>
          <p:cNvSpPr/>
          <p:nvPr/>
        </p:nvSpPr>
        <p:spPr>
          <a:xfrm>
            <a:off x="4020787" y="3668395"/>
            <a:ext cx="859531" cy="400110"/>
          </a:xfrm>
          <a:prstGeom prst="rect">
            <a:avLst/>
          </a:prstGeom>
        </p:spPr>
        <p:txBody>
          <a:bodyPr wrap="none">
            <a:spAutoFit/>
          </a:bodyPr>
          <a:lstStyle/>
          <a:p>
            <a:r>
              <a:rPr lang="en-US" altLang="zh-CN" sz="2000" b="1" dirty="0">
                <a:solidFill>
                  <a:srgbClr val="0000FF"/>
                </a:solidFill>
                <a:latin typeface="微软雅黑" pitchFamily="34" charset="-122"/>
                <a:ea typeface="微软雅黑" pitchFamily="34" charset="-122"/>
              </a:rPr>
              <a:t>OSPF</a:t>
            </a:r>
            <a:endParaRPr lang="zh-CN" altLang="en-US" sz="2000" b="1" dirty="0">
              <a:solidFill>
                <a:srgbClr val="0000FF"/>
              </a:solidFill>
              <a:latin typeface="微软雅黑" pitchFamily="34" charset="-122"/>
              <a:ea typeface="微软雅黑" pitchFamily="34" charset="-122"/>
            </a:endParaRPr>
          </a:p>
        </p:txBody>
      </p:sp>
      <p:sp>
        <p:nvSpPr>
          <p:cNvPr id="32" name="矩形 31">
            <a:extLst>
              <a:ext uri="{FF2B5EF4-FFF2-40B4-BE49-F238E27FC236}">
                <a16:creationId xmlns:a16="http://schemas.microsoft.com/office/drawing/2014/main" id="{39C2BC2E-6D0C-DAAD-CEFA-185A17469887}"/>
              </a:ext>
            </a:extLst>
          </p:cNvPr>
          <p:cNvSpPr/>
          <p:nvPr/>
        </p:nvSpPr>
        <p:spPr>
          <a:xfrm>
            <a:off x="6302937" y="3668395"/>
            <a:ext cx="994183" cy="400110"/>
          </a:xfrm>
          <a:prstGeom prst="rect">
            <a:avLst/>
          </a:prstGeom>
        </p:spPr>
        <p:txBody>
          <a:bodyPr wrap="none">
            <a:spAutoFit/>
          </a:bodyPr>
          <a:lstStyle/>
          <a:p>
            <a:r>
              <a:rPr lang="en-US" altLang="zh-CN" sz="2000" b="1" dirty="0">
                <a:latin typeface="微软雅黑" pitchFamily="34" charset="-122"/>
                <a:ea typeface="微软雅黑" pitchFamily="34" charset="-122"/>
              </a:rPr>
              <a:t>BGP-4</a:t>
            </a:r>
            <a:endParaRPr lang="zh-CN" altLang="en-US" sz="2000" dirty="0"/>
          </a:p>
        </p:txBody>
      </p:sp>
    </p:spTree>
    <p:extLst>
      <p:ext uri="{BB962C8B-B14F-4D97-AF65-F5344CB8AC3E}">
        <p14:creationId xmlns:p14="http://schemas.microsoft.com/office/powerpoint/2010/main" val="41608671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3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p:cNvSpPr>
            <a:spLocks noChangeArrowheads="1"/>
          </p:cNvSpPr>
          <p:nvPr/>
        </p:nvSpPr>
        <p:spPr bwMode="auto">
          <a:xfrm>
            <a:off x="545144" y="1027610"/>
            <a:ext cx="8053712" cy="3433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开放最短路径优先 </a:t>
            </a:r>
            <a:r>
              <a:rPr lang="en-US" altLang="zh-CN" sz="2000" b="1" dirty="0">
                <a:latin typeface="微软雅黑" pitchFamily="34" charset="-122"/>
                <a:ea typeface="微软雅黑" pitchFamily="34" charset="-122"/>
              </a:rPr>
              <a:t>OSPF (Open Shortest Path First)</a:t>
            </a:r>
          </a:p>
          <a:p>
            <a:pPr marL="742950" lvl="1"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“开放”表明协议是公开的</a:t>
            </a:r>
            <a:endParaRPr lang="en-US" altLang="zh-CN" sz="2000" b="1" dirty="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“最短路径优先”是指使用了</a:t>
            </a:r>
            <a:r>
              <a:rPr lang="en-US" altLang="zh-CN" sz="2000" b="1" dirty="0">
                <a:solidFill>
                  <a:srgbClr val="C00000"/>
                </a:solidFill>
                <a:latin typeface="微软雅黑" pitchFamily="34" charset="-122"/>
                <a:ea typeface="微软雅黑" pitchFamily="34" charset="-122"/>
              </a:rPr>
              <a:t>Dijkstra</a:t>
            </a:r>
            <a:r>
              <a:rPr lang="zh-CN" altLang="en-US" sz="2000" b="1" dirty="0">
                <a:latin typeface="微软雅黑" pitchFamily="34" charset="-122"/>
                <a:ea typeface="微软雅黑" pitchFamily="34" charset="-122"/>
              </a:rPr>
              <a:t>最短路径优先算法</a:t>
            </a:r>
            <a:r>
              <a:rPr lang="en-US" altLang="zh-CN" sz="2000" b="1" dirty="0">
                <a:latin typeface="微软雅黑" pitchFamily="34" charset="-122"/>
                <a:ea typeface="微软雅黑" pitchFamily="34" charset="-122"/>
              </a:rPr>
              <a:t>SPF</a:t>
            </a:r>
            <a:endParaRPr lang="zh-CN" altLang="en-US"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是一种链路状态</a:t>
            </a:r>
            <a:r>
              <a:rPr lang="en-US" altLang="zh-CN" sz="2000" b="1" dirty="0">
                <a:latin typeface="微软雅黑" pitchFamily="34" charset="-122"/>
                <a:ea typeface="微软雅黑" pitchFamily="34" charset="-122"/>
              </a:rPr>
              <a:t>(</a:t>
            </a:r>
            <a:r>
              <a:rPr lang="en-US" altLang="zh-CN" sz="2000" b="1" dirty="0">
                <a:solidFill>
                  <a:srgbClr val="C00000"/>
                </a:solidFill>
                <a:latin typeface="微软雅黑" pitchFamily="34" charset="-122"/>
                <a:ea typeface="微软雅黑" pitchFamily="34" charset="-122"/>
              </a:rPr>
              <a:t>link-state</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路由选择协议 </a:t>
            </a:r>
            <a:endParaRPr lang="en-US" altLang="zh-CN" sz="2000" b="1" dirty="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每台路由器设法知道与其相邻路由器的链路状态信息</a:t>
            </a:r>
            <a:endParaRPr lang="en-US" altLang="zh-CN" sz="2000" b="1" dirty="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将此信息扩散到整个自治系统的所有路由器</a:t>
            </a:r>
            <a:endParaRPr lang="en-US" altLang="zh-CN" sz="2000" b="1" dirty="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每台路由器据此构建出全网拓扑图，利用</a:t>
            </a:r>
            <a:r>
              <a:rPr lang="en-US" altLang="zh-CN" sz="2000" b="1" dirty="0">
                <a:latin typeface="微软雅黑" pitchFamily="34" charset="-122"/>
                <a:ea typeface="微软雅黑" pitchFamily="34" charset="-122"/>
              </a:rPr>
              <a:t>SPF</a:t>
            </a:r>
            <a:r>
              <a:rPr lang="zh-CN" altLang="en-US" sz="2000" b="1" dirty="0">
                <a:latin typeface="微软雅黑" pitchFamily="34" charset="-122"/>
                <a:ea typeface="微软雅黑" pitchFamily="34" charset="-122"/>
              </a:rPr>
              <a:t>算法计算从自身到所有目的地的最优路由路径和最优路由表</a:t>
            </a:r>
            <a:endParaRPr lang="en-US" altLang="zh-CN" sz="2000" b="1" dirty="0">
              <a:solidFill>
                <a:srgbClr val="0000FF"/>
              </a:solidFill>
              <a:latin typeface="微软雅黑" pitchFamily="34" charset="-122"/>
              <a:ea typeface="微软雅黑" pitchFamily="34" charset="-122"/>
            </a:endParaRPr>
          </a:p>
        </p:txBody>
      </p:sp>
      <p:sp>
        <p:nvSpPr>
          <p:cNvPr id="5" name="AutoShape 5">
            <a:extLst>
              <a:ext uri="{FF2B5EF4-FFF2-40B4-BE49-F238E27FC236}">
                <a16:creationId xmlns:a16="http://schemas.microsoft.com/office/drawing/2014/main" id="{2966311F-E6FE-AC72-BAF5-E243207EC78D}"/>
              </a:ext>
            </a:extLst>
          </p:cNvPr>
          <p:cNvSpPr>
            <a:spLocks noChangeArrowheads="1"/>
          </p:cNvSpPr>
          <p:nvPr/>
        </p:nvSpPr>
        <p:spPr bwMode="auto">
          <a:xfrm>
            <a:off x="545144" y="62179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C453FBF8-D183-EC6A-CF22-079F41FB1EE3}"/>
              </a:ext>
            </a:extLst>
          </p:cNvPr>
          <p:cNvSpPr>
            <a:spLocks noChangeArrowheads="1"/>
          </p:cNvSpPr>
          <p:nvPr/>
        </p:nvSpPr>
        <p:spPr bwMode="auto">
          <a:xfrm>
            <a:off x="1941968" y="58858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协议</a:t>
            </a:r>
            <a:r>
              <a:rPr lang="en-US" altLang="zh-CN" sz="2000" b="1" dirty="0">
                <a:solidFill>
                  <a:schemeClr val="bg1"/>
                </a:solidFill>
                <a:latin typeface="微软雅黑" pitchFamily="34" charset="-122"/>
                <a:ea typeface="微软雅黑" pitchFamily="34" charset="-122"/>
              </a:rPr>
              <a:t>OSPF</a:t>
            </a:r>
            <a:r>
              <a:rPr lang="zh-CN" altLang="en-US" sz="2000" b="1" dirty="0">
                <a:solidFill>
                  <a:schemeClr val="bg1"/>
                </a:solidFill>
                <a:latin typeface="微软雅黑" pitchFamily="34" charset="-122"/>
                <a:ea typeface="微软雅黑" pitchFamily="34" charset="-122"/>
              </a:rPr>
              <a:t>的基本特点</a:t>
            </a:r>
          </a:p>
        </p:txBody>
      </p:sp>
    </p:spTree>
    <p:extLst>
      <p:ext uri="{BB962C8B-B14F-4D97-AF65-F5344CB8AC3E}">
        <p14:creationId xmlns:p14="http://schemas.microsoft.com/office/powerpoint/2010/main" val="36184603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4">
                                            <p:txEl>
                                              <p:pRg st="4" end="4"/>
                                            </p:txEl>
                                          </p:spTgt>
                                        </p:tgtEl>
                                        <p:attrNameLst>
                                          <p:attrName>style.visibility</p:attrName>
                                        </p:attrNameLst>
                                      </p:cBhvr>
                                      <p:to>
                                        <p:strVal val="visible"/>
                                      </p:to>
                                    </p:set>
                                    <p:animEffect transition="in" filter="fade">
                                      <p:cBhvr>
                                        <p:cTn id="35" dur="1000"/>
                                        <p:tgtEl>
                                          <p:spTgt spid="4">
                                            <p:txEl>
                                              <p:pRg st="4" end="4"/>
                                            </p:txEl>
                                          </p:spTgt>
                                        </p:tgtEl>
                                      </p:cBhvr>
                                    </p:animEffect>
                                    <p:anim calcmode="lin" valueType="num">
                                      <p:cBhvr>
                                        <p:cTn id="36"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4">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4">
                                            <p:txEl>
                                              <p:pRg st="5" end="5"/>
                                            </p:txEl>
                                          </p:spTgt>
                                        </p:tgtEl>
                                        <p:attrNameLst>
                                          <p:attrName>style.visibility</p:attrName>
                                        </p:attrNameLst>
                                      </p:cBhvr>
                                      <p:to>
                                        <p:strVal val="visible"/>
                                      </p:to>
                                    </p:set>
                                    <p:animEffect transition="in" filter="fade">
                                      <p:cBhvr>
                                        <p:cTn id="42" dur="1000"/>
                                        <p:tgtEl>
                                          <p:spTgt spid="4">
                                            <p:txEl>
                                              <p:pRg st="5" end="5"/>
                                            </p:txEl>
                                          </p:spTgt>
                                        </p:tgtEl>
                                      </p:cBhvr>
                                    </p:animEffect>
                                    <p:anim calcmode="lin" valueType="num">
                                      <p:cBhvr>
                                        <p:cTn id="43" dur="1000" fill="hold"/>
                                        <p:tgtEl>
                                          <p:spTgt spid="4">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4">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4">
                                            <p:txEl>
                                              <p:pRg st="6" end="6"/>
                                            </p:txEl>
                                          </p:spTgt>
                                        </p:tgtEl>
                                        <p:attrNameLst>
                                          <p:attrName>style.visibility</p:attrName>
                                        </p:attrNameLst>
                                      </p:cBhvr>
                                      <p:to>
                                        <p:strVal val="visible"/>
                                      </p:to>
                                    </p:set>
                                    <p:animEffect transition="in" filter="fade">
                                      <p:cBhvr>
                                        <p:cTn id="49" dur="1000"/>
                                        <p:tgtEl>
                                          <p:spTgt spid="4">
                                            <p:txEl>
                                              <p:pRg st="6" end="6"/>
                                            </p:txEl>
                                          </p:spTgt>
                                        </p:tgtEl>
                                      </p:cBhvr>
                                    </p:animEffect>
                                    <p:anim calcmode="lin" valueType="num">
                                      <p:cBhvr>
                                        <p:cTn id="50" dur="1000" fill="hold"/>
                                        <p:tgtEl>
                                          <p:spTgt spid="4">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4">
                                            <p:txEl>
                                              <p:pRg st="6" end="6"/>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bldLvl="2"/>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1248"/>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2480"/>
            <a:ext cx="5732723" cy="400110"/>
          </a:xfrm>
          <a:prstGeom prst="rect">
            <a:avLst/>
          </a:prstGeom>
        </p:spPr>
        <p:txBody>
          <a:bodyPr wrap="none">
            <a:spAutoFit/>
          </a:bodyPr>
          <a:lstStyle/>
          <a:p>
            <a:r>
              <a:rPr lang="zh-CN" altLang="en-US" sz="2000" b="1" dirty="0">
                <a:latin typeface="微软雅黑" pitchFamily="34" charset="-122"/>
                <a:ea typeface="微软雅黑" pitchFamily="34" charset="-122"/>
              </a:rPr>
              <a:t>链路状态通告</a:t>
            </a:r>
            <a:r>
              <a:rPr lang="en-US" altLang="zh-CN" sz="2000" b="1" dirty="0">
                <a:latin typeface="微软雅黑" pitchFamily="34" charset="-122"/>
                <a:ea typeface="微软雅黑" pitchFamily="34" charset="-122"/>
              </a:rPr>
              <a:t>LSA (Link State Advertisement)</a:t>
            </a:r>
            <a:endParaRPr lang="zh-CN" altLang="en-US" sz="2000" b="1" dirty="0">
              <a:latin typeface="微软雅黑" pitchFamily="34" charset="-122"/>
              <a:ea typeface="微软雅黑" pitchFamily="34" charset="-122"/>
            </a:endParaRPr>
          </a:p>
        </p:txBody>
      </p:sp>
      <p:sp>
        <p:nvSpPr>
          <p:cNvPr id="4" name="矩形 3"/>
          <p:cNvSpPr/>
          <p:nvPr/>
        </p:nvSpPr>
        <p:spPr>
          <a:xfrm>
            <a:off x="545144" y="938876"/>
            <a:ext cx="8028487" cy="3744102"/>
          </a:xfrm>
          <a:prstGeom prst="rect">
            <a:avLst/>
          </a:prstGeom>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“链路状态”是指与路由器直接相连的网络或链路的信息。</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“通告”表明这种链路状态是要通告其他路由器的。</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不同类型的</a:t>
            </a:r>
            <a:r>
              <a:rPr lang="en-US" altLang="zh-CN" sz="2000" b="1" dirty="0">
                <a:latin typeface="微软雅黑" pitchFamily="34" charset="-122"/>
                <a:ea typeface="微软雅黑" pitchFamily="34" charset="-122"/>
              </a:rPr>
              <a:t>LSA</a:t>
            </a:r>
            <a:r>
              <a:rPr lang="zh-CN" altLang="en-US" sz="2000" b="1" dirty="0">
                <a:latin typeface="微软雅黑" pitchFamily="34" charset="-122"/>
                <a:ea typeface="微软雅黑" pitchFamily="34" charset="-122"/>
              </a:rPr>
              <a:t>来描述不同类型的链路信息，例如：</a:t>
            </a:r>
            <a:endParaRPr lang="en-US" altLang="zh-CN" sz="2000" b="1" dirty="0">
              <a:latin typeface="微软雅黑" pitchFamily="34" charset="-122"/>
              <a:ea typeface="微软雅黑" pitchFamily="34" charset="-122"/>
            </a:endParaRPr>
          </a:p>
          <a:p>
            <a:pPr marL="534988" lvl="1" indent="-279400">
              <a:lnSpc>
                <a:spcPts val="3200"/>
              </a:lnSpc>
              <a:buClr>
                <a:srgbClr val="7030A0"/>
              </a:buClr>
              <a:buSzPct val="75000"/>
              <a:buFont typeface="Wingdings" pitchFamily="2" charset="2"/>
              <a:buChar char="u"/>
            </a:pPr>
            <a:r>
              <a:rPr lang="zh-CN" altLang="en-US" sz="2000" b="1" dirty="0">
                <a:solidFill>
                  <a:srgbClr val="0000FF"/>
                </a:solidFill>
                <a:latin typeface="微软雅黑" pitchFamily="34" charset="-122"/>
                <a:ea typeface="微软雅黑" pitchFamily="34" charset="-122"/>
              </a:rPr>
              <a:t>路由器接口信息</a:t>
            </a:r>
            <a:r>
              <a:rPr lang="zh-CN" altLang="en-US" sz="2000" b="1" dirty="0">
                <a:latin typeface="微软雅黑" pitchFamily="34" charset="-122"/>
                <a:ea typeface="微软雅黑" pitchFamily="34" charset="-122"/>
              </a:rPr>
              <a:t>（如</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a:t>
            </a:r>
            <a:endParaRPr lang="en-US" altLang="zh-CN" sz="2000" b="1" dirty="0">
              <a:latin typeface="微软雅黑" pitchFamily="34" charset="-122"/>
              <a:ea typeface="微软雅黑" pitchFamily="34" charset="-122"/>
            </a:endParaRPr>
          </a:p>
          <a:p>
            <a:pPr marL="534988" lvl="1" indent="-279400">
              <a:lnSpc>
                <a:spcPts val="3200"/>
              </a:lnSpc>
              <a:buClr>
                <a:srgbClr val="7030A0"/>
              </a:buClr>
              <a:buSzPct val="75000"/>
              <a:buFont typeface="Wingdings" pitchFamily="2" charset="2"/>
              <a:buChar char="u"/>
            </a:pPr>
            <a:r>
              <a:rPr lang="zh-CN" altLang="en-US" sz="2000" b="1" dirty="0">
                <a:solidFill>
                  <a:srgbClr val="0000FF"/>
                </a:solidFill>
                <a:latin typeface="微软雅黑" pitchFamily="34" charset="-122"/>
                <a:ea typeface="微软雅黑" pitchFamily="34" charset="-122"/>
              </a:rPr>
              <a:t>邻居信息</a:t>
            </a:r>
            <a:r>
              <a:rPr lang="zh-CN" altLang="en-US" sz="2000" b="1" dirty="0">
                <a:latin typeface="微软雅黑" pitchFamily="34" charset="-122"/>
                <a:ea typeface="微软雅黑" pitchFamily="34" charset="-122"/>
              </a:rPr>
              <a:t>（如直接相连的路由器标识符）</a:t>
            </a:r>
            <a:endParaRPr lang="en-US" altLang="zh-CN" sz="2000" b="1" dirty="0">
              <a:latin typeface="微软雅黑" pitchFamily="34" charset="-122"/>
              <a:ea typeface="微软雅黑" pitchFamily="34" charset="-122"/>
            </a:endParaRPr>
          </a:p>
          <a:p>
            <a:pPr marL="534988" lvl="1" indent="-279400">
              <a:lnSpc>
                <a:spcPts val="3200"/>
              </a:lnSpc>
              <a:buClr>
                <a:srgbClr val="7030A0"/>
              </a:buClr>
              <a:buSzPct val="75000"/>
              <a:buFont typeface="Wingdings" pitchFamily="2" charset="2"/>
              <a:buChar char="u"/>
            </a:pPr>
            <a:r>
              <a:rPr lang="zh-CN" altLang="en-US" sz="2000" b="1" dirty="0">
                <a:solidFill>
                  <a:srgbClr val="0000FF"/>
                </a:solidFill>
                <a:latin typeface="微软雅黑" pitchFamily="34" charset="-122"/>
                <a:ea typeface="微软雅黑" pitchFamily="34" charset="-122"/>
              </a:rPr>
              <a:t>链路信息</a:t>
            </a:r>
            <a:r>
              <a:rPr lang="zh-CN" altLang="en-US" sz="2000" b="1" dirty="0">
                <a:latin typeface="微软雅黑" pitchFamily="34" charset="-122"/>
                <a:ea typeface="微软雅黑" pitchFamily="34" charset="-122"/>
              </a:rPr>
              <a:t>（如链路类型和代价</a:t>
            </a:r>
            <a:r>
              <a:rPr lang="en-US" altLang="zh-CN" sz="2000" b="1" dirty="0">
                <a:latin typeface="微软雅黑" pitchFamily="34" charset="-122"/>
                <a:ea typeface="微软雅黑" pitchFamily="34" charset="-122"/>
              </a:rPr>
              <a:t>(cost)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534988" lvl="1" indent="-279400">
              <a:lnSpc>
                <a:spcPts val="3200"/>
              </a:lnSpc>
              <a:buClr>
                <a:srgbClr val="7030A0"/>
              </a:buClr>
              <a:buSzPct val="75000"/>
              <a:buFont typeface="Wingdings" pitchFamily="2" charset="2"/>
              <a:buChar char="u"/>
            </a:pPr>
            <a:r>
              <a:rPr lang="en-US" altLang="zh-CN" sz="2000" b="1" dirty="0">
                <a:solidFill>
                  <a:srgbClr val="0000FF"/>
                </a:solidFill>
                <a:latin typeface="微软雅黑" pitchFamily="34" charset="-122"/>
                <a:ea typeface="微软雅黑" pitchFamily="34" charset="-122"/>
              </a:rPr>
              <a:t>...</a:t>
            </a:r>
            <a:endParaRPr lang="zh-CN" altLang="en-US" sz="2000" b="1" dirty="0">
              <a:solidFill>
                <a:srgbClr val="0000FF"/>
              </a:solidFill>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代价又称为</a:t>
            </a:r>
            <a:r>
              <a:rPr lang="zh-CN" altLang="en-US" sz="2000" b="1" dirty="0">
                <a:solidFill>
                  <a:srgbClr val="0000FF"/>
                </a:solidFill>
                <a:latin typeface="微软雅黑" pitchFamily="34" charset="-122"/>
                <a:ea typeface="微软雅黑" pitchFamily="34" charset="-122"/>
              </a:rPr>
              <a:t>度量</a:t>
            </a:r>
            <a:r>
              <a:rPr lang="en-US" altLang="zh-CN" sz="2000" b="1" dirty="0">
                <a:latin typeface="微软雅黑" pitchFamily="34" charset="-122"/>
                <a:ea typeface="微软雅黑" pitchFamily="34" charset="-122"/>
              </a:rPr>
              <a:t>(metrics)</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 1 ~ 65535</a:t>
            </a:r>
            <a:r>
              <a:rPr lang="zh-CN" altLang="en-US" sz="2000" b="1" dirty="0">
                <a:latin typeface="微软雅黑" pitchFamily="34" charset="-122"/>
                <a:ea typeface="微软雅黑" pitchFamily="34" charset="-122"/>
              </a:rPr>
              <a:t>，可用来表示距离或带宽等，由网络管理人员设定。 </a:t>
            </a:r>
          </a:p>
        </p:txBody>
      </p:sp>
    </p:spTree>
    <p:extLst>
      <p:ext uri="{BB962C8B-B14F-4D97-AF65-F5344CB8AC3E}">
        <p14:creationId xmlns:p14="http://schemas.microsoft.com/office/powerpoint/2010/main" val="14492843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4">
                                            <p:txEl>
                                              <p:pRg st="4" end="4"/>
                                            </p:txEl>
                                          </p:spTgt>
                                        </p:tgtEl>
                                        <p:attrNameLst>
                                          <p:attrName>style.visibility</p:attrName>
                                        </p:attrNameLst>
                                      </p:cBhvr>
                                      <p:to>
                                        <p:strVal val="visible"/>
                                      </p:to>
                                    </p:set>
                                    <p:animEffect transition="in" filter="fade">
                                      <p:cBhvr>
                                        <p:cTn id="35" dur="1000"/>
                                        <p:tgtEl>
                                          <p:spTgt spid="4">
                                            <p:txEl>
                                              <p:pRg st="4" end="4"/>
                                            </p:txEl>
                                          </p:spTgt>
                                        </p:tgtEl>
                                      </p:cBhvr>
                                    </p:animEffect>
                                    <p:anim calcmode="lin" valueType="num">
                                      <p:cBhvr>
                                        <p:cTn id="36"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4">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4">
                                            <p:txEl>
                                              <p:pRg st="5" end="5"/>
                                            </p:txEl>
                                          </p:spTgt>
                                        </p:tgtEl>
                                        <p:attrNameLst>
                                          <p:attrName>style.visibility</p:attrName>
                                        </p:attrNameLst>
                                      </p:cBhvr>
                                      <p:to>
                                        <p:strVal val="visible"/>
                                      </p:to>
                                    </p:set>
                                    <p:animEffect transition="in" filter="fade">
                                      <p:cBhvr>
                                        <p:cTn id="42" dur="1000"/>
                                        <p:tgtEl>
                                          <p:spTgt spid="4">
                                            <p:txEl>
                                              <p:pRg st="5" end="5"/>
                                            </p:txEl>
                                          </p:spTgt>
                                        </p:tgtEl>
                                      </p:cBhvr>
                                    </p:animEffect>
                                    <p:anim calcmode="lin" valueType="num">
                                      <p:cBhvr>
                                        <p:cTn id="43" dur="1000" fill="hold"/>
                                        <p:tgtEl>
                                          <p:spTgt spid="4">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4">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4">
                                            <p:txEl>
                                              <p:pRg st="6" end="6"/>
                                            </p:txEl>
                                          </p:spTgt>
                                        </p:tgtEl>
                                        <p:attrNameLst>
                                          <p:attrName>style.visibility</p:attrName>
                                        </p:attrNameLst>
                                      </p:cBhvr>
                                      <p:to>
                                        <p:strVal val="visible"/>
                                      </p:to>
                                    </p:set>
                                    <p:animEffect transition="in" filter="fade">
                                      <p:cBhvr>
                                        <p:cTn id="49" dur="1000"/>
                                        <p:tgtEl>
                                          <p:spTgt spid="4">
                                            <p:txEl>
                                              <p:pRg st="6" end="6"/>
                                            </p:txEl>
                                          </p:spTgt>
                                        </p:tgtEl>
                                      </p:cBhvr>
                                    </p:animEffect>
                                    <p:anim calcmode="lin" valueType="num">
                                      <p:cBhvr>
                                        <p:cTn id="50" dur="1000" fill="hold"/>
                                        <p:tgtEl>
                                          <p:spTgt spid="4">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4">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4">
                                            <p:txEl>
                                              <p:pRg st="7" end="7"/>
                                            </p:txEl>
                                          </p:spTgt>
                                        </p:tgtEl>
                                        <p:attrNameLst>
                                          <p:attrName>style.visibility</p:attrName>
                                        </p:attrNameLst>
                                      </p:cBhvr>
                                      <p:to>
                                        <p:strVal val="visible"/>
                                      </p:to>
                                    </p:set>
                                    <p:animEffect transition="in" filter="fade">
                                      <p:cBhvr>
                                        <p:cTn id="56" dur="1000"/>
                                        <p:tgtEl>
                                          <p:spTgt spid="4">
                                            <p:txEl>
                                              <p:pRg st="7" end="7"/>
                                            </p:txEl>
                                          </p:spTgt>
                                        </p:tgtEl>
                                      </p:cBhvr>
                                    </p:animEffect>
                                    <p:anim calcmode="lin" valueType="num">
                                      <p:cBhvr>
                                        <p:cTn id="57" dur="1000" fill="hold"/>
                                        <p:tgtEl>
                                          <p:spTgt spid="4">
                                            <p:txEl>
                                              <p:pRg st="7" end="7"/>
                                            </p:txEl>
                                          </p:spTgt>
                                        </p:tgtEl>
                                        <p:attrNameLst>
                                          <p:attrName>ppt_x</p:attrName>
                                        </p:attrNameLst>
                                      </p:cBhvr>
                                      <p:tavLst>
                                        <p:tav tm="0">
                                          <p:val>
                                            <p:strVal val="#ppt_x"/>
                                          </p:val>
                                        </p:tav>
                                        <p:tav tm="100000">
                                          <p:val>
                                            <p:strVal val="#ppt_x"/>
                                          </p:val>
                                        </p:tav>
                                      </p:tavLst>
                                    </p:anim>
                                    <p:anim calcmode="lin" valueType="num">
                                      <p:cBhvr>
                                        <p:cTn id="58" dur="1000" fill="hold"/>
                                        <p:tgtEl>
                                          <p:spTgt spid="4">
                                            <p:txEl>
                                              <p:pRg st="7" end="7"/>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bldLvl="2"/>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C2757A-E55C-8532-4101-38602840EF57}"/>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FB5C1231-8AF5-C284-754E-7642294849C6}"/>
              </a:ext>
            </a:extLst>
          </p:cNvPr>
          <p:cNvSpPr>
            <a:spLocks noChangeArrowheads="1"/>
          </p:cNvSpPr>
          <p:nvPr/>
        </p:nvSpPr>
        <p:spPr bwMode="auto">
          <a:xfrm>
            <a:off x="545144" y="631248"/>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a:extLst>
              <a:ext uri="{FF2B5EF4-FFF2-40B4-BE49-F238E27FC236}">
                <a16:creationId xmlns:a16="http://schemas.microsoft.com/office/drawing/2014/main" id="{FDB61C1E-EAE6-8A2E-B7FE-C9DBCC628A22}"/>
              </a:ext>
            </a:extLst>
          </p:cNvPr>
          <p:cNvSpPr/>
          <p:nvPr/>
        </p:nvSpPr>
        <p:spPr>
          <a:xfrm>
            <a:off x="616085" y="572480"/>
            <a:ext cx="4617867" cy="400110"/>
          </a:xfrm>
          <a:prstGeom prst="rect">
            <a:avLst/>
          </a:prstGeom>
        </p:spPr>
        <p:txBody>
          <a:bodyPr wrap="none">
            <a:spAutoFit/>
          </a:bodyPr>
          <a:lstStyle/>
          <a:p>
            <a:r>
              <a:rPr lang="zh-CN" altLang="en-US" sz="2000" b="1" dirty="0">
                <a:latin typeface="微软雅黑" pitchFamily="34" charset="-122"/>
                <a:ea typeface="微软雅黑" pitchFamily="34" charset="-122"/>
              </a:rPr>
              <a:t>链路状态数据库</a:t>
            </a:r>
            <a:r>
              <a:rPr lang="en-US" altLang="zh-CN" sz="2000" b="1" dirty="0">
                <a:latin typeface="微软雅黑" pitchFamily="34" charset="-122"/>
                <a:ea typeface="微软雅黑" pitchFamily="34" charset="-122"/>
              </a:rPr>
              <a:t>(link-state database)</a:t>
            </a:r>
            <a:endParaRPr lang="zh-CN" altLang="en-US" sz="2000" b="1" dirty="0">
              <a:latin typeface="微软雅黑" pitchFamily="34" charset="-122"/>
              <a:ea typeface="微软雅黑" pitchFamily="34" charset="-122"/>
            </a:endParaRPr>
          </a:p>
        </p:txBody>
      </p:sp>
      <p:sp>
        <p:nvSpPr>
          <p:cNvPr id="4" name="矩形 3">
            <a:extLst>
              <a:ext uri="{FF2B5EF4-FFF2-40B4-BE49-F238E27FC236}">
                <a16:creationId xmlns:a16="http://schemas.microsoft.com/office/drawing/2014/main" id="{37BD6A6B-7AE0-B343-4025-6CE077F0F9B8}"/>
              </a:ext>
            </a:extLst>
          </p:cNvPr>
          <p:cNvSpPr/>
          <p:nvPr/>
        </p:nvSpPr>
        <p:spPr>
          <a:xfrm>
            <a:off x="545144" y="938876"/>
            <a:ext cx="8028487" cy="3333733"/>
          </a:xfrm>
          <a:prstGeom prst="rect">
            <a:avLst/>
          </a:prstGeom>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所有路由器都需要维护一个链路状态数据库（全网拓扑结构图）。</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OSPF</a:t>
            </a:r>
            <a:r>
              <a:rPr lang="zh-CN" altLang="en-US" sz="2000" b="1" dirty="0">
                <a:latin typeface="微软雅黑" pitchFamily="34" charset="-122"/>
                <a:ea typeface="微软雅黑" pitchFamily="34" charset="-122"/>
              </a:rPr>
              <a:t>通过泛洪</a:t>
            </a:r>
            <a:r>
              <a:rPr lang="en-US" altLang="zh-CN" sz="2000" b="1" dirty="0">
                <a:latin typeface="微软雅黑" pitchFamily="34" charset="-122"/>
                <a:ea typeface="微软雅黑" pitchFamily="34" charset="-122"/>
              </a:rPr>
              <a:t>(flooding)</a:t>
            </a:r>
            <a:r>
              <a:rPr lang="zh-CN" altLang="en-US" sz="2000" b="1" dirty="0">
                <a:latin typeface="微软雅黑" pitchFamily="34" charset="-122"/>
                <a:ea typeface="微软雅黑" pitchFamily="34" charset="-122"/>
              </a:rPr>
              <a:t>机制来传播</a:t>
            </a:r>
            <a:r>
              <a:rPr lang="en-US" altLang="zh-CN" sz="2000" b="1" dirty="0">
                <a:latin typeface="微软雅黑" pitchFamily="34" charset="-122"/>
                <a:ea typeface="微软雅黑" pitchFamily="34" charset="-122"/>
              </a:rPr>
              <a:t>LSA</a:t>
            </a:r>
            <a:r>
              <a:rPr lang="zh-CN" altLang="en-US" sz="2000" b="1" dirty="0">
                <a:latin typeface="微软雅黑" pitchFamily="34" charset="-122"/>
                <a:ea typeface="微软雅黑" pitchFamily="34" charset="-122"/>
              </a:rPr>
              <a:t>，这确保了网络中的所有路由器都能及时获得最新的链路状态信息。</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各路由器收集到本自治系统内的全部</a:t>
            </a:r>
            <a:r>
              <a:rPr lang="en-US" altLang="zh-CN" sz="2000" b="1" dirty="0">
                <a:latin typeface="微软雅黑" pitchFamily="34" charset="-122"/>
                <a:ea typeface="微软雅黑" pitchFamily="34" charset="-122"/>
              </a:rPr>
              <a:t>LSA</a:t>
            </a:r>
            <a:r>
              <a:rPr lang="zh-CN" altLang="en-US" sz="2000" b="1" dirty="0">
                <a:latin typeface="微软雅黑" pitchFamily="34" charset="-122"/>
                <a:ea typeface="微软雅黑" pitchFamily="34" charset="-122"/>
              </a:rPr>
              <a:t>后，就可以构造出本</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的链路状态数据库。</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每台路由器用最短通路优先算法</a:t>
            </a:r>
            <a:r>
              <a:rPr lang="en-US" altLang="zh-CN" sz="2000" b="1" dirty="0">
                <a:latin typeface="微软雅黑" pitchFamily="34" charset="-122"/>
                <a:ea typeface="微软雅黑" pitchFamily="34" charset="-122"/>
              </a:rPr>
              <a:t>SPF</a:t>
            </a:r>
            <a:r>
              <a:rPr lang="zh-CN" altLang="en-US" sz="2000" b="1" dirty="0">
                <a:latin typeface="微软雅黑" pitchFamily="34" charset="-122"/>
                <a:ea typeface="微软雅黑" pitchFamily="34" charset="-122"/>
              </a:rPr>
              <a:t>，各自得出以本路由器为根的树状最短路径路由表。</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OSPF</a:t>
            </a:r>
            <a:r>
              <a:rPr lang="zh-CN" altLang="en-US" sz="2000" b="1" dirty="0">
                <a:latin typeface="微软雅黑" pitchFamily="34" charset="-122"/>
                <a:ea typeface="微软雅黑" pitchFamily="34" charset="-122"/>
              </a:rPr>
              <a:t>允许同时采用多条代价相同的传输路径。</a:t>
            </a:r>
          </a:p>
        </p:txBody>
      </p:sp>
    </p:spTree>
    <p:extLst>
      <p:ext uri="{BB962C8B-B14F-4D97-AF65-F5344CB8AC3E}">
        <p14:creationId xmlns:p14="http://schemas.microsoft.com/office/powerpoint/2010/main" val="3433714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4">
                                            <p:txEl>
                                              <p:pRg st="4" end="4"/>
                                            </p:txEl>
                                          </p:spTgt>
                                        </p:tgtEl>
                                        <p:attrNameLst>
                                          <p:attrName>style.visibility</p:attrName>
                                        </p:attrNameLst>
                                      </p:cBhvr>
                                      <p:to>
                                        <p:strVal val="visible"/>
                                      </p:to>
                                    </p:set>
                                    <p:animEffect transition="in" filter="fade">
                                      <p:cBhvr>
                                        <p:cTn id="35" dur="1000"/>
                                        <p:tgtEl>
                                          <p:spTgt spid="4">
                                            <p:txEl>
                                              <p:pRg st="4" end="4"/>
                                            </p:txEl>
                                          </p:spTgt>
                                        </p:tgtEl>
                                      </p:cBhvr>
                                    </p:animEffect>
                                    <p:anim calcmode="lin" valueType="num">
                                      <p:cBhvr>
                                        <p:cTn id="36"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4">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bldLvl="2"/>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A8C62D-0FF5-E9E9-C42D-D3E3F5219CE3}"/>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C76312AD-5764-9B99-F8F3-A87C0DED03DB}"/>
              </a:ext>
            </a:extLst>
          </p:cNvPr>
          <p:cNvSpPr>
            <a:spLocks noChangeArrowheads="1"/>
          </p:cNvSpPr>
          <p:nvPr/>
        </p:nvSpPr>
        <p:spPr bwMode="auto">
          <a:xfrm>
            <a:off x="545144" y="2430773"/>
            <a:ext cx="8053711"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问候 </a:t>
            </a:r>
            <a:r>
              <a:rPr lang="en-US" altLang="zh-CN" sz="2000" b="1" dirty="0">
                <a:latin typeface="微软雅黑" pitchFamily="34" charset="-122"/>
                <a:ea typeface="微软雅黑" pitchFamily="34" charset="-122"/>
              </a:rPr>
              <a:t>(Hello)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数据库描述 </a:t>
            </a:r>
            <a:r>
              <a:rPr lang="en-US" altLang="zh-CN" sz="2000" b="1" dirty="0">
                <a:latin typeface="微软雅黑" pitchFamily="34" charset="-122"/>
                <a:ea typeface="微软雅黑" pitchFamily="34" charset="-122"/>
              </a:rPr>
              <a:t>(Database Description)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链路状态请求 </a:t>
            </a:r>
            <a:r>
              <a:rPr lang="en-US" altLang="zh-CN" sz="2000" b="1" dirty="0">
                <a:latin typeface="微软雅黑" pitchFamily="34" charset="-122"/>
                <a:ea typeface="微软雅黑" pitchFamily="34" charset="-122"/>
              </a:rPr>
              <a:t>(Link State Request)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链路状态更新 </a:t>
            </a:r>
            <a:r>
              <a:rPr lang="en-US" altLang="zh-CN" sz="2000" b="1" dirty="0">
                <a:latin typeface="微软雅黑" pitchFamily="34" charset="-122"/>
                <a:ea typeface="微软雅黑" pitchFamily="34" charset="-122"/>
              </a:rPr>
              <a:t>(Link State Update)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链路状态确认 </a:t>
            </a:r>
            <a:r>
              <a:rPr lang="en-US" altLang="zh-CN" sz="2000" b="1" dirty="0">
                <a:latin typeface="微软雅黑" pitchFamily="34" charset="-122"/>
                <a:ea typeface="微软雅黑" pitchFamily="34" charset="-122"/>
              </a:rPr>
              <a:t>(Link State Acknowledgment)</a:t>
            </a:r>
            <a:r>
              <a:rPr lang="zh-CN" altLang="en-US" sz="2000" b="1" dirty="0">
                <a:latin typeface="微软雅黑" pitchFamily="34" charset="-122"/>
                <a:ea typeface="微软雅黑" pitchFamily="34" charset="-122"/>
              </a:rPr>
              <a:t>分组。 </a:t>
            </a:r>
          </a:p>
        </p:txBody>
      </p:sp>
      <p:sp>
        <p:nvSpPr>
          <p:cNvPr id="3" name="AutoShape 5">
            <a:extLst>
              <a:ext uri="{FF2B5EF4-FFF2-40B4-BE49-F238E27FC236}">
                <a16:creationId xmlns:a16="http://schemas.microsoft.com/office/drawing/2014/main" id="{510ACD9B-300E-3E30-2778-A9C0CE167AC5}"/>
              </a:ext>
            </a:extLst>
          </p:cNvPr>
          <p:cNvSpPr>
            <a:spLocks noChangeArrowheads="1"/>
          </p:cNvSpPr>
          <p:nvPr/>
        </p:nvSpPr>
        <p:spPr bwMode="auto">
          <a:xfrm>
            <a:off x="545144" y="632091"/>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CBFFF255-E123-CE88-976C-015174F6287B}"/>
              </a:ext>
            </a:extLst>
          </p:cNvPr>
          <p:cNvSpPr>
            <a:spLocks noChangeArrowheads="1"/>
          </p:cNvSpPr>
          <p:nvPr/>
        </p:nvSpPr>
        <p:spPr bwMode="auto">
          <a:xfrm>
            <a:off x="1941968" y="59888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OSPF</a:t>
            </a:r>
            <a:r>
              <a:rPr lang="zh-CN" altLang="en-US" sz="2000" b="1" dirty="0">
                <a:solidFill>
                  <a:schemeClr val="bg1"/>
                </a:solidFill>
                <a:latin typeface="微软雅黑" pitchFamily="34" charset="-122"/>
                <a:ea typeface="微软雅黑" pitchFamily="34" charset="-122"/>
              </a:rPr>
              <a:t>的</a:t>
            </a:r>
            <a:r>
              <a:rPr lang="en-US" altLang="zh-CN" sz="2000" b="1" dirty="0">
                <a:solidFill>
                  <a:schemeClr val="bg1"/>
                </a:solidFill>
                <a:latin typeface="微软雅黑" pitchFamily="34" charset="-122"/>
                <a:ea typeface="微软雅黑" pitchFamily="34" charset="-122"/>
              </a:rPr>
              <a:t>5</a:t>
            </a:r>
            <a:r>
              <a:rPr lang="zh-CN" altLang="en-US" sz="2000" b="1" dirty="0">
                <a:solidFill>
                  <a:schemeClr val="bg1"/>
                </a:solidFill>
                <a:latin typeface="微软雅黑" pitchFamily="34" charset="-122"/>
                <a:ea typeface="微软雅黑" pitchFamily="34" charset="-122"/>
              </a:rPr>
              <a:t>种分组类型</a:t>
            </a:r>
          </a:p>
        </p:txBody>
      </p:sp>
      <p:grpSp>
        <p:nvGrpSpPr>
          <p:cNvPr id="28" name="组合 27">
            <a:extLst>
              <a:ext uri="{FF2B5EF4-FFF2-40B4-BE49-F238E27FC236}">
                <a16:creationId xmlns:a16="http://schemas.microsoft.com/office/drawing/2014/main" id="{FFA7ED10-E0F9-273B-932C-38909A77633F}"/>
              </a:ext>
            </a:extLst>
          </p:cNvPr>
          <p:cNvGrpSpPr/>
          <p:nvPr/>
        </p:nvGrpSpPr>
        <p:grpSpPr>
          <a:xfrm>
            <a:off x="545143" y="1032201"/>
            <a:ext cx="8053712" cy="1398572"/>
            <a:chOff x="545143" y="1032201"/>
            <a:chExt cx="8053712" cy="1398572"/>
          </a:xfrm>
        </p:grpSpPr>
        <p:sp>
          <p:nvSpPr>
            <p:cNvPr id="22" name="圆角矩形 1">
              <a:extLst>
                <a:ext uri="{FF2B5EF4-FFF2-40B4-BE49-F238E27FC236}">
                  <a16:creationId xmlns:a16="http://schemas.microsoft.com/office/drawing/2014/main" id="{641C02DB-21CC-2FA2-EA98-0755BBD300A0}"/>
                </a:ext>
              </a:extLst>
            </p:cNvPr>
            <p:cNvSpPr/>
            <p:nvPr/>
          </p:nvSpPr>
          <p:spPr>
            <a:xfrm>
              <a:off x="545143" y="1032201"/>
              <a:ext cx="8053712" cy="139857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21" name="组合 20">
              <a:extLst>
                <a:ext uri="{FF2B5EF4-FFF2-40B4-BE49-F238E27FC236}">
                  <a16:creationId xmlns:a16="http://schemas.microsoft.com/office/drawing/2014/main" id="{AB51607E-17B4-51D7-5397-A21D690E5CE9}"/>
                </a:ext>
              </a:extLst>
            </p:cNvPr>
            <p:cNvGrpSpPr/>
            <p:nvPr/>
          </p:nvGrpSpPr>
          <p:grpSpPr>
            <a:xfrm>
              <a:off x="2703272" y="1195799"/>
              <a:ext cx="4041230" cy="1148106"/>
              <a:chOff x="2671739" y="2851418"/>
              <a:chExt cx="4041230" cy="1148106"/>
            </a:xfrm>
          </p:grpSpPr>
          <p:sp>
            <p:nvSpPr>
              <p:cNvPr id="5" name="AutoShape 47">
                <a:extLst>
                  <a:ext uri="{FF2B5EF4-FFF2-40B4-BE49-F238E27FC236}">
                    <a16:creationId xmlns:a16="http://schemas.microsoft.com/office/drawing/2014/main" id="{E1C78ABA-04C9-794A-00C7-0274BD0EB0C2}"/>
                  </a:ext>
                </a:extLst>
              </p:cNvPr>
              <p:cNvSpPr>
                <a:spLocks noChangeArrowheads="1"/>
              </p:cNvSpPr>
              <p:nvPr/>
            </p:nvSpPr>
            <p:spPr bwMode="auto">
              <a:xfrm>
                <a:off x="2671739" y="3474885"/>
                <a:ext cx="402414" cy="120451"/>
              </a:xfrm>
              <a:prstGeom prst="leftArrow">
                <a:avLst>
                  <a:gd name="adj1" fmla="val 50000"/>
                  <a:gd name="adj2" fmla="val 77098"/>
                </a:avLst>
              </a:prstGeom>
              <a:solidFill>
                <a:srgbClr val="CC00CC"/>
              </a:solidFill>
              <a:ln w="9525">
                <a:solidFill>
                  <a:srgbClr val="000099"/>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6" name="Line 2">
                <a:extLst>
                  <a:ext uri="{FF2B5EF4-FFF2-40B4-BE49-F238E27FC236}">
                    <a16:creationId xmlns:a16="http://schemas.microsoft.com/office/drawing/2014/main" id="{186D09E2-8D6C-0E8E-EDE2-0209076572FE}"/>
                  </a:ext>
                </a:extLst>
              </p:cNvPr>
              <p:cNvSpPr>
                <a:spLocks noChangeShapeType="1"/>
              </p:cNvSpPr>
              <p:nvPr/>
            </p:nvSpPr>
            <p:spPr bwMode="auto">
              <a:xfrm>
                <a:off x="3031265" y="3857293"/>
                <a:ext cx="3296871" cy="0"/>
              </a:xfrm>
              <a:prstGeom prst="line">
                <a:avLst/>
              </a:prstGeom>
              <a:noFill/>
              <a:ln w="9525">
                <a:solidFill>
                  <a:schemeClr val="tx1"/>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 name="Text Box 3">
                <a:extLst>
                  <a:ext uri="{FF2B5EF4-FFF2-40B4-BE49-F238E27FC236}">
                    <a16:creationId xmlns:a16="http://schemas.microsoft.com/office/drawing/2014/main" id="{6E1FE7AF-9B07-511B-117D-8930190F4795}"/>
                  </a:ext>
                </a:extLst>
              </p:cNvPr>
              <p:cNvSpPr txBox="1">
                <a:spLocks noChangeArrowheads="1"/>
              </p:cNvSpPr>
              <p:nvPr/>
            </p:nvSpPr>
            <p:spPr bwMode="auto">
              <a:xfrm>
                <a:off x="4316069" y="3722525"/>
                <a:ext cx="845103" cy="276999"/>
              </a:xfrm>
              <a:prstGeom prst="rect">
                <a:avLst/>
              </a:prstGeom>
              <a:solidFill>
                <a:srgbClr val="C3E3F9"/>
              </a:solidFill>
              <a:ln>
                <a:noFill/>
              </a:ln>
              <a:effectLst/>
            </p:spPr>
            <p:txBody>
              <a:bodyPr wrap="none">
                <a:spAutoFit/>
              </a:bodyPr>
              <a:lstStyle/>
              <a:p>
                <a:r>
                  <a:rPr kumimoji="1" lang="en-US" altLang="zh-CN" sz="1200" b="1">
                    <a:latin typeface="微软雅黑" pitchFamily="34" charset="-122"/>
                    <a:ea typeface="微软雅黑" pitchFamily="34" charset="-122"/>
                  </a:rPr>
                  <a:t>IP </a:t>
                </a:r>
                <a:r>
                  <a:rPr kumimoji="1" lang="zh-CN" altLang="en-US" sz="1200" b="1">
                    <a:latin typeface="微软雅黑" pitchFamily="34" charset="-122"/>
                    <a:ea typeface="微软雅黑" pitchFamily="34" charset="-122"/>
                  </a:rPr>
                  <a:t>数据报</a:t>
                </a:r>
              </a:p>
            </p:txBody>
          </p:sp>
          <p:sp>
            <p:nvSpPr>
              <p:cNvPr id="8" name="Freeform 6">
                <a:extLst>
                  <a:ext uri="{FF2B5EF4-FFF2-40B4-BE49-F238E27FC236}">
                    <a16:creationId xmlns:a16="http://schemas.microsoft.com/office/drawing/2014/main" id="{111869E1-0762-0F9D-F4EE-07E019DB0F41}"/>
                  </a:ext>
                </a:extLst>
              </p:cNvPr>
              <p:cNvSpPr>
                <a:spLocks/>
              </p:cNvSpPr>
              <p:nvPr/>
            </p:nvSpPr>
            <p:spPr bwMode="auto">
              <a:xfrm>
                <a:off x="3396266" y="3171497"/>
                <a:ext cx="3271321" cy="216631"/>
              </a:xfrm>
              <a:custGeom>
                <a:avLst/>
                <a:gdLst>
                  <a:gd name="T0" fmla="*/ 0 w 3240"/>
                  <a:gd name="T1" fmla="*/ 0 h 369"/>
                  <a:gd name="T2" fmla="*/ 564 w 3240"/>
                  <a:gd name="T3" fmla="*/ 369 h 369"/>
                  <a:gd name="T4" fmla="*/ 2922 w 3240"/>
                  <a:gd name="T5" fmla="*/ 363 h 369"/>
                  <a:gd name="T6" fmla="*/ 3240 w 3240"/>
                  <a:gd name="T7" fmla="*/ 9 h 369"/>
                  <a:gd name="T8" fmla="*/ 0 w 3240"/>
                  <a:gd name="T9" fmla="*/ 3 h 369"/>
                </a:gdLst>
                <a:ahLst/>
                <a:cxnLst>
                  <a:cxn ang="0">
                    <a:pos x="T0" y="T1"/>
                  </a:cxn>
                  <a:cxn ang="0">
                    <a:pos x="T2" y="T3"/>
                  </a:cxn>
                  <a:cxn ang="0">
                    <a:pos x="T4" y="T5"/>
                  </a:cxn>
                  <a:cxn ang="0">
                    <a:pos x="T6" y="T7"/>
                  </a:cxn>
                  <a:cxn ang="0">
                    <a:pos x="T8" y="T9"/>
                  </a:cxn>
                </a:cxnLst>
                <a:rect l="0" t="0" r="r" b="b"/>
                <a:pathLst>
                  <a:path w="3240" h="369">
                    <a:moveTo>
                      <a:pt x="0" y="0"/>
                    </a:moveTo>
                    <a:lnTo>
                      <a:pt x="564" y="369"/>
                    </a:lnTo>
                    <a:lnTo>
                      <a:pt x="2922" y="363"/>
                    </a:lnTo>
                    <a:lnTo>
                      <a:pt x="3240" y="9"/>
                    </a:lnTo>
                    <a:lnTo>
                      <a:pt x="0" y="3"/>
                    </a:lnTo>
                  </a:path>
                </a:pathLst>
              </a:custGeom>
              <a:gradFill rotWithShape="1">
                <a:gsLst>
                  <a:gs pos="0">
                    <a:srgbClr val="00B0F0"/>
                  </a:gs>
                  <a:gs pos="100000">
                    <a:srgbClr val="99FFCC"/>
                  </a:gs>
                </a:gsLst>
                <a:lin ang="5400000" scaled="1"/>
              </a:gradFill>
              <a:ln>
                <a:noFill/>
              </a:ln>
              <a:effectLst/>
            </p:spPr>
            <p:txBody>
              <a:bodyPr/>
              <a:lstStyle/>
              <a:p>
                <a:endParaRPr lang="zh-CN" altLang="en-US" sz="1200" b="1">
                  <a:latin typeface="微软雅黑" pitchFamily="34" charset="-122"/>
                  <a:ea typeface="微软雅黑" pitchFamily="34" charset="-122"/>
                </a:endParaRPr>
              </a:p>
            </p:txBody>
          </p:sp>
          <p:sp>
            <p:nvSpPr>
              <p:cNvPr id="9" name="Rectangle 7">
                <a:extLst>
                  <a:ext uri="{FF2B5EF4-FFF2-40B4-BE49-F238E27FC236}">
                    <a16:creationId xmlns:a16="http://schemas.microsoft.com/office/drawing/2014/main" id="{78AD4F52-52CE-F209-D480-DCD7239387FA}"/>
                  </a:ext>
                </a:extLst>
              </p:cNvPr>
              <p:cNvSpPr>
                <a:spLocks noChangeArrowheads="1"/>
              </p:cNvSpPr>
              <p:nvPr/>
            </p:nvSpPr>
            <p:spPr bwMode="auto">
              <a:xfrm>
                <a:off x="3031265" y="3388127"/>
                <a:ext cx="3296871" cy="313339"/>
              </a:xfrm>
              <a:prstGeom prst="rect">
                <a:avLst/>
              </a:prstGeom>
              <a:solidFill>
                <a:srgbClr val="00B050"/>
              </a:solidFill>
              <a:ln w="19050">
                <a:solidFill>
                  <a:srgbClr val="333399"/>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0" name="Rectangle 8">
                <a:extLst>
                  <a:ext uri="{FF2B5EF4-FFF2-40B4-BE49-F238E27FC236}">
                    <a16:creationId xmlns:a16="http://schemas.microsoft.com/office/drawing/2014/main" id="{BA6FD6F4-ACDA-1225-7B83-B2AC1D7FB395}"/>
                  </a:ext>
                </a:extLst>
              </p:cNvPr>
              <p:cNvSpPr>
                <a:spLocks noChangeArrowheads="1"/>
              </p:cNvSpPr>
              <p:nvPr/>
            </p:nvSpPr>
            <p:spPr bwMode="auto">
              <a:xfrm>
                <a:off x="3957456" y="3403202"/>
                <a:ext cx="2366118" cy="279494"/>
              </a:xfrm>
              <a:prstGeom prst="rect">
                <a:avLst/>
              </a:prstGeom>
              <a:solidFill>
                <a:srgbClr val="00FF99"/>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11" name="Line 9">
                <a:extLst>
                  <a:ext uri="{FF2B5EF4-FFF2-40B4-BE49-F238E27FC236}">
                    <a16:creationId xmlns:a16="http://schemas.microsoft.com/office/drawing/2014/main" id="{BC17D84B-50A4-E2BA-3EA9-963B8152D604}"/>
                  </a:ext>
                </a:extLst>
              </p:cNvPr>
              <p:cNvSpPr>
                <a:spLocks noChangeShapeType="1"/>
              </p:cNvSpPr>
              <p:nvPr/>
            </p:nvSpPr>
            <p:spPr bwMode="auto">
              <a:xfrm>
                <a:off x="3952893" y="3388127"/>
                <a:ext cx="0" cy="31333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2" name="Text Box 10">
                <a:extLst>
                  <a:ext uri="{FF2B5EF4-FFF2-40B4-BE49-F238E27FC236}">
                    <a16:creationId xmlns:a16="http://schemas.microsoft.com/office/drawing/2014/main" id="{FF5B99F2-3996-A68C-3D99-55177C8AED39}"/>
                  </a:ext>
                </a:extLst>
              </p:cNvPr>
              <p:cNvSpPr txBox="1">
                <a:spLocks noChangeArrowheads="1"/>
              </p:cNvSpPr>
              <p:nvPr/>
            </p:nvSpPr>
            <p:spPr bwMode="auto">
              <a:xfrm>
                <a:off x="2962090" y="3417214"/>
                <a:ext cx="107273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chemeClr val="bg1"/>
                    </a:solidFill>
                    <a:latin typeface="微软雅黑" pitchFamily="34" charset="-122"/>
                    <a:ea typeface="微软雅黑" pitchFamily="34" charset="-122"/>
                  </a:rPr>
                  <a:t>IP </a:t>
                </a:r>
                <a:r>
                  <a:rPr kumimoji="1" lang="zh-CN" altLang="zh-CN" sz="1100" b="1" dirty="0">
                    <a:solidFill>
                      <a:schemeClr val="bg1"/>
                    </a:solidFill>
                    <a:latin typeface="微软雅黑" pitchFamily="34" charset="-122"/>
                    <a:ea typeface="微软雅黑" pitchFamily="34" charset="-122"/>
                  </a:rPr>
                  <a:t>数据报首部</a:t>
                </a:r>
                <a:endParaRPr kumimoji="1" lang="zh-CN" altLang="en-US" sz="1100" b="1" dirty="0">
                  <a:solidFill>
                    <a:schemeClr val="bg1"/>
                  </a:solidFill>
                  <a:latin typeface="微软雅黑" pitchFamily="34" charset="-122"/>
                  <a:ea typeface="微软雅黑" pitchFamily="34" charset="-122"/>
                </a:endParaRPr>
              </a:p>
            </p:txBody>
          </p:sp>
          <p:sp>
            <p:nvSpPr>
              <p:cNvPr id="13" name="Text Box 11">
                <a:extLst>
                  <a:ext uri="{FF2B5EF4-FFF2-40B4-BE49-F238E27FC236}">
                    <a16:creationId xmlns:a16="http://schemas.microsoft.com/office/drawing/2014/main" id="{1D6FC14D-D23B-BEF6-0E9A-90D3F7A25F47}"/>
                  </a:ext>
                </a:extLst>
              </p:cNvPr>
              <p:cNvSpPr txBox="1">
                <a:spLocks noChangeArrowheads="1"/>
              </p:cNvSpPr>
              <p:nvPr/>
            </p:nvSpPr>
            <p:spPr bwMode="auto">
              <a:xfrm>
                <a:off x="4602054" y="3414388"/>
                <a:ext cx="94609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OSPF </a:t>
                </a:r>
                <a:r>
                  <a:rPr kumimoji="1" lang="zh-CN" altLang="en-US" sz="1200" b="1" dirty="0">
                    <a:latin typeface="微软雅黑" pitchFamily="34" charset="-122"/>
                    <a:ea typeface="微软雅黑" pitchFamily="34" charset="-122"/>
                  </a:rPr>
                  <a:t>分组</a:t>
                </a:r>
              </a:p>
            </p:txBody>
          </p:sp>
          <p:sp>
            <p:nvSpPr>
              <p:cNvPr id="14" name="Rectangle 12">
                <a:extLst>
                  <a:ext uri="{FF2B5EF4-FFF2-40B4-BE49-F238E27FC236}">
                    <a16:creationId xmlns:a16="http://schemas.microsoft.com/office/drawing/2014/main" id="{74CA20E1-8700-083B-E537-228E7F30DD59}"/>
                  </a:ext>
                </a:extLst>
              </p:cNvPr>
              <p:cNvSpPr>
                <a:spLocks noChangeArrowheads="1"/>
              </p:cNvSpPr>
              <p:nvPr/>
            </p:nvSpPr>
            <p:spPr bwMode="auto">
              <a:xfrm>
                <a:off x="3371629" y="2851418"/>
                <a:ext cx="3295958" cy="313339"/>
              </a:xfrm>
              <a:prstGeom prst="rect">
                <a:avLst/>
              </a:prstGeom>
              <a:solidFill>
                <a:srgbClr val="0000FF"/>
              </a:solidFill>
              <a:ln w="19050">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5" name="Line 13">
                <a:extLst>
                  <a:ext uri="{FF2B5EF4-FFF2-40B4-BE49-F238E27FC236}">
                    <a16:creationId xmlns:a16="http://schemas.microsoft.com/office/drawing/2014/main" id="{AE7C6EA7-3CE2-A25E-18F4-B980324BD62C}"/>
                  </a:ext>
                </a:extLst>
              </p:cNvPr>
              <p:cNvSpPr>
                <a:spLocks noChangeShapeType="1"/>
              </p:cNvSpPr>
              <p:nvPr/>
            </p:nvSpPr>
            <p:spPr bwMode="auto">
              <a:xfrm>
                <a:off x="6328136" y="3701467"/>
                <a:ext cx="0" cy="1962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 name="Rectangle 14">
                <a:extLst>
                  <a:ext uri="{FF2B5EF4-FFF2-40B4-BE49-F238E27FC236}">
                    <a16:creationId xmlns:a16="http://schemas.microsoft.com/office/drawing/2014/main" id="{900E1AD9-4FCC-353D-7F07-84402F03D30A}"/>
                  </a:ext>
                </a:extLst>
              </p:cNvPr>
              <p:cNvSpPr>
                <a:spLocks noChangeArrowheads="1"/>
              </p:cNvSpPr>
              <p:nvPr/>
            </p:nvSpPr>
            <p:spPr bwMode="auto">
              <a:xfrm>
                <a:off x="4443819" y="2866580"/>
                <a:ext cx="2219205" cy="296493"/>
              </a:xfrm>
              <a:prstGeom prst="rect">
                <a:avLst/>
              </a:prstGeom>
              <a:solidFill>
                <a:srgbClr val="00FF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17" name="Line 15">
                <a:extLst>
                  <a:ext uri="{FF2B5EF4-FFF2-40B4-BE49-F238E27FC236}">
                    <a16:creationId xmlns:a16="http://schemas.microsoft.com/office/drawing/2014/main" id="{4E1AB4FA-2328-A79C-A1C4-18DA376FDADB}"/>
                  </a:ext>
                </a:extLst>
              </p:cNvPr>
              <p:cNvSpPr>
                <a:spLocks noChangeShapeType="1"/>
              </p:cNvSpPr>
              <p:nvPr/>
            </p:nvSpPr>
            <p:spPr bwMode="auto">
              <a:xfrm>
                <a:off x="4438344" y="2851418"/>
                <a:ext cx="0" cy="31333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 name="Text Box 16">
                <a:extLst>
                  <a:ext uri="{FF2B5EF4-FFF2-40B4-BE49-F238E27FC236}">
                    <a16:creationId xmlns:a16="http://schemas.microsoft.com/office/drawing/2014/main" id="{896801B2-8059-4B58-9AC3-A1478FA0B08A}"/>
                  </a:ext>
                </a:extLst>
              </p:cNvPr>
              <p:cNvSpPr txBox="1">
                <a:spLocks noChangeArrowheads="1"/>
              </p:cNvSpPr>
              <p:nvPr/>
            </p:nvSpPr>
            <p:spPr bwMode="auto">
              <a:xfrm>
                <a:off x="3327695" y="2891293"/>
                <a:ext cx="1162498"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chemeClr val="bg1"/>
                    </a:solidFill>
                    <a:latin typeface="微软雅黑" pitchFamily="34" charset="-122"/>
                    <a:ea typeface="微软雅黑" pitchFamily="34" charset="-122"/>
                  </a:rPr>
                  <a:t>OSPF </a:t>
                </a:r>
                <a:r>
                  <a:rPr kumimoji="1" lang="zh-CN" altLang="en-US" sz="1100" b="1" dirty="0">
                    <a:solidFill>
                      <a:schemeClr val="bg1"/>
                    </a:solidFill>
                    <a:latin typeface="微软雅黑" pitchFamily="34" charset="-122"/>
                    <a:ea typeface="微软雅黑" pitchFamily="34" charset="-122"/>
                  </a:rPr>
                  <a:t>分组首部</a:t>
                </a:r>
              </a:p>
            </p:txBody>
          </p:sp>
          <p:sp>
            <p:nvSpPr>
              <p:cNvPr id="19" name="Line 18">
                <a:extLst>
                  <a:ext uri="{FF2B5EF4-FFF2-40B4-BE49-F238E27FC236}">
                    <a16:creationId xmlns:a16="http://schemas.microsoft.com/office/drawing/2014/main" id="{FD0F6A90-0964-4FA7-5F7E-3987B3D1AD09}"/>
                  </a:ext>
                </a:extLst>
              </p:cNvPr>
              <p:cNvSpPr>
                <a:spLocks noChangeShapeType="1"/>
              </p:cNvSpPr>
              <p:nvPr/>
            </p:nvSpPr>
            <p:spPr bwMode="auto">
              <a:xfrm>
                <a:off x="3031265" y="3740213"/>
                <a:ext cx="0" cy="1575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0" name="Text Box 17">
                <a:extLst>
                  <a:ext uri="{FF2B5EF4-FFF2-40B4-BE49-F238E27FC236}">
                    <a16:creationId xmlns:a16="http://schemas.microsoft.com/office/drawing/2014/main" id="{4834DFE9-A86F-185E-BBF7-79BD9D6E41C9}"/>
                  </a:ext>
                </a:extLst>
              </p:cNvPr>
              <p:cNvSpPr txBox="1">
                <a:spLocks noChangeArrowheads="1"/>
              </p:cNvSpPr>
              <p:nvPr/>
            </p:nvSpPr>
            <p:spPr bwMode="auto">
              <a:xfrm>
                <a:off x="4421957" y="2880073"/>
                <a:ext cx="229101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类型 </a:t>
                </a:r>
                <a:r>
                  <a:rPr kumimoji="1" lang="en-US" altLang="zh-CN" sz="1200" b="1" dirty="0">
                    <a:latin typeface="微软雅黑" pitchFamily="34" charset="-122"/>
                    <a:ea typeface="微软雅黑" pitchFamily="34" charset="-122"/>
                  </a:rPr>
                  <a:t>1 </a:t>
                </a:r>
                <a:r>
                  <a:rPr kumimoji="1" lang="zh-CN" altLang="en-US" sz="1200" b="1" dirty="0">
                    <a:latin typeface="微软雅黑" pitchFamily="34" charset="-122"/>
                    <a:ea typeface="微软雅黑" pitchFamily="34" charset="-122"/>
                  </a:rPr>
                  <a:t>至类型 </a:t>
                </a:r>
                <a:r>
                  <a:rPr kumimoji="1" lang="en-US" altLang="zh-CN" sz="1200" b="1" dirty="0">
                    <a:latin typeface="微软雅黑" pitchFamily="34" charset="-122"/>
                    <a:ea typeface="微软雅黑" pitchFamily="34" charset="-122"/>
                  </a:rPr>
                  <a:t>5 </a:t>
                </a:r>
                <a:r>
                  <a:rPr kumimoji="1" lang="zh-CN" altLang="en-US" sz="1200" b="1" dirty="0">
                    <a:latin typeface="微软雅黑" pitchFamily="34" charset="-122"/>
                    <a:ea typeface="微软雅黑" pitchFamily="34" charset="-122"/>
                  </a:rPr>
                  <a:t>的 </a:t>
                </a:r>
                <a:r>
                  <a:rPr kumimoji="1" lang="en-US" altLang="zh-CN" sz="1200" b="1" dirty="0">
                    <a:latin typeface="微软雅黑" pitchFamily="34" charset="-122"/>
                    <a:ea typeface="微软雅黑" pitchFamily="34" charset="-122"/>
                  </a:rPr>
                  <a:t>OSPF </a:t>
                </a:r>
                <a:r>
                  <a:rPr kumimoji="1" lang="zh-CN" altLang="en-US" sz="1200" b="1" dirty="0">
                    <a:latin typeface="微软雅黑" pitchFamily="34" charset="-122"/>
                    <a:ea typeface="微软雅黑" pitchFamily="34" charset="-122"/>
                  </a:rPr>
                  <a:t>分组</a:t>
                </a:r>
              </a:p>
            </p:txBody>
          </p:sp>
        </p:grpSp>
        <p:sp>
          <p:nvSpPr>
            <p:cNvPr id="24" name="矩形 23">
              <a:extLst>
                <a:ext uri="{FF2B5EF4-FFF2-40B4-BE49-F238E27FC236}">
                  <a16:creationId xmlns:a16="http://schemas.microsoft.com/office/drawing/2014/main" id="{882B3248-1448-81A6-8F7C-00FF6C53E2ED}"/>
                </a:ext>
              </a:extLst>
            </p:cNvPr>
            <p:cNvSpPr/>
            <p:nvPr/>
          </p:nvSpPr>
          <p:spPr>
            <a:xfrm>
              <a:off x="1139270" y="1208843"/>
              <a:ext cx="1390796" cy="738664"/>
            </a:xfrm>
            <a:prstGeom prst="rect">
              <a:avLst/>
            </a:prstGeom>
            <a:solidFill>
              <a:schemeClr val="bg1"/>
            </a:solidFill>
          </p:spPr>
          <p:txBody>
            <a:bodyPr wrap="square">
              <a:spAutoFit/>
            </a:bodyPr>
            <a:lstStyle/>
            <a:p>
              <a:r>
                <a:rPr lang="zh-CN" altLang="en-US" sz="1400" b="1" dirty="0">
                  <a:latin typeface="微软雅黑" panose="020B0503020204020204" pitchFamily="34" charset="-122"/>
                  <a:ea typeface="微软雅黑" panose="020B0503020204020204" pitchFamily="34" charset="-122"/>
                </a:rPr>
                <a:t>其 </a:t>
              </a:r>
              <a:r>
                <a:rPr lang="en-US" altLang="zh-CN" sz="1400" b="1" dirty="0">
                  <a:latin typeface="微软雅黑" panose="020B0503020204020204" pitchFamily="34" charset="-122"/>
                  <a:ea typeface="微软雅黑" panose="020B0503020204020204" pitchFamily="34" charset="-122"/>
                </a:rPr>
                <a:t>IP </a:t>
              </a:r>
              <a:r>
                <a:rPr lang="zh-CN" altLang="en-US" sz="1400" b="1" dirty="0">
                  <a:latin typeface="微软雅黑" panose="020B0503020204020204" pitchFamily="34" charset="-122"/>
                  <a:ea typeface="微软雅黑" panose="020B0503020204020204" pitchFamily="34" charset="-122"/>
                </a:rPr>
                <a:t>数据报首部的协议字段值为 </a:t>
              </a:r>
              <a:r>
                <a:rPr lang="en-US" altLang="zh-CN" sz="1400" b="1" dirty="0">
                  <a:latin typeface="微软雅黑" panose="020B0503020204020204" pitchFamily="34" charset="-122"/>
                  <a:ea typeface="微软雅黑" panose="020B0503020204020204" pitchFamily="34" charset="-122"/>
                </a:rPr>
                <a:t>89</a:t>
              </a:r>
              <a:endParaRPr lang="zh-CN" altLang="en-US" sz="1400" b="1" dirty="0">
                <a:latin typeface="微软雅黑" panose="020B0503020204020204" pitchFamily="34" charset="-122"/>
                <a:ea typeface="微软雅黑" panose="020B0503020204020204" pitchFamily="34" charset="-122"/>
              </a:endParaRPr>
            </a:p>
          </p:txBody>
        </p:sp>
        <p:cxnSp>
          <p:nvCxnSpPr>
            <p:cNvPr id="25" name="直接箭头连接符 24">
              <a:extLst>
                <a:ext uri="{FF2B5EF4-FFF2-40B4-BE49-F238E27FC236}">
                  <a16:creationId xmlns:a16="http://schemas.microsoft.com/office/drawing/2014/main" id="{A1EDB1EA-6FA2-3296-8F15-3962B07BEF20}"/>
                </a:ext>
              </a:extLst>
            </p:cNvPr>
            <p:cNvCxnSpPr>
              <a:cxnSpLocks/>
            </p:cNvCxnSpPr>
            <p:nvPr/>
          </p:nvCxnSpPr>
          <p:spPr>
            <a:xfrm flipH="1" flipV="1">
              <a:off x="2408118" y="1590278"/>
              <a:ext cx="1242110" cy="183474"/>
            </a:xfrm>
            <a:prstGeom prst="straightConnector1">
              <a:avLst/>
            </a:prstGeom>
            <a:ln w="19050">
              <a:solidFill>
                <a:srgbClr val="990099"/>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09054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1000"/>
                                        <p:tgtEl>
                                          <p:spTgt spid="28"/>
                                        </p:tgtEl>
                                      </p:cBhvr>
                                    </p:animEffect>
                                    <p:anim calcmode="lin" valueType="num">
                                      <p:cBhvr>
                                        <p:cTn id="8" dur="1000" fill="hold"/>
                                        <p:tgtEl>
                                          <p:spTgt spid="28"/>
                                        </p:tgtEl>
                                        <p:attrNameLst>
                                          <p:attrName>ppt_x</p:attrName>
                                        </p:attrNameLst>
                                      </p:cBhvr>
                                      <p:tavLst>
                                        <p:tav tm="0">
                                          <p:val>
                                            <p:strVal val="#ppt_x"/>
                                          </p:val>
                                        </p:tav>
                                        <p:tav tm="100000">
                                          <p:val>
                                            <p:strVal val="#ppt_x"/>
                                          </p:val>
                                        </p:tav>
                                      </p:tavLst>
                                    </p:anim>
                                    <p:anim calcmode="lin" valueType="num">
                                      <p:cBhvr>
                                        <p:cTn id="9"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1F45E1-29AE-DFAC-9BAE-9BA6DAE05950}"/>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210B2095-2D21-8E40-C154-9620DFA85154}"/>
              </a:ext>
            </a:extLst>
          </p:cNvPr>
          <p:cNvSpPr>
            <a:spLocks noChangeArrowheads="1"/>
          </p:cNvSpPr>
          <p:nvPr/>
        </p:nvSpPr>
        <p:spPr bwMode="auto">
          <a:xfrm>
            <a:off x="545143" y="991408"/>
            <a:ext cx="8053711" cy="25867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8775" indent="-358775">
              <a:lnSpc>
                <a:spcPts val="3300"/>
              </a:lnSpc>
              <a:buClr>
                <a:srgbClr val="9900CC"/>
              </a:buClr>
              <a:buFont typeface="+mj-lt"/>
              <a:buAutoNum type="arabicPeriod"/>
            </a:pPr>
            <a:r>
              <a:rPr lang="zh-CN" altLang="en-US" sz="2000" b="1" dirty="0">
                <a:latin typeface="微软雅黑" pitchFamily="34" charset="-122"/>
                <a:ea typeface="微软雅黑" pitchFamily="34" charset="-122"/>
              </a:rPr>
              <a:t>问候 </a:t>
            </a:r>
            <a:r>
              <a:rPr lang="en-US" altLang="zh-CN" sz="2000" b="1" dirty="0">
                <a:latin typeface="微软雅黑" pitchFamily="34" charset="-122"/>
                <a:ea typeface="微软雅黑" pitchFamily="34" charset="-122"/>
              </a:rPr>
              <a:t>(Hello) </a:t>
            </a:r>
            <a:r>
              <a:rPr lang="zh-CN" altLang="en-US" sz="2000" b="1" dirty="0">
                <a:latin typeface="微软雅黑" pitchFamily="34" charset="-122"/>
                <a:ea typeface="微软雅黑" pitchFamily="34" charset="-122"/>
              </a:rPr>
              <a:t>分组。</a:t>
            </a:r>
            <a:endParaRPr lang="en-US" altLang="zh-CN" sz="2000" b="1" dirty="0">
              <a:latin typeface="微软雅黑" pitchFamily="34" charset="-122"/>
              <a:ea typeface="微软雅黑" pitchFamily="34" charset="-122"/>
            </a:endParaRPr>
          </a:p>
          <a:p>
            <a:pPr marL="358775" indent="-358775">
              <a:lnSpc>
                <a:spcPts val="3300"/>
              </a:lnSpc>
              <a:buClr>
                <a:srgbClr val="9900CC"/>
              </a:buClr>
              <a:buFont typeface="Wingdings" panose="05000000000000000000" pitchFamily="2" charset="2"/>
              <a:buChar char="ü"/>
            </a:pPr>
            <a:r>
              <a:rPr lang="zh-CN" altLang="en-US" sz="2000" b="1" dirty="0">
                <a:latin typeface="微软雅黑" pitchFamily="34" charset="-122"/>
                <a:ea typeface="微软雅黑" pitchFamily="34" charset="-122"/>
              </a:rPr>
              <a:t>用来发现和维持邻站的可达性。</a:t>
            </a:r>
            <a:endParaRPr lang="en-US" altLang="zh-CN" sz="2000" b="1" dirty="0">
              <a:latin typeface="微软雅黑" pitchFamily="34" charset="-122"/>
              <a:ea typeface="微软雅黑" pitchFamily="34" charset="-122"/>
            </a:endParaRPr>
          </a:p>
          <a:p>
            <a:pPr marL="358775" indent="-358775">
              <a:lnSpc>
                <a:spcPts val="3300"/>
              </a:lnSpc>
              <a:buClr>
                <a:srgbClr val="9900CC"/>
              </a:buClr>
              <a:buFont typeface="Wingdings" panose="05000000000000000000" pitchFamily="2" charset="2"/>
              <a:buChar char="ü"/>
            </a:pPr>
            <a:r>
              <a:rPr lang="zh-CN" altLang="en-US" sz="2000" b="1" dirty="0">
                <a:latin typeface="微软雅黑" pitchFamily="34" charset="-122"/>
                <a:ea typeface="微软雅黑" pitchFamily="34" charset="-122"/>
              </a:rPr>
              <a:t>使用多播地址</a:t>
            </a:r>
            <a:r>
              <a:rPr lang="en-US" altLang="zh-CN" sz="2000" b="1" dirty="0">
                <a:latin typeface="微软雅黑" pitchFamily="34" charset="-122"/>
                <a:ea typeface="微软雅黑" pitchFamily="34" charset="-122"/>
              </a:rPr>
              <a:t>224.0.0.5</a:t>
            </a:r>
            <a:r>
              <a:rPr lang="zh-CN" altLang="en-US" sz="2000" b="1" dirty="0">
                <a:latin typeface="微软雅黑" pitchFamily="34" charset="-122"/>
                <a:ea typeface="微软雅黑" pitchFamily="34" charset="-122"/>
              </a:rPr>
              <a:t>（本网络所有路由器）发送问候分组。</a:t>
            </a:r>
          </a:p>
          <a:p>
            <a:pPr marL="358775" indent="-358775">
              <a:lnSpc>
                <a:spcPts val="3300"/>
              </a:lnSpc>
              <a:buClr>
                <a:srgbClr val="9900CC"/>
              </a:buClr>
              <a:buFont typeface="Wingdings" panose="05000000000000000000" pitchFamily="2" charset="2"/>
              <a:buChar char="ü"/>
            </a:pPr>
            <a:r>
              <a:rPr lang="zh-CN" altLang="en-US" sz="2000" b="1" dirty="0">
                <a:latin typeface="微软雅黑" pitchFamily="34" charset="-122"/>
                <a:ea typeface="微软雅黑" pitchFamily="34" charset="-122"/>
              </a:rPr>
              <a:t>每两个相邻路由器每隔</a:t>
            </a:r>
            <a:r>
              <a:rPr lang="en-US" altLang="zh-CN" sz="2000" b="1" dirty="0">
                <a:latin typeface="微软雅黑" pitchFamily="34" charset="-122"/>
                <a:ea typeface="微软雅黑" pitchFamily="34" charset="-122"/>
              </a:rPr>
              <a:t>10</a:t>
            </a:r>
            <a:r>
              <a:rPr lang="zh-CN" altLang="en-US" sz="2000" b="1" dirty="0">
                <a:latin typeface="微软雅黑" pitchFamily="34" charset="-122"/>
                <a:ea typeface="微软雅黑" pitchFamily="34" charset="-122"/>
              </a:rPr>
              <a:t>秒钟要交换一次问候分组，若有</a:t>
            </a:r>
            <a:r>
              <a:rPr lang="en-US" altLang="zh-CN" sz="2000" b="1" dirty="0">
                <a:latin typeface="微软雅黑" pitchFamily="34" charset="-122"/>
                <a:ea typeface="微软雅黑" pitchFamily="34" charset="-122"/>
              </a:rPr>
              <a:t>40</a:t>
            </a:r>
            <a:r>
              <a:rPr lang="zh-CN" altLang="en-US" sz="2000" b="1" dirty="0">
                <a:latin typeface="微软雅黑" pitchFamily="34" charset="-122"/>
                <a:ea typeface="微软雅黑" pitchFamily="34" charset="-122"/>
              </a:rPr>
              <a:t>秒钟没有收到某个相邻路由器发来的问候分组，则认为该相邻路由器不可达，应立即修改链路状态数据库，并重新计算路由表。</a:t>
            </a:r>
          </a:p>
        </p:txBody>
      </p:sp>
      <p:sp>
        <p:nvSpPr>
          <p:cNvPr id="3" name="AutoShape 5">
            <a:extLst>
              <a:ext uri="{FF2B5EF4-FFF2-40B4-BE49-F238E27FC236}">
                <a16:creationId xmlns:a16="http://schemas.microsoft.com/office/drawing/2014/main" id="{0514BF8A-7B60-1E8C-90F2-44BCDF73FF85}"/>
              </a:ext>
            </a:extLst>
          </p:cNvPr>
          <p:cNvSpPr>
            <a:spLocks noChangeArrowheads="1"/>
          </p:cNvSpPr>
          <p:nvPr/>
        </p:nvSpPr>
        <p:spPr bwMode="auto">
          <a:xfrm>
            <a:off x="545144" y="632091"/>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5EC94000-7F0B-1D6E-CF94-CF5FC0A51211}"/>
              </a:ext>
            </a:extLst>
          </p:cNvPr>
          <p:cNvSpPr>
            <a:spLocks noChangeArrowheads="1"/>
          </p:cNvSpPr>
          <p:nvPr/>
        </p:nvSpPr>
        <p:spPr bwMode="auto">
          <a:xfrm>
            <a:off x="1941968" y="59888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OSPF</a:t>
            </a:r>
            <a:r>
              <a:rPr lang="zh-CN" altLang="en-US" sz="2000" b="1" dirty="0">
                <a:solidFill>
                  <a:schemeClr val="bg1"/>
                </a:solidFill>
                <a:latin typeface="微软雅黑" pitchFamily="34" charset="-122"/>
                <a:ea typeface="微软雅黑" pitchFamily="34" charset="-122"/>
              </a:rPr>
              <a:t>的</a:t>
            </a:r>
            <a:r>
              <a:rPr lang="en-US" altLang="zh-CN" sz="2000" b="1" dirty="0">
                <a:solidFill>
                  <a:schemeClr val="bg1"/>
                </a:solidFill>
                <a:latin typeface="微软雅黑" pitchFamily="34" charset="-122"/>
                <a:ea typeface="微软雅黑" pitchFamily="34" charset="-122"/>
              </a:rPr>
              <a:t>5</a:t>
            </a:r>
            <a:r>
              <a:rPr lang="zh-CN" altLang="en-US" sz="2000" b="1" dirty="0">
                <a:solidFill>
                  <a:schemeClr val="bg1"/>
                </a:solidFill>
                <a:latin typeface="微软雅黑" pitchFamily="34" charset="-122"/>
                <a:ea typeface="微软雅黑" pitchFamily="34" charset="-122"/>
              </a:rPr>
              <a:t>种分组类型</a:t>
            </a:r>
          </a:p>
        </p:txBody>
      </p:sp>
    </p:spTree>
    <p:extLst>
      <p:ext uri="{BB962C8B-B14F-4D97-AF65-F5344CB8AC3E}">
        <p14:creationId xmlns:p14="http://schemas.microsoft.com/office/powerpoint/2010/main" val="217396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1000"/>
                                        <p:tgtEl>
                                          <p:spTgt spid="2">
                                            <p:txEl>
                                              <p:pRg st="1" end="1"/>
                                            </p:txEl>
                                          </p:spTgt>
                                        </p:tgtEl>
                                      </p:cBhvr>
                                    </p:animEffect>
                                    <p:anim calcmode="lin" valueType="num">
                                      <p:cBhvr>
                                        <p:cTn id="8"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2" end="2"/>
                                            </p:txEl>
                                          </p:spTgt>
                                        </p:tgtEl>
                                        <p:attrNameLst>
                                          <p:attrName>style.visibility</p:attrName>
                                        </p:attrNameLst>
                                      </p:cBhvr>
                                      <p:to>
                                        <p:strVal val="visible"/>
                                      </p:to>
                                    </p:set>
                                    <p:animEffect transition="in" filter="fade">
                                      <p:cBhvr>
                                        <p:cTn id="14" dur="1000"/>
                                        <p:tgtEl>
                                          <p:spTgt spid="2">
                                            <p:txEl>
                                              <p:pRg st="2" end="2"/>
                                            </p:txEl>
                                          </p:spTgt>
                                        </p:tgtEl>
                                      </p:cBhvr>
                                    </p:animEffect>
                                    <p:anim calcmode="lin" valueType="num">
                                      <p:cBhvr>
                                        <p:cTn id="15"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3" end="3"/>
                                            </p:txEl>
                                          </p:spTgt>
                                        </p:tgtEl>
                                        <p:attrNameLst>
                                          <p:attrName>style.visibility</p:attrName>
                                        </p:attrNameLst>
                                      </p:cBhvr>
                                      <p:to>
                                        <p:strVal val="visible"/>
                                      </p:to>
                                    </p:set>
                                    <p:animEffect transition="in" filter="fade">
                                      <p:cBhvr>
                                        <p:cTn id="21" dur="1000"/>
                                        <p:tgtEl>
                                          <p:spTgt spid="2">
                                            <p:txEl>
                                              <p:pRg st="3" end="3"/>
                                            </p:txEl>
                                          </p:spTgt>
                                        </p:tgtEl>
                                      </p:cBhvr>
                                    </p:animEffect>
                                    <p:anim calcmode="lin" valueType="num">
                                      <p:cBhvr>
                                        <p:cTn id="22"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143CB3-C3A7-1802-5932-AFDD3C05EDE1}"/>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A688D46A-5C3D-565F-87B2-FCB40A7419A9}"/>
              </a:ext>
            </a:extLst>
          </p:cNvPr>
          <p:cNvSpPr>
            <a:spLocks noChangeArrowheads="1"/>
          </p:cNvSpPr>
          <p:nvPr/>
        </p:nvSpPr>
        <p:spPr bwMode="auto">
          <a:xfrm>
            <a:off x="545143" y="991408"/>
            <a:ext cx="8053711" cy="25867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9900CC"/>
              </a:buClr>
              <a:buFont typeface="+mj-lt"/>
              <a:buAutoNum type="arabicPeriod" startAt="2"/>
            </a:pPr>
            <a:r>
              <a:rPr lang="zh-CN" altLang="en-US" sz="2000" b="1" dirty="0">
                <a:latin typeface="微软雅黑" pitchFamily="34" charset="-122"/>
                <a:ea typeface="微软雅黑" pitchFamily="34" charset="-122"/>
              </a:rPr>
              <a:t>数据库描述 </a:t>
            </a:r>
            <a:r>
              <a:rPr lang="en-US" altLang="zh-CN" sz="2000" b="1" dirty="0">
                <a:latin typeface="微软雅黑" pitchFamily="34" charset="-122"/>
                <a:ea typeface="微软雅黑" pitchFamily="34" charset="-122"/>
              </a:rPr>
              <a:t>(Database Description)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Wingdings" panose="05000000000000000000" pitchFamily="2" charset="2"/>
              <a:buChar char="ü"/>
            </a:pPr>
            <a:r>
              <a:rPr lang="zh-CN" altLang="en-US" sz="2000" b="1" dirty="0">
                <a:latin typeface="微软雅黑" pitchFamily="34" charset="-122"/>
                <a:ea typeface="微软雅黑" pitchFamily="34" charset="-122"/>
              </a:rPr>
              <a:t>路由器刚接入网络时，为快速与相邻路由器的数据库保持一致，利用该分组在相邻路由器之间交换自己的链路状态数据库中所有</a:t>
            </a:r>
            <a:r>
              <a:rPr lang="en-US" altLang="zh-CN" sz="2000" b="1" dirty="0">
                <a:latin typeface="微软雅黑" pitchFamily="34" charset="-122"/>
                <a:ea typeface="微软雅黑" pitchFamily="34" charset="-122"/>
              </a:rPr>
              <a:t>LSA</a:t>
            </a:r>
            <a:r>
              <a:rPr lang="zh-CN" altLang="en-US" sz="2000" b="1" dirty="0">
                <a:latin typeface="微软雅黑" pitchFamily="34" charset="-122"/>
                <a:ea typeface="微软雅黑" pitchFamily="34" charset="-122"/>
              </a:rPr>
              <a:t>项目的摘要信息。</a:t>
            </a:r>
            <a:endParaRPr lang="en-US" altLang="zh-CN" sz="2000" b="1" dirty="0">
              <a:latin typeface="微软雅黑" pitchFamily="34" charset="-122"/>
              <a:ea typeface="微软雅黑" pitchFamily="34" charset="-122"/>
            </a:endParaRPr>
          </a:p>
          <a:p>
            <a:pPr marL="358775" indent="-358775">
              <a:lnSpc>
                <a:spcPts val="3300"/>
              </a:lnSpc>
              <a:buClr>
                <a:srgbClr val="9900CC"/>
              </a:buClr>
              <a:buFont typeface="Wingdings" panose="05000000000000000000" pitchFamily="2" charset="2"/>
              <a:buChar char="ü"/>
            </a:pPr>
            <a:r>
              <a:rPr lang="zh-CN" altLang="en-US" sz="2000" b="1" dirty="0">
                <a:latin typeface="微软雅黑" pitchFamily="34" charset="-122"/>
                <a:ea typeface="微软雅黑" pitchFamily="34" charset="-122"/>
              </a:rPr>
              <a:t>摘要信息指出有哪些路由器的</a:t>
            </a:r>
            <a:r>
              <a:rPr lang="en-US" altLang="zh-CN" sz="2000" b="1" dirty="0">
                <a:latin typeface="微软雅黑" pitchFamily="34" charset="-122"/>
                <a:ea typeface="微软雅黑" pitchFamily="34" charset="-122"/>
              </a:rPr>
              <a:t>LSA</a:t>
            </a:r>
            <a:r>
              <a:rPr lang="zh-CN" altLang="en-US" sz="2000" b="1" dirty="0">
                <a:latin typeface="微软雅黑" pitchFamily="34" charset="-122"/>
                <a:ea typeface="微软雅黑" pitchFamily="34" charset="-122"/>
              </a:rPr>
              <a:t>已经写入了链路状态数据库，据此知道本数据库缺少了哪些</a:t>
            </a:r>
            <a:r>
              <a:rPr lang="en-US" altLang="zh-CN" sz="2000" b="1" dirty="0">
                <a:latin typeface="微软雅黑" pitchFamily="34" charset="-122"/>
                <a:ea typeface="微软雅黑" pitchFamily="34" charset="-122"/>
              </a:rPr>
              <a:t>LSA</a:t>
            </a:r>
            <a:r>
              <a:rPr lang="zh-CN" altLang="en-US" sz="2000" b="1" dirty="0">
                <a:latin typeface="微软雅黑" pitchFamily="34" charset="-122"/>
                <a:ea typeface="微软雅黑" pitchFamily="34" charset="-122"/>
              </a:rPr>
              <a:t>。</a:t>
            </a:r>
          </a:p>
        </p:txBody>
      </p:sp>
      <p:sp>
        <p:nvSpPr>
          <p:cNvPr id="3" name="AutoShape 5">
            <a:extLst>
              <a:ext uri="{FF2B5EF4-FFF2-40B4-BE49-F238E27FC236}">
                <a16:creationId xmlns:a16="http://schemas.microsoft.com/office/drawing/2014/main" id="{900366C1-398D-64E7-5B3B-9DECEBC4CD02}"/>
              </a:ext>
            </a:extLst>
          </p:cNvPr>
          <p:cNvSpPr>
            <a:spLocks noChangeArrowheads="1"/>
          </p:cNvSpPr>
          <p:nvPr/>
        </p:nvSpPr>
        <p:spPr bwMode="auto">
          <a:xfrm>
            <a:off x="545144" y="632091"/>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B7E26A69-9046-7F9F-4A49-EF284B2E2017}"/>
              </a:ext>
            </a:extLst>
          </p:cNvPr>
          <p:cNvSpPr>
            <a:spLocks noChangeArrowheads="1"/>
          </p:cNvSpPr>
          <p:nvPr/>
        </p:nvSpPr>
        <p:spPr bwMode="auto">
          <a:xfrm>
            <a:off x="1941968" y="59888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OSPF</a:t>
            </a:r>
            <a:r>
              <a:rPr lang="zh-CN" altLang="en-US" sz="2000" b="1" dirty="0">
                <a:solidFill>
                  <a:schemeClr val="bg1"/>
                </a:solidFill>
                <a:latin typeface="微软雅黑" pitchFamily="34" charset="-122"/>
                <a:ea typeface="微软雅黑" pitchFamily="34" charset="-122"/>
              </a:rPr>
              <a:t>的</a:t>
            </a:r>
            <a:r>
              <a:rPr lang="en-US" altLang="zh-CN" sz="2000" b="1" dirty="0">
                <a:solidFill>
                  <a:schemeClr val="bg1"/>
                </a:solidFill>
                <a:latin typeface="微软雅黑" pitchFamily="34" charset="-122"/>
                <a:ea typeface="微软雅黑" pitchFamily="34" charset="-122"/>
              </a:rPr>
              <a:t>5</a:t>
            </a:r>
            <a:r>
              <a:rPr lang="zh-CN" altLang="en-US" sz="2000" b="1" dirty="0">
                <a:solidFill>
                  <a:schemeClr val="bg1"/>
                </a:solidFill>
                <a:latin typeface="微软雅黑" pitchFamily="34" charset="-122"/>
                <a:ea typeface="微软雅黑" pitchFamily="34" charset="-122"/>
              </a:rPr>
              <a:t>种分组类型</a:t>
            </a:r>
          </a:p>
        </p:txBody>
      </p:sp>
    </p:spTree>
    <p:extLst>
      <p:ext uri="{BB962C8B-B14F-4D97-AF65-F5344CB8AC3E}">
        <p14:creationId xmlns:p14="http://schemas.microsoft.com/office/powerpoint/2010/main" val="2594109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1000"/>
                                        <p:tgtEl>
                                          <p:spTgt spid="2">
                                            <p:txEl>
                                              <p:pRg st="1" end="1"/>
                                            </p:txEl>
                                          </p:spTgt>
                                        </p:tgtEl>
                                      </p:cBhvr>
                                    </p:animEffect>
                                    <p:anim calcmode="lin" valueType="num">
                                      <p:cBhvr>
                                        <p:cTn id="8"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2" end="2"/>
                                            </p:txEl>
                                          </p:spTgt>
                                        </p:tgtEl>
                                        <p:attrNameLst>
                                          <p:attrName>style.visibility</p:attrName>
                                        </p:attrNameLst>
                                      </p:cBhvr>
                                      <p:to>
                                        <p:strVal val="visible"/>
                                      </p:to>
                                    </p:set>
                                    <p:animEffect transition="in" filter="fade">
                                      <p:cBhvr>
                                        <p:cTn id="14" dur="1000"/>
                                        <p:tgtEl>
                                          <p:spTgt spid="2">
                                            <p:txEl>
                                              <p:pRg st="2" end="2"/>
                                            </p:txEl>
                                          </p:spTgt>
                                        </p:tgtEl>
                                      </p:cBhvr>
                                    </p:animEffect>
                                    <p:anim calcmode="lin" valueType="num">
                                      <p:cBhvr>
                                        <p:cTn id="15"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5BA837-EF48-C653-028F-905BD6360ECE}"/>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8B0FD14A-FE9D-774C-F2CE-B273B29E7561}"/>
              </a:ext>
            </a:extLst>
          </p:cNvPr>
          <p:cNvSpPr>
            <a:spLocks noChangeArrowheads="1"/>
          </p:cNvSpPr>
          <p:nvPr/>
        </p:nvSpPr>
        <p:spPr bwMode="auto">
          <a:xfrm>
            <a:off x="545143" y="991408"/>
            <a:ext cx="8053711" cy="1317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9900CC"/>
              </a:buClr>
              <a:buFont typeface="+mj-lt"/>
              <a:buAutoNum type="arabicPeriod" startAt="3"/>
            </a:pPr>
            <a:r>
              <a:rPr lang="zh-CN" altLang="en-US" sz="2000" b="1" dirty="0">
                <a:latin typeface="微软雅黑" pitchFamily="34" charset="-122"/>
                <a:ea typeface="微软雅黑" pitchFamily="34" charset="-122"/>
              </a:rPr>
              <a:t>链路状态请求 </a:t>
            </a:r>
            <a:r>
              <a:rPr lang="en-US" altLang="zh-CN" sz="2000" b="1" dirty="0">
                <a:latin typeface="微软雅黑" pitchFamily="34" charset="-122"/>
                <a:ea typeface="微软雅黑" pitchFamily="34" charset="-122"/>
              </a:rPr>
              <a:t>(Link State Request)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Wingdings" panose="05000000000000000000" pitchFamily="2" charset="2"/>
              <a:buChar char="ü"/>
            </a:pPr>
            <a:r>
              <a:rPr lang="zh-CN" altLang="en-US" sz="2000" b="1" dirty="0">
                <a:latin typeface="微软雅黑" pitchFamily="34" charset="-122"/>
                <a:ea typeface="微软雅黑" pitchFamily="34" charset="-122"/>
              </a:rPr>
              <a:t>在相邻路由器交换了链路状态数据库的摘要信息后，就要发送链路状态请求分组，以便得到本路由器所缺少的</a:t>
            </a:r>
            <a:r>
              <a:rPr lang="en-US" altLang="zh-CN" sz="2000" b="1" dirty="0">
                <a:latin typeface="微软雅黑" pitchFamily="34" charset="-122"/>
                <a:ea typeface="微软雅黑" pitchFamily="34" charset="-122"/>
              </a:rPr>
              <a:t>LSA</a:t>
            </a:r>
            <a:r>
              <a:rPr lang="zh-CN" altLang="en-US" sz="2000" b="1" dirty="0">
                <a:latin typeface="微软雅黑" pitchFamily="34" charset="-122"/>
                <a:ea typeface="微软雅黑" pitchFamily="34" charset="-122"/>
              </a:rPr>
              <a:t>。</a:t>
            </a:r>
          </a:p>
        </p:txBody>
      </p:sp>
      <p:sp>
        <p:nvSpPr>
          <p:cNvPr id="3" name="AutoShape 5">
            <a:extLst>
              <a:ext uri="{FF2B5EF4-FFF2-40B4-BE49-F238E27FC236}">
                <a16:creationId xmlns:a16="http://schemas.microsoft.com/office/drawing/2014/main" id="{4F987492-630C-1953-6420-8EE62183F143}"/>
              </a:ext>
            </a:extLst>
          </p:cNvPr>
          <p:cNvSpPr>
            <a:spLocks noChangeArrowheads="1"/>
          </p:cNvSpPr>
          <p:nvPr/>
        </p:nvSpPr>
        <p:spPr bwMode="auto">
          <a:xfrm>
            <a:off x="545144" y="632091"/>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274BEAC4-1622-F344-95E2-09B74F3C706F}"/>
              </a:ext>
            </a:extLst>
          </p:cNvPr>
          <p:cNvSpPr>
            <a:spLocks noChangeArrowheads="1"/>
          </p:cNvSpPr>
          <p:nvPr/>
        </p:nvSpPr>
        <p:spPr bwMode="auto">
          <a:xfrm>
            <a:off x="1941968" y="59888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OSPF</a:t>
            </a:r>
            <a:r>
              <a:rPr lang="zh-CN" altLang="en-US" sz="2000" b="1" dirty="0">
                <a:solidFill>
                  <a:schemeClr val="bg1"/>
                </a:solidFill>
                <a:latin typeface="微软雅黑" pitchFamily="34" charset="-122"/>
                <a:ea typeface="微软雅黑" pitchFamily="34" charset="-122"/>
              </a:rPr>
              <a:t>的</a:t>
            </a:r>
            <a:r>
              <a:rPr lang="en-US" altLang="zh-CN" sz="2000" b="1" dirty="0">
                <a:solidFill>
                  <a:schemeClr val="bg1"/>
                </a:solidFill>
                <a:latin typeface="微软雅黑" pitchFamily="34" charset="-122"/>
                <a:ea typeface="微软雅黑" pitchFamily="34" charset="-122"/>
              </a:rPr>
              <a:t>5</a:t>
            </a:r>
            <a:r>
              <a:rPr lang="zh-CN" altLang="en-US" sz="2000" b="1" dirty="0">
                <a:solidFill>
                  <a:schemeClr val="bg1"/>
                </a:solidFill>
                <a:latin typeface="微软雅黑" pitchFamily="34" charset="-122"/>
                <a:ea typeface="微软雅黑" pitchFamily="34" charset="-122"/>
              </a:rPr>
              <a:t>种分组类型</a:t>
            </a:r>
          </a:p>
        </p:txBody>
      </p:sp>
    </p:spTree>
    <p:extLst>
      <p:ext uri="{BB962C8B-B14F-4D97-AF65-F5344CB8AC3E}">
        <p14:creationId xmlns:p14="http://schemas.microsoft.com/office/powerpoint/2010/main" val="300337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1000"/>
                                        <p:tgtEl>
                                          <p:spTgt spid="2">
                                            <p:txEl>
                                              <p:pRg st="1" end="1"/>
                                            </p:txEl>
                                          </p:spTgt>
                                        </p:tgtEl>
                                      </p:cBhvr>
                                    </p:animEffect>
                                    <p:anim calcmode="lin" valueType="num">
                                      <p:cBhvr>
                                        <p:cTn id="8"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F144A9-88CF-49F9-0903-2FEA434C8E88}"/>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ED7EF25E-1782-2EAC-15B8-A068A948278A}"/>
              </a:ext>
            </a:extLst>
          </p:cNvPr>
          <p:cNvSpPr>
            <a:spLocks noChangeArrowheads="1"/>
          </p:cNvSpPr>
          <p:nvPr/>
        </p:nvSpPr>
        <p:spPr bwMode="auto">
          <a:xfrm>
            <a:off x="545143" y="991408"/>
            <a:ext cx="8053711" cy="3856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9900CC"/>
              </a:buClr>
              <a:buFont typeface="+mj-lt"/>
              <a:buAutoNum type="arabicPeriod" startAt="4"/>
            </a:pPr>
            <a:r>
              <a:rPr lang="zh-CN" altLang="en-US" sz="2000" b="1" dirty="0">
                <a:latin typeface="微软雅黑" pitchFamily="34" charset="-122"/>
                <a:ea typeface="微软雅黑" pitchFamily="34" charset="-122"/>
              </a:rPr>
              <a:t>链路状态更新 </a:t>
            </a:r>
            <a:r>
              <a:rPr lang="en-US" altLang="zh-CN" sz="2000" b="1" dirty="0">
                <a:latin typeface="微软雅黑" pitchFamily="34" charset="-122"/>
                <a:ea typeface="微软雅黑" pitchFamily="34" charset="-122"/>
              </a:rPr>
              <a:t>(Link State Update)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Wingdings" panose="05000000000000000000" pitchFamily="2" charset="2"/>
              <a:buChar char="ü"/>
            </a:pPr>
            <a:r>
              <a:rPr lang="zh-CN" altLang="en-US" sz="2000" b="1" dirty="0">
                <a:latin typeface="微软雅黑" pitchFamily="34" charset="-122"/>
                <a:ea typeface="微软雅黑" pitchFamily="34" charset="-122"/>
              </a:rPr>
              <a:t>使用这个分组来传播链路状态通告</a:t>
            </a:r>
            <a:r>
              <a:rPr lang="en-US" altLang="zh-CN" sz="2000" b="1" dirty="0">
                <a:latin typeface="微软雅黑" pitchFamily="34" charset="-122"/>
                <a:ea typeface="微软雅黑" pitchFamily="34" charset="-122"/>
              </a:rPr>
              <a:t>LSA</a:t>
            </a:r>
            <a:r>
              <a:rPr lang="zh-CN" altLang="en-US" sz="2000" b="1" dirty="0">
                <a:latin typeface="微软雅黑" pitchFamily="34" charset="-122"/>
                <a:ea typeface="微软雅黑" pitchFamily="34" charset="-122"/>
              </a:rPr>
              <a:t>，一个链路状态更新分组可以承载多个</a:t>
            </a:r>
            <a:r>
              <a:rPr lang="en-US" altLang="zh-CN" sz="2000" b="1" dirty="0">
                <a:latin typeface="微软雅黑" pitchFamily="34" charset="-122"/>
                <a:ea typeface="微软雅黑" pitchFamily="34" charset="-122"/>
              </a:rPr>
              <a:t>LSA</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58775" indent="-358775">
              <a:lnSpc>
                <a:spcPts val="3300"/>
              </a:lnSpc>
              <a:buClr>
                <a:srgbClr val="9900CC"/>
              </a:buClr>
              <a:buFont typeface="Wingdings" panose="05000000000000000000" pitchFamily="2" charset="2"/>
              <a:buChar char="ü"/>
            </a:pPr>
            <a:r>
              <a:rPr lang="zh-CN" altLang="en-US" sz="2000" b="1" dirty="0">
                <a:latin typeface="微软雅黑" pitchFamily="34" charset="-122"/>
                <a:ea typeface="微软雅黑" pitchFamily="34" charset="-122"/>
              </a:rPr>
              <a:t>当路由器检测到链路状态发生变化时，用</a:t>
            </a:r>
            <a:r>
              <a:rPr lang="zh-CN" altLang="en-US" sz="2000" b="1" dirty="0">
                <a:solidFill>
                  <a:srgbClr val="C00000"/>
                </a:solidFill>
                <a:latin typeface="微软雅黑" pitchFamily="34" charset="-122"/>
                <a:ea typeface="微软雅黑" pitchFamily="34" charset="-122"/>
              </a:rPr>
              <a:t>洪泛机制</a:t>
            </a:r>
            <a:r>
              <a:rPr lang="zh-CN" altLang="en-US" sz="2000" b="1" dirty="0">
                <a:latin typeface="微软雅黑" pitchFamily="34" charset="-122"/>
                <a:ea typeface="微软雅黑" pitchFamily="34" charset="-122"/>
              </a:rPr>
              <a:t>发送链路状态更新分组。即使网络拓扑没有变化，也会每</a:t>
            </a:r>
            <a:r>
              <a:rPr lang="en-US" altLang="zh-CN" sz="2000" b="1" dirty="0">
                <a:latin typeface="微软雅黑" pitchFamily="34" charset="-122"/>
                <a:ea typeface="微软雅黑" pitchFamily="34" charset="-122"/>
              </a:rPr>
              <a:t>30</a:t>
            </a:r>
            <a:r>
              <a:rPr lang="zh-CN" altLang="en-US" sz="2000" b="1" dirty="0">
                <a:latin typeface="微软雅黑" pitchFamily="34" charset="-122"/>
                <a:ea typeface="微软雅黑" pitchFamily="34" charset="-122"/>
              </a:rPr>
              <a:t>分钟洪泛一次</a:t>
            </a:r>
            <a:r>
              <a:rPr lang="en-US" altLang="zh-CN" sz="2000" b="1" dirty="0">
                <a:latin typeface="微软雅黑" pitchFamily="34" charset="-122"/>
                <a:ea typeface="微软雅黑" pitchFamily="34" charset="-122"/>
              </a:rPr>
              <a:t>LSA</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58775" indent="-358775">
              <a:lnSpc>
                <a:spcPts val="3300"/>
              </a:lnSpc>
              <a:buClr>
                <a:srgbClr val="9900CC"/>
              </a:buClr>
              <a:buFont typeface="Wingdings" panose="05000000000000000000" pitchFamily="2" charset="2"/>
              <a:buChar char="ü"/>
            </a:pPr>
            <a:r>
              <a:rPr lang="zh-CN" altLang="en-US" sz="2000" b="1" dirty="0">
                <a:latin typeface="微软雅黑" pitchFamily="34" charset="-122"/>
                <a:ea typeface="微软雅黑" pitchFamily="34" charset="-122"/>
              </a:rPr>
              <a:t>若某个</a:t>
            </a:r>
            <a:r>
              <a:rPr lang="en-US" altLang="zh-CN" sz="2000" b="1" dirty="0">
                <a:latin typeface="微软雅黑" pitchFamily="34" charset="-122"/>
                <a:ea typeface="微软雅黑" pitchFamily="34" charset="-122"/>
              </a:rPr>
              <a:t>LSA</a:t>
            </a:r>
            <a:r>
              <a:rPr lang="zh-CN" altLang="en-US" sz="2000" b="1" dirty="0">
                <a:latin typeface="微软雅黑" pitchFamily="34" charset="-122"/>
                <a:ea typeface="微软雅黑" pitchFamily="34" charset="-122"/>
              </a:rPr>
              <a:t>达到最大年龄（通常是</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小时）而没有被刷新，则将被认为是过期的。过期的</a:t>
            </a:r>
            <a:r>
              <a:rPr lang="en-US" altLang="zh-CN" sz="2000" b="1" dirty="0">
                <a:latin typeface="微软雅黑" pitchFamily="34" charset="-122"/>
                <a:ea typeface="微软雅黑" pitchFamily="34" charset="-122"/>
              </a:rPr>
              <a:t>LSA</a:t>
            </a:r>
            <a:r>
              <a:rPr lang="zh-CN" altLang="en-US" sz="2000" b="1" dirty="0">
                <a:latin typeface="微软雅黑" pitchFamily="34" charset="-122"/>
                <a:ea typeface="微软雅黑" pitchFamily="34" charset="-122"/>
              </a:rPr>
              <a:t>会从链路状态数据库中被删除。</a:t>
            </a:r>
          </a:p>
          <a:p>
            <a:pPr marL="358775" indent="-358775">
              <a:lnSpc>
                <a:spcPts val="3300"/>
              </a:lnSpc>
              <a:buClr>
                <a:srgbClr val="9900CC"/>
              </a:buClr>
              <a:buFont typeface="Wingdings" panose="05000000000000000000" pitchFamily="2" charset="2"/>
              <a:buChar char="ü"/>
            </a:pPr>
            <a:r>
              <a:rPr lang="zh-CN" altLang="en-US" sz="2000" b="1" dirty="0">
                <a:latin typeface="微软雅黑" pitchFamily="34" charset="-122"/>
                <a:ea typeface="微软雅黑" pitchFamily="34" charset="-122"/>
              </a:rPr>
              <a:t>收到链路状态请求，用链路状态更新分组进行应答。</a:t>
            </a:r>
            <a:endParaRPr lang="en-US" altLang="zh-CN" sz="2000" b="1" dirty="0">
              <a:latin typeface="微软雅黑" pitchFamily="34" charset="-122"/>
              <a:ea typeface="微软雅黑" pitchFamily="34" charset="-122"/>
            </a:endParaRPr>
          </a:p>
          <a:p>
            <a:pPr marL="358775" indent="-358775">
              <a:lnSpc>
                <a:spcPts val="3300"/>
              </a:lnSpc>
              <a:buClr>
                <a:srgbClr val="9900CC"/>
              </a:buClr>
              <a:buFont typeface="Wingdings" panose="05000000000000000000" pitchFamily="2" charset="2"/>
              <a:buChar char="ü"/>
            </a:pPr>
            <a:endParaRPr lang="zh-CN" altLang="en-US" sz="2000" b="1" dirty="0">
              <a:latin typeface="微软雅黑" pitchFamily="34" charset="-122"/>
              <a:ea typeface="微软雅黑" pitchFamily="34" charset="-122"/>
            </a:endParaRPr>
          </a:p>
        </p:txBody>
      </p:sp>
      <p:sp>
        <p:nvSpPr>
          <p:cNvPr id="3" name="AutoShape 5">
            <a:extLst>
              <a:ext uri="{FF2B5EF4-FFF2-40B4-BE49-F238E27FC236}">
                <a16:creationId xmlns:a16="http://schemas.microsoft.com/office/drawing/2014/main" id="{4D4DEE56-508C-5E34-39A0-17AECD4E5CC7}"/>
              </a:ext>
            </a:extLst>
          </p:cNvPr>
          <p:cNvSpPr>
            <a:spLocks noChangeArrowheads="1"/>
          </p:cNvSpPr>
          <p:nvPr/>
        </p:nvSpPr>
        <p:spPr bwMode="auto">
          <a:xfrm>
            <a:off x="545144" y="632091"/>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20C80123-AD47-6999-0D2E-2C519A9E51D0}"/>
              </a:ext>
            </a:extLst>
          </p:cNvPr>
          <p:cNvSpPr>
            <a:spLocks noChangeArrowheads="1"/>
          </p:cNvSpPr>
          <p:nvPr/>
        </p:nvSpPr>
        <p:spPr bwMode="auto">
          <a:xfrm>
            <a:off x="1941968" y="59888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OSPF</a:t>
            </a:r>
            <a:r>
              <a:rPr lang="zh-CN" altLang="en-US" sz="2000" b="1" dirty="0">
                <a:solidFill>
                  <a:schemeClr val="bg1"/>
                </a:solidFill>
                <a:latin typeface="微软雅黑" pitchFamily="34" charset="-122"/>
                <a:ea typeface="微软雅黑" pitchFamily="34" charset="-122"/>
              </a:rPr>
              <a:t>的</a:t>
            </a:r>
            <a:r>
              <a:rPr lang="en-US" altLang="zh-CN" sz="2000" b="1" dirty="0">
                <a:solidFill>
                  <a:schemeClr val="bg1"/>
                </a:solidFill>
                <a:latin typeface="微软雅黑" pitchFamily="34" charset="-122"/>
                <a:ea typeface="微软雅黑" pitchFamily="34" charset="-122"/>
              </a:rPr>
              <a:t>5</a:t>
            </a:r>
            <a:r>
              <a:rPr lang="zh-CN" altLang="en-US" sz="2000" b="1" dirty="0">
                <a:solidFill>
                  <a:schemeClr val="bg1"/>
                </a:solidFill>
                <a:latin typeface="微软雅黑" pitchFamily="34" charset="-122"/>
                <a:ea typeface="微软雅黑" pitchFamily="34" charset="-122"/>
              </a:rPr>
              <a:t>种分组类型</a:t>
            </a:r>
          </a:p>
        </p:txBody>
      </p:sp>
    </p:spTree>
    <p:extLst>
      <p:ext uri="{BB962C8B-B14F-4D97-AF65-F5344CB8AC3E}">
        <p14:creationId xmlns:p14="http://schemas.microsoft.com/office/powerpoint/2010/main" val="29746849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1000"/>
                                        <p:tgtEl>
                                          <p:spTgt spid="2">
                                            <p:txEl>
                                              <p:pRg st="1" end="1"/>
                                            </p:txEl>
                                          </p:spTgt>
                                        </p:tgtEl>
                                      </p:cBhvr>
                                    </p:animEffect>
                                    <p:anim calcmode="lin" valueType="num">
                                      <p:cBhvr>
                                        <p:cTn id="8"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2" end="2"/>
                                            </p:txEl>
                                          </p:spTgt>
                                        </p:tgtEl>
                                        <p:attrNameLst>
                                          <p:attrName>style.visibility</p:attrName>
                                        </p:attrNameLst>
                                      </p:cBhvr>
                                      <p:to>
                                        <p:strVal val="visible"/>
                                      </p:to>
                                    </p:set>
                                    <p:animEffect transition="in" filter="fade">
                                      <p:cBhvr>
                                        <p:cTn id="14" dur="1000"/>
                                        <p:tgtEl>
                                          <p:spTgt spid="2">
                                            <p:txEl>
                                              <p:pRg st="2" end="2"/>
                                            </p:txEl>
                                          </p:spTgt>
                                        </p:tgtEl>
                                      </p:cBhvr>
                                    </p:animEffect>
                                    <p:anim calcmode="lin" valueType="num">
                                      <p:cBhvr>
                                        <p:cTn id="15"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3" end="3"/>
                                            </p:txEl>
                                          </p:spTgt>
                                        </p:tgtEl>
                                        <p:attrNameLst>
                                          <p:attrName>style.visibility</p:attrName>
                                        </p:attrNameLst>
                                      </p:cBhvr>
                                      <p:to>
                                        <p:strVal val="visible"/>
                                      </p:to>
                                    </p:set>
                                    <p:animEffect transition="in" filter="fade">
                                      <p:cBhvr>
                                        <p:cTn id="21" dur="1000"/>
                                        <p:tgtEl>
                                          <p:spTgt spid="2">
                                            <p:txEl>
                                              <p:pRg st="3" end="3"/>
                                            </p:txEl>
                                          </p:spTgt>
                                        </p:tgtEl>
                                      </p:cBhvr>
                                    </p:animEffect>
                                    <p:anim calcmode="lin" valueType="num">
                                      <p:cBhvr>
                                        <p:cTn id="22"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
                                            <p:txEl>
                                              <p:pRg st="4" end="4"/>
                                            </p:txEl>
                                          </p:spTgt>
                                        </p:tgtEl>
                                        <p:attrNameLst>
                                          <p:attrName>style.visibility</p:attrName>
                                        </p:attrNameLst>
                                      </p:cBhvr>
                                      <p:to>
                                        <p:strVal val="visible"/>
                                      </p:to>
                                    </p:set>
                                    <p:animEffect transition="in" filter="fade">
                                      <p:cBhvr>
                                        <p:cTn id="28" dur="1000"/>
                                        <p:tgtEl>
                                          <p:spTgt spid="2">
                                            <p:txEl>
                                              <p:pRg st="4" end="4"/>
                                            </p:txEl>
                                          </p:spTgt>
                                        </p:tgtEl>
                                      </p:cBhvr>
                                    </p:animEffect>
                                    <p:anim calcmode="lin" valueType="num">
                                      <p:cBhvr>
                                        <p:cTn id="29"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25C975-CE36-1795-5793-999944565E36}"/>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C77894EE-82AD-A08D-3C0F-C128B03C2BD6}"/>
              </a:ext>
            </a:extLst>
          </p:cNvPr>
          <p:cNvSpPr>
            <a:spLocks noChangeArrowheads="1"/>
          </p:cNvSpPr>
          <p:nvPr/>
        </p:nvSpPr>
        <p:spPr bwMode="auto">
          <a:xfrm>
            <a:off x="545143" y="991408"/>
            <a:ext cx="8053711" cy="17403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a:lnSpc>
                <a:spcPts val="3300"/>
              </a:lnSpc>
              <a:buClr>
                <a:srgbClr val="9900CC"/>
              </a:buClr>
              <a:buFont typeface="+mj-lt"/>
              <a:buAutoNum type="arabicPeriod" startAt="5"/>
            </a:pPr>
            <a:r>
              <a:rPr lang="zh-CN" altLang="en-US" sz="2000" b="1" dirty="0">
                <a:latin typeface="微软雅黑" pitchFamily="34" charset="-122"/>
                <a:ea typeface="微软雅黑" pitchFamily="34" charset="-122"/>
              </a:rPr>
              <a:t>链路状态确认 </a:t>
            </a:r>
            <a:r>
              <a:rPr lang="en-US" altLang="zh-CN" sz="2000" b="1" dirty="0">
                <a:latin typeface="微软雅黑" pitchFamily="34" charset="-122"/>
                <a:ea typeface="微软雅黑" pitchFamily="34" charset="-122"/>
              </a:rPr>
              <a:t>(Link State Acknowledgment) </a:t>
            </a:r>
            <a:r>
              <a:rPr lang="zh-CN" altLang="en-US" sz="2000" b="1" dirty="0">
                <a:latin typeface="微软雅黑" pitchFamily="34" charset="-122"/>
                <a:ea typeface="微软雅黑" pitchFamily="34" charset="-122"/>
              </a:rPr>
              <a:t>分组。</a:t>
            </a:r>
          </a:p>
          <a:p>
            <a:pPr marL="358775" indent="-358775">
              <a:lnSpc>
                <a:spcPts val="3300"/>
              </a:lnSpc>
              <a:buClr>
                <a:srgbClr val="9900CC"/>
              </a:buClr>
              <a:buFont typeface="Wingdings" panose="05000000000000000000" pitchFamily="2" charset="2"/>
              <a:buChar char="ü"/>
            </a:pPr>
            <a:r>
              <a:rPr lang="zh-CN" altLang="en-US" sz="2000" b="1" dirty="0">
                <a:latin typeface="微软雅黑" pitchFamily="34" charset="-122"/>
                <a:ea typeface="微软雅黑" pitchFamily="34" charset="-122"/>
              </a:rPr>
              <a:t>路由器收到链路状态更新分组后，应向对方发送链路更新确认分组。若发送方没有收到确认，就进行重传。</a:t>
            </a:r>
            <a:endParaRPr lang="en-US" altLang="zh-CN" sz="2000" b="1" dirty="0">
              <a:latin typeface="微软雅黑" pitchFamily="34" charset="-122"/>
              <a:ea typeface="微软雅黑" pitchFamily="34" charset="-122"/>
            </a:endParaRPr>
          </a:p>
          <a:p>
            <a:pPr marL="358775" indent="-358775">
              <a:lnSpc>
                <a:spcPts val="3300"/>
              </a:lnSpc>
              <a:buClr>
                <a:srgbClr val="9900CC"/>
              </a:buClr>
              <a:buFont typeface="Wingdings" panose="05000000000000000000" pitchFamily="2" charset="2"/>
              <a:buChar char="ü"/>
            </a:pPr>
            <a:r>
              <a:rPr lang="zh-CN" altLang="en-US" sz="2000" b="1" dirty="0">
                <a:latin typeface="微软雅黑" pitchFamily="34" charset="-122"/>
                <a:ea typeface="微软雅黑" pitchFamily="34" charset="-122"/>
              </a:rPr>
              <a:t>实现链路状态更新分组的可靠洪泛。</a:t>
            </a:r>
          </a:p>
        </p:txBody>
      </p:sp>
      <p:sp>
        <p:nvSpPr>
          <p:cNvPr id="3" name="AutoShape 5">
            <a:extLst>
              <a:ext uri="{FF2B5EF4-FFF2-40B4-BE49-F238E27FC236}">
                <a16:creationId xmlns:a16="http://schemas.microsoft.com/office/drawing/2014/main" id="{E89A8E47-0601-0988-7B5A-FDE2A2450B15}"/>
              </a:ext>
            </a:extLst>
          </p:cNvPr>
          <p:cNvSpPr>
            <a:spLocks noChangeArrowheads="1"/>
          </p:cNvSpPr>
          <p:nvPr/>
        </p:nvSpPr>
        <p:spPr bwMode="auto">
          <a:xfrm>
            <a:off x="545144" y="632091"/>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3F2AD1DF-57C6-503C-41CB-1FFE464655C4}"/>
              </a:ext>
            </a:extLst>
          </p:cNvPr>
          <p:cNvSpPr>
            <a:spLocks noChangeArrowheads="1"/>
          </p:cNvSpPr>
          <p:nvPr/>
        </p:nvSpPr>
        <p:spPr bwMode="auto">
          <a:xfrm>
            <a:off x="1941968" y="59888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OSPF</a:t>
            </a:r>
            <a:r>
              <a:rPr lang="zh-CN" altLang="en-US" sz="2000" b="1" dirty="0">
                <a:solidFill>
                  <a:schemeClr val="bg1"/>
                </a:solidFill>
                <a:latin typeface="微软雅黑" pitchFamily="34" charset="-122"/>
                <a:ea typeface="微软雅黑" pitchFamily="34" charset="-122"/>
              </a:rPr>
              <a:t>的</a:t>
            </a:r>
            <a:r>
              <a:rPr lang="en-US" altLang="zh-CN" sz="2000" b="1" dirty="0">
                <a:solidFill>
                  <a:schemeClr val="bg1"/>
                </a:solidFill>
                <a:latin typeface="微软雅黑" pitchFamily="34" charset="-122"/>
                <a:ea typeface="微软雅黑" pitchFamily="34" charset="-122"/>
              </a:rPr>
              <a:t>5</a:t>
            </a:r>
            <a:r>
              <a:rPr lang="zh-CN" altLang="en-US" sz="2000" b="1" dirty="0">
                <a:solidFill>
                  <a:schemeClr val="bg1"/>
                </a:solidFill>
                <a:latin typeface="微软雅黑" pitchFamily="34" charset="-122"/>
                <a:ea typeface="微软雅黑" pitchFamily="34" charset="-122"/>
              </a:rPr>
              <a:t>种分组类型</a:t>
            </a:r>
          </a:p>
        </p:txBody>
      </p:sp>
    </p:spTree>
    <p:extLst>
      <p:ext uri="{BB962C8B-B14F-4D97-AF65-F5344CB8AC3E}">
        <p14:creationId xmlns:p14="http://schemas.microsoft.com/office/powerpoint/2010/main" val="3886306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1000"/>
                                        <p:tgtEl>
                                          <p:spTgt spid="2">
                                            <p:txEl>
                                              <p:pRg st="1" end="1"/>
                                            </p:txEl>
                                          </p:spTgt>
                                        </p:tgtEl>
                                      </p:cBhvr>
                                    </p:animEffect>
                                    <p:anim calcmode="lin" valueType="num">
                                      <p:cBhvr>
                                        <p:cTn id="8"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2" end="2"/>
                                            </p:txEl>
                                          </p:spTgt>
                                        </p:tgtEl>
                                        <p:attrNameLst>
                                          <p:attrName>style.visibility</p:attrName>
                                        </p:attrNameLst>
                                      </p:cBhvr>
                                      <p:to>
                                        <p:strVal val="visible"/>
                                      </p:to>
                                    </p:set>
                                    <p:animEffect transition="in" filter="fade">
                                      <p:cBhvr>
                                        <p:cTn id="14" dur="1000"/>
                                        <p:tgtEl>
                                          <p:spTgt spid="2">
                                            <p:txEl>
                                              <p:pRg st="2" end="2"/>
                                            </p:txEl>
                                          </p:spTgt>
                                        </p:tgtEl>
                                      </p:cBhvr>
                                    </p:animEffect>
                                    <p:anim calcmode="lin" valueType="num">
                                      <p:cBhvr>
                                        <p:cTn id="15"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162467-3B18-11C7-7286-780C11559D40}"/>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7CEF9133-EFC0-F46E-5C60-C62AB3EDC8A2}"/>
              </a:ext>
            </a:extLst>
          </p:cNvPr>
          <p:cNvSpPr/>
          <p:nvPr/>
        </p:nvSpPr>
        <p:spPr>
          <a:xfrm>
            <a:off x="545144" y="615462"/>
            <a:ext cx="8053712"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Rectangle 3">
            <a:extLst>
              <a:ext uri="{FF2B5EF4-FFF2-40B4-BE49-F238E27FC236}">
                <a16:creationId xmlns:a16="http://schemas.microsoft.com/office/drawing/2014/main" id="{3DA166E4-DE43-A8CD-05CA-74A050506F06}"/>
              </a:ext>
            </a:extLst>
          </p:cNvPr>
          <p:cNvSpPr>
            <a:spLocks noChangeArrowheads="1"/>
          </p:cNvSpPr>
          <p:nvPr/>
        </p:nvSpPr>
        <p:spPr bwMode="auto">
          <a:xfrm>
            <a:off x="3091323" y="2548603"/>
            <a:ext cx="4169250" cy="880265"/>
          </a:xfrm>
          <a:prstGeom prst="rect">
            <a:avLst/>
          </a:prstGeom>
          <a:solidFill>
            <a:srgbClr val="99FFCC"/>
          </a:solidFill>
          <a:ln>
            <a:solidFill>
              <a:schemeClr val="tx1"/>
            </a:solid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 name="Rectangle 4">
            <a:extLst>
              <a:ext uri="{FF2B5EF4-FFF2-40B4-BE49-F238E27FC236}">
                <a16:creationId xmlns:a16="http://schemas.microsoft.com/office/drawing/2014/main" id="{04F1FD33-FA4B-843A-3A65-B7F2185D9EFB}"/>
              </a:ext>
            </a:extLst>
          </p:cNvPr>
          <p:cNvSpPr>
            <a:spLocks noChangeArrowheads="1"/>
          </p:cNvSpPr>
          <p:nvPr/>
        </p:nvSpPr>
        <p:spPr bwMode="auto">
          <a:xfrm>
            <a:off x="3091323" y="800842"/>
            <a:ext cx="4169250" cy="880265"/>
          </a:xfrm>
          <a:prstGeom prst="rect">
            <a:avLst/>
          </a:prstGeom>
          <a:solidFill>
            <a:srgbClr val="99FFCC"/>
          </a:solidFill>
          <a:ln>
            <a:solidFill>
              <a:schemeClr val="tx1"/>
            </a:solidFill>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 name="Text Box 39">
            <a:extLst>
              <a:ext uri="{FF2B5EF4-FFF2-40B4-BE49-F238E27FC236}">
                <a16:creationId xmlns:a16="http://schemas.microsoft.com/office/drawing/2014/main" id="{7A88E47E-8104-FC64-822C-350F80649C92}"/>
              </a:ext>
            </a:extLst>
          </p:cNvPr>
          <p:cNvSpPr txBox="1">
            <a:spLocks noChangeArrowheads="1"/>
          </p:cNvSpPr>
          <p:nvPr/>
        </p:nvSpPr>
        <p:spPr bwMode="auto">
          <a:xfrm>
            <a:off x="4750525" y="113561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更新分组</a:t>
            </a:r>
          </a:p>
        </p:txBody>
      </p:sp>
      <p:sp>
        <p:nvSpPr>
          <p:cNvPr id="6" name="Line 5">
            <a:extLst>
              <a:ext uri="{FF2B5EF4-FFF2-40B4-BE49-F238E27FC236}">
                <a16:creationId xmlns:a16="http://schemas.microsoft.com/office/drawing/2014/main" id="{8EDD82EF-A9ED-D0FB-A949-BA1AA0BAEB00}"/>
              </a:ext>
            </a:extLst>
          </p:cNvPr>
          <p:cNvSpPr>
            <a:spLocks noChangeShapeType="1"/>
          </p:cNvSpPr>
          <p:nvPr/>
        </p:nvSpPr>
        <p:spPr bwMode="auto">
          <a:xfrm>
            <a:off x="3627919" y="955002"/>
            <a:ext cx="3217606"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 name="Freeform 6">
            <a:extLst>
              <a:ext uri="{FF2B5EF4-FFF2-40B4-BE49-F238E27FC236}">
                <a16:creationId xmlns:a16="http://schemas.microsoft.com/office/drawing/2014/main" id="{42742B80-0EAB-89A1-733C-CDF7C363E06C}"/>
              </a:ext>
            </a:extLst>
          </p:cNvPr>
          <p:cNvSpPr>
            <a:spLocks/>
          </p:cNvSpPr>
          <p:nvPr/>
        </p:nvSpPr>
        <p:spPr bwMode="auto">
          <a:xfrm>
            <a:off x="3627919" y="955002"/>
            <a:ext cx="3217606" cy="567384"/>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Line 7">
            <a:extLst>
              <a:ext uri="{FF2B5EF4-FFF2-40B4-BE49-F238E27FC236}">
                <a16:creationId xmlns:a16="http://schemas.microsoft.com/office/drawing/2014/main" id="{FC361B47-0A3F-FD95-8F71-9D976180BB31}"/>
              </a:ext>
            </a:extLst>
          </p:cNvPr>
          <p:cNvSpPr>
            <a:spLocks noChangeShapeType="1"/>
          </p:cNvSpPr>
          <p:nvPr/>
        </p:nvSpPr>
        <p:spPr bwMode="auto">
          <a:xfrm>
            <a:off x="4640833" y="955002"/>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Line 8">
            <a:extLst>
              <a:ext uri="{FF2B5EF4-FFF2-40B4-BE49-F238E27FC236}">
                <a16:creationId xmlns:a16="http://schemas.microsoft.com/office/drawing/2014/main" id="{3D38A483-D9C3-B4CB-B54E-037C05EF0604}"/>
              </a:ext>
            </a:extLst>
          </p:cNvPr>
          <p:cNvSpPr>
            <a:spLocks noChangeShapeType="1"/>
          </p:cNvSpPr>
          <p:nvPr/>
        </p:nvSpPr>
        <p:spPr bwMode="auto">
          <a:xfrm>
            <a:off x="5832612" y="955002"/>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9">
            <a:extLst>
              <a:ext uri="{FF2B5EF4-FFF2-40B4-BE49-F238E27FC236}">
                <a16:creationId xmlns:a16="http://schemas.microsoft.com/office/drawing/2014/main" id="{A4E8F5C6-D755-4263-C1D1-C032FC45CB52}"/>
              </a:ext>
            </a:extLst>
          </p:cNvPr>
          <p:cNvSpPr>
            <a:spLocks noChangeShapeType="1"/>
          </p:cNvSpPr>
          <p:nvPr/>
        </p:nvSpPr>
        <p:spPr bwMode="auto">
          <a:xfrm>
            <a:off x="4839463" y="1462181"/>
            <a:ext cx="298439"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 name="Line 10">
            <a:extLst>
              <a:ext uri="{FF2B5EF4-FFF2-40B4-BE49-F238E27FC236}">
                <a16:creationId xmlns:a16="http://schemas.microsoft.com/office/drawing/2014/main" id="{29F9DD6A-5005-6EE6-202F-BFA40BC074DE}"/>
              </a:ext>
            </a:extLst>
          </p:cNvPr>
          <p:cNvSpPr>
            <a:spLocks noChangeShapeType="1"/>
          </p:cNvSpPr>
          <p:nvPr/>
        </p:nvSpPr>
        <p:spPr bwMode="auto">
          <a:xfrm rot="12726376">
            <a:off x="4187246" y="1256938"/>
            <a:ext cx="298439" cy="912"/>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 name="Line 11">
            <a:extLst>
              <a:ext uri="{FF2B5EF4-FFF2-40B4-BE49-F238E27FC236}">
                <a16:creationId xmlns:a16="http://schemas.microsoft.com/office/drawing/2014/main" id="{7EA670F5-02C0-C036-D1E5-B5CB9255816E}"/>
              </a:ext>
            </a:extLst>
          </p:cNvPr>
          <p:cNvSpPr>
            <a:spLocks noChangeShapeType="1"/>
          </p:cNvSpPr>
          <p:nvPr/>
        </p:nvSpPr>
        <p:spPr bwMode="auto">
          <a:xfrm rot="16200000">
            <a:off x="4594235" y="1219538"/>
            <a:ext cx="257238"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 name="Line 12">
            <a:extLst>
              <a:ext uri="{FF2B5EF4-FFF2-40B4-BE49-F238E27FC236}">
                <a16:creationId xmlns:a16="http://schemas.microsoft.com/office/drawing/2014/main" id="{873BB7AC-9EA4-9644-BC45-ED5E4CB4750C}"/>
              </a:ext>
            </a:extLst>
          </p:cNvPr>
          <p:cNvSpPr>
            <a:spLocks noChangeShapeType="1"/>
          </p:cNvSpPr>
          <p:nvPr/>
        </p:nvSpPr>
        <p:spPr bwMode="auto">
          <a:xfrm>
            <a:off x="3627919" y="1838004"/>
            <a:ext cx="3217606"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 name="Freeform 13">
            <a:extLst>
              <a:ext uri="{FF2B5EF4-FFF2-40B4-BE49-F238E27FC236}">
                <a16:creationId xmlns:a16="http://schemas.microsoft.com/office/drawing/2014/main" id="{86DBD969-AF2F-5C61-3153-41214A6CBA58}"/>
              </a:ext>
            </a:extLst>
          </p:cNvPr>
          <p:cNvSpPr>
            <a:spLocks/>
          </p:cNvSpPr>
          <p:nvPr/>
        </p:nvSpPr>
        <p:spPr bwMode="auto">
          <a:xfrm>
            <a:off x="3627919" y="1838004"/>
            <a:ext cx="3217606" cy="566472"/>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Line 14">
            <a:extLst>
              <a:ext uri="{FF2B5EF4-FFF2-40B4-BE49-F238E27FC236}">
                <a16:creationId xmlns:a16="http://schemas.microsoft.com/office/drawing/2014/main" id="{4B74FE29-C1ED-2499-C80D-B0A224F8111D}"/>
              </a:ext>
            </a:extLst>
          </p:cNvPr>
          <p:cNvSpPr>
            <a:spLocks noChangeShapeType="1"/>
          </p:cNvSpPr>
          <p:nvPr/>
        </p:nvSpPr>
        <p:spPr bwMode="auto">
          <a:xfrm>
            <a:off x="4640833" y="1838004"/>
            <a:ext cx="0" cy="566472"/>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Line 15">
            <a:extLst>
              <a:ext uri="{FF2B5EF4-FFF2-40B4-BE49-F238E27FC236}">
                <a16:creationId xmlns:a16="http://schemas.microsoft.com/office/drawing/2014/main" id="{A1256E7C-114C-3F84-FC97-74A32390445F}"/>
              </a:ext>
            </a:extLst>
          </p:cNvPr>
          <p:cNvSpPr>
            <a:spLocks noChangeShapeType="1"/>
          </p:cNvSpPr>
          <p:nvPr/>
        </p:nvSpPr>
        <p:spPr bwMode="auto">
          <a:xfrm>
            <a:off x="5832612" y="1838004"/>
            <a:ext cx="0" cy="566472"/>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nvGrpSpPr>
          <p:cNvPr id="17" name="Group 71">
            <a:extLst>
              <a:ext uri="{FF2B5EF4-FFF2-40B4-BE49-F238E27FC236}">
                <a16:creationId xmlns:a16="http://schemas.microsoft.com/office/drawing/2014/main" id="{51D7F312-EDAA-4195-B04F-EAD188FF360D}"/>
              </a:ext>
            </a:extLst>
          </p:cNvPr>
          <p:cNvGrpSpPr>
            <a:grpSpLocks/>
          </p:cNvGrpSpPr>
          <p:nvPr/>
        </p:nvGrpSpPr>
        <p:grpSpPr bwMode="auto">
          <a:xfrm>
            <a:off x="5912657" y="1960238"/>
            <a:ext cx="666053" cy="258151"/>
            <a:chOff x="3648" y="1798"/>
            <a:chExt cx="674" cy="283"/>
          </a:xfrm>
        </p:grpSpPr>
        <p:sp>
          <p:nvSpPr>
            <p:cNvPr id="18" name="Line 17">
              <a:extLst>
                <a:ext uri="{FF2B5EF4-FFF2-40B4-BE49-F238E27FC236}">
                  <a16:creationId xmlns:a16="http://schemas.microsoft.com/office/drawing/2014/main" id="{D5D1CF06-CE70-C7AD-A4AC-BD6AFCD29BA0}"/>
                </a:ext>
              </a:extLst>
            </p:cNvPr>
            <p:cNvSpPr>
              <a:spLocks noChangeShapeType="1"/>
            </p:cNvSpPr>
            <p:nvPr/>
          </p:nvSpPr>
          <p:spPr bwMode="auto">
            <a:xfrm rot="-2260875">
              <a:off x="4021" y="2023"/>
              <a:ext cx="301" cy="1"/>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9" name="Line 18">
              <a:extLst>
                <a:ext uri="{FF2B5EF4-FFF2-40B4-BE49-F238E27FC236}">
                  <a16:creationId xmlns:a16="http://schemas.microsoft.com/office/drawing/2014/main" id="{086F52A7-7940-10C2-8F02-6F83651DC05A}"/>
                </a:ext>
              </a:extLst>
            </p:cNvPr>
            <p:cNvSpPr>
              <a:spLocks noChangeShapeType="1"/>
            </p:cNvSpPr>
            <p:nvPr/>
          </p:nvSpPr>
          <p:spPr bwMode="auto">
            <a:xfrm rot="-5400000">
              <a:off x="3506" y="1940"/>
              <a:ext cx="283"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sp>
        <p:nvSpPr>
          <p:cNvPr id="20" name="Line 19">
            <a:extLst>
              <a:ext uri="{FF2B5EF4-FFF2-40B4-BE49-F238E27FC236}">
                <a16:creationId xmlns:a16="http://schemas.microsoft.com/office/drawing/2014/main" id="{8B2AF099-B729-D5AB-770C-39EE45F0B532}"/>
              </a:ext>
            </a:extLst>
          </p:cNvPr>
          <p:cNvSpPr>
            <a:spLocks noChangeShapeType="1"/>
          </p:cNvSpPr>
          <p:nvPr/>
        </p:nvSpPr>
        <p:spPr bwMode="auto">
          <a:xfrm>
            <a:off x="3627920" y="2720095"/>
            <a:ext cx="3207724" cy="9122"/>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1" name="Freeform 20">
            <a:extLst>
              <a:ext uri="{FF2B5EF4-FFF2-40B4-BE49-F238E27FC236}">
                <a16:creationId xmlns:a16="http://schemas.microsoft.com/office/drawing/2014/main" id="{BF3C103A-9946-01CF-C0CC-04CD42CDB11B}"/>
              </a:ext>
            </a:extLst>
          </p:cNvPr>
          <p:cNvSpPr>
            <a:spLocks/>
          </p:cNvSpPr>
          <p:nvPr/>
        </p:nvSpPr>
        <p:spPr bwMode="auto">
          <a:xfrm>
            <a:off x="3627919" y="2720095"/>
            <a:ext cx="3217606" cy="567384"/>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Line 21">
            <a:extLst>
              <a:ext uri="{FF2B5EF4-FFF2-40B4-BE49-F238E27FC236}">
                <a16:creationId xmlns:a16="http://schemas.microsoft.com/office/drawing/2014/main" id="{80AE65CC-EB07-1FF4-87A1-23362114F60B}"/>
              </a:ext>
            </a:extLst>
          </p:cNvPr>
          <p:cNvSpPr>
            <a:spLocks noChangeShapeType="1"/>
          </p:cNvSpPr>
          <p:nvPr/>
        </p:nvSpPr>
        <p:spPr bwMode="auto">
          <a:xfrm>
            <a:off x="4640833" y="2720095"/>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Line 22">
            <a:extLst>
              <a:ext uri="{FF2B5EF4-FFF2-40B4-BE49-F238E27FC236}">
                <a16:creationId xmlns:a16="http://schemas.microsoft.com/office/drawing/2014/main" id="{A631E09D-7CB2-0A29-86A6-D493A694DF88}"/>
              </a:ext>
            </a:extLst>
          </p:cNvPr>
          <p:cNvSpPr>
            <a:spLocks noChangeShapeType="1"/>
          </p:cNvSpPr>
          <p:nvPr/>
        </p:nvSpPr>
        <p:spPr bwMode="auto">
          <a:xfrm>
            <a:off x="5832612" y="2720095"/>
            <a:ext cx="0" cy="56738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24">
            <a:extLst>
              <a:ext uri="{FF2B5EF4-FFF2-40B4-BE49-F238E27FC236}">
                <a16:creationId xmlns:a16="http://schemas.microsoft.com/office/drawing/2014/main" id="{C57B588A-04FB-2482-FFC3-A73B64190ED8}"/>
              </a:ext>
            </a:extLst>
          </p:cNvPr>
          <p:cNvSpPr>
            <a:spLocks noChangeShapeType="1"/>
          </p:cNvSpPr>
          <p:nvPr/>
        </p:nvSpPr>
        <p:spPr bwMode="auto">
          <a:xfrm>
            <a:off x="3627919" y="3603096"/>
            <a:ext cx="3217606" cy="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Freeform 25">
            <a:extLst>
              <a:ext uri="{FF2B5EF4-FFF2-40B4-BE49-F238E27FC236}">
                <a16:creationId xmlns:a16="http://schemas.microsoft.com/office/drawing/2014/main" id="{88386597-9A3C-6C39-27E7-78EE3A9AB6AB}"/>
              </a:ext>
            </a:extLst>
          </p:cNvPr>
          <p:cNvSpPr>
            <a:spLocks/>
          </p:cNvSpPr>
          <p:nvPr/>
        </p:nvSpPr>
        <p:spPr bwMode="auto">
          <a:xfrm>
            <a:off x="3620014" y="3603097"/>
            <a:ext cx="3218594" cy="566471"/>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0000FF"/>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6" name="Line 26">
            <a:extLst>
              <a:ext uri="{FF2B5EF4-FFF2-40B4-BE49-F238E27FC236}">
                <a16:creationId xmlns:a16="http://schemas.microsoft.com/office/drawing/2014/main" id="{5D4531DE-68A5-41F3-34C3-F687223FB7C7}"/>
              </a:ext>
            </a:extLst>
          </p:cNvPr>
          <p:cNvSpPr>
            <a:spLocks noChangeShapeType="1"/>
          </p:cNvSpPr>
          <p:nvPr/>
        </p:nvSpPr>
        <p:spPr bwMode="auto">
          <a:xfrm>
            <a:off x="4640833" y="3603097"/>
            <a:ext cx="0" cy="566471"/>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7" name="Line 27">
            <a:extLst>
              <a:ext uri="{FF2B5EF4-FFF2-40B4-BE49-F238E27FC236}">
                <a16:creationId xmlns:a16="http://schemas.microsoft.com/office/drawing/2014/main" id="{4824661D-9316-A013-4714-6C32BA39A23A}"/>
              </a:ext>
            </a:extLst>
          </p:cNvPr>
          <p:cNvSpPr>
            <a:spLocks noChangeShapeType="1"/>
          </p:cNvSpPr>
          <p:nvPr/>
        </p:nvSpPr>
        <p:spPr bwMode="auto">
          <a:xfrm>
            <a:off x="5832612" y="3603097"/>
            <a:ext cx="0" cy="566471"/>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nvGrpSpPr>
          <p:cNvPr id="28" name="Group 70">
            <a:extLst>
              <a:ext uri="{FF2B5EF4-FFF2-40B4-BE49-F238E27FC236}">
                <a16:creationId xmlns:a16="http://schemas.microsoft.com/office/drawing/2014/main" id="{5CE42AB7-2951-638D-46F4-1D7009BE3036}"/>
              </a:ext>
            </a:extLst>
          </p:cNvPr>
          <p:cNvGrpSpPr>
            <a:grpSpLocks/>
          </p:cNvGrpSpPr>
          <p:nvPr/>
        </p:nvGrpSpPr>
        <p:grpSpPr bwMode="auto">
          <a:xfrm>
            <a:off x="3974781" y="1771414"/>
            <a:ext cx="1361751" cy="137741"/>
            <a:chOff x="1687" y="1591"/>
            <a:chExt cx="1378" cy="151"/>
          </a:xfrm>
        </p:grpSpPr>
        <p:sp>
          <p:nvSpPr>
            <p:cNvPr id="29" name="Line 16">
              <a:extLst>
                <a:ext uri="{FF2B5EF4-FFF2-40B4-BE49-F238E27FC236}">
                  <a16:creationId xmlns:a16="http://schemas.microsoft.com/office/drawing/2014/main" id="{41480AB1-29FE-C4D8-B173-A81D2C09992D}"/>
                </a:ext>
              </a:extLst>
            </p:cNvPr>
            <p:cNvSpPr>
              <a:spLocks noChangeShapeType="1"/>
            </p:cNvSpPr>
            <p:nvPr/>
          </p:nvSpPr>
          <p:spPr bwMode="auto">
            <a:xfrm flipH="1">
              <a:off x="1687" y="1591"/>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Line 28">
              <a:extLst>
                <a:ext uri="{FF2B5EF4-FFF2-40B4-BE49-F238E27FC236}">
                  <a16:creationId xmlns:a16="http://schemas.microsoft.com/office/drawing/2014/main" id="{D7CD1362-E2D8-1C98-1AD9-86367F176882}"/>
                </a:ext>
              </a:extLst>
            </p:cNvPr>
            <p:cNvSpPr>
              <a:spLocks noChangeShapeType="1"/>
            </p:cNvSpPr>
            <p:nvPr/>
          </p:nvSpPr>
          <p:spPr bwMode="auto">
            <a:xfrm>
              <a:off x="2763" y="1742"/>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sp>
        <p:nvSpPr>
          <p:cNvPr id="31" name="Line 29">
            <a:extLst>
              <a:ext uri="{FF2B5EF4-FFF2-40B4-BE49-F238E27FC236}">
                <a16:creationId xmlns:a16="http://schemas.microsoft.com/office/drawing/2014/main" id="{50E881BC-525F-7DB3-B5BC-850219EF8D98}"/>
              </a:ext>
            </a:extLst>
          </p:cNvPr>
          <p:cNvSpPr>
            <a:spLocks noChangeShapeType="1"/>
          </p:cNvSpPr>
          <p:nvPr/>
        </p:nvSpPr>
        <p:spPr bwMode="auto">
          <a:xfrm>
            <a:off x="4005415" y="1909155"/>
            <a:ext cx="297451"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nvGrpSpPr>
          <p:cNvPr id="32" name="Group 72">
            <a:extLst>
              <a:ext uri="{FF2B5EF4-FFF2-40B4-BE49-F238E27FC236}">
                <a16:creationId xmlns:a16="http://schemas.microsoft.com/office/drawing/2014/main" id="{642227A3-4BA9-10A1-E7C0-F6E0B948672E}"/>
              </a:ext>
            </a:extLst>
          </p:cNvPr>
          <p:cNvGrpSpPr>
            <a:grpSpLocks/>
          </p:cNvGrpSpPr>
          <p:nvPr/>
        </p:nvGrpSpPr>
        <p:grpSpPr bwMode="auto">
          <a:xfrm>
            <a:off x="5057857" y="2656241"/>
            <a:ext cx="1340998" cy="0"/>
            <a:chOff x="2783" y="2561"/>
            <a:chExt cx="1357" cy="0"/>
          </a:xfrm>
        </p:grpSpPr>
        <p:sp>
          <p:nvSpPr>
            <p:cNvPr id="33" name="Line 23">
              <a:extLst>
                <a:ext uri="{FF2B5EF4-FFF2-40B4-BE49-F238E27FC236}">
                  <a16:creationId xmlns:a16="http://schemas.microsoft.com/office/drawing/2014/main" id="{C3192FEE-312A-7E61-B8BE-49ABBDD28C17}"/>
                </a:ext>
              </a:extLst>
            </p:cNvPr>
            <p:cNvSpPr>
              <a:spLocks noChangeShapeType="1"/>
            </p:cNvSpPr>
            <p:nvPr/>
          </p:nvSpPr>
          <p:spPr bwMode="auto">
            <a:xfrm flipH="1">
              <a:off x="2783" y="2561"/>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4" name="Line 30">
              <a:extLst>
                <a:ext uri="{FF2B5EF4-FFF2-40B4-BE49-F238E27FC236}">
                  <a16:creationId xmlns:a16="http://schemas.microsoft.com/office/drawing/2014/main" id="{8E58B9EA-0064-9C30-8F7E-626136013EDC}"/>
                </a:ext>
              </a:extLst>
            </p:cNvPr>
            <p:cNvSpPr>
              <a:spLocks noChangeShapeType="1"/>
            </p:cNvSpPr>
            <p:nvPr/>
          </p:nvSpPr>
          <p:spPr bwMode="auto">
            <a:xfrm>
              <a:off x="3838" y="2561"/>
              <a:ext cx="302"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sp>
        <p:nvSpPr>
          <p:cNvPr id="35" name="Line 31">
            <a:extLst>
              <a:ext uri="{FF2B5EF4-FFF2-40B4-BE49-F238E27FC236}">
                <a16:creationId xmlns:a16="http://schemas.microsoft.com/office/drawing/2014/main" id="{FE1CEC58-CA4C-13FA-6DF8-41EF704E1616}"/>
              </a:ext>
            </a:extLst>
          </p:cNvPr>
          <p:cNvSpPr>
            <a:spLocks noChangeShapeType="1"/>
          </p:cNvSpPr>
          <p:nvPr/>
        </p:nvSpPr>
        <p:spPr bwMode="auto">
          <a:xfrm flipH="1">
            <a:off x="6131052" y="2793070"/>
            <a:ext cx="297451" cy="0"/>
          </a:xfrm>
          <a:prstGeom prst="line">
            <a:avLst/>
          </a:prstGeom>
          <a:noFill/>
          <a:ln w="38100">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grpSp>
        <p:nvGrpSpPr>
          <p:cNvPr id="36" name="Group 73">
            <a:extLst>
              <a:ext uri="{FF2B5EF4-FFF2-40B4-BE49-F238E27FC236}">
                <a16:creationId xmlns:a16="http://schemas.microsoft.com/office/drawing/2014/main" id="{B500F392-7DD2-5580-E368-A535556DD1B3}"/>
              </a:ext>
            </a:extLst>
          </p:cNvPr>
          <p:cNvGrpSpPr>
            <a:grpSpLocks/>
          </p:cNvGrpSpPr>
          <p:nvPr/>
        </p:nvGrpSpPr>
        <p:grpSpPr bwMode="auto">
          <a:xfrm>
            <a:off x="4089413" y="3712560"/>
            <a:ext cx="2344030" cy="410487"/>
            <a:chOff x="1803" y="3719"/>
            <a:chExt cx="2372" cy="450"/>
          </a:xfrm>
        </p:grpSpPr>
        <p:sp>
          <p:nvSpPr>
            <p:cNvPr id="37" name="AutoShape 32">
              <a:extLst>
                <a:ext uri="{FF2B5EF4-FFF2-40B4-BE49-F238E27FC236}">
                  <a16:creationId xmlns:a16="http://schemas.microsoft.com/office/drawing/2014/main" id="{6A5F176D-2F6D-8715-5E25-E5CAE7650B75}"/>
                </a:ext>
              </a:extLst>
            </p:cNvPr>
            <p:cNvSpPr>
              <a:spLocks noChangeArrowheads="1"/>
            </p:cNvSpPr>
            <p:nvPr/>
          </p:nvSpPr>
          <p:spPr bwMode="auto">
            <a:xfrm>
              <a:off x="2399" y="3726"/>
              <a:ext cx="120" cy="292"/>
            </a:xfrm>
            <a:prstGeom prst="downArrow">
              <a:avLst>
                <a:gd name="adj1" fmla="val 50000"/>
                <a:gd name="adj2" fmla="val 80458"/>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38" name="AutoShape 33">
              <a:extLst>
                <a:ext uri="{FF2B5EF4-FFF2-40B4-BE49-F238E27FC236}">
                  <a16:creationId xmlns:a16="http://schemas.microsoft.com/office/drawing/2014/main" id="{93D33F57-D257-8B83-2EE6-8A4B9D50AFC3}"/>
                </a:ext>
              </a:extLst>
            </p:cNvPr>
            <p:cNvSpPr>
              <a:spLocks noChangeArrowheads="1"/>
            </p:cNvSpPr>
            <p:nvPr/>
          </p:nvSpPr>
          <p:spPr bwMode="auto">
            <a:xfrm>
              <a:off x="3627" y="3719"/>
              <a:ext cx="121" cy="292"/>
            </a:xfrm>
            <a:prstGeom prst="downArrow">
              <a:avLst>
                <a:gd name="adj1" fmla="val 50000"/>
                <a:gd name="adj2" fmla="val 79793"/>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39" name="AutoShape 34">
              <a:extLst>
                <a:ext uri="{FF2B5EF4-FFF2-40B4-BE49-F238E27FC236}">
                  <a16:creationId xmlns:a16="http://schemas.microsoft.com/office/drawing/2014/main" id="{B661534F-75AD-C8B8-1BCA-113F0AB8174A}"/>
                </a:ext>
              </a:extLst>
            </p:cNvPr>
            <p:cNvSpPr>
              <a:spLocks noChangeArrowheads="1"/>
            </p:cNvSpPr>
            <p:nvPr/>
          </p:nvSpPr>
          <p:spPr bwMode="auto">
            <a:xfrm rot="5400000">
              <a:off x="2862" y="3957"/>
              <a:ext cx="113" cy="312"/>
            </a:xfrm>
            <a:prstGeom prst="downArrow">
              <a:avLst>
                <a:gd name="adj1" fmla="val 50000"/>
                <a:gd name="adj2" fmla="val 91294"/>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40" name="AutoShape 35">
              <a:extLst>
                <a:ext uri="{FF2B5EF4-FFF2-40B4-BE49-F238E27FC236}">
                  <a16:creationId xmlns:a16="http://schemas.microsoft.com/office/drawing/2014/main" id="{E5EF2D09-A090-55D7-B862-2FA5F03E2180}"/>
                </a:ext>
              </a:extLst>
            </p:cNvPr>
            <p:cNvSpPr>
              <a:spLocks noChangeArrowheads="1"/>
            </p:cNvSpPr>
            <p:nvPr/>
          </p:nvSpPr>
          <p:spPr bwMode="auto">
            <a:xfrm rot="3308442">
              <a:off x="3963" y="3674"/>
              <a:ext cx="113" cy="311"/>
            </a:xfrm>
            <a:prstGeom prst="downArrow">
              <a:avLst>
                <a:gd name="adj1" fmla="val 50000"/>
                <a:gd name="adj2" fmla="val 91001"/>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41" name="AutoShape 36">
              <a:extLst>
                <a:ext uri="{FF2B5EF4-FFF2-40B4-BE49-F238E27FC236}">
                  <a16:creationId xmlns:a16="http://schemas.microsoft.com/office/drawing/2014/main" id="{2A062573-7C54-0651-287F-8FFE1C3CB032}"/>
                </a:ext>
              </a:extLst>
            </p:cNvPr>
            <p:cNvSpPr>
              <a:spLocks noChangeArrowheads="1"/>
            </p:cNvSpPr>
            <p:nvPr/>
          </p:nvSpPr>
          <p:spPr bwMode="auto">
            <a:xfrm rot="-3458995">
              <a:off x="1902" y="3702"/>
              <a:ext cx="113" cy="312"/>
            </a:xfrm>
            <a:prstGeom prst="downArrow">
              <a:avLst>
                <a:gd name="adj1" fmla="val 50000"/>
                <a:gd name="adj2" fmla="val 91294"/>
              </a:avLst>
            </a:prstGeom>
            <a:solidFill>
              <a:srgbClr val="00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grpSp>
      <p:sp>
        <p:nvSpPr>
          <p:cNvPr id="42" name="Line 37">
            <a:extLst>
              <a:ext uri="{FF2B5EF4-FFF2-40B4-BE49-F238E27FC236}">
                <a16:creationId xmlns:a16="http://schemas.microsoft.com/office/drawing/2014/main" id="{7C78D0F5-3161-4ED1-9C87-3D07C3B9EF09}"/>
              </a:ext>
            </a:extLst>
          </p:cNvPr>
          <p:cNvSpPr>
            <a:spLocks noChangeShapeType="1"/>
          </p:cNvSpPr>
          <p:nvPr/>
        </p:nvSpPr>
        <p:spPr bwMode="auto">
          <a:xfrm>
            <a:off x="2907851" y="903919"/>
            <a:ext cx="0" cy="3149801"/>
          </a:xfrm>
          <a:prstGeom prst="line">
            <a:avLst/>
          </a:prstGeom>
          <a:noFill/>
          <a:ln w="12700">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Text Box 38">
            <a:extLst>
              <a:ext uri="{FF2B5EF4-FFF2-40B4-BE49-F238E27FC236}">
                <a16:creationId xmlns:a16="http://schemas.microsoft.com/office/drawing/2014/main" id="{0C7F1A27-F399-3ED6-A57A-F2F1C913263A}"/>
              </a:ext>
            </a:extLst>
          </p:cNvPr>
          <p:cNvSpPr txBox="1">
            <a:spLocks noChangeArrowheads="1"/>
          </p:cNvSpPr>
          <p:nvPr/>
        </p:nvSpPr>
        <p:spPr bwMode="auto">
          <a:xfrm>
            <a:off x="2815663" y="4005239"/>
            <a:ext cx="25840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t</a:t>
            </a:r>
          </a:p>
        </p:txBody>
      </p:sp>
      <p:sp>
        <p:nvSpPr>
          <p:cNvPr id="44" name="Text Box 40">
            <a:extLst>
              <a:ext uri="{FF2B5EF4-FFF2-40B4-BE49-F238E27FC236}">
                <a16:creationId xmlns:a16="http://schemas.microsoft.com/office/drawing/2014/main" id="{51D57269-3AE7-E851-737E-12E9A6CE0C53}"/>
              </a:ext>
            </a:extLst>
          </p:cNvPr>
          <p:cNvSpPr txBox="1">
            <a:spLocks noChangeArrowheads="1"/>
          </p:cNvSpPr>
          <p:nvPr/>
        </p:nvSpPr>
        <p:spPr bwMode="auto">
          <a:xfrm>
            <a:off x="4811793" y="3733539"/>
            <a:ext cx="92076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ACK</a:t>
            </a:r>
            <a:r>
              <a:rPr kumimoji="1" lang="zh-CN" altLang="en-US" sz="1400" b="1" dirty="0">
                <a:latin typeface="微软雅黑" pitchFamily="34" charset="-122"/>
                <a:ea typeface="微软雅黑" pitchFamily="34" charset="-122"/>
              </a:rPr>
              <a:t>分组</a:t>
            </a:r>
          </a:p>
        </p:txBody>
      </p:sp>
      <p:sp>
        <p:nvSpPr>
          <p:cNvPr id="69" name="Text Box 65">
            <a:extLst>
              <a:ext uri="{FF2B5EF4-FFF2-40B4-BE49-F238E27FC236}">
                <a16:creationId xmlns:a16="http://schemas.microsoft.com/office/drawing/2014/main" id="{3504B4EA-B323-45B2-79AC-65E2320A51E1}"/>
              </a:ext>
            </a:extLst>
          </p:cNvPr>
          <p:cNvSpPr txBox="1">
            <a:spLocks noChangeArrowheads="1"/>
          </p:cNvSpPr>
          <p:nvPr/>
        </p:nvSpPr>
        <p:spPr bwMode="auto">
          <a:xfrm>
            <a:off x="4199512" y="1365488"/>
            <a:ext cx="3097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p>
        </p:txBody>
      </p:sp>
      <p:sp>
        <p:nvSpPr>
          <p:cNvPr id="70" name="Text Box 66">
            <a:extLst>
              <a:ext uri="{FF2B5EF4-FFF2-40B4-BE49-F238E27FC236}">
                <a16:creationId xmlns:a16="http://schemas.microsoft.com/office/drawing/2014/main" id="{4571BC50-463A-A585-E3CD-1A6CC14F8933}"/>
              </a:ext>
            </a:extLst>
          </p:cNvPr>
          <p:cNvSpPr txBox="1">
            <a:spLocks noChangeArrowheads="1"/>
          </p:cNvSpPr>
          <p:nvPr/>
        </p:nvSpPr>
        <p:spPr bwMode="auto">
          <a:xfrm>
            <a:off x="4199512" y="4001725"/>
            <a:ext cx="3097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p>
        </p:txBody>
      </p:sp>
      <p:sp>
        <p:nvSpPr>
          <p:cNvPr id="71" name="Text Box 67">
            <a:extLst>
              <a:ext uri="{FF2B5EF4-FFF2-40B4-BE49-F238E27FC236}">
                <a16:creationId xmlns:a16="http://schemas.microsoft.com/office/drawing/2014/main" id="{DD231BB0-624F-DC56-76ED-07A919A7995B}"/>
              </a:ext>
            </a:extLst>
          </p:cNvPr>
          <p:cNvSpPr txBox="1">
            <a:spLocks noChangeArrowheads="1"/>
          </p:cNvSpPr>
          <p:nvPr/>
        </p:nvSpPr>
        <p:spPr bwMode="auto">
          <a:xfrm>
            <a:off x="4188641" y="3105951"/>
            <a:ext cx="3097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p>
        </p:txBody>
      </p:sp>
      <p:sp>
        <p:nvSpPr>
          <p:cNvPr id="72" name="Text Box 68">
            <a:extLst>
              <a:ext uri="{FF2B5EF4-FFF2-40B4-BE49-F238E27FC236}">
                <a16:creationId xmlns:a16="http://schemas.microsoft.com/office/drawing/2014/main" id="{FDF3DC16-2432-7490-9A24-A2D17F10B519}"/>
              </a:ext>
            </a:extLst>
          </p:cNvPr>
          <p:cNvSpPr txBox="1">
            <a:spLocks noChangeArrowheads="1"/>
          </p:cNvSpPr>
          <p:nvPr/>
        </p:nvSpPr>
        <p:spPr bwMode="auto">
          <a:xfrm>
            <a:off x="4199512" y="2239369"/>
            <a:ext cx="3097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p>
        </p:txBody>
      </p:sp>
      <p:sp>
        <p:nvSpPr>
          <p:cNvPr id="73" name="Text Box 69">
            <a:extLst>
              <a:ext uri="{FF2B5EF4-FFF2-40B4-BE49-F238E27FC236}">
                <a16:creationId xmlns:a16="http://schemas.microsoft.com/office/drawing/2014/main" id="{79053E9B-BD57-6513-E1F6-48242ACD6BD9}"/>
              </a:ext>
            </a:extLst>
          </p:cNvPr>
          <p:cNvSpPr txBox="1">
            <a:spLocks noChangeArrowheads="1"/>
          </p:cNvSpPr>
          <p:nvPr/>
        </p:nvSpPr>
        <p:spPr bwMode="auto">
          <a:xfrm>
            <a:off x="3210896" y="1051695"/>
            <a:ext cx="332142" cy="3033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05000"/>
              </a:lnSpc>
            </a:pPr>
            <a:r>
              <a:rPr kumimoji="1" lang="en-US" altLang="zh-CN" sz="1400" b="1" dirty="0">
                <a:latin typeface="微软雅黑" pitchFamily="34" charset="-122"/>
                <a:ea typeface="微软雅黑" pitchFamily="34" charset="-122"/>
              </a:rPr>
              <a:t>t</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r>
              <a:rPr kumimoji="1" lang="en-US" altLang="zh-CN" sz="1400" b="1" dirty="0">
                <a:latin typeface="微软雅黑" pitchFamily="34" charset="-122"/>
                <a:ea typeface="微软雅黑" pitchFamily="34" charset="-122"/>
              </a:rPr>
              <a:t>t</a:t>
            </a:r>
            <a:r>
              <a:rPr kumimoji="1" lang="en-US" altLang="zh-CN" sz="1400" b="1" baseline="-25000" dirty="0">
                <a:latin typeface="微软雅黑" pitchFamily="34" charset="-122"/>
                <a:ea typeface="微软雅黑" pitchFamily="34" charset="-122"/>
              </a:rPr>
              <a:t>2</a:t>
            </a: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r>
              <a:rPr kumimoji="1" lang="en-US" altLang="zh-CN" sz="1400" b="1" dirty="0">
                <a:latin typeface="微软雅黑" pitchFamily="34" charset="-122"/>
                <a:ea typeface="微软雅黑" pitchFamily="34" charset="-122"/>
              </a:rPr>
              <a:t>t</a:t>
            </a:r>
            <a:r>
              <a:rPr kumimoji="1" lang="en-US" altLang="zh-CN" sz="1400" b="1" baseline="-25000" dirty="0">
                <a:latin typeface="微软雅黑" pitchFamily="34" charset="-122"/>
                <a:ea typeface="微软雅黑" pitchFamily="34" charset="-122"/>
              </a:rPr>
              <a:t>3</a:t>
            </a: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endParaRPr kumimoji="1" lang="en-US" altLang="zh-CN" sz="1400" b="1" dirty="0">
              <a:latin typeface="微软雅黑" pitchFamily="34" charset="-122"/>
              <a:ea typeface="微软雅黑" pitchFamily="34" charset="-122"/>
            </a:endParaRPr>
          </a:p>
          <a:p>
            <a:pPr>
              <a:lnSpc>
                <a:spcPct val="105000"/>
              </a:lnSpc>
            </a:pPr>
            <a:r>
              <a:rPr kumimoji="1" lang="en-US" altLang="zh-CN" sz="1400" b="1" dirty="0">
                <a:latin typeface="微软雅黑" pitchFamily="34" charset="-122"/>
                <a:ea typeface="微软雅黑" pitchFamily="34" charset="-122"/>
              </a:rPr>
              <a:t>t</a:t>
            </a:r>
            <a:r>
              <a:rPr kumimoji="1" lang="en-US" altLang="zh-CN" sz="1400" b="1" baseline="-25000" dirty="0">
                <a:latin typeface="微软雅黑" pitchFamily="34" charset="-122"/>
                <a:ea typeface="微软雅黑" pitchFamily="34" charset="-122"/>
              </a:rPr>
              <a:t>4</a:t>
            </a:r>
            <a:endParaRPr kumimoji="1" lang="en-US" altLang="zh-CN" sz="1400" b="1" dirty="0">
              <a:latin typeface="微软雅黑" pitchFamily="34" charset="-122"/>
              <a:ea typeface="微软雅黑" pitchFamily="34" charset="-122"/>
            </a:endParaRPr>
          </a:p>
        </p:txBody>
      </p:sp>
      <p:sp>
        <p:nvSpPr>
          <p:cNvPr id="75" name="Text Box 155">
            <a:extLst>
              <a:ext uri="{FF2B5EF4-FFF2-40B4-BE49-F238E27FC236}">
                <a16:creationId xmlns:a16="http://schemas.microsoft.com/office/drawing/2014/main" id="{C44A59B7-A563-4DFD-694C-4C283D91591F}"/>
              </a:ext>
            </a:extLst>
          </p:cNvPr>
          <p:cNvSpPr txBox="1">
            <a:spLocks noChangeArrowheads="1"/>
          </p:cNvSpPr>
          <p:nvPr/>
        </p:nvSpPr>
        <p:spPr bwMode="auto">
          <a:xfrm>
            <a:off x="957355" y="1074860"/>
            <a:ext cx="1560807" cy="985206"/>
          </a:xfrm>
          <a:prstGeom prst="rect">
            <a:avLst/>
          </a:prstGeom>
          <a:solidFill>
            <a:schemeClr val="bg1"/>
          </a:solidFill>
          <a:ln w="9525">
            <a:noFill/>
            <a:miter lim="800000"/>
            <a:headEnd/>
            <a:tailEnd/>
          </a:ln>
          <a:effectLst/>
        </p:spPr>
        <p:txBody>
          <a:bodyPr wrap="square">
            <a:spAutoFit/>
          </a:bodyPr>
          <a:lstStyle/>
          <a:p>
            <a:pPr>
              <a:lnSpc>
                <a:spcPct val="110000"/>
              </a:lnSpc>
            </a:pPr>
            <a:r>
              <a:rPr lang="en-US" altLang="zh-CN" b="1" dirty="0">
                <a:latin typeface="微软雅黑" pitchFamily="34" charset="-122"/>
                <a:ea typeface="微软雅黑" pitchFamily="34" charset="-122"/>
              </a:rPr>
              <a:t>  OSPF </a:t>
            </a:r>
            <a:r>
              <a:rPr lang="zh-CN" altLang="en-US" b="1" dirty="0">
                <a:latin typeface="微软雅黑" pitchFamily="34" charset="-122"/>
                <a:ea typeface="微软雅黑" pitchFamily="34" charset="-122"/>
              </a:rPr>
              <a:t>使 用</a:t>
            </a:r>
            <a:endParaRPr lang="en-US" altLang="zh-CN" b="1" dirty="0">
              <a:latin typeface="微软雅黑" pitchFamily="34" charset="-122"/>
              <a:ea typeface="微软雅黑" pitchFamily="34" charset="-122"/>
            </a:endParaRPr>
          </a:p>
          <a:p>
            <a:pPr algn="dist">
              <a:lnSpc>
                <a:spcPct val="110000"/>
              </a:lnSpc>
            </a:pPr>
            <a:r>
              <a:rPr lang="zh-CN" altLang="en-US" b="1" dirty="0">
                <a:solidFill>
                  <a:srgbClr val="C00000"/>
                </a:solidFill>
                <a:latin typeface="微软雅黑" pitchFamily="34" charset="-122"/>
                <a:ea typeface="微软雅黑" pitchFamily="34" charset="-122"/>
              </a:rPr>
              <a:t>可靠洪泛机制</a:t>
            </a:r>
            <a:endParaRPr lang="en-US" altLang="zh-CN" b="1" dirty="0">
              <a:solidFill>
                <a:srgbClr val="C00000"/>
              </a:solidFill>
              <a:latin typeface="微软雅黑" pitchFamily="34" charset="-122"/>
              <a:ea typeface="微软雅黑" pitchFamily="34" charset="-122"/>
            </a:endParaRPr>
          </a:p>
          <a:p>
            <a:pPr algn="dist">
              <a:lnSpc>
                <a:spcPct val="110000"/>
              </a:lnSpc>
            </a:pPr>
            <a:r>
              <a:rPr lang="zh-CN" altLang="en-US" b="1" dirty="0">
                <a:latin typeface="微软雅黑" pitchFamily="34" charset="-122"/>
                <a:ea typeface="微软雅黑" pitchFamily="34" charset="-122"/>
              </a:rPr>
              <a:t>发送更新分组 </a:t>
            </a:r>
          </a:p>
        </p:txBody>
      </p:sp>
      <p:grpSp>
        <p:nvGrpSpPr>
          <p:cNvPr id="87" name="组合 86">
            <a:extLst>
              <a:ext uri="{FF2B5EF4-FFF2-40B4-BE49-F238E27FC236}">
                <a16:creationId xmlns:a16="http://schemas.microsoft.com/office/drawing/2014/main" id="{570EA124-F955-43B7-5CC0-6E9861DE2F95}"/>
              </a:ext>
            </a:extLst>
          </p:cNvPr>
          <p:cNvGrpSpPr/>
          <p:nvPr/>
        </p:nvGrpSpPr>
        <p:grpSpPr>
          <a:xfrm>
            <a:off x="4124000" y="1960694"/>
            <a:ext cx="4248093" cy="695547"/>
            <a:chOff x="4124000" y="1960694"/>
            <a:chExt cx="4248093" cy="695547"/>
          </a:xfrm>
        </p:grpSpPr>
        <p:sp>
          <p:nvSpPr>
            <p:cNvPr id="76" name="文本框 75">
              <a:extLst>
                <a:ext uri="{FF2B5EF4-FFF2-40B4-BE49-F238E27FC236}">
                  <a16:creationId xmlns:a16="http://schemas.microsoft.com/office/drawing/2014/main" id="{687BD3CA-A376-1420-BB15-E566BD5CFAD4}"/>
                </a:ext>
              </a:extLst>
            </p:cNvPr>
            <p:cNvSpPr txBox="1"/>
            <p:nvPr/>
          </p:nvSpPr>
          <p:spPr>
            <a:xfrm>
              <a:off x="7272964" y="2017448"/>
              <a:ext cx="1099129" cy="375809"/>
            </a:xfrm>
            <a:prstGeom prst="rect">
              <a:avLst/>
            </a:prstGeom>
            <a:solidFill>
              <a:schemeClr val="bg1"/>
            </a:solidFill>
            <a:ln w="9525">
              <a:noFill/>
              <a:miter lim="800000"/>
              <a:headEnd/>
              <a:tailEnd/>
            </a:ln>
            <a:effectLst/>
          </p:spPr>
          <p:txBody>
            <a:bodyPr wrap="square">
              <a:spAutoFit/>
            </a:bodyPr>
            <a:lstStyle>
              <a:defPPr>
                <a:defRPr lang="zh-CN"/>
              </a:defPPr>
              <a:lvl1pPr>
                <a:lnSpc>
                  <a:spcPct val="110000"/>
                </a:lnSpc>
                <a:defRPr b="1">
                  <a:latin typeface="微软雅黑" pitchFamily="34" charset="-122"/>
                  <a:ea typeface="微软雅黑" pitchFamily="34" charset="-122"/>
                </a:defRPr>
              </a:lvl1pPr>
            </a:lstStyle>
            <a:p>
              <a:pPr algn="ctr"/>
              <a:r>
                <a:rPr lang="zh-CN" altLang="en-US" dirty="0"/>
                <a:t>隐式确认</a:t>
              </a:r>
            </a:p>
          </p:txBody>
        </p:sp>
        <p:cxnSp>
          <p:nvCxnSpPr>
            <p:cNvPr id="78" name="直接连接符 77">
              <a:extLst>
                <a:ext uri="{FF2B5EF4-FFF2-40B4-BE49-F238E27FC236}">
                  <a16:creationId xmlns:a16="http://schemas.microsoft.com/office/drawing/2014/main" id="{D306D167-D6EF-8E48-F97B-B4238F3A993D}"/>
                </a:ext>
              </a:extLst>
            </p:cNvPr>
            <p:cNvCxnSpPr>
              <a:cxnSpLocks/>
            </p:cNvCxnSpPr>
            <p:nvPr/>
          </p:nvCxnSpPr>
          <p:spPr>
            <a:xfrm>
              <a:off x="4124000" y="1960694"/>
              <a:ext cx="3136573" cy="15885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直接连接符 83">
              <a:extLst>
                <a:ext uri="{FF2B5EF4-FFF2-40B4-BE49-F238E27FC236}">
                  <a16:creationId xmlns:a16="http://schemas.microsoft.com/office/drawing/2014/main" id="{467FED51-58D0-5688-13BD-A07588B4A8AB}"/>
                </a:ext>
              </a:extLst>
            </p:cNvPr>
            <p:cNvCxnSpPr>
              <a:endCxn id="76" idx="1"/>
            </p:cNvCxnSpPr>
            <p:nvPr/>
          </p:nvCxnSpPr>
          <p:spPr>
            <a:xfrm flipV="1">
              <a:off x="5229311" y="2205353"/>
              <a:ext cx="2043653" cy="4508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直接连接符 85">
              <a:extLst>
                <a:ext uri="{FF2B5EF4-FFF2-40B4-BE49-F238E27FC236}">
                  <a16:creationId xmlns:a16="http://schemas.microsoft.com/office/drawing/2014/main" id="{22327F82-32A9-442B-38F7-BEB2BCB8F528}"/>
                </a:ext>
              </a:extLst>
            </p:cNvPr>
            <p:cNvCxnSpPr/>
            <p:nvPr/>
          </p:nvCxnSpPr>
          <p:spPr>
            <a:xfrm flipV="1">
              <a:off x="6249635" y="2295013"/>
              <a:ext cx="1010938" cy="361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74" name="Picture 41">
            <a:extLst>
              <a:ext uri="{FF2B5EF4-FFF2-40B4-BE49-F238E27FC236}">
                <a16:creationId xmlns:a16="http://schemas.microsoft.com/office/drawing/2014/main" id="{9FD5EF6B-F5EB-40F2-D5C5-F7D91FAF5B8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53747" y="4047334"/>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7" name="Picture 42">
            <a:extLst>
              <a:ext uri="{FF2B5EF4-FFF2-40B4-BE49-F238E27FC236}">
                <a16:creationId xmlns:a16="http://schemas.microsoft.com/office/drawing/2014/main" id="{8A7A12D2-E34A-43CB-11F7-30E1DF091DA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61967" y="2604245"/>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9" name="Picture 43">
            <a:extLst>
              <a:ext uri="{FF2B5EF4-FFF2-40B4-BE49-F238E27FC236}">
                <a16:creationId xmlns:a16="http://schemas.microsoft.com/office/drawing/2014/main" id="{3511B244-3FBF-455E-0316-D645D6618602}"/>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08346" y="2604245"/>
            <a:ext cx="335002"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0" name="Picture 44">
            <a:extLst>
              <a:ext uri="{FF2B5EF4-FFF2-40B4-BE49-F238E27FC236}">
                <a16:creationId xmlns:a16="http://schemas.microsoft.com/office/drawing/2014/main" id="{D6BD99C1-23C1-742C-3766-5774758C5B4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53747" y="229501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1" name="Picture 45">
            <a:extLst>
              <a:ext uri="{FF2B5EF4-FFF2-40B4-BE49-F238E27FC236}">
                <a16:creationId xmlns:a16="http://schemas.microsoft.com/office/drawing/2014/main" id="{C3E2B9E4-5847-865E-04A7-DBC362C33AC2}"/>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61967" y="229501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2" name="Picture 46">
            <a:extLst>
              <a:ext uri="{FF2B5EF4-FFF2-40B4-BE49-F238E27FC236}">
                <a16:creationId xmlns:a16="http://schemas.microsoft.com/office/drawing/2014/main" id="{81C746B0-32ED-5BA7-93F0-F208F3ADB928}"/>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30096"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3" name="Picture 47">
            <a:extLst>
              <a:ext uri="{FF2B5EF4-FFF2-40B4-BE49-F238E27FC236}">
                <a16:creationId xmlns:a16="http://schemas.microsoft.com/office/drawing/2014/main" id="{563F8FF3-9D32-954D-422D-03DFF06F1CF8}"/>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53747"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5" name="Picture 48">
            <a:extLst>
              <a:ext uri="{FF2B5EF4-FFF2-40B4-BE49-F238E27FC236}">
                <a16:creationId xmlns:a16="http://schemas.microsoft.com/office/drawing/2014/main" id="{01348B16-C537-960D-59EB-EEECE1A95260}"/>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61967"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8" name="Picture 49">
            <a:extLst>
              <a:ext uri="{FF2B5EF4-FFF2-40B4-BE49-F238E27FC236}">
                <a16:creationId xmlns:a16="http://schemas.microsoft.com/office/drawing/2014/main" id="{B5B8FBA6-1FE0-0D8D-1279-C2E65365F1C8}"/>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31076" y="1728541"/>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9" name="Picture 50">
            <a:extLst>
              <a:ext uri="{FF2B5EF4-FFF2-40B4-BE49-F238E27FC236}">
                <a16:creationId xmlns:a16="http://schemas.microsoft.com/office/drawing/2014/main" id="{72E40010-B2D5-3C9F-2AB1-77213816231F}"/>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61967" y="1419308"/>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0" name="Picture 51">
            <a:extLst>
              <a:ext uri="{FF2B5EF4-FFF2-40B4-BE49-F238E27FC236}">
                <a16:creationId xmlns:a16="http://schemas.microsoft.com/office/drawing/2014/main" id="{E36FBCC6-E8B6-637C-7EA4-082A599FC610}"/>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53747" y="1419308"/>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1" name="Picture 52">
            <a:extLst>
              <a:ext uri="{FF2B5EF4-FFF2-40B4-BE49-F238E27FC236}">
                <a16:creationId xmlns:a16="http://schemas.microsoft.com/office/drawing/2014/main" id="{AC3307CB-BA3C-4B35-4AEB-4D5DD45E95CE}"/>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66660" y="851924"/>
            <a:ext cx="335991"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2" name="Picture 53">
            <a:extLst>
              <a:ext uri="{FF2B5EF4-FFF2-40B4-BE49-F238E27FC236}">
                <a16:creationId xmlns:a16="http://schemas.microsoft.com/office/drawing/2014/main" id="{B8E9CECD-C575-DF48-9FBB-F20F122CEBB2}"/>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53747" y="851924"/>
            <a:ext cx="335003"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3" name="Picture 54">
            <a:extLst>
              <a:ext uri="{FF2B5EF4-FFF2-40B4-BE49-F238E27FC236}">
                <a16:creationId xmlns:a16="http://schemas.microsoft.com/office/drawing/2014/main" id="{6BEEA8FB-8FC5-746F-75BE-6017513E8CF5}"/>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61967" y="851924"/>
            <a:ext cx="335003"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4" name="Picture 55">
            <a:extLst>
              <a:ext uri="{FF2B5EF4-FFF2-40B4-BE49-F238E27FC236}">
                <a16:creationId xmlns:a16="http://schemas.microsoft.com/office/drawing/2014/main" id="{AAB117F6-420A-4DD8-F4C2-39F7A17D9BD0}"/>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31076" y="851924"/>
            <a:ext cx="335003" cy="20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5" name="Picture 56">
            <a:extLst>
              <a:ext uri="{FF2B5EF4-FFF2-40B4-BE49-F238E27FC236}">
                <a16:creationId xmlns:a16="http://schemas.microsoft.com/office/drawing/2014/main" id="{D89F14B8-AFA2-1A16-170E-9030FD800C84}"/>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66660" y="3480863"/>
            <a:ext cx="335991"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6" name="Picture 57">
            <a:extLst>
              <a:ext uri="{FF2B5EF4-FFF2-40B4-BE49-F238E27FC236}">
                <a16:creationId xmlns:a16="http://schemas.microsoft.com/office/drawing/2014/main" id="{2F940C08-1908-DE31-6F98-ECEB3458C7C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53747" y="348086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7" name="Picture 58">
            <a:extLst>
              <a:ext uri="{FF2B5EF4-FFF2-40B4-BE49-F238E27FC236}">
                <a16:creationId xmlns:a16="http://schemas.microsoft.com/office/drawing/2014/main" id="{791A188F-3EBF-C645-17D6-079BCD635534}"/>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61967" y="3480863"/>
            <a:ext cx="335003"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8" name="Picture 59">
            <a:extLst>
              <a:ext uri="{FF2B5EF4-FFF2-40B4-BE49-F238E27FC236}">
                <a16:creationId xmlns:a16="http://schemas.microsoft.com/office/drawing/2014/main" id="{967F7010-4003-2115-3CBC-B95703F14505}"/>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70795" y="3480863"/>
            <a:ext cx="335991" cy="207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9" name="Picture 60">
            <a:extLst>
              <a:ext uri="{FF2B5EF4-FFF2-40B4-BE49-F238E27FC236}">
                <a16:creationId xmlns:a16="http://schemas.microsoft.com/office/drawing/2014/main" id="{B77F9472-7BA8-1F80-3835-32A907CA381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61967" y="3171630"/>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0" name="Picture 61">
            <a:extLst>
              <a:ext uri="{FF2B5EF4-FFF2-40B4-BE49-F238E27FC236}">
                <a16:creationId xmlns:a16="http://schemas.microsoft.com/office/drawing/2014/main" id="{18522530-15DD-BE65-4A78-03977F6F1B4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53747" y="3171630"/>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1" name="Picture 62">
            <a:extLst>
              <a:ext uri="{FF2B5EF4-FFF2-40B4-BE49-F238E27FC236}">
                <a16:creationId xmlns:a16="http://schemas.microsoft.com/office/drawing/2014/main" id="{DF5ECA71-6020-84E2-E205-178E5CE502B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66660" y="2604245"/>
            <a:ext cx="335991"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2" name="Picture 63">
            <a:extLst>
              <a:ext uri="{FF2B5EF4-FFF2-40B4-BE49-F238E27FC236}">
                <a16:creationId xmlns:a16="http://schemas.microsoft.com/office/drawing/2014/main" id="{BAACE62D-A528-67B5-D38D-026D6AA737E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53747" y="2604245"/>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3" name="Picture 64">
            <a:extLst>
              <a:ext uri="{FF2B5EF4-FFF2-40B4-BE49-F238E27FC236}">
                <a16:creationId xmlns:a16="http://schemas.microsoft.com/office/drawing/2014/main" id="{FA4929FE-838B-0A3E-0840-C0ACDBB5DF27}"/>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61967" y="4047334"/>
            <a:ext cx="335003" cy="207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extLst>
      <p:ext uri="{BB962C8B-B14F-4D97-AF65-F5344CB8AC3E}">
        <p14:creationId xmlns:p14="http://schemas.microsoft.com/office/powerpoint/2010/main" val="3582389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500"/>
                                        <p:tgtEl>
                                          <p:spTgt spid="11"/>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wipe(down)">
                                      <p:cBhvr>
                                        <p:cTn id="10" dur="500"/>
                                        <p:tgtEl>
                                          <p:spTgt spid="12"/>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wipe(left)">
                                      <p:cBhvr>
                                        <p:cTn id="13" dur="500"/>
                                        <p:tgtEl>
                                          <p:spTgt spid="10"/>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28"/>
                                        </p:tgtEl>
                                        <p:attrNameLst>
                                          <p:attrName>style.visibility</p:attrName>
                                        </p:attrNameLst>
                                      </p:cBhvr>
                                      <p:to>
                                        <p:strVal val="visible"/>
                                      </p:to>
                                    </p:set>
                                    <p:animEffect transition="in" filter="fade">
                                      <p:cBhvr>
                                        <p:cTn id="18" dur="500"/>
                                        <p:tgtEl>
                                          <p:spTgt spid="28"/>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wipe(left)">
                                      <p:cBhvr>
                                        <p:cTn id="21" dur="500"/>
                                        <p:tgtEl>
                                          <p:spTgt spid="31"/>
                                        </p:tgtEl>
                                      </p:cBhvr>
                                    </p:animEffect>
                                  </p:childTnLst>
                                </p:cTn>
                              </p:par>
                              <p:par>
                                <p:cTn id="22" presetID="22" presetClass="entr" presetSubtype="4" fill="hold"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wipe(down)">
                                      <p:cBhvr>
                                        <p:cTn id="24" dur="5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32"/>
                                        </p:tgtEl>
                                        <p:attrNameLst>
                                          <p:attrName>style.visibility</p:attrName>
                                        </p:attrNameLst>
                                      </p:cBhvr>
                                      <p:to>
                                        <p:strVal val="visible"/>
                                      </p:to>
                                    </p:set>
                                    <p:animEffect transition="in" filter="fade">
                                      <p:cBhvr>
                                        <p:cTn id="29" dur="500"/>
                                        <p:tgtEl>
                                          <p:spTgt spid="32"/>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35"/>
                                        </p:tgtEl>
                                        <p:attrNameLst>
                                          <p:attrName>style.visibility</p:attrName>
                                        </p:attrNameLst>
                                      </p:cBhvr>
                                      <p:to>
                                        <p:strVal val="visible"/>
                                      </p:to>
                                    </p:set>
                                    <p:animEffect transition="in" filter="wipe(down)">
                                      <p:cBhvr>
                                        <p:cTn id="32" dur="500"/>
                                        <p:tgtEl>
                                          <p:spTgt spid="3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6"/>
                                        </p:tgtEl>
                                        <p:attrNameLst>
                                          <p:attrName>style.visibility</p:attrName>
                                        </p:attrNameLst>
                                      </p:cBhvr>
                                      <p:to>
                                        <p:strVal val="visible"/>
                                      </p:to>
                                    </p:set>
                                    <p:animEffect transition="in" filter="fade">
                                      <p:cBhvr>
                                        <p:cTn id="37" dur="500"/>
                                        <p:tgtEl>
                                          <p:spTgt spid="36"/>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2" fill="hold" nodeType="clickEffect">
                                  <p:stCondLst>
                                    <p:cond delay="0"/>
                                  </p:stCondLst>
                                  <p:childTnLst>
                                    <p:set>
                                      <p:cBhvr>
                                        <p:cTn id="41" dur="1" fill="hold">
                                          <p:stCondLst>
                                            <p:cond delay="0"/>
                                          </p:stCondLst>
                                        </p:cTn>
                                        <p:tgtEl>
                                          <p:spTgt spid="87"/>
                                        </p:tgtEl>
                                        <p:attrNameLst>
                                          <p:attrName>style.visibility</p:attrName>
                                        </p:attrNameLst>
                                      </p:cBhvr>
                                      <p:to>
                                        <p:strVal val="visible"/>
                                      </p:to>
                                    </p:set>
                                    <p:animEffect transition="in" filter="wipe(right)">
                                      <p:cBhvr>
                                        <p:cTn id="42" dur="5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31" grpId="0" animBg="1"/>
      <p:bldP spid="35"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19619"/>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 name="AutoShape 3"/>
          <p:cNvSpPr>
            <a:spLocks noChangeArrowheads="1"/>
          </p:cNvSpPr>
          <p:nvPr/>
        </p:nvSpPr>
        <p:spPr bwMode="auto">
          <a:xfrm>
            <a:off x="1018636" y="1402811"/>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2" name="Text Box 4"/>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sp>
        <p:nvSpPr>
          <p:cNvPr id="24" name="Oval 7"/>
          <p:cNvSpPr>
            <a:spLocks noChangeArrowheads="1"/>
          </p:cNvSpPr>
          <p:nvPr/>
        </p:nvSpPr>
        <p:spPr bwMode="auto">
          <a:xfrm>
            <a:off x="1101155" y="1773123"/>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6" name="Text Box 9"/>
          <p:cNvSpPr txBox="1">
            <a:spLocks noChangeArrowheads="1"/>
          </p:cNvSpPr>
          <p:nvPr/>
        </p:nvSpPr>
        <p:spPr bwMode="auto">
          <a:xfrm>
            <a:off x="1812343" y="3529766"/>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sp>
        <p:nvSpPr>
          <p:cNvPr id="25" name="Oval 8"/>
          <p:cNvSpPr>
            <a:spLocks noChangeArrowheads="1"/>
          </p:cNvSpPr>
          <p:nvPr/>
        </p:nvSpPr>
        <p:spPr bwMode="auto">
          <a:xfrm>
            <a:off x="6095497" y="1773123"/>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7" name="Text Box 10"/>
          <p:cNvSpPr txBox="1">
            <a:spLocks noChangeArrowheads="1"/>
          </p:cNvSpPr>
          <p:nvPr/>
        </p:nvSpPr>
        <p:spPr bwMode="auto">
          <a:xfrm>
            <a:off x="6496859" y="3582500"/>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sp>
        <p:nvSpPr>
          <p:cNvPr id="23" name="Oval 6"/>
          <p:cNvSpPr>
            <a:spLocks noChangeArrowheads="1"/>
          </p:cNvSpPr>
          <p:nvPr/>
        </p:nvSpPr>
        <p:spPr bwMode="auto">
          <a:xfrm>
            <a:off x="3720201" y="1824686"/>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8" name="Text Box 11"/>
          <p:cNvSpPr txBox="1">
            <a:spLocks noChangeArrowheads="1"/>
          </p:cNvSpPr>
          <p:nvPr/>
        </p:nvSpPr>
        <p:spPr bwMode="auto">
          <a:xfrm>
            <a:off x="3722740" y="1518518"/>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sp>
        <p:nvSpPr>
          <p:cNvPr id="29" name="Line 12"/>
          <p:cNvSpPr>
            <a:spLocks noChangeShapeType="1"/>
          </p:cNvSpPr>
          <p:nvPr/>
        </p:nvSpPr>
        <p:spPr bwMode="auto">
          <a:xfrm flipV="1">
            <a:off x="4878015" y="1317265"/>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Text Box 13"/>
          <p:cNvSpPr txBox="1">
            <a:spLocks noChangeArrowheads="1"/>
          </p:cNvSpPr>
          <p:nvPr/>
        </p:nvSpPr>
        <p:spPr bwMode="auto">
          <a:xfrm>
            <a:off x="5115298" y="1054787"/>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31" name="Line 14"/>
          <p:cNvSpPr>
            <a:spLocks noChangeShapeType="1"/>
          </p:cNvSpPr>
          <p:nvPr/>
        </p:nvSpPr>
        <p:spPr bwMode="auto">
          <a:xfrm>
            <a:off x="6095496" y="2432890"/>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15"/>
          <p:cNvSpPr>
            <a:spLocks noChangeShapeType="1"/>
          </p:cNvSpPr>
          <p:nvPr/>
        </p:nvSpPr>
        <p:spPr bwMode="auto">
          <a:xfrm flipV="1">
            <a:off x="6887685" y="2585235"/>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16"/>
          <p:cNvSpPr>
            <a:spLocks noChangeShapeType="1"/>
          </p:cNvSpPr>
          <p:nvPr/>
        </p:nvSpPr>
        <p:spPr bwMode="auto">
          <a:xfrm>
            <a:off x="7192373" y="2077811"/>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17"/>
          <p:cNvSpPr>
            <a:spLocks noChangeShapeType="1"/>
          </p:cNvSpPr>
          <p:nvPr/>
        </p:nvSpPr>
        <p:spPr bwMode="auto">
          <a:xfrm flipH="1">
            <a:off x="7130166" y="2634454"/>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Line 18"/>
          <p:cNvSpPr>
            <a:spLocks noChangeShapeType="1"/>
          </p:cNvSpPr>
          <p:nvPr/>
        </p:nvSpPr>
        <p:spPr bwMode="auto">
          <a:xfrm flipV="1">
            <a:off x="5181433" y="2432890"/>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6" name="Line 19"/>
          <p:cNvSpPr>
            <a:spLocks noChangeShapeType="1"/>
          </p:cNvSpPr>
          <p:nvPr/>
        </p:nvSpPr>
        <p:spPr bwMode="auto">
          <a:xfrm>
            <a:off x="4938953" y="2027421"/>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Line 20"/>
          <p:cNvSpPr>
            <a:spLocks noChangeShapeType="1"/>
          </p:cNvSpPr>
          <p:nvPr/>
        </p:nvSpPr>
        <p:spPr bwMode="auto">
          <a:xfrm flipH="1">
            <a:off x="4878015" y="2585234"/>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8" name="Line 21"/>
          <p:cNvSpPr>
            <a:spLocks noChangeShapeType="1"/>
          </p:cNvSpPr>
          <p:nvPr/>
        </p:nvSpPr>
        <p:spPr bwMode="auto">
          <a:xfrm>
            <a:off x="3598326" y="2332109"/>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22"/>
          <p:cNvSpPr>
            <a:spLocks noChangeShapeType="1"/>
          </p:cNvSpPr>
          <p:nvPr/>
        </p:nvSpPr>
        <p:spPr bwMode="auto">
          <a:xfrm flipV="1">
            <a:off x="3659264" y="2077811"/>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0" name="Line 23"/>
          <p:cNvSpPr>
            <a:spLocks noChangeShapeType="1"/>
          </p:cNvSpPr>
          <p:nvPr/>
        </p:nvSpPr>
        <p:spPr bwMode="auto">
          <a:xfrm flipH="1">
            <a:off x="1710530" y="2077811"/>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1" name="Line 24"/>
          <p:cNvSpPr>
            <a:spLocks noChangeShapeType="1"/>
          </p:cNvSpPr>
          <p:nvPr/>
        </p:nvSpPr>
        <p:spPr bwMode="auto">
          <a:xfrm>
            <a:off x="2623325" y="2127030"/>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Line 25"/>
          <p:cNvSpPr>
            <a:spLocks noChangeShapeType="1"/>
          </p:cNvSpPr>
          <p:nvPr/>
        </p:nvSpPr>
        <p:spPr bwMode="auto">
          <a:xfrm flipV="1">
            <a:off x="3049888" y="2381328"/>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Line 26"/>
          <p:cNvSpPr>
            <a:spLocks noChangeShapeType="1"/>
          </p:cNvSpPr>
          <p:nvPr/>
        </p:nvSpPr>
        <p:spPr bwMode="auto">
          <a:xfrm flipH="1">
            <a:off x="2135824" y="2737578"/>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4" name="Line 27"/>
          <p:cNvSpPr>
            <a:spLocks noChangeShapeType="1"/>
          </p:cNvSpPr>
          <p:nvPr/>
        </p:nvSpPr>
        <p:spPr bwMode="auto">
          <a:xfrm>
            <a:off x="2135824" y="2888750"/>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45" name="Group 28"/>
          <p:cNvGrpSpPr>
            <a:grpSpLocks/>
          </p:cNvGrpSpPr>
          <p:nvPr/>
        </p:nvGrpSpPr>
        <p:grpSpPr bwMode="auto">
          <a:xfrm>
            <a:off x="2745200" y="2534844"/>
            <a:ext cx="548438" cy="353907"/>
            <a:chOff x="2949" y="196"/>
            <a:chExt cx="941" cy="598"/>
          </a:xfrm>
          <a:solidFill>
            <a:srgbClr val="00FFFF"/>
          </a:solidFill>
        </p:grpSpPr>
        <p:sp>
          <p:nvSpPr>
            <p:cNvPr id="46" name="Oval 29"/>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7" name="Oval 30"/>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8" name="Oval 31"/>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9" name="Oval 32"/>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0" name="Oval 33"/>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1" name="Oval 34"/>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2" name="Oval 35"/>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36"/>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5"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6"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64" name="Group 47"/>
          <p:cNvGrpSpPr>
            <a:grpSpLocks/>
          </p:cNvGrpSpPr>
          <p:nvPr/>
        </p:nvGrpSpPr>
        <p:grpSpPr bwMode="auto">
          <a:xfrm>
            <a:off x="2196762" y="3042267"/>
            <a:ext cx="548438" cy="353907"/>
            <a:chOff x="2949" y="196"/>
            <a:chExt cx="941" cy="598"/>
          </a:xfrm>
          <a:solidFill>
            <a:srgbClr val="00FFFF"/>
          </a:solidFill>
        </p:grpSpPr>
        <p:sp>
          <p:nvSpPr>
            <p:cNvPr id="65" name="Oval 48"/>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49"/>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50"/>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51"/>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52"/>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53"/>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54"/>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Oval 55"/>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3"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5"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6" name="Group 59"/>
          <p:cNvGrpSpPr>
            <a:grpSpLocks/>
          </p:cNvGrpSpPr>
          <p:nvPr/>
        </p:nvGrpSpPr>
        <p:grpSpPr bwMode="auto">
          <a:xfrm>
            <a:off x="1466780" y="2178593"/>
            <a:ext cx="548438" cy="356250"/>
            <a:chOff x="2949" y="196"/>
            <a:chExt cx="941" cy="598"/>
          </a:xfrm>
          <a:solidFill>
            <a:srgbClr val="00FFFF"/>
          </a:solidFill>
        </p:grpSpPr>
        <p:sp>
          <p:nvSpPr>
            <p:cNvPr id="77" name="Oval 6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6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6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6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6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6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6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Oval 6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5"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7"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8" name="Group 71"/>
          <p:cNvGrpSpPr>
            <a:grpSpLocks/>
          </p:cNvGrpSpPr>
          <p:nvPr/>
        </p:nvGrpSpPr>
        <p:grpSpPr bwMode="auto">
          <a:xfrm>
            <a:off x="6887685" y="1875077"/>
            <a:ext cx="547169" cy="355078"/>
            <a:chOff x="2949" y="196"/>
            <a:chExt cx="941" cy="598"/>
          </a:xfrm>
          <a:solidFill>
            <a:srgbClr val="00FFFF"/>
          </a:solidFill>
        </p:grpSpPr>
        <p:sp>
          <p:nvSpPr>
            <p:cNvPr id="89" name="Oval 72"/>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73"/>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74"/>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75"/>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76"/>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77"/>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78"/>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Oval 79"/>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7"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9"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00" name="Group 83"/>
          <p:cNvGrpSpPr>
            <a:grpSpLocks/>
          </p:cNvGrpSpPr>
          <p:nvPr/>
        </p:nvGrpSpPr>
        <p:grpSpPr bwMode="auto">
          <a:xfrm>
            <a:off x="6826747" y="3042267"/>
            <a:ext cx="548438" cy="353907"/>
            <a:chOff x="2949" y="196"/>
            <a:chExt cx="941" cy="598"/>
          </a:xfrm>
          <a:solidFill>
            <a:srgbClr val="00FFFF"/>
          </a:solidFill>
        </p:grpSpPr>
        <p:sp>
          <p:nvSpPr>
            <p:cNvPr id="101" name="Oval 84"/>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85"/>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86"/>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87"/>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88"/>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89"/>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90"/>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Oval 91"/>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9"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1"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2" name="Group 95"/>
          <p:cNvGrpSpPr>
            <a:grpSpLocks/>
          </p:cNvGrpSpPr>
          <p:nvPr/>
        </p:nvGrpSpPr>
        <p:grpSpPr bwMode="auto">
          <a:xfrm>
            <a:off x="6520790" y="2483280"/>
            <a:ext cx="548438" cy="356250"/>
            <a:chOff x="2949" y="196"/>
            <a:chExt cx="941" cy="598"/>
          </a:xfrm>
          <a:solidFill>
            <a:srgbClr val="00FFFF"/>
          </a:solidFill>
        </p:grpSpPr>
        <p:sp>
          <p:nvSpPr>
            <p:cNvPr id="113" name="Oval 9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4" name="Oval 9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5" name="Oval 9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6" name="Oval 9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7" name="Oval 10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8" name="Oval 10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9" name="Oval 10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0" name="Oval 10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1"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24" name="Text Box 107"/>
          <p:cNvSpPr txBox="1">
            <a:spLocks noChangeArrowheads="1"/>
          </p:cNvSpPr>
          <p:nvPr/>
        </p:nvSpPr>
        <p:spPr bwMode="auto">
          <a:xfrm>
            <a:off x="7527530" y="221257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sp>
        <p:nvSpPr>
          <p:cNvPr id="125" name="Text Box 108"/>
          <p:cNvSpPr txBox="1">
            <a:spLocks noChangeArrowheads="1"/>
          </p:cNvSpPr>
          <p:nvPr/>
        </p:nvSpPr>
        <p:spPr bwMode="auto">
          <a:xfrm>
            <a:off x="5605457" y="207781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7</a:t>
            </a:r>
          </a:p>
        </p:txBody>
      </p:sp>
      <p:sp>
        <p:nvSpPr>
          <p:cNvPr id="126" name="Text Box 109"/>
          <p:cNvSpPr txBox="1">
            <a:spLocks noChangeArrowheads="1"/>
          </p:cNvSpPr>
          <p:nvPr/>
        </p:nvSpPr>
        <p:spPr bwMode="auto">
          <a:xfrm>
            <a:off x="5100183" y="183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6</a:t>
            </a:r>
          </a:p>
        </p:txBody>
      </p:sp>
      <p:sp>
        <p:nvSpPr>
          <p:cNvPr id="127" name="Text Box 110"/>
          <p:cNvSpPr txBox="1">
            <a:spLocks noChangeArrowheads="1"/>
          </p:cNvSpPr>
          <p:nvPr/>
        </p:nvSpPr>
        <p:spPr bwMode="auto">
          <a:xfrm>
            <a:off x="4643151" y="216804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5</a:t>
            </a:r>
          </a:p>
        </p:txBody>
      </p:sp>
      <p:sp>
        <p:nvSpPr>
          <p:cNvPr id="128" name="Text Box 111"/>
          <p:cNvSpPr txBox="1">
            <a:spLocks noChangeArrowheads="1"/>
          </p:cNvSpPr>
          <p:nvPr/>
        </p:nvSpPr>
        <p:spPr bwMode="auto">
          <a:xfrm>
            <a:off x="4432409" y="2579375"/>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4</a:t>
            </a:r>
          </a:p>
        </p:txBody>
      </p:sp>
      <p:sp>
        <p:nvSpPr>
          <p:cNvPr id="129" name="Text Box 112"/>
          <p:cNvSpPr txBox="1">
            <a:spLocks noChangeArrowheads="1"/>
          </p:cNvSpPr>
          <p:nvPr/>
        </p:nvSpPr>
        <p:spPr bwMode="auto">
          <a:xfrm>
            <a:off x="3421861" y="193367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3</a:t>
            </a:r>
          </a:p>
        </p:txBody>
      </p:sp>
      <p:sp>
        <p:nvSpPr>
          <p:cNvPr id="130" name="Text Box 113"/>
          <p:cNvSpPr txBox="1">
            <a:spLocks noChangeArrowheads="1"/>
          </p:cNvSpPr>
          <p:nvPr/>
        </p:nvSpPr>
        <p:spPr bwMode="auto">
          <a:xfrm>
            <a:off x="1525179" y="264851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31" name="Text Box 114"/>
          <p:cNvSpPr txBox="1">
            <a:spLocks noChangeArrowheads="1"/>
          </p:cNvSpPr>
          <p:nvPr/>
        </p:nvSpPr>
        <p:spPr bwMode="auto">
          <a:xfrm>
            <a:off x="2107895" y="176374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sp>
        <p:nvSpPr>
          <p:cNvPr id="138" name="Oval 121"/>
          <p:cNvSpPr>
            <a:spLocks noChangeArrowheads="1"/>
          </p:cNvSpPr>
          <p:nvPr/>
        </p:nvSpPr>
        <p:spPr bwMode="auto">
          <a:xfrm>
            <a:off x="3598326" y="3003594"/>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39" name="Text Box 122"/>
          <p:cNvSpPr txBox="1">
            <a:spLocks noChangeArrowheads="1"/>
          </p:cNvSpPr>
          <p:nvPr/>
        </p:nvSpPr>
        <p:spPr bwMode="auto">
          <a:xfrm>
            <a:off x="4305485" y="3741876"/>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sp>
        <p:nvSpPr>
          <p:cNvPr id="140" name="Line 123"/>
          <p:cNvSpPr>
            <a:spLocks noChangeShapeType="1"/>
          </p:cNvSpPr>
          <p:nvPr/>
        </p:nvSpPr>
        <p:spPr bwMode="auto">
          <a:xfrm>
            <a:off x="4817078" y="2940312"/>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1" name="Line 124"/>
          <p:cNvSpPr>
            <a:spLocks noChangeShapeType="1"/>
          </p:cNvSpPr>
          <p:nvPr/>
        </p:nvSpPr>
        <p:spPr bwMode="auto">
          <a:xfrm flipV="1">
            <a:off x="4938953" y="3387969"/>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42" name="Group 125"/>
          <p:cNvGrpSpPr>
            <a:grpSpLocks/>
          </p:cNvGrpSpPr>
          <p:nvPr/>
        </p:nvGrpSpPr>
        <p:grpSpPr bwMode="auto">
          <a:xfrm>
            <a:off x="5365516" y="3131328"/>
            <a:ext cx="547168" cy="448828"/>
            <a:chOff x="2949" y="196"/>
            <a:chExt cx="941" cy="598"/>
          </a:xfrm>
          <a:solidFill>
            <a:srgbClr val="00FFFF"/>
          </a:solidFill>
        </p:grpSpPr>
        <p:sp>
          <p:nvSpPr>
            <p:cNvPr id="143" name="Oval 126"/>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27"/>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28"/>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Oval 129"/>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7" name="Oval 130"/>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8" name="Oval 131"/>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9" name="Oval 132"/>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0" name="Oval 133"/>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1"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2"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3"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55" name="Line 138"/>
          <p:cNvSpPr>
            <a:spLocks noChangeShapeType="1"/>
          </p:cNvSpPr>
          <p:nvPr/>
        </p:nvSpPr>
        <p:spPr bwMode="auto">
          <a:xfrm>
            <a:off x="4084557" y="3450079"/>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56" name="Group 139"/>
          <p:cNvGrpSpPr>
            <a:grpSpLocks/>
          </p:cNvGrpSpPr>
          <p:nvPr/>
        </p:nvGrpSpPr>
        <p:grpSpPr bwMode="auto">
          <a:xfrm>
            <a:off x="3842076" y="3194610"/>
            <a:ext cx="548438" cy="448828"/>
            <a:chOff x="2949" y="196"/>
            <a:chExt cx="941" cy="598"/>
          </a:xfrm>
          <a:solidFill>
            <a:srgbClr val="00FFFF"/>
          </a:solidFill>
        </p:grpSpPr>
        <p:sp>
          <p:nvSpPr>
            <p:cNvPr id="157" name="Oval 140"/>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Oval 141"/>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Oval 142"/>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Oval 143"/>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Oval 144"/>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2" name="Oval 145"/>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Oval 146"/>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Oval 147"/>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5"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6"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7"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70" name="Text Box 153"/>
          <p:cNvSpPr txBox="1">
            <a:spLocks noChangeArrowheads="1"/>
          </p:cNvSpPr>
          <p:nvPr/>
        </p:nvSpPr>
        <p:spPr bwMode="auto">
          <a:xfrm>
            <a:off x="4459070" y="318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sp>
        <p:nvSpPr>
          <p:cNvPr id="173" name="Text Box 115"/>
          <p:cNvSpPr txBox="1">
            <a:spLocks noChangeArrowheads="1"/>
          </p:cNvSpPr>
          <p:nvPr/>
        </p:nvSpPr>
        <p:spPr bwMode="auto">
          <a:xfrm>
            <a:off x="6861812" y="306805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74" name="Text Box 116"/>
          <p:cNvSpPr txBox="1">
            <a:spLocks noChangeArrowheads="1"/>
          </p:cNvSpPr>
          <p:nvPr/>
        </p:nvSpPr>
        <p:spPr bwMode="auto">
          <a:xfrm>
            <a:off x="6915228" y="190438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75" name="Text Box 117"/>
          <p:cNvSpPr txBox="1">
            <a:spLocks noChangeArrowheads="1"/>
          </p:cNvSpPr>
          <p:nvPr/>
        </p:nvSpPr>
        <p:spPr bwMode="auto">
          <a:xfrm>
            <a:off x="2237984" y="307742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76" name="Text Box 118"/>
          <p:cNvSpPr txBox="1">
            <a:spLocks noChangeArrowheads="1"/>
          </p:cNvSpPr>
          <p:nvPr/>
        </p:nvSpPr>
        <p:spPr bwMode="auto">
          <a:xfrm>
            <a:off x="2789151" y="255476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77" name="Text Box 119"/>
          <p:cNvSpPr txBox="1">
            <a:spLocks noChangeArrowheads="1"/>
          </p:cNvSpPr>
          <p:nvPr/>
        </p:nvSpPr>
        <p:spPr bwMode="auto">
          <a:xfrm>
            <a:off x="1505747" y="22008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78" name="Text Box 120"/>
          <p:cNvSpPr txBox="1">
            <a:spLocks noChangeArrowheads="1"/>
          </p:cNvSpPr>
          <p:nvPr/>
        </p:nvSpPr>
        <p:spPr bwMode="auto">
          <a:xfrm>
            <a:off x="6550398" y="25219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79" name="Text Box 137"/>
          <p:cNvSpPr txBox="1">
            <a:spLocks noChangeArrowheads="1"/>
          </p:cNvSpPr>
          <p:nvPr/>
        </p:nvSpPr>
        <p:spPr bwMode="auto">
          <a:xfrm>
            <a:off x="5407913" y="3218065"/>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80" name="Text Box 151"/>
          <p:cNvSpPr txBox="1">
            <a:spLocks noChangeArrowheads="1"/>
          </p:cNvSpPr>
          <p:nvPr/>
        </p:nvSpPr>
        <p:spPr bwMode="auto">
          <a:xfrm>
            <a:off x="3872858" y="327781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sp>
        <p:nvSpPr>
          <p:cNvPr id="5" name="矩形 4"/>
          <p:cNvSpPr/>
          <p:nvPr/>
        </p:nvSpPr>
        <p:spPr>
          <a:xfrm>
            <a:off x="1037109" y="4331760"/>
            <a:ext cx="7174018" cy="352789"/>
          </a:xfrm>
          <a:prstGeom prst="rect">
            <a:avLst/>
          </a:prstGeom>
        </p:spPr>
        <p:txBody>
          <a:bodyPr wrap="square">
            <a:spAutoFit/>
          </a:bodyPr>
          <a:lstStyle/>
          <a:p>
            <a:pPr>
              <a:lnSpc>
                <a:spcPts val="2200"/>
              </a:lnSpc>
              <a:buClr>
                <a:srgbClr val="0070C0"/>
              </a:buClr>
            </a:pPr>
            <a:r>
              <a:rPr lang="zh-CN" altLang="en-US" sz="1600" b="1" dirty="0">
                <a:latin typeface="微软雅黑" pitchFamily="34" charset="-122"/>
                <a:ea typeface="微软雅黑" pitchFamily="34" charset="-122"/>
              </a:rPr>
              <a:t>划分区域后，用洪泛机制交换链路状态更新分组的范围就缩小了。 </a:t>
            </a:r>
          </a:p>
        </p:txBody>
      </p:sp>
      <p:sp>
        <p:nvSpPr>
          <p:cNvPr id="6" name="AutoShape 5">
            <a:extLst>
              <a:ext uri="{FF2B5EF4-FFF2-40B4-BE49-F238E27FC236}">
                <a16:creationId xmlns:a16="http://schemas.microsoft.com/office/drawing/2014/main" id="{35275C52-759F-8302-1299-1DCC7C1ABC1E}"/>
              </a:ext>
            </a:extLst>
          </p:cNvPr>
          <p:cNvSpPr>
            <a:spLocks noChangeArrowheads="1"/>
          </p:cNvSpPr>
          <p:nvPr/>
        </p:nvSpPr>
        <p:spPr bwMode="auto">
          <a:xfrm>
            <a:off x="545144" y="62179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a:extLst>
              <a:ext uri="{FF2B5EF4-FFF2-40B4-BE49-F238E27FC236}">
                <a16:creationId xmlns:a16="http://schemas.microsoft.com/office/drawing/2014/main" id="{D4E05512-6D40-B1D1-8EC4-F9824CCD56C4}"/>
              </a:ext>
            </a:extLst>
          </p:cNvPr>
          <p:cNvSpPr>
            <a:spLocks noChangeArrowheads="1"/>
          </p:cNvSpPr>
          <p:nvPr/>
        </p:nvSpPr>
        <p:spPr bwMode="auto">
          <a:xfrm>
            <a:off x="1941968" y="58858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OSPF</a:t>
            </a:r>
            <a:r>
              <a:rPr lang="zh-CN" altLang="en-US" sz="2000" b="1" dirty="0">
                <a:solidFill>
                  <a:schemeClr val="bg1"/>
                </a:solidFill>
                <a:latin typeface="微软雅黑" pitchFamily="34" charset="-122"/>
                <a:ea typeface="微软雅黑" pitchFamily="34" charset="-122"/>
              </a:rPr>
              <a:t>的层次结构</a:t>
            </a:r>
          </a:p>
        </p:txBody>
      </p:sp>
      <p:pic>
        <p:nvPicPr>
          <p:cNvPr id="3" name="Picture 40">
            <a:extLst>
              <a:ext uri="{FF2B5EF4-FFF2-40B4-BE49-F238E27FC236}">
                <a16:creationId xmlns:a16="http://schemas.microsoft.com/office/drawing/2014/main" id="{962C80F4-501E-C4C3-25B1-89FEEFFED63F}"/>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32405" y="2737579"/>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 name="Picture 41">
            <a:extLst>
              <a:ext uri="{FF2B5EF4-FFF2-40B4-BE49-F238E27FC236}">
                <a16:creationId xmlns:a16="http://schemas.microsoft.com/office/drawing/2014/main" id="{1E283CB4-B648-915C-399D-8EED3F9A82B3}"/>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80844" y="1975858"/>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 name="Picture 42">
            <a:extLst>
              <a:ext uri="{FF2B5EF4-FFF2-40B4-BE49-F238E27FC236}">
                <a16:creationId xmlns:a16="http://schemas.microsoft.com/office/drawing/2014/main" id="{73F81B42-DFBE-A083-AF8D-008E23D9B010}"/>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5513" y="2230155"/>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 name="Picture 43">
            <a:extLst>
              <a:ext uri="{FF2B5EF4-FFF2-40B4-BE49-F238E27FC236}">
                <a16:creationId xmlns:a16="http://schemas.microsoft.com/office/drawing/2014/main" id="{464DC8F9-25D4-40A1-B6D4-8B65E2FD92F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19254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 name="Picture 44">
            <a:extLst>
              <a:ext uri="{FF2B5EF4-FFF2-40B4-BE49-F238E27FC236}">
                <a16:creationId xmlns:a16="http://schemas.microsoft.com/office/drawing/2014/main" id="{016B7ECB-C32F-9096-503F-D736DF1EEF1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78015" y="2432890"/>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1" name="Picture 45">
            <a:extLst>
              <a:ext uri="{FF2B5EF4-FFF2-40B4-BE49-F238E27FC236}">
                <a16:creationId xmlns:a16="http://schemas.microsoft.com/office/drawing/2014/main" id="{ACA13832-BDAB-54E1-59A4-9F0B4C5AC522}"/>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14248" y="2483281"/>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 name="Picture 46">
            <a:extLst>
              <a:ext uri="{FF2B5EF4-FFF2-40B4-BE49-F238E27FC236}">
                <a16:creationId xmlns:a16="http://schemas.microsoft.com/office/drawing/2014/main" id="{001CC850-A5E0-B9D1-FD3F-AA5B2C2FFEF8}"/>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51747" y="2332109"/>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 name="Picture 152">
            <a:extLst>
              <a:ext uri="{FF2B5EF4-FFF2-40B4-BE49-F238E27FC236}">
                <a16:creationId xmlns:a16="http://schemas.microsoft.com/office/drawing/2014/main" id="{C5F1FC30-D040-EBBC-6A31-17073F3DA434}"/>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3414922"/>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 name="Picture 154">
            <a:extLst>
              <a:ext uri="{FF2B5EF4-FFF2-40B4-BE49-F238E27FC236}">
                <a16:creationId xmlns:a16="http://schemas.microsoft.com/office/drawing/2014/main" id="{623E432B-524F-11A1-857C-18229EE83365}"/>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3151" y="2841875"/>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extLst>
      <p:ext uri="{BB962C8B-B14F-4D97-AF65-F5344CB8AC3E}">
        <p14:creationId xmlns:p14="http://schemas.microsoft.com/office/powerpoint/2010/main" val="9327772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grpId="0" nodeType="clickEffect">
                                  <p:stCondLst>
                                    <p:cond delay="0"/>
                                  </p:stCondLst>
                                  <p:childTnLst>
                                    <p:anim calcmode="discrete" valueType="str">
                                      <p:cBhvr>
                                        <p:cTn id="6" dur="1000" fill="hold"/>
                                        <p:tgtEl>
                                          <p:spTgt spid="24">
                                            <p:bg/>
                                          </p:spTgt>
                                        </p:tgtEl>
                                        <p:attrNameLst>
                                          <p:attrName>style.visibility</p:attrName>
                                        </p:attrNameLst>
                                      </p:cBhvr>
                                      <p:tavLst>
                                        <p:tav tm="0">
                                          <p:val>
                                            <p:strVal val="hidden"/>
                                          </p:val>
                                        </p:tav>
                                        <p:tav tm="50000">
                                          <p:val>
                                            <p:strVal val="visible"/>
                                          </p:val>
                                        </p:tav>
                                      </p:tavLst>
                                    </p:anim>
                                  </p:childTnLst>
                                </p:cTn>
                              </p:par>
                              <p:par>
                                <p:cTn id="7" presetID="35" presetClass="emph" presetSubtype="0" repeatCount="2000" fill="hold" grpId="0" nodeType="withEffect" nodePh="1">
                                  <p:stCondLst>
                                    <p:cond delay="0"/>
                                  </p:stCondLst>
                                  <p:endCondLst>
                                    <p:cond evt="begin" delay="0">
                                      <p:tn val="7"/>
                                    </p:cond>
                                  </p:endCondLst>
                                  <p:childTnLst>
                                    <p:anim calcmode="discrete" valueType="str">
                                      <p:cBhvr>
                                        <p:cTn id="8" dur="1000" fill="hold"/>
                                        <p:tgtEl>
                                          <p:spTgt spid="24">
                                            <p:txEl>
                                              <p:pRg st="0" end="0"/>
                                            </p:txEl>
                                          </p:spTgt>
                                        </p:tgtEl>
                                        <p:attrNameLst>
                                          <p:attrName>style.visibility</p:attrName>
                                        </p:attrNameLst>
                                      </p:cBhvr>
                                      <p:tavLst>
                                        <p:tav tm="0">
                                          <p:val>
                                            <p:strVal val="hidden"/>
                                          </p:val>
                                        </p:tav>
                                        <p:tav tm="50000">
                                          <p:val>
                                            <p:strVal val="visible"/>
                                          </p:val>
                                        </p:tav>
                                      </p:tavLst>
                                    </p:anim>
                                  </p:childTnLst>
                                </p:cTn>
                              </p:par>
                              <p:par>
                                <p:cTn id="9" presetID="35" presetClass="emph" presetSubtype="0" repeatCount="2000" fill="hold" grpId="0" nodeType="withEffect">
                                  <p:stCondLst>
                                    <p:cond delay="0"/>
                                  </p:stCondLst>
                                  <p:childTnLst>
                                    <p:anim calcmode="discrete" valueType="str">
                                      <p:cBhvr>
                                        <p:cTn id="10" dur="1000" fill="hold"/>
                                        <p:tgtEl>
                                          <p:spTgt spid="23">
                                            <p:bg/>
                                          </p:spTgt>
                                        </p:tgtEl>
                                        <p:attrNameLst>
                                          <p:attrName>style.visibility</p:attrName>
                                        </p:attrNameLst>
                                      </p:cBhvr>
                                      <p:tavLst>
                                        <p:tav tm="0">
                                          <p:val>
                                            <p:strVal val="hidden"/>
                                          </p:val>
                                        </p:tav>
                                        <p:tav tm="50000">
                                          <p:val>
                                            <p:strVal val="visible"/>
                                          </p:val>
                                        </p:tav>
                                      </p:tavLst>
                                    </p:anim>
                                  </p:childTnLst>
                                </p:cTn>
                              </p:par>
                              <p:par>
                                <p:cTn id="11" presetID="35" presetClass="emph" presetSubtype="0" repeatCount="2000" fill="hold" grpId="0" nodeType="withEffect" nodePh="1">
                                  <p:stCondLst>
                                    <p:cond delay="0"/>
                                  </p:stCondLst>
                                  <p:endCondLst>
                                    <p:cond evt="begin" delay="0">
                                      <p:tn val="11"/>
                                    </p:cond>
                                  </p:endCondLst>
                                  <p:childTnLst>
                                    <p:anim calcmode="discrete" valueType="str">
                                      <p:cBhvr>
                                        <p:cTn id="12" dur="1000" fill="hold"/>
                                        <p:tgtEl>
                                          <p:spTgt spid="23">
                                            <p:txEl>
                                              <p:pRg st="0" end="0"/>
                                            </p:txEl>
                                          </p:spTgt>
                                        </p:tgtEl>
                                        <p:attrNameLst>
                                          <p:attrName>style.visibility</p:attrName>
                                        </p:attrNameLst>
                                      </p:cBhvr>
                                      <p:tavLst>
                                        <p:tav tm="0">
                                          <p:val>
                                            <p:strVal val="hidden"/>
                                          </p:val>
                                        </p:tav>
                                        <p:tav tm="50000">
                                          <p:val>
                                            <p:strVal val="visible"/>
                                          </p:val>
                                        </p:tav>
                                      </p:tavLst>
                                    </p:anim>
                                  </p:childTnLst>
                                </p:cTn>
                              </p:par>
                              <p:par>
                                <p:cTn id="13" presetID="35" presetClass="emph" presetSubtype="0" repeatCount="2000" fill="hold" grpId="0" nodeType="withEffect">
                                  <p:stCondLst>
                                    <p:cond delay="0"/>
                                  </p:stCondLst>
                                  <p:childTnLst>
                                    <p:anim calcmode="discrete" valueType="str">
                                      <p:cBhvr>
                                        <p:cTn id="14" dur="1000" fill="hold"/>
                                        <p:tgtEl>
                                          <p:spTgt spid="25">
                                            <p:bg/>
                                          </p:spTgt>
                                        </p:tgtEl>
                                        <p:attrNameLst>
                                          <p:attrName>style.visibility</p:attrName>
                                        </p:attrNameLst>
                                      </p:cBhvr>
                                      <p:tavLst>
                                        <p:tav tm="0">
                                          <p:val>
                                            <p:strVal val="hidden"/>
                                          </p:val>
                                        </p:tav>
                                        <p:tav tm="50000">
                                          <p:val>
                                            <p:strVal val="visible"/>
                                          </p:val>
                                        </p:tav>
                                      </p:tavLst>
                                    </p:anim>
                                  </p:childTnLst>
                                </p:cTn>
                              </p:par>
                              <p:par>
                                <p:cTn id="15" presetID="35" presetClass="emph" presetSubtype="0" repeatCount="2000" fill="hold" grpId="0" nodeType="withEffect" nodePh="1">
                                  <p:stCondLst>
                                    <p:cond delay="0"/>
                                  </p:stCondLst>
                                  <p:endCondLst>
                                    <p:cond evt="begin" delay="0">
                                      <p:tn val="15"/>
                                    </p:cond>
                                  </p:endCondLst>
                                  <p:childTnLst>
                                    <p:anim calcmode="discrete" valueType="str">
                                      <p:cBhvr>
                                        <p:cTn id="16" dur="1000" fill="hold"/>
                                        <p:tgtEl>
                                          <p:spTgt spid="25">
                                            <p:txEl>
                                              <p:pRg st="0" end="0"/>
                                            </p:txEl>
                                          </p:spTgt>
                                        </p:tgtEl>
                                        <p:attrNameLst>
                                          <p:attrName>style.visibility</p:attrName>
                                        </p:attrNameLst>
                                      </p:cBhvr>
                                      <p:tavLst>
                                        <p:tav tm="0">
                                          <p:val>
                                            <p:strVal val="hidden"/>
                                          </p:val>
                                        </p:tav>
                                        <p:tav tm="50000">
                                          <p:val>
                                            <p:strVal val="visible"/>
                                          </p:val>
                                        </p:tav>
                                      </p:tavLst>
                                    </p:anim>
                                  </p:childTnLst>
                                </p:cTn>
                              </p:par>
                              <p:par>
                                <p:cTn id="17" presetID="35" presetClass="emph" presetSubtype="0" repeatCount="2000" fill="hold" grpId="0" nodeType="withEffect">
                                  <p:stCondLst>
                                    <p:cond delay="0"/>
                                  </p:stCondLst>
                                  <p:childTnLst>
                                    <p:anim calcmode="discrete" valueType="str">
                                      <p:cBhvr>
                                        <p:cTn id="18" dur="1000" fill="hold"/>
                                        <p:tgtEl>
                                          <p:spTgt spid="138">
                                            <p:bg/>
                                          </p:spTgt>
                                        </p:tgtEl>
                                        <p:attrNameLst>
                                          <p:attrName>style.visibility</p:attrName>
                                        </p:attrNameLst>
                                      </p:cBhvr>
                                      <p:tavLst>
                                        <p:tav tm="0">
                                          <p:val>
                                            <p:strVal val="hidden"/>
                                          </p:val>
                                        </p:tav>
                                        <p:tav tm="50000">
                                          <p:val>
                                            <p:strVal val="visible"/>
                                          </p:val>
                                        </p:tav>
                                      </p:tavLst>
                                    </p:anim>
                                  </p:childTnLst>
                                </p:cTn>
                              </p:par>
                              <p:par>
                                <p:cTn id="19" presetID="35" presetClass="emph" presetSubtype="0" repeatCount="2000" fill="hold" grpId="0" nodeType="withEffect" nodePh="1">
                                  <p:stCondLst>
                                    <p:cond delay="0"/>
                                  </p:stCondLst>
                                  <p:endCondLst>
                                    <p:cond evt="begin" delay="0">
                                      <p:tn val="19"/>
                                    </p:cond>
                                  </p:endCondLst>
                                  <p:childTnLst>
                                    <p:anim calcmode="discrete" valueType="str">
                                      <p:cBhvr>
                                        <p:cTn id="20" dur="1000" fill="hold"/>
                                        <p:tgtEl>
                                          <p:spTgt spid="138">
                                            <p:txEl>
                                              <p:pRg st="0" end="0"/>
                                            </p:txEl>
                                          </p:spTgt>
                                        </p:tgtEl>
                                        <p:attrNameLst>
                                          <p:attrName>style.visibility</p:attrName>
                                        </p:attrNameLst>
                                      </p:cBhvr>
                                      <p:tavLst>
                                        <p:tav tm="0">
                                          <p:val>
                                            <p:strVal val="hidden"/>
                                          </p:val>
                                        </p:tav>
                                        <p:tav tm="50000">
                                          <p:val>
                                            <p:strVal val="visible"/>
                                          </p:val>
                                        </p:tav>
                                      </p:tavLst>
                                    </p:anim>
                                  </p:childTnLst>
                                </p:cTn>
                              </p:par>
                            </p:childTnLst>
                          </p:cTn>
                        </p:par>
                      </p:childTnLst>
                    </p:cTn>
                  </p:par>
                  <p:par>
                    <p:cTn id="21" fill="hold">
                      <p:stCondLst>
                        <p:cond delay="indefinite"/>
                      </p:stCondLst>
                      <p:childTnLst>
                        <p:par>
                          <p:cTn id="22" fill="hold">
                            <p:stCondLst>
                              <p:cond delay="0"/>
                            </p:stCondLst>
                            <p:childTnLst>
                              <p:par>
                                <p:cTn id="23" presetID="35" presetClass="emph" presetSubtype="0" fill="hold" grpId="0" nodeType="clickEffect">
                                  <p:stCondLst>
                                    <p:cond delay="0"/>
                                  </p:stCondLst>
                                  <p:childTnLst>
                                    <p:anim calcmode="discrete" valueType="str">
                                      <p:cBhvr>
                                        <p:cTn id="24" dur="1000" fill="hold"/>
                                        <p:tgtEl>
                                          <p:spTgt spid="28">
                                            <p:txEl>
                                              <p:pRg st="0" end="0"/>
                                            </p:txEl>
                                          </p:spTgt>
                                        </p:tgtEl>
                                        <p:attrNameLst>
                                          <p:attrName>style.visibility</p:attrName>
                                        </p:attrNameLst>
                                      </p:cBhvr>
                                      <p:tavLst>
                                        <p:tav tm="0">
                                          <p:val>
                                            <p:strVal val="hidden"/>
                                          </p:val>
                                        </p:tav>
                                        <p:tav tm="50000">
                                          <p:val>
                                            <p:strVal val="visible"/>
                                          </p:val>
                                        </p:tav>
                                      </p:tavLst>
                                    </p:anim>
                                  </p:childTnLst>
                                </p:cTn>
                              </p:par>
                              <p:par>
                                <p:cTn id="25" presetID="35" presetClass="emph" presetSubtype="0" fill="hold" grpId="0" nodeType="withEffect">
                                  <p:stCondLst>
                                    <p:cond delay="0"/>
                                  </p:stCondLst>
                                  <p:childTnLst>
                                    <p:anim calcmode="discrete" valueType="str">
                                      <p:cBhvr>
                                        <p:cTn id="26" dur="1000" fill="hold"/>
                                        <p:tgtEl>
                                          <p:spTgt spid="26">
                                            <p:txEl>
                                              <p:pRg st="0" end="0"/>
                                            </p:txEl>
                                          </p:spTgt>
                                        </p:tgtEl>
                                        <p:attrNameLst>
                                          <p:attrName>style.visibility</p:attrName>
                                        </p:attrNameLst>
                                      </p:cBhvr>
                                      <p:tavLst>
                                        <p:tav tm="0">
                                          <p:val>
                                            <p:strVal val="hidden"/>
                                          </p:val>
                                        </p:tav>
                                        <p:tav tm="50000">
                                          <p:val>
                                            <p:strVal val="visible"/>
                                          </p:val>
                                        </p:tav>
                                      </p:tavLst>
                                    </p:anim>
                                  </p:childTnLst>
                                </p:cTn>
                              </p:par>
                              <p:par>
                                <p:cTn id="27" presetID="35" presetClass="emph" presetSubtype="0" fill="hold" grpId="0" nodeType="withEffect">
                                  <p:stCondLst>
                                    <p:cond delay="0"/>
                                  </p:stCondLst>
                                  <p:childTnLst>
                                    <p:anim calcmode="discrete" valueType="str">
                                      <p:cBhvr>
                                        <p:cTn id="28" dur="1000" fill="hold"/>
                                        <p:tgtEl>
                                          <p:spTgt spid="139">
                                            <p:txEl>
                                              <p:pRg st="0" end="0"/>
                                            </p:txEl>
                                          </p:spTgt>
                                        </p:tgtEl>
                                        <p:attrNameLst>
                                          <p:attrName>style.visibility</p:attrName>
                                        </p:attrNameLst>
                                      </p:cBhvr>
                                      <p:tavLst>
                                        <p:tav tm="0">
                                          <p:val>
                                            <p:strVal val="hidden"/>
                                          </p:val>
                                        </p:tav>
                                        <p:tav tm="50000">
                                          <p:val>
                                            <p:strVal val="visible"/>
                                          </p:val>
                                        </p:tav>
                                      </p:tavLst>
                                    </p:anim>
                                  </p:childTnLst>
                                </p:cTn>
                              </p:par>
                              <p:par>
                                <p:cTn id="29" presetID="35" presetClass="emph" presetSubtype="0" fill="hold" grpId="0" nodeType="withEffect">
                                  <p:stCondLst>
                                    <p:cond delay="0"/>
                                  </p:stCondLst>
                                  <p:childTnLst>
                                    <p:anim calcmode="discrete" valueType="str">
                                      <p:cBhvr>
                                        <p:cTn id="30" dur="1000" fill="hold"/>
                                        <p:tgtEl>
                                          <p:spTgt spid="27">
                                            <p:txEl>
                                              <p:pRg st="0" end="0"/>
                                            </p:txEl>
                                          </p:spTgt>
                                        </p:tgtEl>
                                        <p:attrNameLst>
                                          <p:attrName>style.visibility</p:attrName>
                                        </p:attrNameLst>
                                      </p:cBhvr>
                                      <p:tavLst>
                                        <p:tav tm="0">
                                          <p:val>
                                            <p:strVal val="hidden"/>
                                          </p:val>
                                        </p:tav>
                                        <p:tav tm="50000">
                                          <p:val>
                                            <p:strVal val="visible"/>
                                          </p:val>
                                        </p:tav>
                                      </p:tavLst>
                                    </p:anim>
                                  </p:childTnLst>
                                </p:cTn>
                              </p:par>
                            </p:childTnLst>
                          </p:cTn>
                        </p:par>
                        <p:par>
                          <p:cTn id="31" fill="hold">
                            <p:stCondLst>
                              <p:cond delay="1000"/>
                            </p:stCondLst>
                            <p:childTnLst>
                              <p:par>
                                <p:cTn id="32" presetID="42" presetClass="entr" presetSubtype="0" fill="hold" grpId="0" nodeType="after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fade">
                                      <p:cBhvr>
                                        <p:cTn id="34" dur="1000"/>
                                        <p:tgtEl>
                                          <p:spTgt spid="5"/>
                                        </p:tgtEl>
                                      </p:cBhvr>
                                    </p:animEffect>
                                    <p:anim calcmode="lin" valueType="num">
                                      <p:cBhvr>
                                        <p:cTn id="35" dur="1000" fill="hold"/>
                                        <p:tgtEl>
                                          <p:spTgt spid="5"/>
                                        </p:tgtEl>
                                        <p:attrNameLst>
                                          <p:attrName>ppt_x</p:attrName>
                                        </p:attrNameLst>
                                      </p:cBhvr>
                                      <p:tavLst>
                                        <p:tav tm="0">
                                          <p:val>
                                            <p:strVal val="#ppt_x"/>
                                          </p:val>
                                        </p:tav>
                                        <p:tav tm="100000">
                                          <p:val>
                                            <p:strVal val="#ppt_x"/>
                                          </p:val>
                                        </p:tav>
                                      </p:tavLst>
                                    </p:anim>
                                    <p:anim calcmode="lin" valueType="num">
                                      <p:cBhvr>
                                        <p:cTn id="3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uiExpand="1" build="p" animBg="1"/>
      <p:bldP spid="26" grpId="0" build="p"/>
      <p:bldP spid="25" grpId="0" build="p" animBg="1"/>
      <p:bldP spid="27" grpId="0" build="p"/>
      <p:bldP spid="23" grpId="0" uiExpand="1" build="p" animBg="1"/>
      <p:bldP spid="28" grpId="0" build="p"/>
      <p:bldP spid="138" grpId="0" build="p" animBg="1"/>
      <p:bldP spid="139" grpId="0" build="p"/>
      <p:bldP spid="5" grpId="0"/>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EE4280-6532-9CDF-82F4-DBBA7E1B894F}"/>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85FB6D85-CA10-AE21-9CDE-16766E34408B}"/>
              </a:ext>
            </a:extLst>
          </p:cNvPr>
          <p:cNvSpPr/>
          <p:nvPr/>
        </p:nvSpPr>
        <p:spPr>
          <a:xfrm>
            <a:off x="545144" y="1019619"/>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 name="AutoShape 3">
            <a:extLst>
              <a:ext uri="{FF2B5EF4-FFF2-40B4-BE49-F238E27FC236}">
                <a16:creationId xmlns:a16="http://schemas.microsoft.com/office/drawing/2014/main" id="{9C9412C6-AF1E-029D-6693-A4B9E0223AE2}"/>
              </a:ext>
            </a:extLst>
          </p:cNvPr>
          <p:cNvSpPr>
            <a:spLocks noChangeArrowheads="1"/>
          </p:cNvSpPr>
          <p:nvPr/>
        </p:nvSpPr>
        <p:spPr bwMode="auto">
          <a:xfrm>
            <a:off x="1018636" y="1402811"/>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2" name="Text Box 4">
            <a:extLst>
              <a:ext uri="{FF2B5EF4-FFF2-40B4-BE49-F238E27FC236}">
                <a16:creationId xmlns:a16="http://schemas.microsoft.com/office/drawing/2014/main" id="{1D22E7C3-E4DE-490A-D1D5-CA21CD7C9DF8}"/>
              </a:ext>
            </a:extLst>
          </p:cNvPr>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grpSp>
        <p:nvGrpSpPr>
          <p:cNvPr id="182" name="组合 181">
            <a:extLst>
              <a:ext uri="{FF2B5EF4-FFF2-40B4-BE49-F238E27FC236}">
                <a16:creationId xmlns:a16="http://schemas.microsoft.com/office/drawing/2014/main" id="{F2E9E54C-92F2-479C-3F52-15C5E222FEB3}"/>
              </a:ext>
            </a:extLst>
          </p:cNvPr>
          <p:cNvGrpSpPr/>
          <p:nvPr/>
        </p:nvGrpSpPr>
        <p:grpSpPr>
          <a:xfrm>
            <a:off x="1101155" y="1773123"/>
            <a:ext cx="2532718" cy="2064420"/>
            <a:chOff x="1101155" y="1773412"/>
            <a:chExt cx="2532718" cy="2064420"/>
          </a:xfrm>
        </p:grpSpPr>
        <p:sp>
          <p:nvSpPr>
            <p:cNvPr id="24" name="Oval 7">
              <a:extLst>
                <a:ext uri="{FF2B5EF4-FFF2-40B4-BE49-F238E27FC236}">
                  <a16:creationId xmlns:a16="http://schemas.microsoft.com/office/drawing/2014/main" id="{AB5B5259-B8FB-37EB-42AE-6E68A53DAA81}"/>
                </a:ext>
              </a:extLst>
            </p:cNvPr>
            <p:cNvSpPr>
              <a:spLocks noChangeArrowheads="1"/>
            </p:cNvSpPr>
            <p:nvPr/>
          </p:nvSpPr>
          <p:spPr bwMode="auto">
            <a:xfrm>
              <a:off x="1101155" y="1773412"/>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6" name="Text Box 9">
              <a:extLst>
                <a:ext uri="{FF2B5EF4-FFF2-40B4-BE49-F238E27FC236}">
                  <a16:creationId xmlns:a16="http://schemas.microsoft.com/office/drawing/2014/main" id="{C6BBF2EC-E10B-B2F0-1F87-5C17E46B87DD}"/>
                </a:ext>
              </a:extLst>
            </p:cNvPr>
            <p:cNvSpPr txBox="1">
              <a:spLocks noChangeArrowheads="1"/>
            </p:cNvSpPr>
            <p:nvPr/>
          </p:nvSpPr>
          <p:spPr bwMode="auto">
            <a:xfrm>
              <a:off x="1812343" y="353005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grpSp>
      <p:grpSp>
        <p:nvGrpSpPr>
          <p:cNvPr id="184" name="组合 183">
            <a:extLst>
              <a:ext uri="{FF2B5EF4-FFF2-40B4-BE49-F238E27FC236}">
                <a16:creationId xmlns:a16="http://schemas.microsoft.com/office/drawing/2014/main" id="{23601D34-D175-C828-71D6-09C1748DAFDD}"/>
              </a:ext>
            </a:extLst>
          </p:cNvPr>
          <p:cNvGrpSpPr/>
          <p:nvPr/>
        </p:nvGrpSpPr>
        <p:grpSpPr>
          <a:xfrm>
            <a:off x="6095497" y="1773123"/>
            <a:ext cx="1923343" cy="2117154"/>
            <a:chOff x="6095497" y="1773412"/>
            <a:chExt cx="1923343" cy="2117154"/>
          </a:xfrm>
        </p:grpSpPr>
        <p:sp>
          <p:nvSpPr>
            <p:cNvPr id="25" name="Oval 8">
              <a:extLst>
                <a:ext uri="{FF2B5EF4-FFF2-40B4-BE49-F238E27FC236}">
                  <a16:creationId xmlns:a16="http://schemas.microsoft.com/office/drawing/2014/main" id="{A08A93F0-1945-0262-A63C-3359401C0987}"/>
                </a:ext>
              </a:extLst>
            </p:cNvPr>
            <p:cNvSpPr>
              <a:spLocks noChangeArrowheads="1"/>
            </p:cNvSpPr>
            <p:nvPr/>
          </p:nvSpPr>
          <p:spPr bwMode="auto">
            <a:xfrm>
              <a:off x="6095497" y="1773412"/>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7" name="Text Box 10">
              <a:extLst>
                <a:ext uri="{FF2B5EF4-FFF2-40B4-BE49-F238E27FC236}">
                  <a16:creationId xmlns:a16="http://schemas.microsoft.com/office/drawing/2014/main" id="{EFA62B36-9D9B-0EB8-A702-0BE31A8B806A}"/>
                </a:ext>
              </a:extLst>
            </p:cNvPr>
            <p:cNvSpPr txBox="1">
              <a:spLocks noChangeArrowheads="1"/>
            </p:cNvSpPr>
            <p:nvPr/>
          </p:nvSpPr>
          <p:spPr bwMode="auto">
            <a:xfrm>
              <a:off x="6496859" y="3582789"/>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grpSp>
      <p:grpSp>
        <p:nvGrpSpPr>
          <p:cNvPr id="181" name="组合 180">
            <a:extLst>
              <a:ext uri="{FF2B5EF4-FFF2-40B4-BE49-F238E27FC236}">
                <a16:creationId xmlns:a16="http://schemas.microsoft.com/office/drawing/2014/main" id="{9682BDA6-5155-214A-6FBC-CDDAAFCEAAC9}"/>
              </a:ext>
            </a:extLst>
          </p:cNvPr>
          <p:cNvGrpSpPr/>
          <p:nvPr/>
        </p:nvGrpSpPr>
        <p:grpSpPr>
          <a:xfrm>
            <a:off x="3720201" y="1518518"/>
            <a:ext cx="2314358" cy="1421794"/>
            <a:chOff x="3720201" y="1518807"/>
            <a:chExt cx="2314358" cy="1421794"/>
          </a:xfrm>
        </p:grpSpPr>
        <p:sp>
          <p:nvSpPr>
            <p:cNvPr id="23" name="Oval 6">
              <a:extLst>
                <a:ext uri="{FF2B5EF4-FFF2-40B4-BE49-F238E27FC236}">
                  <a16:creationId xmlns:a16="http://schemas.microsoft.com/office/drawing/2014/main" id="{27F159D5-2B24-BF99-0559-CBC0E8B279D5}"/>
                </a:ext>
              </a:extLst>
            </p:cNvPr>
            <p:cNvSpPr>
              <a:spLocks noChangeArrowheads="1"/>
            </p:cNvSpPr>
            <p:nvPr/>
          </p:nvSpPr>
          <p:spPr bwMode="auto">
            <a:xfrm>
              <a:off x="3720201" y="1824975"/>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8" name="Text Box 11">
              <a:extLst>
                <a:ext uri="{FF2B5EF4-FFF2-40B4-BE49-F238E27FC236}">
                  <a16:creationId xmlns:a16="http://schemas.microsoft.com/office/drawing/2014/main" id="{0D4DC928-120A-29A8-6A89-7D89C81219DC}"/>
                </a:ext>
              </a:extLst>
            </p:cNvPr>
            <p:cNvSpPr txBox="1">
              <a:spLocks noChangeArrowheads="1"/>
            </p:cNvSpPr>
            <p:nvPr/>
          </p:nvSpPr>
          <p:spPr bwMode="auto">
            <a:xfrm>
              <a:off x="3722740" y="1518807"/>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grpSp>
      <p:sp>
        <p:nvSpPr>
          <p:cNvPr id="29" name="Line 12">
            <a:extLst>
              <a:ext uri="{FF2B5EF4-FFF2-40B4-BE49-F238E27FC236}">
                <a16:creationId xmlns:a16="http://schemas.microsoft.com/office/drawing/2014/main" id="{53977AE9-F7A6-36B7-3D07-3F42D33C927D}"/>
              </a:ext>
            </a:extLst>
          </p:cNvPr>
          <p:cNvSpPr>
            <a:spLocks noChangeShapeType="1"/>
          </p:cNvSpPr>
          <p:nvPr/>
        </p:nvSpPr>
        <p:spPr bwMode="auto">
          <a:xfrm flipV="1">
            <a:off x="4878015" y="1317265"/>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Text Box 13">
            <a:extLst>
              <a:ext uri="{FF2B5EF4-FFF2-40B4-BE49-F238E27FC236}">
                <a16:creationId xmlns:a16="http://schemas.microsoft.com/office/drawing/2014/main" id="{A4DC46F5-E9BF-B6E6-57EC-A9BEC71CECCB}"/>
              </a:ext>
            </a:extLst>
          </p:cNvPr>
          <p:cNvSpPr txBox="1">
            <a:spLocks noChangeArrowheads="1"/>
          </p:cNvSpPr>
          <p:nvPr/>
        </p:nvSpPr>
        <p:spPr bwMode="auto">
          <a:xfrm>
            <a:off x="5115298" y="1054787"/>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31" name="Line 14">
            <a:extLst>
              <a:ext uri="{FF2B5EF4-FFF2-40B4-BE49-F238E27FC236}">
                <a16:creationId xmlns:a16="http://schemas.microsoft.com/office/drawing/2014/main" id="{C5098213-21C4-0B9F-970B-38F8801D8332}"/>
              </a:ext>
            </a:extLst>
          </p:cNvPr>
          <p:cNvSpPr>
            <a:spLocks noChangeShapeType="1"/>
          </p:cNvSpPr>
          <p:nvPr/>
        </p:nvSpPr>
        <p:spPr bwMode="auto">
          <a:xfrm>
            <a:off x="6095496" y="2432890"/>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15">
            <a:extLst>
              <a:ext uri="{FF2B5EF4-FFF2-40B4-BE49-F238E27FC236}">
                <a16:creationId xmlns:a16="http://schemas.microsoft.com/office/drawing/2014/main" id="{6F9B6D0F-8D4A-61DA-3874-92180182B94D}"/>
              </a:ext>
            </a:extLst>
          </p:cNvPr>
          <p:cNvSpPr>
            <a:spLocks noChangeShapeType="1"/>
          </p:cNvSpPr>
          <p:nvPr/>
        </p:nvSpPr>
        <p:spPr bwMode="auto">
          <a:xfrm flipV="1">
            <a:off x="6887685" y="2585235"/>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16">
            <a:extLst>
              <a:ext uri="{FF2B5EF4-FFF2-40B4-BE49-F238E27FC236}">
                <a16:creationId xmlns:a16="http://schemas.microsoft.com/office/drawing/2014/main" id="{98D36CFE-6031-D87E-4775-CD23069ADE24}"/>
              </a:ext>
            </a:extLst>
          </p:cNvPr>
          <p:cNvSpPr>
            <a:spLocks noChangeShapeType="1"/>
          </p:cNvSpPr>
          <p:nvPr/>
        </p:nvSpPr>
        <p:spPr bwMode="auto">
          <a:xfrm>
            <a:off x="7192373" y="2077811"/>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17">
            <a:extLst>
              <a:ext uri="{FF2B5EF4-FFF2-40B4-BE49-F238E27FC236}">
                <a16:creationId xmlns:a16="http://schemas.microsoft.com/office/drawing/2014/main" id="{FD8B3487-6D67-58B6-727F-ACB981A8DB43}"/>
              </a:ext>
            </a:extLst>
          </p:cNvPr>
          <p:cNvSpPr>
            <a:spLocks noChangeShapeType="1"/>
          </p:cNvSpPr>
          <p:nvPr/>
        </p:nvSpPr>
        <p:spPr bwMode="auto">
          <a:xfrm flipH="1">
            <a:off x="7130166" y="2634454"/>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Line 18">
            <a:extLst>
              <a:ext uri="{FF2B5EF4-FFF2-40B4-BE49-F238E27FC236}">
                <a16:creationId xmlns:a16="http://schemas.microsoft.com/office/drawing/2014/main" id="{91AD78D3-EC51-5084-57B2-04DD767C9986}"/>
              </a:ext>
            </a:extLst>
          </p:cNvPr>
          <p:cNvSpPr>
            <a:spLocks noChangeShapeType="1"/>
          </p:cNvSpPr>
          <p:nvPr/>
        </p:nvSpPr>
        <p:spPr bwMode="auto">
          <a:xfrm flipV="1">
            <a:off x="5181433" y="2432890"/>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6" name="Line 19">
            <a:extLst>
              <a:ext uri="{FF2B5EF4-FFF2-40B4-BE49-F238E27FC236}">
                <a16:creationId xmlns:a16="http://schemas.microsoft.com/office/drawing/2014/main" id="{64A290A1-0372-84DA-F392-B47B8B964216}"/>
              </a:ext>
            </a:extLst>
          </p:cNvPr>
          <p:cNvSpPr>
            <a:spLocks noChangeShapeType="1"/>
          </p:cNvSpPr>
          <p:nvPr/>
        </p:nvSpPr>
        <p:spPr bwMode="auto">
          <a:xfrm>
            <a:off x="4938953" y="2027421"/>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Line 20">
            <a:extLst>
              <a:ext uri="{FF2B5EF4-FFF2-40B4-BE49-F238E27FC236}">
                <a16:creationId xmlns:a16="http://schemas.microsoft.com/office/drawing/2014/main" id="{C38FD825-10FD-43FE-0033-287910AFF46E}"/>
              </a:ext>
            </a:extLst>
          </p:cNvPr>
          <p:cNvSpPr>
            <a:spLocks noChangeShapeType="1"/>
          </p:cNvSpPr>
          <p:nvPr/>
        </p:nvSpPr>
        <p:spPr bwMode="auto">
          <a:xfrm flipH="1">
            <a:off x="4878015" y="2585234"/>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8" name="Line 21">
            <a:extLst>
              <a:ext uri="{FF2B5EF4-FFF2-40B4-BE49-F238E27FC236}">
                <a16:creationId xmlns:a16="http://schemas.microsoft.com/office/drawing/2014/main" id="{334D1DEE-EE71-D107-4399-9F4B732907FA}"/>
              </a:ext>
            </a:extLst>
          </p:cNvPr>
          <p:cNvSpPr>
            <a:spLocks noChangeShapeType="1"/>
          </p:cNvSpPr>
          <p:nvPr/>
        </p:nvSpPr>
        <p:spPr bwMode="auto">
          <a:xfrm>
            <a:off x="3598326" y="2332109"/>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22">
            <a:extLst>
              <a:ext uri="{FF2B5EF4-FFF2-40B4-BE49-F238E27FC236}">
                <a16:creationId xmlns:a16="http://schemas.microsoft.com/office/drawing/2014/main" id="{3D25BA03-5762-F93F-2D5B-6CCCF25FB7B4}"/>
              </a:ext>
            </a:extLst>
          </p:cNvPr>
          <p:cNvSpPr>
            <a:spLocks noChangeShapeType="1"/>
          </p:cNvSpPr>
          <p:nvPr/>
        </p:nvSpPr>
        <p:spPr bwMode="auto">
          <a:xfrm flipV="1">
            <a:off x="3659264" y="2077811"/>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0" name="Line 23">
            <a:extLst>
              <a:ext uri="{FF2B5EF4-FFF2-40B4-BE49-F238E27FC236}">
                <a16:creationId xmlns:a16="http://schemas.microsoft.com/office/drawing/2014/main" id="{451323BE-407A-4F7A-7823-4D5C77DE3B5F}"/>
              </a:ext>
            </a:extLst>
          </p:cNvPr>
          <p:cNvSpPr>
            <a:spLocks noChangeShapeType="1"/>
          </p:cNvSpPr>
          <p:nvPr/>
        </p:nvSpPr>
        <p:spPr bwMode="auto">
          <a:xfrm flipH="1">
            <a:off x="1710530" y="2077811"/>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1" name="Line 24">
            <a:extLst>
              <a:ext uri="{FF2B5EF4-FFF2-40B4-BE49-F238E27FC236}">
                <a16:creationId xmlns:a16="http://schemas.microsoft.com/office/drawing/2014/main" id="{7F49ECCF-9CCE-0E29-987C-5590DCE8AF94}"/>
              </a:ext>
            </a:extLst>
          </p:cNvPr>
          <p:cNvSpPr>
            <a:spLocks noChangeShapeType="1"/>
          </p:cNvSpPr>
          <p:nvPr/>
        </p:nvSpPr>
        <p:spPr bwMode="auto">
          <a:xfrm>
            <a:off x="2623325" y="2127030"/>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Line 25">
            <a:extLst>
              <a:ext uri="{FF2B5EF4-FFF2-40B4-BE49-F238E27FC236}">
                <a16:creationId xmlns:a16="http://schemas.microsoft.com/office/drawing/2014/main" id="{16E73A50-447B-0EF4-5CD2-DC4029188807}"/>
              </a:ext>
            </a:extLst>
          </p:cNvPr>
          <p:cNvSpPr>
            <a:spLocks noChangeShapeType="1"/>
          </p:cNvSpPr>
          <p:nvPr/>
        </p:nvSpPr>
        <p:spPr bwMode="auto">
          <a:xfrm flipV="1">
            <a:off x="3049888" y="2381328"/>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Line 26">
            <a:extLst>
              <a:ext uri="{FF2B5EF4-FFF2-40B4-BE49-F238E27FC236}">
                <a16:creationId xmlns:a16="http://schemas.microsoft.com/office/drawing/2014/main" id="{824E509E-866E-C108-644E-6097339E58BB}"/>
              </a:ext>
            </a:extLst>
          </p:cNvPr>
          <p:cNvSpPr>
            <a:spLocks noChangeShapeType="1"/>
          </p:cNvSpPr>
          <p:nvPr/>
        </p:nvSpPr>
        <p:spPr bwMode="auto">
          <a:xfrm flipH="1">
            <a:off x="2135824" y="2737578"/>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4" name="Line 27">
            <a:extLst>
              <a:ext uri="{FF2B5EF4-FFF2-40B4-BE49-F238E27FC236}">
                <a16:creationId xmlns:a16="http://schemas.microsoft.com/office/drawing/2014/main" id="{700A4B29-BFD9-A27F-0AB1-F34A4E3E4FDD}"/>
              </a:ext>
            </a:extLst>
          </p:cNvPr>
          <p:cNvSpPr>
            <a:spLocks noChangeShapeType="1"/>
          </p:cNvSpPr>
          <p:nvPr/>
        </p:nvSpPr>
        <p:spPr bwMode="auto">
          <a:xfrm>
            <a:off x="2135824" y="2888750"/>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45" name="Group 28">
            <a:extLst>
              <a:ext uri="{FF2B5EF4-FFF2-40B4-BE49-F238E27FC236}">
                <a16:creationId xmlns:a16="http://schemas.microsoft.com/office/drawing/2014/main" id="{924F506F-EAD2-A337-073C-FC5547C55295}"/>
              </a:ext>
            </a:extLst>
          </p:cNvPr>
          <p:cNvGrpSpPr>
            <a:grpSpLocks/>
          </p:cNvGrpSpPr>
          <p:nvPr/>
        </p:nvGrpSpPr>
        <p:grpSpPr bwMode="auto">
          <a:xfrm>
            <a:off x="2745200" y="2534844"/>
            <a:ext cx="548438" cy="353907"/>
            <a:chOff x="2949" y="196"/>
            <a:chExt cx="941" cy="598"/>
          </a:xfrm>
          <a:solidFill>
            <a:srgbClr val="00FFFF"/>
          </a:solidFill>
        </p:grpSpPr>
        <p:sp>
          <p:nvSpPr>
            <p:cNvPr id="46" name="Oval 29">
              <a:extLst>
                <a:ext uri="{FF2B5EF4-FFF2-40B4-BE49-F238E27FC236}">
                  <a16:creationId xmlns:a16="http://schemas.microsoft.com/office/drawing/2014/main" id="{3C3D9611-4432-BA7D-823A-632F64014F84}"/>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7" name="Oval 30">
              <a:extLst>
                <a:ext uri="{FF2B5EF4-FFF2-40B4-BE49-F238E27FC236}">
                  <a16:creationId xmlns:a16="http://schemas.microsoft.com/office/drawing/2014/main" id="{7D0AB0CC-191F-50CF-A21C-F4F8212F3E97}"/>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8" name="Oval 31">
              <a:extLst>
                <a:ext uri="{FF2B5EF4-FFF2-40B4-BE49-F238E27FC236}">
                  <a16:creationId xmlns:a16="http://schemas.microsoft.com/office/drawing/2014/main" id="{849B842D-97B6-50BE-46A9-4F3C4A763459}"/>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9" name="Oval 32">
              <a:extLst>
                <a:ext uri="{FF2B5EF4-FFF2-40B4-BE49-F238E27FC236}">
                  <a16:creationId xmlns:a16="http://schemas.microsoft.com/office/drawing/2014/main" id="{73930B72-BCFA-39E0-2F9C-7862C0CC5B1B}"/>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0" name="Oval 33">
              <a:extLst>
                <a:ext uri="{FF2B5EF4-FFF2-40B4-BE49-F238E27FC236}">
                  <a16:creationId xmlns:a16="http://schemas.microsoft.com/office/drawing/2014/main" id="{8B27EAA6-8DBF-4B43-D228-0D76F900581B}"/>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1" name="Oval 34">
              <a:extLst>
                <a:ext uri="{FF2B5EF4-FFF2-40B4-BE49-F238E27FC236}">
                  <a16:creationId xmlns:a16="http://schemas.microsoft.com/office/drawing/2014/main" id="{D2D2646E-0461-47D9-018A-A9DC85938633}"/>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2" name="Oval 35">
              <a:extLst>
                <a:ext uri="{FF2B5EF4-FFF2-40B4-BE49-F238E27FC236}">
                  <a16:creationId xmlns:a16="http://schemas.microsoft.com/office/drawing/2014/main" id="{82BDD94A-CF9D-C15A-AC97-E11743E2C642}"/>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36">
              <a:extLst>
                <a:ext uri="{FF2B5EF4-FFF2-40B4-BE49-F238E27FC236}">
                  <a16:creationId xmlns:a16="http://schemas.microsoft.com/office/drawing/2014/main" id="{159CFEDF-2ED0-ADDD-9754-492FF07233CB}"/>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Freeform 37">
              <a:extLst>
                <a:ext uri="{FF2B5EF4-FFF2-40B4-BE49-F238E27FC236}">
                  <a16:creationId xmlns:a16="http://schemas.microsoft.com/office/drawing/2014/main" id="{7CB7A975-0CD6-D7EA-1771-5F97EA924056}"/>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5" name="Freeform 38">
              <a:extLst>
                <a:ext uri="{FF2B5EF4-FFF2-40B4-BE49-F238E27FC236}">
                  <a16:creationId xmlns:a16="http://schemas.microsoft.com/office/drawing/2014/main" id="{5BE54D8A-78C8-E489-35C8-2294B4EF8150}"/>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6" name="Freeform 39">
              <a:extLst>
                <a:ext uri="{FF2B5EF4-FFF2-40B4-BE49-F238E27FC236}">
                  <a16:creationId xmlns:a16="http://schemas.microsoft.com/office/drawing/2014/main" id="{6F647584-5306-6CFB-2CBB-78F8AEBF1DE3}"/>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57" name="Picture 40">
            <a:extLst>
              <a:ext uri="{FF2B5EF4-FFF2-40B4-BE49-F238E27FC236}">
                <a16:creationId xmlns:a16="http://schemas.microsoft.com/office/drawing/2014/main" id="{30847E4B-9E8B-DBCD-5E1F-E7E45FBA96B7}"/>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32405" y="2737579"/>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41">
            <a:extLst>
              <a:ext uri="{FF2B5EF4-FFF2-40B4-BE49-F238E27FC236}">
                <a16:creationId xmlns:a16="http://schemas.microsoft.com/office/drawing/2014/main" id="{47BDD164-C893-392F-85AA-3BFD1446A1D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80844" y="1975858"/>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42">
            <a:extLst>
              <a:ext uri="{FF2B5EF4-FFF2-40B4-BE49-F238E27FC236}">
                <a16:creationId xmlns:a16="http://schemas.microsoft.com/office/drawing/2014/main" id="{751C2335-882C-1F98-0E60-DC11A4EAADD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5513" y="2230155"/>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43">
            <a:extLst>
              <a:ext uri="{FF2B5EF4-FFF2-40B4-BE49-F238E27FC236}">
                <a16:creationId xmlns:a16="http://schemas.microsoft.com/office/drawing/2014/main" id="{737DA6FA-F58E-EC91-89D1-DA6780F49DE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19254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44">
            <a:extLst>
              <a:ext uri="{FF2B5EF4-FFF2-40B4-BE49-F238E27FC236}">
                <a16:creationId xmlns:a16="http://schemas.microsoft.com/office/drawing/2014/main" id="{DE077211-B373-13CC-252A-135BD3B90B11}"/>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78015" y="2432890"/>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 name="Picture 45">
            <a:extLst>
              <a:ext uri="{FF2B5EF4-FFF2-40B4-BE49-F238E27FC236}">
                <a16:creationId xmlns:a16="http://schemas.microsoft.com/office/drawing/2014/main" id="{5A1E8BA3-44A9-C3A6-E050-3B3F2D9D3C2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14248" y="2483281"/>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3" name="Picture 46">
            <a:extLst>
              <a:ext uri="{FF2B5EF4-FFF2-40B4-BE49-F238E27FC236}">
                <a16:creationId xmlns:a16="http://schemas.microsoft.com/office/drawing/2014/main" id="{BEEF6695-17F3-B004-16B9-A5A80B09F21A}"/>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51747" y="2332109"/>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4" name="Group 47">
            <a:extLst>
              <a:ext uri="{FF2B5EF4-FFF2-40B4-BE49-F238E27FC236}">
                <a16:creationId xmlns:a16="http://schemas.microsoft.com/office/drawing/2014/main" id="{BD4BE98F-393E-3297-1A2D-CF4BA1D323C2}"/>
              </a:ext>
            </a:extLst>
          </p:cNvPr>
          <p:cNvGrpSpPr>
            <a:grpSpLocks/>
          </p:cNvGrpSpPr>
          <p:nvPr/>
        </p:nvGrpSpPr>
        <p:grpSpPr bwMode="auto">
          <a:xfrm>
            <a:off x="2196762" y="3042267"/>
            <a:ext cx="548438" cy="353907"/>
            <a:chOff x="2949" y="196"/>
            <a:chExt cx="941" cy="598"/>
          </a:xfrm>
          <a:solidFill>
            <a:srgbClr val="00FFFF"/>
          </a:solidFill>
        </p:grpSpPr>
        <p:sp>
          <p:nvSpPr>
            <p:cNvPr id="65" name="Oval 48">
              <a:extLst>
                <a:ext uri="{FF2B5EF4-FFF2-40B4-BE49-F238E27FC236}">
                  <a16:creationId xmlns:a16="http://schemas.microsoft.com/office/drawing/2014/main" id="{15F568AF-48B4-771B-97B3-19B93034A6DE}"/>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49">
              <a:extLst>
                <a:ext uri="{FF2B5EF4-FFF2-40B4-BE49-F238E27FC236}">
                  <a16:creationId xmlns:a16="http://schemas.microsoft.com/office/drawing/2014/main" id="{B8150B61-F2FB-D292-4021-2F7CD24D4B50}"/>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50">
              <a:extLst>
                <a:ext uri="{FF2B5EF4-FFF2-40B4-BE49-F238E27FC236}">
                  <a16:creationId xmlns:a16="http://schemas.microsoft.com/office/drawing/2014/main" id="{B3A7CD4A-2C82-F343-0113-CC31AD35072E}"/>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51">
              <a:extLst>
                <a:ext uri="{FF2B5EF4-FFF2-40B4-BE49-F238E27FC236}">
                  <a16:creationId xmlns:a16="http://schemas.microsoft.com/office/drawing/2014/main" id="{96041599-30ED-22C4-6E77-E8CBDB3EC455}"/>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52">
              <a:extLst>
                <a:ext uri="{FF2B5EF4-FFF2-40B4-BE49-F238E27FC236}">
                  <a16:creationId xmlns:a16="http://schemas.microsoft.com/office/drawing/2014/main" id="{A17BE954-EC28-FDE1-A889-462425BED552}"/>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53">
              <a:extLst>
                <a:ext uri="{FF2B5EF4-FFF2-40B4-BE49-F238E27FC236}">
                  <a16:creationId xmlns:a16="http://schemas.microsoft.com/office/drawing/2014/main" id="{F2D2BC73-E37E-EDC5-7DEC-732FF164FD21}"/>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54">
              <a:extLst>
                <a:ext uri="{FF2B5EF4-FFF2-40B4-BE49-F238E27FC236}">
                  <a16:creationId xmlns:a16="http://schemas.microsoft.com/office/drawing/2014/main" id="{91C7AF8D-0D09-CE9E-8324-27943E3096C7}"/>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Oval 55">
              <a:extLst>
                <a:ext uri="{FF2B5EF4-FFF2-40B4-BE49-F238E27FC236}">
                  <a16:creationId xmlns:a16="http://schemas.microsoft.com/office/drawing/2014/main" id="{4B77E69B-FAF1-8F67-FF7D-44FF71AD7CDD}"/>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3" name="Freeform 56">
              <a:extLst>
                <a:ext uri="{FF2B5EF4-FFF2-40B4-BE49-F238E27FC236}">
                  <a16:creationId xmlns:a16="http://schemas.microsoft.com/office/drawing/2014/main" id="{2912275A-5D00-E248-5D47-7230E854A236}"/>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57">
              <a:extLst>
                <a:ext uri="{FF2B5EF4-FFF2-40B4-BE49-F238E27FC236}">
                  <a16:creationId xmlns:a16="http://schemas.microsoft.com/office/drawing/2014/main" id="{15608429-F418-64F2-4FED-8E631BD02A1B}"/>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5" name="Freeform 58">
              <a:extLst>
                <a:ext uri="{FF2B5EF4-FFF2-40B4-BE49-F238E27FC236}">
                  <a16:creationId xmlns:a16="http://schemas.microsoft.com/office/drawing/2014/main" id="{BF69C68C-A97E-E109-3DC8-9E654B98B294}"/>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6" name="Group 59">
            <a:extLst>
              <a:ext uri="{FF2B5EF4-FFF2-40B4-BE49-F238E27FC236}">
                <a16:creationId xmlns:a16="http://schemas.microsoft.com/office/drawing/2014/main" id="{F5FC9A1F-FB94-4A85-34C3-D5479E5F0C52}"/>
              </a:ext>
            </a:extLst>
          </p:cNvPr>
          <p:cNvGrpSpPr>
            <a:grpSpLocks/>
          </p:cNvGrpSpPr>
          <p:nvPr/>
        </p:nvGrpSpPr>
        <p:grpSpPr bwMode="auto">
          <a:xfrm>
            <a:off x="1466780" y="2178593"/>
            <a:ext cx="548438" cy="356250"/>
            <a:chOff x="2949" y="196"/>
            <a:chExt cx="941" cy="598"/>
          </a:xfrm>
          <a:solidFill>
            <a:srgbClr val="00FFFF"/>
          </a:solidFill>
        </p:grpSpPr>
        <p:sp>
          <p:nvSpPr>
            <p:cNvPr id="77" name="Oval 60">
              <a:extLst>
                <a:ext uri="{FF2B5EF4-FFF2-40B4-BE49-F238E27FC236}">
                  <a16:creationId xmlns:a16="http://schemas.microsoft.com/office/drawing/2014/main" id="{B45244C0-ED5B-4F42-75A6-ACDB0BE82470}"/>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61">
              <a:extLst>
                <a:ext uri="{FF2B5EF4-FFF2-40B4-BE49-F238E27FC236}">
                  <a16:creationId xmlns:a16="http://schemas.microsoft.com/office/drawing/2014/main" id="{86F316D3-1BED-987D-4817-FC9DA7BC8B28}"/>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62">
              <a:extLst>
                <a:ext uri="{FF2B5EF4-FFF2-40B4-BE49-F238E27FC236}">
                  <a16:creationId xmlns:a16="http://schemas.microsoft.com/office/drawing/2014/main" id="{5DB6F806-750D-237F-D894-F68E64F9A499}"/>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63">
              <a:extLst>
                <a:ext uri="{FF2B5EF4-FFF2-40B4-BE49-F238E27FC236}">
                  <a16:creationId xmlns:a16="http://schemas.microsoft.com/office/drawing/2014/main" id="{B76FB5DE-5E2D-DC0C-A27D-05218E675005}"/>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64">
              <a:extLst>
                <a:ext uri="{FF2B5EF4-FFF2-40B4-BE49-F238E27FC236}">
                  <a16:creationId xmlns:a16="http://schemas.microsoft.com/office/drawing/2014/main" id="{010BA88A-6A9E-8128-6B7E-81C9E85CFBFD}"/>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65">
              <a:extLst>
                <a:ext uri="{FF2B5EF4-FFF2-40B4-BE49-F238E27FC236}">
                  <a16:creationId xmlns:a16="http://schemas.microsoft.com/office/drawing/2014/main" id="{CD1CB9D2-5ABA-8A1D-BB7F-C6BE1568F7EF}"/>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66">
              <a:extLst>
                <a:ext uri="{FF2B5EF4-FFF2-40B4-BE49-F238E27FC236}">
                  <a16:creationId xmlns:a16="http://schemas.microsoft.com/office/drawing/2014/main" id="{6AFD7B7E-AE97-4647-ECAE-BEDDB7A27AF5}"/>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Oval 67">
              <a:extLst>
                <a:ext uri="{FF2B5EF4-FFF2-40B4-BE49-F238E27FC236}">
                  <a16:creationId xmlns:a16="http://schemas.microsoft.com/office/drawing/2014/main" id="{C3152BE7-9C28-2956-FA3D-5C24D6F10C32}"/>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5" name="Freeform 68">
              <a:extLst>
                <a:ext uri="{FF2B5EF4-FFF2-40B4-BE49-F238E27FC236}">
                  <a16:creationId xmlns:a16="http://schemas.microsoft.com/office/drawing/2014/main" id="{C8B5C254-27E6-CC43-917B-B46AF1D60BF3}"/>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69">
              <a:extLst>
                <a:ext uri="{FF2B5EF4-FFF2-40B4-BE49-F238E27FC236}">
                  <a16:creationId xmlns:a16="http://schemas.microsoft.com/office/drawing/2014/main" id="{8AAC6E1E-762F-6D07-3D9E-C790EDB544DB}"/>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7" name="Freeform 70">
              <a:extLst>
                <a:ext uri="{FF2B5EF4-FFF2-40B4-BE49-F238E27FC236}">
                  <a16:creationId xmlns:a16="http://schemas.microsoft.com/office/drawing/2014/main" id="{F75DDE25-A943-0688-4C95-DE9140F71AED}"/>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8" name="Group 71">
            <a:extLst>
              <a:ext uri="{FF2B5EF4-FFF2-40B4-BE49-F238E27FC236}">
                <a16:creationId xmlns:a16="http://schemas.microsoft.com/office/drawing/2014/main" id="{B43CE5C2-1127-983E-9A6C-631D41530A50}"/>
              </a:ext>
            </a:extLst>
          </p:cNvPr>
          <p:cNvGrpSpPr>
            <a:grpSpLocks/>
          </p:cNvGrpSpPr>
          <p:nvPr/>
        </p:nvGrpSpPr>
        <p:grpSpPr bwMode="auto">
          <a:xfrm>
            <a:off x="6887685" y="1875077"/>
            <a:ext cx="547169" cy="355078"/>
            <a:chOff x="2949" y="196"/>
            <a:chExt cx="941" cy="598"/>
          </a:xfrm>
          <a:solidFill>
            <a:srgbClr val="00FFFF"/>
          </a:solidFill>
        </p:grpSpPr>
        <p:sp>
          <p:nvSpPr>
            <p:cNvPr id="89" name="Oval 72">
              <a:extLst>
                <a:ext uri="{FF2B5EF4-FFF2-40B4-BE49-F238E27FC236}">
                  <a16:creationId xmlns:a16="http://schemas.microsoft.com/office/drawing/2014/main" id="{32F9114B-3CDB-3C46-9B1B-8B4AFB2C55A8}"/>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73">
              <a:extLst>
                <a:ext uri="{FF2B5EF4-FFF2-40B4-BE49-F238E27FC236}">
                  <a16:creationId xmlns:a16="http://schemas.microsoft.com/office/drawing/2014/main" id="{65432254-DDFD-27F2-F630-6372065E1325}"/>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74">
              <a:extLst>
                <a:ext uri="{FF2B5EF4-FFF2-40B4-BE49-F238E27FC236}">
                  <a16:creationId xmlns:a16="http://schemas.microsoft.com/office/drawing/2014/main" id="{0731B1DC-2AB2-6FAD-9123-6B4299340BE2}"/>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75">
              <a:extLst>
                <a:ext uri="{FF2B5EF4-FFF2-40B4-BE49-F238E27FC236}">
                  <a16:creationId xmlns:a16="http://schemas.microsoft.com/office/drawing/2014/main" id="{252A2A04-1517-03D0-C625-35F9B1CEAF39}"/>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76">
              <a:extLst>
                <a:ext uri="{FF2B5EF4-FFF2-40B4-BE49-F238E27FC236}">
                  <a16:creationId xmlns:a16="http://schemas.microsoft.com/office/drawing/2014/main" id="{86BA6220-3D84-CC0B-B556-F00FA621A6DA}"/>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77">
              <a:extLst>
                <a:ext uri="{FF2B5EF4-FFF2-40B4-BE49-F238E27FC236}">
                  <a16:creationId xmlns:a16="http://schemas.microsoft.com/office/drawing/2014/main" id="{BE30788C-0C8C-AFDF-42F5-D6BBA9170225}"/>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78">
              <a:extLst>
                <a:ext uri="{FF2B5EF4-FFF2-40B4-BE49-F238E27FC236}">
                  <a16:creationId xmlns:a16="http://schemas.microsoft.com/office/drawing/2014/main" id="{EBAD629D-E31F-7A88-517E-BD4BF2F73752}"/>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Oval 79">
              <a:extLst>
                <a:ext uri="{FF2B5EF4-FFF2-40B4-BE49-F238E27FC236}">
                  <a16:creationId xmlns:a16="http://schemas.microsoft.com/office/drawing/2014/main" id="{D590E092-8A02-48CC-0578-E919CC1177EF}"/>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7" name="Freeform 80">
              <a:extLst>
                <a:ext uri="{FF2B5EF4-FFF2-40B4-BE49-F238E27FC236}">
                  <a16:creationId xmlns:a16="http://schemas.microsoft.com/office/drawing/2014/main" id="{9DD73459-F078-B0FD-A42C-5A347FAD2701}"/>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81">
              <a:extLst>
                <a:ext uri="{FF2B5EF4-FFF2-40B4-BE49-F238E27FC236}">
                  <a16:creationId xmlns:a16="http://schemas.microsoft.com/office/drawing/2014/main" id="{2267E69D-F938-4B98-4CA0-31F9C878DEFD}"/>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9" name="Freeform 82">
              <a:extLst>
                <a:ext uri="{FF2B5EF4-FFF2-40B4-BE49-F238E27FC236}">
                  <a16:creationId xmlns:a16="http://schemas.microsoft.com/office/drawing/2014/main" id="{AC2ADFD4-6C10-2D35-E645-E74E1C396A7E}"/>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00" name="Group 83">
            <a:extLst>
              <a:ext uri="{FF2B5EF4-FFF2-40B4-BE49-F238E27FC236}">
                <a16:creationId xmlns:a16="http://schemas.microsoft.com/office/drawing/2014/main" id="{30CFB02F-B6F6-AC2E-0241-0415ABF8E06F}"/>
              </a:ext>
            </a:extLst>
          </p:cNvPr>
          <p:cNvGrpSpPr>
            <a:grpSpLocks/>
          </p:cNvGrpSpPr>
          <p:nvPr/>
        </p:nvGrpSpPr>
        <p:grpSpPr bwMode="auto">
          <a:xfrm>
            <a:off x="6826747" y="3042267"/>
            <a:ext cx="548438" cy="353907"/>
            <a:chOff x="2949" y="196"/>
            <a:chExt cx="941" cy="598"/>
          </a:xfrm>
          <a:solidFill>
            <a:srgbClr val="00FFFF"/>
          </a:solidFill>
        </p:grpSpPr>
        <p:sp>
          <p:nvSpPr>
            <p:cNvPr id="101" name="Oval 84">
              <a:extLst>
                <a:ext uri="{FF2B5EF4-FFF2-40B4-BE49-F238E27FC236}">
                  <a16:creationId xmlns:a16="http://schemas.microsoft.com/office/drawing/2014/main" id="{AA0F190A-D53C-A927-5A64-8A5FED045DA5}"/>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85">
              <a:extLst>
                <a:ext uri="{FF2B5EF4-FFF2-40B4-BE49-F238E27FC236}">
                  <a16:creationId xmlns:a16="http://schemas.microsoft.com/office/drawing/2014/main" id="{0412E1A2-317F-84CF-CD4C-8C73B1D3901F}"/>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86">
              <a:extLst>
                <a:ext uri="{FF2B5EF4-FFF2-40B4-BE49-F238E27FC236}">
                  <a16:creationId xmlns:a16="http://schemas.microsoft.com/office/drawing/2014/main" id="{A71DFC64-964F-D340-4BD2-8CF96A3D5B00}"/>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87">
              <a:extLst>
                <a:ext uri="{FF2B5EF4-FFF2-40B4-BE49-F238E27FC236}">
                  <a16:creationId xmlns:a16="http://schemas.microsoft.com/office/drawing/2014/main" id="{99494519-A53A-1F29-4B08-E79A92FF54EE}"/>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88">
              <a:extLst>
                <a:ext uri="{FF2B5EF4-FFF2-40B4-BE49-F238E27FC236}">
                  <a16:creationId xmlns:a16="http://schemas.microsoft.com/office/drawing/2014/main" id="{ABE3395F-6591-09E4-47B4-6EFD4276B879}"/>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89">
              <a:extLst>
                <a:ext uri="{FF2B5EF4-FFF2-40B4-BE49-F238E27FC236}">
                  <a16:creationId xmlns:a16="http://schemas.microsoft.com/office/drawing/2014/main" id="{47810A44-C0E6-95A0-C6D4-AA7D56A6E678}"/>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90">
              <a:extLst>
                <a:ext uri="{FF2B5EF4-FFF2-40B4-BE49-F238E27FC236}">
                  <a16:creationId xmlns:a16="http://schemas.microsoft.com/office/drawing/2014/main" id="{BB167BD2-F7D2-ED52-201F-3E50E1F309E5}"/>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Oval 91">
              <a:extLst>
                <a:ext uri="{FF2B5EF4-FFF2-40B4-BE49-F238E27FC236}">
                  <a16:creationId xmlns:a16="http://schemas.microsoft.com/office/drawing/2014/main" id="{BC5DD2B3-D415-1FBB-0186-C43372B70BB6}"/>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9" name="Freeform 92">
              <a:extLst>
                <a:ext uri="{FF2B5EF4-FFF2-40B4-BE49-F238E27FC236}">
                  <a16:creationId xmlns:a16="http://schemas.microsoft.com/office/drawing/2014/main" id="{FB5178F7-3A00-B7DC-8ACA-9BA7C94E0B5F}"/>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93">
              <a:extLst>
                <a:ext uri="{FF2B5EF4-FFF2-40B4-BE49-F238E27FC236}">
                  <a16:creationId xmlns:a16="http://schemas.microsoft.com/office/drawing/2014/main" id="{64ADB17C-202E-29C8-84BB-EA5B4D491EC5}"/>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1" name="Freeform 94">
              <a:extLst>
                <a:ext uri="{FF2B5EF4-FFF2-40B4-BE49-F238E27FC236}">
                  <a16:creationId xmlns:a16="http://schemas.microsoft.com/office/drawing/2014/main" id="{D58E1914-6DC4-218F-6E92-6E2A42B8250C}"/>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2" name="Group 95">
            <a:extLst>
              <a:ext uri="{FF2B5EF4-FFF2-40B4-BE49-F238E27FC236}">
                <a16:creationId xmlns:a16="http://schemas.microsoft.com/office/drawing/2014/main" id="{C80FE4CD-C802-8DE4-F9B2-637F4B6C2652}"/>
              </a:ext>
            </a:extLst>
          </p:cNvPr>
          <p:cNvGrpSpPr>
            <a:grpSpLocks/>
          </p:cNvGrpSpPr>
          <p:nvPr/>
        </p:nvGrpSpPr>
        <p:grpSpPr bwMode="auto">
          <a:xfrm>
            <a:off x="6520790" y="2483280"/>
            <a:ext cx="548438" cy="356250"/>
            <a:chOff x="2949" y="196"/>
            <a:chExt cx="941" cy="598"/>
          </a:xfrm>
          <a:solidFill>
            <a:srgbClr val="00FFFF"/>
          </a:solidFill>
        </p:grpSpPr>
        <p:sp>
          <p:nvSpPr>
            <p:cNvPr id="113" name="Oval 96">
              <a:extLst>
                <a:ext uri="{FF2B5EF4-FFF2-40B4-BE49-F238E27FC236}">
                  <a16:creationId xmlns:a16="http://schemas.microsoft.com/office/drawing/2014/main" id="{86CB9CFC-C8BA-B68D-A1BB-B972BF24F371}"/>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4" name="Oval 97">
              <a:extLst>
                <a:ext uri="{FF2B5EF4-FFF2-40B4-BE49-F238E27FC236}">
                  <a16:creationId xmlns:a16="http://schemas.microsoft.com/office/drawing/2014/main" id="{DCF98A60-2774-BCB4-9263-F8B3A4FD29E2}"/>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5" name="Oval 98">
              <a:extLst>
                <a:ext uri="{FF2B5EF4-FFF2-40B4-BE49-F238E27FC236}">
                  <a16:creationId xmlns:a16="http://schemas.microsoft.com/office/drawing/2014/main" id="{8B6322DC-311F-2E7A-11D0-D505EA0FEAD4}"/>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6" name="Oval 99">
              <a:extLst>
                <a:ext uri="{FF2B5EF4-FFF2-40B4-BE49-F238E27FC236}">
                  <a16:creationId xmlns:a16="http://schemas.microsoft.com/office/drawing/2014/main" id="{E4613967-D545-BEF8-2EA2-56E254DDF58D}"/>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7" name="Oval 100">
              <a:extLst>
                <a:ext uri="{FF2B5EF4-FFF2-40B4-BE49-F238E27FC236}">
                  <a16:creationId xmlns:a16="http://schemas.microsoft.com/office/drawing/2014/main" id="{26C33CE5-67B9-24BE-F20D-88E3D0DA8A2A}"/>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8" name="Oval 101">
              <a:extLst>
                <a:ext uri="{FF2B5EF4-FFF2-40B4-BE49-F238E27FC236}">
                  <a16:creationId xmlns:a16="http://schemas.microsoft.com/office/drawing/2014/main" id="{5B42A3E4-AF37-79A1-298E-304B3C851EB3}"/>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9" name="Oval 102">
              <a:extLst>
                <a:ext uri="{FF2B5EF4-FFF2-40B4-BE49-F238E27FC236}">
                  <a16:creationId xmlns:a16="http://schemas.microsoft.com/office/drawing/2014/main" id="{1FB36418-E1BB-8197-623D-2BECAC28892F}"/>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0" name="Oval 103">
              <a:extLst>
                <a:ext uri="{FF2B5EF4-FFF2-40B4-BE49-F238E27FC236}">
                  <a16:creationId xmlns:a16="http://schemas.microsoft.com/office/drawing/2014/main" id="{E585D858-EBAC-8380-5C48-85044FA7E2C9}"/>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1" name="Freeform 104">
              <a:extLst>
                <a:ext uri="{FF2B5EF4-FFF2-40B4-BE49-F238E27FC236}">
                  <a16:creationId xmlns:a16="http://schemas.microsoft.com/office/drawing/2014/main" id="{96C574CB-0FFB-156B-5F47-770CF074CBE4}"/>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Freeform 105">
              <a:extLst>
                <a:ext uri="{FF2B5EF4-FFF2-40B4-BE49-F238E27FC236}">
                  <a16:creationId xmlns:a16="http://schemas.microsoft.com/office/drawing/2014/main" id="{B2E69AC8-7AA2-80C6-5B31-360545A49D8D}"/>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Freeform 106">
              <a:extLst>
                <a:ext uri="{FF2B5EF4-FFF2-40B4-BE49-F238E27FC236}">
                  <a16:creationId xmlns:a16="http://schemas.microsoft.com/office/drawing/2014/main" id="{7E3A8E71-2BD6-7F6B-3446-656C2E856A64}"/>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24" name="Text Box 107">
            <a:extLst>
              <a:ext uri="{FF2B5EF4-FFF2-40B4-BE49-F238E27FC236}">
                <a16:creationId xmlns:a16="http://schemas.microsoft.com/office/drawing/2014/main" id="{CF8A0597-87C2-2CC8-CD09-CEBC7A8EF6BF}"/>
              </a:ext>
            </a:extLst>
          </p:cNvPr>
          <p:cNvSpPr txBox="1">
            <a:spLocks noChangeArrowheads="1"/>
          </p:cNvSpPr>
          <p:nvPr/>
        </p:nvSpPr>
        <p:spPr bwMode="auto">
          <a:xfrm>
            <a:off x="7527530" y="221257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sp>
        <p:nvSpPr>
          <p:cNvPr id="125" name="Text Box 108">
            <a:extLst>
              <a:ext uri="{FF2B5EF4-FFF2-40B4-BE49-F238E27FC236}">
                <a16:creationId xmlns:a16="http://schemas.microsoft.com/office/drawing/2014/main" id="{CCCAAFE0-8E54-B9B1-B5D7-84E5EB449584}"/>
              </a:ext>
            </a:extLst>
          </p:cNvPr>
          <p:cNvSpPr txBox="1">
            <a:spLocks noChangeArrowheads="1"/>
          </p:cNvSpPr>
          <p:nvPr/>
        </p:nvSpPr>
        <p:spPr bwMode="auto">
          <a:xfrm>
            <a:off x="5605457" y="207781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7</a:t>
            </a:r>
          </a:p>
        </p:txBody>
      </p:sp>
      <p:sp>
        <p:nvSpPr>
          <p:cNvPr id="126" name="Text Box 109">
            <a:extLst>
              <a:ext uri="{FF2B5EF4-FFF2-40B4-BE49-F238E27FC236}">
                <a16:creationId xmlns:a16="http://schemas.microsoft.com/office/drawing/2014/main" id="{14B67BE2-3B40-2DB8-9C8E-39F29CEBD1FA}"/>
              </a:ext>
            </a:extLst>
          </p:cNvPr>
          <p:cNvSpPr txBox="1">
            <a:spLocks noChangeArrowheads="1"/>
          </p:cNvSpPr>
          <p:nvPr/>
        </p:nvSpPr>
        <p:spPr bwMode="auto">
          <a:xfrm>
            <a:off x="5100183" y="183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6</a:t>
            </a:r>
          </a:p>
        </p:txBody>
      </p:sp>
      <p:sp>
        <p:nvSpPr>
          <p:cNvPr id="127" name="Text Box 110">
            <a:extLst>
              <a:ext uri="{FF2B5EF4-FFF2-40B4-BE49-F238E27FC236}">
                <a16:creationId xmlns:a16="http://schemas.microsoft.com/office/drawing/2014/main" id="{9BCC5EAD-1CB0-1769-2612-C71EE9307DAE}"/>
              </a:ext>
            </a:extLst>
          </p:cNvPr>
          <p:cNvSpPr txBox="1">
            <a:spLocks noChangeArrowheads="1"/>
          </p:cNvSpPr>
          <p:nvPr/>
        </p:nvSpPr>
        <p:spPr bwMode="auto">
          <a:xfrm>
            <a:off x="4643151" y="216804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5</a:t>
            </a:r>
          </a:p>
        </p:txBody>
      </p:sp>
      <p:sp>
        <p:nvSpPr>
          <p:cNvPr id="128" name="Text Box 111">
            <a:extLst>
              <a:ext uri="{FF2B5EF4-FFF2-40B4-BE49-F238E27FC236}">
                <a16:creationId xmlns:a16="http://schemas.microsoft.com/office/drawing/2014/main" id="{F7F77C5C-3F77-D56F-855E-E7B3A1100FD2}"/>
              </a:ext>
            </a:extLst>
          </p:cNvPr>
          <p:cNvSpPr txBox="1">
            <a:spLocks noChangeArrowheads="1"/>
          </p:cNvSpPr>
          <p:nvPr/>
        </p:nvSpPr>
        <p:spPr bwMode="auto">
          <a:xfrm>
            <a:off x="4432409" y="2579375"/>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4</a:t>
            </a:r>
          </a:p>
        </p:txBody>
      </p:sp>
      <p:sp>
        <p:nvSpPr>
          <p:cNvPr id="129" name="Text Box 112">
            <a:extLst>
              <a:ext uri="{FF2B5EF4-FFF2-40B4-BE49-F238E27FC236}">
                <a16:creationId xmlns:a16="http://schemas.microsoft.com/office/drawing/2014/main" id="{9C18FDBA-CF44-D9BB-EE91-C9AF9955AF49}"/>
              </a:ext>
            </a:extLst>
          </p:cNvPr>
          <p:cNvSpPr txBox="1">
            <a:spLocks noChangeArrowheads="1"/>
          </p:cNvSpPr>
          <p:nvPr/>
        </p:nvSpPr>
        <p:spPr bwMode="auto">
          <a:xfrm>
            <a:off x="3421861" y="193367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3</a:t>
            </a:r>
          </a:p>
        </p:txBody>
      </p:sp>
      <p:sp>
        <p:nvSpPr>
          <p:cNvPr id="130" name="Text Box 113">
            <a:extLst>
              <a:ext uri="{FF2B5EF4-FFF2-40B4-BE49-F238E27FC236}">
                <a16:creationId xmlns:a16="http://schemas.microsoft.com/office/drawing/2014/main" id="{4E517E23-01EF-2120-32DD-6DC6B3758AA5}"/>
              </a:ext>
            </a:extLst>
          </p:cNvPr>
          <p:cNvSpPr txBox="1">
            <a:spLocks noChangeArrowheads="1"/>
          </p:cNvSpPr>
          <p:nvPr/>
        </p:nvSpPr>
        <p:spPr bwMode="auto">
          <a:xfrm>
            <a:off x="1525179" y="264851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31" name="Text Box 114">
            <a:extLst>
              <a:ext uri="{FF2B5EF4-FFF2-40B4-BE49-F238E27FC236}">
                <a16:creationId xmlns:a16="http://schemas.microsoft.com/office/drawing/2014/main" id="{94C73AC4-AAFA-84F8-374A-D56854D4F359}"/>
              </a:ext>
            </a:extLst>
          </p:cNvPr>
          <p:cNvSpPr txBox="1">
            <a:spLocks noChangeArrowheads="1"/>
          </p:cNvSpPr>
          <p:nvPr/>
        </p:nvSpPr>
        <p:spPr bwMode="auto">
          <a:xfrm>
            <a:off x="2107895" y="176374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grpSp>
        <p:nvGrpSpPr>
          <p:cNvPr id="183" name="组合 182">
            <a:extLst>
              <a:ext uri="{FF2B5EF4-FFF2-40B4-BE49-F238E27FC236}">
                <a16:creationId xmlns:a16="http://schemas.microsoft.com/office/drawing/2014/main" id="{112502EB-C175-DE3F-24D3-2CDC1F3A03E7}"/>
              </a:ext>
            </a:extLst>
          </p:cNvPr>
          <p:cNvGrpSpPr/>
          <p:nvPr/>
        </p:nvGrpSpPr>
        <p:grpSpPr>
          <a:xfrm>
            <a:off x="3598326" y="3003594"/>
            <a:ext cx="2497171" cy="1046059"/>
            <a:chOff x="3598326" y="3003883"/>
            <a:chExt cx="2497171" cy="1046059"/>
          </a:xfrm>
        </p:grpSpPr>
        <p:sp>
          <p:nvSpPr>
            <p:cNvPr id="138" name="Oval 121">
              <a:extLst>
                <a:ext uri="{FF2B5EF4-FFF2-40B4-BE49-F238E27FC236}">
                  <a16:creationId xmlns:a16="http://schemas.microsoft.com/office/drawing/2014/main" id="{4EC6C3A3-139E-870F-AC7B-00F806E7FDBE}"/>
                </a:ext>
              </a:extLst>
            </p:cNvPr>
            <p:cNvSpPr>
              <a:spLocks noChangeArrowheads="1"/>
            </p:cNvSpPr>
            <p:nvPr/>
          </p:nvSpPr>
          <p:spPr bwMode="auto">
            <a:xfrm>
              <a:off x="3598326" y="3003883"/>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39" name="Text Box 122">
              <a:extLst>
                <a:ext uri="{FF2B5EF4-FFF2-40B4-BE49-F238E27FC236}">
                  <a16:creationId xmlns:a16="http://schemas.microsoft.com/office/drawing/2014/main" id="{E76F96C0-E0C8-5C93-D62F-F2CEFDEFA7F8}"/>
                </a:ext>
              </a:extLst>
            </p:cNvPr>
            <p:cNvSpPr txBox="1">
              <a:spLocks noChangeArrowheads="1"/>
            </p:cNvSpPr>
            <p:nvPr/>
          </p:nvSpPr>
          <p:spPr bwMode="auto">
            <a:xfrm>
              <a:off x="4305485" y="374216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grpSp>
      <p:sp>
        <p:nvSpPr>
          <p:cNvPr id="140" name="Line 123">
            <a:extLst>
              <a:ext uri="{FF2B5EF4-FFF2-40B4-BE49-F238E27FC236}">
                <a16:creationId xmlns:a16="http://schemas.microsoft.com/office/drawing/2014/main" id="{A4A13972-B81A-CBFC-ADE7-DE851B873695}"/>
              </a:ext>
            </a:extLst>
          </p:cNvPr>
          <p:cNvSpPr>
            <a:spLocks noChangeShapeType="1"/>
          </p:cNvSpPr>
          <p:nvPr/>
        </p:nvSpPr>
        <p:spPr bwMode="auto">
          <a:xfrm>
            <a:off x="4817078" y="2940312"/>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1" name="Line 124">
            <a:extLst>
              <a:ext uri="{FF2B5EF4-FFF2-40B4-BE49-F238E27FC236}">
                <a16:creationId xmlns:a16="http://schemas.microsoft.com/office/drawing/2014/main" id="{F11A6DB9-7557-7ECE-28D8-274E5FF1EA07}"/>
              </a:ext>
            </a:extLst>
          </p:cNvPr>
          <p:cNvSpPr>
            <a:spLocks noChangeShapeType="1"/>
          </p:cNvSpPr>
          <p:nvPr/>
        </p:nvSpPr>
        <p:spPr bwMode="auto">
          <a:xfrm flipV="1">
            <a:off x="4938953" y="3387969"/>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42" name="Group 125">
            <a:extLst>
              <a:ext uri="{FF2B5EF4-FFF2-40B4-BE49-F238E27FC236}">
                <a16:creationId xmlns:a16="http://schemas.microsoft.com/office/drawing/2014/main" id="{A85ED351-D7C3-5C1B-0880-495F43B7447A}"/>
              </a:ext>
            </a:extLst>
          </p:cNvPr>
          <p:cNvGrpSpPr>
            <a:grpSpLocks/>
          </p:cNvGrpSpPr>
          <p:nvPr/>
        </p:nvGrpSpPr>
        <p:grpSpPr bwMode="auto">
          <a:xfrm>
            <a:off x="5365516" y="3131328"/>
            <a:ext cx="547168" cy="448828"/>
            <a:chOff x="2949" y="196"/>
            <a:chExt cx="941" cy="598"/>
          </a:xfrm>
          <a:solidFill>
            <a:srgbClr val="00FFFF"/>
          </a:solidFill>
        </p:grpSpPr>
        <p:sp>
          <p:nvSpPr>
            <p:cNvPr id="143" name="Oval 126">
              <a:extLst>
                <a:ext uri="{FF2B5EF4-FFF2-40B4-BE49-F238E27FC236}">
                  <a16:creationId xmlns:a16="http://schemas.microsoft.com/office/drawing/2014/main" id="{82B3DA0E-3E6C-E7FC-9795-2A1064EB0DED}"/>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27">
              <a:extLst>
                <a:ext uri="{FF2B5EF4-FFF2-40B4-BE49-F238E27FC236}">
                  <a16:creationId xmlns:a16="http://schemas.microsoft.com/office/drawing/2014/main" id="{A3A61D65-1700-4950-9ED7-DD15F7E013AD}"/>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28">
              <a:extLst>
                <a:ext uri="{FF2B5EF4-FFF2-40B4-BE49-F238E27FC236}">
                  <a16:creationId xmlns:a16="http://schemas.microsoft.com/office/drawing/2014/main" id="{58EBF145-FB5D-A56D-B90C-9BA836B1A656}"/>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Oval 129">
              <a:extLst>
                <a:ext uri="{FF2B5EF4-FFF2-40B4-BE49-F238E27FC236}">
                  <a16:creationId xmlns:a16="http://schemas.microsoft.com/office/drawing/2014/main" id="{E42D2F2A-E8E6-D201-C4D9-CECBB5D86819}"/>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7" name="Oval 130">
              <a:extLst>
                <a:ext uri="{FF2B5EF4-FFF2-40B4-BE49-F238E27FC236}">
                  <a16:creationId xmlns:a16="http://schemas.microsoft.com/office/drawing/2014/main" id="{9BE3151F-E2BA-9F65-E11F-31F4D70DFB24}"/>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8" name="Oval 131">
              <a:extLst>
                <a:ext uri="{FF2B5EF4-FFF2-40B4-BE49-F238E27FC236}">
                  <a16:creationId xmlns:a16="http://schemas.microsoft.com/office/drawing/2014/main" id="{54F37367-04B4-D444-8671-C24C42271C8C}"/>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9" name="Oval 132">
              <a:extLst>
                <a:ext uri="{FF2B5EF4-FFF2-40B4-BE49-F238E27FC236}">
                  <a16:creationId xmlns:a16="http://schemas.microsoft.com/office/drawing/2014/main" id="{0F320E31-A6B7-CB00-BD9F-9799345B2F5F}"/>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0" name="Oval 133">
              <a:extLst>
                <a:ext uri="{FF2B5EF4-FFF2-40B4-BE49-F238E27FC236}">
                  <a16:creationId xmlns:a16="http://schemas.microsoft.com/office/drawing/2014/main" id="{3D237F3E-743B-B20B-B99E-E5DA3A51446D}"/>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1" name="Freeform 134">
              <a:extLst>
                <a:ext uri="{FF2B5EF4-FFF2-40B4-BE49-F238E27FC236}">
                  <a16:creationId xmlns:a16="http://schemas.microsoft.com/office/drawing/2014/main" id="{21F08001-68D8-0803-0406-E76813DFAE99}"/>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2" name="Freeform 135">
              <a:extLst>
                <a:ext uri="{FF2B5EF4-FFF2-40B4-BE49-F238E27FC236}">
                  <a16:creationId xmlns:a16="http://schemas.microsoft.com/office/drawing/2014/main" id="{046AE067-EDBD-2DD1-7D14-25EAAC75EF85}"/>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3" name="Freeform 136">
              <a:extLst>
                <a:ext uri="{FF2B5EF4-FFF2-40B4-BE49-F238E27FC236}">
                  <a16:creationId xmlns:a16="http://schemas.microsoft.com/office/drawing/2014/main" id="{21AE3AF8-367D-F314-BF62-2453FD46D9CD}"/>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55" name="Line 138">
            <a:extLst>
              <a:ext uri="{FF2B5EF4-FFF2-40B4-BE49-F238E27FC236}">
                <a16:creationId xmlns:a16="http://schemas.microsoft.com/office/drawing/2014/main" id="{3281403B-F5F6-CD0C-BDBB-8466087281DE}"/>
              </a:ext>
            </a:extLst>
          </p:cNvPr>
          <p:cNvSpPr>
            <a:spLocks noChangeShapeType="1"/>
          </p:cNvSpPr>
          <p:nvPr/>
        </p:nvSpPr>
        <p:spPr bwMode="auto">
          <a:xfrm>
            <a:off x="4084557" y="3450079"/>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56" name="Group 139">
            <a:extLst>
              <a:ext uri="{FF2B5EF4-FFF2-40B4-BE49-F238E27FC236}">
                <a16:creationId xmlns:a16="http://schemas.microsoft.com/office/drawing/2014/main" id="{C6D5DDD5-7450-FFAD-DA72-3501B3818437}"/>
              </a:ext>
            </a:extLst>
          </p:cNvPr>
          <p:cNvGrpSpPr>
            <a:grpSpLocks/>
          </p:cNvGrpSpPr>
          <p:nvPr/>
        </p:nvGrpSpPr>
        <p:grpSpPr bwMode="auto">
          <a:xfrm>
            <a:off x="3842076" y="3194610"/>
            <a:ext cx="548438" cy="448828"/>
            <a:chOff x="2949" y="196"/>
            <a:chExt cx="941" cy="598"/>
          </a:xfrm>
          <a:solidFill>
            <a:srgbClr val="00FFFF"/>
          </a:solidFill>
        </p:grpSpPr>
        <p:sp>
          <p:nvSpPr>
            <p:cNvPr id="157" name="Oval 140">
              <a:extLst>
                <a:ext uri="{FF2B5EF4-FFF2-40B4-BE49-F238E27FC236}">
                  <a16:creationId xmlns:a16="http://schemas.microsoft.com/office/drawing/2014/main" id="{E27CFC62-F00A-A8B0-9C7B-A87365ECB089}"/>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Oval 141">
              <a:extLst>
                <a:ext uri="{FF2B5EF4-FFF2-40B4-BE49-F238E27FC236}">
                  <a16:creationId xmlns:a16="http://schemas.microsoft.com/office/drawing/2014/main" id="{B713F790-08A4-0A3F-E20F-CE47C67DF9BA}"/>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Oval 142">
              <a:extLst>
                <a:ext uri="{FF2B5EF4-FFF2-40B4-BE49-F238E27FC236}">
                  <a16:creationId xmlns:a16="http://schemas.microsoft.com/office/drawing/2014/main" id="{4E0D4137-0710-F796-F42B-0EDC6091BB0E}"/>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Oval 143">
              <a:extLst>
                <a:ext uri="{FF2B5EF4-FFF2-40B4-BE49-F238E27FC236}">
                  <a16:creationId xmlns:a16="http://schemas.microsoft.com/office/drawing/2014/main" id="{973288EE-F1B9-1B0A-67AC-1056706CFD44}"/>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Oval 144">
              <a:extLst>
                <a:ext uri="{FF2B5EF4-FFF2-40B4-BE49-F238E27FC236}">
                  <a16:creationId xmlns:a16="http://schemas.microsoft.com/office/drawing/2014/main" id="{0CBB64B4-F5E0-A1D7-D8CE-2747783733AB}"/>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2" name="Oval 145">
              <a:extLst>
                <a:ext uri="{FF2B5EF4-FFF2-40B4-BE49-F238E27FC236}">
                  <a16:creationId xmlns:a16="http://schemas.microsoft.com/office/drawing/2014/main" id="{816609D0-1797-5E92-A966-EAB3B5EC66F7}"/>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Oval 146">
              <a:extLst>
                <a:ext uri="{FF2B5EF4-FFF2-40B4-BE49-F238E27FC236}">
                  <a16:creationId xmlns:a16="http://schemas.microsoft.com/office/drawing/2014/main" id="{AA810417-B00A-0E99-8565-7E7EA46EDFAD}"/>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Oval 147">
              <a:extLst>
                <a:ext uri="{FF2B5EF4-FFF2-40B4-BE49-F238E27FC236}">
                  <a16:creationId xmlns:a16="http://schemas.microsoft.com/office/drawing/2014/main" id="{53301A38-4E0A-D170-F676-30B08D1BCDC9}"/>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5" name="Freeform 148">
              <a:extLst>
                <a:ext uri="{FF2B5EF4-FFF2-40B4-BE49-F238E27FC236}">
                  <a16:creationId xmlns:a16="http://schemas.microsoft.com/office/drawing/2014/main" id="{707F3DF8-09AE-8FFC-C911-18A3A051FB81}"/>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6" name="Freeform 149">
              <a:extLst>
                <a:ext uri="{FF2B5EF4-FFF2-40B4-BE49-F238E27FC236}">
                  <a16:creationId xmlns:a16="http://schemas.microsoft.com/office/drawing/2014/main" id="{076A4576-702F-DA23-7CF6-A5E605A95901}"/>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7" name="Freeform 150">
              <a:extLst>
                <a:ext uri="{FF2B5EF4-FFF2-40B4-BE49-F238E27FC236}">
                  <a16:creationId xmlns:a16="http://schemas.microsoft.com/office/drawing/2014/main" id="{3CA4B5E4-5D97-03F1-E7D5-1D42EEA25A8E}"/>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69" name="Picture 152">
            <a:extLst>
              <a:ext uri="{FF2B5EF4-FFF2-40B4-BE49-F238E27FC236}">
                <a16:creationId xmlns:a16="http://schemas.microsoft.com/office/drawing/2014/main" id="{9A8A8995-EDF1-60AD-457A-FBEB4DE359BE}"/>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3414922"/>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0" name="Text Box 153">
            <a:extLst>
              <a:ext uri="{FF2B5EF4-FFF2-40B4-BE49-F238E27FC236}">
                <a16:creationId xmlns:a16="http://schemas.microsoft.com/office/drawing/2014/main" id="{ACFA445B-F259-5350-8947-029A5E8850D9}"/>
              </a:ext>
            </a:extLst>
          </p:cNvPr>
          <p:cNvSpPr txBox="1">
            <a:spLocks noChangeArrowheads="1"/>
          </p:cNvSpPr>
          <p:nvPr/>
        </p:nvSpPr>
        <p:spPr bwMode="auto">
          <a:xfrm>
            <a:off x="4459070" y="318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71" name="Picture 154">
            <a:extLst>
              <a:ext uri="{FF2B5EF4-FFF2-40B4-BE49-F238E27FC236}">
                <a16:creationId xmlns:a16="http://schemas.microsoft.com/office/drawing/2014/main" id="{85457FAA-CB36-7FD1-14B8-29DE823DA7D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3151" y="2841875"/>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3" name="Text Box 115">
            <a:extLst>
              <a:ext uri="{FF2B5EF4-FFF2-40B4-BE49-F238E27FC236}">
                <a16:creationId xmlns:a16="http://schemas.microsoft.com/office/drawing/2014/main" id="{D9F532E1-83A3-92AA-8EBB-9F68362BACF2}"/>
              </a:ext>
            </a:extLst>
          </p:cNvPr>
          <p:cNvSpPr txBox="1">
            <a:spLocks noChangeArrowheads="1"/>
          </p:cNvSpPr>
          <p:nvPr/>
        </p:nvSpPr>
        <p:spPr bwMode="auto">
          <a:xfrm>
            <a:off x="6861812" y="306805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74" name="Text Box 116">
            <a:extLst>
              <a:ext uri="{FF2B5EF4-FFF2-40B4-BE49-F238E27FC236}">
                <a16:creationId xmlns:a16="http://schemas.microsoft.com/office/drawing/2014/main" id="{6F9EACE0-D2EF-B140-6729-7A72F76275BD}"/>
              </a:ext>
            </a:extLst>
          </p:cNvPr>
          <p:cNvSpPr txBox="1">
            <a:spLocks noChangeArrowheads="1"/>
          </p:cNvSpPr>
          <p:nvPr/>
        </p:nvSpPr>
        <p:spPr bwMode="auto">
          <a:xfrm>
            <a:off x="6915228" y="190438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75" name="Text Box 117">
            <a:extLst>
              <a:ext uri="{FF2B5EF4-FFF2-40B4-BE49-F238E27FC236}">
                <a16:creationId xmlns:a16="http://schemas.microsoft.com/office/drawing/2014/main" id="{2DC32FF6-90C4-8E73-2317-CF1E0BE42D5A}"/>
              </a:ext>
            </a:extLst>
          </p:cNvPr>
          <p:cNvSpPr txBox="1">
            <a:spLocks noChangeArrowheads="1"/>
          </p:cNvSpPr>
          <p:nvPr/>
        </p:nvSpPr>
        <p:spPr bwMode="auto">
          <a:xfrm>
            <a:off x="2237984" y="307742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76" name="Text Box 118">
            <a:extLst>
              <a:ext uri="{FF2B5EF4-FFF2-40B4-BE49-F238E27FC236}">
                <a16:creationId xmlns:a16="http://schemas.microsoft.com/office/drawing/2014/main" id="{F6E966BD-0747-1FD7-2282-4DEC061A151A}"/>
              </a:ext>
            </a:extLst>
          </p:cNvPr>
          <p:cNvSpPr txBox="1">
            <a:spLocks noChangeArrowheads="1"/>
          </p:cNvSpPr>
          <p:nvPr/>
        </p:nvSpPr>
        <p:spPr bwMode="auto">
          <a:xfrm>
            <a:off x="2789151" y="255476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77" name="Text Box 119">
            <a:extLst>
              <a:ext uri="{FF2B5EF4-FFF2-40B4-BE49-F238E27FC236}">
                <a16:creationId xmlns:a16="http://schemas.microsoft.com/office/drawing/2014/main" id="{FE71B914-34D7-995E-6E07-4F30EBC6E8CB}"/>
              </a:ext>
            </a:extLst>
          </p:cNvPr>
          <p:cNvSpPr txBox="1">
            <a:spLocks noChangeArrowheads="1"/>
          </p:cNvSpPr>
          <p:nvPr/>
        </p:nvSpPr>
        <p:spPr bwMode="auto">
          <a:xfrm>
            <a:off x="1505747" y="22008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78" name="Text Box 120">
            <a:extLst>
              <a:ext uri="{FF2B5EF4-FFF2-40B4-BE49-F238E27FC236}">
                <a16:creationId xmlns:a16="http://schemas.microsoft.com/office/drawing/2014/main" id="{F525F460-EB8D-DDAF-6118-B9AEAB4E3796}"/>
              </a:ext>
            </a:extLst>
          </p:cNvPr>
          <p:cNvSpPr txBox="1">
            <a:spLocks noChangeArrowheads="1"/>
          </p:cNvSpPr>
          <p:nvPr/>
        </p:nvSpPr>
        <p:spPr bwMode="auto">
          <a:xfrm>
            <a:off x="6550398" y="25219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79" name="Text Box 137">
            <a:extLst>
              <a:ext uri="{FF2B5EF4-FFF2-40B4-BE49-F238E27FC236}">
                <a16:creationId xmlns:a16="http://schemas.microsoft.com/office/drawing/2014/main" id="{ABEC2557-7F42-FAE8-3EBE-A81E6969EAF5}"/>
              </a:ext>
            </a:extLst>
          </p:cNvPr>
          <p:cNvSpPr txBox="1">
            <a:spLocks noChangeArrowheads="1"/>
          </p:cNvSpPr>
          <p:nvPr/>
        </p:nvSpPr>
        <p:spPr bwMode="auto">
          <a:xfrm>
            <a:off x="5407913" y="3218065"/>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80" name="Text Box 151">
            <a:extLst>
              <a:ext uri="{FF2B5EF4-FFF2-40B4-BE49-F238E27FC236}">
                <a16:creationId xmlns:a16="http://schemas.microsoft.com/office/drawing/2014/main" id="{05D17806-CA90-2CA9-FEF1-C4FDBE8E57F6}"/>
              </a:ext>
            </a:extLst>
          </p:cNvPr>
          <p:cNvSpPr txBox="1">
            <a:spLocks noChangeArrowheads="1"/>
          </p:cNvSpPr>
          <p:nvPr/>
        </p:nvSpPr>
        <p:spPr bwMode="auto">
          <a:xfrm>
            <a:off x="3872858" y="327781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sp>
        <p:nvSpPr>
          <p:cNvPr id="5" name="矩形 4">
            <a:extLst>
              <a:ext uri="{FF2B5EF4-FFF2-40B4-BE49-F238E27FC236}">
                <a16:creationId xmlns:a16="http://schemas.microsoft.com/office/drawing/2014/main" id="{57D9102A-1874-54BC-8693-30A2AE985AD1}"/>
              </a:ext>
            </a:extLst>
          </p:cNvPr>
          <p:cNvSpPr/>
          <p:nvPr/>
        </p:nvSpPr>
        <p:spPr>
          <a:xfrm>
            <a:off x="1037109" y="4331760"/>
            <a:ext cx="7174018" cy="352789"/>
          </a:xfrm>
          <a:prstGeom prst="rect">
            <a:avLst/>
          </a:prstGeom>
        </p:spPr>
        <p:txBody>
          <a:bodyPr wrap="square">
            <a:spAutoFit/>
          </a:bodyPr>
          <a:lstStyle/>
          <a:p>
            <a:pPr>
              <a:lnSpc>
                <a:spcPts val="2200"/>
              </a:lnSpc>
              <a:buClr>
                <a:srgbClr val="0070C0"/>
              </a:buClr>
            </a:pPr>
            <a:r>
              <a:rPr lang="zh-CN" altLang="en-US" sz="1600" b="1" dirty="0">
                <a:latin typeface="微软雅黑" pitchFamily="34" charset="-122"/>
                <a:ea typeface="微软雅黑" pitchFamily="34" charset="-122"/>
              </a:rPr>
              <a:t>区域内部的路由器只需知道本区域的完整网络拓扑。 </a:t>
            </a:r>
          </a:p>
        </p:txBody>
      </p:sp>
      <p:sp>
        <p:nvSpPr>
          <p:cNvPr id="6" name="AutoShape 5">
            <a:extLst>
              <a:ext uri="{FF2B5EF4-FFF2-40B4-BE49-F238E27FC236}">
                <a16:creationId xmlns:a16="http://schemas.microsoft.com/office/drawing/2014/main" id="{CBD2A0FD-30FC-275F-BFA3-44954A5033D0}"/>
              </a:ext>
            </a:extLst>
          </p:cNvPr>
          <p:cNvSpPr>
            <a:spLocks noChangeArrowheads="1"/>
          </p:cNvSpPr>
          <p:nvPr/>
        </p:nvSpPr>
        <p:spPr bwMode="auto">
          <a:xfrm>
            <a:off x="545144" y="62179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a:extLst>
              <a:ext uri="{FF2B5EF4-FFF2-40B4-BE49-F238E27FC236}">
                <a16:creationId xmlns:a16="http://schemas.microsoft.com/office/drawing/2014/main" id="{B1611812-8E9D-AF14-C477-B93B7DD332BC}"/>
              </a:ext>
            </a:extLst>
          </p:cNvPr>
          <p:cNvSpPr>
            <a:spLocks noChangeArrowheads="1"/>
          </p:cNvSpPr>
          <p:nvPr/>
        </p:nvSpPr>
        <p:spPr bwMode="auto">
          <a:xfrm>
            <a:off x="1941968" y="58858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OSPF</a:t>
            </a:r>
            <a:r>
              <a:rPr lang="zh-CN" altLang="en-US" sz="2000" b="1" dirty="0">
                <a:solidFill>
                  <a:schemeClr val="bg1"/>
                </a:solidFill>
                <a:latin typeface="微软雅黑" pitchFamily="34" charset="-122"/>
                <a:ea typeface="微软雅黑" pitchFamily="34" charset="-122"/>
              </a:rPr>
              <a:t>的层次结构</a:t>
            </a:r>
          </a:p>
        </p:txBody>
      </p:sp>
    </p:spTree>
    <p:extLst>
      <p:ext uri="{BB962C8B-B14F-4D97-AF65-F5344CB8AC3E}">
        <p14:creationId xmlns:p14="http://schemas.microsoft.com/office/powerpoint/2010/main" val="3365208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3E0369-73EB-9ADB-A938-95169327DA6D}"/>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832A0CA4-EC50-B79C-026E-337AEC619B74}"/>
              </a:ext>
            </a:extLst>
          </p:cNvPr>
          <p:cNvSpPr/>
          <p:nvPr/>
        </p:nvSpPr>
        <p:spPr>
          <a:xfrm>
            <a:off x="545144" y="1019619"/>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 name="AutoShape 3">
            <a:extLst>
              <a:ext uri="{FF2B5EF4-FFF2-40B4-BE49-F238E27FC236}">
                <a16:creationId xmlns:a16="http://schemas.microsoft.com/office/drawing/2014/main" id="{E32A9E72-558B-4C80-7186-6581B5EB4D68}"/>
              </a:ext>
            </a:extLst>
          </p:cNvPr>
          <p:cNvSpPr>
            <a:spLocks noChangeArrowheads="1"/>
          </p:cNvSpPr>
          <p:nvPr/>
        </p:nvSpPr>
        <p:spPr bwMode="auto">
          <a:xfrm>
            <a:off x="1018636" y="1402811"/>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2" name="Text Box 4">
            <a:extLst>
              <a:ext uri="{FF2B5EF4-FFF2-40B4-BE49-F238E27FC236}">
                <a16:creationId xmlns:a16="http://schemas.microsoft.com/office/drawing/2014/main" id="{E13DB5E0-D788-CEBF-21D3-C8276570612F}"/>
              </a:ext>
            </a:extLst>
          </p:cNvPr>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grpSp>
        <p:nvGrpSpPr>
          <p:cNvPr id="182" name="组合 181">
            <a:extLst>
              <a:ext uri="{FF2B5EF4-FFF2-40B4-BE49-F238E27FC236}">
                <a16:creationId xmlns:a16="http://schemas.microsoft.com/office/drawing/2014/main" id="{700F471A-740B-D2AB-FEFB-DDC069C23711}"/>
              </a:ext>
            </a:extLst>
          </p:cNvPr>
          <p:cNvGrpSpPr/>
          <p:nvPr/>
        </p:nvGrpSpPr>
        <p:grpSpPr>
          <a:xfrm>
            <a:off x="1101155" y="1773123"/>
            <a:ext cx="2532718" cy="2064420"/>
            <a:chOff x="1101155" y="1773412"/>
            <a:chExt cx="2532718" cy="2064420"/>
          </a:xfrm>
        </p:grpSpPr>
        <p:sp>
          <p:nvSpPr>
            <p:cNvPr id="24" name="Oval 7">
              <a:extLst>
                <a:ext uri="{FF2B5EF4-FFF2-40B4-BE49-F238E27FC236}">
                  <a16:creationId xmlns:a16="http://schemas.microsoft.com/office/drawing/2014/main" id="{E5536E41-A317-8BDD-EA10-238D979115BA}"/>
                </a:ext>
              </a:extLst>
            </p:cNvPr>
            <p:cNvSpPr>
              <a:spLocks noChangeArrowheads="1"/>
            </p:cNvSpPr>
            <p:nvPr/>
          </p:nvSpPr>
          <p:spPr bwMode="auto">
            <a:xfrm>
              <a:off x="1101155" y="1773412"/>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6" name="Text Box 9">
              <a:extLst>
                <a:ext uri="{FF2B5EF4-FFF2-40B4-BE49-F238E27FC236}">
                  <a16:creationId xmlns:a16="http://schemas.microsoft.com/office/drawing/2014/main" id="{189C1BF3-40DE-5C46-EEE0-89E02AA67739}"/>
                </a:ext>
              </a:extLst>
            </p:cNvPr>
            <p:cNvSpPr txBox="1">
              <a:spLocks noChangeArrowheads="1"/>
            </p:cNvSpPr>
            <p:nvPr/>
          </p:nvSpPr>
          <p:spPr bwMode="auto">
            <a:xfrm>
              <a:off x="1812343" y="353005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grpSp>
      <p:grpSp>
        <p:nvGrpSpPr>
          <p:cNvPr id="184" name="组合 183">
            <a:extLst>
              <a:ext uri="{FF2B5EF4-FFF2-40B4-BE49-F238E27FC236}">
                <a16:creationId xmlns:a16="http://schemas.microsoft.com/office/drawing/2014/main" id="{00DCC24E-C5CF-E6E6-90AA-E2185104C5EF}"/>
              </a:ext>
            </a:extLst>
          </p:cNvPr>
          <p:cNvGrpSpPr/>
          <p:nvPr/>
        </p:nvGrpSpPr>
        <p:grpSpPr>
          <a:xfrm>
            <a:off x="6095497" y="1773123"/>
            <a:ext cx="1923343" cy="2117154"/>
            <a:chOff x="6095497" y="1773412"/>
            <a:chExt cx="1923343" cy="2117154"/>
          </a:xfrm>
        </p:grpSpPr>
        <p:sp>
          <p:nvSpPr>
            <p:cNvPr id="25" name="Oval 8">
              <a:extLst>
                <a:ext uri="{FF2B5EF4-FFF2-40B4-BE49-F238E27FC236}">
                  <a16:creationId xmlns:a16="http://schemas.microsoft.com/office/drawing/2014/main" id="{C726E7E5-E38C-79C9-75F2-D58E2030C8E9}"/>
                </a:ext>
              </a:extLst>
            </p:cNvPr>
            <p:cNvSpPr>
              <a:spLocks noChangeArrowheads="1"/>
            </p:cNvSpPr>
            <p:nvPr/>
          </p:nvSpPr>
          <p:spPr bwMode="auto">
            <a:xfrm>
              <a:off x="6095497" y="1773412"/>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7" name="Text Box 10">
              <a:extLst>
                <a:ext uri="{FF2B5EF4-FFF2-40B4-BE49-F238E27FC236}">
                  <a16:creationId xmlns:a16="http://schemas.microsoft.com/office/drawing/2014/main" id="{B7B6BB66-9D40-BE84-A7CC-526C79ABEC65}"/>
                </a:ext>
              </a:extLst>
            </p:cNvPr>
            <p:cNvSpPr txBox="1">
              <a:spLocks noChangeArrowheads="1"/>
            </p:cNvSpPr>
            <p:nvPr/>
          </p:nvSpPr>
          <p:spPr bwMode="auto">
            <a:xfrm>
              <a:off x="6496859" y="3582789"/>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grpSp>
      <p:grpSp>
        <p:nvGrpSpPr>
          <p:cNvPr id="181" name="组合 180">
            <a:extLst>
              <a:ext uri="{FF2B5EF4-FFF2-40B4-BE49-F238E27FC236}">
                <a16:creationId xmlns:a16="http://schemas.microsoft.com/office/drawing/2014/main" id="{656C21E5-7E7F-B617-2021-C9B325127ADB}"/>
              </a:ext>
            </a:extLst>
          </p:cNvPr>
          <p:cNvGrpSpPr/>
          <p:nvPr/>
        </p:nvGrpSpPr>
        <p:grpSpPr>
          <a:xfrm>
            <a:off x="3720201" y="1518518"/>
            <a:ext cx="2314358" cy="1421794"/>
            <a:chOff x="3720201" y="1518807"/>
            <a:chExt cx="2314358" cy="1421794"/>
          </a:xfrm>
        </p:grpSpPr>
        <p:sp>
          <p:nvSpPr>
            <p:cNvPr id="23" name="Oval 6">
              <a:extLst>
                <a:ext uri="{FF2B5EF4-FFF2-40B4-BE49-F238E27FC236}">
                  <a16:creationId xmlns:a16="http://schemas.microsoft.com/office/drawing/2014/main" id="{66698B9F-791F-9FE1-D86C-12CEE7287640}"/>
                </a:ext>
              </a:extLst>
            </p:cNvPr>
            <p:cNvSpPr>
              <a:spLocks noChangeArrowheads="1"/>
            </p:cNvSpPr>
            <p:nvPr/>
          </p:nvSpPr>
          <p:spPr bwMode="auto">
            <a:xfrm>
              <a:off x="3720201" y="1824975"/>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8" name="Text Box 11">
              <a:extLst>
                <a:ext uri="{FF2B5EF4-FFF2-40B4-BE49-F238E27FC236}">
                  <a16:creationId xmlns:a16="http://schemas.microsoft.com/office/drawing/2014/main" id="{49B6A971-5106-52C2-4ECC-B668971147C8}"/>
                </a:ext>
              </a:extLst>
            </p:cNvPr>
            <p:cNvSpPr txBox="1">
              <a:spLocks noChangeArrowheads="1"/>
            </p:cNvSpPr>
            <p:nvPr/>
          </p:nvSpPr>
          <p:spPr bwMode="auto">
            <a:xfrm>
              <a:off x="3722740" y="1518807"/>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grpSp>
      <p:sp>
        <p:nvSpPr>
          <p:cNvPr id="29" name="Line 12">
            <a:extLst>
              <a:ext uri="{FF2B5EF4-FFF2-40B4-BE49-F238E27FC236}">
                <a16:creationId xmlns:a16="http://schemas.microsoft.com/office/drawing/2014/main" id="{6B60206D-DB0F-9E1F-A5A8-50B5DDECEA20}"/>
              </a:ext>
            </a:extLst>
          </p:cNvPr>
          <p:cNvSpPr>
            <a:spLocks noChangeShapeType="1"/>
          </p:cNvSpPr>
          <p:nvPr/>
        </p:nvSpPr>
        <p:spPr bwMode="auto">
          <a:xfrm flipV="1">
            <a:off x="4878015" y="1317265"/>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Text Box 13">
            <a:extLst>
              <a:ext uri="{FF2B5EF4-FFF2-40B4-BE49-F238E27FC236}">
                <a16:creationId xmlns:a16="http://schemas.microsoft.com/office/drawing/2014/main" id="{DC5F72FA-52D4-564F-4852-E8EE6A315B6F}"/>
              </a:ext>
            </a:extLst>
          </p:cNvPr>
          <p:cNvSpPr txBox="1">
            <a:spLocks noChangeArrowheads="1"/>
          </p:cNvSpPr>
          <p:nvPr/>
        </p:nvSpPr>
        <p:spPr bwMode="auto">
          <a:xfrm>
            <a:off x="5115298" y="1054787"/>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31" name="Line 14">
            <a:extLst>
              <a:ext uri="{FF2B5EF4-FFF2-40B4-BE49-F238E27FC236}">
                <a16:creationId xmlns:a16="http://schemas.microsoft.com/office/drawing/2014/main" id="{0A05CDC4-CC63-B7B9-3F94-2F72AE3ECFBE}"/>
              </a:ext>
            </a:extLst>
          </p:cNvPr>
          <p:cNvSpPr>
            <a:spLocks noChangeShapeType="1"/>
          </p:cNvSpPr>
          <p:nvPr/>
        </p:nvSpPr>
        <p:spPr bwMode="auto">
          <a:xfrm>
            <a:off x="6095496" y="2432890"/>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15">
            <a:extLst>
              <a:ext uri="{FF2B5EF4-FFF2-40B4-BE49-F238E27FC236}">
                <a16:creationId xmlns:a16="http://schemas.microsoft.com/office/drawing/2014/main" id="{FC247287-5393-7C93-9593-06E5DF167DA5}"/>
              </a:ext>
            </a:extLst>
          </p:cNvPr>
          <p:cNvSpPr>
            <a:spLocks noChangeShapeType="1"/>
          </p:cNvSpPr>
          <p:nvPr/>
        </p:nvSpPr>
        <p:spPr bwMode="auto">
          <a:xfrm flipV="1">
            <a:off x="6887685" y="2585235"/>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16">
            <a:extLst>
              <a:ext uri="{FF2B5EF4-FFF2-40B4-BE49-F238E27FC236}">
                <a16:creationId xmlns:a16="http://schemas.microsoft.com/office/drawing/2014/main" id="{8E9B8A39-4F13-FE96-3E16-8520CA281AEE}"/>
              </a:ext>
            </a:extLst>
          </p:cNvPr>
          <p:cNvSpPr>
            <a:spLocks noChangeShapeType="1"/>
          </p:cNvSpPr>
          <p:nvPr/>
        </p:nvSpPr>
        <p:spPr bwMode="auto">
          <a:xfrm>
            <a:off x="7192373" y="2077811"/>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17">
            <a:extLst>
              <a:ext uri="{FF2B5EF4-FFF2-40B4-BE49-F238E27FC236}">
                <a16:creationId xmlns:a16="http://schemas.microsoft.com/office/drawing/2014/main" id="{F1DE7FFC-D6C6-0C97-C2B2-4E2A8E325774}"/>
              </a:ext>
            </a:extLst>
          </p:cNvPr>
          <p:cNvSpPr>
            <a:spLocks noChangeShapeType="1"/>
          </p:cNvSpPr>
          <p:nvPr/>
        </p:nvSpPr>
        <p:spPr bwMode="auto">
          <a:xfrm flipH="1">
            <a:off x="7130166" y="2634454"/>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Line 18">
            <a:extLst>
              <a:ext uri="{FF2B5EF4-FFF2-40B4-BE49-F238E27FC236}">
                <a16:creationId xmlns:a16="http://schemas.microsoft.com/office/drawing/2014/main" id="{3432080B-79B1-F172-CD2C-E6BC5936AA3F}"/>
              </a:ext>
            </a:extLst>
          </p:cNvPr>
          <p:cNvSpPr>
            <a:spLocks noChangeShapeType="1"/>
          </p:cNvSpPr>
          <p:nvPr/>
        </p:nvSpPr>
        <p:spPr bwMode="auto">
          <a:xfrm flipV="1">
            <a:off x="5181433" y="2432890"/>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6" name="Line 19">
            <a:extLst>
              <a:ext uri="{FF2B5EF4-FFF2-40B4-BE49-F238E27FC236}">
                <a16:creationId xmlns:a16="http://schemas.microsoft.com/office/drawing/2014/main" id="{3794DD1C-6DCD-695B-35AC-F400588CF6C2}"/>
              </a:ext>
            </a:extLst>
          </p:cNvPr>
          <p:cNvSpPr>
            <a:spLocks noChangeShapeType="1"/>
          </p:cNvSpPr>
          <p:nvPr/>
        </p:nvSpPr>
        <p:spPr bwMode="auto">
          <a:xfrm>
            <a:off x="4938953" y="2027421"/>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Line 20">
            <a:extLst>
              <a:ext uri="{FF2B5EF4-FFF2-40B4-BE49-F238E27FC236}">
                <a16:creationId xmlns:a16="http://schemas.microsoft.com/office/drawing/2014/main" id="{BCECCE44-FD15-931F-746F-F7DF0EF5FB8E}"/>
              </a:ext>
            </a:extLst>
          </p:cNvPr>
          <p:cNvSpPr>
            <a:spLocks noChangeShapeType="1"/>
          </p:cNvSpPr>
          <p:nvPr/>
        </p:nvSpPr>
        <p:spPr bwMode="auto">
          <a:xfrm flipH="1">
            <a:off x="4878015" y="2585234"/>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8" name="Line 21">
            <a:extLst>
              <a:ext uri="{FF2B5EF4-FFF2-40B4-BE49-F238E27FC236}">
                <a16:creationId xmlns:a16="http://schemas.microsoft.com/office/drawing/2014/main" id="{6618F309-6E2B-13EA-E895-AC19B974752B}"/>
              </a:ext>
            </a:extLst>
          </p:cNvPr>
          <p:cNvSpPr>
            <a:spLocks noChangeShapeType="1"/>
          </p:cNvSpPr>
          <p:nvPr/>
        </p:nvSpPr>
        <p:spPr bwMode="auto">
          <a:xfrm>
            <a:off x="3598326" y="2332109"/>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22">
            <a:extLst>
              <a:ext uri="{FF2B5EF4-FFF2-40B4-BE49-F238E27FC236}">
                <a16:creationId xmlns:a16="http://schemas.microsoft.com/office/drawing/2014/main" id="{F9E61FB6-8F8A-75F9-35AB-040DD42B3FB6}"/>
              </a:ext>
            </a:extLst>
          </p:cNvPr>
          <p:cNvSpPr>
            <a:spLocks noChangeShapeType="1"/>
          </p:cNvSpPr>
          <p:nvPr/>
        </p:nvSpPr>
        <p:spPr bwMode="auto">
          <a:xfrm flipV="1">
            <a:off x="3659264" y="2077811"/>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0" name="Line 23">
            <a:extLst>
              <a:ext uri="{FF2B5EF4-FFF2-40B4-BE49-F238E27FC236}">
                <a16:creationId xmlns:a16="http://schemas.microsoft.com/office/drawing/2014/main" id="{621177E6-B5A0-F7E8-E6CF-F36CBE65A2B8}"/>
              </a:ext>
            </a:extLst>
          </p:cNvPr>
          <p:cNvSpPr>
            <a:spLocks noChangeShapeType="1"/>
          </p:cNvSpPr>
          <p:nvPr/>
        </p:nvSpPr>
        <p:spPr bwMode="auto">
          <a:xfrm flipH="1">
            <a:off x="1710530" y="2077811"/>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1" name="Line 24">
            <a:extLst>
              <a:ext uri="{FF2B5EF4-FFF2-40B4-BE49-F238E27FC236}">
                <a16:creationId xmlns:a16="http://schemas.microsoft.com/office/drawing/2014/main" id="{63A548CE-7345-9537-D511-77E6A0FB7542}"/>
              </a:ext>
            </a:extLst>
          </p:cNvPr>
          <p:cNvSpPr>
            <a:spLocks noChangeShapeType="1"/>
          </p:cNvSpPr>
          <p:nvPr/>
        </p:nvSpPr>
        <p:spPr bwMode="auto">
          <a:xfrm>
            <a:off x="2623325" y="2127030"/>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Line 25">
            <a:extLst>
              <a:ext uri="{FF2B5EF4-FFF2-40B4-BE49-F238E27FC236}">
                <a16:creationId xmlns:a16="http://schemas.microsoft.com/office/drawing/2014/main" id="{ABF19E19-1AD3-B4DC-22D7-89CF7238C4F0}"/>
              </a:ext>
            </a:extLst>
          </p:cNvPr>
          <p:cNvSpPr>
            <a:spLocks noChangeShapeType="1"/>
          </p:cNvSpPr>
          <p:nvPr/>
        </p:nvSpPr>
        <p:spPr bwMode="auto">
          <a:xfrm flipV="1">
            <a:off x="3049888" y="2381328"/>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Line 26">
            <a:extLst>
              <a:ext uri="{FF2B5EF4-FFF2-40B4-BE49-F238E27FC236}">
                <a16:creationId xmlns:a16="http://schemas.microsoft.com/office/drawing/2014/main" id="{7F03AB13-6D4D-23E6-D47C-97879B272D08}"/>
              </a:ext>
            </a:extLst>
          </p:cNvPr>
          <p:cNvSpPr>
            <a:spLocks noChangeShapeType="1"/>
          </p:cNvSpPr>
          <p:nvPr/>
        </p:nvSpPr>
        <p:spPr bwMode="auto">
          <a:xfrm flipH="1">
            <a:off x="2135824" y="2737578"/>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4" name="Line 27">
            <a:extLst>
              <a:ext uri="{FF2B5EF4-FFF2-40B4-BE49-F238E27FC236}">
                <a16:creationId xmlns:a16="http://schemas.microsoft.com/office/drawing/2014/main" id="{B5F2A882-B7B1-FD82-81D3-7ED04726686B}"/>
              </a:ext>
            </a:extLst>
          </p:cNvPr>
          <p:cNvSpPr>
            <a:spLocks noChangeShapeType="1"/>
          </p:cNvSpPr>
          <p:nvPr/>
        </p:nvSpPr>
        <p:spPr bwMode="auto">
          <a:xfrm>
            <a:off x="2135824" y="2888750"/>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45" name="Group 28">
            <a:extLst>
              <a:ext uri="{FF2B5EF4-FFF2-40B4-BE49-F238E27FC236}">
                <a16:creationId xmlns:a16="http://schemas.microsoft.com/office/drawing/2014/main" id="{C6C8997A-48B3-38B5-DF7F-37600750C0BF}"/>
              </a:ext>
            </a:extLst>
          </p:cNvPr>
          <p:cNvGrpSpPr>
            <a:grpSpLocks/>
          </p:cNvGrpSpPr>
          <p:nvPr/>
        </p:nvGrpSpPr>
        <p:grpSpPr bwMode="auto">
          <a:xfrm>
            <a:off x="2745200" y="2534844"/>
            <a:ext cx="548438" cy="353907"/>
            <a:chOff x="2949" y="196"/>
            <a:chExt cx="941" cy="598"/>
          </a:xfrm>
          <a:solidFill>
            <a:srgbClr val="00FFFF"/>
          </a:solidFill>
        </p:grpSpPr>
        <p:sp>
          <p:nvSpPr>
            <p:cNvPr id="46" name="Oval 29">
              <a:extLst>
                <a:ext uri="{FF2B5EF4-FFF2-40B4-BE49-F238E27FC236}">
                  <a16:creationId xmlns:a16="http://schemas.microsoft.com/office/drawing/2014/main" id="{F30E6308-B215-D2DD-87AF-7631B42AE5C2}"/>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7" name="Oval 30">
              <a:extLst>
                <a:ext uri="{FF2B5EF4-FFF2-40B4-BE49-F238E27FC236}">
                  <a16:creationId xmlns:a16="http://schemas.microsoft.com/office/drawing/2014/main" id="{88CEB5A5-13CC-70AC-23E2-4038A0F089EA}"/>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8" name="Oval 31">
              <a:extLst>
                <a:ext uri="{FF2B5EF4-FFF2-40B4-BE49-F238E27FC236}">
                  <a16:creationId xmlns:a16="http://schemas.microsoft.com/office/drawing/2014/main" id="{BDFEBC0F-B7DF-7E94-237D-74BF4176E562}"/>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9" name="Oval 32">
              <a:extLst>
                <a:ext uri="{FF2B5EF4-FFF2-40B4-BE49-F238E27FC236}">
                  <a16:creationId xmlns:a16="http://schemas.microsoft.com/office/drawing/2014/main" id="{5699DD2D-1ADD-3B14-5397-115A47AB0936}"/>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0" name="Oval 33">
              <a:extLst>
                <a:ext uri="{FF2B5EF4-FFF2-40B4-BE49-F238E27FC236}">
                  <a16:creationId xmlns:a16="http://schemas.microsoft.com/office/drawing/2014/main" id="{FEAC34A2-DF83-388C-C739-4433802035EE}"/>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1" name="Oval 34">
              <a:extLst>
                <a:ext uri="{FF2B5EF4-FFF2-40B4-BE49-F238E27FC236}">
                  <a16:creationId xmlns:a16="http://schemas.microsoft.com/office/drawing/2014/main" id="{90B7F123-2D38-340E-8DE7-E60AA2228CAA}"/>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2" name="Oval 35">
              <a:extLst>
                <a:ext uri="{FF2B5EF4-FFF2-40B4-BE49-F238E27FC236}">
                  <a16:creationId xmlns:a16="http://schemas.microsoft.com/office/drawing/2014/main" id="{F5BEF713-94AF-8B41-366F-749FBB59E4FC}"/>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36">
              <a:extLst>
                <a:ext uri="{FF2B5EF4-FFF2-40B4-BE49-F238E27FC236}">
                  <a16:creationId xmlns:a16="http://schemas.microsoft.com/office/drawing/2014/main" id="{E1F35E87-33E7-4F0C-5E13-C7EFB1D88BE1}"/>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Freeform 37">
              <a:extLst>
                <a:ext uri="{FF2B5EF4-FFF2-40B4-BE49-F238E27FC236}">
                  <a16:creationId xmlns:a16="http://schemas.microsoft.com/office/drawing/2014/main" id="{BCCF91C1-1AE7-8112-A298-9748CC123EA2}"/>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5" name="Freeform 38">
              <a:extLst>
                <a:ext uri="{FF2B5EF4-FFF2-40B4-BE49-F238E27FC236}">
                  <a16:creationId xmlns:a16="http://schemas.microsoft.com/office/drawing/2014/main" id="{F2DAA683-A97A-8701-9616-44CF8E6AEA3F}"/>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6" name="Freeform 39">
              <a:extLst>
                <a:ext uri="{FF2B5EF4-FFF2-40B4-BE49-F238E27FC236}">
                  <a16:creationId xmlns:a16="http://schemas.microsoft.com/office/drawing/2014/main" id="{743C3358-355B-83CC-41C2-ACD2CD157FBC}"/>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57" name="Picture 40">
            <a:extLst>
              <a:ext uri="{FF2B5EF4-FFF2-40B4-BE49-F238E27FC236}">
                <a16:creationId xmlns:a16="http://schemas.microsoft.com/office/drawing/2014/main" id="{877D89C9-D396-BF80-18BA-3E1222F8B3D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32405" y="2737579"/>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41">
            <a:extLst>
              <a:ext uri="{FF2B5EF4-FFF2-40B4-BE49-F238E27FC236}">
                <a16:creationId xmlns:a16="http://schemas.microsoft.com/office/drawing/2014/main" id="{9FAD17C8-ACD1-6E12-BD53-DC07977DADF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80844" y="1975858"/>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42">
            <a:extLst>
              <a:ext uri="{FF2B5EF4-FFF2-40B4-BE49-F238E27FC236}">
                <a16:creationId xmlns:a16="http://schemas.microsoft.com/office/drawing/2014/main" id="{10724BCB-F135-FB43-4EA9-A9033451B020}"/>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5513" y="2230155"/>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43">
            <a:extLst>
              <a:ext uri="{FF2B5EF4-FFF2-40B4-BE49-F238E27FC236}">
                <a16:creationId xmlns:a16="http://schemas.microsoft.com/office/drawing/2014/main" id="{2D53602E-56E0-B9D0-CF08-41928D6BA8B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19254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44">
            <a:extLst>
              <a:ext uri="{FF2B5EF4-FFF2-40B4-BE49-F238E27FC236}">
                <a16:creationId xmlns:a16="http://schemas.microsoft.com/office/drawing/2014/main" id="{86382469-13BC-DB0F-B282-6369145A7C3F}"/>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78015" y="2432890"/>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 name="Picture 45">
            <a:extLst>
              <a:ext uri="{FF2B5EF4-FFF2-40B4-BE49-F238E27FC236}">
                <a16:creationId xmlns:a16="http://schemas.microsoft.com/office/drawing/2014/main" id="{8CA9CEE6-7384-EB8F-AD2E-93A5E8444788}"/>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14248" y="2483281"/>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3" name="Picture 46">
            <a:extLst>
              <a:ext uri="{FF2B5EF4-FFF2-40B4-BE49-F238E27FC236}">
                <a16:creationId xmlns:a16="http://schemas.microsoft.com/office/drawing/2014/main" id="{BF936A34-7469-4562-F5AE-709DCA2EC728}"/>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51747" y="2332109"/>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4" name="Group 47">
            <a:extLst>
              <a:ext uri="{FF2B5EF4-FFF2-40B4-BE49-F238E27FC236}">
                <a16:creationId xmlns:a16="http://schemas.microsoft.com/office/drawing/2014/main" id="{8B94C37E-8D5A-75F5-59D3-4C10CE34605A}"/>
              </a:ext>
            </a:extLst>
          </p:cNvPr>
          <p:cNvGrpSpPr>
            <a:grpSpLocks/>
          </p:cNvGrpSpPr>
          <p:nvPr/>
        </p:nvGrpSpPr>
        <p:grpSpPr bwMode="auto">
          <a:xfrm>
            <a:off x="2196762" y="3042267"/>
            <a:ext cx="548438" cy="353907"/>
            <a:chOff x="2949" y="196"/>
            <a:chExt cx="941" cy="598"/>
          </a:xfrm>
          <a:solidFill>
            <a:srgbClr val="00FFFF"/>
          </a:solidFill>
        </p:grpSpPr>
        <p:sp>
          <p:nvSpPr>
            <p:cNvPr id="65" name="Oval 48">
              <a:extLst>
                <a:ext uri="{FF2B5EF4-FFF2-40B4-BE49-F238E27FC236}">
                  <a16:creationId xmlns:a16="http://schemas.microsoft.com/office/drawing/2014/main" id="{AB1F9078-4115-A8E3-039E-86B328C61999}"/>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49">
              <a:extLst>
                <a:ext uri="{FF2B5EF4-FFF2-40B4-BE49-F238E27FC236}">
                  <a16:creationId xmlns:a16="http://schemas.microsoft.com/office/drawing/2014/main" id="{2CB50C58-1114-18EE-EBF6-D74E55D9BF2A}"/>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50">
              <a:extLst>
                <a:ext uri="{FF2B5EF4-FFF2-40B4-BE49-F238E27FC236}">
                  <a16:creationId xmlns:a16="http://schemas.microsoft.com/office/drawing/2014/main" id="{AECCB034-7D5D-1F66-3BD5-85A1EEB56B49}"/>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51">
              <a:extLst>
                <a:ext uri="{FF2B5EF4-FFF2-40B4-BE49-F238E27FC236}">
                  <a16:creationId xmlns:a16="http://schemas.microsoft.com/office/drawing/2014/main" id="{8DBEA859-E97F-AAB3-6D53-6FA6E4410D3B}"/>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52">
              <a:extLst>
                <a:ext uri="{FF2B5EF4-FFF2-40B4-BE49-F238E27FC236}">
                  <a16:creationId xmlns:a16="http://schemas.microsoft.com/office/drawing/2014/main" id="{33F93A18-33CB-EE81-F90B-EF88CBFD8E39}"/>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53">
              <a:extLst>
                <a:ext uri="{FF2B5EF4-FFF2-40B4-BE49-F238E27FC236}">
                  <a16:creationId xmlns:a16="http://schemas.microsoft.com/office/drawing/2014/main" id="{D17FFF1D-BD08-723A-E421-D2F4D7412493}"/>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54">
              <a:extLst>
                <a:ext uri="{FF2B5EF4-FFF2-40B4-BE49-F238E27FC236}">
                  <a16:creationId xmlns:a16="http://schemas.microsoft.com/office/drawing/2014/main" id="{088DBC96-7411-3FE1-F6E2-EDE2707D21AA}"/>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Oval 55">
              <a:extLst>
                <a:ext uri="{FF2B5EF4-FFF2-40B4-BE49-F238E27FC236}">
                  <a16:creationId xmlns:a16="http://schemas.microsoft.com/office/drawing/2014/main" id="{02769633-0586-0FCE-8F50-0E95D2C2B91E}"/>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3" name="Freeform 56">
              <a:extLst>
                <a:ext uri="{FF2B5EF4-FFF2-40B4-BE49-F238E27FC236}">
                  <a16:creationId xmlns:a16="http://schemas.microsoft.com/office/drawing/2014/main" id="{E9A2D8DD-F92C-EB29-B045-60A0C700C9F7}"/>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57">
              <a:extLst>
                <a:ext uri="{FF2B5EF4-FFF2-40B4-BE49-F238E27FC236}">
                  <a16:creationId xmlns:a16="http://schemas.microsoft.com/office/drawing/2014/main" id="{9091DD33-72F2-0D79-D012-F1677E24E4FF}"/>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5" name="Freeform 58">
              <a:extLst>
                <a:ext uri="{FF2B5EF4-FFF2-40B4-BE49-F238E27FC236}">
                  <a16:creationId xmlns:a16="http://schemas.microsoft.com/office/drawing/2014/main" id="{566B3015-2559-D522-5B2B-7F52D05FBEBA}"/>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6" name="Group 59">
            <a:extLst>
              <a:ext uri="{FF2B5EF4-FFF2-40B4-BE49-F238E27FC236}">
                <a16:creationId xmlns:a16="http://schemas.microsoft.com/office/drawing/2014/main" id="{E94A3AEF-ECA2-56E4-895B-51159F61D39E}"/>
              </a:ext>
            </a:extLst>
          </p:cNvPr>
          <p:cNvGrpSpPr>
            <a:grpSpLocks/>
          </p:cNvGrpSpPr>
          <p:nvPr/>
        </p:nvGrpSpPr>
        <p:grpSpPr bwMode="auto">
          <a:xfrm>
            <a:off x="1466780" y="2178593"/>
            <a:ext cx="548438" cy="356250"/>
            <a:chOff x="2949" y="196"/>
            <a:chExt cx="941" cy="598"/>
          </a:xfrm>
          <a:solidFill>
            <a:srgbClr val="00FFFF"/>
          </a:solidFill>
        </p:grpSpPr>
        <p:sp>
          <p:nvSpPr>
            <p:cNvPr id="77" name="Oval 60">
              <a:extLst>
                <a:ext uri="{FF2B5EF4-FFF2-40B4-BE49-F238E27FC236}">
                  <a16:creationId xmlns:a16="http://schemas.microsoft.com/office/drawing/2014/main" id="{57BCA769-238D-3EDA-D762-45E6401B2126}"/>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61">
              <a:extLst>
                <a:ext uri="{FF2B5EF4-FFF2-40B4-BE49-F238E27FC236}">
                  <a16:creationId xmlns:a16="http://schemas.microsoft.com/office/drawing/2014/main" id="{90E2FC56-700E-F7BB-6309-91052CBB8278}"/>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62">
              <a:extLst>
                <a:ext uri="{FF2B5EF4-FFF2-40B4-BE49-F238E27FC236}">
                  <a16:creationId xmlns:a16="http://schemas.microsoft.com/office/drawing/2014/main" id="{A4E1479E-0B5E-5079-8150-6D2CAC30D9AB}"/>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63">
              <a:extLst>
                <a:ext uri="{FF2B5EF4-FFF2-40B4-BE49-F238E27FC236}">
                  <a16:creationId xmlns:a16="http://schemas.microsoft.com/office/drawing/2014/main" id="{C6692CE5-64EC-72B5-1257-9DF5A81AE2E7}"/>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64">
              <a:extLst>
                <a:ext uri="{FF2B5EF4-FFF2-40B4-BE49-F238E27FC236}">
                  <a16:creationId xmlns:a16="http://schemas.microsoft.com/office/drawing/2014/main" id="{332CF77A-BDA7-60DB-E2F0-4F0DC12F47A3}"/>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65">
              <a:extLst>
                <a:ext uri="{FF2B5EF4-FFF2-40B4-BE49-F238E27FC236}">
                  <a16:creationId xmlns:a16="http://schemas.microsoft.com/office/drawing/2014/main" id="{1AA697A7-5534-F5F1-98E3-1FB6AE671C7B}"/>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66">
              <a:extLst>
                <a:ext uri="{FF2B5EF4-FFF2-40B4-BE49-F238E27FC236}">
                  <a16:creationId xmlns:a16="http://schemas.microsoft.com/office/drawing/2014/main" id="{29C3F96E-585D-C17C-2F57-662CB1F1DE21}"/>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Oval 67">
              <a:extLst>
                <a:ext uri="{FF2B5EF4-FFF2-40B4-BE49-F238E27FC236}">
                  <a16:creationId xmlns:a16="http://schemas.microsoft.com/office/drawing/2014/main" id="{A419ED5C-DBA1-871F-8D41-E1FDF5BEA9FE}"/>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5" name="Freeform 68">
              <a:extLst>
                <a:ext uri="{FF2B5EF4-FFF2-40B4-BE49-F238E27FC236}">
                  <a16:creationId xmlns:a16="http://schemas.microsoft.com/office/drawing/2014/main" id="{D41F58C9-8C6E-A952-0B9E-9C4845B468C6}"/>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69">
              <a:extLst>
                <a:ext uri="{FF2B5EF4-FFF2-40B4-BE49-F238E27FC236}">
                  <a16:creationId xmlns:a16="http://schemas.microsoft.com/office/drawing/2014/main" id="{A7DDAA03-C75E-4EE1-07B7-F8CEF3BA9D18}"/>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7" name="Freeform 70">
              <a:extLst>
                <a:ext uri="{FF2B5EF4-FFF2-40B4-BE49-F238E27FC236}">
                  <a16:creationId xmlns:a16="http://schemas.microsoft.com/office/drawing/2014/main" id="{50F333BF-EDE2-D357-6077-8DD399FFC3ED}"/>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8" name="Group 71">
            <a:extLst>
              <a:ext uri="{FF2B5EF4-FFF2-40B4-BE49-F238E27FC236}">
                <a16:creationId xmlns:a16="http://schemas.microsoft.com/office/drawing/2014/main" id="{463086C6-8727-273E-12EB-DC20769363E1}"/>
              </a:ext>
            </a:extLst>
          </p:cNvPr>
          <p:cNvGrpSpPr>
            <a:grpSpLocks/>
          </p:cNvGrpSpPr>
          <p:nvPr/>
        </p:nvGrpSpPr>
        <p:grpSpPr bwMode="auto">
          <a:xfrm>
            <a:off x="6887685" y="1875077"/>
            <a:ext cx="547169" cy="355078"/>
            <a:chOff x="2949" y="196"/>
            <a:chExt cx="941" cy="598"/>
          </a:xfrm>
          <a:solidFill>
            <a:srgbClr val="00FFFF"/>
          </a:solidFill>
        </p:grpSpPr>
        <p:sp>
          <p:nvSpPr>
            <p:cNvPr id="89" name="Oval 72">
              <a:extLst>
                <a:ext uri="{FF2B5EF4-FFF2-40B4-BE49-F238E27FC236}">
                  <a16:creationId xmlns:a16="http://schemas.microsoft.com/office/drawing/2014/main" id="{ACC9784B-A3DD-D7B8-68ED-1B71DB3F6D2F}"/>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73">
              <a:extLst>
                <a:ext uri="{FF2B5EF4-FFF2-40B4-BE49-F238E27FC236}">
                  <a16:creationId xmlns:a16="http://schemas.microsoft.com/office/drawing/2014/main" id="{D0BDBEC4-356F-CFCF-2FD9-3D0D7164F8AD}"/>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74">
              <a:extLst>
                <a:ext uri="{FF2B5EF4-FFF2-40B4-BE49-F238E27FC236}">
                  <a16:creationId xmlns:a16="http://schemas.microsoft.com/office/drawing/2014/main" id="{D6E2105C-6A9F-2CD2-EC3C-D216655289F6}"/>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75">
              <a:extLst>
                <a:ext uri="{FF2B5EF4-FFF2-40B4-BE49-F238E27FC236}">
                  <a16:creationId xmlns:a16="http://schemas.microsoft.com/office/drawing/2014/main" id="{29E7F02C-9AAB-B7C0-DDB3-DCAD65EB1A68}"/>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76">
              <a:extLst>
                <a:ext uri="{FF2B5EF4-FFF2-40B4-BE49-F238E27FC236}">
                  <a16:creationId xmlns:a16="http://schemas.microsoft.com/office/drawing/2014/main" id="{E806351F-2270-D711-206F-44E46FF51954}"/>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77">
              <a:extLst>
                <a:ext uri="{FF2B5EF4-FFF2-40B4-BE49-F238E27FC236}">
                  <a16:creationId xmlns:a16="http://schemas.microsoft.com/office/drawing/2014/main" id="{C24C20A8-5FC6-2A45-748F-BB2CBB1A405F}"/>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78">
              <a:extLst>
                <a:ext uri="{FF2B5EF4-FFF2-40B4-BE49-F238E27FC236}">
                  <a16:creationId xmlns:a16="http://schemas.microsoft.com/office/drawing/2014/main" id="{73DCE115-6E1C-C559-0A69-616B045B03A9}"/>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Oval 79">
              <a:extLst>
                <a:ext uri="{FF2B5EF4-FFF2-40B4-BE49-F238E27FC236}">
                  <a16:creationId xmlns:a16="http://schemas.microsoft.com/office/drawing/2014/main" id="{5BB979D8-4C95-C748-01DA-03C7390DCCB0}"/>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7" name="Freeform 80">
              <a:extLst>
                <a:ext uri="{FF2B5EF4-FFF2-40B4-BE49-F238E27FC236}">
                  <a16:creationId xmlns:a16="http://schemas.microsoft.com/office/drawing/2014/main" id="{8B682A39-CC95-D634-1F56-C5E1F8115788}"/>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81">
              <a:extLst>
                <a:ext uri="{FF2B5EF4-FFF2-40B4-BE49-F238E27FC236}">
                  <a16:creationId xmlns:a16="http://schemas.microsoft.com/office/drawing/2014/main" id="{DCE74886-5F2D-7A22-27EA-2EACD4A71684}"/>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9" name="Freeform 82">
              <a:extLst>
                <a:ext uri="{FF2B5EF4-FFF2-40B4-BE49-F238E27FC236}">
                  <a16:creationId xmlns:a16="http://schemas.microsoft.com/office/drawing/2014/main" id="{9497AE3E-AF1E-64D7-288A-D2648615E588}"/>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00" name="Group 83">
            <a:extLst>
              <a:ext uri="{FF2B5EF4-FFF2-40B4-BE49-F238E27FC236}">
                <a16:creationId xmlns:a16="http://schemas.microsoft.com/office/drawing/2014/main" id="{BE899BF0-7B37-6756-CB18-026520B44C67}"/>
              </a:ext>
            </a:extLst>
          </p:cNvPr>
          <p:cNvGrpSpPr>
            <a:grpSpLocks/>
          </p:cNvGrpSpPr>
          <p:nvPr/>
        </p:nvGrpSpPr>
        <p:grpSpPr bwMode="auto">
          <a:xfrm>
            <a:off x="6826747" y="3042267"/>
            <a:ext cx="548438" cy="353907"/>
            <a:chOff x="2949" y="196"/>
            <a:chExt cx="941" cy="598"/>
          </a:xfrm>
          <a:solidFill>
            <a:srgbClr val="00FFFF"/>
          </a:solidFill>
        </p:grpSpPr>
        <p:sp>
          <p:nvSpPr>
            <p:cNvPr id="101" name="Oval 84">
              <a:extLst>
                <a:ext uri="{FF2B5EF4-FFF2-40B4-BE49-F238E27FC236}">
                  <a16:creationId xmlns:a16="http://schemas.microsoft.com/office/drawing/2014/main" id="{E1D42CDE-F239-0A66-F34C-759BE8F5B4CE}"/>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85">
              <a:extLst>
                <a:ext uri="{FF2B5EF4-FFF2-40B4-BE49-F238E27FC236}">
                  <a16:creationId xmlns:a16="http://schemas.microsoft.com/office/drawing/2014/main" id="{0C94540F-B8C6-24A2-9D8B-3D159757BC3C}"/>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86">
              <a:extLst>
                <a:ext uri="{FF2B5EF4-FFF2-40B4-BE49-F238E27FC236}">
                  <a16:creationId xmlns:a16="http://schemas.microsoft.com/office/drawing/2014/main" id="{17A0A6C3-5813-424E-D141-AA235010DB16}"/>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87">
              <a:extLst>
                <a:ext uri="{FF2B5EF4-FFF2-40B4-BE49-F238E27FC236}">
                  <a16:creationId xmlns:a16="http://schemas.microsoft.com/office/drawing/2014/main" id="{2D35AB75-D967-17ED-B980-4E337E2E6E55}"/>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88">
              <a:extLst>
                <a:ext uri="{FF2B5EF4-FFF2-40B4-BE49-F238E27FC236}">
                  <a16:creationId xmlns:a16="http://schemas.microsoft.com/office/drawing/2014/main" id="{A92A0A8A-DAF3-086D-F426-ABC8F29243FF}"/>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89">
              <a:extLst>
                <a:ext uri="{FF2B5EF4-FFF2-40B4-BE49-F238E27FC236}">
                  <a16:creationId xmlns:a16="http://schemas.microsoft.com/office/drawing/2014/main" id="{90062494-526A-DE2A-2E6C-4C146ECC50EF}"/>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90">
              <a:extLst>
                <a:ext uri="{FF2B5EF4-FFF2-40B4-BE49-F238E27FC236}">
                  <a16:creationId xmlns:a16="http://schemas.microsoft.com/office/drawing/2014/main" id="{0767A1B7-7AB6-1FD1-C753-57D78C5FB735}"/>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Oval 91">
              <a:extLst>
                <a:ext uri="{FF2B5EF4-FFF2-40B4-BE49-F238E27FC236}">
                  <a16:creationId xmlns:a16="http://schemas.microsoft.com/office/drawing/2014/main" id="{ED374D5F-9E7B-D03B-6EA2-50A166A128BA}"/>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9" name="Freeform 92">
              <a:extLst>
                <a:ext uri="{FF2B5EF4-FFF2-40B4-BE49-F238E27FC236}">
                  <a16:creationId xmlns:a16="http://schemas.microsoft.com/office/drawing/2014/main" id="{ACCA8308-F137-484A-ACD1-63953414A0BD}"/>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93">
              <a:extLst>
                <a:ext uri="{FF2B5EF4-FFF2-40B4-BE49-F238E27FC236}">
                  <a16:creationId xmlns:a16="http://schemas.microsoft.com/office/drawing/2014/main" id="{6C034173-6F5B-84D5-A1D8-0771FEE117B1}"/>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1" name="Freeform 94">
              <a:extLst>
                <a:ext uri="{FF2B5EF4-FFF2-40B4-BE49-F238E27FC236}">
                  <a16:creationId xmlns:a16="http://schemas.microsoft.com/office/drawing/2014/main" id="{6A340B03-9108-97C9-A92E-68C02B8C3C08}"/>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2" name="Group 95">
            <a:extLst>
              <a:ext uri="{FF2B5EF4-FFF2-40B4-BE49-F238E27FC236}">
                <a16:creationId xmlns:a16="http://schemas.microsoft.com/office/drawing/2014/main" id="{3A778F47-A04A-976D-5915-92335DD6788A}"/>
              </a:ext>
            </a:extLst>
          </p:cNvPr>
          <p:cNvGrpSpPr>
            <a:grpSpLocks/>
          </p:cNvGrpSpPr>
          <p:nvPr/>
        </p:nvGrpSpPr>
        <p:grpSpPr bwMode="auto">
          <a:xfrm>
            <a:off x="6520790" y="2483280"/>
            <a:ext cx="548438" cy="356250"/>
            <a:chOff x="2949" y="196"/>
            <a:chExt cx="941" cy="598"/>
          </a:xfrm>
          <a:solidFill>
            <a:srgbClr val="00FFFF"/>
          </a:solidFill>
        </p:grpSpPr>
        <p:sp>
          <p:nvSpPr>
            <p:cNvPr id="113" name="Oval 96">
              <a:extLst>
                <a:ext uri="{FF2B5EF4-FFF2-40B4-BE49-F238E27FC236}">
                  <a16:creationId xmlns:a16="http://schemas.microsoft.com/office/drawing/2014/main" id="{3439706B-3BD9-EB90-1A7A-61EBF0BCEC03}"/>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4" name="Oval 97">
              <a:extLst>
                <a:ext uri="{FF2B5EF4-FFF2-40B4-BE49-F238E27FC236}">
                  <a16:creationId xmlns:a16="http://schemas.microsoft.com/office/drawing/2014/main" id="{85A37BD1-8F37-DE14-1390-DE531C01E6E0}"/>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5" name="Oval 98">
              <a:extLst>
                <a:ext uri="{FF2B5EF4-FFF2-40B4-BE49-F238E27FC236}">
                  <a16:creationId xmlns:a16="http://schemas.microsoft.com/office/drawing/2014/main" id="{A52F30DA-9B25-AD6C-805B-8C4EFE05E02E}"/>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6" name="Oval 99">
              <a:extLst>
                <a:ext uri="{FF2B5EF4-FFF2-40B4-BE49-F238E27FC236}">
                  <a16:creationId xmlns:a16="http://schemas.microsoft.com/office/drawing/2014/main" id="{C1E8753B-E8D3-072D-F112-95447ADE7413}"/>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7" name="Oval 100">
              <a:extLst>
                <a:ext uri="{FF2B5EF4-FFF2-40B4-BE49-F238E27FC236}">
                  <a16:creationId xmlns:a16="http://schemas.microsoft.com/office/drawing/2014/main" id="{2920CAC8-70AC-1D31-E46B-F9BAD1B05B9C}"/>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8" name="Oval 101">
              <a:extLst>
                <a:ext uri="{FF2B5EF4-FFF2-40B4-BE49-F238E27FC236}">
                  <a16:creationId xmlns:a16="http://schemas.microsoft.com/office/drawing/2014/main" id="{1664ABF2-56CA-4953-F019-AE82B3C2BE2A}"/>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9" name="Oval 102">
              <a:extLst>
                <a:ext uri="{FF2B5EF4-FFF2-40B4-BE49-F238E27FC236}">
                  <a16:creationId xmlns:a16="http://schemas.microsoft.com/office/drawing/2014/main" id="{2E9643E4-D7D9-87FE-71BC-136FFFA9CD20}"/>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0" name="Oval 103">
              <a:extLst>
                <a:ext uri="{FF2B5EF4-FFF2-40B4-BE49-F238E27FC236}">
                  <a16:creationId xmlns:a16="http://schemas.microsoft.com/office/drawing/2014/main" id="{D72D1AC8-3482-2D10-2371-50203E0238F6}"/>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1" name="Freeform 104">
              <a:extLst>
                <a:ext uri="{FF2B5EF4-FFF2-40B4-BE49-F238E27FC236}">
                  <a16:creationId xmlns:a16="http://schemas.microsoft.com/office/drawing/2014/main" id="{F213A1F4-9969-08C6-3332-606867C25010}"/>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Freeform 105">
              <a:extLst>
                <a:ext uri="{FF2B5EF4-FFF2-40B4-BE49-F238E27FC236}">
                  <a16:creationId xmlns:a16="http://schemas.microsoft.com/office/drawing/2014/main" id="{E9B2EC60-4C8B-8B03-ABC0-21B7C964A479}"/>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Freeform 106">
              <a:extLst>
                <a:ext uri="{FF2B5EF4-FFF2-40B4-BE49-F238E27FC236}">
                  <a16:creationId xmlns:a16="http://schemas.microsoft.com/office/drawing/2014/main" id="{03DF76A7-C53A-43D2-1F1C-0C67A2F7CF5B}"/>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24" name="Text Box 107">
            <a:extLst>
              <a:ext uri="{FF2B5EF4-FFF2-40B4-BE49-F238E27FC236}">
                <a16:creationId xmlns:a16="http://schemas.microsoft.com/office/drawing/2014/main" id="{E83706BA-C2EB-3105-2BBA-1381CA1CC600}"/>
              </a:ext>
            </a:extLst>
          </p:cNvPr>
          <p:cNvSpPr txBox="1">
            <a:spLocks noChangeArrowheads="1"/>
          </p:cNvSpPr>
          <p:nvPr/>
        </p:nvSpPr>
        <p:spPr bwMode="auto">
          <a:xfrm>
            <a:off x="7527530" y="221257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sp>
        <p:nvSpPr>
          <p:cNvPr id="125" name="Text Box 108">
            <a:extLst>
              <a:ext uri="{FF2B5EF4-FFF2-40B4-BE49-F238E27FC236}">
                <a16:creationId xmlns:a16="http://schemas.microsoft.com/office/drawing/2014/main" id="{AC48CEF2-58E0-3927-BF67-F5325338B135}"/>
              </a:ext>
            </a:extLst>
          </p:cNvPr>
          <p:cNvSpPr txBox="1">
            <a:spLocks noChangeArrowheads="1"/>
          </p:cNvSpPr>
          <p:nvPr/>
        </p:nvSpPr>
        <p:spPr bwMode="auto">
          <a:xfrm>
            <a:off x="5912258" y="205107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7</a:t>
            </a:r>
          </a:p>
        </p:txBody>
      </p:sp>
      <p:sp>
        <p:nvSpPr>
          <p:cNvPr id="126" name="Text Box 109">
            <a:extLst>
              <a:ext uri="{FF2B5EF4-FFF2-40B4-BE49-F238E27FC236}">
                <a16:creationId xmlns:a16="http://schemas.microsoft.com/office/drawing/2014/main" id="{A407BD38-65E7-4123-BCFC-989EBD347F10}"/>
              </a:ext>
            </a:extLst>
          </p:cNvPr>
          <p:cNvSpPr txBox="1">
            <a:spLocks noChangeArrowheads="1"/>
          </p:cNvSpPr>
          <p:nvPr/>
        </p:nvSpPr>
        <p:spPr bwMode="auto">
          <a:xfrm>
            <a:off x="5100183" y="183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6</a:t>
            </a:r>
          </a:p>
        </p:txBody>
      </p:sp>
      <p:sp>
        <p:nvSpPr>
          <p:cNvPr id="127" name="Text Box 110">
            <a:extLst>
              <a:ext uri="{FF2B5EF4-FFF2-40B4-BE49-F238E27FC236}">
                <a16:creationId xmlns:a16="http://schemas.microsoft.com/office/drawing/2014/main" id="{5296A828-2036-B7A8-829F-688FE92989A7}"/>
              </a:ext>
            </a:extLst>
          </p:cNvPr>
          <p:cNvSpPr txBox="1">
            <a:spLocks noChangeArrowheads="1"/>
          </p:cNvSpPr>
          <p:nvPr/>
        </p:nvSpPr>
        <p:spPr bwMode="auto">
          <a:xfrm>
            <a:off x="4643151" y="216804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5</a:t>
            </a:r>
          </a:p>
        </p:txBody>
      </p:sp>
      <p:sp>
        <p:nvSpPr>
          <p:cNvPr id="128" name="Text Box 111">
            <a:extLst>
              <a:ext uri="{FF2B5EF4-FFF2-40B4-BE49-F238E27FC236}">
                <a16:creationId xmlns:a16="http://schemas.microsoft.com/office/drawing/2014/main" id="{3C4D186D-532B-BB90-54CD-B9DBE9DC6A34}"/>
              </a:ext>
            </a:extLst>
          </p:cNvPr>
          <p:cNvSpPr txBox="1">
            <a:spLocks noChangeArrowheads="1"/>
          </p:cNvSpPr>
          <p:nvPr/>
        </p:nvSpPr>
        <p:spPr bwMode="auto">
          <a:xfrm>
            <a:off x="4418472" y="259695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4</a:t>
            </a:r>
          </a:p>
        </p:txBody>
      </p:sp>
      <p:sp>
        <p:nvSpPr>
          <p:cNvPr id="129" name="Text Box 112">
            <a:extLst>
              <a:ext uri="{FF2B5EF4-FFF2-40B4-BE49-F238E27FC236}">
                <a16:creationId xmlns:a16="http://schemas.microsoft.com/office/drawing/2014/main" id="{EF991F11-BC77-40E4-EF33-303691C2A0DE}"/>
              </a:ext>
            </a:extLst>
          </p:cNvPr>
          <p:cNvSpPr txBox="1">
            <a:spLocks noChangeArrowheads="1"/>
          </p:cNvSpPr>
          <p:nvPr/>
        </p:nvSpPr>
        <p:spPr bwMode="auto">
          <a:xfrm>
            <a:off x="3421861" y="193367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3</a:t>
            </a:r>
          </a:p>
        </p:txBody>
      </p:sp>
      <p:sp>
        <p:nvSpPr>
          <p:cNvPr id="130" name="Text Box 113">
            <a:extLst>
              <a:ext uri="{FF2B5EF4-FFF2-40B4-BE49-F238E27FC236}">
                <a16:creationId xmlns:a16="http://schemas.microsoft.com/office/drawing/2014/main" id="{93E3020E-3425-8D3A-1BBF-0565D044EC79}"/>
              </a:ext>
            </a:extLst>
          </p:cNvPr>
          <p:cNvSpPr txBox="1">
            <a:spLocks noChangeArrowheads="1"/>
          </p:cNvSpPr>
          <p:nvPr/>
        </p:nvSpPr>
        <p:spPr bwMode="auto">
          <a:xfrm>
            <a:off x="1525179" y="264851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31" name="Text Box 114">
            <a:extLst>
              <a:ext uri="{FF2B5EF4-FFF2-40B4-BE49-F238E27FC236}">
                <a16:creationId xmlns:a16="http://schemas.microsoft.com/office/drawing/2014/main" id="{FF67B8A1-9B70-DEEE-A566-2A50AB120059}"/>
              </a:ext>
            </a:extLst>
          </p:cNvPr>
          <p:cNvSpPr txBox="1">
            <a:spLocks noChangeArrowheads="1"/>
          </p:cNvSpPr>
          <p:nvPr/>
        </p:nvSpPr>
        <p:spPr bwMode="auto">
          <a:xfrm>
            <a:off x="2107895" y="176374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grpSp>
        <p:nvGrpSpPr>
          <p:cNvPr id="183" name="组合 182">
            <a:extLst>
              <a:ext uri="{FF2B5EF4-FFF2-40B4-BE49-F238E27FC236}">
                <a16:creationId xmlns:a16="http://schemas.microsoft.com/office/drawing/2014/main" id="{73CDA650-90A4-18BF-AB70-CEF76F750F7B}"/>
              </a:ext>
            </a:extLst>
          </p:cNvPr>
          <p:cNvGrpSpPr/>
          <p:nvPr/>
        </p:nvGrpSpPr>
        <p:grpSpPr>
          <a:xfrm>
            <a:off x="3598326" y="3003594"/>
            <a:ext cx="2497171" cy="1046059"/>
            <a:chOff x="3598326" y="3003883"/>
            <a:chExt cx="2497171" cy="1046059"/>
          </a:xfrm>
        </p:grpSpPr>
        <p:sp>
          <p:nvSpPr>
            <p:cNvPr id="138" name="Oval 121">
              <a:extLst>
                <a:ext uri="{FF2B5EF4-FFF2-40B4-BE49-F238E27FC236}">
                  <a16:creationId xmlns:a16="http://schemas.microsoft.com/office/drawing/2014/main" id="{AD860EC1-BA7E-458B-C026-3172C740177C}"/>
                </a:ext>
              </a:extLst>
            </p:cNvPr>
            <p:cNvSpPr>
              <a:spLocks noChangeArrowheads="1"/>
            </p:cNvSpPr>
            <p:nvPr/>
          </p:nvSpPr>
          <p:spPr bwMode="auto">
            <a:xfrm>
              <a:off x="3598326" y="3003883"/>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39" name="Text Box 122">
              <a:extLst>
                <a:ext uri="{FF2B5EF4-FFF2-40B4-BE49-F238E27FC236}">
                  <a16:creationId xmlns:a16="http://schemas.microsoft.com/office/drawing/2014/main" id="{74B273FA-BF48-4532-EAEA-B421EBBCC9C9}"/>
                </a:ext>
              </a:extLst>
            </p:cNvPr>
            <p:cNvSpPr txBox="1">
              <a:spLocks noChangeArrowheads="1"/>
            </p:cNvSpPr>
            <p:nvPr/>
          </p:nvSpPr>
          <p:spPr bwMode="auto">
            <a:xfrm>
              <a:off x="4305485" y="374216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grpSp>
      <p:sp>
        <p:nvSpPr>
          <p:cNvPr id="140" name="Line 123">
            <a:extLst>
              <a:ext uri="{FF2B5EF4-FFF2-40B4-BE49-F238E27FC236}">
                <a16:creationId xmlns:a16="http://schemas.microsoft.com/office/drawing/2014/main" id="{F00B3812-9B4E-68E5-36CD-7323431A966B}"/>
              </a:ext>
            </a:extLst>
          </p:cNvPr>
          <p:cNvSpPr>
            <a:spLocks noChangeShapeType="1"/>
          </p:cNvSpPr>
          <p:nvPr/>
        </p:nvSpPr>
        <p:spPr bwMode="auto">
          <a:xfrm>
            <a:off x="4817078" y="2940312"/>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1" name="Line 124">
            <a:extLst>
              <a:ext uri="{FF2B5EF4-FFF2-40B4-BE49-F238E27FC236}">
                <a16:creationId xmlns:a16="http://schemas.microsoft.com/office/drawing/2014/main" id="{DE42A916-06D1-38D6-FA09-6FFAF894129E}"/>
              </a:ext>
            </a:extLst>
          </p:cNvPr>
          <p:cNvSpPr>
            <a:spLocks noChangeShapeType="1"/>
          </p:cNvSpPr>
          <p:nvPr/>
        </p:nvSpPr>
        <p:spPr bwMode="auto">
          <a:xfrm flipV="1">
            <a:off x="4938953" y="3387969"/>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42" name="Group 125">
            <a:extLst>
              <a:ext uri="{FF2B5EF4-FFF2-40B4-BE49-F238E27FC236}">
                <a16:creationId xmlns:a16="http://schemas.microsoft.com/office/drawing/2014/main" id="{62190E8A-2FE8-ADF2-B16E-7A0DF8F8377D}"/>
              </a:ext>
            </a:extLst>
          </p:cNvPr>
          <p:cNvGrpSpPr>
            <a:grpSpLocks/>
          </p:cNvGrpSpPr>
          <p:nvPr/>
        </p:nvGrpSpPr>
        <p:grpSpPr bwMode="auto">
          <a:xfrm>
            <a:off x="5365516" y="3131328"/>
            <a:ext cx="547168" cy="448828"/>
            <a:chOff x="2949" y="196"/>
            <a:chExt cx="941" cy="598"/>
          </a:xfrm>
          <a:solidFill>
            <a:srgbClr val="00FFFF"/>
          </a:solidFill>
        </p:grpSpPr>
        <p:sp>
          <p:nvSpPr>
            <p:cNvPr id="143" name="Oval 126">
              <a:extLst>
                <a:ext uri="{FF2B5EF4-FFF2-40B4-BE49-F238E27FC236}">
                  <a16:creationId xmlns:a16="http://schemas.microsoft.com/office/drawing/2014/main" id="{AB67BEE8-9A41-3E76-3082-5E42E6209461}"/>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27">
              <a:extLst>
                <a:ext uri="{FF2B5EF4-FFF2-40B4-BE49-F238E27FC236}">
                  <a16:creationId xmlns:a16="http://schemas.microsoft.com/office/drawing/2014/main" id="{D548E794-0E5C-3A36-863F-3839BA947F80}"/>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28">
              <a:extLst>
                <a:ext uri="{FF2B5EF4-FFF2-40B4-BE49-F238E27FC236}">
                  <a16:creationId xmlns:a16="http://schemas.microsoft.com/office/drawing/2014/main" id="{0B920ACC-54E3-CFF3-9BB0-E9902B03FC6B}"/>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Oval 129">
              <a:extLst>
                <a:ext uri="{FF2B5EF4-FFF2-40B4-BE49-F238E27FC236}">
                  <a16:creationId xmlns:a16="http://schemas.microsoft.com/office/drawing/2014/main" id="{A1867DB0-07D1-FADD-4EF2-C832344E2C67}"/>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7" name="Oval 130">
              <a:extLst>
                <a:ext uri="{FF2B5EF4-FFF2-40B4-BE49-F238E27FC236}">
                  <a16:creationId xmlns:a16="http://schemas.microsoft.com/office/drawing/2014/main" id="{0BA5F3DB-66B8-27BF-2788-B98238B7503D}"/>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8" name="Oval 131">
              <a:extLst>
                <a:ext uri="{FF2B5EF4-FFF2-40B4-BE49-F238E27FC236}">
                  <a16:creationId xmlns:a16="http://schemas.microsoft.com/office/drawing/2014/main" id="{43250B7C-C401-3D0B-CCC2-B0E91A49BC22}"/>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9" name="Oval 132">
              <a:extLst>
                <a:ext uri="{FF2B5EF4-FFF2-40B4-BE49-F238E27FC236}">
                  <a16:creationId xmlns:a16="http://schemas.microsoft.com/office/drawing/2014/main" id="{28D8BE73-A377-B015-3D58-393B1D95E61D}"/>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0" name="Oval 133">
              <a:extLst>
                <a:ext uri="{FF2B5EF4-FFF2-40B4-BE49-F238E27FC236}">
                  <a16:creationId xmlns:a16="http://schemas.microsoft.com/office/drawing/2014/main" id="{B8C2C384-64D7-61FB-7048-95E38F3679A3}"/>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1" name="Freeform 134">
              <a:extLst>
                <a:ext uri="{FF2B5EF4-FFF2-40B4-BE49-F238E27FC236}">
                  <a16:creationId xmlns:a16="http://schemas.microsoft.com/office/drawing/2014/main" id="{6B6BE12E-8220-770F-00F0-C3984BC9E8A7}"/>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2" name="Freeform 135">
              <a:extLst>
                <a:ext uri="{FF2B5EF4-FFF2-40B4-BE49-F238E27FC236}">
                  <a16:creationId xmlns:a16="http://schemas.microsoft.com/office/drawing/2014/main" id="{F8C77B46-0246-32AC-C0DF-E04299455EC5}"/>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3" name="Freeform 136">
              <a:extLst>
                <a:ext uri="{FF2B5EF4-FFF2-40B4-BE49-F238E27FC236}">
                  <a16:creationId xmlns:a16="http://schemas.microsoft.com/office/drawing/2014/main" id="{D70A60D4-BAF0-B7AE-2E07-7D40A9E76DAA}"/>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55" name="Line 138">
            <a:extLst>
              <a:ext uri="{FF2B5EF4-FFF2-40B4-BE49-F238E27FC236}">
                <a16:creationId xmlns:a16="http://schemas.microsoft.com/office/drawing/2014/main" id="{20219C38-E13A-92E3-ACF6-CB9E1C8E5096}"/>
              </a:ext>
            </a:extLst>
          </p:cNvPr>
          <p:cNvSpPr>
            <a:spLocks noChangeShapeType="1"/>
          </p:cNvSpPr>
          <p:nvPr/>
        </p:nvSpPr>
        <p:spPr bwMode="auto">
          <a:xfrm>
            <a:off x="4084557" y="3450079"/>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56" name="Group 139">
            <a:extLst>
              <a:ext uri="{FF2B5EF4-FFF2-40B4-BE49-F238E27FC236}">
                <a16:creationId xmlns:a16="http://schemas.microsoft.com/office/drawing/2014/main" id="{C70D2C6E-8106-79F1-C8F5-2D073A5597E9}"/>
              </a:ext>
            </a:extLst>
          </p:cNvPr>
          <p:cNvGrpSpPr>
            <a:grpSpLocks/>
          </p:cNvGrpSpPr>
          <p:nvPr/>
        </p:nvGrpSpPr>
        <p:grpSpPr bwMode="auto">
          <a:xfrm>
            <a:off x="3842076" y="3194610"/>
            <a:ext cx="548438" cy="448828"/>
            <a:chOff x="2949" y="196"/>
            <a:chExt cx="941" cy="598"/>
          </a:xfrm>
          <a:solidFill>
            <a:srgbClr val="00FFFF"/>
          </a:solidFill>
        </p:grpSpPr>
        <p:sp>
          <p:nvSpPr>
            <p:cNvPr id="157" name="Oval 140">
              <a:extLst>
                <a:ext uri="{FF2B5EF4-FFF2-40B4-BE49-F238E27FC236}">
                  <a16:creationId xmlns:a16="http://schemas.microsoft.com/office/drawing/2014/main" id="{DFE359C6-91AF-4C0D-4A36-B87A910C3611}"/>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Oval 141">
              <a:extLst>
                <a:ext uri="{FF2B5EF4-FFF2-40B4-BE49-F238E27FC236}">
                  <a16:creationId xmlns:a16="http://schemas.microsoft.com/office/drawing/2014/main" id="{5BB1D7E8-D6C7-F608-0E28-C0BADE2DCF8F}"/>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Oval 142">
              <a:extLst>
                <a:ext uri="{FF2B5EF4-FFF2-40B4-BE49-F238E27FC236}">
                  <a16:creationId xmlns:a16="http://schemas.microsoft.com/office/drawing/2014/main" id="{96723351-D627-E08C-6F91-5EED88205F18}"/>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Oval 143">
              <a:extLst>
                <a:ext uri="{FF2B5EF4-FFF2-40B4-BE49-F238E27FC236}">
                  <a16:creationId xmlns:a16="http://schemas.microsoft.com/office/drawing/2014/main" id="{5AD3377B-66BE-9754-22F2-5E867A1405D7}"/>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Oval 144">
              <a:extLst>
                <a:ext uri="{FF2B5EF4-FFF2-40B4-BE49-F238E27FC236}">
                  <a16:creationId xmlns:a16="http://schemas.microsoft.com/office/drawing/2014/main" id="{C8C927EB-29C3-3F6F-DB2B-1F9FC915697A}"/>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2" name="Oval 145">
              <a:extLst>
                <a:ext uri="{FF2B5EF4-FFF2-40B4-BE49-F238E27FC236}">
                  <a16:creationId xmlns:a16="http://schemas.microsoft.com/office/drawing/2014/main" id="{F71C9E40-22AE-66AA-467D-F07303968610}"/>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Oval 146">
              <a:extLst>
                <a:ext uri="{FF2B5EF4-FFF2-40B4-BE49-F238E27FC236}">
                  <a16:creationId xmlns:a16="http://schemas.microsoft.com/office/drawing/2014/main" id="{3B0A2D47-5CDD-0340-868E-84FC82179A9A}"/>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Oval 147">
              <a:extLst>
                <a:ext uri="{FF2B5EF4-FFF2-40B4-BE49-F238E27FC236}">
                  <a16:creationId xmlns:a16="http://schemas.microsoft.com/office/drawing/2014/main" id="{480117E5-84EF-42A7-1372-2DD7A1302F38}"/>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5" name="Freeform 148">
              <a:extLst>
                <a:ext uri="{FF2B5EF4-FFF2-40B4-BE49-F238E27FC236}">
                  <a16:creationId xmlns:a16="http://schemas.microsoft.com/office/drawing/2014/main" id="{9CDCD11C-CF25-912D-39B9-86B4AE7E2659}"/>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6" name="Freeform 149">
              <a:extLst>
                <a:ext uri="{FF2B5EF4-FFF2-40B4-BE49-F238E27FC236}">
                  <a16:creationId xmlns:a16="http://schemas.microsoft.com/office/drawing/2014/main" id="{8F212D01-695C-2527-C140-CDEF59BBACC7}"/>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7" name="Freeform 150">
              <a:extLst>
                <a:ext uri="{FF2B5EF4-FFF2-40B4-BE49-F238E27FC236}">
                  <a16:creationId xmlns:a16="http://schemas.microsoft.com/office/drawing/2014/main" id="{1E389FD8-71F8-FCDE-850A-3BD933838C9D}"/>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69" name="Picture 152">
            <a:extLst>
              <a:ext uri="{FF2B5EF4-FFF2-40B4-BE49-F238E27FC236}">
                <a16:creationId xmlns:a16="http://schemas.microsoft.com/office/drawing/2014/main" id="{EDB32853-5AC6-D188-A9C0-AA9027D9EC6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3414922"/>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0" name="Text Box 153">
            <a:extLst>
              <a:ext uri="{FF2B5EF4-FFF2-40B4-BE49-F238E27FC236}">
                <a16:creationId xmlns:a16="http://schemas.microsoft.com/office/drawing/2014/main" id="{F9C7ABB9-A1C2-2E2F-6B5F-653FD1C00387}"/>
              </a:ext>
            </a:extLst>
          </p:cNvPr>
          <p:cNvSpPr txBox="1">
            <a:spLocks noChangeArrowheads="1"/>
          </p:cNvSpPr>
          <p:nvPr/>
        </p:nvSpPr>
        <p:spPr bwMode="auto">
          <a:xfrm>
            <a:off x="4459070" y="318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71" name="Picture 154">
            <a:extLst>
              <a:ext uri="{FF2B5EF4-FFF2-40B4-BE49-F238E27FC236}">
                <a16:creationId xmlns:a16="http://schemas.microsoft.com/office/drawing/2014/main" id="{EB796532-4F40-1F66-8C8D-37C077560634}"/>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3151" y="2841875"/>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3" name="Text Box 115">
            <a:extLst>
              <a:ext uri="{FF2B5EF4-FFF2-40B4-BE49-F238E27FC236}">
                <a16:creationId xmlns:a16="http://schemas.microsoft.com/office/drawing/2014/main" id="{14008776-0E7F-0086-694F-77E892D44B69}"/>
              </a:ext>
            </a:extLst>
          </p:cNvPr>
          <p:cNvSpPr txBox="1">
            <a:spLocks noChangeArrowheads="1"/>
          </p:cNvSpPr>
          <p:nvPr/>
        </p:nvSpPr>
        <p:spPr bwMode="auto">
          <a:xfrm>
            <a:off x="6861812" y="306805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74" name="Text Box 116">
            <a:extLst>
              <a:ext uri="{FF2B5EF4-FFF2-40B4-BE49-F238E27FC236}">
                <a16:creationId xmlns:a16="http://schemas.microsoft.com/office/drawing/2014/main" id="{E7FCD715-A82A-D5D2-3632-9D1C866B8379}"/>
              </a:ext>
            </a:extLst>
          </p:cNvPr>
          <p:cNvSpPr txBox="1">
            <a:spLocks noChangeArrowheads="1"/>
          </p:cNvSpPr>
          <p:nvPr/>
        </p:nvSpPr>
        <p:spPr bwMode="auto">
          <a:xfrm>
            <a:off x="6915228" y="190438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75" name="Text Box 117">
            <a:extLst>
              <a:ext uri="{FF2B5EF4-FFF2-40B4-BE49-F238E27FC236}">
                <a16:creationId xmlns:a16="http://schemas.microsoft.com/office/drawing/2014/main" id="{ED06257F-C8B6-2B90-F7D8-DFC7322CFC7A}"/>
              </a:ext>
            </a:extLst>
          </p:cNvPr>
          <p:cNvSpPr txBox="1">
            <a:spLocks noChangeArrowheads="1"/>
          </p:cNvSpPr>
          <p:nvPr/>
        </p:nvSpPr>
        <p:spPr bwMode="auto">
          <a:xfrm>
            <a:off x="2237984" y="307742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76" name="Text Box 118">
            <a:extLst>
              <a:ext uri="{FF2B5EF4-FFF2-40B4-BE49-F238E27FC236}">
                <a16:creationId xmlns:a16="http://schemas.microsoft.com/office/drawing/2014/main" id="{A29D850D-9B75-4598-ECB0-44E666F9E79C}"/>
              </a:ext>
            </a:extLst>
          </p:cNvPr>
          <p:cNvSpPr txBox="1">
            <a:spLocks noChangeArrowheads="1"/>
          </p:cNvSpPr>
          <p:nvPr/>
        </p:nvSpPr>
        <p:spPr bwMode="auto">
          <a:xfrm>
            <a:off x="2789151" y="255476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77" name="Text Box 119">
            <a:extLst>
              <a:ext uri="{FF2B5EF4-FFF2-40B4-BE49-F238E27FC236}">
                <a16:creationId xmlns:a16="http://schemas.microsoft.com/office/drawing/2014/main" id="{E73FE7CB-D9A8-EEBF-9E46-CF6EB5551CE7}"/>
              </a:ext>
            </a:extLst>
          </p:cNvPr>
          <p:cNvSpPr txBox="1">
            <a:spLocks noChangeArrowheads="1"/>
          </p:cNvSpPr>
          <p:nvPr/>
        </p:nvSpPr>
        <p:spPr bwMode="auto">
          <a:xfrm>
            <a:off x="1505747" y="22008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78" name="Text Box 120">
            <a:extLst>
              <a:ext uri="{FF2B5EF4-FFF2-40B4-BE49-F238E27FC236}">
                <a16:creationId xmlns:a16="http://schemas.microsoft.com/office/drawing/2014/main" id="{333BDFB9-D676-CB0F-B4D8-279320029C71}"/>
              </a:ext>
            </a:extLst>
          </p:cNvPr>
          <p:cNvSpPr txBox="1">
            <a:spLocks noChangeArrowheads="1"/>
          </p:cNvSpPr>
          <p:nvPr/>
        </p:nvSpPr>
        <p:spPr bwMode="auto">
          <a:xfrm>
            <a:off x="6550398" y="25219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79" name="Text Box 137">
            <a:extLst>
              <a:ext uri="{FF2B5EF4-FFF2-40B4-BE49-F238E27FC236}">
                <a16:creationId xmlns:a16="http://schemas.microsoft.com/office/drawing/2014/main" id="{EC9AB933-490B-7E7B-515A-B5E422B4B21B}"/>
              </a:ext>
            </a:extLst>
          </p:cNvPr>
          <p:cNvSpPr txBox="1">
            <a:spLocks noChangeArrowheads="1"/>
          </p:cNvSpPr>
          <p:nvPr/>
        </p:nvSpPr>
        <p:spPr bwMode="auto">
          <a:xfrm>
            <a:off x="5407913" y="3218065"/>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80" name="Text Box 151">
            <a:extLst>
              <a:ext uri="{FF2B5EF4-FFF2-40B4-BE49-F238E27FC236}">
                <a16:creationId xmlns:a16="http://schemas.microsoft.com/office/drawing/2014/main" id="{ECDA1C88-E192-E9B8-0677-594855BE3710}"/>
              </a:ext>
            </a:extLst>
          </p:cNvPr>
          <p:cNvSpPr txBox="1">
            <a:spLocks noChangeArrowheads="1"/>
          </p:cNvSpPr>
          <p:nvPr/>
        </p:nvSpPr>
        <p:spPr bwMode="auto">
          <a:xfrm>
            <a:off x="3872858" y="327781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sp>
        <p:nvSpPr>
          <p:cNvPr id="5" name="矩形 4">
            <a:extLst>
              <a:ext uri="{FF2B5EF4-FFF2-40B4-BE49-F238E27FC236}">
                <a16:creationId xmlns:a16="http://schemas.microsoft.com/office/drawing/2014/main" id="{60B2B89C-566F-11BD-2BDE-AD35AEC4925E}"/>
              </a:ext>
            </a:extLst>
          </p:cNvPr>
          <p:cNvSpPr/>
          <p:nvPr/>
        </p:nvSpPr>
        <p:spPr>
          <a:xfrm>
            <a:off x="1037109" y="4331760"/>
            <a:ext cx="7174018" cy="374461"/>
          </a:xfrm>
          <a:prstGeom prst="rect">
            <a:avLst/>
          </a:prstGeom>
        </p:spPr>
        <p:txBody>
          <a:bodyPr wrap="square">
            <a:spAutoFit/>
          </a:bodyPr>
          <a:lstStyle/>
          <a:p>
            <a:pPr>
              <a:lnSpc>
                <a:spcPts val="2200"/>
              </a:lnSpc>
              <a:buClr>
                <a:srgbClr val="0070C0"/>
              </a:buClr>
            </a:pPr>
            <a:r>
              <a:rPr lang="zh-CN" altLang="en-US" sz="1600" b="1" dirty="0">
                <a:latin typeface="微软雅黑" pitchFamily="34" charset="-122"/>
                <a:ea typeface="微软雅黑" pitchFamily="34" charset="-122"/>
              </a:rPr>
              <a:t>主干区域 </a:t>
            </a:r>
            <a:r>
              <a:rPr lang="en-US" altLang="zh-CN" sz="1600" b="1" dirty="0">
                <a:latin typeface="微软雅黑" pitchFamily="34" charset="-122"/>
                <a:ea typeface="微软雅黑" pitchFamily="34" charset="-122"/>
              </a:rPr>
              <a:t>(backbone area) </a:t>
            </a:r>
            <a:r>
              <a:rPr lang="zh-CN" altLang="en-US" sz="1600" b="1" dirty="0">
                <a:solidFill>
                  <a:srgbClr val="C00000"/>
                </a:solidFill>
                <a:latin typeface="微软雅黑" pitchFamily="34" charset="-122"/>
                <a:ea typeface="微软雅黑" pitchFamily="34" charset="-122"/>
              </a:rPr>
              <a:t>标识符</a:t>
            </a:r>
            <a:r>
              <a:rPr lang="en-US" altLang="zh-CN" sz="1600" b="1" dirty="0">
                <a:latin typeface="微软雅黑" pitchFamily="34" charset="-122"/>
                <a:ea typeface="微软雅黑" pitchFamily="34" charset="-122"/>
              </a:rPr>
              <a:t>=</a:t>
            </a:r>
            <a:r>
              <a:rPr lang="zh-CN" altLang="en-US" sz="1600" b="1" dirty="0">
                <a:latin typeface="微软雅黑" pitchFamily="34" charset="-122"/>
                <a:ea typeface="微软雅黑" pitchFamily="34" charset="-122"/>
              </a:rPr>
              <a:t> </a:t>
            </a:r>
            <a:r>
              <a:rPr lang="en-US" altLang="zh-CN" sz="1600" b="1" dirty="0">
                <a:latin typeface="微软雅黑" pitchFamily="34" charset="-122"/>
                <a:ea typeface="微软雅黑" pitchFamily="34" charset="-122"/>
              </a:rPr>
              <a:t>0.0.0.0</a:t>
            </a:r>
            <a:r>
              <a:rPr lang="zh-CN" altLang="en-US" sz="1600" b="1" dirty="0">
                <a:latin typeface="微软雅黑" pitchFamily="34" charset="-122"/>
                <a:ea typeface="微软雅黑" pitchFamily="34" charset="-122"/>
              </a:rPr>
              <a:t>，</a:t>
            </a:r>
            <a:r>
              <a:rPr lang="zh-CN" altLang="en-US" sz="1600" b="1" dirty="0">
                <a:solidFill>
                  <a:srgbClr val="C00000"/>
                </a:solidFill>
                <a:latin typeface="微软雅黑" pitchFamily="34" charset="-122"/>
                <a:ea typeface="微软雅黑" pitchFamily="34" charset="-122"/>
              </a:rPr>
              <a:t>作用</a:t>
            </a:r>
            <a:r>
              <a:rPr lang="en-US" altLang="zh-CN" sz="1600" b="1" dirty="0">
                <a:latin typeface="微软雅黑" pitchFamily="34" charset="-122"/>
                <a:ea typeface="微软雅黑" pitchFamily="34" charset="-122"/>
              </a:rPr>
              <a:t>=</a:t>
            </a:r>
            <a:r>
              <a:rPr lang="zh-CN" altLang="en-US" sz="1600" b="1" dirty="0">
                <a:latin typeface="微软雅黑" pitchFamily="34" charset="-122"/>
                <a:ea typeface="微软雅黑" pitchFamily="34" charset="-122"/>
              </a:rPr>
              <a:t>用来连通其他下层区域。 </a:t>
            </a:r>
          </a:p>
        </p:txBody>
      </p:sp>
      <p:sp>
        <p:nvSpPr>
          <p:cNvPr id="6" name="AutoShape 5">
            <a:extLst>
              <a:ext uri="{FF2B5EF4-FFF2-40B4-BE49-F238E27FC236}">
                <a16:creationId xmlns:a16="http://schemas.microsoft.com/office/drawing/2014/main" id="{015CD767-56E0-145A-A6AA-3E43EC32C07A}"/>
              </a:ext>
            </a:extLst>
          </p:cNvPr>
          <p:cNvSpPr>
            <a:spLocks noChangeArrowheads="1"/>
          </p:cNvSpPr>
          <p:nvPr/>
        </p:nvSpPr>
        <p:spPr bwMode="auto">
          <a:xfrm>
            <a:off x="545144" y="62179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a:extLst>
              <a:ext uri="{FF2B5EF4-FFF2-40B4-BE49-F238E27FC236}">
                <a16:creationId xmlns:a16="http://schemas.microsoft.com/office/drawing/2014/main" id="{40F1FE37-BB96-F09B-FC6E-74FFF1370C3D}"/>
              </a:ext>
            </a:extLst>
          </p:cNvPr>
          <p:cNvSpPr>
            <a:spLocks noChangeArrowheads="1"/>
          </p:cNvSpPr>
          <p:nvPr/>
        </p:nvSpPr>
        <p:spPr bwMode="auto">
          <a:xfrm>
            <a:off x="1941968" y="58858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OSPF</a:t>
            </a:r>
            <a:r>
              <a:rPr lang="zh-CN" altLang="en-US" sz="2000" b="1" dirty="0">
                <a:solidFill>
                  <a:schemeClr val="bg1"/>
                </a:solidFill>
                <a:latin typeface="微软雅黑" pitchFamily="34" charset="-122"/>
                <a:ea typeface="微软雅黑" pitchFamily="34" charset="-122"/>
              </a:rPr>
              <a:t>的层次结构</a:t>
            </a:r>
          </a:p>
        </p:txBody>
      </p:sp>
      <p:sp>
        <p:nvSpPr>
          <p:cNvPr id="8" name="对话气泡: 矩形 7">
            <a:extLst>
              <a:ext uri="{FF2B5EF4-FFF2-40B4-BE49-F238E27FC236}">
                <a16:creationId xmlns:a16="http://schemas.microsoft.com/office/drawing/2014/main" id="{E7442171-5C19-1E57-1CCB-A8F8D9D1406C}"/>
              </a:ext>
            </a:extLst>
          </p:cNvPr>
          <p:cNvSpPr/>
          <p:nvPr/>
        </p:nvSpPr>
        <p:spPr>
          <a:xfrm>
            <a:off x="2623325" y="1261150"/>
            <a:ext cx="1048487" cy="518273"/>
          </a:xfrm>
          <a:prstGeom prst="wedgeRectCallout">
            <a:avLst>
              <a:gd name="adj1" fmla="val 37308"/>
              <a:gd name="adj2" fmla="val 85822"/>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600" dirty="0">
                <a:latin typeface="微软雅黑" panose="020B0503020204020204" pitchFamily="34" charset="-122"/>
                <a:ea typeface="微软雅黑" panose="020B0503020204020204" pitchFamily="34" charset="-122"/>
              </a:rPr>
              <a:t>区域边界路由器</a:t>
            </a:r>
          </a:p>
        </p:txBody>
      </p:sp>
    </p:spTree>
    <p:extLst>
      <p:ext uri="{BB962C8B-B14F-4D97-AF65-F5344CB8AC3E}">
        <p14:creationId xmlns:p14="http://schemas.microsoft.com/office/powerpoint/2010/main" val="1586512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2000" fill="hold" nodeType="withEffect">
                                  <p:stCondLst>
                                    <p:cond delay="0"/>
                                  </p:stCondLst>
                                  <p:childTnLst>
                                    <p:anim calcmode="discrete" valueType="str">
                                      <p:cBhvr>
                                        <p:cTn id="6" dur="1000" fill="hold"/>
                                        <p:tgtEl>
                                          <p:spTgt spid="181"/>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anim calcmode="lin" valueType="num">
                                      <p:cBhvr>
                                        <p:cTn id="12" dur="1000" fill="hold"/>
                                        <p:tgtEl>
                                          <p:spTgt spid="5"/>
                                        </p:tgtEl>
                                        <p:attrNameLst>
                                          <p:attrName>ppt_x</p:attrName>
                                        </p:attrNameLst>
                                      </p:cBhvr>
                                      <p:tavLst>
                                        <p:tav tm="0">
                                          <p:val>
                                            <p:strVal val="#ppt_x"/>
                                          </p:val>
                                        </p:tav>
                                        <p:tav tm="100000">
                                          <p:val>
                                            <p:strVal val="#ppt_x"/>
                                          </p:val>
                                        </p:tav>
                                      </p:tavLst>
                                    </p:anim>
                                    <p:anim calcmode="lin" valueType="num">
                                      <p:cBhvr>
                                        <p:cTn id="1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p:cTn id="18" dur="500" fill="hold"/>
                                        <p:tgtEl>
                                          <p:spTgt spid="8"/>
                                        </p:tgtEl>
                                        <p:attrNameLst>
                                          <p:attrName>ppt_w</p:attrName>
                                        </p:attrNameLst>
                                      </p:cBhvr>
                                      <p:tavLst>
                                        <p:tav tm="0">
                                          <p:val>
                                            <p:fltVal val="0"/>
                                          </p:val>
                                        </p:tav>
                                        <p:tav tm="100000">
                                          <p:val>
                                            <p:strVal val="#ppt_w"/>
                                          </p:val>
                                        </p:tav>
                                      </p:tavLst>
                                    </p:anim>
                                    <p:anim calcmode="lin" valueType="num">
                                      <p:cBhvr>
                                        <p:cTn id="19" dur="500" fill="hold"/>
                                        <p:tgtEl>
                                          <p:spTgt spid="8"/>
                                        </p:tgtEl>
                                        <p:attrNameLst>
                                          <p:attrName>ppt_h</p:attrName>
                                        </p:attrNameLst>
                                      </p:cBhvr>
                                      <p:tavLst>
                                        <p:tav tm="0">
                                          <p:val>
                                            <p:fltVal val="0"/>
                                          </p:val>
                                        </p:tav>
                                        <p:tav tm="100000">
                                          <p:val>
                                            <p:strVal val="#ppt_h"/>
                                          </p:val>
                                        </p:tav>
                                      </p:tavLst>
                                    </p:anim>
                                    <p:animEffect transition="in" filter="fade">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35" presetClass="emph" presetSubtype="0" repeatCount="2000" fill="hold" grpId="0" nodeType="clickEffect">
                                  <p:stCondLst>
                                    <p:cond delay="0"/>
                                  </p:stCondLst>
                                  <p:childTnLst>
                                    <p:anim calcmode="discrete" valueType="str">
                                      <p:cBhvr>
                                        <p:cTn id="24" dur="1000" fill="hold"/>
                                        <p:tgtEl>
                                          <p:spTgt spid="129"/>
                                        </p:tgtEl>
                                        <p:attrNameLst>
                                          <p:attrName>style.visibility</p:attrName>
                                        </p:attrNameLst>
                                      </p:cBhvr>
                                      <p:tavLst>
                                        <p:tav tm="0">
                                          <p:val>
                                            <p:strVal val="hidden"/>
                                          </p:val>
                                        </p:tav>
                                        <p:tav tm="50000">
                                          <p:val>
                                            <p:strVal val="visible"/>
                                          </p:val>
                                        </p:tav>
                                      </p:tavLst>
                                    </p:anim>
                                  </p:childTnLst>
                                </p:cTn>
                              </p:par>
                              <p:par>
                                <p:cTn id="25" presetID="35" presetClass="emph" presetSubtype="0" repeatCount="2000" fill="hold" grpId="0" nodeType="withEffect">
                                  <p:stCondLst>
                                    <p:cond delay="0"/>
                                  </p:stCondLst>
                                  <p:childTnLst>
                                    <p:anim calcmode="discrete" valueType="str">
                                      <p:cBhvr>
                                        <p:cTn id="26" dur="1000" fill="hold"/>
                                        <p:tgtEl>
                                          <p:spTgt spid="125"/>
                                        </p:tgtEl>
                                        <p:attrNameLst>
                                          <p:attrName>style.visibility</p:attrName>
                                        </p:attrNameLst>
                                      </p:cBhvr>
                                      <p:tavLst>
                                        <p:tav tm="0">
                                          <p:val>
                                            <p:strVal val="hidden"/>
                                          </p:val>
                                        </p:tav>
                                        <p:tav tm="50000">
                                          <p:val>
                                            <p:strVal val="visible"/>
                                          </p:val>
                                        </p:tav>
                                      </p:tavLst>
                                    </p:anim>
                                  </p:childTnLst>
                                </p:cTn>
                              </p:par>
                              <p:par>
                                <p:cTn id="27" presetID="35" presetClass="emph" presetSubtype="0" repeatCount="2000" fill="hold" grpId="0" nodeType="withEffect">
                                  <p:stCondLst>
                                    <p:cond delay="0"/>
                                  </p:stCondLst>
                                  <p:childTnLst>
                                    <p:anim calcmode="discrete" valueType="str">
                                      <p:cBhvr>
                                        <p:cTn id="28" dur="1000" fill="hold"/>
                                        <p:tgtEl>
                                          <p:spTgt spid="12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p:bldP spid="128" grpId="0"/>
      <p:bldP spid="129" grpId="0"/>
      <p:bldP spid="5" grpId="0"/>
      <p:bldP spid="8" grpId="0" animBg="1"/>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C5A757-AC80-CC95-B3A1-A516EE84F076}"/>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22B3D6B5-AB2F-CB83-B132-4CA6A516A68D}"/>
              </a:ext>
            </a:extLst>
          </p:cNvPr>
          <p:cNvSpPr/>
          <p:nvPr/>
        </p:nvSpPr>
        <p:spPr>
          <a:xfrm>
            <a:off x="545144" y="1019619"/>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 name="AutoShape 3">
            <a:extLst>
              <a:ext uri="{FF2B5EF4-FFF2-40B4-BE49-F238E27FC236}">
                <a16:creationId xmlns:a16="http://schemas.microsoft.com/office/drawing/2014/main" id="{D8E1F0C9-F627-5C94-A826-60C5AAADB77C}"/>
              </a:ext>
            </a:extLst>
          </p:cNvPr>
          <p:cNvSpPr>
            <a:spLocks noChangeArrowheads="1"/>
          </p:cNvSpPr>
          <p:nvPr/>
        </p:nvSpPr>
        <p:spPr bwMode="auto">
          <a:xfrm>
            <a:off x="1018636" y="1402811"/>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2" name="Text Box 4">
            <a:extLst>
              <a:ext uri="{FF2B5EF4-FFF2-40B4-BE49-F238E27FC236}">
                <a16:creationId xmlns:a16="http://schemas.microsoft.com/office/drawing/2014/main" id="{809B79F2-B587-DF86-65C6-D8C6860A36FF}"/>
              </a:ext>
            </a:extLst>
          </p:cNvPr>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grpSp>
        <p:nvGrpSpPr>
          <p:cNvPr id="182" name="组合 181">
            <a:extLst>
              <a:ext uri="{FF2B5EF4-FFF2-40B4-BE49-F238E27FC236}">
                <a16:creationId xmlns:a16="http://schemas.microsoft.com/office/drawing/2014/main" id="{984C7546-2CD7-A02E-9E8B-5145FCFDA1A8}"/>
              </a:ext>
            </a:extLst>
          </p:cNvPr>
          <p:cNvGrpSpPr/>
          <p:nvPr/>
        </p:nvGrpSpPr>
        <p:grpSpPr>
          <a:xfrm>
            <a:off x="1101155" y="1773123"/>
            <a:ext cx="2532718" cy="2064420"/>
            <a:chOff x="1101155" y="1773412"/>
            <a:chExt cx="2532718" cy="2064420"/>
          </a:xfrm>
        </p:grpSpPr>
        <p:sp>
          <p:nvSpPr>
            <p:cNvPr id="24" name="Oval 7">
              <a:extLst>
                <a:ext uri="{FF2B5EF4-FFF2-40B4-BE49-F238E27FC236}">
                  <a16:creationId xmlns:a16="http://schemas.microsoft.com/office/drawing/2014/main" id="{61A5B51C-8EF6-5AB3-6DC1-F1CAFA680AC4}"/>
                </a:ext>
              </a:extLst>
            </p:cNvPr>
            <p:cNvSpPr>
              <a:spLocks noChangeArrowheads="1"/>
            </p:cNvSpPr>
            <p:nvPr/>
          </p:nvSpPr>
          <p:spPr bwMode="auto">
            <a:xfrm>
              <a:off x="1101155" y="1773412"/>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6" name="Text Box 9">
              <a:extLst>
                <a:ext uri="{FF2B5EF4-FFF2-40B4-BE49-F238E27FC236}">
                  <a16:creationId xmlns:a16="http://schemas.microsoft.com/office/drawing/2014/main" id="{48E07A8C-2EBA-82DD-248B-955FEBACA781}"/>
                </a:ext>
              </a:extLst>
            </p:cNvPr>
            <p:cNvSpPr txBox="1">
              <a:spLocks noChangeArrowheads="1"/>
            </p:cNvSpPr>
            <p:nvPr/>
          </p:nvSpPr>
          <p:spPr bwMode="auto">
            <a:xfrm>
              <a:off x="1812343" y="353005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grpSp>
      <p:grpSp>
        <p:nvGrpSpPr>
          <p:cNvPr id="184" name="组合 183">
            <a:extLst>
              <a:ext uri="{FF2B5EF4-FFF2-40B4-BE49-F238E27FC236}">
                <a16:creationId xmlns:a16="http://schemas.microsoft.com/office/drawing/2014/main" id="{3F0D508C-0024-94B9-D6DE-CE05EA2CE241}"/>
              </a:ext>
            </a:extLst>
          </p:cNvPr>
          <p:cNvGrpSpPr/>
          <p:nvPr/>
        </p:nvGrpSpPr>
        <p:grpSpPr>
          <a:xfrm>
            <a:off x="6095497" y="1773123"/>
            <a:ext cx="1923343" cy="2117154"/>
            <a:chOff x="6095497" y="1773412"/>
            <a:chExt cx="1923343" cy="2117154"/>
          </a:xfrm>
        </p:grpSpPr>
        <p:sp>
          <p:nvSpPr>
            <p:cNvPr id="25" name="Oval 8">
              <a:extLst>
                <a:ext uri="{FF2B5EF4-FFF2-40B4-BE49-F238E27FC236}">
                  <a16:creationId xmlns:a16="http://schemas.microsoft.com/office/drawing/2014/main" id="{61F03D5B-4DF7-C800-97D0-D26B25841A97}"/>
                </a:ext>
              </a:extLst>
            </p:cNvPr>
            <p:cNvSpPr>
              <a:spLocks noChangeArrowheads="1"/>
            </p:cNvSpPr>
            <p:nvPr/>
          </p:nvSpPr>
          <p:spPr bwMode="auto">
            <a:xfrm>
              <a:off x="6095497" y="1773412"/>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7" name="Text Box 10">
              <a:extLst>
                <a:ext uri="{FF2B5EF4-FFF2-40B4-BE49-F238E27FC236}">
                  <a16:creationId xmlns:a16="http://schemas.microsoft.com/office/drawing/2014/main" id="{735D5B61-2377-F05B-327A-55866285F939}"/>
                </a:ext>
              </a:extLst>
            </p:cNvPr>
            <p:cNvSpPr txBox="1">
              <a:spLocks noChangeArrowheads="1"/>
            </p:cNvSpPr>
            <p:nvPr/>
          </p:nvSpPr>
          <p:spPr bwMode="auto">
            <a:xfrm>
              <a:off x="6496859" y="3582789"/>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grpSp>
      <p:grpSp>
        <p:nvGrpSpPr>
          <p:cNvPr id="181" name="组合 180">
            <a:extLst>
              <a:ext uri="{FF2B5EF4-FFF2-40B4-BE49-F238E27FC236}">
                <a16:creationId xmlns:a16="http://schemas.microsoft.com/office/drawing/2014/main" id="{0C99F5A5-DC19-26FB-1A92-C2F9E662B651}"/>
              </a:ext>
            </a:extLst>
          </p:cNvPr>
          <p:cNvGrpSpPr/>
          <p:nvPr/>
        </p:nvGrpSpPr>
        <p:grpSpPr>
          <a:xfrm>
            <a:off x="3720201" y="1518518"/>
            <a:ext cx="2314358" cy="1421794"/>
            <a:chOff x="3720201" y="1518807"/>
            <a:chExt cx="2314358" cy="1421794"/>
          </a:xfrm>
        </p:grpSpPr>
        <p:sp>
          <p:nvSpPr>
            <p:cNvPr id="23" name="Oval 6">
              <a:extLst>
                <a:ext uri="{FF2B5EF4-FFF2-40B4-BE49-F238E27FC236}">
                  <a16:creationId xmlns:a16="http://schemas.microsoft.com/office/drawing/2014/main" id="{D5D939A2-18E1-5E7D-E650-AC7AF530C296}"/>
                </a:ext>
              </a:extLst>
            </p:cNvPr>
            <p:cNvSpPr>
              <a:spLocks noChangeArrowheads="1"/>
            </p:cNvSpPr>
            <p:nvPr/>
          </p:nvSpPr>
          <p:spPr bwMode="auto">
            <a:xfrm>
              <a:off x="3720201" y="1824975"/>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8" name="Text Box 11">
              <a:extLst>
                <a:ext uri="{FF2B5EF4-FFF2-40B4-BE49-F238E27FC236}">
                  <a16:creationId xmlns:a16="http://schemas.microsoft.com/office/drawing/2014/main" id="{0E27FE74-9951-F766-5AB4-95634F91A37C}"/>
                </a:ext>
              </a:extLst>
            </p:cNvPr>
            <p:cNvSpPr txBox="1">
              <a:spLocks noChangeArrowheads="1"/>
            </p:cNvSpPr>
            <p:nvPr/>
          </p:nvSpPr>
          <p:spPr bwMode="auto">
            <a:xfrm>
              <a:off x="3722740" y="1518807"/>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grpSp>
      <p:sp>
        <p:nvSpPr>
          <p:cNvPr id="29" name="Line 12">
            <a:extLst>
              <a:ext uri="{FF2B5EF4-FFF2-40B4-BE49-F238E27FC236}">
                <a16:creationId xmlns:a16="http://schemas.microsoft.com/office/drawing/2014/main" id="{B1BB3D6C-EEAF-F9C9-339A-880521558DFF}"/>
              </a:ext>
            </a:extLst>
          </p:cNvPr>
          <p:cNvSpPr>
            <a:spLocks noChangeShapeType="1"/>
          </p:cNvSpPr>
          <p:nvPr/>
        </p:nvSpPr>
        <p:spPr bwMode="auto">
          <a:xfrm flipV="1">
            <a:off x="4878015" y="1317265"/>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Text Box 13">
            <a:extLst>
              <a:ext uri="{FF2B5EF4-FFF2-40B4-BE49-F238E27FC236}">
                <a16:creationId xmlns:a16="http://schemas.microsoft.com/office/drawing/2014/main" id="{B5188E60-F65D-C84F-A3D6-10BEDA5E9913}"/>
              </a:ext>
            </a:extLst>
          </p:cNvPr>
          <p:cNvSpPr txBox="1">
            <a:spLocks noChangeArrowheads="1"/>
          </p:cNvSpPr>
          <p:nvPr/>
        </p:nvSpPr>
        <p:spPr bwMode="auto">
          <a:xfrm>
            <a:off x="5115298" y="1054787"/>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31" name="Line 14">
            <a:extLst>
              <a:ext uri="{FF2B5EF4-FFF2-40B4-BE49-F238E27FC236}">
                <a16:creationId xmlns:a16="http://schemas.microsoft.com/office/drawing/2014/main" id="{48D2CFB2-3F73-20C6-6F0A-63A6F2FC8C41}"/>
              </a:ext>
            </a:extLst>
          </p:cNvPr>
          <p:cNvSpPr>
            <a:spLocks noChangeShapeType="1"/>
          </p:cNvSpPr>
          <p:nvPr/>
        </p:nvSpPr>
        <p:spPr bwMode="auto">
          <a:xfrm>
            <a:off x="6095496" y="2432890"/>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15">
            <a:extLst>
              <a:ext uri="{FF2B5EF4-FFF2-40B4-BE49-F238E27FC236}">
                <a16:creationId xmlns:a16="http://schemas.microsoft.com/office/drawing/2014/main" id="{BD24072A-8EE4-828D-A707-4BCC39000EF6}"/>
              </a:ext>
            </a:extLst>
          </p:cNvPr>
          <p:cNvSpPr>
            <a:spLocks noChangeShapeType="1"/>
          </p:cNvSpPr>
          <p:nvPr/>
        </p:nvSpPr>
        <p:spPr bwMode="auto">
          <a:xfrm flipV="1">
            <a:off x="6887685" y="2585235"/>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16">
            <a:extLst>
              <a:ext uri="{FF2B5EF4-FFF2-40B4-BE49-F238E27FC236}">
                <a16:creationId xmlns:a16="http://schemas.microsoft.com/office/drawing/2014/main" id="{53C07FC5-7557-AD3B-CF25-A3E9EE6C601A}"/>
              </a:ext>
            </a:extLst>
          </p:cNvPr>
          <p:cNvSpPr>
            <a:spLocks noChangeShapeType="1"/>
          </p:cNvSpPr>
          <p:nvPr/>
        </p:nvSpPr>
        <p:spPr bwMode="auto">
          <a:xfrm>
            <a:off x="7192373" y="2077811"/>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17">
            <a:extLst>
              <a:ext uri="{FF2B5EF4-FFF2-40B4-BE49-F238E27FC236}">
                <a16:creationId xmlns:a16="http://schemas.microsoft.com/office/drawing/2014/main" id="{AA2A5B78-66F3-54A6-C2E7-3D0AAB2DADC0}"/>
              </a:ext>
            </a:extLst>
          </p:cNvPr>
          <p:cNvSpPr>
            <a:spLocks noChangeShapeType="1"/>
          </p:cNvSpPr>
          <p:nvPr/>
        </p:nvSpPr>
        <p:spPr bwMode="auto">
          <a:xfrm flipH="1">
            <a:off x="7130166" y="2634454"/>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Line 18">
            <a:extLst>
              <a:ext uri="{FF2B5EF4-FFF2-40B4-BE49-F238E27FC236}">
                <a16:creationId xmlns:a16="http://schemas.microsoft.com/office/drawing/2014/main" id="{DC0CC3FC-00CE-BB99-F550-4B6A7E56A22C}"/>
              </a:ext>
            </a:extLst>
          </p:cNvPr>
          <p:cNvSpPr>
            <a:spLocks noChangeShapeType="1"/>
          </p:cNvSpPr>
          <p:nvPr/>
        </p:nvSpPr>
        <p:spPr bwMode="auto">
          <a:xfrm flipV="1">
            <a:off x="5181433" y="2432890"/>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6" name="Line 19">
            <a:extLst>
              <a:ext uri="{FF2B5EF4-FFF2-40B4-BE49-F238E27FC236}">
                <a16:creationId xmlns:a16="http://schemas.microsoft.com/office/drawing/2014/main" id="{8CE684A9-BB2C-E377-FBA3-A8700E8B7296}"/>
              </a:ext>
            </a:extLst>
          </p:cNvPr>
          <p:cNvSpPr>
            <a:spLocks noChangeShapeType="1"/>
          </p:cNvSpPr>
          <p:nvPr/>
        </p:nvSpPr>
        <p:spPr bwMode="auto">
          <a:xfrm>
            <a:off x="4938953" y="2027421"/>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Line 20">
            <a:extLst>
              <a:ext uri="{FF2B5EF4-FFF2-40B4-BE49-F238E27FC236}">
                <a16:creationId xmlns:a16="http://schemas.microsoft.com/office/drawing/2014/main" id="{65A965D8-A3F9-7F8C-9387-2D508D8038FE}"/>
              </a:ext>
            </a:extLst>
          </p:cNvPr>
          <p:cNvSpPr>
            <a:spLocks noChangeShapeType="1"/>
          </p:cNvSpPr>
          <p:nvPr/>
        </p:nvSpPr>
        <p:spPr bwMode="auto">
          <a:xfrm flipH="1">
            <a:off x="4878015" y="2585234"/>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8" name="Line 21">
            <a:extLst>
              <a:ext uri="{FF2B5EF4-FFF2-40B4-BE49-F238E27FC236}">
                <a16:creationId xmlns:a16="http://schemas.microsoft.com/office/drawing/2014/main" id="{DDED1246-9364-E5D4-D103-94CBB068D171}"/>
              </a:ext>
            </a:extLst>
          </p:cNvPr>
          <p:cNvSpPr>
            <a:spLocks noChangeShapeType="1"/>
          </p:cNvSpPr>
          <p:nvPr/>
        </p:nvSpPr>
        <p:spPr bwMode="auto">
          <a:xfrm>
            <a:off x="3598326" y="2332109"/>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22">
            <a:extLst>
              <a:ext uri="{FF2B5EF4-FFF2-40B4-BE49-F238E27FC236}">
                <a16:creationId xmlns:a16="http://schemas.microsoft.com/office/drawing/2014/main" id="{80E108BC-DCC4-1398-33E1-043AB283FE03}"/>
              </a:ext>
            </a:extLst>
          </p:cNvPr>
          <p:cNvSpPr>
            <a:spLocks noChangeShapeType="1"/>
          </p:cNvSpPr>
          <p:nvPr/>
        </p:nvSpPr>
        <p:spPr bwMode="auto">
          <a:xfrm flipV="1">
            <a:off x="3659264" y="2077811"/>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0" name="Line 23">
            <a:extLst>
              <a:ext uri="{FF2B5EF4-FFF2-40B4-BE49-F238E27FC236}">
                <a16:creationId xmlns:a16="http://schemas.microsoft.com/office/drawing/2014/main" id="{D2E618B7-42FC-30F3-4A1A-7C9E6AE79CE8}"/>
              </a:ext>
            </a:extLst>
          </p:cNvPr>
          <p:cNvSpPr>
            <a:spLocks noChangeShapeType="1"/>
          </p:cNvSpPr>
          <p:nvPr/>
        </p:nvSpPr>
        <p:spPr bwMode="auto">
          <a:xfrm flipH="1">
            <a:off x="1710530" y="2077811"/>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1" name="Line 24">
            <a:extLst>
              <a:ext uri="{FF2B5EF4-FFF2-40B4-BE49-F238E27FC236}">
                <a16:creationId xmlns:a16="http://schemas.microsoft.com/office/drawing/2014/main" id="{A39BE51B-48C0-719C-8FF4-9B448DA610F8}"/>
              </a:ext>
            </a:extLst>
          </p:cNvPr>
          <p:cNvSpPr>
            <a:spLocks noChangeShapeType="1"/>
          </p:cNvSpPr>
          <p:nvPr/>
        </p:nvSpPr>
        <p:spPr bwMode="auto">
          <a:xfrm>
            <a:off x="2623325" y="2127030"/>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Line 25">
            <a:extLst>
              <a:ext uri="{FF2B5EF4-FFF2-40B4-BE49-F238E27FC236}">
                <a16:creationId xmlns:a16="http://schemas.microsoft.com/office/drawing/2014/main" id="{D9DF0C53-205D-ACAF-BD3F-B1165F54717D}"/>
              </a:ext>
            </a:extLst>
          </p:cNvPr>
          <p:cNvSpPr>
            <a:spLocks noChangeShapeType="1"/>
          </p:cNvSpPr>
          <p:nvPr/>
        </p:nvSpPr>
        <p:spPr bwMode="auto">
          <a:xfrm flipV="1">
            <a:off x="3049888" y="2381328"/>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Line 26">
            <a:extLst>
              <a:ext uri="{FF2B5EF4-FFF2-40B4-BE49-F238E27FC236}">
                <a16:creationId xmlns:a16="http://schemas.microsoft.com/office/drawing/2014/main" id="{FE8BC124-4875-B166-B98D-7CD104B93317}"/>
              </a:ext>
            </a:extLst>
          </p:cNvPr>
          <p:cNvSpPr>
            <a:spLocks noChangeShapeType="1"/>
          </p:cNvSpPr>
          <p:nvPr/>
        </p:nvSpPr>
        <p:spPr bwMode="auto">
          <a:xfrm flipH="1">
            <a:off x="2135824" y="2737578"/>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4" name="Line 27">
            <a:extLst>
              <a:ext uri="{FF2B5EF4-FFF2-40B4-BE49-F238E27FC236}">
                <a16:creationId xmlns:a16="http://schemas.microsoft.com/office/drawing/2014/main" id="{880E5C72-9627-30A0-19A3-A2CB4C1E9DDB}"/>
              </a:ext>
            </a:extLst>
          </p:cNvPr>
          <p:cNvSpPr>
            <a:spLocks noChangeShapeType="1"/>
          </p:cNvSpPr>
          <p:nvPr/>
        </p:nvSpPr>
        <p:spPr bwMode="auto">
          <a:xfrm>
            <a:off x="2135824" y="2888750"/>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45" name="Group 28">
            <a:extLst>
              <a:ext uri="{FF2B5EF4-FFF2-40B4-BE49-F238E27FC236}">
                <a16:creationId xmlns:a16="http://schemas.microsoft.com/office/drawing/2014/main" id="{9DB8BE54-DAD3-C58C-4787-DC0976121C6D}"/>
              </a:ext>
            </a:extLst>
          </p:cNvPr>
          <p:cNvGrpSpPr>
            <a:grpSpLocks/>
          </p:cNvGrpSpPr>
          <p:nvPr/>
        </p:nvGrpSpPr>
        <p:grpSpPr bwMode="auto">
          <a:xfrm>
            <a:off x="2745200" y="2534844"/>
            <a:ext cx="548438" cy="353907"/>
            <a:chOff x="2949" y="196"/>
            <a:chExt cx="941" cy="598"/>
          </a:xfrm>
          <a:solidFill>
            <a:srgbClr val="00FFFF"/>
          </a:solidFill>
        </p:grpSpPr>
        <p:sp>
          <p:nvSpPr>
            <p:cNvPr id="46" name="Oval 29">
              <a:extLst>
                <a:ext uri="{FF2B5EF4-FFF2-40B4-BE49-F238E27FC236}">
                  <a16:creationId xmlns:a16="http://schemas.microsoft.com/office/drawing/2014/main" id="{7B57D9A0-5C9D-9714-DE92-56D60F0E4B8F}"/>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7" name="Oval 30">
              <a:extLst>
                <a:ext uri="{FF2B5EF4-FFF2-40B4-BE49-F238E27FC236}">
                  <a16:creationId xmlns:a16="http://schemas.microsoft.com/office/drawing/2014/main" id="{4AB653D5-2673-D4F6-8332-5DA828C3A174}"/>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8" name="Oval 31">
              <a:extLst>
                <a:ext uri="{FF2B5EF4-FFF2-40B4-BE49-F238E27FC236}">
                  <a16:creationId xmlns:a16="http://schemas.microsoft.com/office/drawing/2014/main" id="{449CF2D3-1925-520A-948A-C7FC175D9624}"/>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9" name="Oval 32">
              <a:extLst>
                <a:ext uri="{FF2B5EF4-FFF2-40B4-BE49-F238E27FC236}">
                  <a16:creationId xmlns:a16="http://schemas.microsoft.com/office/drawing/2014/main" id="{FFE42F06-0599-084D-8292-202CB015D54D}"/>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0" name="Oval 33">
              <a:extLst>
                <a:ext uri="{FF2B5EF4-FFF2-40B4-BE49-F238E27FC236}">
                  <a16:creationId xmlns:a16="http://schemas.microsoft.com/office/drawing/2014/main" id="{43AA4176-3182-3145-8550-097883411CCB}"/>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1" name="Oval 34">
              <a:extLst>
                <a:ext uri="{FF2B5EF4-FFF2-40B4-BE49-F238E27FC236}">
                  <a16:creationId xmlns:a16="http://schemas.microsoft.com/office/drawing/2014/main" id="{BE26652F-4B3D-107C-F517-A2F4C2CA2958}"/>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2" name="Oval 35">
              <a:extLst>
                <a:ext uri="{FF2B5EF4-FFF2-40B4-BE49-F238E27FC236}">
                  <a16:creationId xmlns:a16="http://schemas.microsoft.com/office/drawing/2014/main" id="{836198DD-2FF8-0A4C-EB6F-337353FEEADE}"/>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36">
              <a:extLst>
                <a:ext uri="{FF2B5EF4-FFF2-40B4-BE49-F238E27FC236}">
                  <a16:creationId xmlns:a16="http://schemas.microsoft.com/office/drawing/2014/main" id="{F8693286-7D58-D046-F401-1ED21E5236C5}"/>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Freeform 37">
              <a:extLst>
                <a:ext uri="{FF2B5EF4-FFF2-40B4-BE49-F238E27FC236}">
                  <a16:creationId xmlns:a16="http://schemas.microsoft.com/office/drawing/2014/main" id="{7CB2AFA0-BD51-9D8D-2F5C-A7A53C749137}"/>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5" name="Freeform 38">
              <a:extLst>
                <a:ext uri="{FF2B5EF4-FFF2-40B4-BE49-F238E27FC236}">
                  <a16:creationId xmlns:a16="http://schemas.microsoft.com/office/drawing/2014/main" id="{28A341A9-DEAA-8D13-E14B-A5EC74F12596}"/>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6" name="Freeform 39">
              <a:extLst>
                <a:ext uri="{FF2B5EF4-FFF2-40B4-BE49-F238E27FC236}">
                  <a16:creationId xmlns:a16="http://schemas.microsoft.com/office/drawing/2014/main" id="{6B50161C-37DD-ABFE-01A0-C40D3B8DEBFA}"/>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57" name="Picture 40">
            <a:extLst>
              <a:ext uri="{FF2B5EF4-FFF2-40B4-BE49-F238E27FC236}">
                <a16:creationId xmlns:a16="http://schemas.microsoft.com/office/drawing/2014/main" id="{29DD9AF0-0393-A407-1B62-AC7BF5D3116A}"/>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32405" y="2737579"/>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41">
            <a:extLst>
              <a:ext uri="{FF2B5EF4-FFF2-40B4-BE49-F238E27FC236}">
                <a16:creationId xmlns:a16="http://schemas.microsoft.com/office/drawing/2014/main" id="{D1032C00-00E5-6E1D-C49A-76EC7788AE32}"/>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80844" y="1975858"/>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42">
            <a:extLst>
              <a:ext uri="{FF2B5EF4-FFF2-40B4-BE49-F238E27FC236}">
                <a16:creationId xmlns:a16="http://schemas.microsoft.com/office/drawing/2014/main" id="{E1E04882-D1C0-3685-04A0-AA63552F87D8}"/>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5513" y="2230155"/>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43">
            <a:extLst>
              <a:ext uri="{FF2B5EF4-FFF2-40B4-BE49-F238E27FC236}">
                <a16:creationId xmlns:a16="http://schemas.microsoft.com/office/drawing/2014/main" id="{8853DDB7-0374-1221-0FA7-AD3A94744705}"/>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19254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44">
            <a:extLst>
              <a:ext uri="{FF2B5EF4-FFF2-40B4-BE49-F238E27FC236}">
                <a16:creationId xmlns:a16="http://schemas.microsoft.com/office/drawing/2014/main" id="{977C6662-FC16-848F-58C6-5719EE9D009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78015" y="2432890"/>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 name="Picture 45">
            <a:extLst>
              <a:ext uri="{FF2B5EF4-FFF2-40B4-BE49-F238E27FC236}">
                <a16:creationId xmlns:a16="http://schemas.microsoft.com/office/drawing/2014/main" id="{1AFE6907-F45E-326A-C64C-C147BB964C54}"/>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14248" y="2483281"/>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3" name="Picture 46">
            <a:extLst>
              <a:ext uri="{FF2B5EF4-FFF2-40B4-BE49-F238E27FC236}">
                <a16:creationId xmlns:a16="http://schemas.microsoft.com/office/drawing/2014/main" id="{BC546B9C-8FC5-7E04-D682-539155BE6CD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51747" y="2332109"/>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4" name="Group 47">
            <a:extLst>
              <a:ext uri="{FF2B5EF4-FFF2-40B4-BE49-F238E27FC236}">
                <a16:creationId xmlns:a16="http://schemas.microsoft.com/office/drawing/2014/main" id="{2326FFF7-A47A-F955-24FD-7D5C930F1AE1}"/>
              </a:ext>
            </a:extLst>
          </p:cNvPr>
          <p:cNvGrpSpPr>
            <a:grpSpLocks/>
          </p:cNvGrpSpPr>
          <p:nvPr/>
        </p:nvGrpSpPr>
        <p:grpSpPr bwMode="auto">
          <a:xfrm>
            <a:off x="2196762" y="3042267"/>
            <a:ext cx="548438" cy="353907"/>
            <a:chOff x="2949" y="196"/>
            <a:chExt cx="941" cy="598"/>
          </a:xfrm>
          <a:solidFill>
            <a:srgbClr val="00FFFF"/>
          </a:solidFill>
        </p:grpSpPr>
        <p:sp>
          <p:nvSpPr>
            <p:cNvPr id="65" name="Oval 48">
              <a:extLst>
                <a:ext uri="{FF2B5EF4-FFF2-40B4-BE49-F238E27FC236}">
                  <a16:creationId xmlns:a16="http://schemas.microsoft.com/office/drawing/2014/main" id="{F5F86F93-90A7-8827-E04F-1B07298F990E}"/>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49">
              <a:extLst>
                <a:ext uri="{FF2B5EF4-FFF2-40B4-BE49-F238E27FC236}">
                  <a16:creationId xmlns:a16="http://schemas.microsoft.com/office/drawing/2014/main" id="{65F01235-9985-C84C-CEFE-087C69A0B340}"/>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50">
              <a:extLst>
                <a:ext uri="{FF2B5EF4-FFF2-40B4-BE49-F238E27FC236}">
                  <a16:creationId xmlns:a16="http://schemas.microsoft.com/office/drawing/2014/main" id="{789C43E4-E991-A06E-E643-6A191DBF58FB}"/>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51">
              <a:extLst>
                <a:ext uri="{FF2B5EF4-FFF2-40B4-BE49-F238E27FC236}">
                  <a16:creationId xmlns:a16="http://schemas.microsoft.com/office/drawing/2014/main" id="{285B55C0-059A-928E-5F5F-EE0DCE017609}"/>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52">
              <a:extLst>
                <a:ext uri="{FF2B5EF4-FFF2-40B4-BE49-F238E27FC236}">
                  <a16:creationId xmlns:a16="http://schemas.microsoft.com/office/drawing/2014/main" id="{E1823A64-FF0B-2B3B-2267-C4F434EA6501}"/>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53">
              <a:extLst>
                <a:ext uri="{FF2B5EF4-FFF2-40B4-BE49-F238E27FC236}">
                  <a16:creationId xmlns:a16="http://schemas.microsoft.com/office/drawing/2014/main" id="{36C4182D-6CC3-35E7-6B03-0A5F96C5EB03}"/>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54">
              <a:extLst>
                <a:ext uri="{FF2B5EF4-FFF2-40B4-BE49-F238E27FC236}">
                  <a16:creationId xmlns:a16="http://schemas.microsoft.com/office/drawing/2014/main" id="{35D08205-3992-B180-1783-E1619612B02E}"/>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Oval 55">
              <a:extLst>
                <a:ext uri="{FF2B5EF4-FFF2-40B4-BE49-F238E27FC236}">
                  <a16:creationId xmlns:a16="http://schemas.microsoft.com/office/drawing/2014/main" id="{A3F3FE7F-3CB7-FBD2-DC62-209041346AA0}"/>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3" name="Freeform 56">
              <a:extLst>
                <a:ext uri="{FF2B5EF4-FFF2-40B4-BE49-F238E27FC236}">
                  <a16:creationId xmlns:a16="http://schemas.microsoft.com/office/drawing/2014/main" id="{2ABFD95D-DDDD-3733-AC50-6891757C0EEC}"/>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57">
              <a:extLst>
                <a:ext uri="{FF2B5EF4-FFF2-40B4-BE49-F238E27FC236}">
                  <a16:creationId xmlns:a16="http://schemas.microsoft.com/office/drawing/2014/main" id="{9619ED47-9C49-65CD-B5F5-2EF2BFDEBA7F}"/>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5" name="Freeform 58">
              <a:extLst>
                <a:ext uri="{FF2B5EF4-FFF2-40B4-BE49-F238E27FC236}">
                  <a16:creationId xmlns:a16="http://schemas.microsoft.com/office/drawing/2014/main" id="{8E8A010D-8548-8083-324A-AFB22874DF42}"/>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6" name="Group 59">
            <a:extLst>
              <a:ext uri="{FF2B5EF4-FFF2-40B4-BE49-F238E27FC236}">
                <a16:creationId xmlns:a16="http://schemas.microsoft.com/office/drawing/2014/main" id="{85896A61-0573-7EAE-3861-AECA2F46BDC2}"/>
              </a:ext>
            </a:extLst>
          </p:cNvPr>
          <p:cNvGrpSpPr>
            <a:grpSpLocks/>
          </p:cNvGrpSpPr>
          <p:nvPr/>
        </p:nvGrpSpPr>
        <p:grpSpPr bwMode="auto">
          <a:xfrm>
            <a:off x="1466780" y="2178593"/>
            <a:ext cx="548438" cy="356250"/>
            <a:chOff x="2949" y="196"/>
            <a:chExt cx="941" cy="598"/>
          </a:xfrm>
          <a:solidFill>
            <a:srgbClr val="00FFFF"/>
          </a:solidFill>
        </p:grpSpPr>
        <p:sp>
          <p:nvSpPr>
            <p:cNvPr id="77" name="Oval 60">
              <a:extLst>
                <a:ext uri="{FF2B5EF4-FFF2-40B4-BE49-F238E27FC236}">
                  <a16:creationId xmlns:a16="http://schemas.microsoft.com/office/drawing/2014/main" id="{BCEEC4F6-E140-1D0E-F722-7B886C507AAC}"/>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61">
              <a:extLst>
                <a:ext uri="{FF2B5EF4-FFF2-40B4-BE49-F238E27FC236}">
                  <a16:creationId xmlns:a16="http://schemas.microsoft.com/office/drawing/2014/main" id="{885BFBC4-84FA-CBD6-61FA-F9664BE42776}"/>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62">
              <a:extLst>
                <a:ext uri="{FF2B5EF4-FFF2-40B4-BE49-F238E27FC236}">
                  <a16:creationId xmlns:a16="http://schemas.microsoft.com/office/drawing/2014/main" id="{61893EE8-C6D1-40DF-9C43-BCB7775BC779}"/>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63">
              <a:extLst>
                <a:ext uri="{FF2B5EF4-FFF2-40B4-BE49-F238E27FC236}">
                  <a16:creationId xmlns:a16="http://schemas.microsoft.com/office/drawing/2014/main" id="{3105B3FD-5ACF-B489-1375-EFC7E83C4F2E}"/>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64">
              <a:extLst>
                <a:ext uri="{FF2B5EF4-FFF2-40B4-BE49-F238E27FC236}">
                  <a16:creationId xmlns:a16="http://schemas.microsoft.com/office/drawing/2014/main" id="{7348B102-E125-C20C-1444-2EFC6079264E}"/>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65">
              <a:extLst>
                <a:ext uri="{FF2B5EF4-FFF2-40B4-BE49-F238E27FC236}">
                  <a16:creationId xmlns:a16="http://schemas.microsoft.com/office/drawing/2014/main" id="{8BDF3F66-4CC3-031C-39F3-A7BD30D0A46C}"/>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66">
              <a:extLst>
                <a:ext uri="{FF2B5EF4-FFF2-40B4-BE49-F238E27FC236}">
                  <a16:creationId xmlns:a16="http://schemas.microsoft.com/office/drawing/2014/main" id="{CD14AB9F-D3D8-31DD-0922-FCBC135B00DA}"/>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Oval 67">
              <a:extLst>
                <a:ext uri="{FF2B5EF4-FFF2-40B4-BE49-F238E27FC236}">
                  <a16:creationId xmlns:a16="http://schemas.microsoft.com/office/drawing/2014/main" id="{1719141E-3019-2077-B5C1-D37F7235EA65}"/>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5" name="Freeform 68">
              <a:extLst>
                <a:ext uri="{FF2B5EF4-FFF2-40B4-BE49-F238E27FC236}">
                  <a16:creationId xmlns:a16="http://schemas.microsoft.com/office/drawing/2014/main" id="{8B6527C5-9CB1-040A-86C3-9C13CF5F868D}"/>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69">
              <a:extLst>
                <a:ext uri="{FF2B5EF4-FFF2-40B4-BE49-F238E27FC236}">
                  <a16:creationId xmlns:a16="http://schemas.microsoft.com/office/drawing/2014/main" id="{043F9EA3-0B05-2F7A-3494-8050EA63833B}"/>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7" name="Freeform 70">
              <a:extLst>
                <a:ext uri="{FF2B5EF4-FFF2-40B4-BE49-F238E27FC236}">
                  <a16:creationId xmlns:a16="http://schemas.microsoft.com/office/drawing/2014/main" id="{330D1F2B-9C29-6A93-5E1A-F8F3D578567B}"/>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8" name="Group 71">
            <a:extLst>
              <a:ext uri="{FF2B5EF4-FFF2-40B4-BE49-F238E27FC236}">
                <a16:creationId xmlns:a16="http://schemas.microsoft.com/office/drawing/2014/main" id="{0F449080-B9D1-FA36-5ED9-1BCB95636D99}"/>
              </a:ext>
            </a:extLst>
          </p:cNvPr>
          <p:cNvGrpSpPr>
            <a:grpSpLocks/>
          </p:cNvGrpSpPr>
          <p:nvPr/>
        </p:nvGrpSpPr>
        <p:grpSpPr bwMode="auto">
          <a:xfrm>
            <a:off x="6887685" y="1875077"/>
            <a:ext cx="547169" cy="355078"/>
            <a:chOff x="2949" y="196"/>
            <a:chExt cx="941" cy="598"/>
          </a:xfrm>
          <a:solidFill>
            <a:srgbClr val="00FFFF"/>
          </a:solidFill>
        </p:grpSpPr>
        <p:sp>
          <p:nvSpPr>
            <p:cNvPr id="89" name="Oval 72">
              <a:extLst>
                <a:ext uri="{FF2B5EF4-FFF2-40B4-BE49-F238E27FC236}">
                  <a16:creationId xmlns:a16="http://schemas.microsoft.com/office/drawing/2014/main" id="{479EE331-551E-769F-20D6-E911F7032C20}"/>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73">
              <a:extLst>
                <a:ext uri="{FF2B5EF4-FFF2-40B4-BE49-F238E27FC236}">
                  <a16:creationId xmlns:a16="http://schemas.microsoft.com/office/drawing/2014/main" id="{64CAAF09-7E40-C9B0-75FB-D71B8F62CC73}"/>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74">
              <a:extLst>
                <a:ext uri="{FF2B5EF4-FFF2-40B4-BE49-F238E27FC236}">
                  <a16:creationId xmlns:a16="http://schemas.microsoft.com/office/drawing/2014/main" id="{C39BA43A-1D32-80B5-06F2-51B43EF673DB}"/>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75">
              <a:extLst>
                <a:ext uri="{FF2B5EF4-FFF2-40B4-BE49-F238E27FC236}">
                  <a16:creationId xmlns:a16="http://schemas.microsoft.com/office/drawing/2014/main" id="{0A2382E0-7520-14E0-4378-AE3B0F8D57A8}"/>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76">
              <a:extLst>
                <a:ext uri="{FF2B5EF4-FFF2-40B4-BE49-F238E27FC236}">
                  <a16:creationId xmlns:a16="http://schemas.microsoft.com/office/drawing/2014/main" id="{E2372A96-2FCC-00EB-1195-F8173BC55896}"/>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77">
              <a:extLst>
                <a:ext uri="{FF2B5EF4-FFF2-40B4-BE49-F238E27FC236}">
                  <a16:creationId xmlns:a16="http://schemas.microsoft.com/office/drawing/2014/main" id="{01DDC199-1FEF-562E-B524-CED786B33CCB}"/>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78">
              <a:extLst>
                <a:ext uri="{FF2B5EF4-FFF2-40B4-BE49-F238E27FC236}">
                  <a16:creationId xmlns:a16="http://schemas.microsoft.com/office/drawing/2014/main" id="{518E9B26-C5B9-33E8-0125-FF6EF76E1C1A}"/>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Oval 79">
              <a:extLst>
                <a:ext uri="{FF2B5EF4-FFF2-40B4-BE49-F238E27FC236}">
                  <a16:creationId xmlns:a16="http://schemas.microsoft.com/office/drawing/2014/main" id="{A07D8D4C-D764-3946-6AEB-0C5A697D23B3}"/>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7" name="Freeform 80">
              <a:extLst>
                <a:ext uri="{FF2B5EF4-FFF2-40B4-BE49-F238E27FC236}">
                  <a16:creationId xmlns:a16="http://schemas.microsoft.com/office/drawing/2014/main" id="{00E4C30E-BA9F-7892-FCC8-FE690E02E9FF}"/>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81">
              <a:extLst>
                <a:ext uri="{FF2B5EF4-FFF2-40B4-BE49-F238E27FC236}">
                  <a16:creationId xmlns:a16="http://schemas.microsoft.com/office/drawing/2014/main" id="{6CD0A090-A182-FF42-F906-A00A3EBD8E93}"/>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9" name="Freeform 82">
              <a:extLst>
                <a:ext uri="{FF2B5EF4-FFF2-40B4-BE49-F238E27FC236}">
                  <a16:creationId xmlns:a16="http://schemas.microsoft.com/office/drawing/2014/main" id="{9C7AE30D-38DB-5705-9479-ECCBED6013E6}"/>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00" name="Group 83">
            <a:extLst>
              <a:ext uri="{FF2B5EF4-FFF2-40B4-BE49-F238E27FC236}">
                <a16:creationId xmlns:a16="http://schemas.microsoft.com/office/drawing/2014/main" id="{AEDA5584-6BFC-8992-B134-A164BEE5D9AA}"/>
              </a:ext>
            </a:extLst>
          </p:cNvPr>
          <p:cNvGrpSpPr>
            <a:grpSpLocks/>
          </p:cNvGrpSpPr>
          <p:nvPr/>
        </p:nvGrpSpPr>
        <p:grpSpPr bwMode="auto">
          <a:xfrm>
            <a:off x="6826747" y="3042267"/>
            <a:ext cx="548438" cy="353907"/>
            <a:chOff x="2949" y="196"/>
            <a:chExt cx="941" cy="598"/>
          </a:xfrm>
          <a:solidFill>
            <a:srgbClr val="00FFFF"/>
          </a:solidFill>
        </p:grpSpPr>
        <p:sp>
          <p:nvSpPr>
            <p:cNvPr id="101" name="Oval 84">
              <a:extLst>
                <a:ext uri="{FF2B5EF4-FFF2-40B4-BE49-F238E27FC236}">
                  <a16:creationId xmlns:a16="http://schemas.microsoft.com/office/drawing/2014/main" id="{67C71DD7-694F-2B21-DB67-5941004A2A51}"/>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85">
              <a:extLst>
                <a:ext uri="{FF2B5EF4-FFF2-40B4-BE49-F238E27FC236}">
                  <a16:creationId xmlns:a16="http://schemas.microsoft.com/office/drawing/2014/main" id="{54402B10-5008-33D6-FC11-C565E91148A9}"/>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86">
              <a:extLst>
                <a:ext uri="{FF2B5EF4-FFF2-40B4-BE49-F238E27FC236}">
                  <a16:creationId xmlns:a16="http://schemas.microsoft.com/office/drawing/2014/main" id="{4248BE82-5CA7-0B15-8AFF-EFF6FA695165}"/>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87">
              <a:extLst>
                <a:ext uri="{FF2B5EF4-FFF2-40B4-BE49-F238E27FC236}">
                  <a16:creationId xmlns:a16="http://schemas.microsoft.com/office/drawing/2014/main" id="{2EF642FF-3CF8-E739-66DB-E43941EEDCDD}"/>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88">
              <a:extLst>
                <a:ext uri="{FF2B5EF4-FFF2-40B4-BE49-F238E27FC236}">
                  <a16:creationId xmlns:a16="http://schemas.microsoft.com/office/drawing/2014/main" id="{841FDAAF-2077-C383-6365-CC0E73FE5698}"/>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89">
              <a:extLst>
                <a:ext uri="{FF2B5EF4-FFF2-40B4-BE49-F238E27FC236}">
                  <a16:creationId xmlns:a16="http://schemas.microsoft.com/office/drawing/2014/main" id="{36FFC473-D8F5-E58D-5E20-74E205275D21}"/>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90">
              <a:extLst>
                <a:ext uri="{FF2B5EF4-FFF2-40B4-BE49-F238E27FC236}">
                  <a16:creationId xmlns:a16="http://schemas.microsoft.com/office/drawing/2014/main" id="{E5ADE1F5-AE21-6A28-168F-0A3BB61F832E}"/>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Oval 91">
              <a:extLst>
                <a:ext uri="{FF2B5EF4-FFF2-40B4-BE49-F238E27FC236}">
                  <a16:creationId xmlns:a16="http://schemas.microsoft.com/office/drawing/2014/main" id="{081BA2B1-1E35-1C20-135A-787F5F6B1E36}"/>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9" name="Freeform 92">
              <a:extLst>
                <a:ext uri="{FF2B5EF4-FFF2-40B4-BE49-F238E27FC236}">
                  <a16:creationId xmlns:a16="http://schemas.microsoft.com/office/drawing/2014/main" id="{1A673015-7F69-BE45-B9AA-ABD8096AE7B6}"/>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93">
              <a:extLst>
                <a:ext uri="{FF2B5EF4-FFF2-40B4-BE49-F238E27FC236}">
                  <a16:creationId xmlns:a16="http://schemas.microsoft.com/office/drawing/2014/main" id="{8CFC438E-6FA3-018A-3432-388346C311AF}"/>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1" name="Freeform 94">
              <a:extLst>
                <a:ext uri="{FF2B5EF4-FFF2-40B4-BE49-F238E27FC236}">
                  <a16:creationId xmlns:a16="http://schemas.microsoft.com/office/drawing/2014/main" id="{4716A093-5D7F-DEF7-4E96-8EB9211107B1}"/>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2" name="Group 95">
            <a:extLst>
              <a:ext uri="{FF2B5EF4-FFF2-40B4-BE49-F238E27FC236}">
                <a16:creationId xmlns:a16="http://schemas.microsoft.com/office/drawing/2014/main" id="{17B5C43B-CC28-04BE-1C81-0C8077519E8E}"/>
              </a:ext>
            </a:extLst>
          </p:cNvPr>
          <p:cNvGrpSpPr>
            <a:grpSpLocks/>
          </p:cNvGrpSpPr>
          <p:nvPr/>
        </p:nvGrpSpPr>
        <p:grpSpPr bwMode="auto">
          <a:xfrm>
            <a:off x="6520790" y="2483280"/>
            <a:ext cx="548438" cy="356250"/>
            <a:chOff x="2949" y="196"/>
            <a:chExt cx="941" cy="598"/>
          </a:xfrm>
          <a:solidFill>
            <a:srgbClr val="00FFFF"/>
          </a:solidFill>
        </p:grpSpPr>
        <p:sp>
          <p:nvSpPr>
            <p:cNvPr id="113" name="Oval 96">
              <a:extLst>
                <a:ext uri="{FF2B5EF4-FFF2-40B4-BE49-F238E27FC236}">
                  <a16:creationId xmlns:a16="http://schemas.microsoft.com/office/drawing/2014/main" id="{ED1EA556-F155-5DCA-5391-738842C04CA4}"/>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4" name="Oval 97">
              <a:extLst>
                <a:ext uri="{FF2B5EF4-FFF2-40B4-BE49-F238E27FC236}">
                  <a16:creationId xmlns:a16="http://schemas.microsoft.com/office/drawing/2014/main" id="{72099F31-785A-D67A-4125-F4C48E1A95DD}"/>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5" name="Oval 98">
              <a:extLst>
                <a:ext uri="{FF2B5EF4-FFF2-40B4-BE49-F238E27FC236}">
                  <a16:creationId xmlns:a16="http://schemas.microsoft.com/office/drawing/2014/main" id="{E9665CAD-E4F2-6A57-F509-32335289E6B5}"/>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6" name="Oval 99">
              <a:extLst>
                <a:ext uri="{FF2B5EF4-FFF2-40B4-BE49-F238E27FC236}">
                  <a16:creationId xmlns:a16="http://schemas.microsoft.com/office/drawing/2014/main" id="{809C7C46-3DD7-12AD-496C-A7626E4B3C27}"/>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7" name="Oval 100">
              <a:extLst>
                <a:ext uri="{FF2B5EF4-FFF2-40B4-BE49-F238E27FC236}">
                  <a16:creationId xmlns:a16="http://schemas.microsoft.com/office/drawing/2014/main" id="{F56203A2-C1B9-DFFC-3050-1E0E71343980}"/>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8" name="Oval 101">
              <a:extLst>
                <a:ext uri="{FF2B5EF4-FFF2-40B4-BE49-F238E27FC236}">
                  <a16:creationId xmlns:a16="http://schemas.microsoft.com/office/drawing/2014/main" id="{47824A0D-D435-CFCF-C6FC-5FA43C6FD80F}"/>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9" name="Oval 102">
              <a:extLst>
                <a:ext uri="{FF2B5EF4-FFF2-40B4-BE49-F238E27FC236}">
                  <a16:creationId xmlns:a16="http://schemas.microsoft.com/office/drawing/2014/main" id="{314FB136-DBC3-FA9B-46ED-FAD256AD02E7}"/>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0" name="Oval 103">
              <a:extLst>
                <a:ext uri="{FF2B5EF4-FFF2-40B4-BE49-F238E27FC236}">
                  <a16:creationId xmlns:a16="http://schemas.microsoft.com/office/drawing/2014/main" id="{63414F05-4553-262A-30EA-AFB200BBA393}"/>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1" name="Freeform 104">
              <a:extLst>
                <a:ext uri="{FF2B5EF4-FFF2-40B4-BE49-F238E27FC236}">
                  <a16:creationId xmlns:a16="http://schemas.microsoft.com/office/drawing/2014/main" id="{E6D7E8CE-68A7-E3EE-7BDD-D9F7CDD9A938}"/>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Freeform 105">
              <a:extLst>
                <a:ext uri="{FF2B5EF4-FFF2-40B4-BE49-F238E27FC236}">
                  <a16:creationId xmlns:a16="http://schemas.microsoft.com/office/drawing/2014/main" id="{E1095027-68EE-9C67-0F2B-D3EC510A3BE4}"/>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Freeform 106">
              <a:extLst>
                <a:ext uri="{FF2B5EF4-FFF2-40B4-BE49-F238E27FC236}">
                  <a16:creationId xmlns:a16="http://schemas.microsoft.com/office/drawing/2014/main" id="{3678DA12-06B3-3E5B-C9D4-359AB8C8367C}"/>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24" name="Text Box 107">
            <a:extLst>
              <a:ext uri="{FF2B5EF4-FFF2-40B4-BE49-F238E27FC236}">
                <a16:creationId xmlns:a16="http://schemas.microsoft.com/office/drawing/2014/main" id="{24762C01-7153-8860-185D-7FB434123B19}"/>
              </a:ext>
            </a:extLst>
          </p:cNvPr>
          <p:cNvSpPr txBox="1">
            <a:spLocks noChangeArrowheads="1"/>
          </p:cNvSpPr>
          <p:nvPr/>
        </p:nvSpPr>
        <p:spPr bwMode="auto">
          <a:xfrm>
            <a:off x="7527530" y="221257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sp>
        <p:nvSpPr>
          <p:cNvPr id="125" name="Text Box 108">
            <a:extLst>
              <a:ext uri="{FF2B5EF4-FFF2-40B4-BE49-F238E27FC236}">
                <a16:creationId xmlns:a16="http://schemas.microsoft.com/office/drawing/2014/main" id="{C6187AA3-EA63-FA90-2D71-F05B2139EEB9}"/>
              </a:ext>
            </a:extLst>
          </p:cNvPr>
          <p:cNvSpPr txBox="1">
            <a:spLocks noChangeArrowheads="1"/>
          </p:cNvSpPr>
          <p:nvPr/>
        </p:nvSpPr>
        <p:spPr bwMode="auto">
          <a:xfrm>
            <a:off x="5912258" y="205107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7</a:t>
            </a:r>
          </a:p>
        </p:txBody>
      </p:sp>
      <p:sp>
        <p:nvSpPr>
          <p:cNvPr id="126" name="Text Box 109">
            <a:extLst>
              <a:ext uri="{FF2B5EF4-FFF2-40B4-BE49-F238E27FC236}">
                <a16:creationId xmlns:a16="http://schemas.microsoft.com/office/drawing/2014/main" id="{514D7792-07A5-E1A8-BAA3-30437AD66520}"/>
              </a:ext>
            </a:extLst>
          </p:cNvPr>
          <p:cNvSpPr txBox="1">
            <a:spLocks noChangeArrowheads="1"/>
          </p:cNvSpPr>
          <p:nvPr/>
        </p:nvSpPr>
        <p:spPr bwMode="auto">
          <a:xfrm>
            <a:off x="5100183" y="183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6</a:t>
            </a:r>
          </a:p>
        </p:txBody>
      </p:sp>
      <p:sp>
        <p:nvSpPr>
          <p:cNvPr id="127" name="Text Box 110">
            <a:extLst>
              <a:ext uri="{FF2B5EF4-FFF2-40B4-BE49-F238E27FC236}">
                <a16:creationId xmlns:a16="http://schemas.microsoft.com/office/drawing/2014/main" id="{E48FB790-7AF6-B221-FB2E-CE739487C0D8}"/>
              </a:ext>
            </a:extLst>
          </p:cNvPr>
          <p:cNvSpPr txBox="1">
            <a:spLocks noChangeArrowheads="1"/>
          </p:cNvSpPr>
          <p:nvPr/>
        </p:nvSpPr>
        <p:spPr bwMode="auto">
          <a:xfrm>
            <a:off x="4643151" y="216804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5</a:t>
            </a:r>
          </a:p>
        </p:txBody>
      </p:sp>
      <p:sp>
        <p:nvSpPr>
          <p:cNvPr id="128" name="Text Box 111">
            <a:extLst>
              <a:ext uri="{FF2B5EF4-FFF2-40B4-BE49-F238E27FC236}">
                <a16:creationId xmlns:a16="http://schemas.microsoft.com/office/drawing/2014/main" id="{E89DEACF-44FA-3311-E354-7C64B38508F4}"/>
              </a:ext>
            </a:extLst>
          </p:cNvPr>
          <p:cNvSpPr txBox="1">
            <a:spLocks noChangeArrowheads="1"/>
          </p:cNvSpPr>
          <p:nvPr/>
        </p:nvSpPr>
        <p:spPr bwMode="auto">
          <a:xfrm>
            <a:off x="4418472" y="259695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4</a:t>
            </a:r>
          </a:p>
        </p:txBody>
      </p:sp>
      <p:sp>
        <p:nvSpPr>
          <p:cNvPr id="129" name="Text Box 112">
            <a:extLst>
              <a:ext uri="{FF2B5EF4-FFF2-40B4-BE49-F238E27FC236}">
                <a16:creationId xmlns:a16="http://schemas.microsoft.com/office/drawing/2014/main" id="{C8947618-FE04-7A8B-AE10-AD9A04337A91}"/>
              </a:ext>
            </a:extLst>
          </p:cNvPr>
          <p:cNvSpPr txBox="1">
            <a:spLocks noChangeArrowheads="1"/>
          </p:cNvSpPr>
          <p:nvPr/>
        </p:nvSpPr>
        <p:spPr bwMode="auto">
          <a:xfrm>
            <a:off x="3421861" y="193367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3</a:t>
            </a:r>
          </a:p>
        </p:txBody>
      </p:sp>
      <p:sp>
        <p:nvSpPr>
          <p:cNvPr id="130" name="Text Box 113">
            <a:extLst>
              <a:ext uri="{FF2B5EF4-FFF2-40B4-BE49-F238E27FC236}">
                <a16:creationId xmlns:a16="http://schemas.microsoft.com/office/drawing/2014/main" id="{B649DA12-357B-8E2B-BD7A-ED470FD95C62}"/>
              </a:ext>
            </a:extLst>
          </p:cNvPr>
          <p:cNvSpPr txBox="1">
            <a:spLocks noChangeArrowheads="1"/>
          </p:cNvSpPr>
          <p:nvPr/>
        </p:nvSpPr>
        <p:spPr bwMode="auto">
          <a:xfrm>
            <a:off x="1525179" y="264851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31" name="Text Box 114">
            <a:extLst>
              <a:ext uri="{FF2B5EF4-FFF2-40B4-BE49-F238E27FC236}">
                <a16:creationId xmlns:a16="http://schemas.microsoft.com/office/drawing/2014/main" id="{47A21948-C4D8-EB9D-6FAE-AA3FF8AAA988}"/>
              </a:ext>
            </a:extLst>
          </p:cNvPr>
          <p:cNvSpPr txBox="1">
            <a:spLocks noChangeArrowheads="1"/>
          </p:cNvSpPr>
          <p:nvPr/>
        </p:nvSpPr>
        <p:spPr bwMode="auto">
          <a:xfrm>
            <a:off x="2107895" y="176374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grpSp>
        <p:nvGrpSpPr>
          <p:cNvPr id="183" name="组合 182">
            <a:extLst>
              <a:ext uri="{FF2B5EF4-FFF2-40B4-BE49-F238E27FC236}">
                <a16:creationId xmlns:a16="http://schemas.microsoft.com/office/drawing/2014/main" id="{F0ED4485-1539-9C4E-C4AF-F103B6273BF9}"/>
              </a:ext>
            </a:extLst>
          </p:cNvPr>
          <p:cNvGrpSpPr/>
          <p:nvPr/>
        </p:nvGrpSpPr>
        <p:grpSpPr>
          <a:xfrm>
            <a:off x="3598326" y="3003594"/>
            <a:ext cx="2497171" cy="1046059"/>
            <a:chOff x="3598326" y="3003883"/>
            <a:chExt cx="2497171" cy="1046059"/>
          </a:xfrm>
        </p:grpSpPr>
        <p:sp>
          <p:nvSpPr>
            <p:cNvPr id="138" name="Oval 121">
              <a:extLst>
                <a:ext uri="{FF2B5EF4-FFF2-40B4-BE49-F238E27FC236}">
                  <a16:creationId xmlns:a16="http://schemas.microsoft.com/office/drawing/2014/main" id="{C46980FE-D250-49CC-A740-B92EFF92AE8F}"/>
                </a:ext>
              </a:extLst>
            </p:cNvPr>
            <p:cNvSpPr>
              <a:spLocks noChangeArrowheads="1"/>
            </p:cNvSpPr>
            <p:nvPr/>
          </p:nvSpPr>
          <p:spPr bwMode="auto">
            <a:xfrm>
              <a:off x="3598326" y="3003883"/>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39" name="Text Box 122">
              <a:extLst>
                <a:ext uri="{FF2B5EF4-FFF2-40B4-BE49-F238E27FC236}">
                  <a16:creationId xmlns:a16="http://schemas.microsoft.com/office/drawing/2014/main" id="{A0CCA65F-A75A-D1F4-6A2A-6F95DE07885F}"/>
                </a:ext>
              </a:extLst>
            </p:cNvPr>
            <p:cNvSpPr txBox="1">
              <a:spLocks noChangeArrowheads="1"/>
            </p:cNvSpPr>
            <p:nvPr/>
          </p:nvSpPr>
          <p:spPr bwMode="auto">
            <a:xfrm>
              <a:off x="4305485" y="374216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grpSp>
      <p:sp>
        <p:nvSpPr>
          <p:cNvPr id="140" name="Line 123">
            <a:extLst>
              <a:ext uri="{FF2B5EF4-FFF2-40B4-BE49-F238E27FC236}">
                <a16:creationId xmlns:a16="http://schemas.microsoft.com/office/drawing/2014/main" id="{64C0EB83-1854-ABC4-4170-DDF03CB02D79}"/>
              </a:ext>
            </a:extLst>
          </p:cNvPr>
          <p:cNvSpPr>
            <a:spLocks noChangeShapeType="1"/>
          </p:cNvSpPr>
          <p:nvPr/>
        </p:nvSpPr>
        <p:spPr bwMode="auto">
          <a:xfrm>
            <a:off x="4817078" y="2940312"/>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1" name="Line 124">
            <a:extLst>
              <a:ext uri="{FF2B5EF4-FFF2-40B4-BE49-F238E27FC236}">
                <a16:creationId xmlns:a16="http://schemas.microsoft.com/office/drawing/2014/main" id="{97D0B65D-AE05-4D2D-069E-9C4E446C6065}"/>
              </a:ext>
            </a:extLst>
          </p:cNvPr>
          <p:cNvSpPr>
            <a:spLocks noChangeShapeType="1"/>
          </p:cNvSpPr>
          <p:nvPr/>
        </p:nvSpPr>
        <p:spPr bwMode="auto">
          <a:xfrm flipV="1">
            <a:off x="4938953" y="3387969"/>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42" name="Group 125">
            <a:extLst>
              <a:ext uri="{FF2B5EF4-FFF2-40B4-BE49-F238E27FC236}">
                <a16:creationId xmlns:a16="http://schemas.microsoft.com/office/drawing/2014/main" id="{07E8D2DE-8CAE-3DBF-0392-8DCF41B54E39}"/>
              </a:ext>
            </a:extLst>
          </p:cNvPr>
          <p:cNvGrpSpPr>
            <a:grpSpLocks/>
          </p:cNvGrpSpPr>
          <p:nvPr/>
        </p:nvGrpSpPr>
        <p:grpSpPr bwMode="auto">
          <a:xfrm>
            <a:off x="5365516" y="3131328"/>
            <a:ext cx="547168" cy="448828"/>
            <a:chOff x="2949" y="196"/>
            <a:chExt cx="941" cy="598"/>
          </a:xfrm>
          <a:solidFill>
            <a:srgbClr val="00FFFF"/>
          </a:solidFill>
        </p:grpSpPr>
        <p:sp>
          <p:nvSpPr>
            <p:cNvPr id="143" name="Oval 126">
              <a:extLst>
                <a:ext uri="{FF2B5EF4-FFF2-40B4-BE49-F238E27FC236}">
                  <a16:creationId xmlns:a16="http://schemas.microsoft.com/office/drawing/2014/main" id="{4CB77C58-5380-59B1-9175-7A8D9E70A8CD}"/>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27">
              <a:extLst>
                <a:ext uri="{FF2B5EF4-FFF2-40B4-BE49-F238E27FC236}">
                  <a16:creationId xmlns:a16="http://schemas.microsoft.com/office/drawing/2014/main" id="{446C1C51-264B-5BBD-C513-78861D7AA597}"/>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28">
              <a:extLst>
                <a:ext uri="{FF2B5EF4-FFF2-40B4-BE49-F238E27FC236}">
                  <a16:creationId xmlns:a16="http://schemas.microsoft.com/office/drawing/2014/main" id="{3FFDE7B3-2123-9459-4D58-2F082CBAAD7E}"/>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Oval 129">
              <a:extLst>
                <a:ext uri="{FF2B5EF4-FFF2-40B4-BE49-F238E27FC236}">
                  <a16:creationId xmlns:a16="http://schemas.microsoft.com/office/drawing/2014/main" id="{21FA0A9A-A675-CE88-36AA-3147E227B6E4}"/>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7" name="Oval 130">
              <a:extLst>
                <a:ext uri="{FF2B5EF4-FFF2-40B4-BE49-F238E27FC236}">
                  <a16:creationId xmlns:a16="http://schemas.microsoft.com/office/drawing/2014/main" id="{0C537B40-9BBE-2DEF-D6E0-C7879C55A578}"/>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8" name="Oval 131">
              <a:extLst>
                <a:ext uri="{FF2B5EF4-FFF2-40B4-BE49-F238E27FC236}">
                  <a16:creationId xmlns:a16="http://schemas.microsoft.com/office/drawing/2014/main" id="{3EA3B929-2F0A-A84A-0A0F-0E642F3E5DF3}"/>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9" name="Oval 132">
              <a:extLst>
                <a:ext uri="{FF2B5EF4-FFF2-40B4-BE49-F238E27FC236}">
                  <a16:creationId xmlns:a16="http://schemas.microsoft.com/office/drawing/2014/main" id="{3E0C0551-5E99-BE45-4EA3-FF7C379A107C}"/>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0" name="Oval 133">
              <a:extLst>
                <a:ext uri="{FF2B5EF4-FFF2-40B4-BE49-F238E27FC236}">
                  <a16:creationId xmlns:a16="http://schemas.microsoft.com/office/drawing/2014/main" id="{807402FE-80CF-569A-2650-B8CBE663A515}"/>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1" name="Freeform 134">
              <a:extLst>
                <a:ext uri="{FF2B5EF4-FFF2-40B4-BE49-F238E27FC236}">
                  <a16:creationId xmlns:a16="http://schemas.microsoft.com/office/drawing/2014/main" id="{97D9323C-B50E-85AC-7874-075233BD21D9}"/>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2" name="Freeform 135">
              <a:extLst>
                <a:ext uri="{FF2B5EF4-FFF2-40B4-BE49-F238E27FC236}">
                  <a16:creationId xmlns:a16="http://schemas.microsoft.com/office/drawing/2014/main" id="{255A395F-E04E-99F1-E3D2-F4735B706757}"/>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3" name="Freeform 136">
              <a:extLst>
                <a:ext uri="{FF2B5EF4-FFF2-40B4-BE49-F238E27FC236}">
                  <a16:creationId xmlns:a16="http://schemas.microsoft.com/office/drawing/2014/main" id="{869EC396-8B08-819F-82D9-EF499C2A4E2E}"/>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55" name="Line 138">
            <a:extLst>
              <a:ext uri="{FF2B5EF4-FFF2-40B4-BE49-F238E27FC236}">
                <a16:creationId xmlns:a16="http://schemas.microsoft.com/office/drawing/2014/main" id="{54471056-B3D7-C019-CC74-6F8FCE6D8BD0}"/>
              </a:ext>
            </a:extLst>
          </p:cNvPr>
          <p:cNvSpPr>
            <a:spLocks noChangeShapeType="1"/>
          </p:cNvSpPr>
          <p:nvPr/>
        </p:nvSpPr>
        <p:spPr bwMode="auto">
          <a:xfrm>
            <a:off x="4084557" y="3450079"/>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56" name="Group 139">
            <a:extLst>
              <a:ext uri="{FF2B5EF4-FFF2-40B4-BE49-F238E27FC236}">
                <a16:creationId xmlns:a16="http://schemas.microsoft.com/office/drawing/2014/main" id="{B40970C0-7E21-50E6-F979-C1F258A0EE54}"/>
              </a:ext>
            </a:extLst>
          </p:cNvPr>
          <p:cNvGrpSpPr>
            <a:grpSpLocks/>
          </p:cNvGrpSpPr>
          <p:nvPr/>
        </p:nvGrpSpPr>
        <p:grpSpPr bwMode="auto">
          <a:xfrm>
            <a:off x="3842076" y="3194610"/>
            <a:ext cx="548438" cy="448828"/>
            <a:chOff x="2949" y="196"/>
            <a:chExt cx="941" cy="598"/>
          </a:xfrm>
          <a:solidFill>
            <a:srgbClr val="00FFFF"/>
          </a:solidFill>
        </p:grpSpPr>
        <p:sp>
          <p:nvSpPr>
            <p:cNvPr id="157" name="Oval 140">
              <a:extLst>
                <a:ext uri="{FF2B5EF4-FFF2-40B4-BE49-F238E27FC236}">
                  <a16:creationId xmlns:a16="http://schemas.microsoft.com/office/drawing/2014/main" id="{CC7DF2D1-6047-72F4-1503-A460E3026689}"/>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Oval 141">
              <a:extLst>
                <a:ext uri="{FF2B5EF4-FFF2-40B4-BE49-F238E27FC236}">
                  <a16:creationId xmlns:a16="http://schemas.microsoft.com/office/drawing/2014/main" id="{F205D50E-0B05-45BD-06F7-7BA6771AC34F}"/>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Oval 142">
              <a:extLst>
                <a:ext uri="{FF2B5EF4-FFF2-40B4-BE49-F238E27FC236}">
                  <a16:creationId xmlns:a16="http://schemas.microsoft.com/office/drawing/2014/main" id="{6D278F55-97D9-E64E-B600-3360F47C86D4}"/>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Oval 143">
              <a:extLst>
                <a:ext uri="{FF2B5EF4-FFF2-40B4-BE49-F238E27FC236}">
                  <a16:creationId xmlns:a16="http://schemas.microsoft.com/office/drawing/2014/main" id="{5120DB73-0D60-062E-CC79-B4F19E0219E0}"/>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Oval 144">
              <a:extLst>
                <a:ext uri="{FF2B5EF4-FFF2-40B4-BE49-F238E27FC236}">
                  <a16:creationId xmlns:a16="http://schemas.microsoft.com/office/drawing/2014/main" id="{7F345928-A847-FFFB-1E49-2FB2E690DA7D}"/>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2" name="Oval 145">
              <a:extLst>
                <a:ext uri="{FF2B5EF4-FFF2-40B4-BE49-F238E27FC236}">
                  <a16:creationId xmlns:a16="http://schemas.microsoft.com/office/drawing/2014/main" id="{8997FACD-7435-09B0-6C95-9D2394D0787F}"/>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Oval 146">
              <a:extLst>
                <a:ext uri="{FF2B5EF4-FFF2-40B4-BE49-F238E27FC236}">
                  <a16:creationId xmlns:a16="http://schemas.microsoft.com/office/drawing/2014/main" id="{29C18C97-1D42-DDD1-6FFE-3146CEBFFE6B}"/>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Oval 147">
              <a:extLst>
                <a:ext uri="{FF2B5EF4-FFF2-40B4-BE49-F238E27FC236}">
                  <a16:creationId xmlns:a16="http://schemas.microsoft.com/office/drawing/2014/main" id="{C0EA0EBB-C2D6-C43F-9DB3-2A2F287D4772}"/>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5" name="Freeform 148">
              <a:extLst>
                <a:ext uri="{FF2B5EF4-FFF2-40B4-BE49-F238E27FC236}">
                  <a16:creationId xmlns:a16="http://schemas.microsoft.com/office/drawing/2014/main" id="{F84A7898-9F9F-CAC4-E19C-42FA446893CD}"/>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6" name="Freeform 149">
              <a:extLst>
                <a:ext uri="{FF2B5EF4-FFF2-40B4-BE49-F238E27FC236}">
                  <a16:creationId xmlns:a16="http://schemas.microsoft.com/office/drawing/2014/main" id="{0FE95C85-42F2-0B27-C4CB-0D009EAD51B9}"/>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7" name="Freeform 150">
              <a:extLst>
                <a:ext uri="{FF2B5EF4-FFF2-40B4-BE49-F238E27FC236}">
                  <a16:creationId xmlns:a16="http://schemas.microsoft.com/office/drawing/2014/main" id="{6CAEB88B-FAC9-1D64-91A1-80FAEE42CBB0}"/>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69" name="Picture 152">
            <a:extLst>
              <a:ext uri="{FF2B5EF4-FFF2-40B4-BE49-F238E27FC236}">
                <a16:creationId xmlns:a16="http://schemas.microsoft.com/office/drawing/2014/main" id="{53EC3F47-69AA-4BE7-A932-F3A6CBA40E20}"/>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3414922"/>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0" name="Text Box 153">
            <a:extLst>
              <a:ext uri="{FF2B5EF4-FFF2-40B4-BE49-F238E27FC236}">
                <a16:creationId xmlns:a16="http://schemas.microsoft.com/office/drawing/2014/main" id="{4EA9A9B3-DF69-4CB8-9BBF-5D6C86D02B46}"/>
              </a:ext>
            </a:extLst>
          </p:cNvPr>
          <p:cNvSpPr txBox="1">
            <a:spLocks noChangeArrowheads="1"/>
          </p:cNvSpPr>
          <p:nvPr/>
        </p:nvSpPr>
        <p:spPr bwMode="auto">
          <a:xfrm>
            <a:off x="4459070" y="318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71" name="Picture 154">
            <a:extLst>
              <a:ext uri="{FF2B5EF4-FFF2-40B4-BE49-F238E27FC236}">
                <a16:creationId xmlns:a16="http://schemas.microsoft.com/office/drawing/2014/main" id="{68AD8CD9-08F8-DC4B-4DD6-A8EDD943D4FA}"/>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3151" y="2841875"/>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3" name="Text Box 115">
            <a:extLst>
              <a:ext uri="{FF2B5EF4-FFF2-40B4-BE49-F238E27FC236}">
                <a16:creationId xmlns:a16="http://schemas.microsoft.com/office/drawing/2014/main" id="{06FAEB90-2838-F41B-07A1-1911F0379C54}"/>
              </a:ext>
            </a:extLst>
          </p:cNvPr>
          <p:cNvSpPr txBox="1">
            <a:spLocks noChangeArrowheads="1"/>
          </p:cNvSpPr>
          <p:nvPr/>
        </p:nvSpPr>
        <p:spPr bwMode="auto">
          <a:xfrm>
            <a:off x="6861812" y="306805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74" name="Text Box 116">
            <a:extLst>
              <a:ext uri="{FF2B5EF4-FFF2-40B4-BE49-F238E27FC236}">
                <a16:creationId xmlns:a16="http://schemas.microsoft.com/office/drawing/2014/main" id="{DAA41D17-5336-4D1C-C277-1F112CB74345}"/>
              </a:ext>
            </a:extLst>
          </p:cNvPr>
          <p:cNvSpPr txBox="1">
            <a:spLocks noChangeArrowheads="1"/>
          </p:cNvSpPr>
          <p:nvPr/>
        </p:nvSpPr>
        <p:spPr bwMode="auto">
          <a:xfrm>
            <a:off x="6915228" y="190438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75" name="Text Box 117">
            <a:extLst>
              <a:ext uri="{FF2B5EF4-FFF2-40B4-BE49-F238E27FC236}">
                <a16:creationId xmlns:a16="http://schemas.microsoft.com/office/drawing/2014/main" id="{92787325-7224-9CE4-1C5C-E63218787470}"/>
              </a:ext>
            </a:extLst>
          </p:cNvPr>
          <p:cNvSpPr txBox="1">
            <a:spLocks noChangeArrowheads="1"/>
          </p:cNvSpPr>
          <p:nvPr/>
        </p:nvSpPr>
        <p:spPr bwMode="auto">
          <a:xfrm>
            <a:off x="2237984" y="307742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76" name="Text Box 118">
            <a:extLst>
              <a:ext uri="{FF2B5EF4-FFF2-40B4-BE49-F238E27FC236}">
                <a16:creationId xmlns:a16="http://schemas.microsoft.com/office/drawing/2014/main" id="{8D99FF09-F3D1-63AA-A655-60910F848A74}"/>
              </a:ext>
            </a:extLst>
          </p:cNvPr>
          <p:cNvSpPr txBox="1">
            <a:spLocks noChangeArrowheads="1"/>
          </p:cNvSpPr>
          <p:nvPr/>
        </p:nvSpPr>
        <p:spPr bwMode="auto">
          <a:xfrm>
            <a:off x="2789151" y="255476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77" name="Text Box 119">
            <a:extLst>
              <a:ext uri="{FF2B5EF4-FFF2-40B4-BE49-F238E27FC236}">
                <a16:creationId xmlns:a16="http://schemas.microsoft.com/office/drawing/2014/main" id="{54C787DE-4C6E-E430-A1D0-EDC19ACE9704}"/>
              </a:ext>
            </a:extLst>
          </p:cNvPr>
          <p:cNvSpPr txBox="1">
            <a:spLocks noChangeArrowheads="1"/>
          </p:cNvSpPr>
          <p:nvPr/>
        </p:nvSpPr>
        <p:spPr bwMode="auto">
          <a:xfrm>
            <a:off x="1505747" y="22008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78" name="Text Box 120">
            <a:extLst>
              <a:ext uri="{FF2B5EF4-FFF2-40B4-BE49-F238E27FC236}">
                <a16:creationId xmlns:a16="http://schemas.microsoft.com/office/drawing/2014/main" id="{17AE34C2-02C6-FA27-5F4A-73AA93D8858F}"/>
              </a:ext>
            </a:extLst>
          </p:cNvPr>
          <p:cNvSpPr txBox="1">
            <a:spLocks noChangeArrowheads="1"/>
          </p:cNvSpPr>
          <p:nvPr/>
        </p:nvSpPr>
        <p:spPr bwMode="auto">
          <a:xfrm>
            <a:off x="6550398" y="25219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79" name="Text Box 137">
            <a:extLst>
              <a:ext uri="{FF2B5EF4-FFF2-40B4-BE49-F238E27FC236}">
                <a16:creationId xmlns:a16="http://schemas.microsoft.com/office/drawing/2014/main" id="{466A850B-08A5-C6D7-25FE-87ED8A58F075}"/>
              </a:ext>
            </a:extLst>
          </p:cNvPr>
          <p:cNvSpPr txBox="1">
            <a:spLocks noChangeArrowheads="1"/>
          </p:cNvSpPr>
          <p:nvPr/>
        </p:nvSpPr>
        <p:spPr bwMode="auto">
          <a:xfrm>
            <a:off x="5407913" y="3218065"/>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80" name="Text Box 151">
            <a:extLst>
              <a:ext uri="{FF2B5EF4-FFF2-40B4-BE49-F238E27FC236}">
                <a16:creationId xmlns:a16="http://schemas.microsoft.com/office/drawing/2014/main" id="{8EFFF052-7C5C-2DAE-C60B-FB6C285C0BF0}"/>
              </a:ext>
            </a:extLst>
          </p:cNvPr>
          <p:cNvSpPr txBox="1">
            <a:spLocks noChangeArrowheads="1"/>
          </p:cNvSpPr>
          <p:nvPr/>
        </p:nvSpPr>
        <p:spPr bwMode="auto">
          <a:xfrm>
            <a:off x="3872858" y="327781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sp>
        <p:nvSpPr>
          <p:cNvPr id="5" name="矩形 4">
            <a:extLst>
              <a:ext uri="{FF2B5EF4-FFF2-40B4-BE49-F238E27FC236}">
                <a16:creationId xmlns:a16="http://schemas.microsoft.com/office/drawing/2014/main" id="{2EDA7379-2F3E-6CEC-A403-07F871D407F1}"/>
              </a:ext>
            </a:extLst>
          </p:cNvPr>
          <p:cNvSpPr/>
          <p:nvPr/>
        </p:nvSpPr>
        <p:spPr>
          <a:xfrm>
            <a:off x="1037109" y="4331760"/>
            <a:ext cx="7174018" cy="352789"/>
          </a:xfrm>
          <a:prstGeom prst="rect">
            <a:avLst/>
          </a:prstGeom>
        </p:spPr>
        <p:txBody>
          <a:bodyPr wrap="square">
            <a:spAutoFit/>
          </a:bodyPr>
          <a:lstStyle/>
          <a:p>
            <a:pPr>
              <a:lnSpc>
                <a:spcPts val="2200"/>
              </a:lnSpc>
              <a:buClr>
                <a:srgbClr val="0070C0"/>
              </a:buClr>
            </a:pPr>
            <a:r>
              <a:rPr lang="zh-CN" altLang="en-US" sz="1600" b="1" dirty="0">
                <a:latin typeface="微软雅黑" pitchFamily="34" charset="-122"/>
                <a:ea typeface="微软雅黑" pitchFamily="34" charset="-122"/>
              </a:rPr>
              <a:t>在主干区域内的路由器称为主干路由器。 </a:t>
            </a:r>
          </a:p>
        </p:txBody>
      </p:sp>
      <p:sp>
        <p:nvSpPr>
          <p:cNvPr id="6" name="AutoShape 5">
            <a:extLst>
              <a:ext uri="{FF2B5EF4-FFF2-40B4-BE49-F238E27FC236}">
                <a16:creationId xmlns:a16="http://schemas.microsoft.com/office/drawing/2014/main" id="{FB0542AE-31E7-F2C3-753E-D729E8411E45}"/>
              </a:ext>
            </a:extLst>
          </p:cNvPr>
          <p:cNvSpPr>
            <a:spLocks noChangeArrowheads="1"/>
          </p:cNvSpPr>
          <p:nvPr/>
        </p:nvSpPr>
        <p:spPr bwMode="auto">
          <a:xfrm>
            <a:off x="545144" y="62179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a:extLst>
              <a:ext uri="{FF2B5EF4-FFF2-40B4-BE49-F238E27FC236}">
                <a16:creationId xmlns:a16="http://schemas.microsoft.com/office/drawing/2014/main" id="{D000E8D5-42F1-6B7A-DBB5-8AAA3815F703}"/>
              </a:ext>
            </a:extLst>
          </p:cNvPr>
          <p:cNvSpPr>
            <a:spLocks noChangeArrowheads="1"/>
          </p:cNvSpPr>
          <p:nvPr/>
        </p:nvSpPr>
        <p:spPr bwMode="auto">
          <a:xfrm>
            <a:off x="1941968" y="58858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OSPF</a:t>
            </a:r>
            <a:r>
              <a:rPr lang="zh-CN" altLang="en-US" sz="2000" b="1" dirty="0">
                <a:solidFill>
                  <a:schemeClr val="bg1"/>
                </a:solidFill>
                <a:latin typeface="微软雅黑" pitchFamily="34" charset="-122"/>
                <a:ea typeface="微软雅黑" pitchFamily="34" charset="-122"/>
              </a:rPr>
              <a:t>的层次结构</a:t>
            </a:r>
          </a:p>
        </p:txBody>
      </p:sp>
      <p:sp>
        <p:nvSpPr>
          <p:cNvPr id="8" name="对话气泡: 矩形 7">
            <a:extLst>
              <a:ext uri="{FF2B5EF4-FFF2-40B4-BE49-F238E27FC236}">
                <a16:creationId xmlns:a16="http://schemas.microsoft.com/office/drawing/2014/main" id="{1FC90851-CDE2-2E81-0EB2-6BADE21F0CD5}"/>
              </a:ext>
            </a:extLst>
          </p:cNvPr>
          <p:cNvSpPr/>
          <p:nvPr/>
        </p:nvSpPr>
        <p:spPr>
          <a:xfrm>
            <a:off x="5531249" y="1554266"/>
            <a:ext cx="876549" cy="518273"/>
          </a:xfrm>
          <a:prstGeom prst="wedgeRectCallout">
            <a:avLst>
              <a:gd name="adj1" fmla="val -93989"/>
              <a:gd name="adj2" fmla="val 119283"/>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600" dirty="0">
                <a:latin typeface="微软雅黑" panose="020B0503020204020204" pitchFamily="34" charset="-122"/>
                <a:ea typeface="微软雅黑" panose="020B0503020204020204" pitchFamily="34" charset="-122"/>
              </a:rPr>
              <a:t>主干  路由器</a:t>
            </a:r>
          </a:p>
        </p:txBody>
      </p:sp>
    </p:spTree>
    <p:extLst>
      <p:ext uri="{BB962C8B-B14F-4D97-AF65-F5344CB8AC3E}">
        <p14:creationId xmlns:p14="http://schemas.microsoft.com/office/powerpoint/2010/main" val="22314602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35" presetClass="emph" presetSubtype="0" repeatCount="2000" fill="hold" grpId="0" nodeType="withEffect">
                                  <p:stCondLst>
                                    <p:cond delay="0"/>
                                  </p:stCondLst>
                                  <p:childTnLst>
                                    <p:anim calcmode="discrete" valueType="str">
                                      <p:cBhvr>
                                        <p:cTn id="16" dur="1000" fill="hold"/>
                                        <p:tgtEl>
                                          <p:spTgt spid="125"/>
                                        </p:tgtEl>
                                        <p:attrNameLst>
                                          <p:attrName>style.visibility</p:attrName>
                                        </p:attrNameLst>
                                      </p:cBhvr>
                                      <p:tavLst>
                                        <p:tav tm="0">
                                          <p:val>
                                            <p:strVal val="hidden"/>
                                          </p:val>
                                        </p:tav>
                                        <p:tav tm="50000">
                                          <p:val>
                                            <p:strVal val="visible"/>
                                          </p:val>
                                        </p:tav>
                                      </p:tavLst>
                                    </p:anim>
                                  </p:childTnLst>
                                </p:cTn>
                              </p:par>
                              <p:par>
                                <p:cTn id="17" presetID="35" presetClass="emph" presetSubtype="0" repeatCount="2000" fill="hold" grpId="0" nodeType="withEffect">
                                  <p:stCondLst>
                                    <p:cond delay="0"/>
                                  </p:stCondLst>
                                  <p:childTnLst>
                                    <p:anim calcmode="discrete" valueType="str">
                                      <p:cBhvr>
                                        <p:cTn id="18" dur="1000" fill="hold"/>
                                        <p:tgtEl>
                                          <p:spTgt spid="129"/>
                                        </p:tgtEl>
                                        <p:attrNameLst>
                                          <p:attrName>style.visibility</p:attrName>
                                        </p:attrNameLst>
                                      </p:cBhvr>
                                      <p:tavLst>
                                        <p:tav tm="0">
                                          <p:val>
                                            <p:strVal val="hidden"/>
                                          </p:val>
                                        </p:tav>
                                        <p:tav tm="50000">
                                          <p:val>
                                            <p:strVal val="visible"/>
                                          </p:val>
                                        </p:tav>
                                      </p:tavLst>
                                    </p:anim>
                                  </p:childTnLst>
                                </p:cTn>
                              </p:par>
                              <p:par>
                                <p:cTn id="19" presetID="35" presetClass="emph" presetSubtype="0" repeatCount="2000" fill="hold" grpId="0" nodeType="withEffect">
                                  <p:stCondLst>
                                    <p:cond delay="0"/>
                                  </p:stCondLst>
                                  <p:childTnLst>
                                    <p:anim calcmode="discrete" valueType="str">
                                      <p:cBhvr>
                                        <p:cTn id="20" dur="1000" fill="hold"/>
                                        <p:tgtEl>
                                          <p:spTgt spid="126"/>
                                        </p:tgtEl>
                                        <p:attrNameLst>
                                          <p:attrName>style.visibility</p:attrName>
                                        </p:attrNameLst>
                                      </p:cBhvr>
                                      <p:tavLst>
                                        <p:tav tm="0">
                                          <p:val>
                                            <p:strVal val="hidden"/>
                                          </p:val>
                                        </p:tav>
                                        <p:tav tm="50000">
                                          <p:val>
                                            <p:strVal val="visible"/>
                                          </p:val>
                                        </p:tav>
                                      </p:tavLst>
                                    </p:anim>
                                  </p:childTnLst>
                                </p:cTn>
                              </p:par>
                              <p:par>
                                <p:cTn id="21" presetID="35" presetClass="emph" presetSubtype="0" repeatCount="2000" fill="hold" grpId="0" nodeType="withEffect">
                                  <p:stCondLst>
                                    <p:cond delay="0"/>
                                  </p:stCondLst>
                                  <p:childTnLst>
                                    <p:anim calcmode="discrete" valueType="str">
                                      <p:cBhvr>
                                        <p:cTn id="22" dur="1000" fill="hold"/>
                                        <p:tgtEl>
                                          <p:spTgt spid="127"/>
                                        </p:tgtEl>
                                        <p:attrNameLst>
                                          <p:attrName>style.visibility</p:attrName>
                                        </p:attrNameLst>
                                      </p:cBhvr>
                                      <p:tavLst>
                                        <p:tav tm="0">
                                          <p:val>
                                            <p:strVal val="hidden"/>
                                          </p:val>
                                        </p:tav>
                                        <p:tav tm="50000">
                                          <p:val>
                                            <p:strVal val="visible"/>
                                          </p:val>
                                        </p:tav>
                                      </p:tavLst>
                                    </p:anim>
                                  </p:childTnLst>
                                </p:cTn>
                              </p:par>
                              <p:par>
                                <p:cTn id="23" presetID="35" presetClass="emph" presetSubtype="0" repeatCount="2000" fill="hold" grpId="0" nodeType="withEffect">
                                  <p:stCondLst>
                                    <p:cond delay="0"/>
                                  </p:stCondLst>
                                  <p:childTnLst>
                                    <p:anim calcmode="discrete" valueType="str">
                                      <p:cBhvr>
                                        <p:cTn id="24" dur="1000" fill="hold"/>
                                        <p:tgtEl>
                                          <p:spTgt spid="128"/>
                                        </p:tgtEl>
                                        <p:attrNameLst>
                                          <p:attrName>style.visibility</p:attrName>
                                        </p:attrNameLst>
                                      </p:cBhvr>
                                      <p:tavLst>
                                        <p:tav tm="0">
                                          <p:val>
                                            <p:strVal val="hidden"/>
                                          </p:val>
                                        </p:tav>
                                        <p:tav tm="50000">
                                          <p:val>
                                            <p:strVal val="visible"/>
                                          </p:val>
                                        </p:tav>
                                      </p:tavLst>
                                    </p:anim>
                                  </p:childTnLst>
                                </p:cTn>
                              </p:par>
                              <p:par>
                                <p:cTn id="25" presetID="35" presetClass="emph" presetSubtype="0" repeatCount="2000" fill="hold" nodeType="withEffect">
                                  <p:stCondLst>
                                    <p:cond delay="0"/>
                                  </p:stCondLst>
                                  <p:childTnLst>
                                    <p:anim calcmode="discrete" valueType="str">
                                      <p:cBhvr>
                                        <p:cTn id="26" dur="1000" fill="hold"/>
                                        <p:tgtEl>
                                          <p:spTgt spid="59"/>
                                        </p:tgtEl>
                                        <p:attrNameLst>
                                          <p:attrName>style.visibility</p:attrName>
                                        </p:attrNameLst>
                                      </p:cBhvr>
                                      <p:tavLst>
                                        <p:tav tm="0">
                                          <p:val>
                                            <p:strVal val="hidden"/>
                                          </p:val>
                                        </p:tav>
                                        <p:tav tm="50000">
                                          <p:val>
                                            <p:strVal val="visible"/>
                                          </p:val>
                                        </p:tav>
                                      </p:tavLst>
                                    </p:anim>
                                  </p:childTnLst>
                                </p:cTn>
                              </p:par>
                              <p:par>
                                <p:cTn id="27" presetID="35" presetClass="emph" presetSubtype="0" repeatCount="2000" fill="hold" nodeType="withEffect">
                                  <p:stCondLst>
                                    <p:cond delay="0"/>
                                  </p:stCondLst>
                                  <p:childTnLst>
                                    <p:anim calcmode="discrete" valueType="str">
                                      <p:cBhvr>
                                        <p:cTn id="28" dur="1000" fill="hold"/>
                                        <p:tgtEl>
                                          <p:spTgt spid="171"/>
                                        </p:tgtEl>
                                        <p:attrNameLst>
                                          <p:attrName>style.visibility</p:attrName>
                                        </p:attrNameLst>
                                      </p:cBhvr>
                                      <p:tavLst>
                                        <p:tav tm="0">
                                          <p:val>
                                            <p:strVal val="hidden"/>
                                          </p:val>
                                        </p:tav>
                                        <p:tav tm="50000">
                                          <p:val>
                                            <p:strVal val="visible"/>
                                          </p:val>
                                        </p:tav>
                                      </p:tavLst>
                                    </p:anim>
                                  </p:childTnLst>
                                </p:cTn>
                              </p:par>
                              <p:par>
                                <p:cTn id="29" presetID="35" presetClass="emph" presetSubtype="0" repeatCount="2000" fill="hold" nodeType="withEffect">
                                  <p:stCondLst>
                                    <p:cond delay="0"/>
                                  </p:stCondLst>
                                  <p:childTnLst>
                                    <p:anim calcmode="discrete" valueType="str">
                                      <p:cBhvr>
                                        <p:cTn id="30" dur="1000" fill="hold"/>
                                        <p:tgtEl>
                                          <p:spTgt spid="6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p:bldP spid="126" grpId="0"/>
      <p:bldP spid="127" grpId="0"/>
      <p:bldP spid="128" grpId="0"/>
      <p:bldP spid="129" grpId="0"/>
      <p:bldP spid="5" grpId="0"/>
      <p:bldP spid="8" grpId="0" animBg="1"/>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EB202F-22DE-C01A-E431-D8218C552618}"/>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210321E4-67BB-93FB-B8BE-8CA670116254}"/>
              </a:ext>
            </a:extLst>
          </p:cNvPr>
          <p:cNvSpPr/>
          <p:nvPr/>
        </p:nvSpPr>
        <p:spPr>
          <a:xfrm>
            <a:off x="545144" y="1019619"/>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 name="AutoShape 3">
            <a:extLst>
              <a:ext uri="{FF2B5EF4-FFF2-40B4-BE49-F238E27FC236}">
                <a16:creationId xmlns:a16="http://schemas.microsoft.com/office/drawing/2014/main" id="{A8C5784C-97BB-D743-1417-D204416A2346}"/>
              </a:ext>
            </a:extLst>
          </p:cNvPr>
          <p:cNvSpPr>
            <a:spLocks noChangeArrowheads="1"/>
          </p:cNvSpPr>
          <p:nvPr/>
        </p:nvSpPr>
        <p:spPr bwMode="auto">
          <a:xfrm>
            <a:off x="1018636" y="1402811"/>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2" name="Text Box 4">
            <a:extLst>
              <a:ext uri="{FF2B5EF4-FFF2-40B4-BE49-F238E27FC236}">
                <a16:creationId xmlns:a16="http://schemas.microsoft.com/office/drawing/2014/main" id="{D13E409A-620E-4615-DA90-61F9B5583CBC}"/>
              </a:ext>
            </a:extLst>
          </p:cNvPr>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grpSp>
        <p:nvGrpSpPr>
          <p:cNvPr id="182" name="组合 181">
            <a:extLst>
              <a:ext uri="{FF2B5EF4-FFF2-40B4-BE49-F238E27FC236}">
                <a16:creationId xmlns:a16="http://schemas.microsoft.com/office/drawing/2014/main" id="{EB788242-6954-0F28-803B-6E376FBB176A}"/>
              </a:ext>
            </a:extLst>
          </p:cNvPr>
          <p:cNvGrpSpPr/>
          <p:nvPr/>
        </p:nvGrpSpPr>
        <p:grpSpPr>
          <a:xfrm>
            <a:off x="1101155" y="1773123"/>
            <a:ext cx="2532718" cy="2064420"/>
            <a:chOff x="1101155" y="1773412"/>
            <a:chExt cx="2532718" cy="2064420"/>
          </a:xfrm>
        </p:grpSpPr>
        <p:sp>
          <p:nvSpPr>
            <p:cNvPr id="24" name="Oval 7">
              <a:extLst>
                <a:ext uri="{FF2B5EF4-FFF2-40B4-BE49-F238E27FC236}">
                  <a16:creationId xmlns:a16="http://schemas.microsoft.com/office/drawing/2014/main" id="{A1A69B30-C6F8-7707-DA0C-6C85B37A3216}"/>
                </a:ext>
              </a:extLst>
            </p:cNvPr>
            <p:cNvSpPr>
              <a:spLocks noChangeArrowheads="1"/>
            </p:cNvSpPr>
            <p:nvPr/>
          </p:nvSpPr>
          <p:spPr bwMode="auto">
            <a:xfrm>
              <a:off x="1101155" y="1773412"/>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6" name="Text Box 9">
              <a:extLst>
                <a:ext uri="{FF2B5EF4-FFF2-40B4-BE49-F238E27FC236}">
                  <a16:creationId xmlns:a16="http://schemas.microsoft.com/office/drawing/2014/main" id="{FC517EF6-530C-74DA-79AB-41FE122897D8}"/>
                </a:ext>
              </a:extLst>
            </p:cNvPr>
            <p:cNvSpPr txBox="1">
              <a:spLocks noChangeArrowheads="1"/>
            </p:cNvSpPr>
            <p:nvPr/>
          </p:nvSpPr>
          <p:spPr bwMode="auto">
            <a:xfrm>
              <a:off x="1812343" y="353005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grpSp>
      <p:grpSp>
        <p:nvGrpSpPr>
          <p:cNvPr id="184" name="组合 183">
            <a:extLst>
              <a:ext uri="{FF2B5EF4-FFF2-40B4-BE49-F238E27FC236}">
                <a16:creationId xmlns:a16="http://schemas.microsoft.com/office/drawing/2014/main" id="{176F64A4-0C70-4CAF-14DE-395507E33334}"/>
              </a:ext>
            </a:extLst>
          </p:cNvPr>
          <p:cNvGrpSpPr/>
          <p:nvPr/>
        </p:nvGrpSpPr>
        <p:grpSpPr>
          <a:xfrm>
            <a:off x="6095497" y="1773123"/>
            <a:ext cx="1923343" cy="2117154"/>
            <a:chOff x="6095497" y="1773412"/>
            <a:chExt cx="1923343" cy="2117154"/>
          </a:xfrm>
        </p:grpSpPr>
        <p:sp>
          <p:nvSpPr>
            <p:cNvPr id="25" name="Oval 8">
              <a:extLst>
                <a:ext uri="{FF2B5EF4-FFF2-40B4-BE49-F238E27FC236}">
                  <a16:creationId xmlns:a16="http://schemas.microsoft.com/office/drawing/2014/main" id="{CCE94AE5-E0FD-0564-804F-CBAFBB01A89B}"/>
                </a:ext>
              </a:extLst>
            </p:cNvPr>
            <p:cNvSpPr>
              <a:spLocks noChangeArrowheads="1"/>
            </p:cNvSpPr>
            <p:nvPr/>
          </p:nvSpPr>
          <p:spPr bwMode="auto">
            <a:xfrm>
              <a:off x="6095497" y="1773412"/>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7" name="Text Box 10">
              <a:extLst>
                <a:ext uri="{FF2B5EF4-FFF2-40B4-BE49-F238E27FC236}">
                  <a16:creationId xmlns:a16="http://schemas.microsoft.com/office/drawing/2014/main" id="{7E3E5DC2-58C6-5485-5CA5-FCF31858C3AC}"/>
                </a:ext>
              </a:extLst>
            </p:cNvPr>
            <p:cNvSpPr txBox="1">
              <a:spLocks noChangeArrowheads="1"/>
            </p:cNvSpPr>
            <p:nvPr/>
          </p:nvSpPr>
          <p:spPr bwMode="auto">
            <a:xfrm>
              <a:off x="6496859" y="3582789"/>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grpSp>
      <p:grpSp>
        <p:nvGrpSpPr>
          <p:cNvPr id="181" name="组合 180">
            <a:extLst>
              <a:ext uri="{FF2B5EF4-FFF2-40B4-BE49-F238E27FC236}">
                <a16:creationId xmlns:a16="http://schemas.microsoft.com/office/drawing/2014/main" id="{BFC72FF0-57BA-E67E-F441-9D95783F8E41}"/>
              </a:ext>
            </a:extLst>
          </p:cNvPr>
          <p:cNvGrpSpPr/>
          <p:nvPr/>
        </p:nvGrpSpPr>
        <p:grpSpPr>
          <a:xfrm>
            <a:off x="3720201" y="1518518"/>
            <a:ext cx="2314358" cy="1421794"/>
            <a:chOff x="3720201" y="1518807"/>
            <a:chExt cx="2314358" cy="1421794"/>
          </a:xfrm>
        </p:grpSpPr>
        <p:sp>
          <p:nvSpPr>
            <p:cNvPr id="23" name="Oval 6">
              <a:extLst>
                <a:ext uri="{FF2B5EF4-FFF2-40B4-BE49-F238E27FC236}">
                  <a16:creationId xmlns:a16="http://schemas.microsoft.com/office/drawing/2014/main" id="{00373D69-DE6A-40E0-D662-AE12C401F46D}"/>
                </a:ext>
              </a:extLst>
            </p:cNvPr>
            <p:cNvSpPr>
              <a:spLocks noChangeArrowheads="1"/>
            </p:cNvSpPr>
            <p:nvPr/>
          </p:nvSpPr>
          <p:spPr bwMode="auto">
            <a:xfrm>
              <a:off x="3720201" y="1824975"/>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8" name="Text Box 11">
              <a:extLst>
                <a:ext uri="{FF2B5EF4-FFF2-40B4-BE49-F238E27FC236}">
                  <a16:creationId xmlns:a16="http://schemas.microsoft.com/office/drawing/2014/main" id="{CA23118E-B455-6D70-B555-5470814BE828}"/>
                </a:ext>
              </a:extLst>
            </p:cNvPr>
            <p:cNvSpPr txBox="1">
              <a:spLocks noChangeArrowheads="1"/>
            </p:cNvSpPr>
            <p:nvPr/>
          </p:nvSpPr>
          <p:spPr bwMode="auto">
            <a:xfrm>
              <a:off x="3722740" y="1518807"/>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grpSp>
      <p:sp>
        <p:nvSpPr>
          <p:cNvPr id="29" name="Line 12">
            <a:extLst>
              <a:ext uri="{FF2B5EF4-FFF2-40B4-BE49-F238E27FC236}">
                <a16:creationId xmlns:a16="http://schemas.microsoft.com/office/drawing/2014/main" id="{29C7F9D9-5561-F72C-8468-F37B60B9A339}"/>
              </a:ext>
            </a:extLst>
          </p:cNvPr>
          <p:cNvSpPr>
            <a:spLocks noChangeShapeType="1"/>
          </p:cNvSpPr>
          <p:nvPr/>
        </p:nvSpPr>
        <p:spPr bwMode="auto">
          <a:xfrm flipV="1">
            <a:off x="4878015" y="1317265"/>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Text Box 13">
            <a:extLst>
              <a:ext uri="{FF2B5EF4-FFF2-40B4-BE49-F238E27FC236}">
                <a16:creationId xmlns:a16="http://schemas.microsoft.com/office/drawing/2014/main" id="{7562DBF2-9BB7-8885-EA3C-B8B32616C7BB}"/>
              </a:ext>
            </a:extLst>
          </p:cNvPr>
          <p:cNvSpPr txBox="1">
            <a:spLocks noChangeArrowheads="1"/>
          </p:cNvSpPr>
          <p:nvPr/>
        </p:nvSpPr>
        <p:spPr bwMode="auto">
          <a:xfrm>
            <a:off x="5115298" y="1054787"/>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31" name="Line 14">
            <a:extLst>
              <a:ext uri="{FF2B5EF4-FFF2-40B4-BE49-F238E27FC236}">
                <a16:creationId xmlns:a16="http://schemas.microsoft.com/office/drawing/2014/main" id="{759E3D45-62EC-19A6-E7E7-FA2B19F00D52}"/>
              </a:ext>
            </a:extLst>
          </p:cNvPr>
          <p:cNvSpPr>
            <a:spLocks noChangeShapeType="1"/>
          </p:cNvSpPr>
          <p:nvPr/>
        </p:nvSpPr>
        <p:spPr bwMode="auto">
          <a:xfrm>
            <a:off x="6095496" y="2432890"/>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15">
            <a:extLst>
              <a:ext uri="{FF2B5EF4-FFF2-40B4-BE49-F238E27FC236}">
                <a16:creationId xmlns:a16="http://schemas.microsoft.com/office/drawing/2014/main" id="{9B9CA7AA-8478-1AF0-D85A-B4C52FDD56FC}"/>
              </a:ext>
            </a:extLst>
          </p:cNvPr>
          <p:cNvSpPr>
            <a:spLocks noChangeShapeType="1"/>
          </p:cNvSpPr>
          <p:nvPr/>
        </p:nvSpPr>
        <p:spPr bwMode="auto">
          <a:xfrm flipV="1">
            <a:off x="6887685" y="2585235"/>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16">
            <a:extLst>
              <a:ext uri="{FF2B5EF4-FFF2-40B4-BE49-F238E27FC236}">
                <a16:creationId xmlns:a16="http://schemas.microsoft.com/office/drawing/2014/main" id="{6B2C8B48-B6DD-6C60-DBCF-459424BF09A7}"/>
              </a:ext>
            </a:extLst>
          </p:cNvPr>
          <p:cNvSpPr>
            <a:spLocks noChangeShapeType="1"/>
          </p:cNvSpPr>
          <p:nvPr/>
        </p:nvSpPr>
        <p:spPr bwMode="auto">
          <a:xfrm>
            <a:off x="7192373" y="2077811"/>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17">
            <a:extLst>
              <a:ext uri="{FF2B5EF4-FFF2-40B4-BE49-F238E27FC236}">
                <a16:creationId xmlns:a16="http://schemas.microsoft.com/office/drawing/2014/main" id="{67FBA5A0-C6B4-BBA6-DE96-F5A84D5056C4}"/>
              </a:ext>
            </a:extLst>
          </p:cNvPr>
          <p:cNvSpPr>
            <a:spLocks noChangeShapeType="1"/>
          </p:cNvSpPr>
          <p:nvPr/>
        </p:nvSpPr>
        <p:spPr bwMode="auto">
          <a:xfrm flipH="1">
            <a:off x="7130166" y="2634454"/>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Line 18">
            <a:extLst>
              <a:ext uri="{FF2B5EF4-FFF2-40B4-BE49-F238E27FC236}">
                <a16:creationId xmlns:a16="http://schemas.microsoft.com/office/drawing/2014/main" id="{599755C0-8C41-7311-6498-2E05F5FB4ED4}"/>
              </a:ext>
            </a:extLst>
          </p:cNvPr>
          <p:cNvSpPr>
            <a:spLocks noChangeShapeType="1"/>
          </p:cNvSpPr>
          <p:nvPr/>
        </p:nvSpPr>
        <p:spPr bwMode="auto">
          <a:xfrm flipV="1">
            <a:off x="5181433" y="2432890"/>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6" name="Line 19">
            <a:extLst>
              <a:ext uri="{FF2B5EF4-FFF2-40B4-BE49-F238E27FC236}">
                <a16:creationId xmlns:a16="http://schemas.microsoft.com/office/drawing/2014/main" id="{68A508A3-E94F-0F27-1EF9-C500417153D5}"/>
              </a:ext>
            </a:extLst>
          </p:cNvPr>
          <p:cNvSpPr>
            <a:spLocks noChangeShapeType="1"/>
          </p:cNvSpPr>
          <p:nvPr/>
        </p:nvSpPr>
        <p:spPr bwMode="auto">
          <a:xfrm>
            <a:off x="4938953" y="2027421"/>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Line 20">
            <a:extLst>
              <a:ext uri="{FF2B5EF4-FFF2-40B4-BE49-F238E27FC236}">
                <a16:creationId xmlns:a16="http://schemas.microsoft.com/office/drawing/2014/main" id="{CD337F85-311A-1641-F76B-908D7D79BA45}"/>
              </a:ext>
            </a:extLst>
          </p:cNvPr>
          <p:cNvSpPr>
            <a:spLocks noChangeShapeType="1"/>
          </p:cNvSpPr>
          <p:nvPr/>
        </p:nvSpPr>
        <p:spPr bwMode="auto">
          <a:xfrm flipH="1">
            <a:off x="4878015" y="2585234"/>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8" name="Line 21">
            <a:extLst>
              <a:ext uri="{FF2B5EF4-FFF2-40B4-BE49-F238E27FC236}">
                <a16:creationId xmlns:a16="http://schemas.microsoft.com/office/drawing/2014/main" id="{9C692B99-9673-B029-BCBF-82611B2892D9}"/>
              </a:ext>
            </a:extLst>
          </p:cNvPr>
          <p:cNvSpPr>
            <a:spLocks noChangeShapeType="1"/>
          </p:cNvSpPr>
          <p:nvPr/>
        </p:nvSpPr>
        <p:spPr bwMode="auto">
          <a:xfrm>
            <a:off x="3598326" y="2332109"/>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22">
            <a:extLst>
              <a:ext uri="{FF2B5EF4-FFF2-40B4-BE49-F238E27FC236}">
                <a16:creationId xmlns:a16="http://schemas.microsoft.com/office/drawing/2014/main" id="{887A1AE5-43BB-A298-E52D-135EC2B53D29}"/>
              </a:ext>
            </a:extLst>
          </p:cNvPr>
          <p:cNvSpPr>
            <a:spLocks noChangeShapeType="1"/>
          </p:cNvSpPr>
          <p:nvPr/>
        </p:nvSpPr>
        <p:spPr bwMode="auto">
          <a:xfrm flipV="1">
            <a:off x="3659264" y="2077811"/>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0" name="Line 23">
            <a:extLst>
              <a:ext uri="{FF2B5EF4-FFF2-40B4-BE49-F238E27FC236}">
                <a16:creationId xmlns:a16="http://schemas.microsoft.com/office/drawing/2014/main" id="{7062B5A5-867F-D78F-6E59-FFF1C68AA7EA}"/>
              </a:ext>
            </a:extLst>
          </p:cNvPr>
          <p:cNvSpPr>
            <a:spLocks noChangeShapeType="1"/>
          </p:cNvSpPr>
          <p:nvPr/>
        </p:nvSpPr>
        <p:spPr bwMode="auto">
          <a:xfrm flipH="1">
            <a:off x="1710530" y="2077811"/>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1" name="Line 24">
            <a:extLst>
              <a:ext uri="{FF2B5EF4-FFF2-40B4-BE49-F238E27FC236}">
                <a16:creationId xmlns:a16="http://schemas.microsoft.com/office/drawing/2014/main" id="{E6D41BEB-9CDF-887F-EFD0-7D66263E2992}"/>
              </a:ext>
            </a:extLst>
          </p:cNvPr>
          <p:cNvSpPr>
            <a:spLocks noChangeShapeType="1"/>
          </p:cNvSpPr>
          <p:nvPr/>
        </p:nvSpPr>
        <p:spPr bwMode="auto">
          <a:xfrm>
            <a:off x="2623325" y="2127030"/>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Line 25">
            <a:extLst>
              <a:ext uri="{FF2B5EF4-FFF2-40B4-BE49-F238E27FC236}">
                <a16:creationId xmlns:a16="http://schemas.microsoft.com/office/drawing/2014/main" id="{B72B3A12-C93B-DE22-CD6C-B740653CAC62}"/>
              </a:ext>
            </a:extLst>
          </p:cNvPr>
          <p:cNvSpPr>
            <a:spLocks noChangeShapeType="1"/>
          </p:cNvSpPr>
          <p:nvPr/>
        </p:nvSpPr>
        <p:spPr bwMode="auto">
          <a:xfrm flipV="1">
            <a:off x="3049888" y="2381328"/>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Line 26">
            <a:extLst>
              <a:ext uri="{FF2B5EF4-FFF2-40B4-BE49-F238E27FC236}">
                <a16:creationId xmlns:a16="http://schemas.microsoft.com/office/drawing/2014/main" id="{BA3EB5A3-E17F-587B-9383-D055FEB14486}"/>
              </a:ext>
            </a:extLst>
          </p:cNvPr>
          <p:cNvSpPr>
            <a:spLocks noChangeShapeType="1"/>
          </p:cNvSpPr>
          <p:nvPr/>
        </p:nvSpPr>
        <p:spPr bwMode="auto">
          <a:xfrm flipH="1">
            <a:off x="2135824" y="2737578"/>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4" name="Line 27">
            <a:extLst>
              <a:ext uri="{FF2B5EF4-FFF2-40B4-BE49-F238E27FC236}">
                <a16:creationId xmlns:a16="http://schemas.microsoft.com/office/drawing/2014/main" id="{46CA3EEC-107B-2855-929D-65E40CA7AD8A}"/>
              </a:ext>
            </a:extLst>
          </p:cNvPr>
          <p:cNvSpPr>
            <a:spLocks noChangeShapeType="1"/>
          </p:cNvSpPr>
          <p:nvPr/>
        </p:nvSpPr>
        <p:spPr bwMode="auto">
          <a:xfrm>
            <a:off x="2135824" y="2888750"/>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45" name="Group 28">
            <a:extLst>
              <a:ext uri="{FF2B5EF4-FFF2-40B4-BE49-F238E27FC236}">
                <a16:creationId xmlns:a16="http://schemas.microsoft.com/office/drawing/2014/main" id="{126100A9-03B5-AC61-C4B3-E58895983762}"/>
              </a:ext>
            </a:extLst>
          </p:cNvPr>
          <p:cNvGrpSpPr>
            <a:grpSpLocks/>
          </p:cNvGrpSpPr>
          <p:nvPr/>
        </p:nvGrpSpPr>
        <p:grpSpPr bwMode="auto">
          <a:xfrm>
            <a:off x="2745200" y="2534844"/>
            <a:ext cx="548438" cy="353907"/>
            <a:chOff x="2949" y="196"/>
            <a:chExt cx="941" cy="598"/>
          </a:xfrm>
          <a:solidFill>
            <a:srgbClr val="00FFFF"/>
          </a:solidFill>
        </p:grpSpPr>
        <p:sp>
          <p:nvSpPr>
            <p:cNvPr id="46" name="Oval 29">
              <a:extLst>
                <a:ext uri="{FF2B5EF4-FFF2-40B4-BE49-F238E27FC236}">
                  <a16:creationId xmlns:a16="http://schemas.microsoft.com/office/drawing/2014/main" id="{B726237E-91A1-73F0-7EFD-7E1019E61727}"/>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7" name="Oval 30">
              <a:extLst>
                <a:ext uri="{FF2B5EF4-FFF2-40B4-BE49-F238E27FC236}">
                  <a16:creationId xmlns:a16="http://schemas.microsoft.com/office/drawing/2014/main" id="{9B5AE3C4-C25E-86D8-681B-2F48766EC007}"/>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8" name="Oval 31">
              <a:extLst>
                <a:ext uri="{FF2B5EF4-FFF2-40B4-BE49-F238E27FC236}">
                  <a16:creationId xmlns:a16="http://schemas.microsoft.com/office/drawing/2014/main" id="{CC6F0E04-873E-C51B-C115-AAB8B8AECB84}"/>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9" name="Oval 32">
              <a:extLst>
                <a:ext uri="{FF2B5EF4-FFF2-40B4-BE49-F238E27FC236}">
                  <a16:creationId xmlns:a16="http://schemas.microsoft.com/office/drawing/2014/main" id="{4EE07382-1231-F97B-336C-FB41776E2C4C}"/>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0" name="Oval 33">
              <a:extLst>
                <a:ext uri="{FF2B5EF4-FFF2-40B4-BE49-F238E27FC236}">
                  <a16:creationId xmlns:a16="http://schemas.microsoft.com/office/drawing/2014/main" id="{43E6D4A6-798E-15F2-CC3F-0BBA3343F739}"/>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1" name="Oval 34">
              <a:extLst>
                <a:ext uri="{FF2B5EF4-FFF2-40B4-BE49-F238E27FC236}">
                  <a16:creationId xmlns:a16="http://schemas.microsoft.com/office/drawing/2014/main" id="{6EE4EA75-33FF-6D67-84D7-698B54868808}"/>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2" name="Oval 35">
              <a:extLst>
                <a:ext uri="{FF2B5EF4-FFF2-40B4-BE49-F238E27FC236}">
                  <a16:creationId xmlns:a16="http://schemas.microsoft.com/office/drawing/2014/main" id="{8D69882E-BE63-DFBD-D464-44D67AD5ECCE}"/>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36">
              <a:extLst>
                <a:ext uri="{FF2B5EF4-FFF2-40B4-BE49-F238E27FC236}">
                  <a16:creationId xmlns:a16="http://schemas.microsoft.com/office/drawing/2014/main" id="{43645801-2978-80DA-F1F3-DC823ABD6C5C}"/>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Freeform 37">
              <a:extLst>
                <a:ext uri="{FF2B5EF4-FFF2-40B4-BE49-F238E27FC236}">
                  <a16:creationId xmlns:a16="http://schemas.microsoft.com/office/drawing/2014/main" id="{8FAC840C-8EFF-8AF0-B593-7A6FD20066D9}"/>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5" name="Freeform 38">
              <a:extLst>
                <a:ext uri="{FF2B5EF4-FFF2-40B4-BE49-F238E27FC236}">
                  <a16:creationId xmlns:a16="http://schemas.microsoft.com/office/drawing/2014/main" id="{57934F80-CFB0-E655-20DF-FC824DADDA80}"/>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6" name="Freeform 39">
              <a:extLst>
                <a:ext uri="{FF2B5EF4-FFF2-40B4-BE49-F238E27FC236}">
                  <a16:creationId xmlns:a16="http://schemas.microsoft.com/office/drawing/2014/main" id="{CFEC0BD4-475F-6153-8C6F-E56034831512}"/>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57" name="Picture 40">
            <a:extLst>
              <a:ext uri="{FF2B5EF4-FFF2-40B4-BE49-F238E27FC236}">
                <a16:creationId xmlns:a16="http://schemas.microsoft.com/office/drawing/2014/main" id="{DA942E7B-918C-14DD-A625-5E827F20E6EE}"/>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32405" y="2737579"/>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41">
            <a:extLst>
              <a:ext uri="{FF2B5EF4-FFF2-40B4-BE49-F238E27FC236}">
                <a16:creationId xmlns:a16="http://schemas.microsoft.com/office/drawing/2014/main" id="{D532BEC7-D4A6-7DAE-5276-4D789DA6033E}"/>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80844" y="1975858"/>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42">
            <a:extLst>
              <a:ext uri="{FF2B5EF4-FFF2-40B4-BE49-F238E27FC236}">
                <a16:creationId xmlns:a16="http://schemas.microsoft.com/office/drawing/2014/main" id="{B4987DE7-9707-4D0F-1FCA-A0C20EE672B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5513" y="2230155"/>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43">
            <a:extLst>
              <a:ext uri="{FF2B5EF4-FFF2-40B4-BE49-F238E27FC236}">
                <a16:creationId xmlns:a16="http://schemas.microsoft.com/office/drawing/2014/main" id="{6AE6084B-9390-A7D1-FFFD-C19846EAC81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19254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44">
            <a:extLst>
              <a:ext uri="{FF2B5EF4-FFF2-40B4-BE49-F238E27FC236}">
                <a16:creationId xmlns:a16="http://schemas.microsoft.com/office/drawing/2014/main" id="{60AAD4D5-6096-5B30-126B-F382BC4A70F3}"/>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78015" y="2432890"/>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 name="Picture 45">
            <a:extLst>
              <a:ext uri="{FF2B5EF4-FFF2-40B4-BE49-F238E27FC236}">
                <a16:creationId xmlns:a16="http://schemas.microsoft.com/office/drawing/2014/main" id="{D7DC102C-EF36-CE2E-637B-0D496FFD2C7A}"/>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14248" y="2483281"/>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3" name="Picture 46">
            <a:extLst>
              <a:ext uri="{FF2B5EF4-FFF2-40B4-BE49-F238E27FC236}">
                <a16:creationId xmlns:a16="http://schemas.microsoft.com/office/drawing/2014/main" id="{12A2889C-75ED-112E-1F76-97E5DE0857F7}"/>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51747" y="2332109"/>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4" name="Group 47">
            <a:extLst>
              <a:ext uri="{FF2B5EF4-FFF2-40B4-BE49-F238E27FC236}">
                <a16:creationId xmlns:a16="http://schemas.microsoft.com/office/drawing/2014/main" id="{D88D08E0-278F-6C45-943F-14C132CFC11B}"/>
              </a:ext>
            </a:extLst>
          </p:cNvPr>
          <p:cNvGrpSpPr>
            <a:grpSpLocks/>
          </p:cNvGrpSpPr>
          <p:nvPr/>
        </p:nvGrpSpPr>
        <p:grpSpPr bwMode="auto">
          <a:xfrm>
            <a:off x="2196762" y="3042267"/>
            <a:ext cx="548438" cy="353907"/>
            <a:chOff x="2949" y="196"/>
            <a:chExt cx="941" cy="598"/>
          </a:xfrm>
          <a:solidFill>
            <a:srgbClr val="00FFFF"/>
          </a:solidFill>
        </p:grpSpPr>
        <p:sp>
          <p:nvSpPr>
            <p:cNvPr id="65" name="Oval 48">
              <a:extLst>
                <a:ext uri="{FF2B5EF4-FFF2-40B4-BE49-F238E27FC236}">
                  <a16:creationId xmlns:a16="http://schemas.microsoft.com/office/drawing/2014/main" id="{D3B428BE-AC9E-407B-9096-EE1E9C179EBB}"/>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49">
              <a:extLst>
                <a:ext uri="{FF2B5EF4-FFF2-40B4-BE49-F238E27FC236}">
                  <a16:creationId xmlns:a16="http://schemas.microsoft.com/office/drawing/2014/main" id="{7B195177-FBAC-EC7A-2592-699C58E076EF}"/>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50">
              <a:extLst>
                <a:ext uri="{FF2B5EF4-FFF2-40B4-BE49-F238E27FC236}">
                  <a16:creationId xmlns:a16="http://schemas.microsoft.com/office/drawing/2014/main" id="{EF2F1474-CF66-9BC1-941C-AFD1AF1E40CB}"/>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51">
              <a:extLst>
                <a:ext uri="{FF2B5EF4-FFF2-40B4-BE49-F238E27FC236}">
                  <a16:creationId xmlns:a16="http://schemas.microsoft.com/office/drawing/2014/main" id="{6DCF6993-DE99-4009-51F3-0B78ECC1024C}"/>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52">
              <a:extLst>
                <a:ext uri="{FF2B5EF4-FFF2-40B4-BE49-F238E27FC236}">
                  <a16:creationId xmlns:a16="http://schemas.microsoft.com/office/drawing/2014/main" id="{C4728FD2-4783-F709-2B04-960D9EB37137}"/>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53">
              <a:extLst>
                <a:ext uri="{FF2B5EF4-FFF2-40B4-BE49-F238E27FC236}">
                  <a16:creationId xmlns:a16="http://schemas.microsoft.com/office/drawing/2014/main" id="{013C606D-5884-FB3E-B31C-B0CBDDD6FF0E}"/>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54">
              <a:extLst>
                <a:ext uri="{FF2B5EF4-FFF2-40B4-BE49-F238E27FC236}">
                  <a16:creationId xmlns:a16="http://schemas.microsoft.com/office/drawing/2014/main" id="{DFA71C3F-33FB-17F0-EC94-A631C5FAD58F}"/>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Oval 55">
              <a:extLst>
                <a:ext uri="{FF2B5EF4-FFF2-40B4-BE49-F238E27FC236}">
                  <a16:creationId xmlns:a16="http://schemas.microsoft.com/office/drawing/2014/main" id="{D80A5A6B-026D-75B0-C990-EC67C23FD016}"/>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3" name="Freeform 56">
              <a:extLst>
                <a:ext uri="{FF2B5EF4-FFF2-40B4-BE49-F238E27FC236}">
                  <a16:creationId xmlns:a16="http://schemas.microsoft.com/office/drawing/2014/main" id="{0A3A3A93-706B-77F8-7397-41F8FA0A2ECC}"/>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57">
              <a:extLst>
                <a:ext uri="{FF2B5EF4-FFF2-40B4-BE49-F238E27FC236}">
                  <a16:creationId xmlns:a16="http://schemas.microsoft.com/office/drawing/2014/main" id="{5B1C6BEE-4AEF-0628-6963-628D505EBF30}"/>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5" name="Freeform 58">
              <a:extLst>
                <a:ext uri="{FF2B5EF4-FFF2-40B4-BE49-F238E27FC236}">
                  <a16:creationId xmlns:a16="http://schemas.microsoft.com/office/drawing/2014/main" id="{B6E689FF-DFA7-1D7D-5F55-5A705F340855}"/>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6" name="Group 59">
            <a:extLst>
              <a:ext uri="{FF2B5EF4-FFF2-40B4-BE49-F238E27FC236}">
                <a16:creationId xmlns:a16="http://schemas.microsoft.com/office/drawing/2014/main" id="{642D1400-12E0-1486-618D-F274C4B1554C}"/>
              </a:ext>
            </a:extLst>
          </p:cNvPr>
          <p:cNvGrpSpPr>
            <a:grpSpLocks/>
          </p:cNvGrpSpPr>
          <p:nvPr/>
        </p:nvGrpSpPr>
        <p:grpSpPr bwMode="auto">
          <a:xfrm>
            <a:off x="1466780" y="2178593"/>
            <a:ext cx="548438" cy="356250"/>
            <a:chOff x="2949" y="196"/>
            <a:chExt cx="941" cy="598"/>
          </a:xfrm>
          <a:solidFill>
            <a:srgbClr val="00FFFF"/>
          </a:solidFill>
        </p:grpSpPr>
        <p:sp>
          <p:nvSpPr>
            <p:cNvPr id="77" name="Oval 60">
              <a:extLst>
                <a:ext uri="{FF2B5EF4-FFF2-40B4-BE49-F238E27FC236}">
                  <a16:creationId xmlns:a16="http://schemas.microsoft.com/office/drawing/2014/main" id="{4A7ED51B-6217-FBF2-B594-F1C1369B20F9}"/>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61">
              <a:extLst>
                <a:ext uri="{FF2B5EF4-FFF2-40B4-BE49-F238E27FC236}">
                  <a16:creationId xmlns:a16="http://schemas.microsoft.com/office/drawing/2014/main" id="{06500A2F-1A0C-E8D9-BC67-37A124D5C96B}"/>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62">
              <a:extLst>
                <a:ext uri="{FF2B5EF4-FFF2-40B4-BE49-F238E27FC236}">
                  <a16:creationId xmlns:a16="http://schemas.microsoft.com/office/drawing/2014/main" id="{EF0F0FB8-4742-D592-E6E7-4DEB7A4EB654}"/>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63">
              <a:extLst>
                <a:ext uri="{FF2B5EF4-FFF2-40B4-BE49-F238E27FC236}">
                  <a16:creationId xmlns:a16="http://schemas.microsoft.com/office/drawing/2014/main" id="{6F75BA10-9F9F-891D-BF5A-BBB8A80F56E4}"/>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64">
              <a:extLst>
                <a:ext uri="{FF2B5EF4-FFF2-40B4-BE49-F238E27FC236}">
                  <a16:creationId xmlns:a16="http://schemas.microsoft.com/office/drawing/2014/main" id="{72CB6D04-1876-5D4E-7FA4-F85E62428940}"/>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65">
              <a:extLst>
                <a:ext uri="{FF2B5EF4-FFF2-40B4-BE49-F238E27FC236}">
                  <a16:creationId xmlns:a16="http://schemas.microsoft.com/office/drawing/2014/main" id="{6A6D4A09-5AD8-A0C5-FAE8-89D9A2CA1884}"/>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66">
              <a:extLst>
                <a:ext uri="{FF2B5EF4-FFF2-40B4-BE49-F238E27FC236}">
                  <a16:creationId xmlns:a16="http://schemas.microsoft.com/office/drawing/2014/main" id="{B59E3F13-4293-6FAF-6E7F-E46C1F0E4BF8}"/>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Oval 67">
              <a:extLst>
                <a:ext uri="{FF2B5EF4-FFF2-40B4-BE49-F238E27FC236}">
                  <a16:creationId xmlns:a16="http://schemas.microsoft.com/office/drawing/2014/main" id="{95A7D66D-61AA-BC52-4E64-3CEB4F3F93FD}"/>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5" name="Freeform 68">
              <a:extLst>
                <a:ext uri="{FF2B5EF4-FFF2-40B4-BE49-F238E27FC236}">
                  <a16:creationId xmlns:a16="http://schemas.microsoft.com/office/drawing/2014/main" id="{506FB5FF-F3F2-89AE-10AE-BE8D56FBE964}"/>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69">
              <a:extLst>
                <a:ext uri="{FF2B5EF4-FFF2-40B4-BE49-F238E27FC236}">
                  <a16:creationId xmlns:a16="http://schemas.microsoft.com/office/drawing/2014/main" id="{EA4B48D2-DD07-BCC1-3256-25EC1C8257DC}"/>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7" name="Freeform 70">
              <a:extLst>
                <a:ext uri="{FF2B5EF4-FFF2-40B4-BE49-F238E27FC236}">
                  <a16:creationId xmlns:a16="http://schemas.microsoft.com/office/drawing/2014/main" id="{C36F3E47-04BE-3D97-764E-C72DD05C3583}"/>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8" name="Group 71">
            <a:extLst>
              <a:ext uri="{FF2B5EF4-FFF2-40B4-BE49-F238E27FC236}">
                <a16:creationId xmlns:a16="http://schemas.microsoft.com/office/drawing/2014/main" id="{EB7C75C9-4264-88DB-53AA-7F32DE620DC8}"/>
              </a:ext>
            </a:extLst>
          </p:cNvPr>
          <p:cNvGrpSpPr>
            <a:grpSpLocks/>
          </p:cNvGrpSpPr>
          <p:nvPr/>
        </p:nvGrpSpPr>
        <p:grpSpPr bwMode="auto">
          <a:xfrm>
            <a:off x="6887685" y="1875077"/>
            <a:ext cx="547169" cy="355078"/>
            <a:chOff x="2949" y="196"/>
            <a:chExt cx="941" cy="598"/>
          </a:xfrm>
          <a:solidFill>
            <a:srgbClr val="00FFFF"/>
          </a:solidFill>
        </p:grpSpPr>
        <p:sp>
          <p:nvSpPr>
            <p:cNvPr id="89" name="Oval 72">
              <a:extLst>
                <a:ext uri="{FF2B5EF4-FFF2-40B4-BE49-F238E27FC236}">
                  <a16:creationId xmlns:a16="http://schemas.microsoft.com/office/drawing/2014/main" id="{D2CEFD44-8D6D-F595-2962-A31618638563}"/>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73">
              <a:extLst>
                <a:ext uri="{FF2B5EF4-FFF2-40B4-BE49-F238E27FC236}">
                  <a16:creationId xmlns:a16="http://schemas.microsoft.com/office/drawing/2014/main" id="{2EF36A9F-69DA-6091-634A-68F96EA1AA75}"/>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74">
              <a:extLst>
                <a:ext uri="{FF2B5EF4-FFF2-40B4-BE49-F238E27FC236}">
                  <a16:creationId xmlns:a16="http://schemas.microsoft.com/office/drawing/2014/main" id="{6D48A1B9-514B-C737-CC66-548D12F60E09}"/>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75">
              <a:extLst>
                <a:ext uri="{FF2B5EF4-FFF2-40B4-BE49-F238E27FC236}">
                  <a16:creationId xmlns:a16="http://schemas.microsoft.com/office/drawing/2014/main" id="{D8CA4FD9-F462-617B-1483-5D2FC85A342E}"/>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76">
              <a:extLst>
                <a:ext uri="{FF2B5EF4-FFF2-40B4-BE49-F238E27FC236}">
                  <a16:creationId xmlns:a16="http://schemas.microsoft.com/office/drawing/2014/main" id="{50A9BFED-EDBB-9408-FF9E-F661F721CBFC}"/>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77">
              <a:extLst>
                <a:ext uri="{FF2B5EF4-FFF2-40B4-BE49-F238E27FC236}">
                  <a16:creationId xmlns:a16="http://schemas.microsoft.com/office/drawing/2014/main" id="{81E49649-D708-50CB-09F8-9D87B2CEAC12}"/>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78">
              <a:extLst>
                <a:ext uri="{FF2B5EF4-FFF2-40B4-BE49-F238E27FC236}">
                  <a16:creationId xmlns:a16="http://schemas.microsoft.com/office/drawing/2014/main" id="{5029A675-E616-3CA5-9DDD-6F72025E5D52}"/>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Oval 79">
              <a:extLst>
                <a:ext uri="{FF2B5EF4-FFF2-40B4-BE49-F238E27FC236}">
                  <a16:creationId xmlns:a16="http://schemas.microsoft.com/office/drawing/2014/main" id="{FA09D648-D007-01F7-8A2E-E278ACECDC16}"/>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7" name="Freeform 80">
              <a:extLst>
                <a:ext uri="{FF2B5EF4-FFF2-40B4-BE49-F238E27FC236}">
                  <a16:creationId xmlns:a16="http://schemas.microsoft.com/office/drawing/2014/main" id="{621BAD0C-99BD-91B7-E196-74F29261F928}"/>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81">
              <a:extLst>
                <a:ext uri="{FF2B5EF4-FFF2-40B4-BE49-F238E27FC236}">
                  <a16:creationId xmlns:a16="http://schemas.microsoft.com/office/drawing/2014/main" id="{F64EC2D4-9F28-2901-57BB-8E328C6CAF82}"/>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9" name="Freeform 82">
              <a:extLst>
                <a:ext uri="{FF2B5EF4-FFF2-40B4-BE49-F238E27FC236}">
                  <a16:creationId xmlns:a16="http://schemas.microsoft.com/office/drawing/2014/main" id="{9FFCFBE1-2C7D-9756-8EAA-0B209570E73E}"/>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00" name="Group 83">
            <a:extLst>
              <a:ext uri="{FF2B5EF4-FFF2-40B4-BE49-F238E27FC236}">
                <a16:creationId xmlns:a16="http://schemas.microsoft.com/office/drawing/2014/main" id="{BA680D99-AD9A-9CDD-C0B2-00FDCFA775E5}"/>
              </a:ext>
            </a:extLst>
          </p:cNvPr>
          <p:cNvGrpSpPr>
            <a:grpSpLocks/>
          </p:cNvGrpSpPr>
          <p:nvPr/>
        </p:nvGrpSpPr>
        <p:grpSpPr bwMode="auto">
          <a:xfrm>
            <a:off x="6826747" y="3042267"/>
            <a:ext cx="548438" cy="353907"/>
            <a:chOff x="2949" y="196"/>
            <a:chExt cx="941" cy="598"/>
          </a:xfrm>
          <a:solidFill>
            <a:srgbClr val="00FFFF"/>
          </a:solidFill>
        </p:grpSpPr>
        <p:sp>
          <p:nvSpPr>
            <p:cNvPr id="101" name="Oval 84">
              <a:extLst>
                <a:ext uri="{FF2B5EF4-FFF2-40B4-BE49-F238E27FC236}">
                  <a16:creationId xmlns:a16="http://schemas.microsoft.com/office/drawing/2014/main" id="{79A8A71D-B453-0EF1-E587-B0307A44ECE6}"/>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85">
              <a:extLst>
                <a:ext uri="{FF2B5EF4-FFF2-40B4-BE49-F238E27FC236}">
                  <a16:creationId xmlns:a16="http://schemas.microsoft.com/office/drawing/2014/main" id="{FD40CB53-A7D1-1C58-33B3-4A9A6E720EC5}"/>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86">
              <a:extLst>
                <a:ext uri="{FF2B5EF4-FFF2-40B4-BE49-F238E27FC236}">
                  <a16:creationId xmlns:a16="http://schemas.microsoft.com/office/drawing/2014/main" id="{484F28FE-289E-3289-42D2-F92B77E076D8}"/>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87">
              <a:extLst>
                <a:ext uri="{FF2B5EF4-FFF2-40B4-BE49-F238E27FC236}">
                  <a16:creationId xmlns:a16="http://schemas.microsoft.com/office/drawing/2014/main" id="{DD24AE27-549F-75B7-5262-26FADD768E83}"/>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88">
              <a:extLst>
                <a:ext uri="{FF2B5EF4-FFF2-40B4-BE49-F238E27FC236}">
                  <a16:creationId xmlns:a16="http://schemas.microsoft.com/office/drawing/2014/main" id="{EDB71A28-C388-E9F5-5D28-C977F1B6A957}"/>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89">
              <a:extLst>
                <a:ext uri="{FF2B5EF4-FFF2-40B4-BE49-F238E27FC236}">
                  <a16:creationId xmlns:a16="http://schemas.microsoft.com/office/drawing/2014/main" id="{CDF13FCC-C32F-D611-68B1-A497A332F5D6}"/>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90">
              <a:extLst>
                <a:ext uri="{FF2B5EF4-FFF2-40B4-BE49-F238E27FC236}">
                  <a16:creationId xmlns:a16="http://schemas.microsoft.com/office/drawing/2014/main" id="{954EEF9A-ED81-3FC7-76ED-62FB733820A8}"/>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Oval 91">
              <a:extLst>
                <a:ext uri="{FF2B5EF4-FFF2-40B4-BE49-F238E27FC236}">
                  <a16:creationId xmlns:a16="http://schemas.microsoft.com/office/drawing/2014/main" id="{34F950F0-EC6B-C345-C0AE-3AE197CEBAC1}"/>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9" name="Freeform 92">
              <a:extLst>
                <a:ext uri="{FF2B5EF4-FFF2-40B4-BE49-F238E27FC236}">
                  <a16:creationId xmlns:a16="http://schemas.microsoft.com/office/drawing/2014/main" id="{62BD7BFF-8775-5250-8DA0-BDEC3E3F4285}"/>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93">
              <a:extLst>
                <a:ext uri="{FF2B5EF4-FFF2-40B4-BE49-F238E27FC236}">
                  <a16:creationId xmlns:a16="http://schemas.microsoft.com/office/drawing/2014/main" id="{F164A003-2DA1-04B6-1BBE-B52ED8CDFEC7}"/>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1" name="Freeform 94">
              <a:extLst>
                <a:ext uri="{FF2B5EF4-FFF2-40B4-BE49-F238E27FC236}">
                  <a16:creationId xmlns:a16="http://schemas.microsoft.com/office/drawing/2014/main" id="{831A28C8-9888-183D-8436-2E427F746F4A}"/>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2" name="Group 95">
            <a:extLst>
              <a:ext uri="{FF2B5EF4-FFF2-40B4-BE49-F238E27FC236}">
                <a16:creationId xmlns:a16="http://schemas.microsoft.com/office/drawing/2014/main" id="{30168946-2503-FCBC-17F9-04140A8A4FC0}"/>
              </a:ext>
            </a:extLst>
          </p:cNvPr>
          <p:cNvGrpSpPr>
            <a:grpSpLocks/>
          </p:cNvGrpSpPr>
          <p:nvPr/>
        </p:nvGrpSpPr>
        <p:grpSpPr bwMode="auto">
          <a:xfrm>
            <a:off x="6520790" y="2483280"/>
            <a:ext cx="548438" cy="356250"/>
            <a:chOff x="2949" y="196"/>
            <a:chExt cx="941" cy="598"/>
          </a:xfrm>
          <a:solidFill>
            <a:srgbClr val="00FFFF"/>
          </a:solidFill>
        </p:grpSpPr>
        <p:sp>
          <p:nvSpPr>
            <p:cNvPr id="113" name="Oval 96">
              <a:extLst>
                <a:ext uri="{FF2B5EF4-FFF2-40B4-BE49-F238E27FC236}">
                  <a16:creationId xmlns:a16="http://schemas.microsoft.com/office/drawing/2014/main" id="{D80575CC-D477-4F97-FBD6-39DBEE9BDA45}"/>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4" name="Oval 97">
              <a:extLst>
                <a:ext uri="{FF2B5EF4-FFF2-40B4-BE49-F238E27FC236}">
                  <a16:creationId xmlns:a16="http://schemas.microsoft.com/office/drawing/2014/main" id="{D836E2AA-9F17-25F8-BEBD-2C2E768166A5}"/>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5" name="Oval 98">
              <a:extLst>
                <a:ext uri="{FF2B5EF4-FFF2-40B4-BE49-F238E27FC236}">
                  <a16:creationId xmlns:a16="http://schemas.microsoft.com/office/drawing/2014/main" id="{FC155B65-2C31-379B-A28B-48F070453CFD}"/>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6" name="Oval 99">
              <a:extLst>
                <a:ext uri="{FF2B5EF4-FFF2-40B4-BE49-F238E27FC236}">
                  <a16:creationId xmlns:a16="http://schemas.microsoft.com/office/drawing/2014/main" id="{FCD067B0-FD21-861D-69C1-48E7B9368763}"/>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7" name="Oval 100">
              <a:extLst>
                <a:ext uri="{FF2B5EF4-FFF2-40B4-BE49-F238E27FC236}">
                  <a16:creationId xmlns:a16="http://schemas.microsoft.com/office/drawing/2014/main" id="{C59789CB-6B4A-23BA-751B-CC19756BD446}"/>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8" name="Oval 101">
              <a:extLst>
                <a:ext uri="{FF2B5EF4-FFF2-40B4-BE49-F238E27FC236}">
                  <a16:creationId xmlns:a16="http://schemas.microsoft.com/office/drawing/2014/main" id="{1ADE7681-4A33-9D23-EB97-944473A57C94}"/>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9" name="Oval 102">
              <a:extLst>
                <a:ext uri="{FF2B5EF4-FFF2-40B4-BE49-F238E27FC236}">
                  <a16:creationId xmlns:a16="http://schemas.microsoft.com/office/drawing/2014/main" id="{2BACA761-D666-DF94-97CE-8A5EE2E6A960}"/>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0" name="Oval 103">
              <a:extLst>
                <a:ext uri="{FF2B5EF4-FFF2-40B4-BE49-F238E27FC236}">
                  <a16:creationId xmlns:a16="http://schemas.microsoft.com/office/drawing/2014/main" id="{DCE8EE2C-60BE-E852-F8D8-E4ED3A7A9595}"/>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1" name="Freeform 104">
              <a:extLst>
                <a:ext uri="{FF2B5EF4-FFF2-40B4-BE49-F238E27FC236}">
                  <a16:creationId xmlns:a16="http://schemas.microsoft.com/office/drawing/2014/main" id="{81206E9A-CBAB-90DA-50C0-AA99636FBD8A}"/>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Freeform 105">
              <a:extLst>
                <a:ext uri="{FF2B5EF4-FFF2-40B4-BE49-F238E27FC236}">
                  <a16:creationId xmlns:a16="http://schemas.microsoft.com/office/drawing/2014/main" id="{55CB18F7-A3C6-3946-734A-7F9C10E0540B}"/>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Freeform 106">
              <a:extLst>
                <a:ext uri="{FF2B5EF4-FFF2-40B4-BE49-F238E27FC236}">
                  <a16:creationId xmlns:a16="http://schemas.microsoft.com/office/drawing/2014/main" id="{AFEF34A6-73FA-88A7-F0B2-53FD61B7FA65}"/>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24" name="Text Box 107">
            <a:extLst>
              <a:ext uri="{FF2B5EF4-FFF2-40B4-BE49-F238E27FC236}">
                <a16:creationId xmlns:a16="http://schemas.microsoft.com/office/drawing/2014/main" id="{C5F7AB48-61E2-09A5-D08A-FC8BA6B1686F}"/>
              </a:ext>
            </a:extLst>
          </p:cNvPr>
          <p:cNvSpPr txBox="1">
            <a:spLocks noChangeArrowheads="1"/>
          </p:cNvSpPr>
          <p:nvPr/>
        </p:nvSpPr>
        <p:spPr bwMode="auto">
          <a:xfrm>
            <a:off x="7527530" y="221257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sp>
        <p:nvSpPr>
          <p:cNvPr id="125" name="Text Box 108">
            <a:extLst>
              <a:ext uri="{FF2B5EF4-FFF2-40B4-BE49-F238E27FC236}">
                <a16:creationId xmlns:a16="http://schemas.microsoft.com/office/drawing/2014/main" id="{635FEFDF-B133-2F53-8AE6-5A044A59F982}"/>
              </a:ext>
            </a:extLst>
          </p:cNvPr>
          <p:cNvSpPr txBox="1">
            <a:spLocks noChangeArrowheads="1"/>
          </p:cNvSpPr>
          <p:nvPr/>
        </p:nvSpPr>
        <p:spPr bwMode="auto">
          <a:xfrm>
            <a:off x="5912258" y="205107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7</a:t>
            </a:r>
          </a:p>
        </p:txBody>
      </p:sp>
      <p:sp>
        <p:nvSpPr>
          <p:cNvPr id="126" name="Text Box 109">
            <a:extLst>
              <a:ext uri="{FF2B5EF4-FFF2-40B4-BE49-F238E27FC236}">
                <a16:creationId xmlns:a16="http://schemas.microsoft.com/office/drawing/2014/main" id="{05C7F0FE-391F-C98B-E964-6AD64EE7BD80}"/>
              </a:ext>
            </a:extLst>
          </p:cNvPr>
          <p:cNvSpPr txBox="1">
            <a:spLocks noChangeArrowheads="1"/>
          </p:cNvSpPr>
          <p:nvPr/>
        </p:nvSpPr>
        <p:spPr bwMode="auto">
          <a:xfrm>
            <a:off x="5100183" y="183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6</a:t>
            </a:r>
          </a:p>
        </p:txBody>
      </p:sp>
      <p:sp>
        <p:nvSpPr>
          <p:cNvPr id="127" name="Text Box 110">
            <a:extLst>
              <a:ext uri="{FF2B5EF4-FFF2-40B4-BE49-F238E27FC236}">
                <a16:creationId xmlns:a16="http://schemas.microsoft.com/office/drawing/2014/main" id="{4EFDF11C-00C3-6543-9053-95119E3044D8}"/>
              </a:ext>
            </a:extLst>
          </p:cNvPr>
          <p:cNvSpPr txBox="1">
            <a:spLocks noChangeArrowheads="1"/>
          </p:cNvSpPr>
          <p:nvPr/>
        </p:nvSpPr>
        <p:spPr bwMode="auto">
          <a:xfrm>
            <a:off x="4643151" y="216804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5</a:t>
            </a:r>
          </a:p>
        </p:txBody>
      </p:sp>
      <p:sp>
        <p:nvSpPr>
          <p:cNvPr id="128" name="Text Box 111">
            <a:extLst>
              <a:ext uri="{FF2B5EF4-FFF2-40B4-BE49-F238E27FC236}">
                <a16:creationId xmlns:a16="http://schemas.microsoft.com/office/drawing/2014/main" id="{886556E2-0E09-1BA2-8D0C-4695B9E69713}"/>
              </a:ext>
            </a:extLst>
          </p:cNvPr>
          <p:cNvSpPr txBox="1">
            <a:spLocks noChangeArrowheads="1"/>
          </p:cNvSpPr>
          <p:nvPr/>
        </p:nvSpPr>
        <p:spPr bwMode="auto">
          <a:xfrm>
            <a:off x="4418472" y="259695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4</a:t>
            </a:r>
          </a:p>
        </p:txBody>
      </p:sp>
      <p:sp>
        <p:nvSpPr>
          <p:cNvPr id="129" name="Text Box 112">
            <a:extLst>
              <a:ext uri="{FF2B5EF4-FFF2-40B4-BE49-F238E27FC236}">
                <a16:creationId xmlns:a16="http://schemas.microsoft.com/office/drawing/2014/main" id="{F157F752-FD5D-0E62-C403-F6337552B324}"/>
              </a:ext>
            </a:extLst>
          </p:cNvPr>
          <p:cNvSpPr txBox="1">
            <a:spLocks noChangeArrowheads="1"/>
          </p:cNvSpPr>
          <p:nvPr/>
        </p:nvSpPr>
        <p:spPr bwMode="auto">
          <a:xfrm>
            <a:off x="3421861" y="193367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3</a:t>
            </a:r>
          </a:p>
        </p:txBody>
      </p:sp>
      <p:sp>
        <p:nvSpPr>
          <p:cNvPr id="130" name="Text Box 113">
            <a:extLst>
              <a:ext uri="{FF2B5EF4-FFF2-40B4-BE49-F238E27FC236}">
                <a16:creationId xmlns:a16="http://schemas.microsoft.com/office/drawing/2014/main" id="{2D224EF3-4822-F0F0-667D-D8C99D5DBF0B}"/>
              </a:ext>
            </a:extLst>
          </p:cNvPr>
          <p:cNvSpPr txBox="1">
            <a:spLocks noChangeArrowheads="1"/>
          </p:cNvSpPr>
          <p:nvPr/>
        </p:nvSpPr>
        <p:spPr bwMode="auto">
          <a:xfrm>
            <a:off x="1525179" y="264851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31" name="Text Box 114">
            <a:extLst>
              <a:ext uri="{FF2B5EF4-FFF2-40B4-BE49-F238E27FC236}">
                <a16:creationId xmlns:a16="http://schemas.microsoft.com/office/drawing/2014/main" id="{35B18AE0-B59F-9640-3FCD-1474C13FAD76}"/>
              </a:ext>
            </a:extLst>
          </p:cNvPr>
          <p:cNvSpPr txBox="1">
            <a:spLocks noChangeArrowheads="1"/>
          </p:cNvSpPr>
          <p:nvPr/>
        </p:nvSpPr>
        <p:spPr bwMode="auto">
          <a:xfrm>
            <a:off x="2107895" y="176374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grpSp>
        <p:nvGrpSpPr>
          <p:cNvPr id="183" name="组合 182">
            <a:extLst>
              <a:ext uri="{FF2B5EF4-FFF2-40B4-BE49-F238E27FC236}">
                <a16:creationId xmlns:a16="http://schemas.microsoft.com/office/drawing/2014/main" id="{0A1012D0-561E-09B9-122A-B5241C78F371}"/>
              </a:ext>
            </a:extLst>
          </p:cNvPr>
          <p:cNvGrpSpPr/>
          <p:nvPr/>
        </p:nvGrpSpPr>
        <p:grpSpPr>
          <a:xfrm>
            <a:off x="3598326" y="3003594"/>
            <a:ext cx="2497171" cy="1046059"/>
            <a:chOff x="3598326" y="3003883"/>
            <a:chExt cx="2497171" cy="1046059"/>
          </a:xfrm>
        </p:grpSpPr>
        <p:sp>
          <p:nvSpPr>
            <p:cNvPr id="138" name="Oval 121">
              <a:extLst>
                <a:ext uri="{FF2B5EF4-FFF2-40B4-BE49-F238E27FC236}">
                  <a16:creationId xmlns:a16="http://schemas.microsoft.com/office/drawing/2014/main" id="{A51C83BB-A6FA-8E4A-EBDF-D21A998B168E}"/>
                </a:ext>
              </a:extLst>
            </p:cNvPr>
            <p:cNvSpPr>
              <a:spLocks noChangeArrowheads="1"/>
            </p:cNvSpPr>
            <p:nvPr/>
          </p:nvSpPr>
          <p:spPr bwMode="auto">
            <a:xfrm>
              <a:off x="3598326" y="3003883"/>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39" name="Text Box 122">
              <a:extLst>
                <a:ext uri="{FF2B5EF4-FFF2-40B4-BE49-F238E27FC236}">
                  <a16:creationId xmlns:a16="http://schemas.microsoft.com/office/drawing/2014/main" id="{99C6FB33-180A-143D-3241-D0413B9AA98C}"/>
                </a:ext>
              </a:extLst>
            </p:cNvPr>
            <p:cNvSpPr txBox="1">
              <a:spLocks noChangeArrowheads="1"/>
            </p:cNvSpPr>
            <p:nvPr/>
          </p:nvSpPr>
          <p:spPr bwMode="auto">
            <a:xfrm>
              <a:off x="4305485" y="374216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grpSp>
      <p:sp>
        <p:nvSpPr>
          <p:cNvPr id="140" name="Line 123">
            <a:extLst>
              <a:ext uri="{FF2B5EF4-FFF2-40B4-BE49-F238E27FC236}">
                <a16:creationId xmlns:a16="http://schemas.microsoft.com/office/drawing/2014/main" id="{62C76A05-8F93-ECDD-3A2B-2491642BA9C2}"/>
              </a:ext>
            </a:extLst>
          </p:cNvPr>
          <p:cNvSpPr>
            <a:spLocks noChangeShapeType="1"/>
          </p:cNvSpPr>
          <p:nvPr/>
        </p:nvSpPr>
        <p:spPr bwMode="auto">
          <a:xfrm>
            <a:off x="4817078" y="2940312"/>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1" name="Line 124">
            <a:extLst>
              <a:ext uri="{FF2B5EF4-FFF2-40B4-BE49-F238E27FC236}">
                <a16:creationId xmlns:a16="http://schemas.microsoft.com/office/drawing/2014/main" id="{C47CB4A1-09B7-CA90-E5A6-57E7A1D39BA5}"/>
              </a:ext>
            </a:extLst>
          </p:cNvPr>
          <p:cNvSpPr>
            <a:spLocks noChangeShapeType="1"/>
          </p:cNvSpPr>
          <p:nvPr/>
        </p:nvSpPr>
        <p:spPr bwMode="auto">
          <a:xfrm flipV="1">
            <a:off x="4938953" y="3387969"/>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42" name="Group 125">
            <a:extLst>
              <a:ext uri="{FF2B5EF4-FFF2-40B4-BE49-F238E27FC236}">
                <a16:creationId xmlns:a16="http://schemas.microsoft.com/office/drawing/2014/main" id="{216345FD-7B88-942A-18DC-95BCBDDA55DD}"/>
              </a:ext>
            </a:extLst>
          </p:cNvPr>
          <p:cNvGrpSpPr>
            <a:grpSpLocks/>
          </p:cNvGrpSpPr>
          <p:nvPr/>
        </p:nvGrpSpPr>
        <p:grpSpPr bwMode="auto">
          <a:xfrm>
            <a:off x="5365516" y="3131328"/>
            <a:ext cx="547168" cy="448828"/>
            <a:chOff x="2949" y="196"/>
            <a:chExt cx="941" cy="598"/>
          </a:xfrm>
          <a:solidFill>
            <a:srgbClr val="00FFFF"/>
          </a:solidFill>
        </p:grpSpPr>
        <p:sp>
          <p:nvSpPr>
            <p:cNvPr id="143" name="Oval 126">
              <a:extLst>
                <a:ext uri="{FF2B5EF4-FFF2-40B4-BE49-F238E27FC236}">
                  <a16:creationId xmlns:a16="http://schemas.microsoft.com/office/drawing/2014/main" id="{3EF3DB9A-C786-13F9-EF9D-E6A396422311}"/>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27">
              <a:extLst>
                <a:ext uri="{FF2B5EF4-FFF2-40B4-BE49-F238E27FC236}">
                  <a16:creationId xmlns:a16="http://schemas.microsoft.com/office/drawing/2014/main" id="{58F9BB57-DB7A-6A47-94E9-BDF39BA88E4F}"/>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28">
              <a:extLst>
                <a:ext uri="{FF2B5EF4-FFF2-40B4-BE49-F238E27FC236}">
                  <a16:creationId xmlns:a16="http://schemas.microsoft.com/office/drawing/2014/main" id="{C9140294-F149-F629-4277-DB9E6B03347A}"/>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Oval 129">
              <a:extLst>
                <a:ext uri="{FF2B5EF4-FFF2-40B4-BE49-F238E27FC236}">
                  <a16:creationId xmlns:a16="http://schemas.microsoft.com/office/drawing/2014/main" id="{A0EA54B8-3053-C5C5-9028-259028CAD438}"/>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7" name="Oval 130">
              <a:extLst>
                <a:ext uri="{FF2B5EF4-FFF2-40B4-BE49-F238E27FC236}">
                  <a16:creationId xmlns:a16="http://schemas.microsoft.com/office/drawing/2014/main" id="{BFAC3E6A-92C3-A776-C02D-22F047D82A18}"/>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8" name="Oval 131">
              <a:extLst>
                <a:ext uri="{FF2B5EF4-FFF2-40B4-BE49-F238E27FC236}">
                  <a16:creationId xmlns:a16="http://schemas.microsoft.com/office/drawing/2014/main" id="{D13DB7C5-D9C8-09C1-D416-6D29462E9210}"/>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9" name="Oval 132">
              <a:extLst>
                <a:ext uri="{FF2B5EF4-FFF2-40B4-BE49-F238E27FC236}">
                  <a16:creationId xmlns:a16="http://schemas.microsoft.com/office/drawing/2014/main" id="{9E8D0DC7-B367-95E2-F46F-A5D0B4CC98D1}"/>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0" name="Oval 133">
              <a:extLst>
                <a:ext uri="{FF2B5EF4-FFF2-40B4-BE49-F238E27FC236}">
                  <a16:creationId xmlns:a16="http://schemas.microsoft.com/office/drawing/2014/main" id="{E2241EC3-521E-3C4F-7B8E-73FAC967D54A}"/>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1" name="Freeform 134">
              <a:extLst>
                <a:ext uri="{FF2B5EF4-FFF2-40B4-BE49-F238E27FC236}">
                  <a16:creationId xmlns:a16="http://schemas.microsoft.com/office/drawing/2014/main" id="{0C4B9A15-5BE8-8CF5-E07E-259F4C90AAD3}"/>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2" name="Freeform 135">
              <a:extLst>
                <a:ext uri="{FF2B5EF4-FFF2-40B4-BE49-F238E27FC236}">
                  <a16:creationId xmlns:a16="http://schemas.microsoft.com/office/drawing/2014/main" id="{9FA23DEB-0F11-EE2D-5982-F85D1B00F402}"/>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3" name="Freeform 136">
              <a:extLst>
                <a:ext uri="{FF2B5EF4-FFF2-40B4-BE49-F238E27FC236}">
                  <a16:creationId xmlns:a16="http://schemas.microsoft.com/office/drawing/2014/main" id="{43FAE213-2D85-722C-A6E4-30070EE998B6}"/>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55" name="Line 138">
            <a:extLst>
              <a:ext uri="{FF2B5EF4-FFF2-40B4-BE49-F238E27FC236}">
                <a16:creationId xmlns:a16="http://schemas.microsoft.com/office/drawing/2014/main" id="{04290D73-2A3E-768F-D666-F8F1F1512EB3}"/>
              </a:ext>
            </a:extLst>
          </p:cNvPr>
          <p:cNvSpPr>
            <a:spLocks noChangeShapeType="1"/>
          </p:cNvSpPr>
          <p:nvPr/>
        </p:nvSpPr>
        <p:spPr bwMode="auto">
          <a:xfrm>
            <a:off x="4084557" y="3450079"/>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56" name="Group 139">
            <a:extLst>
              <a:ext uri="{FF2B5EF4-FFF2-40B4-BE49-F238E27FC236}">
                <a16:creationId xmlns:a16="http://schemas.microsoft.com/office/drawing/2014/main" id="{02F9397D-AFC6-6F50-0316-871D07BE7267}"/>
              </a:ext>
            </a:extLst>
          </p:cNvPr>
          <p:cNvGrpSpPr>
            <a:grpSpLocks/>
          </p:cNvGrpSpPr>
          <p:nvPr/>
        </p:nvGrpSpPr>
        <p:grpSpPr bwMode="auto">
          <a:xfrm>
            <a:off x="3842076" y="3194610"/>
            <a:ext cx="548438" cy="448828"/>
            <a:chOff x="2949" y="196"/>
            <a:chExt cx="941" cy="598"/>
          </a:xfrm>
          <a:solidFill>
            <a:srgbClr val="00FFFF"/>
          </a:solidFill>
        </p:grpSpPr>
        <p:sp>
          <p:nvSpPr>
            <p:cNvPr id="157" name="Oval 140">
              <a:extLst>
                <a:ext uri="{FF2B5EF4-FFF2-40B4-BE49-F238E27FC236}">
                  <a16:creationId xmlns:a16="http://schemas.microsoft.com/office/drawing/2014/main" id="{F69EDF86-FAC1-AECB-8837-B23D9946E6CD}"/>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Oval 141">
              <a:extLst>
                <a:ext uri="{FF2B5EF4-FFF2-40B4-BE49-F238E27FC236}">
                  <a16:creationId xmlns:a16="http://schemas.microsoft.com/office/drawing/2014/main" id="{8B346529-6316-5A8D-E918-FBBA588810CB}"/>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Oval 142">
              <a:extLst>
                <a:ext uri="{FF2B5EF4-FFF2-40B4-BE49-F238E27FC236}">
                  <a16:creationId xmlns:a16="http://schemas.microsoft.com/office/drawing/2014/main" id="{2C561885-C695-21D3-509C-81F5AA5198D0}"/>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Oval 143">
              <a:extLst>
                <a:ext uri="{FF2B5EF4-FFF2-40B4-BE49-F238E27FC236}">
                  <a16:creationId xmlns:a16="http://schemas.microsoft.com/office/drawing/2014/main" id="{8C34D37E-0489-73B7-4647-B5C34686A3E0}"/>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Oval 144">
              <a:extLst>
                <a:ext uri="{FF2B5EF4-FFF2-40B4-BE49-F238E27FC236}">
                  <a16:creationId xmlns:a16="http://schemas.microsoft.com/office/drawing/2014/main" id="{083D834B-2476-EDC0-525F-3D23CD22F0B5}"/>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2" name="Oval 145">
              <a:extLst>
                <a:ext uri="{FF2B5EF4-FFF2-40B4-BE49-F238E27FC236}">
                  <a16:creationId xmlns:a16="http://schemas.microsoft.com/office/drawing/2014/main" id="{4FE0C2A5-DD1C-3867-513F-17450F71DBF1}"/>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Oval 146">
              <a:extLst>
                <a:ext uri="{FF2B5EF4-FFF2-40B4-BE49-F238E27FC236}">
                  <a16:creationId xmlns:a16="http://schemas.microsoft.com/office/drawing/2014/main" id="{2A91109A-C5BA-D29C-3B94-C91FDA212296}"/>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Oval 147">
              <a:extLst>
                <a:ext uri="{FF2B5EF4-FFF2-40B4-BE49-F238E27FC236}">
                  <a16:creationId xmlns:a16="http://schemas.microsoft.com/office/drawing/2014/main" id="{CCF35506-9DA7-714A-2BF3-C6958CDD84E7}"/>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5" name="Freeform 148">
              <a:extLst>
                <a:ext uri="{FF2B5EF4-FFF2-40B4-BE49-F238E27FC236}">
                  <a16:creationId xmlns:a16="http://schemas.microsoft.com/office/drawing/2014/main" id="{6A1C07A5-125F-3959-8782-9972C6BA4334}"/>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6" name="Freeform 149">
              <a:extLst>
                <a:ext uri="{FF2B5EF4-FFF2-40B4-BE49-F238E27FC236}">
                  <a16:creationId xmlns:a16="http://schemas.microsoft.com/office/drawing/2014/main" id="{7969118E-821C-A18A-182A-678D9061BC45}"/>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7" name="Freeform 150">
              <a:extLst>
                <a:ext uri="{FF2B5EF4-FFF2-40B4-BE49-F238E27FC236}">
                  <a16:creationId xmlns:a16="http://schemas.microsoft.com/office/drawing/2014/main" id="{17313C55-C8E6-1759-BDD9-D839D87C0801}"/>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69" name="Picture 152">
            <a:extLst>
              <a:ext uri="{FF2B5EF4-FFF2-40B4-BE49-F238E27FC236}">
                <a16:creationId xmlns:a16="http://schemas.microsoft.com/office/drawing/2014/main" id="{49F6E03C-6B39-59D7-5188-534043E2E577}"/>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3414922"/>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0" name="Text Box 153">
            <a:extLst>
              <a:ext uri="{FF2B5EF4-FFF2-40B4-BE49-F238E27FC236}">
                <a16:creationId xmlns:a16="http://schemas.microsoft.com/office/drawing/2014/main" id="{8D57B659-4DD5-3391-8DD5-4DA18E9129B8}"/>
              </a:ext>
            </a:extLst>
          </p:cNvPr>
          <p:cNvSpPr txBox="1">
            <a:spLocks noChangeArrowheads="1"/>
          </p:cNvSpPr>
          <p:nvPr/>
        </p:nvSpPr>
        <p:spPr bwMode="auto">
          <a:xfrm>
            <a:off x="4459070" y="318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71" name="Picture 154">
            <a:extLst>
              <a:ext uri="{FF2B5EF4-FFF2-40B4-BE49-F238E27FC236}">
                <a16:creationId xmlns:a16="http://schemas.microsoft.com/office/drawing/2014/main" id="{8046B649-02BF-2236-41AB-09DBD9BA308F}"/>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3151" y="2841875"/>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3" name="Text Box 115">
            <a:extLst>
              <a:ext uri="{FF2B5EF4-FFF2-40B4-BE49-F238E27FC236}">
                <a16:creationId xmlns:a16="http://schemas.microsoft.com/office/drawing/2014/main" id="{93D8CD77-9FC6-5005-A638-DB5A2DC63DD2}"/>
              </a:ext>
            </a:extLst>
          </p:cNvPr>
          <p:cNvSpPr txBox="1">
            <a:spLocks noChangeArrowheads="1"/>
          </p:cNvSpPr>
          <p:nvPr/>
        </p:nvSpPr>
        <p:spPr bwMode="auto">
          <a:xfrm>
            <a:off x="6861812" y="306805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74" name="Text Box 116">
            <a:extLst>
              <a:ext uri="{FF2B5EF4-FFF2-40B4-BE49-F238E27FC236}">
                <a16:creationId xmlns:a16="http://schemas.microsoft.com/office/drawing/2014/main" id="{288FA4A7-273A-6788-C497-2260553D054B}"/>
              </a:ext>
            </a:extLst>
          </p:cNvPr>
          <p:cNvSpPr txBox="1">
            <a:spLocks noChangeArrowheads="1"/>
          </p:cNvSpPr>
          <p:nvPr/>
        </p:nvSpPr>
        <p:spPr bwMode="auto">
          <a:xfrm>
            <a:off x="6915228" y="190438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75" name="Text Box 117">
            <a:extLst>
              <a:ext uri="{FF2B5EF4-FFF2-40B4-BE49-F238E27FC236}">
                <a16:creationId xmlns:a16="http://schemas.microsoft.com/office/drawing/2014/main" id="{7D5C8381-8916-7475-5991-7F010E2CAD56}"/>
              </a:ext>
            </a:extLst>
          </p:cNvPr>
          <p:cNvSpPr txBox="1">
            <a:spLocks noChangeArrowheads="1"/>
          </p:cNvSpPr>
          <p:nvPr/>
        </p:nvSpPr>
        <p:spPr bwMode="auto">
          <a:xfrm>
            <a:off x="2237984" y="307742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76" name="Text Box 118">
            <a:extLst>
              <a:ext uri="{FF2B5EF4-FFF2-40B4-BE49-F238E27FC236}">
                <a16:creationId xmlns:a16="http://schemas.microsoft.com/office/drawing/2014/main" id="{491A1194-0897-672A-8695-2E40A1715E15}"/>
              </a:ext>
            </a:extLst>
          </p:cNvPr>
          <p:cNvSpPr txBox="1">
            <a:spLocks noChangeArrowheads="1"/>
          </p:cNvSpPr>
          <p:nvPr/>
        </p:nvSpPr>
        <p:spPr bwMode="auto">
          <a:xfrm>
            <a:off x="2789151" y="255476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77" name="Text Box 119">
            <a:extLst>
              <a:ext uri="{FF2B5EF4-FFF2-40B4-BE49-F238E27FC236}">
                <a16:creationId xmlns:a16="http://schemas.microsoft.com/office/drawing/2014/main" id="{6B5990EC-CD3F-7491-0B69-E3D15AB31EE4}"/>
              </a:ext>
            </a:extLst>
          </p:cNvPr>
          <p:cNvSpPr txBox="1">
            <a:spLocks noChangeArrowheads="1"/>
          </p:cNvSpPr>
          <p:nvPr/>
        </p:nvSpPr>
        <p:spPr bwMode="auto">
          <a:xfrm>
            <a:off x="1505747" y="22008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78" name="Text Box 120">
            <a:extLst>
              <a:ext uri="{FF2B5EF4-FFF2-40B4-BE49-F238E27FC236}">
                <a16:creationId xmlns:a16="http://schemas.microsoft.com/office/drawing/2014/main" id="{1052EFFA-3065-C5C7-D5BA-AC74656BF026}"/>
              </a:ext>
            </a:extLst>
          </p:cNvPr>
          <p:cNvSpPr txBox="1">
            <a:spLocks noChangeArrowheads="1"/>
          </p:cNvSpPr>
          <p:nvPr/>
        </p:nvSpPr>
        <p:spPr bwMode="auto">
          <a:xfrm>
            <a:off x="6550398" y="25219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79" name="Text Box 137">
            <a:extLst>
              <a:ext uri="{FF2B5EF4-FFF2-40B4-BE49-F238E27FC236}">
                <a16:creationId xmlns:a16="http://schemas.microsoft.com/office/drawing/2014/main" id="{751DC420-0AF8-3D7C-18A1-5111879CA1B7}"/>
              </a:ext>
            </a:extLst>
          </p:cNvPr>
          <p:cNvSpPr txBox="1">
            <a:spLocks noChangeArrowheads="1"/>
          </p:cNvSpPr>
          <p:nvPr/>
        </p:nvSpPr>
        <p:spPr bwMode="auto">
          <a:xfrm>
            <a:off x="5407913" y="3218065"/>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80" name="Text Box 151">
            <a:extLst>
              <a:ext uri="{FF2B5EF4-FFF2-40B4-BE49-F238E27FC236}">
                <a16:creationId xmlns:a16="http://schemas.microsoft.com/office/drawing/2014/main" id="{50DEAC8F-A95E-F429-896C-84E16B286243}"/>
              </a:ext>
            </a:extLst>
          </p:cNvPr>
          <p:cNvSpPr txBox="1">
            <a:spLocks noChangeArrowheads="1"/>
          </p:cNvSpPr>
          <p:nvPr/>
        </p:nvSpPr>
        <p:spPr bwMode="auto">
          <a:xfrm>
            <a:off x="3872858" y="327781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sp>
        <p:nvSpPr>
          <p:cNvPr id="5" name="矩形 4">
            <a:extLst>
              <a:ext uri="{FF2B5EF4-FFF2-40B4-BE49-F238E27FC236}">
                <a16:creationId xmlns:a16="http://schemas.microsoft.com/office/drawing/2014/main" id="{8FA60B38-E640-1C46-89C8-F5CC3149DBB0}"/>
              </a:ext>
            </a:extLst>
          </p:cNvPr>
          <p:cNvSpPr/>
          <p:nvPr/>
        </p:nvSpPr>
        <p:spPr>
          <a:xfrm>
            <a:off x="1037109" y="4331760"/>
            <a:ext cx="7174018" cy="352789"/>
          </a:xfrm>
          <a:prstGeom prst="rect">
            <a:avLst/>
          </a:prstGeom>
        </p:spPr>
        <p:txBody>
          <a:bodyPr wrap="square">
            <a:spAutoFit/>
          </a:bodyPr>
          <a:lstStyle/>
          <a:p>
            <a:pPr>
              <a:lnSpc>
                <a:spcPts val="2200"/>
              </a:lnSpc>
              <a:buClr>
                <a:srgbClr val="0070C0"/>
              </a:buClr>
            </a:pPr>
            <a:r>
              <a:rPr lang="zh-CN" altLang="en-US" sz="1600" b="1" dirty="0">
                <a:latin typeface="微软雅黑" pitchFamily="34" charset="-122"/>
                <a:ea typeface="微软雅黑" pitchFamily="34" charset="-122"/>
              </a:rPr>
              <a:t>自治系统边界路由器（如图中的</a:t>
            </a:r>
            <a:r>
              <a:rPr lang="en-US" altLang="zh-CN" sz="1600" b="1" dirty="0">
                <a:latin typeface="微软雅黑" pitchFamily="34" charset="-122"/>
                <a:ea typeface="微软雅黑" pitchFamily="34" charset="-122"/>
              </a:rPr>
              <a:t>R6</a:t>
            </a:r>
            <a:r>
              <a:rPr lang="zh-CN" altLang="en-US" sz="1600" b="1" dirty="0">
                <a:latin typeface="微软雅黑" pitchFamily="34" charset="-122"/>
                <a:ea typeface="微软雅黑" pitchFamily="34" charset="-122"/>
              </a:rPr>
              <a:t>）专门和本</a:t>
            </a:r>
            <a:r>
              <a:rPr lang="en-US" altLang="zh-CN" sz="1600" b="1" dirty="0">
                <a:latin typeface="微软雅黑" pitchFamily="34" charset="-122"/>
                <a:ea typeface="微软雅黑" pitchFamily="34" charset="-122"/>
              </a:rPr>
              <a:t>AS</a:t>
            </a:r>
            <a:r>
              <a:rPr lang="zh-CN" altLang="en-US" sz="1600" b="1" dirty="0">
                <a:latin typeface="微软雅黑" pitchFamily="34" charset="-122"/>
                <a:ea typeface="微软雅黑" pitchFamily="34" charset="-122"/>
              </a:rPr>
              <a:t>外的其他</a:t>
            </a:r>
            <a:r>
              <a:rPr lang="en-US" altLang="zh-CN" sz="1600" b="1" dirty="0">
                <a:latin typeface="微软雅黑" pitchFamily="34" charset="-122"/>
                <a:ea typeface="微软雅黑" pitchFamily="34" charset="-122"/>
              </a:rPr>
              <a:t>AS</a:t>
            </a:r>
            <a:r>
              <a:rPr lang="zh-CN" altLang="en-US" sz="1600" b="1" dirty="0">
                <a:latin typeface="微软雅黑" pitchFamily="34" charset="-122"/>
                <a:ea typeface="微软雅黑" pitchFamily="34" charset="-122"/>
              </a:rPr>
              <a:t>交换路由信息。 </a:t>
            </a:r>
          </a:p>
        </p:txBody>
      </p:sp>
      <p:sp>
        <p:nvSpPr>
          <p:cNvPr id="6" name="AutoShape 5">
            <a:extLst>
              <a:ext uri="{FF2B5EF4-FFF2-40B4-BE49-F238E27FC236}">
                <a16:creationId xmlns:a16="http://schemas.microsoft.com/office/drawing/2014/main" id="{35B0035F-7752-4F7C-5380-17DE946D714D}"/>
              </a:ext>
            </a:extLst>
          </p:cNvPr>
          <p:cNvSpPr>
            <a:spLocks noChangeArrowheads="1"/>
          </p:cNvSpPr>
          <p:nvPr/>
        </p:nvSpPr>
        <p:spPr bwMode="auto">
          <a:xfrm>
            <a:off x="545144" y="62179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a:extLst>
              <a:ext uri="{FF2B5EF4-FFF2-40B4-BE49-F238E27FC236}">
                <a16:creationId xmlns:a16="http://schemas.microsoft.com/office/drawing/2014/main" id="{FFBA9C33-2306-F1F3-8D6D-F5EE41894511}"/>
              </a:ext>
            </a:extLst>
          </p:cNvPr>
          <p:cNvSpPr>
            <a:spLocks noChangeArrowheads="1"/>
          </p:cNvSpPr>
          <p:nvPr/>
        </p:nvSpPr>
        <p:spPr bwMode="auto">
          <a:xfrm>
            <a:off x="1941968" y="58858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OSPF</a:t>
            </a:r>
            <a:r>
              <a:rPr lang="zh-CN" altLang="en-US" sz="2000" b="1" dirty="0">
                <a:solidFill>
                  <a:schemeClr val="bg1"/>
                </a:solidFill>
                <a:latin typeface="微软雅黑" pitchFamily="34" charset="-122"/>
                <a:ea typeface="微软雅黑" pitchFamily="34" charset="-122"/>
              </a:rPr>
              <a:t>的层次结构</a:t>
            </a:r>
          </a:p>
        </p:txBody>
      </p:sp>
      <p:sp>
        <p:nvSpPr>
          <p:cNvPr id="8" name="对话气泡: 矩形 7">
            <a:extLst>
              <a:ext uri="{FF2B5EF4-FFF2-40B4-BE49-F238E27FC236}">
                <a16:creationId xmlns:a16="http://schemas.microsoft.com/office/drawing/2014/main" id="{9C220F66-ABB0-F780-EDE5-17812BA7C227}"/>
              </a:ext>
            </a:extLst>
          </p:cNvPr>
          <p:cNvSpPr/>
          <p:nvPr/>
        </p:nvSpPr>
        <p:spPr>
          <a:xfrm>
            <a:off x="5726303" y="1589567"/>
            <a:ext cx="1292955" cy="518273"/>
          </a:xfrm>
          <a:prstGeom prst="wedgeRectCallout">
            <a:avLst>
              <a:gd name="adj1" fmla="val -77731"/>
              <a:gd name="adj2" fmla="val 17885"/>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600" dirty="0">
                <a:latin typeface="微软雅黑" panose="020B0503020204020204" pitchFamily="34" charset="-122"/>
                <a:ea typeface="微软雅黑" panose="020B0503020204020204" pitchFamily="34" charset="-122"/>
              </a:rPr>
              <a:t>自治系统边界路由器</a:t>
            </a:r>
          </a:p>
        </p:txBody>
      </p:sp>
    </p:spTree>
    <p:extLst>
      <p:ext uri="{BB962C8B-B14F-4D97-AF65-F5344CB8AC3E}">
        <p14:creationId xmlns:p14="http://schemas.microsoft.com/office/powerpoint/2010/main" val="1913677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par>
                                <p:cTn id="10" presetID="42" presetClass="entr" presetSubtype="0" fill="hold" grpId="0" nodeType="with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1000"/>
                                        <p:tgtEl>
                                          <p:spTgt spid="5"/>
                                        </p:tgtEl>
                                      </p:cBhvr>
                                    </p:animEffect>
                                    <p:anim calcmode="lin" valueType="num">
                                      <p:cBhvr>
                                        <p:cTn id="13" dur="1000" fill="hold"/>
                                        <p:tgtEl>
                                          <p:spTgt spid="5"/>
                                        </p:tgtEl>
                                        <p:attrNameLst>
                                          <p:attrName>ppt_x</p:attrName>
                                        </p:attrNameLst>
                                      </p:cBhvr>
                                      <p:tavLst>
                                        <p:tav tm="0">
                                          <p:val>
                                            <p:strVal val="#ppt_x"/>
                                          </p:val>
                                        </p:tav>
                                        <p:tav tm="100000">
                                          <p:val>
                                            <p:strVal val="#ppt_x"/>
                                          </p:val>
                                        </p:tav>
                                      </p:tavLst>
                                    </p:anim>
                                    <p:anim calcmode="lin" valueType="num">
                                      <p:cBhvr>
                                        <p:cTn id="1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animBg="1"/>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32CFF7-4A29-D7D0-B73C-A70064FC2BAF}"/>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E6DFAE07-EDCB-2CA5-221C-F454A61A0636}"/>
              </a:ext>
            </a:extLst>
          </p:cNvPr>
          <p:cNvSpPr/>
          <p:nvPr/>
        </p:nvSpPr>
        <p:spPr>
          <a:xfrm>
            <a:off x="545144" y="1019619"/>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 name="AutoShape 3">
            <a:extLst>
              <a:ext uri="{FF2B5EF4-FFF2-40B4-BE49-F238E27FC236}">
                <a16:creationId xmlns:a16="http://schemas.microsoft.com/office/drawing/2014/main" id="{4EB6F272-2F4C-4739-6F9E-A85AA3C1AA2C}"/>
              </a:ext>
            </a:extLst>
          </p:cNvPr>
          <p:cNvSpPr>
            <a:spLocks noChangeArrowheads="1"/>
          </p:cNvSpPr>
          <p:nvPr/>
        </p:nvSpPr>
        <p:spPr bwMode="auto">
          <a:xfrm>
            <a:off x="1018636" y="1402811"/>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2" name="Text Box 4">
            <a:extLst>
              <a:ext uri="{FF2B5EF4-FFF2-40B4-BE49-F238E27FC236}">
                <a16:creationId xmlns:a16="http://schemas.microsoft.com/office/drawing/2014/main" id="{5022AF8C-A78F-8907-AE7B-BF7CD83E56F5}"/>
              </a:ext>
            </a:extLst>
          </p:cNvPr>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grpSp>
        <p:nvGrpSpPr>
          <p:cNvPr id="182" name="组合 181">
            <a:extLst>
              <a:ext uri="{FF2B5EF4-FFF2-40B4-BE49-F238E27FC236}">
                <a16:creationId xmlns:a16="http://schemas.microsoft.com/office/drawing/2014/main" id="{B7F48C0E-F1D5-625A-C7EC-8CC3E961A7F2}"/>
              </a:ext>
            </a:extLst>
          </p:cNvPr>
          <p:cNvGrpSpPr/>
          <p:nvPr/>
        </p:nvGrpSpPr>
        <p:grpSpPr>
          <a:xfrm>
            <a:off x="1101155" y="1773123"/>
            <a:ext cx="2532718" cy="2064420"/>
            <a:chOff x="1101155" y="1773412"/>
            <a:chExt cx="2532718" cy="2064420"/>
          </a:xfrm>
        </p:grpSpPr>
        <p:sp>
          <p:nvSpPr>
            <p:cNvPr id="24" name="Oval 7">
              <a:extLst>
                <a:ext uri="{FF2B5EF4-FFF2-40B4-BE49-F238E27FC236}">
                  <a16:creationId xmlns:a16="http://schemas.microsoft.com/office/drawing/2014/main" id="{37A59707-C3B8-4CCA-C003-EA5D25C20685}"/>
                </a:ext>
              </a:extLst>
            </p:cNvPr>
            <p:cNvSpPr>
              <a:spLocks noChangeArrowheads="1"/>
            </p:cNvSpPr>
            <p:nvPr/>
          </p:nvSpPr>
          <p:spPr bwMode="auto">
            <a:xfrm>
              <a:off x="1101155" y="1773412"/>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6" name="Text Box 9">
              <a:extLst>
                <a:ext uri="{FF2B5EF4-FFF2-40B4-BE49-F238E27FC236}">
                  <a16:creationId xmlns:a16="http://schemas.microsoft.com/office/drawing/2014/main" id="{923B99A6-A40E-18FC-E45D-F54E063E6B90}"/>
                </a:ext>
              </a:extLst>
            </p:cNvPr>
            <p:cNvSpPr txBox="1">
              <a:spLocks noChangeArrowheads="1"/>
            </p:cNvSpPr>
            <p:nvPr/>
          </p:nvSpPr>
          <p:spPr bwMode="auto">
            <a:xfrm>
              <a:off x="1812343" y="353005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grpSp>
      <p:grpSp>
        <p:nvGrpSpPr>
          <p:cNvPr id="184" name="组合 183">
            <a:extLst>
              <a:ext uri="{FF2B5EF4-FFF2-40B4-BE49-F238E27FC236}">
                <a16:creationId xmlns:a16="http://schemas.microsoft.com/office/drawing/2014/main" id="{10C12699-9B16-72B1-1711-E8124688FA02}"/>
              </a:ext>
            </a:extLst>
          </p:cNvPr>
          <p:cNvGrpSpPr/>
          <p:nvPr/>
        </p:nvGrpSpPr>
        <p:grpSpPr>
          <a:xfrm>
            <a:off x="6095497" y="1773123"/>
            <a:ext cx="1923343" cy="2117154"/>
            <a:chOff x="6095497" y="1773412"/>
            <a:chExt cx="1923343" cy="2117154"/>
          </a:xfrm>
        </p:grpSpPr>
        <p:sp>
          <p:nvSpPr>
            <p:cNvPr id="25" name="Oval 8">
              <a:extLst>
                <a:ext uri="{FF2B5EF4-FFF2-40B4-BE49-F238E27FC236}">
                  <a16:creationId xmlns:a16="http://schemas.microsoft.com/office/drawing/2014/main" id="{B823A246-B898-8E8B-F9CC-2766F7251EF6}"/>
                </a:ext>
              </a:extLst>
            </p:cNvPr>
            <p:cNvSpPr>
              <a:spLocks noChangeArrowheads="1"/>
            </p:cNvSpPr>
            <p:nvPr/>
          </p:nvSpPr>
          <p:spPr bwMode="auto">
            <a:xfrm>
              <a:off x="6095497" y="1773412"/>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7" name="Text Box 10">
              <a:extLst>
                <a:ext uri="{FF2B5EF4-FFF2-40B4-BE49-F238E27FC236}">
                  <a16:creationId xmlns:a16="http://schemas.microsoft.com/office/drawing/2014/main" id="{FA6E067D-016E-7ADA-720F-C49CAD78960E}"/>
                </a:ext>
              </a:extLst>
            </p:cNvPr>
            <p:cNvSpPr txBox="1">
              <a:spLocks noChangeArrowheads="1"/>
            </p:cNvSpPr>
            <p:nvPr/>
          </p:nvSpPr>
          <p:spPr bwMode="auto">
            <a:xfrm>
              <a:off x="6496859" y="3582789"/>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grpSp>
      <p:grpSp>
        <p:nvGrpSpPr>
          <p:cNvPr id="181" name="组合 180">
            <a:extLst>
              <a:ext uri="{FF2B5EF4-FFF2-40B4-BE49-F238E27FC236}">
                <a16:creationId xmlns:a16="http://schemas.microsoft.com/office/drawing/2014/main" id="{AF47DE7C-0C56-1579-4394-2D4EB0B1E342}"/>
              </a:ext>
            </a:extLst>
          </p:cNvPr>
          <p:cNvGrpSpPr/>
          <p:nvPr/>
        </p:nvGrpSpPr>
        <p:grpSpPr>
          <a:xfrm>
            <a:off x="3720201" y="1518518"/>
            <a:ext cx="2314358" cy="1421794"/>
            <a:chOff x="3720201" y="1518807"/>
            <a:chExt cx="2314358" cy="1421794"/>
          </a:xfrm>
        </p:grpSpPr>
        <p:sp>
          <p:nvSpPr>
            <p:cNvPr id="23" name="Oval 6">
              <a:extLst>
                <a:ext uri="{FF2B5EF4-FFF2-40B4-BE49-F238E27FC236}">
                  <a16:creationId xmlns:a16="http://schemas.microsoft.com/office/drawing/2014/main" id="{5E6D693C-6464-E20E-9835-F54A654E5E59}"/>
                </a:ext>
              </a:extLst>
            </p:cNvPr>
            <p:cNvSpPr>
              <a:spLocks noChangeArrowheads="1"/>
            </p:cNvSpPr>
            <p:nvPr/>
          </p:nvSpPr>
          <p:spPr bwMode="auto">
            <a:xfrm>
              <a:off x="3720201" y="1824975"/>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8" name="Text Box 11">
              <a:extLst>
                <a:ext uri="{FF2B5EF4-FFF2-40B4-BE49-F238E27FC236}">
                  <a16:creationId xmlns:a16="http://schemas.microsoft.com/office/drawing/2014/main" id="{DEA98336-A4A2-AC35-1B1A-D0F1E13697D3}"/>
                </a:ext>
              </a:extLst>
            </p:cNvPr>
            <p:cNvSpPr txBox="1">
              <a:spLocks noChangeArrowheads="1"/>
            </p:cNvSpPr>
            <p:nvPr/>
          </p:nvSpPr>
          <p:spPr bwMode="auto">
            <a:xfrm>
              <a:off x="3722740" y="1518807"/>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grpSp>
      <p:sp>
        <p:nvSpPr>
          <p:cNvPr id="29" name="Line 12">
            <a:extLst>
              <a:ext uri="{FF2B5EF4-FFF2-40B4-BE49-F238E27FC236}">
                <a16:creationId xmlns:a16="http://schemas.microsoft.com/office/drawing/2014/main" id="{C2102AA7-CD07-C4C7-C502-8BC391E4560E}"/>
              </a:ext>
            </a:extLst>
          </p:cNvPr>
          <p:cNvSpPr>
            <a:spLocks noChangeShapeType="1"/>
          </p:cNvSpPr>
          <p:nvPr/>
        </p:nvSpPr>
        <p:spPr bwMode="auto">
          <a:xfrm flipV="1">
            <a:off x="4878015" y="1317265"/>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Text Box 13">
            <a:extLst>
              <a:ext uri="{FF2B5EF4-FFF2-40B4-BE49-F238E27FC236}">
                <a16:creationId xmlns:a16="http://schemas.microsoft.com/office/drawing/2014/main" id="{4AB0A4BA-6EF3-C13F-03F3-6317D0451DA7}"/>
              </a:ext>
            </a:extLst>
          </p:cNvPr>
          <p:cNvSpPr txBox="1">
            <a:spLocks noChangeArrowheads="1"/>
          </p:cNvSpPr>
          <p:nvPr/>
        </p:nvSpPr>
        <p:spPr bwMode="auto">
          <a:xfrm>
            <a:off x="5115298" y="1054787"/>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31" name="Line 14">
            <a:extLst>
              <a:ext uri="{FF2B5EF4-FFF2-40B4-BE49-F238E27FC236}">
                <a16:creationId xmlns:a16="http://schemas.microsoft.com/office/drawing/2014/main" id="{A8CDB153-8C89-DB62-03E6-2564B4CF0229}"/>
              </a:ext>
            </a:extLst>
          </p:cNvPr>
          <p:cNvSpPr>
            <a:spLocks noChangeShapeType="1"/>
          </p:cNvSpPr>
          <p:nvPr/>
        </p:nvSpPr>
        <p:spPr bwMode="auto">
          <a:xfrm>
            <a:off x="6095496" y="2432890"/>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15">
            <a:extLst>
              <a:ext uri="{FF2B5EF4-FFF2-40B4-BE49-F238E27FC236}">
                <a16:creationId xmlns:a16="http://schemas.microsoft.com/office/drawing/2014/main" id="{11798C5F-428F-57B6-1DA2-99DBA76B25BB}"/>
              </a:ext>
            </a:extLst>
          </p:cNvPr>
          <p:cNvSpPr>
            <a:spLocks noChangeShapeType="1"/>
          </p:cNvSpPr>
          <p:nvPr/>
        </p:nvSpPr>
        <p:spPr bwMode="auto">
          <a:xfrm flipV="1">
            <a:off x="6887685" y="2585235"/>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16">
            <a:extLst>
              <a:ext uri="{FF2B5EF4-FFF2-40B4-BE49-F238E27FC236}">
                <a16:creationId xmlns:a16="http://schemas.microsoft.com/office/drawing/2014/main" id="{B0E5B2A4-3619-CD95-E2F5-0520DBDE0B17}"/>
              </a:ext>
            </a:extLst>
          </p:cNvPr>
          <p:cNvSpPr>
            <a:spLocks noChangeShapeType="1"/>
          </p:cNvSpPr>
          <p:nvPr/>
        </p:nvSpPr>
        <p:spPr bwMode="auto">
          <a:xfrm>
            <a:off x="7192373" y="2077811"/>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17">
            <a:extLst>
              <a:ext uri="{FF2B5EF4-FFF2-40B4-BE49-F238E27FC236}">
                <a16:creationId xmlns:a16="http://schemas.microsoft.com/office/drawing/2014/main" id="{1A7E2809-1784-E2F9-A2BA-8150D7F6626B}"/>
              </a:ext>
            </a:extLst>
          </p:cNvPr>
          <p:cNvSpPr>
            <a:spLocks noChangeShapeType="1"/>
          </p:cNvSpPr>
          <p:nvPr/>
        </p:nvSpPr>
        <p:spPr bwMode="auto">
          <a:xfrm flipH="1">
            <a:off x="7130166" y="2634454"/>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Line 18">
            <a:extLst>
              <a:ext uri="{FF2B5EF4-FFF2-40B4-BE49-F238E27FC236}">
                <a16:creationId xmlns:a16="http://schemas.microsoft.com/office/drawing/2014/main" id="{7E7BA3B4-104F-9276-C946-2B78DE67E9DB}"/>
              </a:ext>
            </a:extLst>
          </p:cNvPr>
          <p:cNvSpPr>
            <a:spLocks noChangeShapeType="1"/>
          </p:cNvSpPr>
          <p:nvPr/>
        </p:nvSpPr>
        <p:spPr bwMode="auto">
          <a:xfrm flipV="1">
            <a:off x="5181433" y="2432890"/>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6" name="Line 19">
            <a:extLst>
              <a:ext uri="{FF2B5EF4-FFF2-40B4-BE49-F238E27FC236}">
                <a16:creationId xmlns:a16="http://schemas.microsoft.com/office/drawing/2014/main" id="{C362F80F-870B-032C-123E-945974A3298D}"/>
              </a:ext>
            </a:extLst>
          </p:cNvPr>
          <p:cNvSpPr>
            <a:spLocks noChangeShapeType="1"/>
          </p:cNvSpPr>
          <p:nvPr/>
        </p:nvSpPr>
        <p:spPr bwMode="auto">
          <a:xfrm>
            <a:off x="4938953" y="2027421"/>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Line 20">
            <a:extLst>
              <a:ext uri="{FF2B5EF4-FFF2-40B4-BE49-F238E27FC236}">
                <a16:creationId xmlns:a16="http://schemas.microsoft.com/office/drawing/2014/main" id="{9E5AA936-4664-87F3-AB56-D3599B7315B4}"/>
              </a:ext>
            </a:extLst>
          </p:cNvPr>
          <p:cNvSpPr>
            <a:spLocks noChangeShapeType="1"/>
          </p:cNvSpPr>
          <p:nvPr/>
        </p:nvSpPr>
        <p:spPr bwMode="auto">
          <a:xfrm flipH="1">
            <a:off x="4878015" y="2585234"/>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8" name="Line 21">
            <a:extLst>
              <a:ext uri="{FF2B5EF4-FFF2-40B4-BE49-F238E27FC236}">
                <a16:creationId xmlns:a16="http://schemas.microsoft.com/office/drawing/2014/main" id="{0DE169FA-14F7-26A4-B401-43CBEC7611A6}"/>
              </a:ext>
            </a:extLst>
          </p:cNvPr>
          <p:cNvSpPr>
            <a:spLocks noChangeShapeType="1"/>
          </p:cNvSpPr>
          <p:nvPr/>
        </p:nvSpPr>
        <p:spPr bwMode="auto">
          <a:xfrm>
            <a:off x="3598326" y="2332109"/>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22">
            <a:extLst>
              <a:ext uri="{FF2B5EF4-FFF2-40B4-BE49-F238E27FC236}">
                <a16:creationId xmlns:a16="http://schemas.microsoft.com/office/drawing/2014/main" id="{3407A02C-0BD4-B238-7BA2-E8458FEA965C}"/>
              </a:ext>
            </a:extLst>
          </p:cNvPr>
          <p:cNvSpPr>
            <a:spLocks noChangeShapeType="1"/>
          </p:cNvSpPr>
          <p:nvPr/>
        </p:nvSpPr>
        <p:spPr bwMode="auto">
          <a:xfrm flipV="1">
            <a:off x="3659264" y="2077811"/>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0" name="Line 23">
            <a:extLst>
              <a:ext uri="{FF2B5EF4-FFF2-40B4-BE49-F238E27FC236}">
                <a16:creationId xmlns:a16="http://schemas.microsoft.com/office/drawing/2014/main" id="{02E5B4EC-C3F7-DA5B-7441-F11EBED3D3F8}"/>
              </a:ext>
            </a:extLst>
          </p:cNvPr>
          <p:cNvSpPr>
            <a:spLocks noChangeShapeType="1"/>
          </p:cNvSpPr>
          <p:nvPr/>
        </p:nvSpPr>
        <p:spPr bwMode="auto">
          <a:xfrm flipH="1">
            <a:off x="1710530" y="2077811"/>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1" name="Line 24">
            <a:extLst>
              <a:ext uri="{FF2B5EF4-FFF2-40B4-BE49-F238E27FC236}">
                <a16:creationId xmlns:a16="http://schemas.microsoft.com/office/drawing/2014/main" id="{517483D0-CD51-BDA1-D6F3-D33FFD7C8056}"/>
              </a:ext>
            </a:extLst>
          </p:cNvPr>
          <p:cNvSpPr>
            <a:spLocks noChangeShapeType="1"/>
          </p:cNvSpPr>
          <p:nvPr/>
        </p:nvSpPr>
        <p:spPr bwMode="auto">
          <a:xfrm>
            <a:off x="2623325" y="2127030"/>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Line 25">
            <a:extLst>
              <a:ext uri="{FF2B5EF4-FFF2-40B4-BE49-F238E27FC236}">
                <a16:creationId xmlns:a16="http://schemas.microsoft.com/office/drawing/2014/main" id="{BCBB2823-A5AB-313F-6A8C-F6AED013AF87}"/>
              </a:ext>
            </a:extLst>
          </p:cNvPr>
          <p:cNvSpPr>
            <a:spLocks noChangeShapeType="1"/>
          </p:cNvSpPr>
          <p:nvPr/>
        </p:nvSpPr>
        <p:spPr bwMode="auto">
          <a:xfrm flipV="1">
            <a:off x="3049888" y="2381328"/>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Line 26">
            <a:extLst>
              <a:ext uri="{FF2B5EF4-FFF2-40B4-BE49-F238E27FC236}">
                <a16:creationId xmlns:a16="http://schemas.microsoft.com/office/drawing/2014/main" id="{14345065-7CE8-ECD0-70FC-85EA75D3E504}"/>
              </a:ext>
            </a:extLst>
          </p:cNvPr>
          <p:cNvSpPr>
            <a:spLocks noChangeShapeType="1"/>
          </p:cNvSpPr>
          <p:nvPr/>
        </p:nvSpPr>
        <p:spPr bwMode="auto">
          <a:xfrm flipH="1">
            <a:off x="2135824" y="2737578"/>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4" name="Line 27">
            <a:extLst>
              <a:ext uri="{FF2B5EF4-FFF2-40B4-BE49-F238E27FC236}">
                <a16:creationId xmlns:a16="http://schemas.microsoft.com/office/drawing/2014/main" id="{27908320-6F88-86B0-CE6C-A901EB9DFCE1}"/>
              </a:ext>
            </a:extLst>
          </p:cNvPr>
          <p:cNvSpPr>
            <a:spLocks noChangeShapeType="1"/>
          </p:cNvSpPr>
          <p:nvPr/>
        </p:nvSpPr>
        <p:spPr bwMode="auto">
          <a:xfrm>
            <a:off x="2135824" y="2888750"/>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45" name="Group 28">
            <a:extLst>
              <a:ext uri="{FF2B5EF4-FFF2-40B4-BE49-F238E27FC236}">
                <a16:creationId xmlns:a16="http://schemas.microsoft.com/office/drawing/2014/main" id="{E85A5395-C0E6-5484-33B7-5F4230D07390}"/>
              </a:ext>
            </a:extLst>
          </p:cNvPr>
          <p:cNvGrpSpPr>
            <a:grpSpLocks/>
          </p:cNvGrpSpPr>
          <p:nvPr/>
        </p:nvGrpSpPr>
        <p:grpSpPr bwMode="auto">
          <a:xfrm>
            <a:off x="2745200" y="2534844"/>
            <a:ext cx="548438" cy="353907"/>
            <a:chOff x="2949" y="196"/>
            <a:chExt cx="941" cy="598"/>
          </a:xfrm>
          <a:solidFill>
            <a:srgbClr val="00FFFF"/>
          </a:solidFill>
        </p:grpSpPr>
        <p:sp>
          <p:nvSpPr>
            <p:cNvPr id="46" name="Oval 29">
              <a:extLst>
                <a:ext uri="{FF2B5EF4-FFF2-40B4-BE49-F238E27FC236}">
                  <a16:creationId xmlns:a16="http://schemas.microsoft.com/office/drawing/2014/main" id="{35E6D6DC-5A9C-AE37-D04E-E021C7CD5B51}"/>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7" name="Oval 30">
              <a:extLst>
                <a:ext uri="{FF2B5EF4-FFF2-40B4-BE49-F238E27FC236}">
                  <a16:creationId xmlns:a16="http://schemas.microsoft.com/office/drawing/2014/main" id="{67D6E7DD-1213-63F0-CDA6-436AB87B7EFE}"/>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8" name="Oval 31">
              <a:extLst>
                <a:ext uri="{FF2B5EF4-FFF2-40B4-BE49-F238E27FC236}">
                  <a16:creationId xmlns:a16="http://schemas.microsoft.com/office/drawing/2014/main" id="{223FC8FE-03BD-F286-7108-113F6F02D099}"/>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9" name="Oval 32">
              <a:extLst>
                <a:ext uri="{FF2B5EF4-FFF2-40B4-BE49-F238E27FC236}">
                  <a16:creationId xmlns:a16="http://schemas.microsoft.com/office/drawing/2014/main" id="{B1A19A61-C572-584C-2D71-37606931B130}"/>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0" name="Oval 33">
              <a:extLst>
                <a:ext uri="{FF2B5EF4-FFF2-40B4-BE49-F238E27FC236}">
                  <a16:creationId xmlns:a16="http://schemas.microsoft.com/office/drawing/2014/main" id="{AB27179F-F894-8BBE-58DE-2A6C767CF0D8}"/>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1" name="Oval 34">
              <a:extLst>
                <a:ext uri="{FF2B5EF4-FFF2-40B4-BE49-F238E27FC236}">
                  <a16:creationId xmlns:a16="http://schemas.microsoft.com/office/drawing/2014/main" id="{A68202E4-150D-456C-EA5E-9B9FB1053365}"/>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2" name="Oval 35">
              <a:extLst>
                <a:ext uri="{FF2B5EF4-FFF2-40B4-BE49-F238E27FC236}">
                  <a16:creationId xmlns:a16="http://schemas.microsoft.com/office/drawing/2014/main" id="{D6B2BBB2-9070-92C0-EFF3-DAF67E6425B4}"/>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36">
              <a:extLst>
                <a:ext uri="{FF2B5EF4-FFF2-40B4-BE49-F238E27FC236}">
                  <a16:creationId xmlns:a16="http://schemas.microsoft.com/office/drawing/2014/main" id="{383092E7-914F-7E0A-F99E-BD11FBC47C9F}"/>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Freeform 37">
              <a:extLst>
                <a:ext uri="{FF2B5EF4-FFF2-40B4-BE49-F238E27FC236}">
                  <a16:creationId xmlns:a16="http://schemas.microsoft.com/office/drawing/2014/main" id="{D00D20EF-B693-2A76-55A2-A251E5CFE7B4}"/>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5" name="Freeform 38">
              <a:extLst>
                <a:ext uri="{FF2B5EF4-FFF2-40B4-BE49-F238E27FC236}">
                  <a16:creationId xmlns:a16="http://schemas.microsoft.com/office/drawing/2014/main" id="{264EB479-26C5-1665-5584-372A48E48700}"/>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6" name="Freeform 39">
              <a:extLst>
                <a:ext uri="{FF2B5EF4-FFF2-40B4-BE49-F238E27FC236}">
                  <a16:creationId xmlns:a16="http://schemas.microsoft.com/office/drawing/2014/main" id="{CE52C47C-3D69-7FE2-3070-5E64FEC3089A}"/>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57" name="Picture 40">
            <a:extLst>
              <a:ext uri="{FF2B5EF4-FFF2-40B4-BE49-F238E27FC236}">
                <a16:creationId xmlns:a16="http://schemas.microsoft.com/office/drawing/2014/main" id="{CAB2E4D0-E40C-CAA3-4375-32734AD30C8A}"/>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32405" y="2737579"/>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41">
            <a:extLst>
              <a:ext uri="{FF2B5EF4-FFF2-40B4-BE49-F238E27FC236}">
                <a16:creationId xmlns:a16="http://schemas.microsoft.com/office/drawing/2014/main" id="{FE462C23-8CBB-3566-9EF5-DD470E2D9418}"/>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80844" y="1975858"/>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42">
            <a:extLst>
              <a:ext uri="{FF2B5EF4-FFF2-40B4-BE49-F238E27FC236}">
                <a16:creationId xmlns:a16="http://schemas.microsoft.com/office/drawing/2014/main" id="{617CA712-8651-4AF3-788A-63E240408C4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5513" y="2230155"/>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43">
            <a:extLst>
              <a:ext uri="{FF2B5EF4-FFF2-40B4-BE49-F238E27FC236}">
                <a16:creationId xmlns:a16="http://schemas.microsoft.com/office/drawing/2014/main" id="{E3BC8D33-7EBD-4A25-0B68-783539615E0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19254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44">
            <a:extLst>
              <a:ext uri="{FF2B5EF4-FFF2-40B4-BE49-F238E27FC236}">
                <a16:creationId xmlns:a16="http://schemas.microsoft.com/office/drawing/2014/main" id="{67206247-5A7F-15EA-C5D2-A06BAF076E4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78015" y="2432890"/>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 name="Picture 45">
            <a:extLst>
              <a:ext uri="{FF2B5EF4-FFF2-40B4-BE49-F238E27FC236}">
                <a16:creationId xmlns:a16="http://schemas.microsoft.com/office/drawing/2014/main" id="{11130E61-6078-5A12-669B-54F42F2D5B0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14248" y="2483281"/>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3" name="Picture 46">
            <a:extLst>
              <a:ext uri="{FF2B5EF4-FFF2-40B4-BE49-F238E27FC236}">
                <a16:creationId xmlns:a16="http://schemas.microsoft.com/office/drawing/2014/main" id="{CD9F9BAE-8D09-DEE2-53D9-F4E0C3A22165}"/>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51747" y="2332109"/>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4" name="Group 47">
            <a:extLst>
              <a:ext uri="{FF2B5EF4-FFF2-40B4-BE49-F238E27FC236}">
                <a16:creationId xmlns:a16="http://schemas.microsoft.com/office/drawing/2014/main" id="{D295FCC8-8C10-7AB7-7D47-DB497B96E947}"/>
              </a:ext>
            </a:extLst>
          </p:cNvPr>
          <p:cNvGrpSpPr>
            <a:grpSpLocks/>
          </p:cNvGrpSpPr>
          <p:nvPr/>
        </p:nvGrpSpPr>
        <p:grpSpPr bwMode="auto">
          <a:xfrm>
            <a:off x="2196762" y="3042267"/>
            <a:ext cx="548438" cy="353907"/>
            <a:chOff x="2949" y="196"/>
            <a:chExt cx="941" cy="598"/>
          </a:xfrm>
          <a:solidFill>
            <a:srgbClr val="00FFFF"/>
          </a:solidFill>
        </p:grpSpPr>
        <p:sp>
          <p:nvSpPr>
            <p:cNvPr id="65" name="Oval 48">
              <a:extLst>
                <a:ext uri="{FF2B5EF4-FFF2-40B4-BE49-F238E27FC236}">
                  <a16:creationId xmlns:a16="http://schemas.microsoft.com/office/drawing/2014/main" id="{DC3CE31E-3126-8C0E-9BB9-6B516FB56242}"/>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49">
              <a:extLst>
                <a:ext uri="{FF2B5EF4-FFF2-40B4-BE49-F238E27FC236}">
                  <a16:creationId xmlns:a16="http://schemas.microsoft.com/office/drawing/2014/main" id="{6B0F9B41-A241-69B0-955F-B6EC99394AAD}"/>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50">
              <a:extLst>
                <a:ext uri="{FF2B5EF4-FFF2-40B4-BE49-F238E27FC236}">
                  <a16:creationId xmlns:a16="http://schemas.microsoft.com/office/drawing/2014/main" id="{B77FC587-B8FB-3220-6274-7498D2E500F1}"/>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51">
              <a:extLst>
                <a:ext uri="{FF2B5EF4-FFF2-40B4-BE49-F238E27FC236}">
                  <a16:creationId xmlns:a16="http://schemas.microsoft.com/office/drawing/2014/main" id="{B7E61BE8-3654-865E-494E-F4A052C374FC}"/>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52">
              <a:extLst>
                <a:ext uri="{FF2B5EF4-FFF2-40B4-BE49-F238E27FC236}">
                  <a16:creationId xmlns:a16="http://schemas.microsoft.com/office/drawing/2014/main" id="{C7512EA2-4239-53AB-13E5-CB1CE1FE61FE}"/>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53">
              <a:extLst>
                <a:ext uri="{FF2B5EF4-FFF2-40B4-BE49-F238E27FC236}">
                  <a16:creationId xmlns:a16="http://schemas.microsoft.com/office/drawing/2014/main" id="{36F81F98-6498-CE7C-987D-C99C36E56389}"/>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54">
              <a:extLst>
                <a:ext uri="{FF2B5EF4-FFF2-40B4-BE49-F238E27FC236}">
                  <a16:creationId xmlns:a16="http://schemas.microsoft.com/office/drawing/2014/main" id="{F8F878B3-C427-E9DF-E4BC-731849CBEFBE}"/>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Oval 55">
              <a:extLst>
                <a:ext uri="{FF2B5EF4-FFF2-40B4-BE49-F238E27FC236}">
                  <a16:creationId xmlns:a16="http://schemas.microsoft.com/office/drawing/2014/main" id="{6813D024-169C-B8F0-9FC5-DE627A9D7D4C}"/>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3" name="Freeform 56">
              <a:extLst>
                <a:ext uri="{FF2B5EF4-FFF2-40B4-BE49-F238E27FC236}">
                  <a16:creationId xmlns:a16="http://schemas.microsoft.com/office/drawing/2014/main" id="{C677355A-FD30-B7A6-929C-846DA64357CE}"/>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57">
              <a:extLst>
                <a:ext uri="{FF2B5EF4-FFF2-40B4-BE49-F238E27FC236}">
                  <a16:creationId xmlns:a16="http://schemas.microsoft.com/office/drawing/2014/main" id="{5DB49E78-AFDC-5686-089D-77E7706FA238}"/>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5" name="Freeform 58">
              <a:extLst>
                <a:ext uri="{FF2B5EF4-FFF2-40B4-BE49-F238E27FC236}">
                  <a16:creationId xmlns:a16="http://schemas.microsoft.com/office/drawing/2014/main" id="{C4BC1D91-EF22-6488-BACF-6ED2D2B77A8F}"/>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6" name="Group 59">
            <a:extLst>
              <a:ext uri="{FF2B5EF4-FFF2-40B4-BE49-F238E27FC236}">
                <a16:creationId xmlns:a16="http://schemas.microsoft.com/office/drawing/2014/main" id="{D027FA44-420C-0860-06DA-04F19BC91D6B}"/>
              </a:ext>
            </a:extLst>
          </p:cNvPr>
          <p:cNvGrpSpPr>
            <a:grpSpLocks/>
          </p:cNvGrpSpPr>
          <p:nvPr/>
        </p:nvGrpSpPr>
        <p:grpSpPr bwMode="auto">
          <a:xfrm>
            <a:off x="1466780" y="2178593"/>
            <a:ext cx="548438" cy="356250"/>
            <a:chOff x="2949" y="196"/>
            <a:chExt cx="941" cy="598"/>
          </a:xfrm>
          <a:solidFill>
            <a:srgbClr val="00FFFF"/>
          </a:solidFill>
        </p:grpSpPr>
        <p:sp>
          <p:nvSpPr>
            <p:cNvPr id="77" name="Oval 60">
              <a:extLst>
                <a:ext uri="{FF2B5EF4-FFF2-40B4-BE49-F238E27FC236}">
                  <a16:creationId xmlns:a16="http://schemas.microsoft.com/office/drawing/2014/main" id="{BB9B5698-14A5-7974-4475-51A750CB0B4C}"/>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61">
              <a:extLst>
                <a:ext uri="{FF2B5EF4-FFF2-40B4-BE49-F238E27FC236}">
                  <a16:creationId xmlns:a16="http://schemas.microsoft.com/office/drawing/2014/main" id="{D6DE5023-D521-2EA0-024F-460F6194575F}"/>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62">
              <a:extLst>
                <a:ext uri="{FF2B5EF4-FFF2-40B4-BE49-F238E27FC236}">
                  <a16:creationId xmlns:a16="http://schemas.microsoft.com/office/drawing/2014/main" id="{99A080E4-CE64-6790-33BB-FCAEEC0C473F}"/>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63">
              <a:extLst>
                <a:ext uri="{FF2B5EF4-FFF2-40B4-BE49-F238E27FC236}">
                  <a16:creationId xmlns:a16="http://schemas.microsoft.com/office/drawing/2014/main" id="{4D1A8B46-B223-F7B6-4CD5-DE118FA90330}"/>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64">
              <a:extLst>
                <a:ext uri="{FF2B5EF4-FFF2-40B4-BE49-F238E27FC236}">
                  <a16:creationId xmlns:a16="http://schemas.microsoft.com/office/drawing/2014/main" id="{7DDD038F-8C0B-4854-76E9-B6C448BB8156}"/>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65">
              <a:extLst>
                <a:ext uri="{FF2B5EF4-FFF2-40B4-BE49-F238E27FC236}">
                  <a16:creationId xmlns:a16="http://schemas.microsoft.com/office/drawing/2014/main" id="{8B527BD8-13E0-5F0B-512B-8E7C377CEE03}"/>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66">
              <a:extLst>
                <a:ext uri="{FF2B5EF4-FFF2-40B4-BE49-F238E27FC236}">
                  <a16:creationId xmlns:a16="http://schemas.microsoft.com/office/drawing/2014/main" id="{B8BDA32F-3250-2076-03B5-70A05BAC270F}"/>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Oval 67">
              <a:extLst>
                <a:ext uri="{FF2B5EF4-FFF2-40B4-BE49-F238E27FC236}">
                  <a16:creationId xmlns:a16="http://schemas.microsoft.com/office/drawing/2014/main" id="{F59936B3-8C8C-3F1D-DE23-1A33B5EFA6F6}"/>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5" name="Freeform 68">
              <a:extLst>
                <a:ext uri="{FF2B5EF4-FFF2-40B4-BE49-F238E27FC236}">
                  <a16:creationId xmlns:a16="http://schemas.microsoft.com/office/drawing/2014/main" id="{E2D2CBD0-C234-B72E-1CC8-2134A0C8CC1B}"/>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69">
              <a:extLst>
                <a:ext uri="{FF2B5EF4-FFF2-40B4-BE49-F238E27FC236}">
                  <a16:creationId xmlns:a16="http://schemas.microsoft.com/office/drawing/2014/main" id="{6AAE0F4D-2AED-67C4-0AB2-F7B983FEF7EE}"/>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7" name="Freeform 70">
              <a:extLst>
                <a:ext uri="{FF2B5EF4-FFF2-40B4-BE49-F238E27FC236}">
                  <a16:creationId xmlns:a16="http://schemas.microsoft.com/office/drawing/2014/main" id="{5C12937F-039B-5BF2-8B5B-32AD8611FEB7}"/>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8" name="Group 71">
            <a:extLst>
              <a:ext uri="{FF2B5EF4-FFF2-40B4-BE49-F238E27FC236}">
                <a16:creationId xmlns:a16="http://schemas.microsoft.com/office/drawing/2014/main" id="{0CDC7D05-0459-FAEC-3522-CE0F0E9D2E0F}"/>
              </a:ext>
            </a:extLst>
          </p:cNvPr>
          <p:cNvGrpSpPr>
            <a:grpSpLocks/>
          </p:cNvGrpSpPr>
          <p:nvPr/>
        </p:nvGrpSpPr>
        <p:grpSpPr bwMode="auto">
          <a:xfrm>
            <a:off x="6887685" y="1875077"/>
            <a:ext cx="547169" cy="355078"/>
            <a:chOff x="2949" y="196"/>
            <a:chExt cx="941" cy="598"/>
          </a:xfrm>
          <a:solidFill>
            <a:srgbClr val="00FFFF"/>
          </a:solidFill>
        </p:grpSpPr>
        <p:sp>
          <p:nvSpPr>
            <p:cNvPr id="89" name="Oval 72">
              <a:extLst>
                <a:ext uri="{FF2B5EF4-FFF2-40B4-BE49-F238E27FC236}">
                  <a16:creationId xmlns:a16="http://schemas.microsoft.com/office/drawing/2014/main" id="{573D8772-6902-4342-18CF-13B95A7A3C01}"/>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73">
              <a:extLst>
                <a:ext uri="{FF2B5EF4-FFF2-40B4-BE49-F238E27FC236}">
                  <a16:creationId xmlns:a16="http://schemas.microsoft.com/office/drawing/2014/main" id="{C7B00087-5F58-F166-4155-966A301874D8}"/>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74">
              <a:extLst>
                <a:ext uri="{FF2B5EF4-FFF2-40B4-BE49-F238E27FC236}">
                  <a16:creationId xmlns:a16="http://schemas.microsoft.com/office/drawing/2014/main" id="{F449446D-9A3F-D911-4BBD-787D6B2150D5}"/>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75">
              <a:extLst>
                <a:ext uri="{FF2B5EF4-FFF2-40B4-BE49-F238E27FC236}">
                  <a16:creationId xmlns:a16="http://schemas.microsoft.com/office/drawing/2014/main" id="{F63077F1-C14E-43BF-E136-20DFF33DF034}"/>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76">
              <a:extLst>
                <a:ext uri="{FF2B5EF4-FFF2-40B4-BE49-F238E27FC236}">
                  <a16:creationId xmlns:a16="http://schemas.microsoft.com/office/drawing/2014/main" id="{51DCFA61-2DF2-F14B-DCD7-36EA7AF6C3AD}"/>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77">
              <a:extLst>
                <a:ext uri="{FF2B5EF4-FFF2-40B4-BE49-F238E27FC236}">
                  <a16:creationId xmlns:a16="http://schemas.microsoft.com/office/drawing/2014/main" id="{2AB2D8B6-5AF0-F132-CB8E-5490D7D6C229}"/>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78">
              <a:extLst>
                <a:ext uri="{FF2B5EF4-FFF2-40B4-BE49-F238E27FC236}">
                  <a16:creationId xmlns:a16="http://schemas.microsoft.com/office/drawing/2014/main" id="{D2ED5425-22DE-3A46-C5DD-4FAB55CB37E4}"/>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Oval 79">
              <a:extLst>
                <a:ext uri="{FF2B5EF4-FFF2-40B4-BE49-F238E27FC236}">
                  <a16:creationId xmlns:a16="http://schemas.microsoft.com/office/drawing/2014/main" id="{DABC8CEF-4D96-3C54-09F1-8FCA1DBA02D1}"/>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7" name="Freeform 80">
              <a:extLst>
                <a:ext uri="{FF2B5EF4-FFF2-40B4-BE49-F238E27FC236}">
                  <a16:creationId xmlns:a16="http://schemas.microsoft.com/office/drawing/2014/main" id="{625F2ED5-A8BA-4C4E-8FC6-4D6C0165C61F}"/>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81">
              <a:extLst>
                <a:ext uri="{FF2B5EF4-FFF2-40B4-BE49-F238E27FC236}">
                  <a16:creationId xmlns:a16="http://schemas.microsoft.com/office/drawing/2014/main" id="{57470B13-8EF4-E744-5C5F-0DAB76DAB747}"/>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9" name="Freeform 82">
              <a:extLst>
                <a:ext uri="{FF2B5EF4-FFF2-40B4-BE49-F238E27FC236}">
                  <a16:creationId xmlns:a16="http://schemas.microsoft.com/office/drawing/2014/main" id="{8F758AB6-0A8E-1DE2-239A-BE166DBF4238}"/>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00" name="Group 83">
            <a:extLst>
              <a:ext uri="{FF2B5EF4-FFF2-40B4-BE49-F238E27FC236}">
                <a16:creationId xmlns:a16="http://schemas.microsoft.com/office/drawing/2014/main" id="{7C567DC8-C19D-C5EA-B487-8A250280649F}"/>
              </a:ext>
            </a:extLst>
          </p:cNvPr>
          <p:cNvGrpSpPr>
            <a:grpSpLocks/>
          </p:cNvGrpSpPr>
          <p:nvPr/>
        </p:nvGrpSpPr>
        <p:grpSpPr bwMode="auto">
          <a:xfrm>
            <a:off x="6826747" y="3042267"/>
            <a:ext cx="548438" cy="353907"/>
            <a:chOff x="2949" y="196"/>
            <a:chExt cx="941" cy="598"/>
          </a:xfrm>
          <a:solidFill>
            <a:srgbClr val="00FFFF"/>
          </a:solidFill>
        </p:grpSpPr>
        <p:sp>
          <p:nvSpPr>
            <p:cNvPr id="101" name="Oval 84">
              <a:extLst>
                <a:ext uri="{FF2B5EF4-FFF2-40B4-BE49-F238E27FC236}">
                  <a16:creationId xmlns:a16="http://schemas.microsoft.com/office/drawing/2014/main" id="{0306EA98-51B6-8A52-B731-C79FEF4B0C0D}"/>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85">
              <a:extLst>
                <a:ext uri="{FF2B5EF4-FFF2-40B4-BE49-F238E27FC236}">
                  <a16:creationId xmlns:a16="http://schemas.microsoft.com/office/drawing/2014/main" id="{A3C3A0C9-117D-1748-4199-5039D0254486}"/>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86">
              <a:extLst>
                <a:ext uri="{FF2B5EF4-FFF2-40B4-BE49-F238E27FC236}">
                  <a16:creationId xmlns:a16="http://schemas.microsoft.com/office/drawing/2014/main" id="{966F89A1-D868-C797-FA4B-69CF0C99E2A3}"/>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87">
              <a:extLst>
                <a:ext uri="{FF2B5EF4-FFF2-40B4-BE49-F238E27FC236}">
                  <a16:creationId xmlns:a16="http://schemas.microsoft.com/office/drawing/2014/main" id="{D7226CA8-34E7-0465-9EF2-DC39B3B0ED0E}"/>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88">
              <a:extLst>
                <a:ext uri="{FF2B5EF4-FFF2-40B4-BE49-F238E27FC236}">
                  <a16:creationId xmlns:a16="http://schemas.microsoft.com/office/drawing/2014/main" id="{59B59E72-698E-A41D-19BF-99362D182E2C}"/>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89">
              <a:extLst>
                <a:ext uri="{FF2B5EF4-FFF2-40B4-BE49-F238E27FC236}">
                  <a16:creationId xmlns:a16="http://schemas.microsoft.com/office/drawing/2014/main" id="{39855C9E-A760-A914-6A5D-C713EAD25960}"/>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90">
              <a:extLst>
                <a:ext uri="{FF2B5EF4-FFF2-40B4-BE49-F238E27FC236}">
                  <a16:creationId xmlns:a16="http://schemas.microsoft.com/office/drawing/2014/main" id="{FBA894FD-0E7D-13EA-C781-0876AA6E6DCF}"/>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Oval 91">
              <a:extLst>
                <a:ext uri="{FF2B5EF4-FFF2-40B4-BE49-F238E27FC236}">
                  <a16:creationId xmlns:a16="http://schemas.microsoft.com/office/drawing/2014/main" id="{407EEF91-A62D-9F5A-11A7-3EB9C4C14F75}"/>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9" name="Freeform 92">
              <a:extLst>
                <a:ext uri="{FF2B5EF4-FFF2-40B4-BE49-F238E27FC236}">
                  <a16:creationId xmlns:a16="http://schemas.microsoft.com/office/drawing/2014/main" id="{8EC3C526-5217-DFE4-1D28-AF5A020E7E4D}"/>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93">
              <a:extLst>
                <a:ext uri="{FF2B5EF4-FFF2-40B4-BE49-F238E27FC236}">
                  <a16:creationId xmlns:a16="http://schemas.microsoft.com/office/drawing/2014/main" id="{742E050F-219F-5423-5FAF-926CE26614FC}"/>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1" name="Freeform 94">
              <a:extLst>
                <a:ext uri="{FF2B5EF4-FFF2-40B4-BE49-F238E27FC236}">
                  <a16:creationId xmlns:a16="http://schemas.microsoft.com/office/drawing/2014/main" id="{31701C20-C777-3CF1-5F82-ABB9BBC2E444}"/>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2" name="Group 95">
            <a:extLst>
              <a:ext uri="{FF2B5EF4-FFF2-40B4-BE49-F238E27FC236}">
                <a16:creationId xmlns:a16="http://schemas.microsoft.com/office/drawing/2014/main" id="{DF75A44F-8112-07CA-FC53-D270C7388B74}"/>
              </a:ext>
            </a:extLst>
          </p:cNvPr>
          <p:cNvGrpSpPr>
            <a:grpSpLocks/>
          </p:cNvGrpSpPr>
          <p:nvPr/>
        </p:nvGrpSpPr>
        <p:grpSpPr bwMode="auto">
          <a:xfrm>
            <a:off x="6520790" y="2483280"/>
            <a:ext cx="548438" cy="356250"/>
            <a:chOff x="2949" y="196"/>
            <a:chExt cx="941" cy="598"/>
          </a:xfrm>
          <a:solidFill>
            <a:srgbClr val="00FFFF"/>
          </a:solidFill>
        </p:grpSpPr>
        <p:sp>
          <p:nvSpPr>
            <p:cNvPr id="113" name="Oval 96">
              <a:extLst>
                <a:ext uri="{FF2B5EF4-FFF2-40B4-BE49-F238E27FC236}">
                  <a16:creationId xmlns:a16="http://schemas.microsoft.com/office/drawing/2014/main" id="{0B78A446-FAFB-158B-15DE-5F59C183D8D2}"/>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4" name="Oval 97">
              <a:extLst>
                <a:ext uri="{FF2B5EF4-FFF2-40B4-BE49-F238E27FC236}">
                  <a16:creationId xmlns:a16="http://schemas.microsoft.com/office/drawing/2014/main" id="{286C61F0-9930-7B46-5ABA-64A32AB9A763}"/>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5" name="Oval 98">
              <a:extLst>
                <a:ext uri="{FF2B5EF4-FFF2-40B4-BE49-F238E27FC236}">
                  <a16:creationId xmlns:a16="http://schemas.microsoft.com/office/drawing/2014/main" id="{372586E3-970F-CE34-1B3B-ADAE911FF0CE}"/>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6" name="Oval 99">
              <a:extLst>
                <a:ext uri="{FF2B5EF4-FFF2-40B4-BE49-F238E27FC236}">
                  <a16:creationId xmlns:a16="http://schemas.microsoft.com/office/drawing/2014/main" id="{3B364513-56C9-2820-5D1F-D56A08AAEA83}"/>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7" name="Oval 100">
              <a:extLst>
                <a:ext uri="{FF2B5EF4-FFF2-40B4-BE49-F238E27FC236}">
                  <a16:creationId xmlns:a16="http://schemas.microsoft.com/office/drawing/2014/main" id="{02D539AE-62ED-B550-A465-8580B8156D6C}"/>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8" name="Oval 101">
              <a:extLst>
                <a:ext uri="{FF2B5EF4-FFF2-40B4-BE49-F238E27FC236}">
                  <a16:creationId xmlns:a16="http://schemas.microsoft.com/office/drawing/2014/main" id="{48025609-B69D-8BFC-86A4-D1AFDE93E86E}"/>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9" name="Oval 102">
              <a:extLst>
                <a:ext uri="{FF2B5EF4-FFF2-40B4-BE49-F238E27FC236}">
                  <a16:creationId xmlns:a16="http://schemas.microsoft.com/office/drawing/2014/main" id="{C2DFEC84-1A0F-8732-BB21-9CE35752E028}"/>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0" name="Oval 103">
              <a:extLst>
                <a:ext uri="{FF2B5EF4-FFF2-40B4-BE49-F238E27FC236}">
                  <a16:creationId xmlns:a16="http://schemas.microsoft.com/office/drawing/2014/main" id="{DE4789DD-6729-23A5-BE21-7D15E609B3E0}"/>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1" name="Freeform 104">
              <a:extLst>
                <a:ext uri="{FF2B5EF4-FFF2-40B4-BE49-F238E27FC236}">
                  <a16:creationId xmlns:a16="http://schemas.microsoft.com/office/drawing/2014/main" id="{8CF7C9A0-863F-FC2F-CBCA-5315AE3CD0B3}"/>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Freeform 105">
              <a:extLst>
                <a:ext uri="{FF2B5EF4-FFF2-40B4-BE49-F238E27FC236}">
                  <a16:creationId xmlns:a16="http://schemas.microsoft.com/office/drawing/2014/main" id="{1A6D5420-24F9-6901-142C-0D78E7B9B3D1}"/>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Freeform 106">
              <a:extLst>
                <a:ext uri="{FF2B5EF4-FFF2-40B4-BE49-F238E27FC236}">
                  <a16:creationId xmlns:a16="http://schemas.microsoft.com/office/drawing/2014/main" id="{30B9DD60-B987-46B8-5902-616CB0F06589}"/>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24" name="Text Box 107">
            <a:extLst>
              <a:ext uri="{FF2B5EF4-FFF2-40B4-BE49-F238E27FC236}">
                <a16:creationId xmlns:a16="http://schemas.microsoft.com/office/drawing/2014/main" id="{B331482B-A425-422C-9FEB-FCCCE88390CC}"/>
              </a:ext>
            </a:extLst>
          </p:cNvPr>
          <p:cNvSpPr txBox="1">
            <a:spLocks noChangeArrowheads="1"/>
          </p:cNvSpPr>
          <p:nvPr/>
        </p:nvSpPr>
        <p:spPr bwMode="auto">
          <a:xfrm>
            <a:off x="7527530" y="221257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sp>
        <p:nvSpPr>
          <p:cNvPr id="125" name="Text Box 108">
            <a:extLst>
              <a:ext uri="{FF2B5EF4-FFF2-40B4-BE49-F238E27FC236}">
                <a16:creationId xmlns:a16="http://schemas.microsoft.com/office/drawing/2014/main" id="{C7ABC585-6DF5-969D-443E-3D9490BA61D9}"/>
              </a:ext>
            </a:extLst>
          </p:cNvPr>
          <p:cNvSpPr txBox="1">
            <a:spLocks noChangeArrowheads="1"/>
          </p:cNvSpPr>
          <p:nvPr/>
        </p:nvSpPr>
        <p:spPr bwMode="auto">
          <a:xfrm>
            <a:off x="5912258" y="205107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7</a:t>
            </a:r>
          </a:p>
        </p:txBody>
      </p:sp>
      <p:sp>
        <p:nvSpPr>
          <p:cNvPr id="126" name="Text Box 109">
            <a:extLst>
              <a:ext uri="{FF2B5EF4-FFF2-40B4-BE49-F238E27FC236}">
                <a16:creationId xmlns:a16="http://schemas.microsoft.com/office/drawing/2014/main" id="{1AFD46D4-7F4B-8AD5-0444-5FB89531C9D8}"/>
              </a:ext>
            </a:extLst>
          </p:cNvPr>
          <p:cNvSpPr txBox="1">
            <a:spLocks noChangeArrowheads="1"/>
          </p:cNvSpPr>
          <p:nvPr/>
        </p:nvSpPr>
        <p:spPr bwMode="auto">
          <a:xfrm>
            <a:off x="5100183" y="183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6</a:t>
            </a:r>
          </a:p>
        </p:txBody>
      </p:sp>
      <p:sp>
        <p:nvSpPr>
          <p:cNvPr id="127" name="Text Box 110">
            <a:extLst>
              <a:ext uri="{FF2B5EF4-FFF2-40B4-BE49-F238E27FC236}">
                <a16:creationId xmlns:a16="http://schemas.microsoft.com/office/drawing/2014/main" id="{F0A9DAA0-E338-3401-62EE-19A917B3569C}"/>
              </a:ext>
            </a:extLst>
          </p:cNvPr>
          <p:cNvSpPr txBox="1">
            <a:spLocks noChangeArrowheads="1"/>
          </p:cNvSpPr>
          <p:nvPr/>
        </p:nvSpPr>
        <p:spPr bwMode="auto">
          <a:xfrm>
            <a:off x="4643151" y="216804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5</a:t>
            </a:r>
          </a:p>
        </p:txBody>
      </p:sp>
      <p:sp>
        <p:nvSpPr>
          <p:cNvPr id="128" name="Text Box 111">
            <a:extLst>
              <a:ext uri="{FF2B5EF4-FFF2-40B4-BE49-F238E27FC236}">
                <a16:creationId xmlns:a16="http://schemas.microsoft.com/office/drawing/2014/main" id="{C99F2ED3-2285-0283-3982-313EEAF289CC}"/>
              </a:ext>
            </a:extLst>
          </p:cNvPr>
          <p:cNvSpPr txBox="1">
            <a:spLocks noChangeArrowheads="1"/>
          </p:cNvSpPr>
          <p:nvPr/>
        </p:nvSpPr>
        <p:spPr bwMode="auto">
          <a:xfrm>
            <a:off x="4418472" y="259695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4</a:t>
            </a:r>
          </a:p>
        </p:txBody>
      </p:sp>
      <p:sp>
        <p:nvSpPr>
          <p:cNvPr id="129" name="Text Box 112">
            <a:extLst>
              <a:ext uri="{FF2B5EF4-FFF2-40B4-BE49-F238E27FC236}">
                <a16:creationId xmlns:a16="http://schemas.microsoft.com/office/drawing/2014/main" id="{2CCA48A2-7AEB-6D25-E4B6-C20DA1285BBE}"/>
              </a:ext>
            </a:extLst>
          </p:cNvPr>
          <p:cNvSpPr txBox="1">
            <a:spLocks noChangeArrowheads="1"/>
          </p:cNvSpPr>
          <p:nvPr/>
        </p:nvSpPr>
        <p:spPr bwMode="auto">
          <a:xfrm>
            <a:off x="3421861" y="193367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3</a:t>
            </a:r>
          </a:p>
        </p:txBody>
      </p:sp>
      <p:sp>
        <p:nvSpPr>
          <p:cNvPr id="130" name="Text Box 113">
            <a:extLst>
              <a:ext uri="{FF2B5EF4-FFF2-40B4-BE49-F238E27FC236}">
                <a16:creationId xmlns:a16="http://schemas.microsoft.com/office/drawing/2014/main" id="{6A0A529D-491F-C06B-3AEB-72CA87377C02}"/>
              </a:ext>
            </a:extLst>
          </p:cNvPr>
          <p:cNvSpPr txBox="1">
            <a:spLocks noChangeArrowheads="1"/>
          </p:cNvSpPr>
          <p:nvPr/>
        </p:nvSpPr>
        <p:spPr bwMode="auto">
          <a:xfrm>
            <a:off x="1525179" y="264851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31" name="Text Box 114">
            <a:extLst>
              <a:ext uri="{FF2B5EF4-FFF2-40B4-BE49-F238E27FC236}">
                <a16:creationId xmlns:a16="http://schemas.microsoft.com/office/drawing/2014/main" id="{21076A7D-A132-8CDC-ABE4-4146CD504B39}"/>
              </a:ext>
            </a:extLst>
          </p:cNvPr>
          <p:cNvSpPr txBox="1">
            <a:spLocks noChangeArrowheads="1"/>
          </p:cNvSpPr>
          <p:nvPr/>
        </p:nvSpPr>
        <p:spPr bwMode="auto">
          <a:xfrm>
            <a:off x="2107895" y="176374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grpSp>
        <p:nvGrpSpPr>
          <p:cNvPr id="183" name="组合 182">
            <a:extLst>
              <a:ext uri="{FF2B5EF4-FFF2-40B4-BE49-F238E27FC236}">
                <a16:creationId xmlns:a16="http://schemas.microsoft.com/office/drawing/2014/main" id="{13C54A45-C9FB-33AD-50D7-C799A0BBD2B8}"/>
              </a:ext>
            </a:extLst>
          </p:cNvPr>
          <p:cNvGrpSpPr/>
          <p:nvPr/>
        </p:nvGrpSpPr>
        <p:grpSpPr>
          <a:xfrm>
            <a:off x="3598326" y="3003594"/>
            <a:ext cx="2497171" cy="1046059"/>
            <a:chOff x="3598326" y="3003883"/>
            <a:chExt cx="2497171" cy="1046059"/>
          </a:xfrm>
        </p:grpSpPr>
        <p:sp>
          <p:nvSpPr>
            <p:cNvPr id="138" name="Oval 121">
              <a:extLst>
                <a:ext uri="{FF2B5EF4-FFF2-40B4-BE49-F238E27FC236}">
                  <a16:creationId xmlns:a16="http://schemas.microsoft.com/office/drawing/2014/main" id="{A77FAF9A-2837-6B48-C7B2-AE95B0218F24}"/>
                </a:ext>
              </a:extLst>
            </p:cNvPr>
            <p:cNvSpPr>
              <a:spLocks noChangeArrowheads="1"/>
            </p:cNvSpPr>
            <p:nvPr/>
          </p:nvSpPr>
          <p:spPr bwMode="auto">
            <a:xfrm>
              <a:off x="3598326" y="3003883"/>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39" name="Text Box 122">
              <a:extLst>
                <a:ext uri="{FF2B5EF4-FFF2-40B4-BE49-F238E27FC236}">
                  <a16:creationId xmlns:a16="http://schemas.microsoft.com/office/drawing/2014/main" id="{8778CDA0-5445-2C64-2EF3-2D85BD7F16D0}"/>
                </a:ext>
              </a:extLst>
            </p:cNvPr>
            <p:cNvSpPr txBox="1">
              <a:spLocks noChangeArrowheads="1"/>
            </p:cNvSpPr>
            <p:nvPr/>
          </p:nvSpPr>
          <p:spPr bwMode="auto">
            <a:xfrm>
              <a:off x="4305485" y="374216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grpSp>
      <p:sp>
        <p:nvSpPr>
          <p:cNvPr id="140" name="Line 123">
            <a:extLst>
              <a:ext uri="{FF2B5EF4-FFF2-40B4-BE49-F238E27FC236}">
                <a16:creationId xmlns:a16="http://schemas.microsoft.com/office/drawing/2014/main" id="{B4C7B451-3BD7-61FA-0323-8486D82D98B0}"/>
              </a:ext>
            </a:extLst>
          </p:cNvPr>
          <p:cNvSpPr>
            <a:spLocks noChangeShapeType="1"/>
          </p:cNvSpPr>
          <p:nvPr/>
        </p:nvSpPr>
        <p:spPr bwMode="auto">
          <a:xfrm>
            <a:off x="4817078" y="2940312"/>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1" name="Line 124">
            <a:extLst>
              <a:ext uri="{FF2B5EF4-FFF2-40B4-BE49-F238E27FC236}">
                <a16:creationId xmlns:a16="http://schemas.microsoft.com/office/drawing/2014/main" id="{99296193-CA14-26C9-8976-FB5B1795E662}"/>
              </a:ext>
            </a:extLst>
          </p:cNvPr>
          <p:cNvSpPr>
            <a:spLocks noChangeShapeType="1"/>
          </p:cNvSpPr>
          <p:nvPr/>
        </p:nvSpPr>
        <p:spPr bwMode="auto">
          <a:xfrm flipV="1">
            <a:off x="4938953" y="3387969"/>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42" name="Group 125">
            <a:extLst>
              <a:ext uri="{FF2B5EF4-FFF2-40B4-BE49-F238E27FC236}">
                <a16:creationId xmlns:a16="http://schemas.microsoft.com/office/drawing/2014/main" id="{C97F7EC7-2A0B-0839-0FFB-1C36167FEB75}"/>
              </a:ext>
            </a:extLst>
          </p:cNvPr>
          <p:cNvGrpSpPr>
            <a:grpSpLocks/>
          </p:cNvGrpSpPr>
          <p:nvPr/>
        </p:nvGrpSpPr>
        <p:grpSpPr bwMode="auto">
          <a:xfrm>
            <a:off x="5365516" y="3131328"/>
            <a:ext cx="547168" cy="448828"/>
            <a:chOff x="2949" y="196"/>
            <a:chExt cx="941" cy="598"/>
          </a:xfrm>
          <a:solidFill>
            <a:srgbClr val="00FFFF"/>
          </a:solidFill>
        </p:grpSpPr>
        <p:sp>
          <p:nvSpPr>
            <p:cNvPr id="143" name="Oval 126">
              <a:extLst>
                <a:ext uri="{FF2B5EF4-FFF2-40B4-BE49-F238E27FC236}">
                  <a16:creationId xmlns:a16="http://schemas.microsoft.com/office/drawing/2014/main" id="{3A1193F8-C724-75DF-C63B-BEABB10F897F}"/>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27">
              <a:extLst>
                <a:ext uri="{FF2B5EF4-FFF2-40B4-BE49-F238E27FC236}">
                  <a16:creationId xmlns:a16="http://schemas.microsoft.com/office/drawing/2014/main" id="{15ACAA8B-EF72-1691-11E3-26BB8BF0F706}"/>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28">
              <a:extLst>
                <a:ext uri="{FF2B5EF4-FFF2-40B4-BE49-F238E27FC236}">
                  <a16:creationId xmlns:a16="http://schemas.microsoft.com/office/drawing/2014/main" id="{09A93113-6C24-138D-4950-D08FB9AD58CC}"/>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Oval 129">
              <a:extLst>
                <a:ext uri="{FF2B5EF4-FFF2-40B4-BE49-F238E27FC236}">
                  <a16:creationId xmlns:a16="http://schemas.microsoft.com/office/drawing/2014/main" id="{506CF2E4-70F1-7DAB-169A-88F91E6E0EEE}"/>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7" name="Oval 130">
              <a:extLst>
                <a:ext uri="{FF2B5EF4-FFF2-40B4-BE49-F238E27FC236}">
                  <a16:creationId xmlns:a16="http://schemas.microsoft.com/office/drawing/2014/main" id="{3132CD8F-7CA5-80CE-BF01-6DA3D8A8B220}"/>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8" name="Oval 131">
              <a:extLst>
                <a:ext uri="{FF2B5EF4-FFF2-40B4-BE49-F238E27FC236}">
                  <a16:creationId xmlns:a16="http://schemas.microsoft.com/office/drawing/2014/main" id="{2246BB3C-1646-43B4-0F5C-26F11A35E02D}"/>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9" name="Oval 132">
              <a:extLst>
                <a:ext uri="{FF2B5EF4-FFF2-40B4-BE49-F238E27FC236}">
                  <a16:creationId xmlns:a16="http://schemas.microsoft.com/office/drawing/2014/main" id="{25E6EE01-B6E6-59C2-9540-5DC91A25CE86}"/>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0" name="Oval 133">
              <a:extLst>
                <a:ext uri="{FF2B5EF4-FFF2-40B4-BE49-F238E27FC236}">
                  <a16:creationId xmlns:a16="http://schemas.microsoft.com/office/drawing/2014/main" id="{C1986AB8-1207-E6B3-8DAD-8A81E6C385AB}"/>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1" name="Freeform 134">
              <a:extLst>
                <a:ext uri="{FF2B5EF4-FFF2-40B4-BE49-F238E27FC236}">
                  <a16:creationId xmlns:a16="http://schemas.microsoft.com/office/drawing/2014/main" id="{C7ABD8B2-C2AB-573D-FDE0-6280233E4283}"/>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2" name="Freeform 135">
              <a:extLst>
                <a:ext uri="{FF2B5EF4-FFF2-40B4-BE49-F238E27FC236}">
                  <a16:creationId xmlns:a16="http://schemas.microsoft.com/office/drawing/2014/main" id="{B6B41953-5035-8027-A2A7-0B2473C4627D}"/>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3" name="Freeform 136">
              <a:extLst>
                <a:ext uri="{FF2B5EF4-FFF2-40B4-BE49-F238E27FC236}">
                  <a16:creationId xmlns:a16="http://schemas.microsoft.com/office/drawing/2014/main" id="{9FA9F9B6-2048-19E8-52A1-DA7E10E6534C}"/>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55" name="Line 138">
            <a:extLst>
              <a:ext uri="{FF2B5EF4-FFF2-40B4-BE49-F238E27FC236}">
                <a16:creationId xmlns:a16="http://schemas.microsoft.com/office/drawing/2014/main" id="{DE38F081-443C-93F4-E4D7-379038C8A7AA}"/>
              </a:ext>
            </a:extLst>
          </p:cNvPr>
          <p:cNvSpPr>
            <a:spLocks noChangeShapeType="1"/>
          </p:cNvSpPr>
          <p:nvPr/>
        </p:nvSpPr>
        <p:spPr bwMode="auto">
          <a:xfrm>
            <a:off x="4084557" y="3450079"/>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56" name="Group 139">
            <a:extLst>
              <a:ext uri="{FF2B5EF4-FFF2-40B4-BE49-F238E27FC236}">
                <a16:creationId xmlns:a16="http://schemas.microsoft.com/office/drawing/2014/main" id="{FE3619A6-AF28-FA20-96B1-DA11B046DDBD}"/>
              </a:ext>
            </a:extLst>
          </p:cNvPr>
          <p:cNvGrpSpPr>
            <a:grpSpLocks/>
          </p:cNvGrpSpPr>
          <p:nvPr/>
        </p:nvGrpSpPr>
        <p:grpSpPr bwMode="auto">
          <a:xfrm>
            <a:off x="3842076" y="3194610"/>
            <a:ext cx="548438" cy="448828"/>
            <a:chOff x="2949" y="196"/>
            <a:chExt cx="941" cy="598"/>
          </a:xfrm>
          <a:solidFill>
            <a:srgbClr val="00FFFF"/>
          </a:solidFill>
        </p:grpSpPr>
        <p:sp>
          <p:nvSpPr>
            <p:cNvPr id="157" name="Oval 140">
              <a:extLst>
                <a:ext uri="{FF2B5EF4-FFF2-40B4-BE49-F238E27FC236}">
                  <a16:creationId xmlns:a16="http://schemas.microsoft.com/office/drawing/2014/main" id="{4AC3779B-F75B-281A-8D0C-ECCDC15B9306}"/>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Oval 141">
              <a:extLst>
                <a:ext uri="{FF2B5EF4-FFF2-40B4-BE49-F238E27FC236}">
                  <a16:creationId xmlns:a16="http://schemas.microsoft.com/office/drawing/2014/main" id="{AD6D13D7-5B52-1AAD-59A4-CFF982F5EB63}"/>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Oval 142">
              <a:extLst>
                <a:ext uri="{FF2B5EF4-FFF2-40B4-BE49-F238E27FC236}">
                  <a16:creationId xmlns:a16="http://schemas.microsoft.com/office/drawing/2014/main" id="{1F145C02-9F2A-5BB7-45D3-6C063DEB4490}"/>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Oval 143">
              <a:extLst>
                <a:ext uri="{FF2B5EF4-FFF2-40B4-BE49-F238E27FC236}">
                  <a16:creationId xmlns:a16="http://schemas.microsoft.com/office/drawing/2014/main" id="{104F4F92-2DE8-AB6D-F6F5-540867F5BF7C}"/>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Oval 144">
              <a:extLst>
                <a:ext uri="{FF2B5EF4-FFF2-40B4-BE49-F238E27FC236}">
                  <a16:creationId xmlns:a16="http://schemas.microsoft.com/office/drawing/2014/main" id="{31463579-2E3F-597D-BBAD-69382EDFF1F6}"/>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2" name="Oval 145">
              <a:extLst>
                <a:ext uri="{FF2B5EF4-FFF2-40B4-BE49-F238E27FC236}">
                  <a16:creationId xmlns:a16="http://schemas.microsoft.com/office/drawing/2014/main" id="{72DC85A2-09DB-A02A-641A-32291B95D97B}"/>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Oval 146">
              <a:extLst>
                <a:ext uri="{FF2B5EF4-FFF2-40B4-BE49-F238E27FC236}">
                  <a16:creationId xmlns:a16="http://schemas.microsoft.com/office/drawing/2014/main" id="{6A469F98-C6BF-4258-A7AA-B7F0389A0772}"/>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Oval 147">
              <a:extLst>
                <a:ext uri="{FF2B5EF4-FFF2-40B4-BE49-F238E27FC236}">
                  <a16:creationId xmlns:a16="http://schemas.microsoft.com/office/drawing/2014/main" id="{EB35C7BA-E734-04B0-6034-54CF78AD2B72}"/>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5" name="Freeform 148">
              <a:extLst>
                <a:ext uri="{FF2B5EF4-FFF2-40B4-BE49-F238E27FC236}">
                  <a16:creationId xmlns:a16="http://schemas.microsoft.com/office/drawing/2014/main" id="{1B2F81CB-3821-5A68-3A10-700DB3478B6E}"/>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6" name="Freeform 149">
              <a:extLst>
                <a:ext uri="{FF2B5EF4-FFF2-40B4-BE49-F238E27FC236}">
                  <a16:creationId xmlns:a16="http://schemas.microsoft.com/office/drawing/2014/main" id="{85B6CC6B-EC8E-F8C2-346C-BF5CCFCF0D54}"/>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7" name="Freeform 150">
              <a:extLst>
                <a:ext uri="{FF2B5EF4-FFF2-40B4-BE49-F238E27FC236}">
                  <a16:creationId xmlns:a16="http://schemas.microsoft.com/office/drawing/2014/main" id="{F3A2692A-AF2B-F88B-342F-ABA9755017ED}"/>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69" name="Picture 152">
            <a:extLst>
              <a:ext uri="{FF2B5EF4-FFF2-40B4-BE49-F238E27FC236}">
                <a16:creationId xmlns:a16="http://schemas.microsoft.com/office/drawing/2014/main" id="{F39A2778-9F4B-32D0-C27A-20AF1CF902EA}"/>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3414922"/>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0" name="Text Box 153">
            <a:extLst>
              <a:ext uri="{FF2B5EF4-FFF2-40B4-BE49-F238E27FC236}">
                <a16:creationId xmlns:a16="http://schemas.microsoft.com/office/drawing/2014/main" id="{7367F1FE-08D5-96C2-DC68-08FF8C6402BF}"/>
              </a:ext>
            </a:extLst>
          </p:cNvPr>
          <p:cNvSpPr txBox="1">
            <a:spLocks noChangeArrowheads="1"/>
          </p:cNvSpPr>
          <p:nvPr/>
        </p:nvSpPr>
        <p:spPr bwMode="auto">
          <a:xfrm>
            <a:off x="4459070" y="318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71" name="Picture 154">
            <a:extLst>
              <a:ext uri="{FF2B5EF4-FFF2-40B4-BE49-F238E27FC236}">
                <a16:creationId xmlns:a16="http://schemas.microsoft.com/office/drawing/2014/main" id="{ADB8E663-4254-F4A2-CAEB-840ED8E54753}"/>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3151" y="2841875"/>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3" name="Text Box 115">
            <a:extLst>
              <a:ext uri="{FF2B5EF4-FFF2-40B4-BE49-F238E27FC236}">
                <a16:creationId xmlns:a16="http://schemas.microsoft.com/office/drawing/2014/main" id="{E2317051-A081-1118-2951-0F77847E6A50}"/>
              </a:ext>
            </a:extLst>
          </p:cNvPr>
          <p:cNvSpPr txBox="1">
            <a:spLocks noChangeArrowheads="1"/>
          </p:cNvSpPr>
          <p:nvPr/>
        </p:nvSpPr>
        <p:spPr bwMode="auto">
          <a:xfrm>
            <a:off x="6861812" y="306805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74" name="Text Box 116">
            <a:extLst>
              <a:ext uri="{FF2B5EF4-FFF2-40B4-BE49-F238E27FC236}">
                <a16:creationId xmlns:a16="http://schemas.microsoft.com/office/drawing/2014/main" id="{6C6E454C-C057-9E56-7541-83F4546A96A0}"/>
              </a:ext>
            </a:extLst>
          </p:cNvPr>
          <p:cNvSpPr txBox="1">
            <a:spLocks noChangeArrowheads="1"/>
          </p:cNvSpPr>
          <p:nvPr/>
        </p:nvSpPr>
        <p:spPr bwMode="auto">
          <a:xfrm>
            <a:off x="6915228" y="190438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75" name="Text Box 117">
            <a:extLst>
              <a:ext uri="{FF2B5EF4-FFF2-40B4-BE49-F238E27FC236}">
                <a16:creationId xmlns:a16="http://schemas.microsoft.com/office/drawing/2014/main" id="{55715DDE-6F1E-7709-17EE-37FCC6D2D84E}"/>
              </a:ext>
            </a:extLst>
          </p:cNvPr>
          <p:cNvSpPr txBox="1">
            <a:spLocks noChangeArrowheads="1"/>
          </p:cNvSpPr>
          <p:nvPr/>
        </p:nvSpPr>
        <p:spPr bwMode="auto">
          <a:xfrm>
            <a:off x="2237984" y="307742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76" name="Text Box 118">
            <a:extLst>
              <a:ext uri="{FF2B5EF4-FFF2-40B4-BE49-F238E27FC236}">
                <a16:creationId xmlns:a16="http://schemas.microsoft.com/office/drawing/2014/main" id="{A704C5E8-87F0-083D-9B27-78A88DAAE827}"/>
              </a:ext>
            </a:extLst>
          </p:cNvPr>
          <p:cNvSpPr txBox="1">
            <a:spLocks noChangeArrowheads="1"/>
          </p:cNvSpPr>
          <p:nvPr/>
        </p:nvSpPr>
        <p:spPr bwMode="auto">
          <a:xfrm>
            <a:off x="2789151" y="255476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77" name="Text Box 119">
            <a:extLst>
              <a:ext uri="{FF2B5EF4-FFF2-40B4-BE49-F238E27FC236}">
                <a16:creationId xmlns:a16="http://schemas.microsoft.com/office/drawing/2014/main" id="{171CD631-81C7-5B31-091A-ECAC81B4DBB1}"/>
              </a:ext>
            </a:extLst>
          </p:cNvPr>
          <p:cNvSpPr txBox="1">
            <a:spLocks noChangeArrowheads="1"/>
          </p:cNvSpPr>
          <p:nvPr/>
        </p:nvSpPr>
        <p:spPr bwMode="auto">
          <a:xfrm>
            <a:off x="1505747" y="22008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78" name="Text Box 120">
            <a:extLst>
              <a:ext uri="{FF2B5EF4-FFF2-40B4-BE49-F238E27FC236}">
                <a16:creationId xmlns:a16="http://schemas.microsoft.com/office/drawing/2014/main" id="{623E362F-C27A-A463-1997-E40330B7998F}"/>
              </a:ext>
            </a:extLst>
          </p:cNvPr>
          <p:cNvSpPr txBox="1">
            <a:spLocks noChangeArrowheads="1"/>
          </p:cNvSpPr>
          <p:nvPr/>
        </p:nvSpPr>
        <p:spPr bwMode="auto">
          <a:xfrm>
            <a:off x="6550398" y="25219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79" name="Text Box 137">
            <a:extLst>
              <a:ext uri="{FF2B5EF4-FFF2-40B4-BE49-F238E27FC236}">
                <a16:creationId xmlns:a16="http://schemas.microsoft.com/office/drawing/2014/main" id="{6F92ECB0-820D-AC1C-C85F-E1E148914A9E}"/>
              </a:ext>
            </a:extLst>
          </p:cNvPr>
          <p:cNvSpPr txBox="1">
            <a:spLocks noChangeArrowheads="1"/>
          </p:cNvSpPr>
          <p:nvPr/>
        </p:nvSpPr>
        <p:spPr bwMode="auto">
          <a:xfrm>
            <a:off x="5407913" y="3218065"/>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80" name="Text Box 151">
            <a:extLst>
              <a:ext uri="{FF2B5EF4-FFF2-40B4-BE49-F238E27FC236}">
                <a16:creationId xmlns:a16="http://schemas.microsoft.com/office/drawing/2014/main" id="{F68599C8-29D2-9359-3FFD-934ADFA548DA}"/>
              </a:ext>
            </a:extLst>
          </p:cNvPr>
          <p:cNvSpPr txBox="1">
            <a:spLocks noChangeArrowheads="1"/>
          </p:cNvSpPr>
          <p:nvPr/>
        </p:nvSpPr>
        <p:spPr bwMode="auto">
          <a:xfrm>
            <a:off x="3872858" y="327781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sp>
        <p:nvSpPr>
          <p:cNvPr id="5" name="矩形 4">
            <a:extLst>
              <a:ext uri="{FF2B5EF4-FFF2-40B4-BE49-F238E27FC236}">
                <a16:creationId xmlns:a16="http://schemas.microsoft.com/office/drawing/2014/main" id="{1DAF0753-1C84-04C0-8B07-5C258DDA8A51}"/>
              </a:ext>
            </a:extLst>
          </p:cNvPr>
          <p:cNvSpPr/>
          <p:nvPr/>
        </p:nvSpPr>
        <p:spPr>
          <a:xfrm>
            <a:off x="1037109" y="4331760"/>
            <a:ext cx="7174018" cy="352789"/>
          </a:xfrm>
          <a:prstGeom prst="rect">
            <a:avLst/>
          </a:prstGeom>
        </p:spPr>
        <p:txBody>
          <a:bodyPr wrap="square">
            <a:spAutoFit/>
          </a:bodyPr>
          <a:lstStyle/>
          <a:p>
            <a:pPr>
              <a:lnSpc>
                <a:spcPts val="2200"/>
              </a:lnSpc>
              <a:buClr>
                <a:srgbClr val="0070C0"/>
              </a:buClr>
            </a:pPr>
            <a:r>
              <a:rPr lang="zh-CN" altLang="en-US" sz="1600" b="1" dirty="0">
                <a:latin typeface="微软雅黑" pitchFamily="34" charset="-122"/>
                <a:ea typeface="微软雅黑" pitchFamily="34" charset="-122"/>
              </a:rPr>
              <a:t>采用分层的结构使每个区域内部交换路由信息的通信量大大减小，</a:t>
            </a:r>
          </a:p>
        </p:txBody>
      </p:sp>
      <p:sp>
        <p:nvSpPr>
          <p:cNvPr id="6" name="AutoShape 5">
            <a:extLst>
              <a:ext uri="{FF2B5EF4-FFF2-40B4-BE49-F238E27FC236}">
                <a16:creationId xmlns:a16="http://schemas.microsoft.com/office/drawing/2014/main" id="{DCF50D80-8095-4334-2133-DC8F943A83F8}"/>
              </a:ext>
            </a:extLst>
          </p:cNvPr>
          <p:cNvSpPr>
            <a:spLocks noChangeArrowheads="1"/>
          </p:cNvSpPr>
          <p:nvPr/>
        </p:nvSpPr>
        <p:spPr bwMode="auto">
          <a:xfrm>
            <a:off x="545144" y="62179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a:extLst>
              <a:ext uri="{FF2B5EF4-FFF2-40B4-BE49-F238E27FC236}">
                <a16:creationId xmlns:a16="http://schemas.microsoft.com/office/drawing/2014/main" id="{D9C70BA7-AC7A-D299-B149-9058958BE17D}"/>
              </a:ext>
            </a:extLst>
          </p:cNvPr>
          <p:cNvSpPr>
            <a:spLocks noChangeArrowheads="1"/>
          </p:cNvSpPr>
          <p:nvPr/>
        </p:nvSpPr>
        <p:spPr bwMode="auto">
          <a:xfrm>
            <a:off x="1941968" y="58858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OSPF</a:t>
            </a:r>
            <a:r>
              <a:rPr lang="zh-CN" altLang="en-US" sz="2000" b="1" dirty="0">
                <a:solidFill>
                  <a:schemeClr val="bg1"/>
                </a:solidFill>
                <a:latin typeface="微软雅黑" pitchFamily="34" charset="-122"/>
                <a:ea typeface="微软雅黑" pitchFamily="34" charset="-122"/>
              </a:rPr>
              <a:t>的层次结构</a:t>
            </a:r>
          </a:p>
        </p:txBody>
      </p:sp>
    </p:spTree>
    <p:extLst>
      <p:ext uri="{BB962C8B-B14F-4D97-AF65-F5344CB8AC3E}">
        <p14:creationId xmlns:p14="http://schemas.microsoft.com/office/powerpoint/2010/main" val="774033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3D57F2-C282-0CCF-7BC4-BFFE05A37B1D}"/>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099D20F8-ACB7-6B98-DE82-4AF5DA3FCCC6}"/>
              </a:ext>
            </a:extLst>
          </p:cNvPr>
          <p:cNvSpPr/>
          <p:nvPr/>
        </p:nvSpPr>
        <p:spPr>
          <a:xfrm>
            <a:off x="545144" y="1019619"/>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 name="AutoShape 3">
            <a:extLst>
              <a:ext uri="{FF2B5EF4-FFF2-40B4-BE49-F238E27FC236}">
                <a16:creationId xmlns:a16="http://schemas.microsoft.com/office/drawing/2014/main" id="{9E92FA55-E2CE-B9FA-0687-9CCF1213E0B4}"/>
              </a:ext>
            </a:extLst>
          </p:cNvPr>
          <p:cNvSpPr>
            <a:spLocks noChangeArrowheads="1"/>
          </p:cNvSpPr>
          <p:nvPr/>
        </p:nvSpPr>
        <p:spPr bwMode="auto">
          <a:xfrm>
            <a:off x="1018636" y="1402811"/>
            <a:ext cx="7086532" cy="2764456"/>
          </a:xfrm>
          <a:prstGeom prst="roundRect">
            <a:avLst>
              <a:gd name="adj" fmla="val 16667"/>
            </a:avLst>
          </a:prstGeom>
          <a:solidFill>
            <a:schemeClr val="bg1"/>
          </a:solidFill>
          <a:ln w="12700">
            <a:solidFill>
              <a:srgbClr val="00B0F0"/>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2" name="Text Box 4">
            <a:extLst>
              <a:ext uri="{FF2B5EF4-FFF2-40B4-BE49-F238E27FC236}">
                <a16:creationId xmlns:a16="http://schemas.microsoft.com/office/drawing/2014/main" id="{1F646009-01D5-369F-ADCB-50DFCD8B35CF}"/>
              </a:ext>
            </a:extLst>
          </p:cNvPr>
          <p:cNvSpPr txBox="1">
            <a:spLocks noChangeArrowheads="1"/>
          </p:cNvSpPr>
          <p:nvPr/>
        </p:nvSpPr>
        <p:spPr bwMode="auto">
          <a:xfrm>
            <a:off x="1213446" y="1432832"/>
            <a:ext cx="1197169" cy="308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自治系统 </a:t>
            </a:r>
            <a:r>
              <a:rPr kumimoji="1" lang="en-US" altLang="zh-CN" sz="1400" b="1" dirty="0">
                <a:latin typeface="微软雅黑" pitchFamily="34" charset="-122"/>
                <a:ea typeface="微软雅黑" pitchFamily="34" charset="-122"/>
              </a:rPr>
              <a:t>AS</a:t>
            </a:r>
          </a:p>
        </p:txBody>
      </p:sp>
      <p:grpSp>
        <p:nvGrpSpPr>
          <p:cNvPr id="182" name="组合 181">
            <a:extLst>
              <a:ext uri="{FF2B5EF4-FFF2-40B4-BE49-F238E27FC236}">
                <a16:creationId xmlns:a16="http://schemas.microsoft.com/office/drawing/2014/main" id="{18558A3C-B722-5A38-772A-6EDBDE1B19BB}"/>
              </a:ext>
            </a:extLst>
          </p:cNvPr>
          <p:cNvGrpSpPr/>
          <p:nvPr/>
        </p:nvGrpSpPr>
        <p:grpSpPr>
          <a:xfrm>
            <a:off x="1101155" y="1773123"/>
            <a:ext cx="2532718" cy="2064420"/>
            <a:chOff x="1101155" y="1773412"/>
            <a:chExt cx="2532718" cy="2064420"/>
          </a:xfrm>
        </p:grpSpPr>
        <p:sp>
          <p:nvSpPr>
            <p:cNvPr id="24" name="Oval 7">
              <a:extLst>
                <a:ext uri="{FF2B5EF4-FFF2-40B4-BE49-F238E27FC236}">
                  <a16:creationId xmlns:a16="http://schemas.microsoft.com/office/drawing/2014/main" id="{0C59AD10-FA92-A668-0039-259221B06C6A}"/>
                </a:ext>
              </a:extLst>
            </p:cNvPr>
            <p:cNvSpPr>
              <a:spLocks noChangeArrowheads="1"/>
            </p:cNvSpPr>
            <p:nvPr/>
          </p:nvSpPr>
          <p:spPr bwMode="auto">
            <a:xfrm>
              <a:off x="1101155" y="1773412"/>
              <a:ext cx="2532718"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6" name="Text Box 9">
              <a:extLst>
                <a:ext uri="{FF2B5EF4-FFF2-40B4-BE49-F238E27FC236}">
                  <a16:creationId xmlns:a16="http://schemas.microsoft.com/office/drawing/2014/main" id="{0419A450-F225-6159-A253-F4CDD1B65367}"/>
                </a:ext>
              </a:extLst>
            </p:cNvPr>
            <p:cNvSpPr txBox="1">
              <a:spLocks noChangeArrowheads="1"/>
            </p:cNvSpPr>
            <p:nvPr/>
          </p:nvSpPr>
          <p:spPr bwMode="auto">
            <a:xfrm>
              <a:off x="1812343" y="353005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0.0.0.1</a:t>
              </a:r>
            </a:p>
          </p:txBody>
        </p:sp>
      </p:grpSp>
      <p:grpSp>
        <p:nvGrpSpPr>
          <p:cNvPr id="184" name="组合 183">
            <a:extLst>
              <a:ext uri="{FF2B5EF4-FFF2-40B4-BE49-F238E27FC236}">
                <a16:creationId xmlns:a16="http://schemas.microsoft.com/office/drawing/2014/main" id="{FDD6BAE8-FE21-4E33-5C51-EF32511C9D5C}"/>
              </a:ext>
            </a:extLst>
          </p:cNvPr>
          <p:cNvGrpSpPr/>
          <p:nvPr/>
        </p:nvGrpSpPr>
        <p:grpSpPr>
          <a:xfrm>
            <a:off x="6095497" y="1773123"/>
            <a:ext cx="1923343" cy="2117154"/>
            <a:chOff x="6095497" y="1773412"/>
            <a:chExt cx="1923343" cy="2117154"/>
          </a:xfrm>
        </p:grpSpPr>
        <p:sp>
          <p:nvSpPr>
            <p:cNvPr id="25" name="Oval 8">
              <a:extLst>
                <a:ext uri="{FF2B5EF4-FFF2-40B4-BE49-F238E27FC236}">
                  <a16:creationId xmlns:a16="http://schemas.microsoft.com/office/drawing/2014/main" id="{18D87B4E-6E4E-94A0-F803-7BFAF0CCCE0E}"/>
                </a:ext>
              </a:extLst>
            </p:cNvPr>
            <p:cNvSpPr>
              <a:spLocks noChangeArrowheads="1"/>
            </p:cNvSpPr>
            <p:nvPr/>
          </p:nvSpPr>
          <p:spPr bwMode="auto">
            <a:xfrm>
              <a:off x="6095497" y="1773412"/>
              <a:ext cx="1923343" cy="1776564"/>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7" name="Text Box 10">
              <a:extLst>
                <a:ext uri="{FF2B5EF4-FFF2-40B4-BE49-F238E27FC236}">
                  <a16:creationId xmlns:a16="http://schemas.microsoft.com/office/drawing/2014/main" id="{58F05FD9-C4DE-56BD-DEB8-37F7C207FA79}"/>
                </a:ext>
              </a:extLst>
            </p:cNvPr>
            <p:cNvSpPr txBox="1">
              <a:spLocks noChangeArrowheads="1"/>
            </p:cNvSpPr>
            <p:nvPr/>
          </p:nvSpPr>
          <p:spPr bwMode="auto">
            <a:xfrm>
              <a:off x="6496859" y="3582789"/>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0.0.0.3</a:t>
              </a:r>
            </a:p>
          </p:txBody>
        </p:sp>
      </p:grpSp>
      <p:grpSp>
        <p:nvGrpSpPr>
          <p:cNvPr id="181" name="组合 180">
            <a:extLst>
              <a:ext uri="{FF2B5EF4-FFF2-40B4-BE49-F238E27FC236}">
                <a16:creationId xmlns:a16="http://schemas.microsoft.com/office/drawing/2014/main" id="{5423AC19-1135-DF54-3B0F-AABC97622E21}"/>
              </a:ext>
            </a:extLst>
          </p:cNvPr>
          <p:cNvGrpSpPr/>
          <p:nvPr/>
        </p:nvGrpSpPr>
        <p:grpSpPr>
          <a:xfrm>
            <a:off x="3720201" y="1518518"/>
            <a:ext cx="2314358" cy="1421794"/>
            <a:chOff x="3720201" y="1518807"/>
            <a:chExt cx="2314358" cy="1421794"/>
          </a:xfrm>
        </p:grpSpPr>
        <p:sp>
          <p:nvSpPr>
            <p:cNvPr id="23" name="Oval 6">
              <a:extLst>
                <a:ext uri="{FF2B5EF4-FFF2-40B4-BE49-F238E27FC236}">
                  <a16:creationId xmlns:a16="http://schemas.microsoft.com/office/drawing/2014/main" id="{58E44F0F-C4DB-44E9-CBAA-FCA95D714E5A}"/>
                </a:ext>
              </a:extLst>
            </p:cNvPr>
            <p:cNvSpPr>
              <a:spLocks noChangeArrowheads="1"/>
            </p:cNvSpPr>
            <p:nvPr/>
          </p:nvSpPr>
          <p:spPr bwMode="auto">
            <a:xfrm>
              <a:off x="3720201" y="1824975"/>
              <a:ext cx="2314358" cy="1115626"/>
            </a:xfrm>
            <a:prstGeom prst="ellipse">
              <a:avLst/>
            </a:prstGeom>
            <a:solidFill>
              <a:srgbClr val="FFCCFF"/>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28" name="Text Box 11">
              <a:extLst>
                <a:ext uri="{FF2B5EF4-FFF2-40B4-BE49-F238E27FC236}">
                  <a16:creationId xmlns:a16="http://schemas.microsoft.com/office/drawing/2014/main" id="{6EAA0938-A4A6-D378-684C-F8E14DF7A046}"/>
                </a:ext>
              </a:extLst>
            </p:cNvPr>
            <p:cNvSpPr txBox="1">
              <a:spLocks noChangeArrowheads="1"/>
            </p:cNvSpPr>
            <p:nvPr/>
          </p:nvSpPr>
          <p:spPr bwMode="auto">
            <a:xfrm>
              <a:off x="3722740" y="1518807"/>
              <a:ext cx="1552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主干区域 </a:t>
              </a:r>
              <a:r>
                <a:rPr kumimoji="1" lang="en-US" altLang="zh-CN" sz="1400" b="1" dirty="0">
                  <a:solidFill>
                    <a:srgbClr val="C00000"/>
                  </a:solidFill>
                  <a:latin typeface="微软雅黑" pitchFamily="34" charset="-122"/>
                  <a:ea typeface="微软雅黑" pitchFamily="34" charset="-122"/>
                </a:rPr>
                <a:t>0.0.0.0</a:t>
              </a:r>
            </a:p>
          </p:txBody>
        </p:sp>
      </p:grpSp>
      <p:sp>
        <p:nvSpPr>
          <p:cNvPr id="29" name="Line 12">
            <a:extLst>
              <a:ext uri="{FF2B5EF4-FFF2-40B4-BE49-F238E27FC236}">
                <a16:creationId xmlns:a16="http://schemas.microsoft.com/office/drawing/2014/main" id="{43FE0908-3CA2-313E-0F97-B18C137868CA}"/>
              </a:ext>
            </a:extLst>
          </p:cNvPr>
          <p:cNvSpPr>
            <a:spLocks noChangeShapeType="1"/>
          </p:cNvSpPr>
          <p:nvPr/>
        </p:nvSpPr>
        <p:spPr bwMode="auto">
          <a:xfrm flipV="1">
            <a:off x="4878015" y="1317265"/>
            <a:ext cx="851856" cy="710157"/>
          </a:xfrm>
          <a:prstGeom prst="line">
            <a:avLst/>
          </a:prstGeom>
          <a:noFill/>
          <a:ln w="3810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Text Box 13">
            <a:extLst>
              <a:ext uri="{FF2B5EF4-FFF2-40B4-BE49-F238E27FC236}">
                <a16:creationId xmlns:a16="http://schemas.microsoft.com/office/drawing/2014/main" id="{FA45757C-957A-538F-779C-8993786C9ED3}"/>
              </a:ext>
            </a:extLst>
          </p:cNvPr>
          <p:cNvSpPr txBox="1">
            <a:spLocks noChangeArrowheads="1"/>
          </p:cNvSpPr>
          <p:nvPr/>
        </p:nvSpPr>
        <p:spPr bwMode="auto">
          <a:xfrm>
            <a:off x="5115298" y="1054787"/>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C00CC"/>
                </a:solidFill>
                <a:latin typeface="微软雅黑" pitchFamily="34" charset="-122"/>
                <a:ea typeface="微软雅黑" pitchFamily="34" charset="-122"/>
              </a:rPr>
              <a:t>至其他自治系统</a:t>
            </a:r>
          </a:p>
        </p:txBody>
      </p:sp>
      <p:sp>
        <p:nvSpPr>
          <p:cNvPr id="31" name="Line 14">
            <a:extLst>
              <a:ext uri="{FF2B5EF4-FFF2-40B4-BE49-F238E27FC236}">
                <a16:creationId xmlns:a16="http://schemas.microsoft.com/office/drawing/2014/main" id="{DA20CD36-D6AC-9C65-A8BA-CF698D52F7DD}"/>
              </a:ext>
            </a:extLst>
          </p:cNvPr>
          <p:cNvSpPr>
            <a:spLocks noChangeShapeType="1"/>
          </p:cNvSpPr>
          <p:nvPr/>
        </p:nvSpPr>
        <p:spPr bwMode="auto">
          <a:xfrm>
            <a:off x="6095496" y="2432890"/>
            <a:ext cx="670313" cy="20156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15">
            <a:extLst>
              <a:ext uri="{FF2B5EF4-FFF2-40B4-BE49-F238E27FC236}">
                <a16:creationId xmlns:a16="http://schemas.microsoft.com/office/drawing/2014/main" id="{FD89A8FC-8C1E-C834-8767-66B2450A1442}"/>
              </a:ext>
            </a:extLst>
          </p:cNvPr>
          <p:cNvSpPr>
            <a:spLocks noChangeShapeType="1"/>
          </p:cNvSpPr>
          <p:nvPr/>
        </p:nvSpPr>
        <p:spPr bwMode="auto">
          <a:xfrm flipV="1">
            <a:off x="6887685" y="2585235"/>
            <a:ext cx="608107" cy="100781"/>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16">
            <a:extLst>
              <a:ext uri="{FF2B5EF4-FFF2-40B4-BE49-F238E27FC236}">
                <a16:creationId xmlns:a16="http://schemas.microsoft.com/office/drawing/2014/main" id="{B67B4947-6E0D-1BE4-E122-1BAD7802E830}"/>
              </a:ext>
            </a:extLst>
          </p:cNvPr>
          <p:cNvSpPr>
            <a:spLocks noChangeShapeType="1"/>
          </p:cNvSpPr>
          <p:nvPr/>
        </p:nvSpPr>
        <p:spPr bwMode="auto">
          <a:xfrm>
            <a:off x="7192373" y="2077811"/>
            <a:ext cx="303419" cy="50742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17">
            <a:extLst>
              <a:ext uri="{FF2B5EF4-FFF2-40B4-BE49-F238E27FC236}">
                <a16:creationId xmlns:a16="http://schemas.microsoft.com/office/drawing/2014/main" id="{7D1155F8-B486-6EBF-4B80-F87144BD45AA}"/>
              </a:ext>
            </a:extLst>
          </p:cNvPr>
          <p:cNvSpPr>
            <a:spLocks noChangeShapeType="1"/>
          </p:cNvSpPr>
          <p:nvPr/>
        </p:nvSpPr>
        <p:spPr bwMode="auto">
          <a:xfrm flipH="1">
            <a:off x="7130166" y="2634454"/>
            <a:ext cx="365625"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Line 18">
            <a:extLst>
              <a:ext uri="{FF2B5EF4-FFF2-40B4-BE49-F238E27FC236}">
                <a16:creationId xmlns:a16="http://schemas.microsoft.com/office/drawing/2014/main" id="{CA4A993B-92D7-7689-D94B-92F14617D2A4}"/>
              </a:ext>
            </a:extLst>
          </p:cNvPr>
          <p:cNvSpPr>
            <a:spLocks noChangeShapeType="1"/>
          </p:cNvSpPr>
          <p:nvPr/>
        </p:nvSpPr>
        <p:spPr bwMode="auto">
          <a:xfrm flipV="1">
            <a:off x="5181433" y="2432890"/>
            <a:ext cx="790920"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6" name="Line 19">
            <a:extLst>
              <a:ext uri="{FF2B5EF4-FFF2-40B4-BE49-F238E27FC236}">
                <a16:creationId xmlns:a16="http://schemas.microsoft.com/office/drawing/2014/main" id="{A1B09A86-D2AB-C2E3-0DDE-ECDBECC5FD02}"/>
              </a:ext>
            </a:extLst>
          </p:cNvPr>
          <p:cNvSpPr>
            <a:spLocks noChangeShapeType="1"/>
          </p:cNvSpPr>
          <p:nvPr/>
        </p:nvSpPr>
        <p:spPr bwMode="auto">
          <a:xfrm>
            <a:off x="4938953" y="2027421"/>
            <a:ext cx="120605" cy="455860"/>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Line 20">
            <a:extLst>
              <a:ext uri="{FF2B5EF4-FFF2-40B4-BE49-F238E27FC236}">
                <a16:creationId xmlns:a16="http://schemas.microsoft.com/office/drawing/2014/main" id="{6A8B56E5-DF33-594B-9274-AD61C6146030}"/>
              </a:ext>
            </a:extLst>
          </p:cNvPr>
          <p:cNvSpPr>
            <a:spLocks noChangeShapeType="1"/>
          </p:cNvSpPr>
          <p:nvPr/>
        </p:nvSpPr>
        <p:spPr bwMode="auto">
          <a:xfrm flipH="1">
            <a:off x="4878015" y="2585234"/>
            <a:ext cx="181543" cy="355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8" name="Line 21">
            <a:extLst>
              <a:ext uri="{FF2B5EF4-FFF2-40B4-BE49-F238E27FC236}">
                <a16:creationId xmlns:a16="http://schemas.microsoft.com/office/drawing/2014/main" id="{2698B4A1-A727-64E1-9549-CC31976AA794}"/>
              </a:ext>
            </a:extLst>
          </p:cNvPr>
          <p:cNvSpPr>
            <a:spLocks noChangeShapeType="1"/>
          </p:cNvSpPr>
          <p:nvPr/>
        </p:nvSpPr>
        <p:spPr bwMode="auto">
          <a:xfrm>
            <a:off x="3598326" y="2332109"/>
            <a:ext cx="1279689" cy="202734"/>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22">
            <a:extLst>
              <a:ext uri="{FF2B5EF4-FFF2-40B4-BE49-F238E27FC236}">
                <a16:creationId xmlns:a16="http://schemas.microsoft.com/office/drawing/2014/main" id="{134CFDDC-363C-7E56-1C61-CCEC58FB9075}"/>
              </a:ext>
            </a:extLst>
          </p:cNvPr>
          <p:cNvSpPr>
            <a:spLocks noChangeShapeType="1"/>
          </p:cNvSpPr>
          <p:nvPr/>
        </p:nvSpPr>
        <p:spPr bwMode="auto">
          <a:xfrm flipV="1">
            <a:off x="3659264" y="2077811"/>
            <a:ext cx="1157814"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0" name="Line 23">
            <a:extLst>
              <a:ext uri="{FF2B5EF4-FFF2-40B4-BE49-F238E27FC236}">
                <a16:creationId xmlns:a16="http://schemas.microsoft.com/office/drawing/2014/main" id="{1BA02A36-5F3E-BD8C-D316-66A6775E1813}"/>
              </a:ext>
            </a:extLst>
          </p:cNvPr>
          <p:cNvSpPr>
            <a:spLocks noChangeShapeType="1"/>
          </p:cNvSpPr>
          <p:nvPr/>
        </p:nvSpPr>
        <p:spPr bwMode="auto">
          <a:xfrm flipH="1">
            <a:off x="1710530" y="2077811"/>
            <a:ext cx="912795" cy="25429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1" name="Line 24">
            <a:extLst>
              <a:ext uri="{FF2B5EF4-FFF2-40B4-BE49-F238E27FC236}">
                <a16:creationId xmlns:a16="http://schemas.microsoft.com/office/drawing/2014/main" id="{AC39331E-4438-DD60-C895-7440AA479B5B}"/>
              </a:ext>
            </a:extLst>
          </p:cNvPr>
          <p:cNvSpPr>
            <a:spLocks noChangeShapeType="1"/>
          </p:cNvSpPr>
          <p:nvPr/>
        </p:nvSpPr>
        <p:spPr bwMode="auto">
          <a:xfrm>
            <a:off x="2623325" y="2127030"/>
            <a:ext cx="366894" cy="55898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2" name="Line 25">
            <a:extLst>
              <a:ext uri="{FF2B5EF4-FFF2-40B4-BE49-F238E27FC236}">
                <a16:creationId xmlns:a16="http://schemas.microsoft.com/office/drawing/2014/main" id="{F3AC6359-EA42-6329-33F1-A66A0EA7E9DD}"/>
              </a:ext>
            </a:extLst>
          </p:cNvPr>
          <p:cNvSpPr>
            <a:spLocks noChangeShapeType="1"/>
          </p:cNvSpPr>
          <p:nvPr/>
        </p:nvSpPr>
        <p:spPr bwMode="auto">
          <a:xfrm flipV="1">
            <a:off x="3049888" y="2381328"/>
            <a:ext cx="548438"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3" name="Line 26">
            <a:extLst>
              <a:ext uri="{FF2B5EF4-FFF2-40B4-BE49-F238E27FC236}">
                <a16:creationId xmlns:a16="http://schemas.microsoft.com/office/drawing/2014/main" id="{2533F55C-A9E4-09B4-487B-CAE1705023B4}"/>
              </a:ext>
            </a:extLst>
          </p:cNvPr>
          <p:cNvSpPr>
            <a:spLocks noChangeShapeType="1"/>
          </p:cNvSpPr>
          <p:nvPr/>
        </p:nvSpPr>
        <p:spPr bwMode="auto">
          <a:xfrm flipH="1">
            <a:off x="2135824" y="2737578"/>
            <a:ext cx="793457" cy="101953"/>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4" name="Line 27">
            <a:extLst>
              <a:ext uri="{FF2B5EF4-FFF2-40B4-BE49-F238E27FC236}">
                <a16:creationId xmlns:a16="http://schemas.microsoft.com/office/drawing/2014/main" id="{89C5A5A8-372A-573C-6400-20660327BFF8}"/>
              </a:ext>
            </a:extLst>
          </p:cNvPr>
          <p:cNvSpPr>
            <a:spLocks noChangeShapeType="1"/>
          </p:cNvSpPr>
          <p:nvPr/>
        </p:nvSpPr>
        <p:spPr bwMode="auto">
          <a:xfrm>
            <a:off x="2135824" y="2888750"/>
            <a:ext cx="305957" cy="3046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45" name="Group 28">
            <a:extLst>
              <a:ext uri="{FF2B5EF4-FFF2-40B4-BE49-F238E27FC236}">
                <a16:creationId xmlns:a16="http://schemas.microsoft.com/office/drawing/2014/main" id="{6289668A-A0E4-6B32-8B9F-641DD0A0C483}"/>
              </a:ext>
            </a:extLst>
          </p:cNvPr>
          <p:cNvGrpSpPr>
            <a:grpSpLocks/>
          </p:cNvGrpSpPr>
          <p:nvPr/>
        </p:nvGrpSpPr>
        <p:grpSpPr bwMode="auto">
          <a:xfrm>
            <a:off x="2745200" y="2534844"/>
            <a:ext cx="548438" cy="353907"/>
            <a:chOff x="2949" y="196"/>
            <a:chExt cx="941" cy="598"/>
          </a:xfrm>
          <a:solidFill>
            <a:srgbClr val="00FFFF"/>
          </a:solidFill>
        </p:grpSpPr>
        <p:sp>
          <p:nvSpPr>
            <p:cNvPr id="46" name="Oval 29">
              <a:extLst>
                <a:ext uri="{FF2B5EF4-FFF2-40B4-BE49-F238E27FC236}">
                  <a16:creationId xmlns:a16="http://schemas.microsoft.com/office/drawing/2014/main" id="{BC04748A-609D-C275-788A-27A30BD9C45F}"/>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7" name="Oval 30">
              <a:extLst>
                <a:ext uri="{FF2B5EF4-FFF2-40B4-BE49-F238E27FC236}">
                  <a16:creationId xmlns:a16="http://schemas.microsoft.com/office/drawing/2014/main" id="{DA17BC32-08E6-D5FE-0662-81348D84BF49}"/>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8" name="Oval 31">
              <a:extLst>
                <a:ext uri="{FF2B5EF4-FFF2-40B4-BE49-F238E27FC236}">
                  <a16:creationId xmlns:a16="http://schemas.microsoft.com/office/drawing/2014/main" id="{435271A4-402F-D20C-7D9E-3F928D1DB863}"/>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9" name="Oval 32">
              <a:extLst>
                <a:ext uri="{FF2B5EF4-FFF2-40B4-BE49-F238E27FC236}">
                  <a16:creationId xmlns:a16="http://schemas.microsoft.com/office/drawing/2014/main" id="{D515BE10-818D-B812-FFFD-F40D66534F82}"/>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0" name="Oval 33">
              <a:extLst>
                <a:ext uri="{FF2B5EF4-FFF2-40B4-BE49-F238E27FC236}">
                  <a16:creationId xmlns:a16="http://schemas.microsoft.com/office/drawing/2014/main" id="{A2B6F910-B486-98EE-C250-2105A0BD6AC5}"/>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1" name="Oval 34">
              <a:extLst>
                <a:ext uri="{FF2B5EF4-FFF2-40B4-BE49-F238E27FC236}">
                  <a16:creationId xmlns:a16="http://schemas.microsoft.com/office/drawing/2014/main" id="{AF4DA9C5-B96A-4389-D70F-B56804324A2E}"/>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2" name="Oval 35">
              <a:extLst>
                <a:ext uri="{FF2B5EF4-FFF2-40B4-BE49-F238E27FC236}">
                  <a16:creationId xmlns:a16="http://schemas.microsoft.com/office/drawing/2014/main" id="{4173BF5C-4D5D-896E-E9C4-3BB7F102903F}"/>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3" name="Oval 36">
              <a:extLst>
                <a:ext uri="{FF2B5EF4-FFF2-40B4-BE49-F238E27FC236}">
                  <a16:creationId xmlns:a16="http://schemas.microsoft.com/office/drawing/2014/main" id="{FECCFF4B-AC07-A2B9-2B5D-3E6B70AB834A}"/>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4" name="Freeform 37">
              <a:extLst>
                <a:ext uri="{FF2B5EF4-FFF2-40B4-BE49-F238E27FC236}">
                  <a16:creationId xmlns:a16="http://schemas.microsoft.com/office/drawing/2014/main" id="{5D51FC5F-C40B-E407-618E-5880546D30C7}"/>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5" name="Freeform 38">
              <a:extLst>
                <a:ext uri="{FF2B5EF4-FFF2-40B4-BE49-F238E27FC236}">
                  <a16:creationId xmlns:a16="http://schemas.microsoft.com/office/drawing/2014/main" id="{D5DF8B10-675D-426E-97AC-20379EBDC1D0}"/>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6" name="Freeform 39">
              <a:extLst>
                <a:ext uri="{FF2B5EF4-FFF2-40B4-BE49-F238E27FC236}">
                  <a16:creationId xmlns:a16="http://schemas.microsoft.com/office/drawing/2014/main" id="{59A09D5F-4D63-CAC8-12C5-1DC6CC281B15}"/>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57" name="Picture 40">
            <a:extLst>
              <a:ext uri="{FF2B5EF4-FFF2-40B4-BE49-F238E27FC236}">
                <a16:creationId xmlns:a16="http://schemas.microsoft.com/office/drawing/2014/main" id="{E054047D-C49B-F1B0-C3E7-B208C5A5A941}"/>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32405" y="2737579"/>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41">
            <a:extLst>
              <a:ext uri="{FF2B5EF4-FFF2-40B4-BE49-F238E27FC236}">
                <a16:creationId xmlns:a16="http://schemas.microsoft.com/office/drawing/2014/main" id="{F7C6302E-90A1-1E40-155D-137B152859C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80844" y="1975858"/>
            <a:ext cx="416407" cy="2332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42">
            <a:extLst>
              <a:ext uri="{FF2B5EF4-FFF2-40B4-BE49-F238E27FC236}">
                <a16:creationId xmlns:a16="http://schemas.microsoft.com/office/drawing/2014/main" id="{A08B9B13-9D47-51AE-9BA5-63A3CCF350E5}"/>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5513" y="2230155"/>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43">
            <a:extLst>
              <a:ext uri="{FF2B5EF4-FFF2-40B4-BE49-F238E27FC236}">
                <a16:creationId xmlns:a16="http://schemas.microsoft.com/office/drawing/2014/main" id="{05FD5D66-BDF9-F317-2F6B-0940EB6287E4}"/>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1925468"/>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44">
            <a:extLst>
              <a:ext uri="{FF2B5EF4-FFF2-40B4-BE49-F238E27FC236}">
                <a16:creationId xmlns:a16="http://schemas.microsoft.com/office/drawing/2014/main" id="{F7ED5759-8F38-2EAF-094A-00D2E33B658E}"/>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78015" y="2432890"/>
            <a:ext cx="41513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 name="Picture 45">
            <a:extLst>
              <a:ext uri="{FF2B5EF4-FFF2-40B4-BE49-F238E27FC236}">
                <a16:creationId xmlns:a16="http://schemas.microsoft.com/office/drawing/2014/main" id="{0EE8629F-85DB-4EE4-9B38-4C89B02BBAB7}"/>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14248" y="2483281"/>
            <a:ext cx="415137" cy="233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3" name="Picture 46">
            <a:extLst>
              <a:ext uri="{FF2B5EF4-FFF2-40B4-BE49-F238E27FC236}">
                <a16:creationId xmlns:a16="http://schemas.microsoft.com/office/drawing/2014/main" id="{153394F8-74B0-3410-1D41-BC903C68300D}"/>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51747" y="2332109"/>
            <a:ext cx="415137" cy="2308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4" name="Group 47">
            <a:extLst>
              <a:ext uri="{FF2B5EF4-FFF2-40B4-BE49-F238E27FC236}">
                <a16:creationId xmlns:a16="http://schemas.microsoft.com/office/drawing/2014/main" id="{BCBCBE51-EC59-6C16-0FBB-DC40D2212CE0}"/>
              </a:ext>
            </a:extLst>
          </p:cNvPr>
          <p:cNvGrpSpPr>
            <a:grpSpLocks/>
          </p:cNvGrpSpPr>
          <p:nvPr/>
        </p:nvGrpSpPr>
        <p:grpSpPr bwMode="auto">
          <a:xfrm>
            <a:off x="2196762" y="3042267"/>
            <a:ext cx="548438" cy="353907"/>
            <a:chOff x="2949" y="196"/>
            <a:chExt cx="941" cy="598"/>
          </a:xfrm>
          <a:solidFill>
            <a:srgbClr val="00FFFF"/>
          </a:solidFill>
        </p:grpSpPr>
        <p:sp>
          <p:nvSpPr>
            <p:cNvPr id="65" name="Oval 48">
              <a:extLst>
                <a:ext uri="{FF2B5EF4-FFF2-40B4-BE49-F238E27FC236}">
                  <a16:creationId xmlns:a16="http://schemas.microsoft.com/office/drawing/2014/main" id="{2429A6A7-9CA0-126B-7D33-84EDE0DAB7BE}"/>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Oval 49">
              <a:extLst>
                <a:ext uri="{FF2B5EF4-FFF2-40B4-BE49-F238E27FC236}">
                  <a16:creationId xmlns:a16="http://schemas.microsoft.com/office/drawing/2014/main" id="{4EEECFBE-74A4-25DD-554D-243AEC138A0B}"/>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7" name="Oval 50">
              <a:extLst>
                <a:ext uri="{FF2B5EF4-FFF2-40B4-BE49-F238E27FC236}">
                  <a16:creationId xmlns:a16="http://schemas.microsoft.com/office/drawing/2014/main" id="{899364A8-C720-CBF3-2221-61C6E8B606CA}"/>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8" name="Oval 51">
              <a:extLst>
                <a:ext uri="{FF2B5EF4-FFF2-40B4-BE49-F238E27FC236}">
                  <a16:creationId xmlns:a16="http://schemas.microsoft.com/office/drawing/2014/main" id="{CA801521-BAC3-237C-335E-38BBD837949A}"/>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9" name="Oval 52">
              <a:extLst>
                <a:ext uri="{FF2B5EF4-FFF2-40B4-BE49-F238E27FC236}">
                  <a16:creationId xmlns:a16="http://schemas.microsoft.com/office/drawing/2014/main" id="{427FE90A-D0C6-D441-B8AE-0E525E381806}"/>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0" name="Oval 53">
              <a:extLst>
                <a:ext uri="{FF2B5EF4-FFF2-40B4-BE49-F238E27FC236}">
                  <a16:creationId xmlns:a16="http://schemas.microsoft.com/office/drawing/2014/main" id="{52E3E5D9-E8F1-F952-E2C2-2314386F8DD5}"/>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1" name="Oval 54">
              <a:extLst>
                <a:ext uri="{FF2B5EF4-FFF2-40B4-BE49-F238E27FC236}">
                  <a16:creationId xmlns:a16="http://schemas.microsoft.com/office/drawing/2014/main" id="{50597ACC-1C2E-B41C-FFF9-B61FE1CA8778}"/>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2" name="Oval 55">
              <a:extLst>
                <a:ext uri="{FF2B5EF4-FFF2-40B4-BE49-F238E27FC236}">
                  <a16:creationId xmlns:a16="http://schemas.microsoft.com/office/drawing/2014/main" id="{17FE3EA7-DF02-8C57-E600-5B5317C111BA}"/>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3" name="Freeform 56">
              <a:extLst>
                <a:ext uri="{FF2B5EF4-FFF2-40B4-BE49-F238E27FC236}">
                  <a16:creationId xmlns:a16="http://schemas.microsoft.com/office/drawing/2014/main" id="{7180FC12-FE0A-232F-34E1-011E524245DA}"/>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Freeform 57">
              <a:extLst>
                <a:ext uri="{FF2B5EF4-FFF2-40B4-BE49-F238E27FC236}">
                  <a16:creationId xmlns:a16="http://schemas.microsoft.com/office/drawing/2014/main" id="{9F5C502A-77EE-FEF0-5AF1-37699080AE5F}"/>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5" name="Freeform 58">
              <a:extLst>
                <a:ext uri="{FF2B5EF4-FFF2-40B4-BE49-F238E27FC236}">
                  <a16:creationId xmlns:a16="http://schemas.microsoft.com/office/drawing/2014/main" id="{447196EA-A139-DCB9-B1F9-054FDE124D24}"/>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6" name="Group 59">
            <a:extLst>
              <a:ext uri="{FF2B5EF4-FFF2-40B4-BE49-F238E27FC236}">
                <a16:creationId xmlns:a16="http://schemas.microsoft.com/office/drawing/2014/main" id="{E70AA0FF-BB04-98A8-672D-E1F355441F4F}"/>
              </a:ext>
            </a:extLst>
          </p:cNvPr>
          <p:cNvGrpSpPr>
            <a:grpSpLocks/>
          </p:cNvGrpSpPr>
          <p:nvPr/>
        </p:nvGrpSpPr>
        <p:grpSpPr bwMode="auto">
          <a:xfrm>
            <a:off x="1466780" y="2178593"/>
            <a:ext cx="548438" cy="356250"/>
            <a:chOff x="2949" y="196"/>
            <a:chExt cx="941" cy="598"/>
          </a:xfrm>
          <a:solidFill>
            <a:srgbClr val="00FFFF"/>
          </a:solidFill>
        </p:grpSpPr>
        <p:sp>
          <p:nvSpPr>
            <p:cNvPr id="77" name="Oval 60">
              <a:extLst>
                <a:ext uri="{FF2B5EF4-FFF2-40B4-BE49-F238E27FC236}">
                  <a16:creationId xmlns:a16="http://schemas.microsoft.com/office/drawing/2014/main" id="{52BAA76B-417B-A1E6-F73C-974261FE79E3}"/>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8" name="Oval 61">
              <a:extLst>
                <a:ext uri="{FF2B5EF4-FFF2-40B4-BE49-F238E27FC236}">
                  <a16:creationId xmlns:a16="http://schemas.microsoft.com/office/drawing/2014/main" id="{054C7CBF-852E-9E42-C313-CE89770F4431}"/>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Oval 62">
              <a:extLst>
                <a:ext uri="{FF2B5EF4-FFF2-40B4-BE49-F238E27FC236}">
                  <a16:creationId xmlns:a16="http://schemas.microsoft.com/office/drawing/2014/main" id="{3E807D1D-41EB-4F88-D484-B928C4F71200}"/>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0" name="Oval 63">
              <a:extLst>
                <a:ext uri="{FF2B5EF4-FFF2-40B4-BE49-F238E27FC236}">
                  <a16:creationId xmlns:a16="http://schemas.microsoft.com/office/drawing/2014/main" id="{178BC3F7-5F8F-D5E2-9E5D-D56D72583488}"/>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Oval 64">
              <a:extLst>
                <a:ext uri="{FF2B5EF4-FFF2-40B4-BE49-F238E27FC236}">
                  <a16:creationId xmlns:a16="http://schemas.microsoft.com/office/drawing/2014/main" id="{3A85CCE8-79DF-B129-2398-056B78BAAF7A}"/>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2" name="Oval 65">
              <a:extLst>
                <a:ext uri="{FF2B5EF4-FFF2-40B4-BE49-F238E27FC236}">
                  <a16:creationId xmlns:a16="http://schemas.microsoft.com/office/drawing/2014/main" id="{D13148B8-E693-E4E8-E5E1-7A5DF213B1C8}"/>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3" name="Oval 66">
              <a:extLst>
                <a:ext uri="{FF2B5EF4-FFF2-40B4-BE49-F238E27FC236}">
                  <a16:creationId xmlns:a16="http://schemas.microsoft.com/office/drawing/2014/main" id="{4B01354C-8DA0-0B54-1580-5496E71F4FA2}"/>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4" name="Oval 67">
              <a:extLst>
                <a:ext uri="{FF2B5EF4-FFF2-40B4-BE49-F238E27FC236}">
                  <a16:creationId xmlns:a16="http://schemas.microsoft.com/office/drawing/2014/main" id="{CC5421DD-8202-54BF-3AF4-F4992B9CC723}"/>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5" name="Freeform 68">
              <a:extLst>
                <a:ext uri="{FF2B5EF4-FFF2-40B4-BE49-F238E27FC236}">
                  <a16:creationId xmlns:a16="http://schemas.microsoft.com/office/drawing/2014/main" id="{C46D0462-7706-24EB-6E8A-1AF4A3A8006D}"/>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Freeform 69">
              <a:extLst>
                <a:ext uri="{FF2B5EF4-FFF2-40B4-BE49-F238E27FC236}">
                  <a16:creationId xmlns:a16="http://schemas.microsoft.com/office/drawing/2014/main" id="{F252E42A-F055-6361-1510-4A5F5782916D}"/>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7" name="Freeform 70">
              <a:extLst>
                <a:ext uri="{FF2B5EF4-FFF2-40B4-BE49-F238E27FC236}">
                  <a16:creationId xmlns:a16="http://schemas.microsoft.com/office/drawing/2014/main" id="{CF9BE669-75E2-616C-79E8-46E0ADA3F256}"/>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8" name="Group 71">
            <a:extLst>
              <a:ext uri="{FF2B5EF4-FFF2-40B4-BE49-F238E27FC236}">
                <a16:creationId xmlns:a16="http://schemas.microsoft.com/office/drawing/2014/main" id="{AB002F94-A0E5-FF5B-5ADF-8D8889D0980C}"/>
              </a:ext>
            </a:extLst>
          </p:cNvPr>
          <p:cNvGrpSpPr>
            <a:grpSpLocks/>
          </p:cNvGrpSpPr>
          <p:nvPr/>
        </p:nvGrpSpPr>
        <p:grpSpPr bwMode="auto">
          <a:xfrm>
            <a:off x="6887685" y="1875077"/>
            <a:ext cx="547169" cy="355078"/>
            <a:chOff x="2949" y="196"/>
            <a:chExt cx="941" cy="598"/>
          </a:xfrm>
          <a:solidFill>
            <a:srgbClr val="00FFFF"/>
          </a:solidFill>
        </p:grpSpPr>
        <p:sp>
          <p:nvSpPr>
            <p:cNvPr id="89" name="Oval 72">
              <a:extLst>
                <a:ext uri="{FF2B5EF4-FFF2-40B4-BE49-F238E27FC236}">
                  <a16:creationId xmlns:a16="http://schemas.microsoft.com/office/drawing/2014/main" id="{17BAD328-F9EB-9F6F-8525-0CD72E50847D}"/>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0" name="Oval 73">
              <a:extLst>
                <a:ext uri="{FF2B5EF4-FFF2-40B4-BE49-F238E27FC236}">
                  <a16:creationId xmlns:a16="http://schemas.microsoft.com/office/drawing/2014/main" id="{AA967D8C-B918-3AF9-2B4F-AC7CEFB76EC5}"/>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1" name="Oval 74">
              <a:extLst>
                <a:ext uri="{FF2B5EF4-FFF2-40B4-BE49-F238E27FC236}">
                  <a16:creationId xmlns:a16="http://schemas.microsoft.com/office/drawing/2014/main" id="{17ECB01B-3A2D-BE19-12B9-08EF5F449B45}"/>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2" name="Oval 75">
              <a:extLst>
                <a:ext uri="{FF2B5EF4-FFF2-40B4-BE49-F238E27FC236}">
                  <a16:creationId xmlns:a16="http://schemas.microsoft.com/office/drawing/2014/main" id="{E15D7941-5E9E-0576-D2F6-002413179CF8}"/>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3" name="Oval 76">
              <a:extLst>
                <a:ext uri="{FF2B5EF4-FFF2-40B4-BE49-F238E27FC236}">
                  <a16:creationId xmlns:a16="http://schemas.microsoft.com/office/drawing/2014/main" id="{CA53663B-4692-40C0-C1F8-9DFAD118AB13}"/>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4" name="Oval 77">
              <a:extLst>
                <a:ext uri="{FF2B5EF4-FFF2-40B4-BE49-F238E27FC236}">
                  <a16:creationId xmlns:a16="http://schemas.microsoft.com/office/drawing/2014/main" id="{5A074E1E-9F2D-23D9-C5D8-5D29A32CABA1}"/>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5" name="Oval 78">
              <a:extLst>
                <a:ext uri="{FF2B5EF4-FFF2-40B4-BE49-F238E27FC236}">
                  <a16:creationId xmlns:a16="http://schemas.microsoft.com/office/drawing/2014/main" id="{D2555D27-B5AA-0C94-7ADB-3A393ECA788E}"/>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6" name="Oval 79">
              <a:extLst>
                <a:ext uri="{FF2B5EF4-FFF2-40B4-BE49-F238E27FC236}">
                  <a16:creationId xmlns:a16="http://schemas.microsoft.com/office/drawing/2014/main" id="{E42ED023-C23E-87D0-1877-2B9163EF042F}"/>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7" name="Freeform 80">
              <a:extLst>
                <a:ext uri="{FF2B5EF4-FFF2-40B4-BE49-F238E27FC236}">
                  <a16:creationId xmlns:a16="http://schemas.microsoft.com/office/drawing/2014/main" id="{D5189F1A-6903-4AFD-BEBA-0D7795DB287B}"/>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8" name="Freeform 81">
              <a:extLst>
                <a:ext uri="{FF2B5EF4-FFF2-40B4-BE49-F238E27FC236}">
                  <a16:creationId xmlns:a16="http://schemas.microsoft.com/office/drawing/2014/main" id="{E92EDA6D-664C-7D2F-4FC6-552F69C3A6A3}"/>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9" name="Freeform 82">
              <a:extLst>
                <a:ext uri="{FF2B5EF4-FFF2-40B4-BE49-F238E27FC236}">
                  <a16:creationId xmlns:a16="http://schemas.microsoft.com/office/drawing/2014/main" id="{1A7B888E-DB9F-590E-7FDC-50DC2C8CBC9F}"/>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00" name="Group 83">
            <a:extLst>
              <a:ext uri="{FF2B5EF4-FFF2-40B4-BE49-F238E27FC236}">
                <a16:creationId xmlns:a16="http://schemas.microsoft.com/office/drawing/2014/main" id="{6B8A8199-7C21-A798-CA92-340BCFCE5134}"/>
              </a:ext>
            </a:extLst>
          </p:cNvPr>
          <p:cNvGrpSpPr>
            <a:grpSpLocks/>
          </p:cNvGrpSpPr>
          <p:nvPr/>
        </p:nvGrpSpPr>
        <p:grpSpPr bwMode="auto">
          <a:xfrm>
            <a:off x="6826747" y="3042267"/>
            <a:ext cx="548438" cy="353907"/>
            <a:chOff x="2949" y="196"/>
            <a:chExt cx="941" cy="598"/>
          </a:xfrm>
          <a:solidFill>
            <a:srgbClr val="00FFFF"/>
          </a:solidFill>
        </p:grpSpPr>
        <p:sp>
          <p:nvSpPr>
            <p:cNvPr id="101" name="Oval 84">
              <a:extLst>
                <a:ext uri="{FF2B5EF4-FFF2-40B4-BE49-F238E27FC236}">
                  <a16:creationId xmlns:a16="http://schemas.microsoft.com/office/drawing/2014/main" id="{41292CBA-D126-0AD1-5D34-70C06966C508}"/>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Oval 85">
              <a:extLst>
                <a:ext uri="{FF2B5EF4-FFF2-40B4-BE49-F238E27FC236}">
                  <a16:creationId xmlns:a16="http://schemas.microsoft.com/office/drawing/2014/main" id="{44EAEB47-41AE-DA51-7E87-965F9E33A7AD}"/>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3" name="Oval 86">
              <a:extLst>
                <a:ext uri="{FF2B5EF4-FFF2-40B4-BE49-F238E27FC236}">
                  <a16:creationId xmlns:a16="http://schemas.microsoft.com/office/drawing/2014/main" id="{CF68B66D-F6B1-6AAE-AEB3-F54E3AA7CFAD}"/>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4" name="Oval 87">
              <a:extLst>
                <a:ext uri="{FF2B5EF4-FFF2-40B4-BE49-F238E27FC236}">
                  <a16:creationId xmlns:a16="http://schemas.microsoft.com/office/drawing/2014/main" id="{1DAC115E-5E4E-B90E-2F06-B24A0987C425}"/>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5" name="Oval 88">
              <a:extLst>
                <a:ext uri="{FF2B5EF4-FFF2-40B4-BE49-F238E27FC236}">
                  <a16:creationId xmlns:a16="http://schemas.microsoft.com/office/drawing/2014/main" id="{9D391473-EE37-096C-16F3-8BFA233EA611}"/>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6" name="Oval 89">
              <a:extLst>
                <a:ext uri="{FF2B5EF4-FFF2-40B4-BE49-F238E27FC236}">
                  <a16:creationId xmlns:a16="http://schemas.microsoft.com/office/drawing/2014/main" id="{26B82584-5F21-7F91-4DAA-448EC9027821}"/>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7" name="Oval 90">
              <a:extLst>
                <a:ext uri="{FF2B5EF4-FFF2-40B4-BE49-F238E27FC236}">
                  <a16:creationId xmlns:a16="http://schemas.microsoft.com/office/drawing/2014/main" id="{B77219B9-21EA-459D-0A76-E0A14A7B4B36}"/>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8" name="Oval 91">
              <a:extLst>
                <a:ext uri="{FF2B5EF4-FFF2-40B4-BE49-F238E27FC236}">
                  <a16:creationId xmlns:a16="http://schemas.microsoft.com/office/drawing/2014/main" id="{2DB92864-2FA2-B137-E4B0-3B6068D70609}"/>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9" name="Freeform 92">
              <a:extLst>
                <a:ext uri="{FF2B5EF4-FFF2-40B4-BE49-F238E27FC236}">
                  <a16:creationId xmlns:a16="http://schemas.microsoft.com/office/drawing/2014/main" id="{F4A21D3A-F048-BD68-4900-CC4AD228C861}"/>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Freeform 93">
              <a:extLst>
                <a:ext uri="{FF2B5EF4-FFF2-40B4-BE49-F238E27FC236}">
                  <a16:creationId xmlns:a16="http://schemas.microsoft.com/office/drawing/2014/main" id="{3A13C72B-97C9-65EF-EB87-A79C0D9DB510}"/>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1" name="Freeform 94">
              <a:extLst>
                <a:ext uri="{FF2B5EF4-FFF2-40B4-BE49-F238E27FC236}">
                  <a16:creationId xmlns:a16="http://schemas.microsoft.com/office/drawing/2014/main" id="{7C9A7DE4-A301-DC02-BAEA-73F4272E1531}"/>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2" name="Group 95">
            <a:extLst>
              <a:ext uri="{FF2B5EF4-FFF2-40B4-BE49-F238E27FC236}">
                <a16:creationId xmlns:a16="http://schemas.microsoft.com/office/drawing/2014/main" id="{5CAE1D0E-3D42-8AAC-F68C-859EA36A0469}"/>
              </a:ext>
            </a:extLst>
          </p:cNvPr>
          <p:cNvGrpSpPr>
            <a:grpSpLocks/>
          </p:cNvGrpSpPr>
          <p:nvPr/>
        </p:nvGrpSpPr>
        <p:grpSpPr bwMode="auto">
          <a:xfrm>
            <a:off x="6520790" y="2483280"/>
            <a:ext cx="548438" cy="356250"/>
            <a:chOff x="2949" y="196"/>
            <a:chExt cx="941" cy="598"/>
          </a:xfrm>
          <a:solidFill>
            <a:srgbClr val="00FFFF"/>
          </a:solidFill>
        </p:grpSpPr>
        <p:sp>
          <p:nvSpPr>
            <p:cNvPr id="113" name="Oval 96">
              <a:extLst>
                <a:ext uri="{FF2B5EF4-FFF2-40B4-BE49-F238E27FC236}">
                  <a16:creationId xmlns:a16="http://schemas.microsoft.com/office/drawing/2014/main" id="{D76CF7C4-13F5-F8B7-3EC9-805A88EA9338}"/>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4" name="Oval 97">
              <a:extLst>
                <a:ext uri="{FF2B5EF4-FFF2-40B4-BE49-F238E27FC236}">
                  <a16:creationId xmlns:a16="http://schemas.microsoft.com/office/drawing/2014/main" id="{003F3573-7C4A-C039-811E-D3AD1EAE0D63}"/>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5" name="Oval 98">
              <a:extLst>
                <a:ext uri="{FF2B5EF4-FFF2-40B4-BE49-F238E27FC236}">
                  <a16:creationId xmlns:a16="http://schemas.microsoft.com/office/drawing/2014/main" id="{B7F8C152-FCFA-602D-5000-722E40ACF540}"/>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6" name="Oval 99">
              <a:extLst>
                <a:ext uri="{FF2B5EF4-FFF2-40B4-BE49-F238E27FC236}">
                  <a16:creationId xmlns:a16="http://schemas.microsoft.com/office/drawing/2014/main" id="{FB018E00-D24A-BD0D-6FD0-CD7F5897288C}"/>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7" name="Oval 100">
              <a:extLst>
                <a:ext uri="{FF2B5EF4-FFF2-40B4-BE49-F238E27FC236}">
                  <a16:creationId xmlns:a16="http://schemas.microsoft.com/office/drawing/2014/main" id="{DAFF3683-2C8F-3B72-B397-C2EB34E4EB5D}"/>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8" name="Oval 101">
              <a:extLst>
                <a:ext uri="{FF2B5EF4-FFF2-40B4-BE49-F238E27FC236}">
                  <a16:creationId xmlns:a16="http://schemas.microsoft.com/office/drawing/2014/main" id="{792432F4-C220-E22E-B762-092935DC2AF8}"/>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9" name="Oval 102">
              <a:extLst>
                <a:ext uri="{FF2B5EF4-FFF2-40B4-BE49-F238E27FC236}">
                  <a16:creationId xmlns:a16="http://schemas.microsoft.com/office/drawing/2014/main" id="{71406CA0-5C6A-26B9-9E02-9B4D499683FE}"/>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0" name="Oval 103">
              <a:extLst>
                <a:ext uri="{FF2B5EF4-FFF2-40B4-BE49-F238E27FC236}">
                  <a16:creationId xmlns:a16="http://schemas.microsoft.com/office/drawing/2014/main" id="{FFABFA30-697F-149D-7B1A-46CDA43BC968}"/>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1" name="Freeform 104">
              <a:extLst>
                <a:ext uri="{FF2B5EF4-FFF2-40B4-BE49-F238E27FC236}">
                  <a16:creationId xmlns:a16="http://schemas.microsoft.com/office/drawing/2014/main" id="{F277E249-7A03-2DB3-F07F-32FBF3AEC352}"/>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Freeform 105">
              <a:extLst>
                <a:ext uri="{FF2B5EF4-FFF2-40B4-BE49-F238E27FC236}">
                  <a16:creationId xmlns:a16="http://schemas.microsoft.com/office/drawing/2014/main" id="{E5C2F528-5DF2-1B2D-B01C-F3A7AA1FFB9A}"/>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Freeform 106">
              <a:extLst>
                <a:ext uri="{FF2B5EF4-FFF2-40B4-BE49-F238E27FC236}">
                  <a16:creationId xmlns:a16="http://schemas.microsoft.com/office/drawing/2014/main" id="{800873C7-DA8C-80F8-D00B-B4CD7DEFD256}"/>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24" name="Text Box 107">
            <a:extLst>
              <a:ext uri="{FF2B5EF4-FFF2-40B4-BE49-F238E27FC236}">
                <a16:creationId xmlns:a16="http://schemas.microsoft.com/office/drawing/2014/main" id="{2387BEAB-5861-14F8-EBD9-65A996C02D71}"/>
              </a:ext>
            </a:extLst>
          </p:cNvPr>
          <p:cNvSpPr txBox="1">
            <a:spLocks noChangeArrowheads="1"/>
          </p:cNvSpPr>
          <p:nvPr/>
        </p:nvSpPr>
        <p:spPr bwMode="auto">
          <a:xfrm>
            <a:off x="7527530" y="221257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9</a:t>
            </a:r>
          </a:p>
        </p:txBody>
      </p:sp>
      <p:sp>
        <p:nvSpPr>
          <p:cNvPr id="125" name="Text Box 108">
            <a:extLst>
              <a:ext uri="{FF2B5EF4-FFF2-40B4-BE49-F238E27FC236}">
                <a16:creationId xmlns:a16="http://schemas.microsoft.com/office/drawing/2014/main" id="{ABB712BF-B22D-F731-41C0-A6EA32A9B4F8}"/>
              </a:ext>
            </a:extLst>
          </p:cNvPr>
          <p:cNvSpPr txBox="1">
            <a:spLocks noChangeArrowheads="1"/>
          </p:cNvSpPr>
          <p:nvPr/>
        </p:nvSpPr>
        <p:spPr bwMode="auto">
          <a:xfrm>
            <a:off x="5912258" y="205107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7</a:t>
            </a:r>
          </a:p>
        </p:txBody>
      </p:sp>
      <p:sp>
        <p:nvSpPr>
          <p:cNvPr id="126" name="Text Box 109">
            <a:extLst>
              <a:ext uri="{FF2B5EF4-FFF2-40B4-BE49-F238E27FC236}">
                <a16:creationId xmlns:a16="http://schemas.microsoft.com/office/drawing/2014/main" id="{C4CB95E8-8B34-97D3-C3CF-BA3144452E7D}"/>
              </a:ext>
            </a:extLst>
          </p:cNvPr>
          <p:cNvSpPr txBox="1">
            <a:spLocks noChangeArrowheads="1"/>
          </p:cNvSpPr>
          <p:nvPr/>
        </p:nvSpPr>
        <p:spPr bwMode="auto">
          <a:xfrm>
            <a:off x="5100183" y="183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6</a:t>
            </a:r>
          </a:p>
        </p:txBody>
      </p:sp>
      <p:sp>
        <p:nvSpPr>
          <p:cNvPr id="127" name="Text Box 110">
            <a:extLst>
              <a:ext uri="{FF2B5EF4-FFF2-40B4-BE49-F238E27FC236}">
                <a16:creationId xmlns:a16="http://schemas.microsoft.com/office/drawing/2014/main" id="{BE76983D-475B-ABA9-00E5-A1BED09A2887}"/>
              </a:ext>
            </a:extLst>
          </p:cNvPr>
          <p:cNvSpPr txBox="1">
            <a:spLocks noChangeArrowheads="1"/>
          </p:cNvSpPr>
          <p:nvPr/>
        </p:nvSpPr>
        <p:spPr bwMode="auto">
          <a:xfrm>
            <a:off x="4643151" y="2168047"/>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5</a:t>
            </a:r>
          </a:p>
        </p:txBody>
      </p:sp>
      <p:sp>
        <p:nvSpPr>
          <p:cNvPr id="128" name="Text Box 111">
            <a:extLst>
              <a:ext uri="{FF2B5EF4-FFF2-40B4-BE49-F238E27FC236}">
                <a16:creationId xmlns:a16="http://schemas.microsoft.com/office/drawing/2014/main" id="{B105A7A8-EA80-C039-9281-FCD60D930BDE}"/>
              </a:ext>
            </a:extLst>
          </p:cNvPr>
          <p:cNvSpPr txBox="1">
            <a:spLocks noChangeArrowheads="1"/>
          </p:cNvSpPr>
          <p:nvPr/>
        </p:nvSpPr>
        <p:spPr bwMode="auto">
          <a:xfrm>
            <a:off x="4418472" y="259695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4</a:t>
            </a:r>
          </a:p>
        </p:txBody>
      </p:sp>
      <p:sp>
        <p:nvSpPr>
          <p:cNvPr id="129" name="Text Box 112">
            <a:extLst>
              <a:ext uri="{FF2B5EF4-FFF2-40B4-BE49-F238E27FC236}">
                <a16:creationId xmlns:a16="http://schemas.microsoft.com/office/drawing/2014/main" id="{CFB72516-A879-F3F0-D177-B40A7D5952AA}"/>
              </a:ext>
            </a:extLst>
          </p:cNvPr>
          <p:cNvSpPr txBox="1">
            <a:spLocks noChangeArrowheads="1"/>
          </p:cNvSpPr>
          <p:nvPr/>
        </p:nvSpPr>
        <p:spPr bwMode="auto">
          <a:xfrm>
            <a:off x="3421861" y="193367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3</a:t>
            </a:r>
          </a:p>
        </p:txBody>
      </p:sp>
      <p:sp>
        <p:nvSpPr>
          <p:cNvPr id="130" name="Text Box 113">
            <a:extLst>
              <a:ext uri="{FF2B5EF4-FFF2-40B4-BE49-F238E27FC236}">
                <a16:creationId xmlns:a16="http://schemas.microsoft.com/office/drawing/2014/main" id="{42E043CE-234E-1040-9DFE-B58EF92A24EB}"/>
              </a:ext>
            </a:extLst>
          </p:cNvPr>
          <p:cNvSpPr txBox="1">
            <a:spLocks noChangeArrowheads="1"/>
          </p:cNvSpPr>
          <p:nvPr/>
        </p:nvSpPr>
        <p:spPr bwMode="auto">
          <a:xfrm>
            <a:off x="1525179" y="264851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p>
        </p:txBody>
      </p:sp>
      <p:sp>
        <p:nvSpPr>
          <p:cNvPr id="131" name="Text Box 114">
            <a:extLst>
              <a:ext uri="{FF2B5EF4-FFF2-40B4-BE49-F238E27FC236}">
                <a16:creationId xmlns:a16="http://schemas.microsoft.com/office/drawing/2014/main" id="{ABA6FB56-2AC0-D2EC-0675-91689A2900C6}"/>
              </a:ext>
            </a:extLst>
          </p:cNvPr>
          <p:cNvSpPr txBox="1">
            <a:spLocks noChangeArrowheads="1"/>
          </p:cNvSpPr>
          <p:nvPr/>
        </p:nvSpPr>
        <p:spPr bwMode="auto">
          <a:xfrm>
            <a:off x="2107895" y="176374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p>
        </p:txBody>
      </p:sp>
      <p:grpSp>
        <p:nvGrpSpPr>
          <p:cNvPr id="183" name="组合 182">
            <a:extLst>
              <a:ext uri="{FF2B5EF4-FFF2-40B4-BE49-F238E27FC236}">
                <a16:creationId xmlns:a16="http://schemas.microsoft.com/office/drawing/2014/main" id="{574B5E27-62D0-C529-09C6-F629E65BA2C0}"/>
              </a:ext>
            </a:extLst>
          </p:cNvPr>
          <p:cNvGrpSpPr/>
          <p:nvPr/>
        </p:nvGrpSpPr>
        <p:grpSpPr>
          <a:xfrm>
            <a:off x="3598326" y="3003594"/>
            <a:ext cx="2497171" cy="1046059"/>
            <a:chOff x="3598326" y="3003883"/>
            <a:chExt cx="2497171" cy="1046059"/>
          </a:xfrm>
        </p:grpSpPr>
        <p:sp>
          <p:nvSpPr>
            <p:cNvPr id="138" name="Oval 121">
              <a:extLst>
                <a:ext uri="{FF2B5EF4-FFF2-40B4-BE49-F238E27FC236}">
                  <a16:creationId xmlns:a16="http://schemas.microsoft.com/office/drawing/2014/main" id="{C065B624-9351-65CA-AF37-07D35EEAA5BC}"/>
                </a:ext>
              </a:extLst>
            </p:cNvPr>
            <p:cNvSpPr>
              <a:spLocks noChangeArrowheads="1"/>
            </p:cNvSpPr>
            <p:nvPr/>
          </p:nvSpPr>
          <p:spPr bwMode="auto">
            <a:xfrm>
              <a:off x="3598326" y="3003883"/>
              <a:ext cx="2497171" cy="767579"/>
            </a:xfrm>
            <a:prstGeom prst="ellipse">
              <a:avLst/>
            </a:prstGeom>
            <a:solidFill>
              <a:srgbClr val="99FFCC"/>
            </a:solidFill>
            <a:ln w="9525">
              <a:solidFill>
                <a:schemeClr val="tx1"/>
              </a:solidFill>
              <a:round/>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39" name="Text Box 122">
              <a:extLst>
                <a:ext uri="{FF2B5EF4-FFF2-40B4-BE49-F238E27FC236}">
                  <a16:creationId xmlns:a16="http://schemas.microsoft.com/office/drawing/2014/main" id="{A190D70A-80DD-BF00-4807-C3D5679930DB}"/>
                </a:ext>
              </a:extLst>
            </p:cNvPr>
            <p:cNvSpPr txBox="1">
              <a:spLocks noChangeArrowheads="1"/>
            </p:cNvSpPr>
            <p:nvPr/>
          </p:nvSpPr>
          <p:spPr bwMode="auto">
            <a:xfrm>
              <a:off x="4305485" y="3742165"/>
              <a:ext cx="119295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区域 </a:t>
              </a:r>
              <a:r>
                <a:rPr kumimoji="1" lang="en-US" altLang="zh-CN" sz="1400" b="1" dirty="0">
                  <a:solidFill>
                    <a:srgbClr val="0000CC"/>
                  </a:solidFill>
                  <a:latin typeface="微软雅黑" pitchFamily="34" charset="-122"/>
                  <a:ea typeface="微软雅黑" pitchFamily="34" charset="-122"/>
                </a:rPr>
                <a:t>0.0.0.2</a:t>
              </a:r>
            </a:p>
          </p:txBody>
        </p:sp>
      </p:grpSp>
      <p:sp>
        <p:nvSpPr>
          <p:cNvPr id="140" name="Line 123">
            <a:extLst>
              <a:ext uri="{FF2B5EF4-FFF2-40B4-BE49-F238E27FC236}">
                <a16:creationId xmlns:a16="http://schemas.microsoft.com/office/drawing/2014/main" id="{8A299405-892C-592E-CD1B-381F86430CE9}"/>
              </a:ext>
            </a:extLst>
          </p:cNvPr>
          <p:cNvSpPr>
            <a:spLocks noChangeShapeType="1"/>
          </p:cNvSpPr>
          <p:nvPr/>
        </p:nvSpPr>
        <p:spPr bwMode="auto">
          <a:xfrm>
            <a:off x="4817078" y="2940312"/>
            <a:ext cx="729981" cy="384375"/>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1" name="Line 124">
            <a:extLst>
              <a:ext uri="{FF2B5EF4-FFF2-40B4-BE49-F238E27FC236}">
                <a16:creationId xmlns:a16="http://schemas.microsoft.com/office/drawing/2014/main" id="{33720AA8-ABD9-63F8-4111-912A81D78D41}"/>
              </a:ext>
            </a:extLst>
          </p:cNvPr>
          <p:cNvSpPr>
            <a:spLocks noChangeShapeType="1"/>
          </p:cNvSpPr>
          <p:nvPr/>
        </p:nvSpPr>
        <p:spPr bwMode="auto">
          <a:xfrm flipV="1">
            <a:off x="4938953" y="3387969"/>
            <a:ext cx="669044" cy="19218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42" name="Group 125">
            <a:extLst>
              <a:ext uri="{FF2B5EF4-FFF2-40B4-BE49-F238E27FC236}">
                <a16:creationId xmlns:a16="http://schemas.microsoft.com/office/drawing/2014/main" id="{0D3EA305-1CEF-0B42-B72E-95F2F77EC282}"/>
              </a:ext>
            </a:extLst>
          </p:cNvPr>
          <p:cNvGrpSpPr>
            <a:grpSpLocks/>
          </p:cNvGrpSpPr>
          <p:nvPr/>
        </p:nvGrpSpPr>
        <p:grpSpPr bwMode="auto">
          <a:xfrm>
            <a:off x="5365516" y="3131328"/>
            <a:ext cx="547168" cy="448828"/>
            <a:chOff x="2949" y="196"/>
            <a:chExt cx="941" cy="598"/>
          </a:xfrm>
          <a:solidFill>
            <a:srgbClr val="00FFFF"/>
          </a:solidFill>
        </p:grpSpPr>
        <p:sp>
          <p:nvSpPr>
            <p:cNvPr id="143" name="Oval 126">
              <a:extLst>
                <a:ext uri="{FF2B5EF4-FFF2-40B4-BE49-F238E27FC236}">
                  <a16:creationId xmlns:a16="http://schemas.microsoft.com/office/drawing/2014/main" id="{A1FFB1A7-BCDC-822B-8E92-0E00063C495D}"/>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4" name="Oval 127">
              <a:extLst>
                <a:ext uri="{FF2B5EF4-FFF2-40B4-BE49-F238E27FC236}">
                  <a16:creationId xmlns:a16="http://schemas.microsoft.com/office/drawing/2014/main" id="{5389EAF8-7127-13D2-E396-F6C61B465DFA}"/>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5" name="Oval 128">
              <a:extLst>
                <a:ext uri="{FF2B5EF4-FFF2-40B4-BE49-F238E27FC236}">
                  <a16:creationId xmlns:a16="http://schemas.microsoft.com/office/drawing/2014/main" id="{502E0C47-1DD9-554C-0B65-3A376C1624A5}"/>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6" name="Oval 129">
              <a:extLst>
                <a:ext uri="{FF2B5EF4-FFF2-40B4-BE49-F238E27FC236}">
                  <a16:creationId xmlns:a16="http://schemas.microsoft.com/office/drawing/2014/main" id="{C7E71128-3964-DDA5-5ED5-670E3231A1FC}"/>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7" name="Oval 130">
              <a:extLst>
                <a:ext uri="{FF2B5EF4-FFF2-40B4-BE49-F238E27FC236}">
                  <a16:creationId xmlns:a16="http://schemas.microsoft.com/office/drawing/2014/main" id="{FA96C955-2AD9-6937-595C-4CFEC4397ED9}"/>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8" name="Oval 131">
              <a:extLst>
                <a:ext uri="{FF2B5EF4-FFF2-40B4-BE49-F238E27FC236}">
                  <a16:creationId xmlns:a16="http://schemas.microsoft.com/office/drawing/2014/main" id="{1BC39177-9030-8E24-BEE6-EBF7BC7E6A2C}"/>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9" name="Oval 132">
              <a:extLst>
                <a:ext uri="{FF2B5EF4-FFF2-40B4-BE49-F238E27FC236}">
                  <a16:creationId xmlns:a16="http://schemas.microsoft.com/office/drawing/2014/main" id="{BAEA25AA-1DBA-62B4-B617-9A024B998C3E}"/>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0" name="Oval 133">
              <a:extLst>
                <a:ext uri="{FF2B5EF4-FFF2-40B4-BE49-F238E27FC236}">
                  <a16:creationId xmlns:a16="http://schemas.microsoft.com/office/drawing/2014/main" id="{45950767-80E8-611F-98E5-1EA21F1FBED6}"/>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1" name="Freeform 134">
              <a:extLst>
                <a:ext uri="{FF2B5EF4-FFF2-40B4-BE49-F238E27FC236}">
                  <a16:creationId xmlns:a16="http://schemas.microsoft.com/office/drawing/2014/main" id="{A4404F0C-30AF-B6C2-3E86-E602439BB8DF}"/>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2" name="Freeform 135">
              <a:extLst>
                <a:ext uri="{FF2B5EF4-FFF2-40B4-BE49-F238E27FC236}">
                  <a16:creationId xmlns:a16="http://schemas.microsoft.com/office/drawing/2014/main" id="{A8FA06EF-948E-F088-323B-9A3A5D77DFF8}"/>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3" name="Freeform 136">
              <a:extLst>
                <a:ext uri="{FF2B5EF4-FFF2-40B4-BE49-F238E27FC236}">
                  <a16:creationId xmlns:a16="http://schemas.microsoft.com/office/drawing/2014/main" id="{AB4B2C1A-6224-DA13-A6FE-7AC55620FED0}"/>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55" name="Line 138">
            <a:extLst>
              <a:ext uri="{FF2B5EF4-FFF2-40B4-BE49-F238E27FC236}">
                <a16:creationId xmlns:a16="http://schemas.microsoft.com/office/drawing/2014/main" id="{C6512FBE-DB84-6672-8383-395BDFDCB7B6}"/>
              </a:ext>
            </a:extLst>
          </p:cNvPr>
          <p:cNvSpPr>
            <a:spLocks noChangeShapeType="1"/>
          </p:cNvSpPr>
          <p:nvPr/>
        </p:nvSpPr>
        <p:spPr bwMode="auto">
          <a:xfrm>
            <a:off x="4084557" y="3450079"/>
            <a:ext cx="732521" cy="130078"/>
          </a:xfrm>
          <a:prstGeom prst="line">
            <a:avLst/>
          </a:prstGeom>
          <a:noFill/>
          <a:ln w="28575">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56" name="Group 139">
            <a:extLst>
              <a:ext uri="{FF2B5EF4-FFF2-40B4-BE49-F238E27FC236}">
                <a16:creationId xmlns:a16="http://schemas.microsoft.com/office/drawing/2014/main" id="{337022A9-E2E0-4560-66ED-C7522C94F369}"/>
              </a:ext>
            </a:extLst>
          </p:cNvPr>
          <p:cNvGrpSpPr>
            <a:grpSpLocks/>
          </p:cNvGrpSpPr>
          <p:nvPr/>
        </p:nvGrpSpPr>
        <p:grpSpPr bwMode="auto">
          <a:xfrm>
            <a:off x="3842076" y="3194610"/>
            <a:ext cx="548438" cy="448828"/>
            <a:chOff x="2949" y="196"/>
            <a:chExt cx="941" cy="598"/>
          </a:xfrm>
          <a:solidFill>
            <a:srgbClr val="00FFFF"/>
          </a:solidFill>
        </p:grpSpPr>
        <p:sp>
          <p:nvSpPr>
            <p:cNvPr id="157" name="Oval 140">
              <a:extLst>
                <a:ext uri="{FF2B5EF4-FFF2-40B4-BE49-F238E27FC236}">
                  <a16:creationId xmlns:a16="http://schemas.microsoft.com/office/drawing/2014/main" id="{C5DC29BE-9F65-3669-856A-DD23ECE742F3}"/>
                </a:ext>
              </a:extLst>
            </p:cNvPr>
            <p:cNvSpPr>
              <a:spLocks noChangeArrowheads="1"/>
            </p:cNvSpPr>
            <p:nvPr/>
          </p:nvSpPr>
          <p:spPr bwMode="auto">
            <a:xfrm>
              <a:off x="3168" y="196"/>
              <a:ext cx="407" cy="16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Oval 141">
              <a:extLst>
                <a:ext uri="{FF2B5EF4-FFF2-40B4-BE49-F238E27FC236}">
                  <a16:creationId xmlns:a16="http://schemas.microsoft.com/office/drawing/2014/main" id="{5DDFD3DF-0887-2D95-51E2-F8A438E9E1D6}"/>
                </a:ext>
              </a:extLst>
            </p:cNvPr>
            <p:cNvSpPr>
              <a:spLocks noChangeArrowheads="1"/>
            </p:cNvSpPr>
            <p:nvPr/>
          </p:nvSpPr>
          <p:spPr bwMode="auto">
            <a:xfrm rot="900000">
              <a:off x="3512" y="252"/>
              <a:ext cx="275" cy="131"/>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Oval 142">
              <a:extLst>
                <a:ext uri="{FF2B5EF4-FFF2-40B4-BE49-F238E27FC236}">
                  <a16:creationId xmlns:a16="http://schemas.microsoft.com/office/drawing/2014/main" id="{EC086A0A-78B4-C253-466C-350881256D1B}"/>
                </a:ext>
              </a:extLst>
            </p:cNvPr>
            <p:cNvSpPr>
              <a:spLocks noChangeArrowheads="1"/>
            </p:cNvSpPr>
            <p:nvPr/>
          </p:nvSpPr>
          <p:spPr bwMode="auto">
            <a:xfrm rot="1500000">
              <a:off x="3650" y="385"/>
              <a:ext cx="240" cy="153"/>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Oval 143">
              <a:extLst>
                <a:ext uri="{FF2B5EF4-FFF2-40B4-BE49-F238E27FC236}">
                  <a16:creationId xmlns:a16="http://schemas.microsoft.com/office/drawing/2014/main" id="{E2651F2D-BF8D-4815-723F-5A638E7AF97C}"/>
                </a:ext>
              </a:extLst>
            </p:cNvPr>
            <p:cNvSpPr>
              <a:spLocks noChangeArrowheads="1"/>
            </p:cNvSpPr>
            <p:nvPr/>
          </p:nvSpPr>
          <p:spPr bwMode="auto">
            <a:xfrm rot="20040000">
              <a:off x="3573" y="537"/>
              <a:ext cx="291" cy="18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Oval 144">
              <a:extLst>
                <a:ext uri="{FF2B5EF4-FFF2-40B4-BE49-F238E27FC236}">
                  <a16:creationId xmlns:a16="http://schemas.microsoft.com/office/drawing/2014/main" id="{6C7F7F41-9113-AC36-C74A-7934A3933CCC}"/>
                </a:ext>
              </a:extLst>
            </p:cNvPr>
            <p:cNvSpPr>
              <a:spLocks noChangeArrowheads="1"/>
            </p:cNvSpPr>
            <p:nvPr/>
          </p:nvSpPr>
          <p:spPr bwMode="auto">
            <a:xfrm>
              <a:off x="3216" y="555"/>
              <a:ext cx="471" cy="239"/>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2" name="Oval 145">
              <a:extLst>
                <a:ext uri="{FF2B5EF4-FFF2-40B4-BE49-F238E27FC236}">
                  <a16:creationId xmlns:a16="http://schemas.microsoft.com/office/drawing/2014/main" id="{8053F7B4-D1C4-2EC2-2149-EB703C6BD4BE}"/>
                </a:ext>
              </a:extLst>
            </p:cNvPr>
            <p:cNvSpPr>
              <a:spLocks noChangeArrowheads="1"/>
            </p:cNvSpPr>
            <p:nvPr/>
          </p:nvSpPr>
          <p:spPr bwMode="auto">
            <a:xfrm rot="1080000">
              <a:off x="3023" y="555"/>
              <a:ext cx="26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Oval 146">
              <a:extLst>
                <a:ext uri="{FF2B5EF4-FFF2-40B4-BE49-F238E27FC236}">
                  <a16:creationId xmlns:a16="http://schemas.microsoft.com/office/drawing/2014/main" id="{F82A2839-A745-7121-2B0C-0E7C96F1FAF0}"/>
                </a:ext>
              </a:extLst>
            </p:cNvPr>
            <p:cNvSpPr>
              <a:spLocks noChangeArrowheads="1"/>
            </p:cNvSpPr>
            <p:nvPr/>
          </p:nvSpPr>
          <p:spPr bwMode="auto">
            <a:xfrm>
              <a:off x="2949" y="432"/>
              <a:ext cx="217"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Oval 147">
              <a:extLst>
                <a:ext uri="{FF2B5EF4-FFF2-40B4-BE49-F238E27FC236}">
                  <a16:creationId xmlns:a16="http://schemas.microsoft.com/office/drawing/2014/main" id="{BA5A4568-CC8C-1598-1FB3-8143969D4291}"/>
                </a:ext>
              </a:extLst>
            </p:cNvPr>
            <p:cNvSpPr>
              <a:spLocks noChangeArrowheads="1"/>
            </p:cNvSpPr>
            <p:nvPr/>
          </p:nvSpPr>
          <p:spPr bwMode="auto">
            <a:xfrm rot="19740000">
              <a:off x="2984" y="310"/>
              <a:ext cx="295" cy="156"/>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5" name="Freeform 148">
              <a:extLst>
                <a:ext uri="{FF2B5EF4-FFF2-40B4-BE49-F238E27FC236}">
                  <a16:creationId xmlns:a16="http://schemas.microsoft.com/office/drawing/2014/main" id="{D5DCA085-72C6-6645-7FB9-53B538D8ACAA}"/>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6" name="Freeform 149">
              <a:extLst>
                <a:ext uri="{FF2B5EF4-FFF2-40B4-BE49-F238E27FC236}">
                  <a16:creationId xmlns:a16="http://schemas.microsoft.com/office/drawing/2014/main" id="{C95FE7E2-B89E-0133-89B9-FB2E3A5A60E5}"/>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7" name="Freeform 150">
              <a:extLst>
                <a:ext uri="{FF2B5EF4-FFF2-40B4-BE49-F238E27FC236}">
                  <a16:creationId xmlns:a16="http://schemas.microsoft.com/office/drawing/2014/main" id="{5C54AEDE-4EFF-8F7D-F4C3-46FF930D3E2F}"/>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grp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69" name="Picture 152">
            <a:extLst>
              <a:ext uri="{FF2B5EF4-FFF2-40B4-BE49-F238E27FC236}">
                <a16:creationId xmlns:a16="http://schemas.microsoft.com/office/drawing/2014/main" id="{3ED2A443-760D-42D7-34EB-C470C0993FCA}"/>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3932" y="3414922"/>
            <a:ext cx="416407" cy="294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0" name="Text Box 153">
            <a:extLst>
              <a:ext uri="{FF2B5EF4-FFF2-40B4-BE49-F238E27FC236}">
                <a16:creationId xmlns:a16="http://schemas.microsoft.com/office/drawing/2014/main" id="{0452FB7E-8A4A-75B1-DFA9-4D432B71A461}"/>
              </a:ext>
            </a:extLst>
          </p:cNvPr>
          <p:cNvSpPr txBox="1">
            <a:spLocks noChangeArrowheads="1"/>
          </p:cNvSpPr>
          <p:nvPr/>
        </p:nvSpPr>
        <p:spPr bwMode="auto">
          <a:xfrm>
            <a:off x="4459070" y="318406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8</a:t>
            </a:r>
          </a:p>
        </p:txBody>
      </p:sp>
      <p:pic>
        <p:nvPicPr>
          <p:cNvPr id="171" name="Picture 154">
            <a:extLst>
              <a:ext uri="{FF2B5EF4-FFF2-40B4-BE49-F238E27FC236}">
                <a16:creationId xmlns:a16="http://schemas.microsoft.com/office/drawing/2014/main" id="{7099E570-DCE7-47BA-A812-71F1FF985C4F}"/>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43151" y="2841875"/>
            <a:ext cx="416407" cy="2320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3" name="Text Box 115">
            <a:extLst>
              <a:ext uri="{FF2B5EF4-FFF2-40B4-BE49-F238E27FC236}">
                <a16:creationId xmlns:a16="http://schemas.microsoft.com/office/drawing/2014/main" id="{91CF9515-6F3A-3768-52F8-BE2939FEBA1D}"/>
              </a:ext>
            </a:extLst>
          </p:cNvPr>
          <p:cNvSpPr txBox="1">
            <a:spLocks noChangeArrowheads="1"/>
          </p:cNvSpPr>
          <p:nvPr/>
        </p:nvSpPr>
        <p:spPr bwMode="auto">
          <a:xfrm>
            <a:off x="6861812" y="306805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8</a:t>
            </a:r>
          </a:p>
        </p:txBody>
      </p:sp>
      <p:sp>
        <p:nvSpPr>
          <p:cNvPr id="174" name="Text Box 116">
            <a:extLst>
              <a:ext uri="{FF2B5EF4-FFF2-40B4-BE49-F238E27FC236}">
                <a16:creationId xmlns:a16="http://schemas.microsoft.com/office/drawing/2014/main" id="{BA70A4D0-6360-BEE7-79BA-F21468CF31D2}"/>
              </a:ext>
            </a:extLst>
          </p:cNvPr>
          <p:cNvSpPr txBox="1">
            <a:spLocks noChangeArrowheads="1"/>
          </p:cNvSpPr>
          <p:nvPr/>
        </p:nvSpPr>
        <p:spPr bwMode="auto">
          <a:xfrm>
            <a:off x="6915228" y="190438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6</a:t>
            </a:r>
          </a:p>
        </p:txBody>
      </p:sp>
      <p:sp>
        <p:nvSpPr>
          <p:cNvPr id="175" name="Text Box 117">
            <a:extLst>
              <a:ext uri="{FF2B5EF4-FFF2-40B4-BE49-F238E27FC236}">
                <a16:creationId xmlns:a16="http://schemas.microsoft.com/office/drawing/2014/main" id="{11A82983-92A2-7097-EA64-5FFD7E56CCFC}"/>
              </a:ext>
            </a:extLst>
          </p:cNvPr>
          <p:cNvSpPr txBox="1">
            <a:spLocks noChangeArrowheads="1"/>
          </p:cNvSpPr>
          <p:nvPr/>
        </p:nvSpPr>
        <p:spPr bwMode="auto">
          <a:xfrm>
            <a:off x="2237984" y="307742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a:latin typeface="微软雅黑" pitchFamily="34" charset="-122"/>
                <a:ea typeface="微软雅黑" pitchFamily="34" charset="-122"/>
              </a:rPr>
              <a:t>网 </a:t>
            </a:r>
            <a:r>
              <a:rPr kumimoji="1" lang="en-US" altLang="zh-CN" sz="1300" b="1">
                <a:latin typeface="微软雅黑" pitchFamily="34" charset="-122"/>
                <a:ea typeface="微软雅黑" pitchFamily="34" charset="-122"/>
              </a:rPr>
              <a:t>3</a:t>
            </a:r>
          </a:p>
        </p:txBody>
      </p:sp>
      <p:sp>
        <p:nvSpPr>
          <p:cNvPr id="176" name="Text Box 118">
            <a:extLst>
              <a:ext uri="{FF2B5EF4-FFF2-40B4-BE49-F238E27FC236}">
                <a16:creationId xmlns:a16="http://schemas.microsoft.com/office/drawing/2014/main" id="{54A8FE9B-43F0-5B2E-EEF6-BC9B79B21FB0}"/>
              </a:ext>
            </a:extLst>
          </p:cNvPr>
          <p:cNvSpPr txBox="1">
            <a:spLocks noChangeArrowheads="1"/>
          </p:cNvSpPr>
          <p:nvPr/>
        </p:nvSpPr>
        <p:spPr bwMode="auto">
          <a:xfrm>
            <a:off x="2789151" y="2554760"/>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2</a:t>
            </a:r>
          </a:p>
        </p:txBody>
      </p:sp>
      <p:sp>
        <p:nvSpPr>
          <p:cNvPr id="177" name="Text Box 119">
            <a:extLst>
              <a:ext uri="{FF2B5EF4-FFF2-40B4-BE49-F238E27FC236}">
                <a16:creationId xmlns:a16="http://schemas.microsoft.com/office/drawing/2014/main" id="{54EE1E3C-3DF7-1146-C3DC-B048D283DD65}"/>
              </a:ext>
            </a:extLst>
          </p:cNvPr>
          <p:cNvSpPr txBox="1">
            <a:spLocks noChangeArrowheads="1"/>
          </p:cNvSpPr>
          <p:nvPr/>
        </p:nvSpPr>
        <p:spPr bwMode="auto">
          <a:xfrm>
            <a:off x="1505747" y="22008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1</a:t>
            </a:r>
          </a:p>
        </p:txBody>
      </p:sp>
      <p:sp>
        <p:nvSpPr>
          <p:cNvPr id="178" name="Text Box 120">
            <a:extLst>
              <a:ext uri="{FF2B5EF4-FFF2-40B4-BE49-F238E27FC236}">
                <a16:creationId xmlns:a16="http://schemas.microsoft.com/office/drawing/2014/main" id="{DEF5B444-0A9E-CB98-7022-C6B00473FF15}"/>
              </a:ext>
            </a:extLst>
          </p:cNvPr>
          <p:cNvSpPr txBox="1">
            <a:spLocks noChangeArrowheads="1"/>
          </p:cNvSpPr>
          <p:nvPr/>
        </p:nvSpPr>
        <p:spPr bwMode="auto">
          <a:xfrm>
            <a:off x="6550398" y="2521959"/>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7</a:t>
            </a:r>
          </a:p>
        </p:txBody>
      </p:sp>
      <p:sp>
        <p:nvSpPr>
          <p:cNvPr id="179" name="Text Box 137">
            <a:extLst>
              <a:ext uri="{FF2B5EF4-FFF2-40B4-BE49-F238E27FC236}">
                <a16:creationId xmlns:a16="http://schemas.microsoft.com/office/drawing/2014/main" id="{CB88B195-90ED-8536-D0C2-7DD2674AED9F}"/>
              </a:ext>
            </a:extLst>
          </p:cNvPr>
          <p:cNvSpPr txBox="1">
            <a:spLocks noChangeArrowheads="1"/>
          </p:cNvSpPr>
          <p:nvPr/>
        </p:nvSpPr>
        <p:spPr bwMode="auto">
          <a:xfrm>
            <a:off x="5407913" y="3218065"/>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4</a:t>
            </a:r>
          </a:p>
        </p:txBody>
      </p:sp>
      <p:sp>
        <p:nvSpPr>
          <p:cNvPr id="180" name="Text Box 151">
            <a:extLst>
              <a:ext uri="{FF2B5EF4-FFF2-40B4-BE49-F238E27FC236}">
                <a16:creationId xmlns:a16="http://schemas.microsoft.com/office/drawing/2014/main" id="{A4D068B4-BB63-C6CE-0380-8FF8F98F5B5C}"/>
              </a:ext>
            </a:extLst>
          </p:cNvPr>
          <p:cNvSpPr txBox="1">
            <a:spLocks noChangeArrowheads="1"/>
          </p:cNvSpPr>
          <p:nvPr/>
        </p:nvSpPr>
        <p:spPr bwMode="auto">
          <a:xfrm>
            <a:off x="3872858" y="3277813"/>
            <a:ext cx="503663"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300" b="1" dirty="0">
                <a:latin typeface="微软雅黑" pitchFamily="34" charset="-122"/>
                <a:ea typeface="微软雅黑" pitchFamily="34" charset="-122"/>
              </a:rPr>
              <a:t>网 </a:t>
            </a:r>
            <a:r>
              <a:rPr kumimoji="1" lang="en-US" altLang="zh-CN" sz="1300" b="1" dirty="0">
                <a:latin typeface="微软雅黑" pitchFamily="34" charset="-122"/>
                <a:ea typeface="微软雅黑" pitchFamily="34" charset="-122"/>
              </a:rPr>
              <a:t>5</a:t>
            </a:r>
          </a:p>
        </p:txBody>
      </p:sp>
      <p:sp>
        <p:nvSpPr>
          <p:cNvPr id="5" name="矩形 4">
            <a:extLst>
              <a:ext uri="{FF2B5EF4-FFF2-40B4-BE49-F238E27FC236}">
                <a16:creationId xmlns:a16="http://schemas.microsoft.com/office/drawing/2014/main" id="{57757CB7-78C1-9CB4-95B2-02FB66715859}"/>
              </a:ext>
            </a:extLst>
          </p:cNvPr>
          <p:cNvSpPr/>
          <p:nvPr/>
        </p:nvSpPr>
        <p:spPr>
          <a:xfrm>
            <a:off x="1037109" y="4331760"/>
            <a:ext cx="7174018" cy="352789"/>
          </a:xfrm>
          <a:prstGeom prst="rect">
            <a:avLst/>
          </a:prstGeom>
        </p:spPr>
        <p:txBody>
          <a:bodyPr wrap="square">
            <a:spAutoFit/>
          </a:bodyPr>
          <a:lstStyle/>
          <a:p>
            <a:pPr>
              <a:lnSpc>
                <a:spcPts val="2200"/>
              </a:lnSpc>
              <a:buClr>
                <a:srgbClr val="0070C0"/>
              </a:buClr>
            </a:pPr>
            <a:r>
              <a:rPr lang="zh-CN" altLang="en-US" sz="1600" b="1" dirty="0">
                <a:latin typeface="微软雅黑" pitchFamily="34" charset="-122"/>
                <a:ea typeface="微软雅黑" pitchFamily="34" charset="-122"/>
              </a:rPr>
              <a:t>因而使</a:t>
            </a:r>
            <a:r>
              <a:rPr lang="en-US" altLang="zh-CN" sz="1600" b="1" dirty="0">
                <a:latin typeface="微软雅黑" pitchFamily="34" charset="-122"/>
                <a:ea typeface="微软雅黑" pitchFamily="34" charset="-122"/>
              </a:rPr>
              <a:t>OSPF</a:t>
            </a:r>
            <a:r>
              <a:rPr lang="zh-CN" altLang="en-US" sz="1600" b="1" dirty="0">
                <a:latin typeface="微软雅黑" pitchFamily="34" charset="-122"/>
                <a:ea typeface="微软雅黑" pitchFamily="34" charset="-122"/>
              </a:rPr>
              <a:t>协议能够用于规模很大的自治系统中。 </a:t>
            </a:r>
          </a:p>
        </p:txBody>
      </p:sp>
      <p:sp>
        <p:nvSpPr>
          <p:cNvPr id="6" name="AutoShape 5">
            <a:extLst>
              <a:ext uri="{FF2B5EF4-FFF2-40B4-BE49-F238E27FC236}">
                <a16:creationId xmlns:a16="http://schemas.microsoft.com/office/drawing/2014/main" id="{EA1001DE-F852-5D12-9799-D22A9DF3F5AF}"/>
              </a:ext>
            </a:extLst>
          </p:cNvPr>
          <p:cNvSpPr>
            <a:spLocks noChangeArrowheads="1"/>
          </p:cNvSpPr>
          <p:nvPr/>
        </p:nvSpPr>
        <p:spPr bwMode="auto">
          <a:xfrm>
            <a:off x="545144" y="62179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a:extLst>
              <a:ext uri="{FF2B5EF4-FFF2-40B4-BE49-F238E27FC236}">
                <a16:creationId xmlns:a16="http://schemas.microsoft.com/office/drawing/2014/main" id="{6C999537-89D1-1AAA-D4BC-8C86DF794D8E}"/>
              </a:ext>
            </a:extLst>
          </p:cNvPr>
          <p:cNvSpPr>
            <a:spLocks noChangeArrowheads="1"/>
          </p:cNvSpPr>
          <p:nvPr/>
        </p:nvSpPr>
        <p:spPr bwMode="auto">
          <a:xfrm>
            <a:off x="1941968" y="58858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OSPF</a:t>
            </a:r>
            <a:r>
              <a:rPr lang="zh-CN" altLang="en-US" sz="2000" b="1" dirty="0">
                <a:solidFill>
                  <a:schemeClr val="bg1"/>
                </a:solidFill>
                <a:latin typeface="微软雅黑" pitchFamily="34" charset="-122"/>
                <a:ea typeface="微软雅黑" pitchFamily="34" charset="-122"/>
              </a:rPr>
              <a:t>的层次结构</a:t>
            </a:r>
          </a:p>
        </p:txBody>
      </p:sp>
    </p:spTree>
    <p:extLst>
      <p:ext uri="{BB962C8B-B14F-4D97-AF65-F5344CB8AC3E}">
        <p14:creationId xmlns:p14="http://schemas.microsoft.com/office/powerpoint/2010/main" val="2459083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45145" y="1010667"/>
            <a:ext cx="8053712" cy="2346283"/>
          </a:xfrm>
          <a:prstGeom prst="rect">
            <a:avLst/>
          </a:prstGeom>
        </p:spPr>
        <p:txBody>
          <a:bodyPr wrap="square">
            <a:spAutoFit/>
          </a:bodyPr>
          <a:lstStyle/>
          <a:p>
            <a:pPr marL="285750" indent="-285750">
              <a:lnSpc>
                <a:spcPct val="150000"/>
              </a:lnSpc>
              <a:buClr>
                <a:srgbClr val="0070C0"/>
              </a:buClr>
              <a:buFont typeface="Wingdings" pitchFamily="2" charset="2"/>
              <a:buChar char="l"/>
            </a:pPr>
            <a:r>
              <a:rPr lang="en-US" altLang="zh-CN" sz="2000" b="1" dirty="0">
                <a:latin typeface="微软雅黑" pitchFamily="34" charset="-122"/>
                <a:ea typeface="微软雅黑" pitchFamily="34" charset="-122"/>
              </a:rPr>
              <a:t>OSPF</a:t>
            </a:r>
            <a:r>
              <a:rPr lang="zh-CN" altLang="en-US" sz="2000" b="1" dirty="0">
                <a:latin typeface="微软雅黑" pitchFamily="34" charset="-122"/>
                <a:ea typeface="微软雅黑" pitchFamily="34" charset="-122"/>
              </a:rPr>
              <a:t>是一种分布式链路状态路由协议。</a:t>
            </a:r>
            <a:endParaRPr lang="en-US" altLang="zh-CN" sz="2000" b="1" dirty="0">
              <a:latin typeface="微软雅黑" pitchFamily="34" charset="-122"/>
              <a:ea typeface="微软雅黑" pitchFamily="34" charset="-122"/>
            </a:endParaRPr>
          </a:p>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链路代价（度量）可以由网络管理人员设定。</a:t>
            </a:r>
            <a:endParaRPr lang="en-US" altLang="zh-CN" sz="2000" b="1" dirty="0">
              <a:latin typeface="微软雅黑" pitchFamily="34" charset="-122"/>
              <a:ea typeface="微软雅黑" pitchFamily="34" charset="-122"/>
            </a:endParaRPr>
          </a:p>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使用可靠洪泛机制向自治系统内所有路由器通告链路状态信息。</a:t>
            </a:r>
            <a:endParaRPr lang="en-US" altLang="zh-CN" sz="2000" b="1" dirty="0">
              <a:latin typeface="微软雅黑" pitchFamily="34" charset="-122"/>
              <a:ea typeface="微软雅黑" pitchFamily="34" charset="-122"/>
            </a:endParaRPr>
          </a:p>
          <a:p>
            <a:pPr marL="285750" indent="-285750">
              <a:lnSpc>
                <a:spcPct val="150000"/>
              </a:lnSpc>
              <a:buClr>
                <a:srgbClr val="0070C0"/>
              </a:buClr>
              <a:buFont typeface="Wingdings" pitchFamily="2" charset="2"/>
              <a:buChar char="l"/>
            </a:pPr>
            <a:r>
              <a:rPr lang="en-US" altLang="zh-CN" sz="2000" b="1" dirty="0">
                <a:latin typeface="微软雅黑" pitchFamily="34" charset="-122"/>
                <a:ea typeface="微软雅黑" pitchFamily="34" charset="-122"/>
              </a:rPr>
              <a:t>OSPF</a:t>
            </a:r>
            <a:r>
              <a:rPr lang="zh-CN" altLang="en-US" sz="2000" b="1" dirty="0">
                <a:latin typeface="微软雅黑" pitchFamily="34" charset="-122"/>
                <a:ea typeface="微软雅黑" pitchFamily="34" charset="-122"/>
              </a:rPr>
              <a:t>没有“坏消息传播得慢”的问题。</a:t>
            </a:r>
            <a:endParaRPr lang="en-US" altLang="zh-CN" sz="2000" b="1" dirty="0">
              <a:latin typeface="微软雅黑" pitchFamily="34" charset="-122"/>
              <a:ea typeface="微软雅黑" pitchFamily="34" charset="-122"/>
            </a:endParaRPr>
          </a:p>
          <a:p>
            <a:pPr marL="285750" indent="-285750">
              <a:lnSpc>
                <a:spcPct val="150000"/>
              </a:lnSpc>
              <a:buClr>
                <a:srgbClr val="0070C0"/>
              </a:buClr>
              <a:buFont typeface="Wingdings" pitchFamily="2" charset="2"/>
              <a:buChar char="l"/>
            </a:pPr>
            <a:r>
              <a:rPr lang="zh-CN" altLang="en-US" sz="2000" b="1" dirty="0">
                <a:latin typeface="微软雅黑" pitchFamily="34" charset="-122"/>
                <a:ea typeface="微软雅黑" pitchFamily="34" charset="-122"/>
              </a:rPr>
              <a:t>采用分层路由结构可使</a:t>
            </a:r>
            <a:r>
              <a:rPr lang="en-US" altLang="zh-CN" sz="2000" b="1" dirty="0">
                <a:latin typeface="微软雅黑" pitchFamily="34" charset="-122"/>
                <a:ea typeface="微软雅黑" pitchFamily="34" charset="-122"/>
              </a:rPr>
              <a:t>OSPF</a:t>
            </a:r>
            <a:r>
              <a:rPr lang="zh-CN" altLang="en-US" sz="2000" b="1" dirty="0">
                <a:latin typeface="微软雅黑" pitchFamily="34" charset="-122"/>
                <a:ea typeface="微软雅黑" pitchFamily="34" charset="-122"/>
              </a:rPr>
              <a:t>协议能够用于规模很大的自治系统中。</a:t>
            </a:r>
            <a:endParaRPr lang="en-US" altLang="zh-CN" sz="2000" b="1" dirty="0">
              <a:latin typeface="微软雅黑" pitchFamily="34" charset="-122"/>
              <a:ea typeface="微软雅黑" pitchFamily="34" charset="-122"/>
            </a:endParaRPr>
          </a:p>
        </p:txBody>
      </p:sp>
      <p:sp>
        <p:nvSpPr>
          <p:cNvPr id="5" name="AutoShape 5">
            <a:extLst>
              <a:ext uri="{FF2B5EF4-FFF2-40B4-BE49-F238E27FC236}">
                <a16:creationId xmlns:a16="http://schemas.microsoft.com/office/drawing/2014/main" id="{12FCE540-D43E-E3AD-74C5-C4B705FFD137}"/>
              </a:ext>
            </a:extLst>
          </p:cNvPr>
          <p:cNvSpPr>
            <a:spLocks noChangeArrowheads="1"/>
          </p:cNvSpPr>
          <p:nvPr/>
        </p:nvSpPr>
        <p:spPr bwMode="auto">
          <a:xfrm>
            <a:off x="545144" y="621793"/>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a:extLst>
              <a:ext uri="{FF2B5EF4-FFF2-40B4-BE49-F238E27FC236}">
                <a16:creationId xmlns:a16="http://schemas.microsoft.com/office/drawing/2014/main" id="{ED6AA8FD-26AA-4BEA-8FFB-BF1559B30225}"/>
              </a:ext>
            </a:extLst>
          </p:cNvPr>
          <p:cNvSpPr>
            <a:spLocks noChangeArrowheads="1"/>
          </p:cNvSpPr>
          <p:nvPr/>
        </p:nvSpPr>
        <p:spPr bwMode="auto">
          <a:xfrm>
            <a:off x="1941968" y="58858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OSPF </a:t>
            </a:r>
            <a:r>
              <a:rPr lang="zh-CN" altLang="en-US" sz="2000" b="1" dirty="0">
                <a:solidFill>
                  <a:schemeClr val="bg1"/>
                </a:solidFill>
                <a:latin typeface="微软雅黑" pitchFamily="34" charset="-122"/>
                <a:ea typeface="微软雅黑" pitchFamily="34" charset="-122"/>
              </a:rPr>
              <a:t>的要点</a:t>
            </a:r>
          </a:p>
        </p:txBody>
      </p:sp>
    </p:spTree>
    <p:extLst>
      <p:ext uri="{BB962C8B-B14F-4D97-AF65-F5344CB8AC3E}">
        <p14:creationId xmlns:p14="http://schemas.microsoft.com/office/powerpoint/2010/main" val="2461369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4">
                                            <p:txEl>
                                              <p:pRg st="4" end="4"/>
                                            </p:txEl>
                                          </p:spTgt>
                                        </p:tgtEl>
                                        <p:attrNameLst>
                                          <p:attrName>style.visibility</p:attrName>
                                        </p:attrNameLst>
                                      </p:cBhvr>
                                      <p:to>
                                        <p:strVal val="visible"/>
                                      </p:to>
                                    </p:set>
                                    <p:animEffect transition="in" filter="fade">
                                      <p:cBhvr>
                                        <p:cTn id="35" dur="1000"/>
                                        <p:tgtEl>
                                          <p:spTgt spid="4">
                                            <p:txEl>
                                              <p:pRg st="4" end="4"/>
                                            </p:txEl>
                                          </p:spTgt>
                                        </p:tgtEl>
                                      </p:cBhvr>
                                    </p:animEffect>
                                    <p:anim calcmode="lin" valueType="num">
                                      <p:cBhvr>
                                        <p:cTn id="36"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4">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0253"/>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749955" y="579390"/>
            <a:ext cx="36968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4.6.4  </a:t>
            </a:r>
            <a:r>
              <a:rPr lang="zh-CN" altLang="en-US" sz="2400" b="1" dirty="0">
                <a:solidFill>
                  <a:schemeClr val="bg1"/>
                </a:solidFill>
                <a:latin typeface="微软雅黑" pitchFamily="34" charset="-122"/>
                <a:ea typeface="微软雅黑" pitchFamily="34" charset="-122"/>
              </a:rPr>
              <a:t>边界网关协议 </a:t>
            </a:r>
            <a:r>
              <a:rPr lang="en-US" altLang="zh-CN" sz="2400" b="1" dirty="0">
                <a:solidFill>
                  <a:schemeClr val="bg1"/>
                </a:solidFill>
                <a:latin typeface="微软雅黑" pitchFamily="34" charset="-122"/>
                <a:ea typeface="微软雅黑" pitchFamily="34" charset="-122"/>
              </a:rPr>
              <a:t>BGP</a:t>
            </a:r>
            <a:endParaRPr lang="zh-CN" altLang="en-US" sz="2400" b="1" dirty="0">
              <a:solidFill>
                <a:schemeClr val="bg1"/>
              </a:solidFill>
              <a:latin typeface="微软雅黑" pitchFamily="34" charset="-122"/>
              <a:ea typeface="微软雅黑" pitchFamily="34" charset="-122"/>
            </a:endParaRPr>
          </a:p>
        </p:txBody>
      </p:sp>
      <p:sp>
        <p:nvSpPr>
          <p:cNvPr id="4" name="矩形 3">
            <a:extLst>
              <a:ext uri="{FF2B5EF4-FFF2-40B4-BE49-F238E27FC236}">
                <a16:creationId xmlns:a16="http://schemas.microsoft.com/office/drawing/2014/main" id="{8569F376-1656-97ED-9BAC-F565E599E8AC}"/>
              </a:ext>
            </a:extLst>
          </p:cNvPr>
          <p:cNvSpPr/>
          <p:nvPr/>
        </p:nvSpPr>
        <p:spPr>
          <a:xfrm>
            <a:off x="3737696" y="1258813"/>
            <a:ext cx="2540000" cy="424873"/>
          </a:xfrm>
          <a:prstGeom prst="rect">
            <a:avLst/>
          </a:prstGeom>
          <a:solidFill>
            <a:srgbClr val="009900"/>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互联网路由协议</a:t>
            </a:r>
          </a:p>
        </p:txBody>
      </p:sp>
      <p:sp>
        <p:nvSpPr>
          <p:cNvPr id="20" name="矩形 19">
            <a:extLst>
              <a:ext uri="{FF2B5EF4-FFF2-40B4-BE49-F238E27FC236}">
                <a16:creationId xmlns:a16="http://schemas.microsoft.com/office/drawing/2014/main" id="{2E40D78F-9072-F8A6-924C-698768A7B479}"/>
              </a:ext>
            </a:extLst>
          </p:cNvPr>
          <p:cNvSpPr/>
          <p:nvPr/>
        </p:nvSpPr>
        <p:spPr>
          <a:xfrm>
            <a:off x="2485204" y="2128692"/>
            <a:ext cx="1802444" cy="424873"/>
          </a:xfrm>
          <a:prstGeom prst="rect">
            <a:avLst/>
          </a:prstGeom>
          <a:solidFill>
            <a:srgbClr val="0099CC"/>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内部网关协议</a:t>
            </a:r>
          </a:p>
        </p:txBody>
      </p:sp>
      <p:sp>
        <p:nvSpPr>
          <p:cNvPr id="21" name="矩形 20">
            <a:extLst>
              <a:ext uri="{FF2B5EF4-FFF2-40B4-BE49-F238E27FC236}">
                <a16:creationId xmlns:a16="http://schemas.microsoft.com/office/drawing/2014/main" id="{D5E26BDA-9F1D-7C1B-C699-D8E4356800CB}"/>
              </a:ext>
            </a:extLst>
          </p:cNvPr>
          <p:cNvSpPr/>
          <p:nvPr/>
        </p:nvSpPr>
        <p:spPr>
          <a:xfrm>
            <a:off x="5898807" y="2128693"/>
            <a:ext cx="1802444" cy="424873"/>
          </a:xfrm>
          <a:prstGeom prst="rect">
            <a:avLst/>
          </a:prstGeom>
          <a:solidFill>
            <a:srgbClr val="0099CC"/>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外部网关协议</a:t>
            </a:r>
          </a:p>
        </p:txBody>
      </p:sp>
      <p:sp>
        <p:nvSpPr>
          <p:cNvPr id="22" name="矩形 21">
            <a:extLst>
              <a:ext uri="{FF2B5EF4-FFF2-40B4-BE49-F238E27FC236}">
                <a16:creationId xmlns:a16="http://schemas.microsoft.com/office/drawing/2014/main" id="{5F3555AD-C744-8732-AF02-FC3B7FC2786A}"/>
              </a:ext>
            </a:extLst>
          </p:cNvPr>
          <p:cNvSpPr/>
          <p:nvPr/>
        </p:nvSpPr>
        <p:spPr>
          <a:xfrm>
            <a:off x="1442748" y="2998570"/>
            <a:ext cx="1802444" cy="670653"/>
          </a:xfrm>
          <a:prstGeom prst="rect">
            <a:avLst/>
          </a:prstGeom>
          <a:solidFill>
            <a:srgbClr val="CC6600"/>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距离向量</a:t>
            </a:r>
            <a:endParaRPr lang="en-US" altLang="zh-CN" b="1" dirty="0">
              <a:latin typeface="微软雅黑" panose="020B0503020204020204" pitchFamily="34" charset="-122"/>
              <a:ea typeface="微软雅黑" panose="020B0503020204020204" pitchFamily="34" charset="-122"/>
            </a:endParaRPr>
          </a:p>
          <a:p>
            <a:pPr algn="ctr"/>
            <a:r>
              <a:rPr lang="en-US" altLang="zh-CN" sz="1400" b="1" dirty="0">
                <a:latin typeface="微软雅黑" panose="020B0503020204020204" pitchFamily="34" charset="-122"/>
                <a:ea typeface="微软雅黑" panose="020B0503020204020204" pitchFamily="34" charset="-122"/>
              </a:rPr>
              <a:t>(Distance Vector)</a:t>
            </a:r>
            <a:endParaRPr lang="zh-CN" altLang="en-US" sz="1400" b="1" dirty="0">
              <a:latin typeface="微软雅黑" panose="020B0503020204020204" pitchFamily="34" charset="-122"/>
              <a:ea typeface="微软雅黑" panose="020B0503020204020204" pitchFamily="34" charset="-122"/>
            </a:endParaRPr>
          </a:p>
        </p:txBody>
      </p:sp>
      <p:sp>
        <p:nvSpPr>
          <p:cNvPr id="23" name="矩形 22">
            <a:extLst>
              <a:ext uri="{FF2B5EF4-FFF2-40B4-BE49-F238E27FC236}">
                <a16:creationId xmlns:a16="http://schemas.microsoft.com/office/drawing/2014/main" id="{36DB7B02-B62E-D170-CD84-7C376632D949}"/>
              </a:ext>
            </a:extLst>
          </p:cNvPr>
          <p:cNvSpPr/>
          <p:nvPr/>
        </p:nvSpPr>
        <p:spPr>
          <a:xfrm>
            <a:off x="3549331" y="2998571"/>
            <a:ext cx="1802444" cy="670653"/>
          </a:xfrm>
          <a:prstGeom prst="rect">
            <a:avLst/>
          </a:prstGeom>
          <a:solidFill>
            <a:srgbClr val="CC6600"/>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latin typeface="微软雅黑" panose="020B0503020204020204" pitchFamily="34" charset="-122"/>
                <a:ea typeface="微软雅黑" panose="020B0503020204020204" pitchFamily="34" charset="-122"/>
              </a:rPr>
              <a:t>链路状态</a:t>
            </a:r>
            <a:endParaRPr lang="en-US" altLang="zh-CN" b="1" dirty="0">
              <a:latin typeface="微软雅黑" panose="020B0503020204020204" pitchFamily="34" charset="-122"/>
              <a:ea typeface="微软雅黑" panose="020B0503020204020204" pitchFamily="34" charset="-122"/>
            </a:endParaRPr>
          </a:p>
          <a:p>
            <a:pPr algn="ctr"/>
            <a:r>
              <a:rPr lang="en-US" altLang="zh-CN" b="1" dirty="0">
                <a:latin typeface="微软雅黑" panose="020B0503020204020204" pitchFamily="34" charset="-122"/>
                <a:ea typeface="微软雅黑" panose="020B0503020204020204" pitchFamily="34" charset="-122"/>
              </a:rPr>
              <a:t>(Link State)</a:t>
            </a:r>
            <a:endParaRPr lang="zh-CN" altLang="en-US" b="1" dirty="0">
              <a:latin typeface="微软雅黑" panose="020B0503020204020204" pitchFamily="34" charset="-122"/>
              <a:ea typeface="微软雅黑" panose="020B0503020204020204" pitchFamily="34" charset="-122"/>
            </a:endParaRPr>
          </a:p>
        </p:txBody>
      </p:sp>
      <p:sp>
        <p:nvSpPr>
          <p:cNvPr id="24" name="矩形 23">
            <a:extLst>
              <a:ext uri="{FF2B5EF4-FFF2-40B4-BE49-F238E27FC236}">
                <a16:creationId xmlns:a16="http://schemas.microsoft.com/office/drawing/2014/main" id="{C273D280-2539-0407-3F57-1950CCA8C65A}"/>
              </a:ext>
            </a:extLst>
          </p:cNvPr>
          <p:cNvSpPr/>
          <p:nvPr/>
        </p:nvSpPr>
        <p:spPr>
          <a:xfrm>
            <a:off x="5898808" y="2998571"/>
            <a:ext cx="1802443" cy="671608"/>
          </a:xfrm>
          <a:prstGeom prst="rect">
            <a:avLst/>
          </a:prstGeom>
          <a:solidFill>
            <a:srgbClr val="CC6600"/>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FFFF00"/>
                </a:solidFill>
                <a:latin typeface="微软雅黑" panose="020B0503020204020204" pitchFamily="34" charset="-122"/>
                <a:ea typeface="微软雅黑" panose="020B0503020204020204" pitchFamily="34" charset="-122"/>
              </a:rPr>
              <a:t>路径向量</a:t>
            </a:r>
            <a:endParaRPr lang="en-US" altLang="zh-CN" b="1" dirty="0">
              <a:solidFill>
                <a:srgbClr val="FFFF00"/>
              </a:solidFill>
              <a:latin typeface="微软雅黑" panose="020B0503020204020204" pitchFamily="34" charset="-122"/>
              <a:ea typeface="微软雅黑" panose="020B0503020204020204" pitchFamily="34" charset="-122"/>
            </a:endParaRPr>
          </a:p>
          <a:p>
            <a:pPr algn="ctr"/>
            <a:r>
              <a:rPr lang="en-US" altLang="zh-CN" b="1" dirty="0">
                <a:solidFill>
                  <a:srgbClr val="FFFF00"/>
                </a:solidFill>
                <a:latin typeface="微软雅黑" panose="020B0503020204020204" pitchFamily="34" charset="-122"/>
                <a:ea typeface="微软雅黑" panose="020B0503020204020204" pitchFamily="34" charset="-122"/>
              </a:rPr>
              <a:t>(path vector)</a:t>
            </a:r>
            <a:endParaRPr lang="zh-CN" altLang="en-US" b="1" dirty="0">
              <a:solidFill>
                <a:srgbClr val="FFFF00"/>
              </a:solidFill>
              <a:latin typeface="微软雅黑" panose="020B0503020204020204" pitchFamily="34" charset="-122"/>
              <a:ea typeface="微软雅黑" panose="020B0503020204020204" pitchFamily="34" charset="-122"/>
            </a:endParaRPr>
          </a:p>
        </p:txBody>
      </p:sp>
      <p:cxnSp>
        <p:nvCxnSpPr>
          <p:cNvPr id="25" name="直接连接符 24">
            <a:extLst>
              <a:ext uri="{FF2B5EF4-FFF2-40B4-BE49-F238E27FC236}">
                <a16:creationId xmlns:a16="http://schemas.microsoft.com/office/drawing/2014/main" id="{A9761C9A-B4DB-4263-9D7C-D1747266CD14}"/>
              </a:ext>
            </a:extLst>
          </p:cNvPr>
          <p:cNvCxnSpPr>
            <a:endCxn id="20" idx="0"/>
          </p:cNvCxnSpPr>
          <p:nvPr/>
        </p:nvCxnSpPr>
        <p:spPr>
          <a:xfrm flipH="1">
            <a:off x="3386426" y="1683686"/>
            <a:ext cx="1009650"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712BDA01-FFC7-8A20-48B0-29033641A5B3}"/>
              </a:ext>
            </a:extLst>
          </p:cNvPr>
          <p:cNvCxnSpPr>
            <a:endCxn id="21" idx="0"/>
          </p:cNvCxnSpPr>
          <p:nvPr/>
        </p:nvCxnSpPr>
        <p:spPr>
          <a:xfrm>
            <a:off x="5790379" y="1683686"/>
            <a:ext cx="1009650" cy="4450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0972B860-13E1-ED94-64E5-1D20867560DF}"/>
              </a:ext>
            </a:extLst>
          </p:cNvPr>
          <p:cNvCxnSpPr>
            <a:cxnSpLocks/>
            <a:stCxn id="20" idx="2"/>
            <a:endCxn id="22" idx="0"/>
          </p:cNvCxnSpPr>
          <p:nvPr/>
        </p:nvCxnSpPr>
        <p:spPr>
          <a:xfrm flipH="1">
            <a:off x="2343970" y="2553565"/>
            <a:ext cx="1042456"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a:extLst>
              <a:ext uri="{FF2B5EF4-FFF2-40B4-BE49-F238E27FC236}">
                <a16:creationId xmlns:a16="http://schemas.microsoft.com/office/drawing/2014/main" id="{ABFFCC37-CAEA-CCE4-6AC4-8216FE6526BD}"/>
              </a:ext>
            </a:extLst>
          </p:cNvPr>
          <p:cNvCxnSpPr>
            <a:stCxn id="20" idx="2"/>
            <a:endCxn id="23" idx="0"/>
          </p:cNvCxnSpPr>
          <p:nvPr/>
        </p:nvCxnSpPr>
        <p:spPr>
          <a:xfrm>
            <a:off x="3386426" y="2553565"/>
            <a:ext cx="1064127" cy="44500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E860794B-B63A-5B99-63C0-4DADDD30217E}"/>
              </a:ext>
            </a:extLst>
          </p:cNvPr>
          <p:cNvCxnSpPr>
            <a:stCxn id="21" idx="2"/>
            <a:endCxn id="24" idx="0"/>
          </p:cNvCxnSpPr>
          <p:nvPr/>
        </p:nvCxnSpPr>
        <p:spPr>
          <a:xfrm>
            <a:off x="6800029" y="2553566"/>
            <a:ext cx="1" cy="4450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矩形 29">
            <a:extLst>
              <a:ext uri="{FF2B5EF4-FFF2-40B4-BE49-F238E27FC236}">
                <a16:creationId xmlns:a16="http://schemas.microsoft.com/office/drawing/2014/main" id="{AB4E0A8A-0595-9189-B661-9B380697A78F}"/>
              </a:ext>
            </a:extLst>
          </p:cNvPr>
          <p:cNvSpPr/>
          <p:nvPr/>
        </p:nvSpPr>
        <p:spPr>
          <a:xfrm>
            <a:off x="2056070" y="3668395"/>
            <a:ext cx="619080" cy="400110"/>
          </a:xfrm>
          <a:prstGeom prst="rect">
            <a:avLst/>
          </a:prstGeom>
        </p:spPr>
        <p:txBody>
          <a:bodyPr wrap="none">
            <a:spAutoFit/>
          </a:bodyPr>
          <a:lstStyle/>
          <a:p>
            <a:r>
              <a:rPr lang="en-US" altLang="zh-CN" sz="2000" b="1" dirty="0">
                <a:latin typeface="微软雅黑" pitchFamily="34" charset="-122"/>
                <a:ea typeface="微软雅黑" pitchFamily="34" charset="-122"/>
              </a:rPr>
              <a:t>RIP</a:t>
            </a:r>
            <a:endParaRPr lang="zh-CN" altLang="en-US" sz="2000" b="1" dirty="0">
              <a:latin typeface="微软雅黑" pitchFamily="34" charset="-122"/>
              <a:ea typeface="微软雅黑" pitchFamily="34" charset="-122"/>
            </a:endParaRPr>
          </a:p>
        </p:txBody>
      </p:sp>
      <p:sp>
        <p:nvSpPr>
          <p:cNvPr id="31" name="矩形 30">
            <a:extLst>
              <a:ext uri="{FF2B5EF4-FFF2-40B4-BE49-F238E27FC236}">
                <a16:creationId xmlns:a16="http://schemas.microsoft.com/office/drawing/2014/main" id="{0B81337A-50C9-06F5-D15B-20B207FEF5E3}"/>
              </a:ext>
            </a:extLst>
          </p:cNvPr>
          <p:cNvSpPr/>
          <p:nvPr/>
        </p:nvSpPr>
        <p:spPr>
          <a:xfrm>
            <a:off x="4020787" y="3668395"/>
            <a:ext cx="859531" cy="400110"/>
          </a:xfrm>
          <a:prstGeom prst="rect">
            <a:avLst/>
          </a:prstGeom>
        </p:spPr>
        <p:txBody>
          <a:bodyPr wrap="none">
            <a:spAutoFit/>
          </a:bodyPr>
          <a:lstStyle/>
          <a:p>
            <a:r>
              <a:rPr lang="en-US" altLang="zh-CN" sz="2000" b="1" dirty="0">
                <a:latin typeface="微软雅黑" pitchFamily="34" charset="-122"/>
                <a:ea typeface="微软雅黑" pitchFamily="34" charset="-122"/>
              </a:rPr>
              <a:t>OSPF</a:t>
            </a:r>
            <a:endParaRPr lang="zh-CN" altLang="en-US" sz="2000" b="1" dirty="0">
              <a:latin typeface="微软雅黑" pitchFamily="34" charset="-122"/>
              <a:ea typeface="微软雅黑" pitchFamily="34" charset="-122"/>
            </a:endParaRPr>
          </a:p>
        </p:txBody>
      </p:sp>
      <p:sp>
        <p:nvSpPr>
          <p:cNvPr id="32" name="矩形 31">
            <a:extLst>
              <a:ext uri="{FF2B5EF4-FFF2-40B4-BE49-F238E27FC236}">
                <a16:creationId xmlns:a16="http://schemas.microsoft.com/office/drawing/2014/main" id="{2AF3C479-EE21-C119-F376-0E505AB6E307}"/>
              </a:ext>
            </a:extLst>
          </p:cNvPr>
          <p:cNvSpPr/>
          <p:nvPr/>
        </p:nvSpPr>
        <p:spPr>
          <a:xfrm>
            <a:off x="6302937" y="3668395"/>
            <a:ext cx="994183" cy="400110"/>
          </a:xfrm>
          <a:prstGeom prst="rect">
            <a:avLst/>
          </a:prstGeom>
        </p:spPr>
        <p:txBody>
          <a:bodyPr wrap="none">
            <a:spAutoFit/>
          </a:bodyPr>
          <a:lstStyle/>
          <a:p>
            <a:r>
              <a:rPr lang="en-US" altLang="zh-CN" sz="2000" b="1" dirty="0">
                <a:solidFill>
                  <a:srgbClr val="0000FF"/>
                </a:solidFill>
                <a:latin typeface="微软雅黑" pitchFamily="34" charset="-122"/>
                <a:ea typeface="微软雅黑" pitchFamily="34" charset="-122"/>
              </a:rPr>
              <a:t>BGP-4</a:t>
            </a:r>
            <a:endParaRPr lang="zh-CN" altLang="en-US" sz="2000" b="1" dirty="0">
              <a:solidFill>
                <a:srgbClr val="0000FF"/>
              </a:solidFill>
              <a:latin typeface="微软雅黑" pitchFamily="34" charset="-122"/>
              <a:ea typeface="微软雅黑" pitchFamily="34" charset="-122"/>
            </a:endParaRPr>
          </a:p>
        </p:txBody>
      </p:sp>
    </p:spTree>
    <p:extLst>
      <p:ext uri="{BB962C8B-B14F-4D97-AF65-F5344CB8AC3E}">
        <p14:creationId xmlns:p14="http://schemas.microsoft.com/office/powerpoint/2010/main" val="965133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3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981029"/>
            <a:ext cx="8053712" cy="3433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边界网关协议（</a:t>
            </a:r>
            <a:r>
              <a:rPr lang="en-US" altLang="zh-CN" sz="2000" b="1" dirty="0">
                <a:latin typeface="微软雅黑" pitchFamily="34" charset="-122"/>
                <a:ea typeface="微软雅黑" pitchFamily="34" charset="-122"/>
              </a:rPr>
              <a:t>Border Gateway Protocol</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a:t>
            </a:r>
            <a:r>
              <a:rPr kumimoji="0" lang="zh-CN" altLang="en-US" sz="20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是</a:t>
            </a:r>
            <a:r>
              <a:rPr kumimoji="0" lang="zh-CN" altLang="en-US" sz="2000" b="1" i="0" u="none" strike="noStrike" kern="1200" cap="none" spc="0" normalizeH="0" baseline="0" noProof="0" dirty="0">
                <a:ln>
                  <a:noFill/>
                </a:ln>
                <a:solidFill>
                  <a:srgbClr val="C00000"/>
                </a:solidFill>
                <a:effectLst/>
                <a:uLnTx/>
                <a:uFillTx/>
                <a:latin typeface="微软雅黑" pitchFamily="34" charset="-122"/>
                <a:ea typeface="微软雅黑" pitchFamily="34" charset="-122"/>
                <a:cs typeface="+mn-cs"/>
              </a:rPr>
              <a:t>不同自治系统的路由器之间</a:t>
            </a:r>
            <a:r>
              <a:rPr kumimoji="0" lang="zh-CN" altLang="en-US" sz="2000" b="1"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交换路由信息的协议</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只能是力求选择出一条能够到达目的网络且</a:t>
            </a:r>
            <a:r>
              <a:rPr lang="zh-CN" altLang="en-US" sz="2000" b="1" dirty="0">
                <a:solidFill>
                  <a:srgbClr val="C00000"/>
                </a:solidFill>
                <a:latin typeface="微软雅黑" pitchFamily="34" charset="-122"/>
                <a:ea typeface="微软雅黑" pitchFamily="34" charset="-122"/>
              </a:rPr>
              <a:t>比较好的路由</a:t>
            </a:r>
            <a:r>
              <a:rPr lang="zh-CN" altLang="en-US" sz="2000" b="1" dirty="0">
                <a:latin typeface="微软雅黑" pitchFamily="34" charset="-122"/>
                <a:ea typeface="微软雅黑" pitchFamily="34" charset="-122"/>
              </a:rPr>
              <a:t>（不能兜圈子），而</a:t>
            </a:r>
            <a:r>
              <a:rPr lang="zh-CN" altLang="en-US" sz="2000" b="1" dirty="0">
                <a:solidFill>
                  <a:srgbClr val="C00000"/>
                </a:solidFill>
                <a:latin typeface="微软雅黑" pitchFamily="34" charset="-122"/>
                <a:ea typeface="微软雅黑" pitchFamily="34" charset="-122"/>
              </a:rPr>
              <a:t>并非要计算出一条最佳路由。</a:t>
            </a:r>
            <a:endParaRPr lang="en-US" altLang="zh-CN" sz="2000" b="1" dirty="0">
              <a:solidFill>
                <a:srgbClr val="C00000"/>
              </a:solidFill>
              <a:latin typeface="微软雅黑" pitchFamily="34" charset="-122"/>
              <a:ea typeface="微软雅黑" pitchFamily="34" charset="-122"/>
            </a:endParaRP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互联网的规模太大，使得自治系统</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之间路由非常困难。</a:t>
            </a:r>
            <a:endParaRPr lang="en-US" altLang="zh-CN" sz="2000" b="1" dirty="0">
              <a:latin typeface="微软雅黑" pitchFamily="34" charset="-122"/>
              <a:ea typeface="微软雅黑" pitchFamily="34" charset="-122"/>
            </a:endParaRP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自治系统</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之间的路由必须考虑有关策略。</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采用了</a:t>
            </a:r>
            <a:r>
              <a:rPr lang="zh-CN" altLang="en-US" sz="2000" b="1" dirty="0">
                <a:solidFill>
                  <a:srgbClr val="C00000"/>
                </a:solidFill>
                <a:latin typeface="微软雅黑" pitchFamily="34" charset="-122"/>
                <a:ea typeface="微软雅黑" pitchFamily="34" charset="-122"/>
              </a:rPr>
              <a:t>路径向量 </a:t>
            </a:r>
            <a:r>
              <a:rPr lang="en-US" altLang="zh-CN" sz="2000" b="1" dirty="0">
                <a:latin typeface="微软雅黑" pitchFamily="34" charset="-122"/>
                <a:ea typeface="微软雅黑" pitchFamily="34" charset="-122"/>
              </a:rPr>
              <a:t>(path vector) </a:t>
            </a:r>
            <a:r>
              <a:rPr lang="zh-CN" altLang="en-US" sz="2000" b="1" dirty="0">
                <a:latin typeface="微软雅黑" pitchFamily="34" charset="-122"/>
                <a:ea typeface="微软雅黑" pitchFamily="34" charset="-122"/>
              </a:rPr>
              <a:t>路由协议。路由通告中要指出路径经过的节点序列。</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45144" y="621712"/>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501"/>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协议 </a:t>
            </a: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的主要特点</a:t>
            </a:r>
          </a:p>
        </p:txBody>
      </p:sp>
    </p:spTree>
    <p:extLst>
      <p:ext uri="{BB962C8B-B14F-4D97-AF65-F5344CB8AC3E}">
        <p14:creationId xmlns:p14="http://schemas.microsoft.com/office/powerpoint/2010/main" val="42588867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2">
                                            <p:txEl>
                                              <p:pRg st="4" end="4"/>
                                            </p:txEl>
                                          </p:spTgt>
                                        </p:tgtEl>
                                        <p:attrNameLst>
                                          <p:attrName>style.visibility</p:attrName>
                                        </p:attrNameLst>
                                      </p:cBhvr>
                                      <p:to>
                                        <p:strVal val="visible"/>
                                      </p:to>
                                    </p:set>
                                    <p:animEffect transition="in" filter="fade">
                                      <p:cBhvr>
                                        <p:cTn id="35" dur="1000"/>
                                        <p:tgtEl>
                                          <p:spTgt spid="2">
                                            <p:txEl>
                                              <p:pRg st="4" end="4"/>
                                            </p:txEl>
                                          </p:spTgt>
                                        </p:tgtEl>
                                      </p:cBhvr>
                                    </p:animEffect>
                                    <p:anim calcmode="lin" valueType="num">
                                      <p:cBhvr>
                                        <p:cTn id="36"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bldLvl="2"/>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60AE68-D029-BA3A-2BC1-2BC518448EED}"/>
            </a:ext>
          </a:extLst>
        </p:cNvPr>
        <p:cNvGrpSpPr/>
        <p:nvPr/>
      </p:nvGrpSpPr>
      <p:grpSpPr>
        <a:xfrm>
          <a:off x="0" y="0"/>
          <a:ext cx="0" cy="0"/>
          <a:chOff x="0" y="0"/>
          <a:chExt cx="0" cy="0"/>
        </a:xfrm>
      </p:grpSpPr>
      <p:sp>
        <p:nvSpPr>
          <p:cNvPr id="178" name="圆角矩形 3">
            <a:extLst>
              <a:ext uri="{FF2B5EF4-FFF2-40B4-BE49-F238E27FC236}">
                <a16:creationId xmlns:a16="http://schemas.microsoft.com/office/drawing/2014/main" id="{F00AC358-86B1-DEE9-6747-19290F0F7516}"/>
              </a:ext>
            </a:extLst>
          </p:cNvPr>
          <p:cNvSpPr/>
          <p:nvPr/>
        </p:nvSpPr>
        <p:spPr>
          <a:xfrm>
            <a:off x="545145" y="1055586"/>
            <a:ext cx="8053712" cy="227847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106" name="Group 206">
            <a:extLst>
              <a:ext uri="{FF2B5EF4-FFF2-40B4-BE49-F238E27FC236}">
                <a16:creationId xmlns:a16="http://schemas.microsoft.com/office/drawing/2014/main" id="{25AF58AF-A45C-A569-27B7-090A08CEB5AC}"/>
              </a:ext>
            </a:extLst>
          </p:cNvPr>
          <p:cNvGrpSpPr>
            <a:grpSpLocks/>
          </p:cNvGrpSpPr>
          <p:nvPr/>
        </p:nvGrpSpPr>
        <p:grpSpPr bwMode="auto">
          <a:xfrm>
            <a:off x="5553903" y="1797387"/>
            <a:ext cx="1932048" cy="1014602"/>
            <a:chOff x="912" y="768"/>
            <a:chExt cx="2400" cy="1584"/>
          </a:xfrm>
        </p:grpSpPr>
        <p:sp>
          <p:nvSpPr>
            <p:cNvPr id="107" name="Oval 207">
              <a:extLst>
                <a:ext uri="{FF2B5EF4-FFF2-40B4-BE49-F238E27FC236}">
                  <a16:creationId xmlns:a16="http://schemas.microsoft.com/office/drawing/2014/main" id="{3C177AB0-113E-5884-8378-550C3E03CE60}"/>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8" name="Oval 208">
              <a:extLst>
                <a:ext uri="{FF2B5EF4-FFF2-40B4-BE49-F238E27FC236}">
                  <a16:creationId xmlns:a16="http://schemas.microsoft.com/office/drawing/2014/main" id="{D55EC8FB-55CB-7871-9B96-74EE51AD0ABD}"/>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9" name="Oval 209">
              <a:extLst>
                <a:ext uri="{FF2B5EF4-FFF2-40B4-BE49-F238E27FC236}">
                  <a16:creationId xmlns:a16="http://schemas.microsoft.com/office/drawing/2014/main" id="{9A902764-8EC1-0213-6A65-23CEBB4C26D0}"/>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0" name="Oval 210">
              <a:extLst>
                <a:ext uri="{FF2B5EF4-FFF2-40B4-BE49-F238E27FC236}">
                  <a16:creationId xmlns:a16="http://schemas.microsoft.com/office/drawing/2014/main" id="{06341476-EA68-57D0-52F0-3F2E13027861}"/>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1" name="Oval 211">
              <a:extLst>
                <a:ext uri="{FF2B5EF4-FFF2-40B4-BE49-F238E27FC236}">
                  <a16:creationId xmlns:a16="http://schemas.microsoft.com/office/drawing/2014/main" id="{D764578D-EA49-3CD7-1D40-4F7D6CEC2129}"/>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2" name="Oval 212">
              <a:extLst>
                <a:ext uri="{FF2B5EF4-FFF2-40B4-BE49-F238E27FC236}">
                  <a16:creationId xmlns:a16="http://schemas.microsoft.com/office/drawing/2014/main" id="{62C63DC5-3DC3-7BD9-D81E-52E89DE40B14}"/>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3" name="Oval 213">
              <a:extLst>
                <a:ext uri="{FF2B5EF4-FFF2-40B4-BE49-F238E27FC236}">
                  <a16:creationId xmlns:a16="http://schemas.microsoft.com/office/drawing/2014/main" id="{99FEFFB6-A260-B81E-4D11-B25B4085D570}"/>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4" name="Oval 214">
              <a:extLst>
                <a:ext uri="{FF2B5EF4-FFF2-40B4-BE49-F238E27FC236}">
                  <a16:creationId xmlns:a16="http://schemas.microsoft.com/office/drawing/2014/main" id="{D0FEC8BD-E587-AFB7-1D1D-91E4425D1D37}"/>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5" name="Oval 215">
              <a:extLst>
                <a:ext uri="{FF2B5EF4-FFF2-40B4-BE49-F238E27FC236}">
                  <a16:creationId xmlns:a16="http://schemas.microsoft.com/office/drawing/2014/main" id="{B363A304-F521-80C3-BD96-91D51F68D920}"/>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16" name="Group 216">
              <a:extLst>
                <a:ext uri="{FF2B5EF4-FFF2-40B4-BE49-F238E27FC236}">
                  <a16:creationId xmlns:a16="http://schemas.microsoft.com/office/drawing/2014/main" id="{48A9F938-BEEA-406B-64DA-B530A1766152}"/>
                </a:ext>
              </a:extLst>
            </p:cNvPr>
            <p:cNvGrpSpPr>
              <a:grpSpLocks/>
            </p:cNvGrpSpPr>
            <p:nvPr/>
          </p:nvGrpSpPr>
          <p:grpSpPr bwMode="auto">
            <a:xfrm>
              <a:off x="912" y="768"/>
              <a:ext cx="2386" cy="1553"/>
              <a:chOff x="912" y="768"/>
              <a:chExt cx="2386" cy="1553"/>
            </a:xfrm>
          </p:grpSpPr>
          <p:sp>
            <p:nvSpPr>
              <p:cNvPr id="117" name="Oval 217">
                <a:extLst>
                  <a:ext uri="{FF2B5EF4-FFF2-40B4-BE49-F238E27FC236}">
                    <a16:creationId xmlns:a16="http://schemas.microsoft.com/office/drawing/2014/main" id="{5C53333A-B6CE-AB7E-F7EF-F72BEA0C55E1}"/>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8" name="Oval 218">
                <a:extLst>
                  <a:ext uri="{FF2B5EF4-FFF2-40B4-BE49-F238E27FC236}">
                    <a16:creationId xmlns:a16="http://schemas.microsoft.com/office/drawing/2014/main" id="{F4A0716D-701A-5EEB-525B-B7C729E5026F}"/>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9" name="Oval 219">
                <a:extLst>
                  <a:ext uri="{FF2B5EF4-FFF2-40B4-BE49-F238E27FC236}">
                    <a16:creationId xmlns:a16="http://schemas.microsoft.com/office/drawing/2014/main" id="{DFEEA13E-C526-B283-1795-97BC2FD0CBC9}"/>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0" name="Oval 220">
                <a:extLst>
                  <a:ext uri="{FF2B5EF4-FFF2-40B4-BE49-F238E27FC236}">
                    <a16:creationId xmlns:a16="http://schemas.microsoft.com/office/drawing/2014/main" id="{5972CC44-3776-6DF3-9A4B-E1B5D435F297}"/>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1" name="Oval 221">
                <a:extLst>
                  <a:ext uri="{FF2B5EF4-FFF2-40B4-BE49-F238E27FC236}">
                    <a16:creationId xmlns:a16="http://schemas.microsoft.com/office/drawing/2014/main" id="{F17324FC-6CB3-CEC9-35E9-C8DA777B6C61}"/>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2" name="Oval 222">
                <a:extLst>
                  <a:ext uri="{FF2B5EF4-FFF2-40B4-BE49-F238E27FC236}">
                    <a16:creationId xmlns:a16="http://schemas.microsoft.com/office/drawing/2014/main" id="{D0C86BA6-5F0C-4FEA-EC57-F334F8CFDE4A}"/>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3" name="Oval 223">
                <a:extLst>
                  <a:ext uri="{FF2B5EF4-FFF2-40B4-BE49-F238E27FC236}">
                    <a16:creationId xmlns:a16="http://schemas.microsoft.com/office/drawing/2014/main" id="{9D3526B3-1B0D-42C2-E6F3-502A08982476}"/>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4" name="Oval 224">
                <a:extLst>
                  <a:ext uri="{FF2B5EF4-FFF2-40B4-BE49-F238E27FC236}">
                    <a16:creationId xmlns:a16="http://schemas.microsoft.com/office/drawing/2014/main" id="{B3D7AE35-58F0-3A0F-1428-A72F21D74D3A}"/>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5" name="Oval 225">
                <a:extLst>
                  <a:ext uri="{FF2B5EF4-FFF2-40B4-BE49-F238E27FC236}">
                    <a16:creationId xmlns:a16="http://schemas.microsoft.com/office/drawing/2014/main" id="{0EFC52DF-9748-E124-6450-90128E7AC7A5}"/>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sp>
        <p:nvSpPr>
          <p:cNvPr id="2" name="AutoShape 5">
            <a:extLst>
              <a:ext uri="{FF2B5EF4-FFF2-40B4-BE49-F238E27FC236}">
                <a16:creationId xmlns:a16="http://schemas.microsoft.com/office/drawing/2014/main" id="{DC73945B-20E6-63A1-287C-620617AA06A4}"/>
              </a:ext>
            </a:extLst>
          </p:cNvPr>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092A4C41-0C0A-F2D7-8645-56664B2E5905}"/>
              </a:ext>
            </a:extLst>
          </p:cNvPr>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BGP</a:t>
            </a:r>
            <a:r>
              <a:rPr lang="zh-CN" altLang="en-US" sz="2000" b="1" dirty="0">
                <a:solidFill>
                  <a:schemeClr val="bg1"/>
                </a:solidFill>
                <a:latin typeface="微软雅黑" pitchFamily="34" charset="-122"/>
                <a:ea typeface="微软雅黑" pitchFamily="34" charset="-122"/>
              </a:rPr>
              <a:t>路由</a:t>
            </a:r>
          </a:p>
        </p:txBody>
      </p:sp>
      <p:grpSp>
        <p:nvGrpSpPr>
          <p:cNvPr id="4" name="Group 206">
            <a:extLst>
              <a:ext uri="{FF2B5EF4-FFF2-40B4-BE49-F238E27FC236}">
                <a16:creationId xmlns:a16="http://schemas.microsoft.com/office/drawing/2014/main" id="{95C1CA00-F744-0C7C-C810-5E21AA8AF62E}"/>
              </a:ext>
            </a:extLst>
          </p:cNvPr>
          <p:cNvGrpSpPr>
            <a:grpSpLocks/>
          </p:cNvGrpSpPr>
          <p:nvPr/>
        </p:nvGrpSpPr>
        <p:grpSpPr bwMode="auto">
          <a:xfrm>
            <a:off x="1587228" y="1454487"/>
            <a:ext cx="2528887" cy="1800225"/>
            <a:chOff x="912" y="768"/>
            <a:chExt cx="2400" cy="1584"/>
          </a:xfrm>
        </p:grpSpPr>
        <p:sp>
          <p:nvSpPr>
            <p:cNvPr id="5" name="Oval 207">
              <a:extLst>
                <a:ext uri="{FF2B5EF4-FFF2-40B4-BE49-F238E27FC236}">
                  <a16:creationId xmlns:a16="http://schemas.microsoft.com/office/drawing/2014/main" id="{9504904A-0167-30C1-673B-6E4F98C6A42F}"/>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6" name="Oval 208">
              <a:extLst>
                <a:ext uri="{FF2B5EF4-FFF2-40B4-BE49-F238E27FC236}">
                  <a16:creationId xmlns:a16="http://schemas.microsoft.com/office/drawing/2014/main" id="{1ABDF0AA-4B9A-2313-0D65-5AF260C713BE}"/>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7" name="Oval 209">
              <a:extLst>
                <a:ext uri="{FF2B5EF4-FFF2-40B4-BE49-F238E27FC236}">
                  <a16:creationId xmlns:a16="http://schemas.microsoft.com/office/drawing/2014/main" id="{1C7DCB2C-EB18-D824-1D55-DD9FD476FE8B}"/>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8" name="Oval 210">
              <a:extLst>
                <a:ext uri="{FF2B5EF4-FFF2-40B4-BE49-F238E27FC236}">
                  <a16:creationId xmlns:a16="http://schemas.microsoft.com/office/drawing/2014/main" id="{33B8F674-5ACA-C85D-7394-F8406D890D56}"/>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9" name="Oval 211">
              <a:extLst>
                <a:ext uri="{FF2B5EF4-FFF2-40B4-BE49-F238E27FC236}">
                  <a16:creationId xmlns:a16="http://schemas.microsoft.com/office/drawing/2014/main" id="{9F1751B1-2477-F2F6-DE4C-1C725CD9A6D3}"/>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 name="Oval 212">
              <a:extLst>
                <a:ext uri="{FF2B5EF4-FFF2-40B4-BE49-F238E27FC236}">
                  <a16:creationId xmlns:a16="http://schemas.microsoft.com/office/drawing/2014/main" id="{00C0D81B-5414-B146-FB96-4729351FC895}"/>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 name="Oval 213">
              <a:extLst>
                <a:ext uri="{FF2B5EF4-FFF2-40B4-BE49-F238E27FC236}">
                  <a16:creationId xmlns:a16="http://schemas.microsoft.com/office/drawing/2014/main" id="{A108CB82-7160-A793-4F85-FEFF0A0970A0}"/>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 name="Oval 214">
              <a:extLst>
                <a:ext uri="{FF2B5EF4-FFF2-40B4-BE49-F238E27FC236}">
                  <a16:creationId xmlns:a16="http://schemas.microsoft.com/office/drawing/2014/main" id="{ADE22144-46ED-4067-4050-0527F74F9475}"/>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3" name="Oval 215">
              <a:extLst>
                <a:ext uri="{FF2B5EF4-FFF2-40B4-BE49-F238E27FC236}">
                  <a16:creationId xmlns:a16="http://schemas.microsoft.com/office/drawing/2014/main" id="{9B5FB935-2135-469E-DC87-458859331C81}"/>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4" name="Group 216">
              <a:extLst>
                <a:ext uri="{FF2B5EF4-FFF2-40B4-BE49-F238E27FC236}">
                  <a16:creationId xmlns:a16="http://schemas.microsoft.com/office/drawing/2014/main" id="{B5848D51-803F-39B7-CB01-4283854FBE79}"/>
                </a:ext>
              </a:extLst>
            </p:cNvPr>
            <p:cNvGrpSpPr>
              <a:grpSpLocks/>
            </p:cNvGrpSpPr>
            <p:nvPr/>
          </p:nvGrpSpPr>
          <p:grpSpPr bwMode="auto">
            <a:xfrm>
              <a:off x="912" y="768"/>
              <a:ext cx="2386" cy="1553"/>
              <a:chOff x="912" y="768"/>
              <a:chExt cx="2386" cy="1553"/>
            </a:xfrm>
          </p:grpSpPr>
          <p:sp>
            <p:nvSpPr>
              <p:cNvPr id="15" name="Oval 217">
                <a:extLst>
                  <a:ext uri="{FF2B5EF4-FFF2-40B4-BE49-F238E27FC236}">
                    <a16:creationId xmlns:a16="http://schemas.microsoft.com/office/drawing/2014/main" id="{6E59C880-EBFC-E4B8-A181-6F10BB94C593}"/>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6" name="Oval 218">
                <a:extLst>
                  <a:ext uri="{FF2B5EF4-FFF2-40B4-BE49-F238E27FC236}">
                    <a16:creationId xmlns:a16="http://schemas.microsoft.com/office/drawing/2014/main" id="{1F7C6231-A228-63B4-F9FF-2C927886AB8A}"/>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7" name="Oval 219">
                <a:extLst>
                  <a:ext uri="{FF2B5EF4-FFF2-40B4-BE49-F238E27FC236}">
                    <a16:creationId xmlns:a16="http://schemas.microsoft.com/office/drawing/2014/main" id="{CEB5AAEF-20EE-6444-9773-B983153D40EB}"/>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 name="Oval 220">
                <a:extLst>
                  <a:ext uri="{FF2B5EF4-FFF2-40B4-BE49-F238E27FC236}">
                    <a16:creationId xmlns:a16="http://schemas.microsoft.com/office/drawing/2014/main" id="{0E32C360-5652-CD11-84D6-253441ADF81F}"/>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 name="Oval 221">
                <a:extLst>
                  <a:ext uri="{FF2B5EF4-FFF2-40B4-BE49-F238E27FC236}">
                    <a16:creationId xmlns:a16="http://schemas.microsoft.com/office/drawing/2014/main" id="{0F530286-DFD9-8942-AF3F-A52550ABE400}"/>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 name="Oval 222">
                <a:extLst>
                  <a:ext uri="{FF2B5EF4-FFF2-40B4-BE49-F238E27FC236}">
                    <a16:creationId xmlns:a16="http://schemas.microsoft.com/office/drawing/2014/main" id="{29032516-92A4-F1BA-73C4-9CC4AC2EEBDB}"/>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 name="Oval 223">
                <a:extLst>
                  <a:ext uri="{FF2B5EF4-FFF2-40B4-BE49-F238E27FC236}">
                    <a16:creationId xmlns:a16="http://schemas.microsoft.com/office/drawing/2014/main" id="{26CDAA42-52F1-314A-2261-1EFBA0637137}"/>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 name="Oval 224">
                <a:extLst>
                  <a:ext uri="{FF2B5EF4-FFF2-40B4-BE49-F238E27FC236}">
                    <a16:creationId xmlns:a16="http://schemas.microsoft.com/office/drawing/2014/main" id="{573242EF-3451-A60B-8F72-9D8770B58E10}"/>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 name="Oval 225">
                <a:extLst>
                  <a:ext uri="{FF2B5EF4-FFF2-40B4-BE49-F238E27FC236}">
                    <a16:creationId xmlns:a16="http://schemas.microsoft.com/office/drawing/2014/main" id="{9593E5D7-4FE4-1991-4406-50728FE9473C}"/>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sp>
        <p:nvSpPr>
          <p:cNvPr id="44" name="Line 155">
            <a:extLst>
              <a:ext uri="{FF2B5EF4-FFF2-40B4-BE49-F238E27FC236}">
                <a16:creationId xmlns:a16="http://schemas.microsoft.com/office/drawing/2014/main" id="{B6FC35C6-5661-C6BA-C9BD-9793D456870D}"/>
              </a:ext>
            </a:extLst>
          </p:cNvPr>
          <p:cNvSpPr>
            <a:spLocks noChangeShapeType="1"/>
          </p:cNvSpPr>
          <p:nvPr/>
        </p:nvSpPr>
        <p:spPr bwMode="auto">
          <a:xfrm>
            <a:off x="4201840" y="2291099"/>
            <a:ext cx="1223963" cy="63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 name="Text Box 174">
            <a:extLst>
              <a:ext uri="{FF2B5EF4-FFF2-40B4-BE49-F238E27FC236}">
                <a16:creationId xmlns:a16="http://schemas.microsoft.com/office/drawing/2014/main" id="{7303123B-591F-B61E-7954-B542F327AC20}"/>
              </a:ext>
            </a:extLst>
          </p:cNvPr>
          <p:cNvSpPr txBox="1">
            <a:spLocks noChangeArrowheads="1"/>
          </p:cNvSpPr>
          <p:nvPr/>
        </p:nvSpPr>
        <p:spPr bwMode="auto">
          <a:xfrm>
            <a:off x="6340203" y="1797387"/>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1</a:t>
            </a:r>
          </a:p>
        </p:txBody>
      </p:sp>
      <p:sp>
        <p:nvSpPr>
          <p:cNvPr id="46" name="Text Box 175">
            <a:extLst>
              <a:ext uri="{FF2B5EF4-FFF2-40B4-BE49-F238E27FC236}">
                <a16:creationId xmlns:a16="http://schemas.microsoft.com/office/drawing/2014/main" id="{E12A48D9-51DA-FDD4-C25A-FA861AC312EE}"/>
              </a:ext>
            </a:extLst>
          </p:cNvPr>
          <p:cNvSpPr txBox="1">
            <a:spLocks noChangeArrowheads="1"/>
          </p:cNvSpPr>
          <p:nvPr/>
        </p:nvSpPr>
        <p:spPr bwMode="auto">
          <a:xfrm>
            <a:off x="1971403" y="1605299"/>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2</a:t>
            </a:r>
          </a:p>
        </p:txBody>
      </p:sp>
      <p:pic>
        <p:nvPicPr>
          <p:cNvPr id="77" name="Picture 46">
            <a:extLst>
              <a:ext uri="{FF2B5EF4-FFF2-40B4-BE49-F238E27FC236}">
                <a16:creationId xmlns:a16="http://schemas.microsoft.com/office/drawing/2014/main" id="{A1A913BB-776C-F810-611E-067EDCF4F84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81353" y="222759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78" name="直接箭头连接符 329">
            <a:extLst>
              <a:ext uri="{FF2B5EF4-FFF2-40B4-BE49-F238E27FC236}">
                <a16:creationId xmlns:a16="http://schemas.microsoft.com/office/drawing/2014/main" id="{5B58A113-C524-36A1-E218-B0D8F9C165CF}"/>
              </a:ext>
            </a:extLst>
          </p:cNvPr>
          <p:cNvCxnSpPr>
            <a:cxnSpLocks noChangeShapeType="1"/>
          </p:cNvCxnSpPr>
          <p:nvPr/>
        </p:nvCxnSpPr>
        <p:spPr bwMode="auto">
          <a:xfrm flipH="1" flipV="1">
            <a:off x="4135165" y="2375237"/>
            <a:ext cx="228600" cy="536575"/>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sp>
        <p:nvSpPr>
          <p:cNvPr id="79" name="Text Box 175">
            <a:extLst>
              <a:ext uri="{FF2B5EF4-FFF2-40B4-BE49-F238E27FC236}">
                <a16:creationId xmlns:a16="http://schemas.microsoft.com/office/drawing/2014/main" id="{AC3ED917-1713-F2F7-897F-44814A4AB408}"/>
              </a:ext>
            </a:extLst>
          </p:cNvPr>
          <p:cNvSpPr txBox="1">
            <a:spLocks noChangeArrowheads="1"/>
          </p:cNvSpPr>
          <p:nvPr/>
        </p:nvSpPr>
        <p:spPr bwMode="auto">
          <a:xfrm>
            <a:off x="4158978" y="2864187"/>
            <a:ext cx="12096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边界路由器</a:t>
            </a:r>
            <a:endPar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80" name="直接箭头连接符 329">
            <a:extLst>
              <a:ext uri="{FF2B5EF4-FFF2-40B4-BE49-F238E27FC236}">
                <a16:creationId xmlns:a16="http://schemas.microsoft.com/office/drawing/2014/main" id="{39BFC80E-64D8-6DA6-4092-520D6AC56F7E}"/>
              </a:ext>
            </a:extLst>
          </p:cNvPr>
          <p:cNvCxnSpPr>
            <a:cxnSpLocks noChangeShapeType="1"/>
          </p:cNvCxnSpPr>
          <p:nvPr/>
        </p:nvCxnSpPr>
        <p:spPr bwMode="auto">
          <a:xfrm flipV="1">
            <a:off x="5227365" y="2403812"/>
            <a:ext cx="250825" cy="503237"/>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sp>
        <p:nvSpPr>
          <p:cNvPr id="81" name="Text Box 175">
            <a:extLst>
              <a:ext uri="{FF2B5EF4-FFF2-40B4-BE49-F238E27FC236}">
                <a16:creationId xmlns:a16="http://schemas.microsoft.com/office/drawing/2014/main" id="{A09A4A9B-BE7D-D32B-E101-22426A4D7F07}"/>
              </a:ext>
            </a:extLst>
          </p:cNvPr>
          <p:cNvSpPr txBox="1">
            <a:spLocks noChangeArrowheads="1"/>
          </p:cNvSpPr>
          <p:nvPr/>
        </p:nvSpPr>
        <p:spPr bwMode="auto">
          <a:xfrm>
            <a:off x="4489178" y="2268874"/>
            <a:ext cx="7377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eBGP</a:t>
            </a:r>
            <a:endPar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82" name="Text Box 175">
            <a:extLst>
              <a:ext uri="{FF2B5EF4-FFF2-40B4-BE49-F238E27FC236}">
                <a16:creationId xmlns:a16="http://schemas.microsoft.com/office/drawing/2014/main" id="{1601BFE1-C43C-F068-5A23-16FBEB4DA019}"/>
              </a:ext>
            </a:extLst>
          </p:cNvPr>
          <p:cNvSpPr txBox="1">
            <a:spLocks noChangeArrowheads="1"/>
          </p:cNvSpPr>
          <p:nvPr/>
        </p:nvSpPr>
        <p:spPr bwMode="auto">
          <a:xfrm>
            <a:off x="3958953" y="1910099"/>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2</a:t>
            </a:r>
          </a:p>
        </p:txBody>
      </p:sp>
      <p:sp>
        <p:nvSpPr>
          <p:cNvPr id="83" name="Text Box 175">
            <a:extLst>
              <a:ext uri="{FF2B5EF4-FFF2-40B4-BE49-F238E27FC236}">
                <a16:creationId xmlns:a16="http://schemas.microsoft.com/office/drawing/2014/main" id="{1A66543D-F72D-1CA6-C219-704014415653}"/>
              </a:ext>
            </a:extLst>
          </p:cNvPr>
          <p:cNvSpPr txBox="1">
            <a:spLocks noChangeArrowheads="1"/>
          </p:cNvSpPr>
          <p:nvPr/>
        </p:nvSpPr>
        <p:spPr bwMode="auto">
          <a:xfrm>
            <a:off x="5332140" y="193867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1</a:t>
            </a:r>
          </a:p>
        </p:txBody>
      </p:sp>
      <p:grpSp>
        <p:nvGrpSpPr>
          <p:cNvPr id="216" name="组合 215">
            <a:extLst>
              <a:ext uri="{FF2B5EF4-FFF2-40B4-BE49-F238E27FC236}">
                <a16:creationId xmlns:a16="http://schemas.microsoft.com/office/drawing/2014/main" id="{4356BDDE-A12C-0061-B2D0-1E08BBF05017}"/>
              </a:ext>
            </a:extLst>
          </p:cNvPr>
          <p:cNvGrpSpPr/>
          <p:nvPr/>
        </p:nvGrpSpPr>
        <p:grpSpPr>
          <a:xfrm>
            <a:off x="4919436" y="1372285"/>
            <a:ext cx="1220696" cy="338554"/>
            <a:chOff x="4919436" y="1372285"/>
            <a:chExt cx="1220696" cy="338554"/>
          </a:xfrm>
        </p:grpSpPr>
        <p:sp>
          <p:nvSpPr>
            <p:cNvPr id="84" name="圆角矩形 160">
              <a:extLst>
                <a:ext uri="{FF2B5EF4-FFF2-40B4-BE49-F238E27FC236}">
                  <a16:creationId xmlns:a16="http://schemas.microsoft.com/office/drawing/2014/main" id="{08426B8E-FDF7-3B03-9738-C6BFBD468CC1}"/>
                </a:ext>
              </a:extLst>
            </p:cNvPr>
            <p:cNvSpPr>
              <a:spLocks noChangeArrowheads="1"/>
            </p:cNvSpPr>
            <p:nvPr/>
          </p:nvSpPr>
          <p:spPr bwMode="auto">
            <a:xfrm>
              <a:off x="4968603" y="1410037"/>
              <a:ext cx="1035050" cy="288925"/>
            </a:xfrm>
            <a:prstGeom prst="roundRect">
              <a:avLst>
                <a:gd name="adj" fmla="val 26806"/>
              </a:avLst>
            </a:prstGeom>
            <a:solidFill>
              <a:srgbClr val="FFC000"/>
            </a:solidFill>
            <a:ln w="19050" algn="ctr">
              <a:solidFill>
                <a:srgbClr val="000000"/>
              </a:solidFill>
              <a:round/>
              <a:headEnd/>
              <a:tailEn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85" name="Text Box 173">
              <a:extLst>
                <a:ext uri="{FF2B5EF4-FFF2-40B4-BE49-F238E27FC236}">
                  <a16:creationId xmlns:a16="http://schemas.microsoft.com/office/drawing/2014/main" id="{19B134CE-8D40-B51E-5CD6-FD2073B4B50B}"/>
                </a:ext>
              </a:extLst>
            </p:cNvPr>
            <p:cNvSpPr txBox="1">
              <a:spLocks noChangeArrowheads="1"/>
            </p:cNvSpPr>
            <p:nvPr/>
          </p:nvSpPr>
          <p:spPr bwMode="auto">
            <a:xfrm>
              <a:off x="4919436" y="1372285"/>
              <a:ext cx="12206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ts val="60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X, AS</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1</a:t>
              </a: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 R</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1</a:t>
              </a:r>
              <a:r>
                <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                                                 </a:t>
              </a:r>
              <a:endPar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86" name="TextBox 255">
            <a:extLst>
              <a:ext uri="{FF2B5EF4-FFF2-40B4-BE49-F238E27FC236}">
                <a16:creationId xmlns:a16="http://schemas.microsoft.com/office/drawing/2014/main" id="{2ABE4ED5-03E3-9D98-A526-9C2D156C85BF}"/>
              </a:ext>
            </a:extLst>
          </p:cNvPr>
          <p:cNvSpPr txBox="1">
            <a:spLocks noChangeArrowheads="1"/>
          </p:cNvSpPr>
          <p:nvPr/>
        </p:nvSpPr>
        <p:spPr bwMode="auto">
          <a:xfrm>
            <a:off x="4998765" y="1100474"/>
            <a:ext cx="10887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2" panose="05020102010507070707" pitchFamily="18" charset="2"/>
              </a:rPr>
              <a:t>BGP </a:t>
            </a: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sym typeface="Wingdings 2" panose="05020102010507070707" pitchFamily="18" charset="2"/>
              </a:rPr>
              <a:t>路由</a:t>
            </a:r>
            <a:endPar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88" name="Text Box 175">
            <a:extLst>
              <a:ext uri="{FF2B5EF4-FFF2-40B4-BE49-F238E27FC236}">
                <a16:creationId xmlns:a16="http://schemas.microsoft.com/office/drawing/2014/main" id="{9E6A8DD0-8E7F-BEEB-C552-AD33B75274E2}"/>
              </a:ext>
            </a:extLst>
          </p:cNvPr>
          <p:cNvSpPr txBox="1">
            <a:spLocks noChangeArrowheads="1"/>
          </p:cNvSpPr>
          <p:nvPr/>
        </p:nvSpPr>
        <p:spPr bwMode="auto">
          <a:xfrm>
            <a:off x="2236515" y="2613362"/>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5</a:t>
            </a:r>
          </a:p>
        </p:txBody>
      </p:sp>
      <p:sp>
        <p:nvSpPr>
          <p:cNvPr id="89" name="Text Box 175">
            <a:extLst>
              <a:ext uri="{FF2B5EF4-FFF2-40B4-BE49-F238E27FC236}">
                <a16:creationId xmlns:a16="http://schemas.microsoft.com/office/drawing/2014/main" id="{9E99F1F4-2223-AF89-A854-748FEC51409A}"/>
              </a:ext>
            </a:extLst>
          </p:cNvPr>
          <p:cNvSpPr txBox="1">
            <a:spLocks noChangeArrowheads="1"/>
          </p:cNvSpPr>
          <p:nvPr/>
        </p:nvSpPr>
        <p:spPr bwMode="auto">
          <a:xfrm>
            <a:off x="2806428" y="1276687"/>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3</a:t>
            </a:r>
          </a:p>
        </p:txBody>
      </p:sp>
      <p:sp>
        <p:nvSpPr>
          <p:cNvPr id="90" name="Text Box 175">
            <a:extLst>
              <a:ext uri="{FF2B5EF4-FFF2-40B4-BE49-F238E27FC236}">
                <a16:creationId xmlns:a16="http://schemas.microsoft.com/office/drawing/2014/main" id="{87B28877-D109-3002-590F-A22D3050EA93}"/>
              </a:ext>
            </a:extLst>
          </p:cNvPr>
          <p:cNvSpPr txBox="1">
            <a:spLocks noChangeArrowheads="1"/>
          </p:cNvSpPr>
          <p:nvPr/>
        </p:nvSpPr>
        <p:spPr bwMode="auto">
          <a:xfrm>
            <a:off x="1684065" y="2324437"/>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4</a:t>
            </a:r>
          </a:p>
        </p:txBody>
      </p:sp>
      <p:cxnSp>
        <p:nvCxnSpPr>
          <p:cNvPr id="93" name="直接连接符 202">
            <a:extLst>
              <a:ext uri="{FF2B5EF4-FFF2-40B4-BE49-F238E27FC236}">
                <a16:creationId xmlns:a16="http://schemas.microsoft.com/office/drawing/2014/main" id="{683969B7-06C0-DE9F-4165-8112894666BB}"/>
              </a:ext>
            </a:extLst>
          </p:cNvPr>
          <p:cNvCxnSpPr>
            <a:cxnSpLocks noChangeShapeType="1"/>
            <a:stCxn id="96" idx="3"/>
          </p:cNvCxnSpPr>
          <p:nvPr/>
        </p:nvCxnSpPr>
        <p:spPr bwMode="auto">
          <a:xfrm>
            <a:off x="3095353" y="1644987"/>
            <a:ext cx="987425" cy="63182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94" name="直接连接符 205">
            <a:extLst>
              <a:ext uri="{FF2B5EF4-FFF2-40B4-BE49-F238E27FC236}">
                <a16:creationId xmlns:a16="http://schemas.microsoft.com/office/drawing/2014/main" id="{E8D14A5A-D5AD-94BC-2D0B-0FA04DA81147}"/>
              </a:ext>
            </a:extLst>
          </p:cNvPr>
          <p:cNvCxnSpPr>
            <a:cxnSpLocks noChangeShapeType="1"/>
          </p:cNvCxnSpPr>
          <p:nvPr/>
        </p:nvCxnSpPr>
        <p:spPr bwMode="auto">
          <a:xfrm>
            <a:off x="1855515" y="2299037"/>
            <a:ext cx="887413" cy="544512"/>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cxnSp>
        <p:nvCxnSpPr>
          <p:cNvPr id="95" name="直接连接符 207">
            <a:extLst>
              <a:ext uri="{FF2B5EF4-FFF2-40B4-BE49-F238E27FC236}">
                <a16:creationId xmlns:a16="http://schemas.microsoft.com/office/drawing/2014/main" id="{C028E9C8-0710-0412-6BBE-F2E903458043}"/>
              </a:ext>
            </a:extLst>
          </p:cNvPr>
          <p:cNvCxnSpPr>
            <a:cxnSpLocks noChangeShapeType="1"/>
          </p:cNvCxnSpPr>
          <p:nvPr/>
        </p:nvCxnSpPr>
        <p:spPr bwMode="auto">
          <a:xfrm flipV="1">
            <a:off x="1925365" y="1657687"/>
            <a:ext cx="915988" cy="650875"/>
          </a:xfrm>
          <a:prstGeom prst="line">
            <a:avLst/>
          </a:prstGeom>
          <a:noFill/>
          <a:ln w="12700" algn="ctr">
            <a:solidFill>
              <a:srgbClr val="000000"/>
            </a:solidFill>
            <a:round/>
            <a:headEnd/>
            <a:tailEnd/>
          </a:ln>
          <a:extLst>
            <a:ext uri="{909E8E84-426E-40DD-AFC4-6F175D3DCCD1}">
              <a14:hiddenFill xmlns:a14="http://schemas.microsoft.com/office/drawing/2010/main">
                <a:noFill/>
              </a14:hiddenFill>
            </a:ext>
          </a:extLst>
        </p:spPr>
      </p:cxnSp>
      <p:pic>
        <p:nvPicPr>
          <p:cNvPr id="96" name="Picture 46">
            <a:extLst>
              <a:ext uri="{FF2B5EF4-FFF2-40B4-BE49-F238E27FC236}">
                <a16:creationId xmlns:a16="http://schemas.microsoft.com/office/drawing/2014/main" id="{BBDF4284-5CDE-3DF9-FE16-81E6CD6D840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98490" y="1564024"/>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7" name="Picture 46">
            <a:extLst>
              <a:ext uri="{FF2B5EF4-FFF2-40B4-BE49-F238E27FC236}">
                <a16:creationId xmlns:a16="http://schemas.microsoft.com/office/drawing/2014/main" id="{01CCED6B-DD5F-B95E-45FB-0E5503B5E75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95290" y="2821324"/>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8" name="Picture 52">
            <a:extLst>
              <a:ext uri="{FF2B5EF4-FFF2-40B4-BE49-F238E27FC236}">
                <a16:creationId xmlns:a16="http://schemas.microsoft.com/office/drawing/2014/main" id="{E33DC860-E0ED-CF67-DCE8-A324AD3CB02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31690" y="2232362"/>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9" name="Picture 46">
            <a:extLst>
              <a:ext uri="{FF2B5EF4-FFF2-40B4-BE49-F238E27FC236}">
                <a16:creationId xmlns:a16="http://schemas.microsoft.com/office/drawing/2014/main" id="{A8DC711C-2CF8-A4CD-D2B6-A63DE16977A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63715" y="2208549"/>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00" name="Text Box 175">
            <a:extLst>
              <a:ext uri="{FF2B5EF4-FFF2-40B4-BE49-F238E27FC236}">
                <a16:creationId xmlns:a16="http://schemas.microsoft.com/office/drawing/2014/main" id="{481B7BC7-86DB-487F-1A73-D48F12D960F8}"/>
              </a:ext>
            </a:extLst>
          </p:cNvPr>
          <p:cNvSpPr txBox="1">
            <a:spLocks noChangeArrowheads="1"/>
          </p:cNvSpPr>
          <p:nvPr/>
        </p:nvSpPr>
        <p:spPr bwMode="auto">
          <a:xfrm>
            <a:off x="7083153" y="2903874"/>
            <a:ext cx="595312"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前缀</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101" name="直接箭头连接符 329">
            <a:extLst>
              <a:ext uri="{FF2B5EF4-FFF2-40B4-BE49-F238E27FC236}">
                <a16:creationId xmlns:a16="http://schemas.microsoft.com/office/drawing/2014/main" id="{6534D35D-212A-02BF-D050-A2D3C3ADF640}"/>
              </a:ext>
            </a:extLst>
          </p:cNvPr>
          <p:cNvCxnSpPr>
            <a:cxnSpLocks noChangeShapeType="1"/>
          </p:cNvCxnSpPr>
          <p:nvPr/>
        </p:nvCxnSpPr>
        <p:spPr bwMode="auto">
          <a:xfrm flipH="1" flipV="1">
            <a:off x="7311753" y="2684799"/>
            <a:ext cx="36512" cy="288925"/>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grpSp>
        <p:nvGrpSpPr>
          <p:cNvPr id="102" name="组合 214">
            <a:extLst>
              <a:ext uri="{FF2B5EF4-FFF2-40B4-BE49-F238E27FC236}">
                <a16:creationId xmlns:a16="http://schemas.microsoft.com/office/drawing/2014/main" id="{C97F0797-2B3C-FD02-B0F6-A996CCDC1983}"/>
              </a:ext>
            </a:extLst>
          </p:cNvPr>
          <p:cNvGrpSpPr>
            <a:grpSpLocks/>
          </p:cNvGrpSpPr>
          <p:nvPr/>
        </p:nvGrpSpPr>
        <p:grpSpPr bwMode="auto">
          <a:xfrm>
            <a:off x="4519340" y="2173624"/>
            <a:ext cx="561975" cy="73025"/>
            <a:chOff x="6732241" y="2663758"/>
            <a:chExt cx="562040" cy="72008"/>
          </a:xfrm>
        </p:grpSpPr>
        <p:cxnSp>
          <p:nvCxnSpPr>
            <p:cNvPr id="103" name="直接箭头连接符 329">
              <a:extLst>
                <a:ext uri="{FF2B5EF4-FFF2-40B4-BE49-F238E27FC236}">
                  <a16:creationId xmlns:a16="http://schemas.microsoft.com/office/drawing/2014/main" id="{92ADBE56-7E0E-A96D-82D5-6782D57928E6}"/>
                </a:ext>
              </a:extLst>
            </p:cNvPr>
            <p:cNvCxnSpPr>
              <a:cxnSpLocks noChangeShapeType="1"/>
            </p:cNvCxnSpPr>
            <p:nvPr/>
          </p:nvCxnSpPr>
          <p:spPr bwMode="auto">
            <a:xfrm flipH="1">
              <a:off x="6732241" y="2708920"/>
              <a:ext cx="288031" cy="0"/>
            </a:xfrm>
            <a:prstGeom prst="straightConnector1">
              <a:avLst/>
            </a:prstGeom>
            <a:noFill/>
            <a:ln w="9525" algn="ctr">
              <a:solidFill>
                <a:srgbClr val="000000"/>
              </a:solidFill>
              <a:round/>
              <a:headEnd/>
              <a:tailEnd type="triangle" w="sm" len="med"/>
            </a:ln>
            <a:extLst>
              <a:ext uri="{909E8E84-426E-40DD-AFC4-6F175D3DCCD1}">
                <a14:hiddenFill xmlns:a14="http://schemas.microsoft.com/office/drawing/2010/main">
                  <a:noFill/>
                </a14:hiddenFill>
              </a:ext>
            </a:extLst>
          </p:spPr>
        </p:cxnSp>
        <p:sp>
          <p:nvSpPr>
            <p:cNvPr id="104" name="矩形 103">
              <a:extLst>
                <a:ext uri="{FF2B5EF4-FFF2-40B4-BE49-F238E27FC236}">
                  <a16:creationId xmlns:a16="http://schemas.microsoft.com/office/drawing/2014/main" id="{85D4518F-20BD-C027-FA6C-CF4D9A382FCF}"/>
                </a:ext>
              </a:extLst>
            </p:cNvPr>
            <p:cNvSpPr/>
            <p:nvPr/>
          </p:nvSpPr>
          <p:spPr bwMode="auto">
            <a:xfrm>
              <a:off x="6933877" y="2663758"/>
              <a:ext cx="360404" cy="72008"/>
            </a:xfrm>
            <a:prstGeom prst="rect">
              <a:avLst/>
            </a:prstGeom>
            <a:solidFill>
              <a:srgbClr val="FFC000"/>
            </a:solidFill>
            <a:ln w="9525" cap="flat" cmpd="sng" algn="ctr">
              <a:solidFill>
                <a:srgbClr val="000000"/>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cxnSp>
        <p:nvCxnSpPr>
          <p:cNvPr id="105" name="直接箭头连接符 329">
            <a:extLst>
              <a:ext uri="{FF2B5EF4-FFF2-40B4-BE49-F238E27FC236}">
                <a16:creationId xmlns:a16="http://schemas.microsoft.com/office/drawing/2014/main" id="{E4C60477-601D-F54C-2D1E-57BEA7A390E0}"/>
              </a:ext>
            </a:extLst>
          </p:cNvPr>
          <p:cNvCxnSpPr>
            <a:cxnSpLocks noChangeShapeType="1"/>
          </p:cNvCxnSpPr>
          <p:nvPr/>
        </p:nvCxnSpPr>
        <p:spPr bwMode="auto">
          <a:xfrm flipH="1">
            <a:off x="4933678" y="1711662"/>
            <a:ext cx="407987" cy="508000"/>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grpSp>
        <p:nvGrpSpPr>
          <p:cNvPr id="217" name="组合 216">
            <a:extLst>
              <a:ext uri="{FF2B5EF4-FFF2-40B4-BE49-F238E27FC236}">
                <a16:creationId xmlns:a16="http://schemas.microsoft.com/office/drawing/2014/main" id="{E9DBD24F-C500-B439-05A0-7D08C3BD1A62}"/>
              </a:ext>
            </a:extLst>
          </p:cNvPr>
          <p:cNvGrpSpPr/>
          <p:nvPr/>
        </p:nvGrpSpPr>
        <p:grpSpPr>
          <a:xfrm>
            <a:off x="4366940" y="2252999"/>
            <a:ext cx="3139582" cy="592138"/>
            <a:chOff x="4366940" y="2252999"/>
            <a:chExt cx="3139582" cy="592138"/>
          </a:xfrm>
        </p:grpSpPr>
        <p:sp>
          <p:nvSpPr>
            <p:cNvPr id="91" name="弧形 90">
              <a:extLst>
                <a:ext uri="{FF2B5EF4-FFF2-40B4-BE49-F238E27FC236}">
                  <a16:creationId xmlns:a16="http://schemas.microsoft.com/office/drawing/2014/main" id="{B64070C5-E08D-6EE5-FEA3-335A1E0073FD}"/>
                </a:ext>
              </a:extLst>
            </p:cNvPr>
            <p:cNvSpPr/>
            <p:nvPr/>
          </p:nvSpPr>
          <p:spPr bwMode="auto">
            <a:xfrm rot="21317229">
              <a:off x="4366940" y="2268874"/>
              <a:ext cx="2698750" cy="576263"/>
            </a:xfrm>
            <a:prstGeom prst="arc">
              <a:avLst>
                <a:gd name="adj1" fmla="val 16388289"/>
                <a:gd name="adj2" fmla="val 21505458"/>
              </a:avLst>
            </a:prstGeom>
            <a:noFill/>
            <a:ln w="28575" cap="flat" cmpd="sng" algn="ctr">
              <a:solidFill>
                <a:srgbClr val="000000"/>
              </a:solidFill>
              <a:prstDash val="solid"/>
              <a:round/>
              <a:headEnd type="none" w="med" len="med"/>
              <a:tailEnd type="triangle" w="sm" len="lg"/>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92" name="TextBox 255">
              <a:extLst>
                <a:ext uri="{FF2B5EF4-FFF2-40B4-BE49-F238E27FC236}">
                  <a16:creationId xmlns:a16="http://schemas.microsoft.com/office/drawing/2014/main" id="{0D9927C8-BD5B-C664-CEC9-C4D6917B2D95}"/>
                </a:ext>
              </a:extLst>
            </p:cNvPr>
            <p:cNvSpPr txBox="1">
              <a:spLocks noChangeArrowheads="1"/>
            </p:cNvSpPr>
            <p:nvPr/>
          </p:nvSpPr>
          <p:spPr bwMode="auto">
            <a:xfrm>
              <a:off x="5836965" y="2252999"/>
              <a:ext cx="10887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sym typeface="Wingdings 2" panose="05020102010507070707" pitchFamily="18" charset="2"/>
                </a:rPr>
                <a:t>BGP </a:t>
              </a:r>
              <a:r>
                <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sym typeface="Wingdings 2" panose="05020102010507070707" pitchFamily="18" charset="2"/>
                </a:rPr>
                <a:t>路由</a:t>
              </a:r>
              <a:endPar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208" name="组合 207">
              <a:extLst>
                <a:ext uri="{FF2B5EF4-FFF2-40B4-BE49-F238E27FC236}">
                  <a16:creationId xmlns:a16="http://schemas.microsoft.com/office/drawing/2014/main" id="{076B59D9-AC48-7D3A-2056-072C76DC4776}"/>
                </a:ext>
              </a:extLst>
            </p:cNvPr>
            <p:cNvGrpSpPr/>
            <p:nvPr/>
          </p:nvGrpSpPr>
          <p:grpSpPr>
            <a:xfrm>
              <a:off x="6968075" y="2318070"/>
              <a:ext cx="538447" cy="383427"/>
              <a:chOff x="5795518" y="3942239"/>
              <a:chExt cx="538447" cy="383427"/>
            </a:xfrm>
          </p:grpSpPr>
          <p:grpSp>
            <p:nvGrpSpPr>
              <p:cNvPr id="179" name="组合 178">
                <a:extLst>
                  <a:ext uri="{FF2B5EF4-FFF2-40B4-BE49-F238E27FC236}">
                    <a16:creationId xmlns:a16="http://schemas.microsoft.com/office/drawing/2014/main" id="{20F2D05E-4630-E3F0-BC56-0ABF020968D9}"/>
                  </a:ext>
                </a:extLst>
              </p:cNvPr>
              <p:cNvGrpSpPr/>
              <p:nvPr/>
            </p:nvGrpSpPr>
            <p:grpSpPr>
              <a:xfrm>
                <a:off x="5795518" y="3942239"/>
                <a:ext cx="538447" cy="382383"/>
                <a:chOff x="7142297" y="3911572"/>
                <a:chExt cx="485152" cy="374983"/>
              </a:xfrm>
            </p:grpSpPr>
            <p:sp>
              <p:nvSpPr>
                <p:cNvPr id="180" name="AutoShape 229">
                  <a:extLst>
                    <a:ext uri="{FF2B5EF4-FFF2-40B4-BE49-F238E27FC236}">
                      <a16:creationId xmlns:a16="http://schemas.microsoft.com/office/drawing/2014/main" id="{CEE11A1F-9367-E5EE-DF2D-1553BFE8E89D}"/>
                    </a:ext>
                  </a:extLst>
                </p:cNvPr>
                <p:cNvSpPr>
                  <a:spLocks noChangeAspect="1" noChangeArrowheads="1" noTextEdit="1"/>
                </p:cNvSpPr>
                <p:nvPr/>
              </p:nvSpPr>
              <p:spPr bwMode="auto">
                <a:xfrm>
                  <a:off x="7142297" y="3911572"/>
                  <a:ext cx="485152" cy="374983"/>
                </a:xfrm>
                <a:prstGeom prst="rect">
                  <a:avLst/>
                </a:prstGeom>
                <a:noFill/>
                <a:ln>
                  <a:noFill/>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81" name="Oval 231">
                  <a:extLst>
                    <a:ext uri="{FF2B5EF4-FFF2-40B4-BE49-F238E27FC236}">
                      <a16:creationId xmlns:a16="http://schemas.microsoft.com/office/drawing/2014/main" id="{A2D26902-79F9-D3AF-480F-CFB9C4D4366F}"/>
                    </a:ext>
                  </a:extLst>
                </p:cNvPr>
                <p:cNvSpPr>
                  <a:spLocks noChangeArrowheads="1"/>
                </p:cNvSpPr>
                <p:nvPr/>
              </p:nvSpPr>
              <p:spPr bwMode="auto">
                <a:xfrm>
                  <a:off x="7308329" y="3916021"/>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2" name="Oval 232">
                  <a:extLst>
                    <a:ext uri="{FF2B5EF4-FFF2-40B4-BE49-F238E27FC236}">
                      <a16:creationId xmlns:a16="http://schemas.microsoft.com/office/drawing/2014/main" id="{5DEAD8FC-589F-4354-A9E0-985A876D5C5A}"/>
                    </a:ext>
                  </a:extLst>
                </p:cNvPr>
                <p:cNvSpPr>
                  <a:spLocks noChangeArrowheads="1"/>
                </p:cNvSpPr>
                <p:nvPr/>
              </p:nvSpPr>
              <p:spPr bwMode="auto">
                <a:xfrm>
                  <a:off x="7193514" y="3955426"/>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3" name="Oval 233">
                  <a:extLst>
                    <a:ext uri="{FF2B5EF4-FFF2-40B4-BE49-F238E27FC236}">
                      <a16:creationId xmlns:a16="http://schemas.microsoft.com/office/drawing/2014/main" id="{6836B3D9-BF0C-D5B9-C003-0983DA0CF627}"/>
                    </a:ext>
                  </a:extLst>
                </p:cNvPr>
                <p:cNvSpPr>
                  <a:spLocks noChangeArrowheads="1"/>
                </p:cNvSpPr>
                <p:nvPr/>
              </p:nvSpPr>
              <p:spPr bwMode="auto">
                <a:xfrm>
                  <a:off x="7144548" y="4046947"/>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4" name="Oval 234">
                  <a:extLst>
                    <a:ext uri="{FF2B5EF4-FFF2-40B4-BE49-F238E27FC236}">
                      <a16:creationId xmlns:a16="http://schemas.microsoft.com/office/drawing/2014/main" id="{DB207F52-AA75-EA04-B8F2-EEC7B00B695E}"/>
                    </a:ext>
                  </a:extLst>
                </p:cNvPr>
                <p:cNvSpPr>
                  <a:spLocks noChangeArrowheads="1"/>
                </p:cNvSpPr>
                <p:nvPr/>
              </p:nvSpPr>
              <p:spPr bwMode="auto">
                <a:xfrm>
                  <a:off x="7177192" y="4100970"/>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5" name="Oval 235">
                  <a:extLst>
                    <a:ext uri="{FF2B5EF4-FFF2-40B4-BE49-F238E27FC236}">
                      <a16:creationId xmlns:a16="http://schemas.microsoft.com/office/drawing/2014/main" id="{9A18DBE1-A784-EB42-001F-E9B3FF786661}"/>
                    </a:ext>
                  </a:extLst>
                </p:cNvPr>
                <p:cNvSpPr>
                  <a:spLocks noChangeArrowheads="1"/>
                </p:cNvSpPr>
                <p:nvPr/>
              </p:nvSpPr>
              <p:spPr bwMode="auto">
                <a:xfrm>
                  <a:off x="7292007" y="4123215"/>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6" name="Oval 236">
                  <a:extLst>
                    <a:ext uri="{FF2B5EF4-FFF2-40B4-BE49-F238E27FC236}">
                      <a16:creationId xmlns:a16="http://schemas.microsoft.com/office/drawing/2014/main" id="{D8A08C9A-5E93-ECEF-7DF6-5D234DFABE1F}"/>
                    </a:ext>
                  </a:extLst>
                </p:cNvPr>
                <p:cNvSpPr>
                  <a:spLocks noChangeArrowheads="1"/>
                </p:cNvSpPr>
                <p:nvPr/>
              </p:nvSpPr>
              <p:spPr bwMode="auto">
                <a:xfrm>
                  <a:off x="7446221" y="3959875"/>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7" name="Oval 237">
                  <a:extLst>
                    <a:ext uri="{FF2B5EF4-FFF2-40B4-BE49-F238E27FC236}">
                      <a16:creationId xmlns:a16="http://schemas.microsoft.com/office/drawing/2014/main" id="{48DA56E1-8E94-B543-14F9-45D6D367FBAF}"/>
                    </a:ext>
                  </a:extLst>
                </p:cNvPr>
                <p:cNvSpPr>
                  <a:spLocks noChangeArrowheads="1"/>
                </p:cNvSpPr>
                <p:nvPr/>
              </p:nvSpPr>
              <p:spPr bwMode="auto">
                <a:xfrm>
                  <a:off x="7469859" y="4036778"/>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8" name="Oval 238">
                  <a:extLst>
                    <a:ext uri="{FF2B5EF4-FFF2-40B4-BE49-F238E27FC236}">
                      <a16:creationId xmlns:a16="http://schemas.microsoft.com/office/drawing/2014/main" id="{D02EA7C2-CD58-DC5A-15DE-3889FA7DB135}"/>
                    </a:ext>
                  </a:extLst>
                </p:cNvPr>
                <p:cNvSpPr>
                  <a:spLocks noChangeArrowheads="1"/>
                </p:cNvSpPr>
                <p:nvPr/>
              </p:nvSpPr>
              <p:spPr bwMode="auto">
                <a:xfrm>
                  <a:off x="7455788" y="4061565"/>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9" name="Oval 239">
                  <a:extLst>
                    <a:ext uri="{FF2B5EF4-FFF2-40B4-BE49-F238E27FC236}">
                      <a16:creationId xmlns:a16="http://schemas.microsoft.com/office/drawing/2014/main" id="{D4A7A598-6804-5D8F-A18B-D657754332D1}"/>
                    </a:ext>
                  </a:extLst>
                </p:cNvPr>
                <p:cNvSpPr>
                  <a:spLocks noChangeArrowheads="1"/>
                </p:cNvSpPr>
                <p:nvPr/>
              </p:nvSpPr>
              <p:spPr bwMode="auto">
                <a:xfrm>
                  <a:off x="7231786" y="4002458"/>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90" name="Group 257">
                  <a:extLst>
                    <a:ext uri="{FF2B5EF4-FFF2-40B4-BE49-F238E27FC236}">
                      <a16:creationId xmlns:a16="http://schemas.microsoft.com/office/drawing/2014/main" id="{EED89201-86B6-A3DC-E5E5-A7C3F6603C90}"/>
                    </a:ext>
                  </a:extLst>
                </p:cNvPr>
                <p:cNvGrpSpPr>
                  <a:grpSpLocks/>
                </p:cNvGrpSpPr>
                <p:nvPr/>
              </p:nvGrpSpPr>
              <p:grpSpPr bwMode="auto">
                <a:xfrm>
                  <a:off x="7143423" y="3912843"/>
                  <a:ext cx="481775" cy="369898"/>
                  <a:chOff x="3063" y="302"/>
                  <a:chExt cx="856" cy="582"/>
                </a:xfrm>
                <a:solidFill>
                  <a:schemeClr val="bg1"/>
                </a:solidFill>
              </p:grpSpPr>
              <p:sp>
                <p:nvSpPr>
                  <p:cNvPr id="191" name="Freeform 241">
                    <a:extLst>
                      <a:ext uri="{FF2B5EF4-FFF2-40B4-BE49-F238E27FC236}">
                        <a16:creationId xmlns:a16="http://schemas.microsoft.com/office/drawing/2014/main" id="{2F5B97F3-3D13-3C1C-6AF4-D47EF53C14C7}"/>
                      </a:ext>
                    </a:extLst>
                  </p:cNvPr>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2" name="Arc 242">
                    <a:extLst>
                      <a:ext uri="{FF2B5EF4-FFF2-40B4-BE49-F238E27FC236}">
                        <a16:creationId xmlns:a16="http://schemas.microsoft.com/office/drawing/2014/main" id="{18EDC72E-99B1-14E6-3BE3-7B724AF7F82D}"/>
                      </a:ext>
                    </a:extLst>
                  </p:cNvPr>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3" name="Freeform 243">
                    <a:extLst>
                      <a:ext uri="{FF2B5EF4-FFF2-40B4-BE49-F238E27FC236}">
                        <a16:creationId xmlns:a16="http://schemas.microsoft.com/office/drawing/2014/main" id="{CD62B017-E206-7223-B8F2-19BF4E3ACEDA}"/>
                      </a:ext>
                    </a:extLst>
                  </p:cNvPr>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4" name="Arc 244">
                    <a:extLst>
                      <a:ext uri="{FF2B5EF4-FFF2-40B4-BE49-F238E27FC236}">
                        <a16:creationId xmlns:a16="http://schemas.microsoft.com/office/drawing/2014/main" id="{6303998B-369D-FEEC-7142-3A21F57DB612}"/>
                      </a:ext>
                    </a:extLst>
                  </p:cNvPr>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5" name="Freeform 245">
                    <a:extLst>
                      <a:ext uri="{FF2B5EF4-FFF2-40B4-BE49-F238E27FC236}">
                        <a16:creationId xmlns:a16="http://schemas.microsoft.com/office/drawing/2014/main" id="{7992B218-9C1A-35FB-1812-F00F58EC984E}"/>
                      </a:ext>
                    </a:extLst>
                  </p:cNvPr>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6" name="Arc 246">
                    <a:extLst>
                      <a:ext uri="{FF2B5EF4-FFF2-40B4-BE49-F238E27FC236}">
                        <a16:creationId xmlns:a16="http://schemas.microsoft.com/office/drawing/2014/main" id="{BE4F2368-F3E8-4A94-1D6C-C2B746B375B1}"/>
                      </a:ext>
                    </a:extLst>
                  </p:cNvPr>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7" name="Freeform 247">
                    <a:extLst>
                      <a:ext uri="{FF2B5EF4-FFF2-40B4-BE49-F238E27FC236}">
                        <a16:creationId xmlns:a16="http://schemas.microsoft.com/office/drawing/2014/main" id="{29631495-EC29-9E8C-A533-5FBDAE6F4100}"/>
                      </a:ext>
                    </a:extLst>
                  </p:cNvPr>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8" name="Arc 248">
                    <a:extLst>
                      <a:ext uri="{FF2B5EF4-FFF2-40B4-BE49-F238E27FC236}">
                        <a16:creationId xmlns:a16="http://schemas.microsoft.com/office/drawing/2014/main" id="{27ECE8EF-DF6D-D517-6FD0-41EE9B3A3C86}"/>
                      </a:ext>
                    </a:extLst>
                  </p:cNvPr>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9" name="Freeform 249">
                    <a:extLst>
                      <a:ext uri="{FF2B5EF4-FFF2-40B4-BE49-F238E27FC236}">
                        <a16:creationId xmlns:a16="http://schemas.microsoft.com/office/drawing/2014/main" id="{E2205F51-72DE-9236-2194-6808B8415EB7}"/>
                      </a:ext>
                    </a:extLst>
                  </p:cNvPr>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0" name="Arc 250">
                    <a:extLst>
                      <a:ext uri="{FF2B5EF4-FFF2-40B4-BE49-F238E27FC236}">
                        <a16:creationId xmlns:a16="http://schemas.microsoft.com/office/drawing/2014/main" id="{1C4DE418-2F69-80B0-A057-149D55B830B6}"/>
                      </a:ext>
                    </a:extLst>
                  </p:cNvPr>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1" name="Freeform 251">
                    <a:extLst>
                      <a:ext uri="{FF2B5EF4-FFF2-40B4-BE49-F238E27FC236}">
                        <a16:creationId xmlns:a16="http://schemas.microsoft.com/office/drawing/2014/main" id="{4F3DAE0F-C913-00A3-2383-8CA772F28AA6}"/>
                      </a:ext>
                    </a:extLst>
                  </p:cNvPr>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2" name="Arc 252">
                    <a:extLst>
                      <a:ext uri="{FF2B5EF4-FFF2-40B4-BE49-F238E27FC236}">
                        <a16:creationId xmlns:a16="http://schemas.microsoft.com/office/drawing/2014/main" id="{D0F90479-29BE-11DA-0216-06E3C5160398}"/>
                      </a:ext>
                    </a:extLst>
                  </p:cNvPr>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3" name="Freeform 253">
                    <a:extLst>
                      <a:ext uri="{FF2B5EF4-FFF2-40B4-BE49-F238E27FC236}">
                        <a16:creationId xmlns:a16="http://schemas.microsoft.com/office/drawing/2014/main" id="{B82E778A-18D8-BD44-FA1B-C36F4CD1E475}"/>
                      </a:ext>
                    </a:extLst>
                  </p:cNvPr>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4" name="Arc 254">
                    <a:extLst>
                      <a:ext uri="{FF2B5EF4-FFF2-40B4-BE49-F238E27FC236}">
                        <a16:creationId xmlns:a16="http://schemas.microsoft.com/office/drawing/2014/main" id="{DED57AEB-F3F6-CF1B-D3DC-42EBDCC7F445}"/>
                      </a:ext>
                    </a:extLst>
                  </p:cNvPr>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5" name="Freeform 255">
                    <a:extLst>
                      <a:ext uri="{FF2B5EF4-FFF2-40B4-BE49-F238E27FC236}">
                        <a16:creationId xmlns:a16="http://schemas.microsoft.com/office/drawing/2014/main" id="{EC27BD71-1A78-DAAF-D4FE-3C58895C25C8}"/>
                      </a:ext>
                    </a:extLst>
                  </p:cNvPr>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6" name="Arc 256">
                    <a:extLst>
                      <a:ext uri="{FF2B5EF4-FFF2-40B4-BE49-F238E27FC236}">
                        <a16:creationId xmlns:a16="http://schemas.microsoft.com/office/drawing/2014/main" id="{2E458EB0-0B99-EAD2-FBE3-78A8E5FC4C1F}"/>
                      </a:ext>
                    </a:extLst>
                  </p:cNvPr>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grpSp>
          </p:grpSp>
          <p:sp>
            <p:nvSpPr>
              <p:cNvPr id="207" name="Text Box 173">
                <a:extLst>
                  <a:ext uri="{FF2B5EF4-FFF2-40B4-BE49-F238E27FC236}">
                    <a16:creationId xmlns:a16="http://schemas.microsoft.com/office/drawing/2014/main" id="{9F02E950-872B-AC4A-69CE-787836A6D470}"/>
                  </a:ext>
                </a:extLst>
              </p:cNvPr>
              <p:cNvSpPr txBox="1">
                <a:spLocks noChangeArrowheads="1"/>
              </p:cNvSpPr>
              <p:nvPr/>
            </p:nvSpPr>
            <p:spPr bwMode="auto">
              <a:xfrm>
                <a:off x="5936407" y="3987112"/>
                <a:ext cx="32893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X</a:t>
                </a:r>
              </a:p>
            </p:txBody>
          </p:sp>
        </p:grpSp>
      </p:grpSp>
      <p:sp>
        <p:nvSpPr>
          <p:cNvPr id="215" name="文本框 214">
            <a:extLst>
              <a:ext uri="{FF2B5EF4-FFF2-40B4-BE49-F238E27FC236}">
                <a16:creationId xmlns:a16="http://schemas.microsoft.com/office/drawing/2014/main" id="{27FCD74B-FA8E-A82C-F286-F0301384F58E}"/>
              </a:ext>
            </a:extLst>
          </p:cNvPr>
          <p:cNvSpPr txBox="1"/>
          <p:nvPr/>
        </p:nvSpPr>
        <p:spPr>
          <a:xfrm>
            <a:off x="602978" y="3338434"/>
            <a:ext cx="7772400" cy="1317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285750" indent="-285750">
              <a:lnSpc>
                <a:spcPts val="3300"/>
              </a:lnSpc>
              <a:buClr>
                <a:srgbClr val="0070C0"/>
              </a:buClr>
              <a:buFont typeface="Wingdings" pitchFamily="2" charset="2"/>
              <a:buChar char="l"/>
              <a:defRPr sz="2000" b="1">
                <a:latin typeface="微软雅黑" pitchFamily="34" charset="-122"/>
                <a:ea typeface="微软雅黑" pitchFamily="34" charset="-122"/>
              </a:defRPr>
            </a:lvl1pPr>
          </a:lstStyle>
          <a:p>
            <a:r>
              <a:rPr lang="zh-CN" altLang="en-US" dirty="0"/>
              <a:t>一个</a:t>
            </a:r>
            <a:r>
              <a:rPr lang="en-US" altLang="zh-CN" dirty="0"/>
              <a:t>AS</a:t>
            </a:r>
            <a:r>
              <a:rPr lang="zh-CN" altLang="en-US" dirty="0"/>
              <a:t>至少要有一台边界路由器和相邻</a:t>
            </a:r>
            <a:r>
              <a:rPr lang="en-US" altLang="zh-CN" dirty="0"/>
              <a:t>AS</a:t>
            </a:r>
            <a:r>
              <a:rPr lang="zh-CN" altLang="en-US" dirty="0"/>
              <a:t>的边界路由器直接相连，这样</a:t>
            </a:r>
            <a:r>
              <a:rPr lang="en-US" altLang="zh-CN" dirty="0"/>
              <a:t>AS</a:t>
            </a:r>
            <a:r>
              <a:rPr lang="zh-CN" altLang="en-US" dirty="0"/>
              <a:t>之间才能利用协议</a:t>
            </a:r>
            <a:r>
              <a:rPr lang="en-US" altLang="zh-CN" dirty="0"/>
              <a:t>BGP</a:t>
            </a:r>
            <a:r>
              <a:rPr lang="zh-CN" altLang="en-US" dirty="0"/>
              <a:t>交换可达性路由信息。</a:t>
            </a:r>
            <a:endParaRPr lang="en-US" altLang="zh-CN" dirty="0"/>
          </a:p>
          <a:p>
            <a:r>
              <a:rPr lang="zh-CN" altLang="en-US" dirty="0"/>
              <a:t>当两台边界路由器进行通信时，必须先建立</a:t>
            </a:r>
            <a:r>
              <a:rPr lang="en-US" altLang="zh-CN" dirty="0"/>
              <a:t>TCP</a:t>
            </a:r>
            <a:r>
              <a:rPr lang="zh-CN" altLang="en-US" dirty="0"/>
              <a:t>连接。</a:t>
            </a:r>
          </a:p>
        </p:txBody>
      </p:sp>
    </p:spTree>
    <p:extLst>
      <p:ext uri="{BB962C8B-B14F-4D97-AF65-F5344CB8AC3E}">
        <p14:creationId xmlns:p14="http://schemas.microsoft.com/office/powerpoint/2010/main" val="2614189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79"/>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grpId="0" nodeType="clickEffect">
                                  <p:stCondLst>
                                    <p:cond delay="0"/>
                                  </p:stCondLst>
                                  <p:childTnLst>
                                    <p:set>
                                      <p:cBhvr>
                                        <p:cTn id="10" dur="1" fill="hold">
                                          <p:stCondLst>
                                            <p:cond delay="0"/>
                                          </p:stCondLst>
                                        </p:cTn>
                                        <p:tgtEl>
                                          <p:spTgt spid="215">
                                            <p:txEl>
                                              <p:pRg st="0" end="0"/>
                                            </p:txEl>
                                          </p:spTgt>
                                        </p:tgtEl>
                                        <p:attrNameLst>
                                          <p:attrName>style.visibility</p:attrName>
                                        </p:attrNameLst>
                                      </p:cBhvr>
                                      <p:to>
                                        <p:strVal val="visible"/>
                                      </p:to>
                                    </p:set>
                                    <p:animEffect transition="in" filter="fade">
                                      <p:cBhvr>
                                        <p:cTn id="11" dur="1000"/>
                                        <p:tgtEl>
                                          <p:spTgt spid="215">
                                            <p:txEl>
                                              <p:pRg st="0" end="0"/>
                                            </p:txEl>
                                          </p:spTgt>
                                        </p:tgtEl>
                                      </p:cBhvr>
                                    </p:animEffect>
                                    <p:anim calcmode="lin" valueType="num">
                                      <p:cBhvr>
                                        <p:cTn id="12" dur="1000" fill="hold"/>
                                        <p:tgtEl>
                                          <p:spTgt spid="215">
                                            <p:txEl>
                                              <p:pRg st="0" end="0"/>
                                            </p:txEl>
                                          </p:spTgt>
                                        </p:tgtEl>
                                        <p:attrNameLst>
                                          <p:attrName>ppt_x</p:attrName>
                                        </p:attrNameLst>
                                      </p:cBhvr>
                                      <p:tavLst>
                                        <p:tav tm="0">
                                          <p:val>
                                            <p:strVal val="#ppt_x"/>
                                          </p:val>
                                        </p:tav>
                                        <p:tav tm="100000">
                                          <p:val>
                                            <p:strVal val="#ppt_x"/>
                                          </p:val>
                                        </p:tav>
                                      </p:tavLst>
                                    </p:anim>
                                    <p:anim calcmode="lin" valueType="num">
                                      <p:cBhvr>
                                        <p:cTn id="13" dur="1000" fill="hold"/>
                                        <p:tgtEl>
                                          <p:spTgt spid="215">
                                            <p:txEl>
                                              <p:pRg st="0" end="0"/>
                                            </p:txEl>
                                          </p:spTgt>
                                        </p:tgtEl>
                                        <p:attrNameLst>
                                          <p:attrName>ppt_y</p:attrName>
                                        </p:attrNameLst>
                                      </p:cBhvr>
                                      <p:tavLst>
                                        <p:tav tm="0">
                                          <p:val>
                                            <p:strVal val="#ppt_y+.1"/>
                                          </p:val>
                                        </p:tav>
                                        <p:tav tm="100000">
                                          <p:val>
                                            <p:strVal val="#ppt_y"/>
                                          </p:val>
                                        </p:tav>
                                      </p:tavLst>
                                    </p:anim>
                                  </p:childTnLst>
                                </p:cTn>
                              </p:par>
                              <p:par>
                                <p:cTn id="14" presetID="35" presetClass="emph" presetSubtype="0" repeatCount="3000" fill="hold" grpId="0" nodeType="withEffect">
                                  <p:stCondLst>
                                    <p:cond delay="0"/>
                                  </p:stCondLst>
                                  <p:childTnLst>
                                    <p:anim calcmode="discrete" valueType="str">
                                      <p:cBhvr>
                                        <p:cTn id="15" dur="1000" fill="hold"/>
                                        <p:tgtEl>
                                          <p:spTgt spid="44"/>
                                        </p:tgtEl>
                                        <p:attrNameLst>
                                          <p:attrName>style.visibility</p:attrName>
                                        </p:attrNameLst>
                                      </p:cBhvr>
                                      <p:tavLst>
                                        <p:tav tm="0">
                                          <p:val>
                                            <p:strVal val="hidden"/>
                                          </p:val>
                                        </p:tav>
                                        <p:tav tm="50000">
                                          <p:val>
                                            <p:strVal val="visible"/>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215">
                                            <p:txEl>
                                              <p:pRg st="1" end="1"/>
                                            </p:txEl>
                                          </p:spTgt>
                                        </p:tgtEl>
                                        <p:attrNameLst>
                                          <p:attrName>style.visibility</p:attrName>
                                        </p:attrNameLst>
                                      </p:cBhvr>
                                      <p:to>
                                        <p:strVal val="visible"/>
                                      </p:to>
                                    </p:set>
                                    <p:animEffect transition="in" filter="fade">
                                      <p:cBhvr>
                                        <p:cTn id="20" dur="1000"/>
                                        <p:tgtEl>
                                          <p:spTgt spid="215">
                                            <p:txEl>
                                              <p:pRg st="1" end="1"/>
                                            </p:txEl>
                                          </p:spTgt>
                                        </p:tgtEl>
                                      </p:cBhvr>
                                    </p:animEffect>
                                    <p:anim calcmode="lin" valueType="num">
                                      <p:cBhvr>
                                        <p:cTn id="21" dur="1000" fill="hold"/>
                                        <p:tgtEl>
                                          <p:spTgt spid="215">
                                            <p:txEl>
                                              <p:pRg st="1" end="1"/>
                                            </p:txEl>
                                          </p:spTgt>
                                        </p:tgtEl>
                                        <p:attrNameLst>
                                          <p:attrName>ppt_x</p:attrName>
                                        </p:attrNameLst>
                                      </p:cBhvr>
                                      <p:tavLst>
                                        <p:tav tm="0">
                                          <p:val>
                                            <p:strVal val="#ppt_x"/>
                                          </p:val>
                                        </p:tav>
                                        <p:tav tm="100000">
                                          <p:val>
                                            <p:strVal val="#ppt_x"/>
                                          </p:val>
                                        </p:tav>
                                      </p:tavLst>
                                    </p:anim>
                                    <p:anim calcmode="lin" valueType="num">
                                      <p:cBhvr>
                                        <p:cTn id="22" dur="1000" fill="hold"/>
                                        <p:tgtEl>
                                          <p:spTgt spid="21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35" presetClass="emph" presetSubtype="0" repeatCount="3000" fill="hold" grpId="0" nodeType="clickEffect">
                                  <p:stCondLst>
                                    <p:cond delay="0"/>
                                  </p:stCondLst>
                                  <p:childTnLst>
                                    <p:anim calcmode="discrete" valueType="str">
                                      <p:cBhvr>
                                        <p:cTn id="26" dur="1000" fill="hold"/>
                                        <p:tgtEl>
                                          <p:spTgt spid="81"/>
                                        </p:tgtEl>
                                        <p:attrNameLst>
                                          <p:attrName>style.visibility</p:attrName>
                                        </p:attrNameLst>
                                      </p:cBhvr>
                                      <p:tavLst>
                                        <p:tav tm="0">
                                          <p:val>
                                            <p:strVal val="hidden"/>
                                          </p:val>
                                        </p:tav>
                                        <p:tav tm="50000">
                                          <p:val>
                                            <p:strVal val="visible"/>
                                          </p:val>
                                        </p:tav>
                                      </p:tavLst>
                                    </p:anim>
                                  </p:childTnLst>
                                </p:cTn>
                              </p:par>
                            </p:childTnLst>
                          </p:cTn>
                        </p:par>
                      </p:childTnLst>
                    </p:cTn>
                  </p:par>
                  <p:par>
                    <p:cTn id="27" fill="hold">
                      <p:stCondLst>
                        <p:cond delay="indefinite"/>
                      </p:stCondLst>
                      <p:childTnLst>
                        <p:par>
                          <p:cTn id="28" fill="hold">
                            <p:stCondLst>
                              <p:cond delay="0"/>
                            </p:stCondLst>
                            <p:childTnLst>
                              <p:par>
                                <p:cTn id="29" presetID="35" presetClass="emph" presetSubtype="0" repeatCount="3000" fill="hold" nodeType="clickEffect">
                                  <p:stCondLst>
                                    <p:cond delay="0"/>
                                  </p:stCondLst>
                                  <p:childTnLst>
                                    <p:anim calcmode="discrete" valueType="str">
                                      <p:cBhvr>
                                        <p:cTn id="30" dur="1000" fill="hold"/>
                                        <p:tgtEl>
                                          <p:spTgt spid="216"/>
                                        </p:tgtEl>
                                        <p:attrNameLst>
                                          <p:attrName>style.visibility</p:attrName>
                                        </p:attrNameLst>
                                      </p:cBhvr>
                                      <p:tavLst>
                                        <p:tav tm="0">
                                          <p:val>
                                            <p:strVal val="hidden"/>
                                          </p:val>
                                        </p:tav>
                                        <p:tav tm="50000">
                                          <p:val>
                                            <p:strVal val="visible"/>
                                          </p:val>
                                        </p:tav>
                                      </p:tavLst>
                                    </p:anim>
                                  </p:childTnLst>
                                </p:cTn>
                              </p:par>
                            </p:childTnLst>
                          </p:cTn>
                        </p:par>
                      </p:childTnLst>
                    </p:cTn>
                  </p:par>
                  <p:par>
                    <p:cTn id="31" fill="hold">
                      <p:stCondLst>
                        <p:cond delay="indefinite"/>
                      </p:stCondLst>
                      <p:childTnLst>
                        <p:par>
                          <p:cTn id="32" fill="hold">
                            <p:stCondLst>
                              <p:cond delay="0"/>
                            </p:stCondLst>
                            <p:childTnLst>
                              <p:par>
                                <p:cTn id="33" presetID="35" presetClass="emph" presetSubtype="0" repeatCount="3000" fill="hold" nodeType="clickEffect">
                                  <p:stCondLst>
                                    <p:cond delay="0"/>
                                  </p:stCondLst>
                                  <p:childTnLst>
                                    <p:anim calcmode="discrete" valueType="str">
                                      <p:cBhvr>
                                        <p:cTn id="34" dur="1000" fill="hold"/>
                                        <p:tgtEl>
                                          <p:spTgt spid="21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79" grpId="0"/>
      <p:bldP spid="81" grpId="0"/>
      <p:bldP spid="215" grpId="0" uiExpand="1" build="p"/>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5603FA-FB86-F0A4-EA42-C4392F13456F}"/>
            </a:ext>
          </a:extLst>
        </p:cNvPr>
        <p:cNvGrpSpPr/>
        <p:nvPr/>
      </p:nvGrpSpPr>
      <p:grpSpPr>
        <a:xfrm>
          <a:off x="0" y="0"/>
          <a:ext cx="0" cy="0"/>
          <a:chOff x="0" y="0"/>
          <a:chExt cx="0" cy="0"/>
        </a:xfrm>
      </p:grpSpPr>
      <p:sp>
        <p:nvSpPr>
          <p:cNvPr id="178" name="圆角矩形 3">
            <a:extLst>
              <a:ext uri="{FF2B5EF4-FFF2-40B4-BE49-F238E27FC236}">
                <a16:creationId xmlns:a16="http://schemas.microsoft.com/office/drawing/2014/main" id="{54583E63-61B4-7A69-A9BC-5985C510C2BD}"/>
              </a:ext>
            </a:extLst>
          </p:cNvPr>
          <p:cNvSpPr/>
          <p:nvPr/>
        </p:nvSpPr>
        <p:spPr>
          <a:xfrm>
            <a:off x="545145" y="1055586"/>
            <a:ext cx="8053712" cy="227847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106" name="Group 206">
            <a:extLst>
              <a:ext uri="{FF2B5EF4-FFF2-40B4-BE49-F238E27FC236}">
                <a16:creationId xmlns:a16="http://schemas.microsoft.com/office/drawing/2014/main" id="{8AB7443A-9768-1B57-0DB8-104D6081D2C8}"/>
              </a:ext>
            </a:extLst>
          </p:cNvPr>
          <p:cNvGrpSpPr>
            <a:grpSpLocks/>
          </p:cNvGrpSpPr>
          <p:nvPr/>
        </p:nvGrpSpPr>
        <p:grpSpPr bwMode="auto">
          <a:xfrm>
            <a:off x="5553903" y="1797387"/>
            <a:ext cx="1932048" cy="1014602"/>
            <a:chOff x="912" y="768"/>
            <a:chExt cx="2400" cy="1584"/>
          </a:xfrm>
        </p:grpSpPr>
        <p:sp>
          <p:nvSpPr>
            <p:cNvPr id="107" name="Oval 207">
              <a:extLst>
                <a:ext uri="{FF2B5EF4-FFF2-40B4-BE49-F238E27FC236}">
                  <a16:creationId xmlns:a16="http://schemas.microsoft.com/office/drawing/2014/main" id="{062513B1-6B42-FF4C-E941-D8EE5848D70D}"/>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8" name="Oval 208">
              <a:extLst>
                <a:ext uri="{FF2B5EF4-FFF2-40B4-BE49-F238E27FC236}">
                  <a16:creationId xmlns:a16="http://schemas.microsoft.com/office/drawing/2014/main" id="{6E083557-9850-37D1-214C-9B383FEB8303}"/>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9" name="Oval 209">
              <a:extLst>
                <a:ext uri="{FF2B5EF4-FFF2-40B4-BE49-F238E27FC236}">
                  <a16:creationId xmlns:a16="http://schemas.microsoft.com/office/drawing/2014/main" id="{AFE7DE68-9680-3F15-D76A-35B9EE0DFAC8}"/>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0" name="Oval 210">
              <a:extLst>
                <a:ext uri="{FF2B5EF4-FFF2-40B4-BE49-F238E27FC236}">
                  <a16:creationId xmlns:a16="http://schemas.microsoft.com/office/drawing/2014/main" id="{1DC78909-E3A9-B512-1F5D-3790C012BA1F}"/>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1" name="Oval 211">
              <a:extLst>
                <a:ext uri="{FF2B5EF4-FFF2-40B4-BE49-F238E27FC236}">
                  <a16:creationId xmlns:a16="http://schemas.microsoft.com/office/drawing/2014/main" id="{704363B8-E83F-454C-B080-A1C5C99EA7B6}"/>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2" name="Oval 212">
              <a:extLst>
                <a:ext uri="{FF2B5EF4-FFF2-40B4-BE49-F238E27FC236}">
                  <a16:creationId xmlns:a16="http://schemas.microsoft.com/office/drawing/2014/main" id="{6714AC2A-9BC1-FD10-256F-A1C6281E8D29}"/>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3" name="Oval 213">
              <a:extLst>
                <a:ext uri="{FF2B5EF4-FFF2-40B4-BE49-F238E27FC236}">
                  <a16:creationId xmlns:a16="http://schemas.microsoft.com/office/drawing/2014/main" id="{37A79F26-BE13-7CF4-E56D-50F39AE426E9}"/>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4" name="Oval 214">
              <a:extLst>
                <a:ext uri="{FF2B5EF4-FFF2-40B4-BE49-F238E27FC236}">
                  <a16:creationId xmlns:a16="http://schemas.microsoft.com/office/drawing/2014/main" id="{381292B5-6D93-AA42-469B-AD5B2349704B}"/>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5" name="Oval 215">
              <a:extLst>
                <a:ext uri="{FF2B5EF4-FFF2-40B4-BE49-F238E27FC236}">
                  <a16:creationId xmlns:a16="http://schemas.microsoft.com/office/drawing/2014/main" id="{83F9306E-0F75-84D0-C6AE-718D7C782695}"/>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16" name="Group 216">
              <a:extLst>
                <a:ext uri="{FF2B5EF4-FFF2-40B4-BE49-F238E27FC236}">
                  <a16:creationId xmlns:a16="http://schemas.microsoft.com/office/drawing/2014/main" id="{1B760678-DDAC-A172-1C99-FE648792D4B4}"/>
                </a:ext>
              </a:extLst>
            </p:cNvPr>
            <p:cNvGrpSpPr>
              <a:grpSpLocks/>
            </p:cNvGrpSpPr>
            <p:nvPr/>
          </p:nvGrpSpPr>
          <p:grpSpPr bwMode="auto">
            <a:xfrm>
              <a:off x="912" y="768"/>
              <a:ext cx="2386" cy="1553"/>
              <a:chOff x="912" y="768"/>
              <a:chExt cx="2386" cy="1553"/>
            </a:xfrm>
          </p:grpSpPr>
          <p:sp>
            <p:nvSpPr>
              <p:cNvPr id="117" name="Oval 217">
                <a:extLst>
                  <a:ext uri="{FF2B5EF4-FFF2-40B4-BE49-F238E27FC236}">
                    <a16:creationId xmlns:a16="http://schemas.microsoft.com/office/drawing/2014/main" id="{0A74B4EB-344C-C8E4-9F2F-2FC754CB17E5}"/>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8" name="Oval 218">
                <a:extLst>
                  <a:ext uri="{FF2B5EF4-FFF2-40B4-BE49-F238E27FC236}">
                    <a16:creationId xmlns:a16="http://schemas.microsoft.com/office/drawing/2014/main" id="{4DF1662D-2169-02D6-C229-63B9E274C50A}"/>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9" name="Oval 219">
                <a:extLst>
                  <a:ext uri="{FF2B5EF4-FFF2-40B4-BE49-F238E27FC236}">
                    <a16:creationId xmlns:a16="http://schemas.microsoft.com/office/drawing/2014/main" id="{EA9AAAC7-139F-C4C8-D8E0-5402849FCBF9}"/>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0" name="Oval 220">
                <a:extLst>
                  <a:ext uri="{FF2B5EF4-FFF2-40B4-BE49-F238E27FC236}">
                    <a16:creationId xmlns:a16="http://schemas.microsoft.com/office/drawing/2014/main" id="{A7541169-15DB-DE70-034F-A30ADE0CB365}"/>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1" name="Oval 221">
                <a:extLst>
                  <a:ext uri="{FF2B5EF4-FFF2-40B4-BE49-F238E27FC236}">
                    <a16:creationId xmlns:a16="http://schemas.microsoft.com/office/drawing/2014/main" id="{B5A9BA27-8638-78DA-CA0E-80CE62E6A7EE}"/>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2" name="Oval 222">
                <a:extLst>
                  <a:ext uri="{FF2B5EF4-FFF2-40B4-BE49-F238E27FC236}">
                    <a16:creationId xmlns:a16="http://schemas.microsoft.com/office/drawing/2014/main" id="{196FC469-1FDC-EC6A-31C9-2F47632AB15E}"/>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3" name="Oval 223">
                <a:extLst>
                  <a:ext uri="{FF2B5EF4-FFF2-40B4-BE49-F238E27FC236}">
                    <a16:creationId xmlns:a16="http://schemas.microsoft.com/office/drawing/2014/main" id="{21C3BBF9-EC57-F285-988C-9F7401E535EB}"/>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4" name="Oval 224">
                <a:extLst>
                  <a:ext uri="{FF2B5EF4-FFF2-40B4-BE49-F238E27FC236}">
                    <a16:creationId xmlns:a16="http://schemas.microsoft.com/office/drawing/2014/main" id="{34389D7A-3115-2330-2B4D-3F2A2EA2041E}"/>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5" name="Oval 225">
                <a:extLst>
                  <a:ext uri="{FF2B5EF4-FFF2-40B4-BE49-F238E27FC236}">
                    <a16:creationId xmlns:a16="http://schemas.microsoft.com/office/drawing/2014/main" id="{509AFAF9-47C3-C811-80FD-B2AE9BA66571}"/>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sp>
        <p:nvSpPr>
          <p:cNvPr id="2" name="AutoShape 5">
            <a:extLst>
              <a:ext uri="{FF2B5EF4-FFF2-40B4-BE49-F238E27FC236}">
                <a16:creationId xmlns:a16="http://schemas.microsoft.com/office/drawing/2014/main" id="{508C91E3-45D0-884C-AC02-940A2BC63654}"/>
              </a:ext>
            </a:extLst>
          </p:cNvPr>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B267A3FE-513F-BC5B-0AE7-AB91D7283BFE}"/>
              </a:ext>
            </a:extLst>
          </p:cNvPr>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BGP</a:t>
            </a:r>
            <a:r>
              <a:rPr lang="zh-CN" altLang="en-US" sz="2000" b="1" dirty="0">
                <a:solidFill>
                  <a:schemeClr val="bg1"/>
                </a:solidFill>
                <a:latin typeface="微软雅黑" pitchFamily="34" charset="-122"/>
                <a:ea typeface="微软雅黑" pitchFamily="34" charset="-122"/>
              </a:rPr>
              <a:t>路由</a:t>
            </a:r>
          </a:p>
        </p:txBody>
      </p:sp>
      <p:grpSp>
        <p:nvGrpSpPr>
          <p:cNvPr id="4" name="Group 206">
            <a:extLst>
              <a:ext uri="{FF2B5EF4-FFF2-40B4-BE49-F238E27FC236}">
                <a16:creationId xmlns:a16="http://schemas.microsoft.com/office/drawing/2014/main" id="{848C88CF-90A0-ED05-272F-F8EBF53C27D0}"/>
              </a:ext>
            </a:extLst>
          </p:cNvPr>
          <p:cNvGrpSpPr>
            <a:grpSpLocks/>
          </p:cNvGrpSpPr>
          <p:nvPr/>
        </p:nvGrpSpPr>
        <p:grpSpPr bwMode="auto">
          <a:xfrm>
            <a:off x="1587228" y="1454487"/>
            <a:ext cx="2528887" cy="1800225"/>
            <a:chOff x="912" y="768"/>
            <a:chExt cx="2400" cy="1584"/>
          </a:xfrm>
        </p:grpSpPr>
        <p:sp>
          <p:nvSpPr>
            <p:cNvPr id="5" name="Oval 207">
              <a:extLst>
                <a:ext uri="{FF2B5EF4-FFF2-40B4-BE49-F238E27FC236}">
                  <a16:creationId xmlns:a16="http://schemas.microsoft.com/office/drawing/2014/main" id="{F5E54185-AF80-D379-4C98-68330688FE79}"/>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6" name="Oval 208">
              <a:extLst>
                <a:ext uri="{FF2B5EF4-FFF2-40B4-BE49-F238E27FC236}">
                  <a16:creationId xmlns:a16="http://schemas.microsoft.com/office/drawing/2014/main" id="{7DFE368D-3BCD-7700-2733-3574FC1B81A8}"/>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7" name="Oval 209">
              <a:extLst>
                <a:ext uri="{FF2B5EF4-FFF2-40B4-BE49-F238E27FC236}">
                  <a16:creationId xmlns:a16="http://schemas.microsoft.com/office/drawing/2014/main" id="{9FF4990D-291F-A6C4-78BB-8A48CE59CF93}"/>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8" name="Oval 210">
              <a:extLst>
                <a:ext uri="{FF2B5EF4-FFF2-40B4-BE49-F238E27FC236}">
                  <a16:creationId xmlns:a16="http://schemas.microsoft.com/office/drawing/2014/main" id="{4797223E-0CC3-BD2B-21A9-6220C94871EA}"/>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9" name="Oval 211">
              <a:extLst>
                <a:ext uri="{FF2B5EF4-FFF2-40B4-BE49-F238E27FC236}">
                  <a16:creationId xmlns:a16="http://schemas.microsoft.com/office/drawing/2014/main" id="{073F2F44-61E2-0904-BD55-C0E7377095F7}"/>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 name="Oval 212">
              <a:extLst>
                <a:ext uri="{FF2B5EF4-FFF2-40B4-BE49-F238E27FC236}">
                  <a16:creationId xmlns:a16="http://schemas.microsoft.com/office/drawing/2014/main" id="{5FA2FA58-E77B-13D4-816D-802A6C73B773}"/>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 name="Oval 213">
              <a:extLst>
                <a:ext uri="{FF2B5EF4-FFF2-40B4-BE49-F238E27FC236}">
                  <a16:creationId xmlns:a16="http://schemas.microsoft.com/office/drawing/2014/main" id="{2EF84A70-DC29-29BD-C247-4BCDD023D141}"/>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 name="Oval 214">
              <a:extLst>
                <a:ext uri="{FF2B5EF4-FFF2-40B4-BE49-F238E27FC236}">
                  <a16:creationId xmlns:a16="http://schemas.microsoft.com/office/drawing/2014/main" id="{FF489921-56C4-E3AC-E777-89A4E2F45CCC}"/>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3" name="Oval 215">
              <a:extLst>
                <a:ext uri="{FF2B5EF4-FFF2-40B4-BE49-F238E27FC236}">
                  <a16:creationId xmlns:a16="http://schemas.microsoft.com/office/drawing/2014/main" id="{CE2D3FA5-74D1-FC05-AE40-A0F649B4B3EB}"/>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4" name="Group 216">
              <a:extLst>
                <a:ext uri="{FF2B5EF4-FFF2-40B4-BE49-F238E27FC236}">
                  <a16:creationId xmlns:a16="http://schemas.microsoft.com/office/drawing/2014/main" id="{62AF5152-476A-1090-94DA-FBBF7F8E8680}"/>
                </a:ext>
              </a:extLst>
            </p:cNvPr>
            <p:cNvGrpSpPr>
              <a:grpSpLocks/>
            </p:cNvGrpSpPr>
            <p:nvPr/>
          </p:nvGrpSpPr>
          <p:grpSpPr bwMode="auto">
            <a:xfrm>
              <a:off x="912" y="768"/>
              <a:ext cx="2386" cy="1553"/>
              <a:chOff x="912" y="768"/>
              <a:chExt cx="2386" cy="1553"/>
            </a:xfrm>
          </p:grpSpPr>
          <p:sp>
            <p:nvSpPr>
              <p:cNvPr id="15" name="Oval 217">
                <a:extLst>
                  <a:ext uri="{FF2B5EF4-FFF2-40B4-BE49-F238E27FC236}">
                    <a16:creationId xmlns:a16="http://schemas.microsoft.com/office/drawing/2014/main" id="{18D36CBF-19D7-CD8A-2BB0-869C41E00AAD}"/>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6" name="Oval 218">
                <a:extLst>
                  <a:ext uri="{FF2B5EF4-FFF2-40B4-BE49-F238E27FC236}">
                    <a16:creationId xmlns:a16="http://schemas.microsoft.com/office/drawing/2014/main" id="{952A9A80-9AE4-7A3D-A6F5-5AEF909C08FE}"/>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7" name="Oval 219">
                <a:extLst>
                  <a:ext uri="{FF2B5EF4-FFF2-40B4-BE49-F238E27FC236}">
                    <a16:creationId xmlns:a16="http://schemas.microsoft.com/office/drawing/2014/main" id="{62FDDE6C-FD1E-A83D-F7EB-882EFDF7F56F}"/>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 name="Oval 220">
                <a:extLst>
                  <a:ext uri="{FF2B5EF4-FFF2-40B4-BE49-F238E27FC236}">
                    <a16:creationId xmlns:a16="http://schemas.microsoft.com/office/drawing/2014/main" id="{1D920F43-B9D9-E116-02E3-318B329C4DE0}"/>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 name="Oval 221">
                <a:extLst>
                  <a:ext uri="{FF2B5EF4-FFF2-40B4-BE49-F238E27FC236}">
                    <a16:creationId xmlns:a16="http://schemas.microsoft.com/office/drawing/2014/main" id="{C9A9A27A-1CAE-5110-FEE5-D57B9494EED1}"/>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 name="Oval 222">
                <a:extLst>
                  <a:ext uri="{FF2B5EF4-FFF2-40B4-BE49-F238E27FC236}">
                    <a16:creationId xmlns:a16="http://schemas.microsoft.com/office/drawing/2014/main" id="{48BDDD5E-3260-D2BB-C2C7-FA24F69788CD}"/>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 name="Oval 223">
                <a:extLst>
                  <a:ext uri="{FF2B5EF4-FFF2-40B4-BE49-F238E27FC236}">
                    <a16:creationId xmlns:a16="http://schemas.microsoft.com/office/drawing/2014/main" id="{7030C4C3-C528-6BCE-C1EE-FC5DAA265FEB}"/>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 name="Oval 224">
                <a:extLst>
                  <a:ext uri="{FF2B5EF4-FFF2-40B4-BE49-F238E27FC236}">
                    <a16:creationId xmlns:a16="http://schemas.microsoft.com/office/drawing/2014/main" id="{8AC6643A-5DA9-2ADF-0AC6-484A634D3802}"/>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 name="Oval 225">
                <a:extLst>
                  <a:ext uri="{FF2B5EF4-FFF2-40B4-BE49-F238E27FC236}">
                    <a16:creationId xmlns:a16="http://schemas.microsoft.com/office/drawing/2014/main" id="{41DBF58E-5382-DA08-0119-73DDFA7357E1}"/>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sp>
        <p:nvSpPr>
          <p:cNvPr id="44" name="Line 155">
            <a:extLst>
              <a:ext uri="{FF2B5EF4-FFF2-40B4-BE49-F238E27FC236}">
                <a16:creationId xmlns:a16="http://schemas.microsoft.com/office/drawing/2014/main" id="{C27BD4B7-83EF-AA53-9932-F88CCCAC6A3E}"/>
              </a:ext>
            </a:extLst>
          </p:cNvPr>
          <p:cNvSpPr>
            <a:spLocks noChangeShapeType="1"/>
          </p:cNvSpPr>
          <p:nvPr/>
        </p:nvSpPr>
        <p:spPr bwMode="auto">
          <a:xfrm>
            <a:off x="4201840" y="2291099"/>
            <a:ext cx="1223963" cy="63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 name="Text Box 174">
            <a:extLst>
              <a:ext uri="{FF2B5EF4-FFF2-40B4-BE49-F238E27FC236}">
                <a16:creationId xmlns:a16="http://schemas.microsoft.com/office/drawing/2014/main" id="{8C4BA20E-1D78-1774-0A14-1BE708D0AE00}"/>
              </a:ext>
            </a:extLst>
          </p:cNvPr>
          <p:cNvSpPr txBox="1">
            <a:spLocks noChangeArrowheads="1"/>
          </p:cNvSpPr>
          <p:nvPr/>
        </p:nvSpPr>
        <p:spPr bwMode="auto">
          <a:xfrm>
            <a:off x="6340203" y="1797387"/>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1</a:t>
            </a:r>
          </a:p>
        </p:txBody>
      </p:sp>
      <p:sp>
        <p:nvSpPr>
          <p:cNvPr id="46" name="Text Box 175">
            <a:extLst>
              <a:ext uri="{FF2B5EF4-FFF2-40B4-BE49-F238E27FC236}">
                <a16:creationId xmlns:a16="http://schemas.microsoft.com/office/drawing/2014/main" id="{980347D5-CEFB-B7EE-AEA6-542689C0767B}"/>
              </a:ext>
            </a:extLst>
          </p:cNvPr>
          <p:cNvSpPr txBox="1">
            <a:spLocks noChangeArrowheads="1"/>
          </p:cNvSpPr>
          <p:nvPr/>
        </p:nvSpPr>
        <p:spPr bwMode="auto">
          <a:xfrm>
            <a:off x="1971403" y="1605299"/>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2</a:t>
            </a:r>
          </a:p>
        </p:txBody>
      </p:sp>
      <p:pic>
        <p:nvPicPr>
          <p:cNvPr id="77" name="Picture 46">
            <a:extLst>
              <a:ext uri="{FF2B5EF4-FFF2-40B4-BE49-F238E27FC236}">
                <a16:creationId xmlns:a16="http://schemas.microsoft.com/office/drawing/2014/main" id="{B7B67B0E-4313-E923-9E65-A31FF46D276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81353" y="222759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78" name="直接箭头连接符 329">
            <a:extLst>
              <a:ext uri="{FF2B5EF4-FFF2-40B4-BE49-F238E27FC236}">
                <a16:creationId xmlns:a16="http://schemas.microsoft.com/office/drawing/2014/main" id="{66BBD91B-A821-384E-E78A-C817D615CFCF}"/>
              </a:ext>
            </a:extLst>
          </p:cNvPr>
          <p:cNvCxnSpPr>
            <a:cxnSpLocks noChangeShapeType="1"/>
          </p:cNvCxnSpPr>
          <p:nvPr/>
        </p:nvCxnSpPr>
        <p:spPr bwMode="auto">
          <a:xfrm flipH="1" flipV="1">
            <a:off x="4135165" y="2375237"/>
            <a:ext cx="228600" cy="536575"/>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sp>
        <p:nvSpPr>
          <p:cNvPr id="79" name="Text Box 175">
            <a:extLst>
              <a:ext uri="{FF2B5EF4-FFF2-40B4-BE49-F238E27FC236}">
                <a16:creationId xmlns:a16="http://schemas.microsoft.com/office/drawing/2014/main" id="{C09BB0BB-97EB-9BE1-08C3-DFBA6DC75671}"/>
              </a:ext>
            </a:extLst>
          </p:cNvPr>
          <p:cNvSpPr txBox="1">
            <a:spLocks noChangeArrowheads="1"/>
          </p:cNvSpPr>
          <p:nvPr/>
        </p:nvSpPr>
        <p:spPr bwMode="auto">
          <a:xfrm>
            <a:off x="4158978" y="2864187"/>
            <a:ext cx="12096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边界路由器</a:t>
            </a:r>
            <a:endPar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80" name="直接箭头连接符 329">
            <a:extLst>
              <a:ext uri="{FF2B5EF4-FFF2-40B4-BE49-F238E27FC236}">
                <a16:creationId xmlns:a16="http://schemas.microsoft.com/office/drawing/2014/main" id="{698E65F4-D101-89B6-81A2-948DF0BB8E99}"/>
              </a:ext>
            </a:extLst>
          </p:cNvPr>
          <p:cNvCxnSpPr>
            <a:cxnSpLocks noChangeShapeType="1"/>
          </p:cNvCxnSpPr>
          <p:nvPr/>
        </p:nvCxnSpPr>
        <p:spPr bwMode="auto">
          <a:xfrm flipV="1">
            <a:off x="5227365" y="2403812"/>
            <a:ext cx="250825" cy="503237"/>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sp>
        <p:nvSpPr>
          <p:cNvPr id="81" name="Text Box 175">
            <a:extLst>
              <a:ext uri="{FF2B5EF4-FFF2-40B4-BE49-F238E27FC236}">
                <a16:creationId xmlns:a16="http://schemas.microsoft.com/office/drawing/2014/main" id="{E55F952C-DD4C-BAFA-E0C7-6BAAAD56CD83}"/>
              </a:ext>
            </a:extLst>
          </p:cNvPr>
          <p:cNvSpPr txBox="1">
            <a:spLocks noChangeArrowheads="1"/>
          </p:cNvSpPr>
          <p:nvPr/>
        </p:nvSpPr>
        <p:spPr bwMode="auto">
          <a:xfrm>
            <a:off x="4489178" y="2268874"/>
            <a:ext cx="7377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eBGP</a:t>
            </a:r>
            <a:endPar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82" name="Text Box 175">
            <a:extLst>
              <a:ext uri="{FF2B5EF4-FFF2-40B4-BE49-F238E27FC236}">
                <a16:creationId xmlns:a16="http://schemas.microsoft.com/office/drawing/2014/main" id="{232EFE60-3035-DC38-DCF6-2324DEBF1041}"/>
              </a:ext>
            </a:extLst>
          </p:cNvPr>
          <p:cNvSpPr txBox="1">
            <a:spLocks noChangeArrowheads="1"/>
          </p:cNvSpPr>
          <p:nvPr/>
        </p:nvSpPr>
        <p:spPr bwMode="auto">
          <a:xfrm>
            <a:off x="3958953" y="1910099"/>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2</a:t>
            </a:r>
          </a:p>
        </p:txBody>
      </p:sp>
      <p:sp>
        <p:nvSpPr>
          <p:cNvPr id="83" name="Text Box 175">
            <a:extLst>
              <a:ext uri="{FF2B5EF4-FFF2-40B4-BE49-F238E27FC236}">
                <a16:creationId xmlns:a16="http://schemas.microsoft.com/office/drawing/2014/main" id="{C9C4B580-8153-CAD4-7AD7-6FCD2062718A}"/>
              </a:ext>
            </a:extLst>
          </p:cNvPr>
          <p:cNvSpPr txBox="1">
            <a:spLocks noChangeArrowheads="1"/>
          </p:cNvSpPr>
          <p:nvPr/>
        </p:nvSpPr>
        <p:spPr bwMode="auto">
          <a:xfrm>
            <a:off x="5332140" y="193867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1</a:t>
            </a:r>
          </a:p>
        </p:txBody>
      </p:sp>
      <p:sp>
        <p:nvSpPr>
          <p:cNvPr id="88" name="Text Box 175">
            <a:extLst>
              <a:ext uri="{FF2B5EF4-FFF2-40B4-BE49-F238E27FC236}">
                <a16:creationId xmlns:a16="http://schemas.microsoft.com/office/drawing/2014/main" id="{00DACF44-5AF6-B3E7-6A12-568EDC4F800D}"/>
              </a:ext>
            </a:extLst>
          </p:cNvPr>
          <p:cNvSpPr txBox="1">
            <a:spLocks noChangeArrowheads="1"/>
          </p:cNvSpPr>
          <p:nvPr/>
        </p:nvSpPr>
        <p:spPr bwMode="auto">
          <a:xfrm>
            <a:off x="2236515" y="2613362"/>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5</a:t>
            </a:r>
          </a:p>
        </p:txBody>
      </p:sp>
      <p:sp>
        <p:nvSpPr>
          <p:cNvPr id="89" name="Text Box 175">
            <a:extLst>
              <a:ext uri="{FF2B5EF4-FFF2-40B4-BE49-F238E27FC236}">
                <a16:creationId xmlns:a16="http://schemas.microsoft.com/office/drawing/2014/main" id="{8A272FF5-E848-3A62-B6FF-E0B665977B37}"/>
              </a:ext>
            </a:extLst>
          </p:cNvPr>
          <p:cNvSpPr txBox="1">
            <a:spLocks noChangeArrowheads="1"/>
          </p:cNvSpPr>
          <p:nvPr/>
        </p:nvSpPr>
        <p:spPr bwMode="auto">
          <a:xfrm>
            <a:off x="2806428" y="1276687"/>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3</a:t>
            </a:r>
          </a:p>
        </p:txBody>
      </p:sp>
      <p:sp>
        <p:nvSpPr>
          <p:cNvPr id="90" name="Text Box 175">
            <a:extLst>
              <a:ext uri="{FF2B5EF4-FFF2-40B4-BE49-F238E27FC236}">
                <a16:creationId xmlns:a16="http://schemas.microsoft.com/office/drawing/2014/main" id="{72A0F24A-D73A-3EA4-F365-ACD5086C9E34}"/>
              </a:ext>
            </a:extLst>
          </p:cNvPr>
          <p:cNvSpPr txBox="1">
            <a:spLocks noChangeArrowheads="1"/>
          </p:cNvSpPr>
          <p:nvPr/>
        </p:nvSpPr>
        <p:spPr bwMode="auto">
          <a:xfrm>
            <a:off x="1684065" y="2324437"/>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4</a:t>
            </a:r>
          </a:p>
        </p:txBody>
      </p:sp>
      <p:sp>
        <p:nvSpPr>
          <p:cNvPr id="100" name="Text Box 175">
            <a:extLst>
              <a:ext uri="{FF2B5EF4-FFF2-40B4-BE49-F238E27FC236}">
                <a16:creationId xmlns:a16="http://schemas.microsoft.com/office/drawing/2014/main" id="{3549953B-5122-778C-F684-7CA5C7A59983}"/>
              </a:ext>
            </a:extLst>
          </p:cNvPr>
          <p:cNvSpPr txBox="1">
            <a:spLocks noChangeArrowheads="1"/>
          </p:cNvSpPr>
          <p:nvPr/>
        </p:nvSpPr>
        <p:spPr bwMode="auto">
          <a:xfrm>
            <a:off x="7083153" y="2903874"/>
            <a:ext cx="595312"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前缀</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101" name="直接箭头连接符 329">
            <a:extLst>
              <a:ext uri="{FF2B5EF4-FFF2-40B4-BE49-F238E27FC236}">
                <a16:creationId xmlns:a16="http://schemas.microsoft.com/office/drawing/2014/main" id="{A8955D01-8E51-84B5-537C-A1BADD023AD2}"/>
              </a:ext>
            </a:extLst>
          </p:cNvPr>
          <p:cNvCxnSpPr>
            <a:cxnSpLocks noChangeShapeType="1"/>
          </p:cNvCxnSpPr>
          <p:nvPr/>
        </p:nvCxnSpPr>
        <p:spPr bwMode="auto">
          <a:xfrm flipH="1" flipV="1">
            <a:off x="7311753" y="2684799"/>
            <a:ext cx="36512" cy="288925"/>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grpSp>
        <p:nvGrpSpPr>
          <p:cNvPr id="102" name="组合 214">
            <a:extLst>
              <a:ext uri="{FF2B5EF4-FFF2-40B4-BE49-F238E27FC236}">
                <a16:creationId xmlns:a16="http://schemas.microsoft.com/office/drawing/2014/main" id="{9F944F10-98A3-40DA-D9CD-1DDAE6A3ABF1}"/>
              </a:ext>
            </a:extLst>
          </p:cNvPr>
          <p:cNvGrpSpPr>
            <a:grpSpLocks/>
          </p:cNvGrpSpPr>
          <p:nvPr/>
        </p:nvGrpSpPr>
        <p:grpSpPr bwMode="auto">
          <a:xfrm>
            <a:off x="4519340" y="2173624"/>
            <a:ext cx="561975" cy="73025"/>
            <a:chOff x="6732241" y="2663758"/>
            <a:chExt cx="562040" cy="72008"/>
          </a:xfrm>
        </p:grpSpPr>
        <p:cxnSp>
          <p:nvCxnSpPr>
            <p:cNvPr id="103" name="直接箭头连接符 329">
              <a:extLst>
                <a:ext uri="{FF2B5EF4-FFF2-40B4-BE49-F238E27FC236}">
                  <a16:creationId xmlns:a16="http://schemas.microsoft.com/office/drawing/2014/main" id="{EF373EF2-35F0-CF45-CC18-AB248DED9DEE}"/>
                </a:ext>
              </a:extLst>
            </p:cNvPr>
            <p:cNvCxnSpPr>
              <a:cxnSpLocks noChangeShapeType="1"/>
            </p:cNvCxnSpPr>
            <p:nvPr/>
          </p:nvCxnSpPr>
          <p:spPr bwMode="auto">
            <a:xfrm flipH="1">
              <a:off x="6732241" y="2708920"/>
              <a:ext cx="288031" cy="0"/>
            </a:xfrm>
            <a:prstGeom prst="straightConnector1">
              <a:avLst/>
            </a:prstGeom>
            <a:noFill/>
            <a:ln w="9525" algn="ctr">
              <a:solidFill>
                <a:srgbClr val="000000"/>
              </a:solidFill>
              <a:round/>
              <a:headEnd/>
              <a:tailEnd type="triangle" w="sm" len="med"/>
            </a:ln>
            <a:extLst>
              <a:ext uri="{909E8E84-426E-40DD-AFC4-6F175D3DCCD1}">
                <a14:hiddenFill xmlns:a14="http://schemas.microsoft.com/office/drawing/2010/main">
                  <a:noFill/>
                </a14:hiddenFill>
              </a:ext>
            </a:extLst>
          </p:spPr>
        </p:cxnSp>
        <p:sp>
          <p:nvSpPr>
            <p:cNvPr id="104" name="矩形 103">
              <a:extLst>
                <a:ext uri="{FF2B5EF4-FFF2-40B4-BE49-F238E27FC236}">
                  <a16:creationId xmlns:a16="http://schemas.microsoft.com/office/drawing/2014/main" id="{FE649B8B-E385-8CA2-4760-1E9FF9843E24}"/>
                </a:ext>
              </a:extLst>
            </p:cNvPr>
            <p:cNvSpPr/>
            <p:nvPr/>
          </p:nvSpPr>
          <p:spPr bwMode="auto">
            <a:xfrm>
              <a:off x="6933877" y="2663758"/>
              <a:ext cx="360404" cy="72008"/>
            </a:xfrm>
            <a:prstGeom prst="rect">
              <a:avLst/>
            </a:prstGeom>
            <a:solidFill>
              <a:srgbClr val="FFC000"/>
            </a:solidFill>
            <a:ln w="9525" cap="flat" cmpd="sng" algn="ctr">
              <a:solidFill>
                <a:srgbClr val="000000"/>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nvGrpSpPr>
          <p:cNvPr id="217" name="组合 216">
            <a:extLst>
              <a:ext uri="{FF2B5EF4-FFF2-40B4-BE49-F238E27FC236}">
                <a16:creationId xmlns:a16="http://schemas.microsoft.com/office/drawing/2014/main" id="{879138A0-7B2F-4989-8876-E376C75ED4AB}"/>
              </a:ext>
            </a:extLst>
          </p:cNvPr>
          <p:cNvGrpSpPr/>
          <p:nvPr/>
        </p:nvGrpSpPr>
        <p:grpSpPr>
          <a:xfrm>
            <a:off x="4366940" y="2252999"/>
            <a:ext cx="3139582" cy="592138"/>
            <a:chOff x="4366940" y="2252999"/>
            <a:chExt cx="3139582" cy="592138"/>
          </a:xfrm>
        </p:grpSpPr>
        <p:sp>
          <p:nvSpPr>
            <p:cNvPr id="91" name="弧形 90">
              <a:extLst>
                <a:ext uri="{FF2B5EF4-FFF2-40B4-BE49-F238E27FC236}">
                  <a16:creationId xmlns:a16="http://schemas.microsoft.com/office/drawing/2014/main" id="{78A6CCE9-00DC-2915-0A37-87A5507E3B3C}"/>
                </a:ext>
              </a:extLst>
            </p:cNvPr>
            <p:cNvSpPr/>
            <p:nvPr/>
          </p:nvSpPr>
          <p:spPr bwMode="auto">
            <a:xfrm rot="21317229">
              <a:off x="4366940" y="2268874"/>
              <a:ext cx="2698750" cy="576263"/>
            </a:xfrm>
            <a:prstGeom prst="arc">
              <a:avLst>
                <a:gd name="adj1" fmla="val 16388289"/>
                <a:gd name="adj2" fmla="val 21505458"/>
              </a:avLst>
            </a:prstGeom>
            <a:noFill/>
            <a:ln w="28575" cap="flat" cmpd="sng" algn="ctr">
              <a:solidFill>
                <a:srgbClr val="000000"/>
              </a:solidFill>
              <a:prstDash val="solid"/>
              <a:round/>
              <a:headEnd type="none" w="med" len="med"/>
              <a:tailEnd type="triangle" w="sm" len="lg"/>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92" name="TextBox 255">
              <a:extLst>
                <a:ext uri="{FF2B5EF4-FFF2-40B4-BE49-F238E27FC236}">
                  <a16:creationId xmlns:a16="http://schemas.microsoft.com/office/drawing/2014/main" id="{A3E28E9A-9FB6-DD09-E6D4-A9B74A46C7BC}"/>
                </a:ext>
              </a:extLst>
            </p:cNvPr>
            <p:cNvSpPr txBox="1">
              <a:spLocks noChangeArrowheads="1"/>
            </p:cNvSpPr>
            <p:nvPr/>
          </p:nvSpPr>
          <p:spPr bwMode="auto">
            <a:xfrm>
              <a:off x="5836965" y="2252999"/>
              <a:ext cx="10887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sym typeface="Wingdings 2" panose="05020102010507070707" pitchFamily="18" charset="2"/>
                </a:rPr>
                <a:t>BGP </a:t>
              </a:r>
              <a:r>
                <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sym typeface="Wingdings 2" panose="05020102010507070707" pitchFamily="18" charset="2"/>
                </a:rPr>
                <a:t>路由</a:t>
              </a:r>
              <a:endPar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208" name="组合 207">
              <a:extLst>
                <a:ext uri="{FF2B5EF4-FFF2-40B4-BE49-F238E27FC236}">
                  <a16:creationId xmlns:a16="http://schemas.microsoft.com/office/drawing/2014/main" id="{A0D933BF-5953-14F2-6F3D-A634630455E0}"/>
                </a:ext>
              </a:extLst>
            </p:cNvPr>
            <p:cNvGrpSpPr/>
            <p:nvPr/>
          </p:nvGrpSpPr>
          <p:grpSpPr>
            <a:xfrm>
              <a:off x="6968075" y="2318070"/>
              <a:ext cx="538447" cy="383427"/>
              <a:chOff x="5795518" y="3942239"/>
              <a:chExt cx="538447" cy="383427"/>
            </a:xfrm>
          </p:grpSpPr>
          <p:grpSp>
            <p:nvGrpSpPr>
              <p:cNvPr id="179" name="组合 178">
                <a:extLst>
                  <a:ext uri="{FF2B5EF4-FFF2-40B4-BE49-F238E27FC236}">
                    <a16:creationId xmlns:a16="http://schemas.microsoft.com/office/drawing/2014/main" id="{651727B8-8ABD-945C-A5F9-D21A7AE208F9}"/>
                  </a:ext>
                </a:extLst>
              </p:cNvPr>
              <p:cNvGrpSpPr/>
              <p:nvPr/>
            </p:nvGrpSpPr>
            <p:grpSpPr>
              <a:xfrm>
                <a:off x="5795518" y="3942239"/>
                <a:ext cx="538447" cy="382383"/>
                <a:chOff x="7142297" y="3911572"/>
                <a:chExt cx="485152" cy="374983"/>
              </a:xfrm>
            </p:grpSpPr>
            <p:sp>
              <p:nvSpPr>
                <p:cNvPr id="180" name="AutoShape 229">
                  <a:extLst>
                    <a:ext uri="{FF2B5EF4-FFF2-40B4-BE49-F238E27FC236}">
                      <a16:creationId xmlns:a16="http://schemas.microsoft.com/office/drawing/2014/main" id="{2BCA1EB2-C641-8B0E-A87F-16B7C7E62F22}"/>
                    </a:ext>
                  </a:extLst>
                </p:cNvPr>
                <p:cNvSpPr>
                  <a:spLocks noChangeAspect="1" noChangeArrowheads="1" noTextEdit="1"/>
                </p:cNvSpPr>
                <p:nvPr/>
              </p:nvSpPr>
              <p:spPr bwMode="auto">
                <a:xfrm>
                  <a:off x="7142297" y="3911572"/>
                  <a:ext cx="485152" cy="374983"/>
                </a:xfrm>
                <a:prstGeom prst="rect">
                  <a:avLst/>
                </a:prstGeom>
                <a:noFill/>
                <a:ln>
                  <a:noFill/>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81" name="Oval 231">
                  <a:extLst>
                    <a:ext uri="{FF2B5EF4-FFF2-40B4-BE49-F238E27FC236}">
                      <a16:creationId xmlns:a16="http://schemas.microsoft.com/office/drawing/2014/main" id="{52B43437-5181-08D7-1238-53A2510E90AA}"/>
                    </a:ext>
                  </a:extLst>
                </p:cNvPr>
                <p:cNvSpPr>
                  <a:spLocks noChangeArrowheads="1"/>
                </p:cNvSpPr>
                <p:nvPr/>
              </p:nvSpPr>
              <p:spPr bwMode="auto">
                <a:xfrm>
                  <a:off x="7308329" y="3916021"/>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2" name="Oval 232">
                  <a:extLst>
                    <a:ext uri="{FF2B5EF4-FFF2-40B4-BE49-F238E27FC236}">
                      <a16:creationId xmlns:a16="http://schemas.microsoft.com/office/drawing/2014/main" id="{9D6EE079-05DC-7E2B-0D16-BDD46E163647}"/>
                    </a:ext>
                  </a:extLst>
                </p:cNvPr>
                <p:cNvSpPr>
                  <a:spLocks noChangeArrowheads="1"/>
                </p:cNvSpPr>
                <p:nvPr/>
              </p:nvSpPr>
              <p:spPr bwMode="auto">
                <a:xfrm>
                  <a:off x="7193514" y="3955426"/>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3" name="Oval 233">
                  <a:extLst>
                    <a:ext uri="{FF2B5EF4-FFF2-40B4-BE49-F238E27FC236}">
                      <a16:creationId xmlns:a16="http://schemas.microsoft.com/office/drawing/2014/main" id="{65CC62D4-B67D-2FFD-080C-BDA885170C8B}"/>
                    </a:ext>
                  </a:extLst>
                </p:cNvPr>
                <p:cNvSpPr>
                  <a:spLocks noChangeArrowheads="1"/>
                </p:cNvSpPr>
                <p:nvPr/>
              </p:nvSpPr>
              <p:spPr bwMode="auto">
                <a:xfrm>
                  <a:off x="7144548" y="4046947"/>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4" name="Oval 234">
                  <a:extLst>
                    <a:ext uri="{FF2B5EF4-FFF2-40B4-BE49-F238E27FC236}">
                      <a16:creationId xmlns:a16="http://schemas.microsoft.com/office/drawing/2014/main" id="{02B52C4E-9B56-F06D-FA64-204DC0636CCC}"/>
                    </a:ext>
                  </a:extLst>
                </p:cNvPr>
                <p:cNvSpPr>
                  <a:spLocks noChangeArrowheads="1"/>
                </p:cNvSpPr>
                <p:nvPr/>
              </p:nvSpPr>
              <p:spPr bwMode="auto">
                <a:xfrm>
                  <a:off x="7177192" y="4100970"/>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5" name="Oval 235">
                  <a:extLst>
                    <a:ext uri="{FF2B5EF4-FFF2-40B4-BE49-F238E27FC236}">
                      <a16:creationId xmlns:a16="http://schemas.microsoft.com/office/drawing/2014/main" id="{63AE53C1-FE6D-A82A-71C2-4B8446187F2B}"/>
                    </a:ext>
                  </a:extLst>
                </p:cNvPr>
                <p:cNvSpPr>
                  <a:spLocks noChangeArrowheads="1"/>
                </p:cNvSpPr>
                <p:nvPr/>
              </p:nvSpPr>
              <p:spPr bwMode="auto">
                <a:xfrm>
                  <a:off x="7292007" y="4123215"/>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6" name="Oval 236">
                  <a:extLst>
                    <a:ext uri="{FF2B5EF4-FFF2-40B4-BE49-F238E27FC236}">
                      <a16:creationId xmlns:a16="http://schemas.microsoft.com/office/drawing/2014/main" id="{F3ADA2A4-C73A-C92B-0982-9E2B327438D9}"/>
                    </a:ext>
                  </a:extLst>
                </p:cNvPr>
                <p:cNvSpPr>
                  <a:spLocks noChangeArrowheads="1"/>
                </p:cNvSpPr>
                <p:nvPr/>
              </p:nvSpPr>
              <p:spPr bwMode="auto">
                <a:xfrm>
                  <a:off x="7446221" y="3959875"/>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7" name="Oval 237">
                  <a:extLst>
                    <a:ext uri="{FF2B5EF4-FFF2-40B4-BE49-F238E27FC236}">
                      <a16:creationId xmlns:a16="http://schemas.microsoft.com/office/drawing/2014/main" id="{3144DD1F-DE76-49C5-A542-13300788B619}"/>
                    </a:ext>
                  </a:extLst>
                </p:cNvPr>
                <p:cNvSpPr>
                  <a:spLocks noChangeArrowheads="1"/>
                </p:cNvSpPr>
                <p:nvPr/>
              </p:nvSpPr>
              <p:spPr bwMode="auto">
                <a:xfrm>
                  <a:off x="7469859" y="4036778"/>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8" name="Oval 238">
                  <a:extLst>
                    <a:ext uri="{FF2B5EF4-FFF2-40B4-BE49-F238E27FC236}">
                      <a16:creationId xmlns:a16="http://schemas.microsoft.com/office/drawing/2014/main" id="{C7090A33-B4F8-0A10-5759-45D7B5212DA0}"/>
                    </a:ext>
                  </a:extLst>
                </p:cNvPr>
                <p:cNvSpPr>
                  <a:spLocks noChangeArrowheads="1"/>
                </p:cNvSpPr>
                <p:nvPr/>
              </p:nvSpPr>
              <p:spPr bwMode="auto">
                <a:xfrm>
                  <a:off x="7455788" y="4061565"/>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9" name="Oval 239">
                  <a:extLst>
                    <a:ext uri="{FF2B5EF4-FFF2-40B4-BE49-F238E27FC236}">
                      <a16:creationId xmlns:a16="http://schemas.microsoft.com/office/drawing/2014/main" id="{AE2B6239-5D00-52A8-25AB-B33B214B5481}"/>
                    </a:ext>
                  </a:extLst>
                </p:cNvPr>
                <p:cNvSpPr>
                  <a:spLocks noChangeArrowheads="1"/>
                </p:cNvSpPr>
                <p:nvPr/>
              </p:nvSpPr>
              <p:spPr bwMode="auto">
                <a:xfrm>
                  <a:off x="7231786" y="4002458"/>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90" name="Group 257">
                  <a:extLst>
                    <a:ext uri="{FF2B5EF4-FFF2-40B4-BE49-F238E27FC236}">
                      <a16:creationId xmlns:a16="http://schemas.microsoft.com/office/drawing/2014/main" id="{BB6292A7-CE54-BB7E-158B-9FBCC4093698}"/>
                    </a:ext>
                  </a:extLst>
                </p:cNvPr>
                <p:cNvGrpSpPr>
                  <a:grpSpLocks/>
                </p:cNvGrpSpPr>
                <p:nvPr/>
              </p:nvGrpSpPr>
              <p:grpSpPr bwMode="auto">
                <a:xfrm>
                  <a:off x="7143423" y="3912843"/>
                  <a:ext cx="481775" cy="369898"/>
                  <a:chOff x="3063" y="302"/>
                  <a:chExt cx="856" cy="582"/>
                </a:xfrm>
                <a:solidFill>
                  <a:schemeClr val="bg1"/>
                </a:solidFill>
              </p:grpSpPr>
              <p:sp>
                <p:nvSpPr>
                  <p:cNvPr id="191" name="Freeform 241">
                    <a:extLst>
                      <a:ext uri="{FF2B5EF4-FFF2-40B4-BE49-F238E27FC236}">
                        <a16:creationId xmlns:a16="http://schemas.microsoft.com/office/drawing/2014/main" id="{B0DE78BF-0705-4A63-CE3C-B295C0D38519}"/>
                      </a:ext>
                    </a:extLst>
                  </p:cNvPr>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2" name="Arc 242">
                    <a:extLst>
                      <a:ext uri="{FF2B5EF4-FFF2-40B4-BE49-F238E27FC236}">
                        <a16:creationId xmlns:a16="http://schemas.microsoft.com/office/drawing/2014/main" id="{6FBDEE4A-6B2D-F1B7-2096-0F376484A5A8}"/>
                      </a:ext>
                    </a:extLst>
                  </p:cNvPr>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3" name="Freeform 243">
                    <a:extLst>
                      <a:ext uri="{FF2B5EF4-FFF2-40B4-BE49-F238E27FC236}">
                        <a16:creationId xmlns:a16="http://schemas.microsoft.com/office/drawing/2014/main" id="{AB19FEC3-6581-459A-AED2-ABB25994FAF3}"/>
                      </a:ext>
                    </a:extLst>
                  </p:cNvPr>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4" name="Arc 244">
                    <a:extLst>
                      <a:ext uri="{FF2B5EF4-FFF2-40B4-BE49-F238E27FC236}">
                        <a16:creationId xmlns:a16="http://schemas.microsoft.com/office/drawing/2014/main" id="{DF34CB4B-70F0-C13D-B111-1358A4BEB401}"/>
                      </a:ext>
                    </a:extLst>
                  </p:cNvPr>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5" name="Freeform 245">
                    <a:extLst>
                      <a:ext uri="{FF2B5EF4-FFF2-40B4-BE49-F238E27FC236}">
                        <a16:creationId xmlns:a16="http://schemas.microsoft.com/office/drawing/2014/main" id="{692A5C0B-FF5E-CC89-F1BC-8D03AAD8DF4B}"/>
                      </a:ext>
                    </a:extLst>
                  </p:cNvPr>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6" name="Arc 246">
                    <a:extLst>
                      <a:ext uri="{FF2B5EF4-FFF2-40B4-BE49-F238E27FC236}">
                        <a16:creationId xmlns:a16="http://schemas.microsoft.com/office/drawing/2014/main" id="{23AF0D71-6D31-8A20-F350-F34E666D2537}"/>
                      </a:ext>
                    </a:extLst>
                  </p:cNvPr>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7" name="Freeform 247">
                    <a:extLst>
                      <a:ext uri="{FF2B5EF4-FFF2-40B4-BE49-F238E27FC236}">
                        <a16:creationId xmlns:a16="http://schemas.microsoft.com/office/drawing/2014/main" id="{355AE79E-5624-92EC-EF4B-2B8F81A06755}"/>
                      </a:ext>
                    </a:extLst>
                  </p:cNvPr>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8" name="Arc 248">
                    <a:extLst>
                      <a:ext uri="{FF2B5EF4-FFF2-40B4-BE49-F238E27FC236}">
                        <a16:creationId xmlns:a16="http://schemas.microsoft.com/office/drawing/2014/main" id="{D1E844CF-D7DA-7E1F-A558-1669BFFA4847}"/>
                      </a:ext>
                    </a:extLst>
                  </p:cNvPr>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9" name="Freeform 249">
                    <a:extLst>
                      <a:ext uri="{FF2B5EF4-FFF2-40B4-BE49-F238E27FC236}">
                        <a16:creationId xmlns:a16="http://schemas.microsoft.com/office/drawing/2014/main" id="{02FF1C2A-23D9-2B8E-2A1F-806CF169EE28}"/>
                      </a:ext>
                    </a:extLst>
                  </p:cNvPr>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0" name="Arc 250">
                    <a:extLst>
                      <a:ext uri="{FF2B5EF4-FFF2-40B4-BE49-F238E27FC236}">
                        <a16:creationId xmlns:a16="http://schemas.microsoft.com/office/drawing/2014/main" id="{05343C7F-1624-3FFC-5BB2-50B7A5172BDF}"/>
                      </a:ext>
                    </a:extLst>
                  </p:cNvPr>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1" name="Freeform 251">
                    <a:extLst>
                      <a:ext uri="{FF2B5EF4-FFF2-40B4-BE49-F238E27FC236}">
                        <a16:creationId xmlns:a16="http://schemas.microsoft.com/office/drawing/2014/main" id="{EF14D293-20A0-E0F5-D19C-441543F9CFCF}"/>
                      </a:ext>
                    </a:extLst>
                  </p:cNvPr>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2" name="Arc 252">
                    <a:extLst>
                      <a:ext uri="{FF2B5EF4-FFF2-40B4-BE49-F238E27FC236}">
                        <a16:creationId xmlns:a16="http://schemas.microsoft.com/office/drawing/2014/main" id="{A1B63199-A0EF-19CF-017A-9066AE4093DE}"/>
                      </a:ext>
                    </a:extLst>
                  </p:cNvPr>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3" name="Freeform 253">
                    <a:extLst>
                      <a:ext uri="{FF2B5EF4-FFF2-40B4-BE49-F238E27FC236}">
                        <a16:creationId xmlns:a16="http://schemas.microsoft.com/office/drawing/2014/main" id="{B1A6573F-1D1B-3E19-902B-C78FCACE9B3C}"/>
                      </a:ext>
                    </a:extLst>
                  </p:cNvPr>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4" name="Arc 254">
                    <a:extLst>
                      <a:ext uri="{FF2B5EF4-FFF2-40B4-BE49-F238E27FC236}">
                        <a16:creationId xmlns:a16="http://schemas.microsoft.com/office/drawing/2014/main" id="{5AD2A8AC-B47E-7354-6FB5-7445C94E8CE8}"/>
                      </a:ext>
                    </a:extLst>
                  </p:cNvPr>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5" name="Freeform 255">
                    <a:extLst>
                      <a:ext uri="{FF2B5EF4-FFF2-40B4-BE49-F238E27FC236}">
                        <a16:creationId xmlns:a16="http://schemas.microsoft.com/office/drawing/2014/main" id="{56DC0165-B5AE-2494-7922-EBB7ACCD4FC7}"/>
                      </a:ext>
                    </a:extLst>
                  </p:cNvPr>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6" name="Arc 256">
                    <a:extLst>
                      <a:ext uri="{FF2B5EF4-FFF2-40B4-BE49-F238E27FC236}">
                        <a16:creationId xmlns:a16="http://schemas.microsoft.com/office/drawing/2014/main" id="{808EDCD8-2CB5-1C46-52FA-C689AABA03D2}"/>
                      </a:ext>
                    </a:extLst>
                  </p:cNvPr>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grpSp>
          </p:grpSp>
          <p:sp>
            <p:nvSpPr>
              <p:cNvPr id="207" name="Text Box 173">
                <a:extLst>
                  <a:ext uri="{FF2B5EF4-FFF2-40B4-BE49-F238E27FC236}">
                    <a16:creationId xmlns:a16="http://schemas.microsoft.com/office/drawing/2014/main" id="{2E8AEED5-9F31-F266-8035-840FA139E545}"/>
                  </a:ext>
                </a:extLst>
              </p:cNvPr>
              <p:cNvSpPr txBox="1">
                <a:spLocks noChangeArrowheads="1"/>
              </p:cNvSpPr>
              <p:nvPr/>
            </p:nvSpPr>
            <p:spPr bwMode="auto">
              <a:xfrm>
                <a:off x="5936407" y="3987112"/>
                <a:ext cx="32893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X</a:t>
                </a:r>
              </a:p>
            </p:txBody>
          </p:sp>
        </p:grpSp>
      </p:grpSp>
      <p:sp>
        <p:nvSpPr>
          <p:cNvPr id="215" name="文本框 214">
            <a:extLst>
              <a:ext uri="{FF2B5EF4-FFF2-40B4-BE49-F238E27FC236}">
                <a16:creationId xmlns:a16="http://schemas.microsoft.com/office/drawing/2014/main" id="{3408A01C-EE79-3C0F-4298-217A5CAE8154}"/>
              </a:ext>
            </a:extLst>
          </p:cNvPr>
          <p:cNvSpPr txBox="1"/>
          <p:nvPr/>
        </p:nvSpPr>
        <p:spPr>
          <a:xfrm>
            <a:off x="602978" y="3338434"/>
            <a:ext cx="7772400" cy="1317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285750" indent="-285750">
              <a:lnSpc>
                <a:spcPts val="3300"/>
              </a:lnSpc>
              <a:buClr>
                <a:srgbClr val="0070C0"/>
              </a:buClr>
              <a:buFont typeface="Wingdings" pitchFamily="2" charset="2"/>
              <a:buChar char="l"/>
              <a:defRPr sz="2000" b="1">
                <a:latin typeface="微软雅黑" pitchFamily="34" charset="-122"/>
                <a:ea typeface="微软雅黑" pitchFamily="34" charset="-122"/>
              </a:defRPr>
            </a:lvl1pPr>
          </a:lstStyle>
          <a:p>
            <a:r>
              <a:rPr lang="zh-CN" altLang="en-US" dirty="0"/>
              <a:t>边界路由器</a:t>
            </a:r>
            <a:r>
              <a:rPr lang="en-US" altLang="zh-CN" dirty="0"/>
              <a:t>R2</a:t>
            </a:r>
            <a:r>
              <a:rPr lang="zh-CN" altLang="en-US" dirty="0"/>
              <a:t>应当把获得的</a:t>
            </a:r>
            <a:r>
              <a:rPr lang="en-US" altLang="zh-CN" dirty="0"/>
              <a:t>BGP</a:t>
            </a:r>
            <a:r>
              <a:rPr lang="zh-CN" altLang="en-US" dirty="0"/>
              <a:t>路由，通过</a:t>
            </a:r>
            <a:r>
              <a:rPr lang="en-US" altLang="zh-CN" dirty="0">
                <a:solidFill>
                  <a:srgbClr val="0000FF"/>
                </a:solidFill>
              </a:rPr>
              <a:t>iBGP</a:t>
            </a:r>
            <a:r>
              <a:rPr lang="zh-CN" altLang="en-US" dirty="0">
                <a:solidFill>
                  <a:srgbClr val="0000FF"/>
                </a:solidFill>
              </a:rPr>
              <a:t>连接</a:t>
            </a:r>
            <a:r>
              <a:rPr lang="zh-CN" altLang="en-US" dirty="0"/>
              <a:t>再转发给其所在的</a:t>
            </a:r>
            <a:r>
              <a:rPr lang="en-US" altLang="zh-CN" dirty="0"/>
              <a:t>AS</a:t>
            </a:r>
            <a:r>
              <a:rPr lang="zh-CN" altLang="en-US" dirty="0"/>
              <a:t>内部的所有其他路由器。</a:t>
            </a:r>
            <a:endParaRPr lang="en-US" altLang="zh-CN" dirty="0"/>
          </a:p>
          <a:p>
            <a:r>
              <a:rPr lang="zh-CN" altLang="en-US" dirty="0"/>
              <a:t>在</a:t>
            </a:r>
            <a:r>
              <a:rPr lang="en-US" altLang="zh-CN" dirty="0"/>
              <a:t>AS</a:t>
            </a:r>
            <a:r>
              <a:rPr lang="zh-CN" altLang="en-US" dirty="0"/>
              <a:t>内部，每两台路由器之间都要建立</a:t>
            </a:r>
            <a:r>
              <a:rPr lang="en-US" altLang="zh-CN" dirty="0"/>
              <a:t>iBGP</a:t>
            </a:r>
            <a:r>
              <a:rPr lang="zh-CN" altLang="en-US" dirty="0"/>
              <a:t>连接。</a:t>
            </a:r>
          </a:p>
        </p:txBody>
      </p:sp>
      <p:sp>
        <p:nvSpPr>
          <p:cNvPr id="56" name="Line 159">
            <a:extLst>
              <a:ext uri="{FF2B5EF4-FFF2-40B4-BE49-F238E27FC236}">
                <a16:creationId xmlns:a16="http://schemas.microsoft.com/office/drawing/2014/main" id="{2141951C-B99C-8B0C-670D-4BDA9C08B317}"/>
              </a:ext>
            </a:extLst>
          </p:cNvPr>
          <p:cNvSpPr>
            <a:spLocks noChangeShapeType="1"/>
          </p:cNvSpPr>
          <p:nvPr/>
        </p:nvSpPr>
        <p:spPr bwMode="auto">
          <a:xfrm>
            <a:off x="2944478" y="1693429"/>
            <a:ext cx="1130300" cy="56991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58" name="Picture 46">
            <a:extLst>
              <a:ext uri="{FF2B5EF4-FFF2-40B4-BE49-F238E27FC236}">
                <a16:creationId xmlns:a16="http://schemas.microsoft.com/office/drawing/2014/main" id="{96E8D045-5936-1F87-3F02-1C617412734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98416" y="1569604"/>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9" name="Picture 46">
            <a:extLst>
              <a:ext uri="{FF2B5EF4-FFF2-40B4-BE49-F238E27FC236}">
                <a16:creationId xmlns:a16="http://schemas.microsoft.com/office/drawing/2014/main" id="{C710EF38-D96F-3919-76C5-AC27805BFBB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04753" y="2815791"/>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3" name="TextBox 255">
            <a:extLst>
              <a:ext uri="{FF2B5EF4-FFF2-40B4-BE49-F238E27FC236}">
                <a16:creationId xmlns:a16="http://schemas.microsoft.com/office/drawing/2014/main" id="{6E3A833D-6E82-A12A-8222-589CE2D16F99}"/>
              </a:ext>
            </a:extLst>
          </p:cNvPr>
          <p:cNvSpPr txBox="1">
            <a:spLocks noChangeArrowheads="1"/>
          </p:cNvSpPr>
          <p:nvPr/>
        </p:nvSpPr>
        <p:spPr bwMode="auto">
          <a:xfrm>
            <a:off x="3860466" y="977466"/>
            <a:ext cx="10887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b="1">
                <a:latin typeface="微软雅黑" panose="020B0503020204020204" pitchFamily="34" charset="-122"/>
                <a:ea typeface="微软雅黑" panose="020B0503020204020204" pitchFamily="34" charset="-122"/>
                <a:sym typeface="Wingdings 2" panose="05020102010507070707" pitchFamily="18" charset="2"/>
              </a:rPr>
              <a:t>BGP </a:t>
            </a:r>
            <a:r>
              <a:rPr lang="zh-CN" altLang="en-US" sz="1600" b="1">
                <a:latin typeface="微软雅黑" panose="020B0503020204020204" pitchFamily="34" charset="-122"/>
                <a:ea typeface="微软雅黑" panose="020B0503020204020204" pitchFamily="34" charset="-122"/>
                <a:sym typeface="Wingdings 2" panose="05020102010507070707" pitchFamily="18" charset="2"/>
              </a:rPr>
              <a:t>路由</a:t>
            </a:r>
            <a:endParaRPr lang="zh-CN" altLang="en-US" sz="1600" b="1">
              <a:latin typeface="微软雅黑" panose="020B0503020204020204" pitchFamily="34" charset="-122"/>
              <a:ea typeface="微软雅黑" panose="020B0503020204020204" pitchFamily="34" charset="-122"/>
            </a:endParaRPr>
          </a:p>
        </p:txBody>
      </p:sp>
      <p:sp>
        <p:nvSpPr>
          <p:cNvPr id="64" name="Line 159">
            <a:extLst>
              <a:ext uri="{FF2B5EF4-FFF2-40B4-BE49-F238E27FC236}">
                <a16:creationId xmlns:a16="http://schemas.microsoft.com/office/drawing/2014/main" id="{8C54F6D4-C7DF-0475-0670-6C8128597F5F}"/>
              </a:ext>
            </a:extLst>
          </p:cNvPr>
          <p:cNvSpPr>
            <a:spLocks noChangeShapeType="1"/>
          </p:cNvSpPr>
          <p:nvPr/>
        </p:nvSpPr>
        <p:spPr bwMode="auto">
          <a:xfrm flipV="1">
            <a:off x="1950703" y="2279216"/>
            <a:ext cx="2093913" cy="26988"/>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65" name="Line 159">
            <a:extLst>
              <a:ext uri="{FF2B5EF4-FFF2-40B4-BE49-F238E27FC236}">
                <a16:creationId xmlns:a16="http://schemas.microsoft.com/office/drawing/2014/main" id="{E8FF2AFB-AC2B-015C-54D6-73025EDA4B0B}"/>
              </a:ext>
            </a:extLst>
          </p:cNvPr>
          <p:cNvSpPr>
            <a:spLocks noChangeShapeType="1"/>
          </p:cNvSpPr>
          <p:nvPr/>
        </p:nvSpPr>
        <p:spPr bwMode="auto">
          <a:xfrm flipV="1">
            <a:off x="2749216" y="2312554"/>
            <a:ext cx="1368425" cy="57626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66" name="Picture 46">
            <a:extLst>
              <a:ext uri="{FF2B5EF4-FFF2-40B4-BE49-F238E27FC236}">
                <a16:creationId xmlns:a16="http://schemas.microsoft.com/office/drawing/2014/main" id="{931BD0F4-A9BD-9319-506E-ADB8E401E33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73178" y="2203016"/>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7" name="Picture 52">
            <a:extLst>
              <a:ext uri="{FF2B5EF4-FFF2-40B4-BE49-F238E27FC236}">
                <a16:creationId xmlns:a16="http://schemas.microsoft.com/office/drawing/2014/main" id="{194EAD58-A332-5313-2115-34344F7E4AA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41153" y="2218891"/>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8" name="Text Box 175">
            <a:extLst>
              <a:ext uri="{FF2B5EF4-FFF2-40B4-BE49-F238E27FC236}">
                <a16:creationId xmlns:a16="http://schemas.microsoft.com/office/drawing/2014/main" id="{7E7BCF96-4CB2-5D10-DAEE-AD26FD17F925}"/>
              </a:ext>
            </a:extLst>
          </p:cNvPr>
          <p:cNvSpPr txBox="1">
            <a:spLocks noChangeArrowheads="1"/>
          </p:cNvSpPr>
          <p:nvPr/>
        </p:nvSpPr>
        <p:spPr bwMode="auto">
          <a:xfrm rot="1597053">
            <a:off x="2793402" y="1744021"/>
            <a:ext cx="6783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b="1">
                <a:latin typeface="微软雅黑" panose="020B0503020204020204" pitchFamily="34" charset="-122"/>
                <a:ea typeface="微软雅黑" panose="020B0503020204020204" pitchFamily="34" charset="-122"/>
              </a:rPr>
              <a:t>iBGP</a:t>
            </a:r>
            <a:endParaRPr lang="en-US" altLang="zh-CN" sz="1600" b="1" baseline="-25000">
              <a:latin typeface="微软雅黑" panose="020B0503020204020204" pitchFamily="34" charset="-122"/>
              <a:ea typeface="微软雅黑" panose="020B0503020204020204" pitchFamily="34" charset="-122"/>
            </a:endParaRPr>
          </a:p>
        </p:txBody>
      </p:sp>
      <p:sp>
        <p:nvSpPr>
          <p:cNvPr id="69" name="Text Box 175">
            <a:extLst>
              <a:ext uri="{FF2B5EF4-FFF2-40B4-BE49-F238E27FC236}">
                <a16:creationId xmlns:a16="http://schemas.microsoft.com/office/drawing/2014/main" id="{90A93A32-856C-BAB1-5EEB-D199C14D8555}"/>
              </a:ext>
            </a:extLst>
          </p:cNvPr>
          <p:cNvSpPr txBox="1">
            <a:spLocks noChangeArrowheads="1"/>
          </p:cNvSpPr>
          <p:nvPr/>
        </p:nvSpPr>
        <p:spPr bwMode="auto">
          <a:xfrm>
            <a:off x="2096753" y="2007754"/>
            <a:ext cx="6783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b="1">
                <a:latin typeface="微软雅黑" panose="020B0503020204020204" pitchFamily="34" charset="-122"/>
                <a:ea typeface="微软雅黑" panose="020B0503020204020204" pitchFamily="34" charset="-122"/>
              </a:rPr>
              <a:t>iBGP</a:t>
            </a:r>
            <a:endParaRPr lang="en-US" altLang="zh-CN" sz="1600" b="1" baseline="-25000">
              <a:latin typeface="微软雅黑" panose="020B0503020204020204" pitchFamily="34" charset="-122"/>
              <a:ea typeface="微软雅黑" panose="020B0503020204020204" pitchFamily="34" charset="-122"/>
            </a:endParaRPr>
          </a:p>
        </p:txBody>
      </p:sp>
      <p:grpSp>
        <p:nvGrpSpPr>
          <p:cNvPr id="72" name="组合 218">
            <a:extLst>
              <a:ext uri="{FF2B5EF4-FFF2-40B4-BE49-F238E27FC236}">
                <a16:creationId xmlns:a16="http://schemas.microsoft.com/office/drawing/2014/main" id="{9D81557E-B2F4-F931-B515-93BD69B00037}"/>
              </a:ext>
            </a:extLst>
          </p:cNvPr>
          <p:cNvGrpSpPr>
            <a:grpSpLocks/>
          </p:cNvGrpSpPr>
          <p:nvPr/>
        </p:nvGrpSpPr>
        <p:grpSpPr bwMode="auto">
          <a:xfrm rot="1548408">
            <a:off x="3000041" y="1728354"/>
            <a:ext cx="561975" cy="71437"/>
            <a:chOff x="6732241" y="2663758"/>
            <a:chExt cx="562040" cy="72008"/>
          </a:xfrm>
        </p:grpSpPr>
        <p:cxnSp>
          <p:nvCxnSpPr>
            <p:cNvPr id="162" name="直接箭头连接符 329">
              <a:extLst>
                <a:ext uri="{FF2B5EF4-FFF2-40B4-BE49-F238E27FC236}">
                  <a16:creationId xmlns:a16="http://schemas.microsoft.com/office/drawing/2014/main" id="{42036000-8D59-301F-174F-05CB8198B165}"/>
                </a:ext>
              </a:extLst>
            </p:cNvPr>
            <p:cNvCxnSpPr>
              <a:cxnSpLocks noChangeShapeType="1"/>
            </p:cNvCxnSpPr>
            <p:nvPr/>
          </p:nvCxnSpPr>
          <p:spPr bwMode="auto">
            <a:xfrm flipH="1">
              <a:off x="6732241" y="2708920"/>
              <a:ext cx="288031" cy="0"/>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63" name="矩形 162">
              <a:extLst>
                <a:ext uri="{FF2B5EF4-FFF2-40B4-BE49-F238E27FC236}">
                  <a16:creationId xmlns:a16="http://schemas.microsoft.com/office/drawing/2014/main" id="{D660297D-D350-1E5D-833F-02CAA972E61B}"/>
                </a:ext>
              </a:extLst>
            </p:cNvPr>
            <p:cNvSpPr/>
            <p:nvPr/>
          </p:nvSpPr>
          <p:spPr bwMode="auto">
            <a:xfrm>
              <a:off x="6927499" y="2663944"/>
              <a:ext cx="360405" cy="72008"/>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grpSp>
        <p:nvGrpSpPr>
          <p:cNvPr id="73" name="组合 221">
            <a:extLst>
              <a:ext uri="{FF2B5EF4-FFF2-40B4-BE49-F238E27FC236}">
                <a16:creationId xmlns:a16="http://schemas.microsoft.com/office/drawing/2014/main" id="{94DE17DC-B75E-C063-3980-1C7BC5FED95E}"/>
              </a:ext>
            </a:extLst>
          </p:cNvPr>
          <p:cNvGrpSpPr>
            <a:grpSpLocks/>
          </p:cNvGrpSpPr>
          <p:nvPr/>
        </p:nvGrpSpPr>
        <p:grpSpPr bwMode="auto">
          <a:xfrm rot="20292153">
            <a:off x="2955591" y="2553854"/>
            <a:ext cx="561975" cy="71437"/>
            <a:chOff x="6732241" y="2663758"/>
            <a:chExt cx="562040" cy="72008"/>
          </a:xfrm>
        </p:grpSpPr>
        <p:cxnSp>
          <p:nvCxnSpPr>
            <p:cNvPr id="160" name="直接箭头连接符 329">
              <a:extLst>
                <a:ext uri="{FF2B5EF4-FFF2-40B4-BE49-F238E27FC236}">
                  <a16:creationId xmlns:a16="http://schemas.microsoft.com/office/drawing/2014/main" id="{2310FECD-44ED-53B8-E155-A85BB8ED3003}"/>
                </a:ext>
              </a:extLst>
            </p:cNvPr>
            <p:cNvCxnSpPr>
              <a:cxnSpLocks noChangeShapeType="1"/>
            </p:cNvCxnSpPr>
            <p:nvPr/>
          </p:nvCxnSpPr>
          <p:spPr bwMode="auto">
            <a:xfrm flipH="1">
              <a:off x="6732241" y="2708920"/>
              <a:ext cx="288031" cy="0"/>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61" name="矩形 160">
              <a:extLst>
                <a:ext uri="{FF2B5EF4-FFF2-40B4-BE49-F238E27FC236}">
                  <a16:creationId xmlns:a16="http://schemas.microsoft.com/office/drawing/2014/main" id="{229B4044-69E2-A37B-CD26-637648C683F2}"/>
                </a:ext>
              </a:extLst>
            </p:cNvPr>
            <p:cNvSpPr/>
            <p:nvPr/>
          </p:nvSpPr>
          <p:spPr bwMode="auto">
            <a:xfrm>
              <a:off x="6934036" y="2661373"/>
              <a:ext cx="360404" cy="72009"/>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grpSp>
        <p:nvGrpSpPr>
          <p:cNvPr id="74" name="组合 224">
            <a:extLst>
              <a:ext uri="{FF2B5EF4-FFF2-40B4-BE49-F238E27FC236}">
                <a16:creationId xmlns:a16="http://schemas.microsoft.com/office/drawing/2014/main" id="{0793B6CB-F693-38C9-3716-49D6A0A5A802}"/>
              </a:ext>
            </a:extLst>
          </p:cNvPr>
          <p:cNvGrpSpPr>
            <a:grpSpLocks/>
          </p:cNvGrpSpPr>
          <p:nvPr/>
        </p:nvGrpSpPr>
        <p:grpSpPr bwMode="auto">
          <a:xfrm>
            <a:off x="2896853" y="2160154"/>
            <a:ext cx="561975" cy="71437"/>
            <a:chOff x="6732241" y="2663758"/>
            <a:chExt cx="562040" cy="72008"/>
          </a:xfrm>
        </p:grpSpPr>
        <p:cxnSp>
          <p:nvCxnSpPr>
            <p:cNvPr id="126" name="直接箭头连接符 329">
              <a:extLst>
                <a:ext uri="{FF2B5EF4-FFF2-40B4-BE49-F238E27FC236}">
                  <a16:creationId xmlns:a16="http://schemas.microsoft.com/office/drawing/2014/main" id="{FF28834B-3D80-0830-C78D-EE3B5B164934}"/>
                </a:ext>
              </a:extLst>
            </p:cNvPr>
            <p:cNvCxnSpPr>
              <a:cxnSpLocks noChangeShapeType="1"/>
            </p:cNvCxnSpPr>
            <p:nvPr/>
          </p:nvCxnSpPr>
          <p:spPr bwMode="auto">
            <a:xfrm flipH="1">
              <a:off x="6732241" y="2708920"/>
              <a:ext cx="288031" cy="0"/>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27" name="矩形 126">
              <a:extLst>
                <a:ext uri="{FF2B5EF4-FFF2-40B4-BE49-F238E27FC236}">
                  <a16:creationId xmlns:a16="http://schemas.microsoft.com/office/drawing/2014/main" id="{58DA7524-5FD5-545D-8884-95360863EB5C}"/>
                </a:ext>
              </a:extLst>
            </p:cNvPr>
            <p:cNvSpPr/>
            <p:nvPr/>
          </p:nvSpPr>
          <p:spPr bwMode="auto">
            <a:xfrm>
              <a:off x="6933877" y="2663758"/>
              <a:ext cx="360404" cy="72008"/>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grpSp>
        <p:nvGrpSpPr>
          <p:cNvPr id="24" name="组合 23">
            <a:extLst>
              <a:ext uri="{FF2B5EF4-FFF2-40B4-BE49-F238E27FC236}">
                <a16:creationId xmlns:a16="http://schemas.microsoft.com/office/drawing/2014/main" id="{C906BD6D-6E9F-1B29-861E-EB89FCF567B7}"/>
              </a:ext>
            </a:extLst>
          </p:cNvPr>
          <p:cNvGrpSpPr/>
          <p:nvPr/>
        </p:nvGrpSpPr>
        <p:grpSpPr>
          <a:xfrm>
            <a:off x="3314366" y="1259910"/>
            <a:ext cx="1712929" cy="1268544"/>
            <a:chOff x="3314366" y="1259910"/>
            <a:chExt cx="1712929" cy="1268544"/>
          </a:xfrm>
        </p:grpSpPr>
        <p:grpSp>
          <p:nvGrpSpPr>
            <p:cNvPr id="164" name="组合 163">
              <a:extLst>
                <a:ext uri="{FF2B5EF4-FFF2-40B4-BE49-F238E27FC236}">
                  <a16:creationId xmlns:a16="http://schemas.microsoft.com/office/drawing/2014/main" id="{2BFDBC6A-0877-CC7C-D5D1-5404C440E0D4}"/>
                </a:ext>
              </a:extLst>
            </p:cNvPr>
            <p:cNvGrpSpPr/>
            <p:nvPr/>
          </p:nvGrpSpPr>
          <p:grpSpPr>
            <a:xfrm>
              <a:off x="3782396" y="1259910"/>
              <a:ext cx="1244899" cy="338554"/>
              <a:chOff x="3782396" y="1259910"/>
              <a:chExt cx="1244899" cy="338554"/>
            </a:xfrm>
          </p:grpSpPr>
          <p:sp>
            <p:nvSpPr>
              <p:cNvPr id="61" name="圆角矩形 160">
                <a:extLst>
                  <a:ext uri="{FF2B5EF4-FFF2-40B4-BE49-F238E27FC236}">
                    <a16:creationId xmlns:a16="http://schemas.microsoft.com/office/drawing/2014/main" id="{D7D5BEB7-FF77-48F7-8501-70951528D65B}"/>
                  </a:ext>
                </a:extLst>
              </p:cNvPr>
              <p:cNvSpPr>
                <a:spLocks noChangeArrowheads="1"/>
              </p:cNvSpPr>
              <p:nvPr/>
            </p:nvSpPr>
            <p:spPr bwMode="auto">
              <a:xfrm>
                <a:off x="3830303" y="1287029"/>
                <a:ext cx="1033463" cy="288925"/>
              </a:xfrm>
              <a:prstGeom prst="roundRect">
                <a:avLst>
                  <a:gd name="adj" fmla="val 26806"/>
                </a:avLst>
              </a:prstGeom>
              <a:solidFill>
                <a:srgbClr val="FFFF00"/>
              </a:solidFill>
              <a:ln w="19050" algn="ctr">
                <a:solidFill>
                  <a:schemeClr val="tx1"/>
                </a:solidFill>
                <a:round/>
                <a:headEnd/>
                <a:tailEnd/>
              </a:ln>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sp>
            <p:nvSpPr>
              <p:cNvPr id="62" name="Text Box 173">
                <a:extLst>
                  <a:ext uri="{FF2B5EF4-FFF2-40B4-BE49-F238E27FC236}">
                    <a16:creationId xmlns:a16="http://schemas.microsoft.com/office/drawing/2014/main" id="{630AA08F-90BB-F403-E584-BEC67D0A2A28}"/>
                  </a:ext>
                </a:extLst>
              </p:cNvPr>
              <p:cNvSpPr txBox="1">
                <a:spLocks noChangeArrowheads="1"/>
              </p:cNvSpPr>
              <p:nvPr/>
            </p:nvSpPr>
            <p:spPr bwMode="auto">
              <a:xfrm>
                <a:off x="3782396" y="1259910"/>
                <a:ext cx="12448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ts val="600"/>
                  </a:spcBef>
                  <a:buFontTx/>
                  <a:buNone/>
                </a:pPr>
                <a:r>
                  <a:rPr lang="en-US" altLang="zh-CN" sz="1600" b="1" dirty="0">
                    <a:latin typeface="微软雅黑" panose="020B0503020204020204" pitchFamily="34" charset="-122"/>
                    <a:ea typeface="微软雅黑" panose="020B0503020204020204" pitchFamily="34" charset="-122"/>
                  </a:rPr>
                  <a:t>X, AS</a:t>
                </a:r>
                <a:r>
                  <a:rPr lang="en-US" altLang="zh-CN" sz="1600" b="1" baseline="-25000" dirty="0">
                    <a:latin typeface="微软雅黑" panose="020B0503020204020204" pitchFamily="34" charset="-122"/>
                    <a:ea typeface="微软雅黑" panose="020B0503020204020204" pitchFamily="34" charset="-122"/>
                  </a:rPr>
                  <a:t>1</a:t>
                </a:r>
                <a:r>
                  <a:rPr lang="en-US" altLang="zh-CN" sz="1600" b="1" dirty="0">
                    <a:latin typeface="微软雅黑" panose="020B0503020204020204" pitchFamily="34" charset="-122"/>
                    <a:ea typeface="微软雅黑" panose="020B0503020204020204" pitchFamily="34" charset="-122"/>
                  </a:rPr>
                  <a:t>, R</a:t>
                </a:r>
                <a:r>
                  <a:rPr lang="en-US" altLang="zh-CN" sz="1600" b="1" baseline="-25000" dirty="0">
                    <a:latin typeface="微软雅黑" panose="020B0503020204020204" pitchFamily="34" charset="-122"/>
                    <a:ea typeface="微软雅黑" panose="020B0503020204020204" pitchFamily="34" charset="-122"/>
                  </a:rPr>
                  <a:t>1</a:t>
                </a:r>
                <a:r>
                  <a:rPr lang="zh-CN" altLang="en-US" sz="1600" b="1" dirty="0">
                    <a:latin typeface="微软雅黑" panose="020B0503020204020204" pitchFamily="34" charset="-122"/>
                    <a:ea typeface="微软雅黑" panose="020B0503020204020204" pitchFamily="34" charset="-122"/>
                  </a:rPr>
                  <a:t>                                                 </a:t>
                </a:r>
                <a:endParaRPr lang="en-US" altLang="zh-CN" sz="1600" b="1" dirty="0">
                  <a:latin typeface="微软雅黑" panose="020B0503020204020204" pitchFamily="34" charset="-122"/>
                  <a:ea typeface="微软雅黑" panose="020B0503020204020204" pitchFamily="34" charset="-122"/>
                </a:endParaRPr>
              </a:p>
            </p:txBody>
          </p:sp>
        </p:grpSp>
        <p:cxnSp>
          <p:nvCxnSpPr>
            <p:cNvPr id="75" name="直接箭头连接符 329">
              <a:extLst>
                <a:ext uri="{FF2B5EF4-FFF2-40B4-BE49-F238E27FC236}">
                  <a16:creationId xmlns:a16="http://schemas.microsoft.com/office/drawing/2014/main" id="{5DA0E828-E121-CA1E-5D1A-4A8A5F445C17}"/>
                </a:ext>
              </a:extLst>
            </p:cNvPr>
            <p:cNvCxnSpPr>
              <a:cxnSpLocks noChangeShapeType="1"/>
            </p:cNvCxnSpPr>
            <p:nvPr/>
          </p:nvCxnSpPr>
          <p:spPr bwMode="auto">
            <a:xfrm flipH="1">
              <a:off x="3358816" y="1568016"/>
              <a:ext cx="715962" cy="96043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76" name="直接箭头连接符 329">
              <a:extLst>
                <a:ext uri="{FF2B5EF4-FFF2-40B4-BE49-F238E27FC236}">
                  <a16:creationId xmlns:a16="http://schemas.microsoft.com/office/drawing/2014/main" id="{E30BC3FE-3CAF-290C-E6E7-59C8921E5A5E}"/>
                </a:ext>
              </a:extLst>
            </p:cNvPr>
            <p:cNvCxnSpPr>
              <a:cxnSpLocks noChangeShapeType="1"/>
            </p:cNvCxnSpPr>
            <p:nvPr/>
          </p:nvCxnSpPr>
          <p:spPr bwMode="auto">
            <a:xfrm flipH="1">
              <a:off x="3314366" y="1568016"/>
              <a:ext cx="546100" cy="606425"/>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87" name="直接箭头连接符 329">
              <a:extLst>
                <a:ext uri="{FF2B5EF4-FFF2-40B4-BE49-F238E27FC236}">
                  <a16:creationId xmlns:a16="http://schemas.microsoft.com/office/drawing/2014/main" id="{07A7C7F2-A235-9249-ECF3-3DC8C6BF6315}"/>
                </a:ext>
              </a:extLst>
            </p:cNvPr>
            <p:cNvCxnSpPr>
              <a:cxnSpLocks noChangeShapeType="1"/>
              <a:endCxn id="163" idx="0"/>
            </p:cNvCxnSpPr>
            <p:nvPr/>
          </p:nvCxnSpPr>
          <p:spPr bwMode="auto">
            <a:xfrm flipH="1">
              <a:off x="3382628" y="1488641"/>
              <a:ext cx="447675" cy="28416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spTree>
    <p:extLst>
      <p:ext uri="{BB962C8B-B14F-4D97-AF65-F5344CB8AC3E}">
        <p14:creationId xmlns:p14="http://schemas.microsoft.com/office/powerpoint/2010/main" val="4278439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15">
                                            <p:txEl>
                                              <p:pRg st="0" end="0"/>
                                            </p:txEl>
                                          </p:spTgt>
                                        </p:tgtEl>
                                        <p:attrNameLst>
                                          <p:attrName>style.visibility</p:attrName>
                                        </p:attrNameLst>
                                      </p:cBhvr>
                                      <p:to>
                                        <p:strVal val="visible"/>
                                      </p:to>
                                    </p:set>
                                    <p:animEffect transition="in" filter="fade">
                                      <p:cBhvr>
                                        <p:cTn id="7" dur="1000"/>
                                        <p:tgtEl>
                                          <p:spTgt spid="215">
                                            <p:txEl>
                                              <p:pRg st="0" end="0"/>
                                            </p:txEl>
                                          </p:spTgt>
                                        </p:tgtEl>
                                      </p:cBhvr>
                                    </p:animEffect>
                                    <p:anim calcmode="lin" valueType="num">
                                      <p:cBhvr>
                                        <p:cTn id="8" dur="1000" fill="hold"/>
                                        <p:tgtEl>
                                          <p:spTgt spid="21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1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15">
                                            <p:txEl>
                                              <p:pRg st="1" end="1"/>
                                            </p:txEl>
                                          </p:spTgt>
                                        </p:tgtEl>
                                        <p:attrNameLst>
                                          <p:attrName>style.visibility</p:attrName>
                                        </p:attrNameLst>
                                      </p:cBhvr>
                                      <p:to>
                                        <p:strVal val="visible"/>
                                      </p:to>
                                    </p:set>
                                    <p:animEffect transition="in" filter="fade">
                                      <p:cBhvr>
                                        <p:cTn id="14" dur="1000"/>
                                        <p:tgtEl>
                                          <p:spTgt spid="215">
                                            <p:txEl>
                                              <p:pRg st="1" end="1"/>
                                            </p:txEl>
                                          </p:spTgt>
                                        </p:tgtEl>
                                      </p:cBhvr>
                                    </p:animEffect>
                                    <p:anim calcmode="lin" valueType="num">
                                      <p:cBhvr>
                                        <p:cTn id="15" dur="1000" fill="hold"/>
                                        <p:tgtEl>
                                          <p:spTgt spid="215">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1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nodeType="clickEffect">
                                  <p:stCondLst>
                                    <p:cond delay="0"/>
                                  </p:stCondLst>
                                  <p:childTnLst>
                                    <p:anim calcmode="discrete" valueType="str">
                                      <p:cBhvr>
                                        <p:cTn id="20" dur="1000" fill="hold"/>
                                        <p:tgtEl>
                                          <p:spTgt spid="24"/>
                                        </p:tgtEl>
                                        <p:attrNameLst>
                                          <p:attrName>style.visibility</p:attrName>
                                        </p:attrNameLst>
                                      </p:cBhvr>
                                      <p:tavLst>
                                        <p:tav tm="0">
                                          <p:val>
                                            <p:strVal val="hidden"/>
                                          </p:val>
                                        </p:tav>
                                        <p:tav tm="50000">
                                          <p:val>
                                            <p:strVal val="visible"/>
                                          </p:val>
                                        </p:tav>
                                      </p:tavLst>
                                    </p:anim>
                                  </p:childTnLst>
                                </p:cTn>
                              </p:par>
                              <p:par>
                                <p:cTn id="21" presetID="35" presetClass="emph" presetSubtype="0" repeatCount="3000" fill="hold" grpId="0" nodeType="withEffect">
                                  <p:stCondLst>
                                    <p:cond delay="0"/>
                                  </p:stCondLst>
                                  <p:childTnLst>
                                    <p:anim calcmode="discrete" valueType="str">
                                      <p:cBhvr>
                                        <p:cTn id="22" dur="1000" fill="hold"/>
                                        <p:tgtEl>
                                          <p:spTgt spid="68"/>
                                        </p:tgtEl>
                                        <p:attrNameLst>
                                          <p:attrName>style.visibility</p:attrName>
                                        </p:attrNameLst>
                                      </p:cBhvr>
                                      <p:tavLst>
                                        <p:tav tm="0">
                                          <p:val>
                                            <p:strVal val="hidden"/>
                                          </p:val>
                                        </p:tav>
                                        <p:tav tm="50000">
                                          <p:val>
                                            <p:strVal val="visible"/>
                                          </p:val>
                                        </p:tav>
                                      </p:tavLst>
                                    </p:anim>
                                  </p:childTnLst>
                                </p:cTn>
                              </p:par>
                              <p:par>
                                <p:cTn id="23" presetID="35" presetClass="emph" presetSubtype="0" repeatCount="3000" fill="hold" grpId="0" nodeType="withEffect">
                                  <p:stCondLst>
                                    <p:cond delay="0"/>
                                  </p:stCondLst>
                                  <p:childTnLst>
                                    <p:anim calcmode="discrete" valueType="str">
                                      <p:cBhvr>
                                        <p:cTn id="24" dur="1000" fill="hold"/>
                                        <p:tgtEl>
                                          <p:spTgt spid="69"/>
                                        </p:tgtEl>
                                        <p:attrNameLst>
                                          <p:attrName>style.visibility</p:attrName>
                                        </p:attrNameLst>
                                      </p:cBhvr>
                                      <p:tavLst>
                                        <p:tav tm="0">
                                          <p:val>
                                            <p:strVal val="hidden"/>
                                          </p:val>
                                        </p:tav>
                                        <p:tav tm="50000">
                                          <p:val>
                                            <p:strVal val="visible"/>
                                          </p:val>
                                        </p:tav>
                                      </p:tavLst>
                                    </p:anim>
                                  </p:childTnLst>
                                </p:cTn>
                              </p:par>
                              <p:par>
                                <p:cTn id="25" presetID="35" presetClass="emph" presetSubtype="0" repeatCount="3000" fill="hold" grpId="0" nodeType="withEffect">
                                  <p:stCondLst>
                                    <p:cond delay="0"/>
                                  </p:stCondLst>
                                  <p:childTnLst>
                                    <p:anim calcmode="discrete" valueType="str">
                                      <p:cBhvr>
                                        <p:cTn id="26" dur="1000" fill="hold"/>
                                        <p:tgtEl>
                                          <p:spTgt spid="64"/>
                                        </p:tgtEl>
                                        <p:attrNameLst>
                                          <p:attrName>style.visibility</p:attrName>
                                        </p:attrNameLst>
                                      </p:cBhvr>
                                      <p:tavLst>
                                        <p:tav tm="0">
                                          <p:val>
                                            <p:strVal val="hidden"/>
                                          </p:val>
                                        </p:tav>
                                        <p:tav tm="50000">
                                          <p:val>
                                            <p:strVal val="visible"/>
                                          </p:val>
                                        </p:tav>
                                      </p:tavLst>
                                    </p:anim>
                                  </p:childTnLst>
                                </p:cTn>
                              </p:par>
                              <p:par>
                                <p:cTn id="27" presetID="35" presetClass="emph" presetSubtype="0" repeatCount="3000" fill="hold" grpId="0" nodeType="withEffect">
                                  <p:stCondLst>
                                    <p:cond delay="0"/>
                                  </p:stCondLst>
                                  <p:childTnLst>
                                    <p:anim calcmode="discrete" valueType="str">
                                      <p:cBhvr>
                                        <p:cTn id="28" dur="1000" fill="hold"/>
                                        <p:tgtEl>
                                          <p:spTgt spid="56"/>
                                        </p:tgtEl>
                                        <p:attrNameLst>
                                          <p:attrName>style.visibility</p:attrName>
                                        </p:attrNameLst>
                                      </p:cBhvr>
                                      <p:tavLst>
                                        <p:tav tm="0">
                                          <p:val>
                                            <p:strVal val="hidden"/>
                                          </p:val>
                                        </p:tav>
                                        <p:tav tm="50000">
                                          <p:val>
                                            <p:strVal val="visible"/>
                                          </p:val>
                                        </p:tav>
                                      </p:tavLst>
                                    </p:anim>
                                  </p:childTnLst>
                                </p:cTn>
                              </p:par>
                              <p:par>
                                <p:cTn id="29" presetID="35" presetClass="emph" presetSubtype="0" repeatCount="3000" fill="hold" grpId="0" nodeType="withEffect">
                                  <p:stCondLst>
                                    <p:cond delay="0"/>
                                  </p:stCondLst>
                                  <p:childTnLst>
                                    <p:anim calcmode="discrete" valueType="str">
                                      <p:cBhvr>
                                        <p:cTn id="30" dur="1000" fill="hold"/>
                                        <p:tgtEl>
                                          <p:spTgt spid="6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 grpId="0" uiExpand="1" build="p"/>
      <p:bldP spid="56" grpId="0" animBg="1"/>
      <p:bldP spid="64" grpId="0" animBg="1"/>
      <p:bldP spid="65" grpId="0" animBg="1"/>
      <p:bldP spid="68" grpId="0"/>
      <p:bldP spid="69"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77ED99-E752-7829-95CA-1F36E6740378}"/>
            </a:ext>
          </a:extLst>
        </p:cNvPr>
        <p:cNvGrpSpPr/>
        <p:nvPr/>
      </p:nvGrpSpPr>
      <p:grpSpPr>
        <a:xfrm>
          <a:off x="0" y="0"/>
          <a:ext cx="0" cy="0"/>
          <a:chOff x="0" y="0"/>
          <a:chExt cx="0" cy="0"/>
        </a:xfrm>
      </p:grpSpPr>
      <p:sp>
        <p:nvSpPr>
          <p:cNvPr id="178" name="圆角矩形 3">
            <a:extLst>
              <a:ext uri="{FF2B5EF4-FFF2-40B4-BE49-F238E27FC236}">
                <a16:creationId xmlns:a16="http://schemas.microsoft.com/office/drawing/2014/main" id="{A17EB7B9-AF91-0129-2FB1-B4D596D91108}"/>
              </a:ext>
            </a:extLst>
          </p:cNvPr>
          <p:cNvSpPr/>
          <p:nvPr/>
        </p:nvSpPr>
        <p:spPr>
          <a:xfrm>
            <a:off x="545144" y="1009972"/>
            <a:ext cx="8053712" cy="227847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222" name="Group 206">
            <a:extLst>
              <a:ext uri="{FF2B5EF4-FFF2-40B4-BE49-F238E27FC236}">
                <a16:creationId xmlns:a16="http://schemas.microsoft.com/office/drawing/2014/main" id="{5E49262F-EF43-5FFC-90CB-FE952867B555}"/>
              </a:ext>
            </a:extLst>
          </p:cNvPr>
          <p:cNvGrpSpPr>
            <a:grpSpLocks/>
          </p:cNvGrpSpPr>
          <p:nvPr/>
        </p:nvGrpSpPr>
        <p:grpSpPr bwMode="auto">
          <a:xfrm>
            <a:off x="5177766" y="1680942"/>
            <a:ext cx="1932048" cy="821560"/>
            <a:chOff x="912" y="768"/>
            <a:chExt cx="2400" cy="1584"/>
          </a:xfrm>
        </p:grpSpPr>
        <p:sp>
          <p:nvSpPr>
            <p:cNvPr id="223" name="Oval 207">
              <a:extLst>
                <a:ext uri="{FF2B5EF4-FFF2-40B4-BE49-F238E27FC236}">
                  <a16:creationId xmlns:a16="http://schemas.microsoft.com/office/drawing/2014/main" id="{FBAA18AA-4646-9362-7554-AA18A342CA37}"/>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4" name="Oval 208">
              <a:extLst>
                <a:ext uri="{FF2B5EF4-FFF2-40B4-BE49-F238E27FC236}">
                  <a16:creationId xmlns:a16="http://schemas.microsoft.com/office/drawing/2014/main" id="{830164D2-6194-6DED-236B-18365F7136AD}"/>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5" name="Oval 209">
              <a:extLst>
                <a:ext uri="{FF2B5EF4-FFF2-40B4-BE49-F238E27FC236}">
                  <a16:creationId xmlns:a16="http://schemas.microsoft.com/office/drawing/2014/main" id="{A34919A4-622E-5065-A323-5CCFA492DF85}"/>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6" name="Oval 210">
              <a:extLst>
                <a:ext uri="{FF2B5EF4-FFF2-40B4-BE49-F238E27FC236}">
                  <a16:creationId xmlns:a16="http://schemas.microsoft.com/office/drawing/2014/main" id="{F253BE86-64E0-0300-9ECD-BBA2932BDD2B}"/>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7" name="Oval 211">
              <a:extLst>
                <a:ext uri="{FF2B5EF4-FFF2-40B4-BE49-F238E27FC236}">
                  <a16:creationId xmlns:a16="http://schemas.microsoft.com/office/drawing/2014/main" id="{CE1D569B-C98E-4D72-08BA-F045A4B68F90}"/>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8" name="Oval 212">
              <a:extLst>
                <a:ext uri="{FF2B5EF4-FFF2-40B4-BE49-F238E27FC236}">
                  <a16:creationId xmlns:a16="http://schemas.microsoft.com/office/drawing/2014/main" id="{08AC4ED0-2C87-4F09-AA6C-0C1CBF5E4C53}"/>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9" name="Oval 213">
              <a:extLst>
                <a:ext uri="{FF2B5EF4-FFF2-40B4-BE49-F238E27FC236}">
                  <a16:creationId xmlns:a16="http://schemas.microsoft.com/office/drawing/2014/main" id="{9CAA9155-44F6-75ED-97AA-E87993656257}"/>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0" name="Oval 214">
              <a:extLst>
                <a:ext uri="{FF2B5EF4-FFF2-40B4-BE49-F238E27FC236}">
                  <a16:creationId xmlns:a16="http://schemas.microsoft.com/office/drawing/2014/main" id="{F13BCAEF-6831-F639-73F0-41E500393C55}"/>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1" name="Oval 215">
              <a:extLst>
                <a:ext uri="{FF2B5EF4-FFF2-40B4-BE49-F238E27FC236}">
                  <a16:creationId xmlns:a16="http://schemas.microsoft.com/office/drawing/2014/main" id="{F980C03C-FA03-2913-E28B-CD9653708AF1}"/>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232" name="Group 216">
              <a:extLst>
                <a:ext uri="{FF2B5EF4-FFF2-40B4-BE49-F238E27FC236}">
                  <a16:creationId xmlns:a16="http://schemas.microsoft.com/office/drawing/2014/main" id="{A48FF108-2F38-F98D-2E6A-0FF6B3930E6B}"/>
                </a:ext>
              </a:extLst>
            </p:cNvPr>
            <p:cNvGrpSpPr>
              <a:grpSpLocks/>
            </p:cNvGrpSpPr>
            <p:nvPr/>
          </p:nvGrpSpPr>
          <p:grpSpPr bwMode="auto">
            <a:xfrm>
              <a:off x="912" y="768"/>
              <a:ext cx="2386" cy="1553"/>
              <a:chOff x="912" y="768"/>
              <a:chExt cx="2386" cy="1553"/>
            </a:xfrm>
          </p:grpSpPr>
          <p:sp>
            <p:nvSpPr>
              <p:cNvPr id="233" name="Oval 217">
                <a:extLst>
                  <a:ext uri="{FF2B5EF4-FFF2-40B4-BE49-F238E27FC236}">
                    <a16:creationId xmlns:a16="http://schemas.microsoft.com/office/drawing/2014/main" id="{A0AAC47D-8B36-D98A-BDDB-B0AAB001EC66}"/>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4" name="Oval 218">
                <a:extLst>
                  <a:ext uri="{FF2B5EF4-FFF2-40B4-BE49-F238E27FC236}">
                    <a16:creationId xmlns:a16="http://schemas.microsoft.com/office/drawing/2014/main" id="{4F21B633-31BF-E4E9-B338-0E70358C2C3E}"/>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5" name="Oval 219">
                <a:extLst>
                  <a:ext uri="{FF2B5EF4-FFF2-40B4-BE49-F238E27FC236}">
                    <a16:creationId xmlns:a16="http://schemas.microsoft.com/office/drawing/2014/main" id="{54B67410-8A67-BAC6-63BE-30BE1BBB4DD5}"/>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6" name="Oval 220">
                <a:extLst>
                  <a:ext uri="{FF2B5EF4-FFF2-40B4-BE49-F238E27FC236}">
                    <a16:creationId xmlns:a16="http://schemas.microsoft.com/office/drawing/2014/main" id="{9D2D19D2-AF0D-7DAC-B158-1DEA45579974}"/>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7" name="Oval 221">
                <a:extLst>
                  <a:ext uri="{FF2B5EF4-FFF2-40B4-BE49-F238E27FC236}">
                    <a16:creationId xmlns:a16="http://schemas.microsoft.com/office/drawing/2014/main" id="{ABCC14A3-87ED-FEF8-5526-C4B260D7ADD4}"/>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8" name="Oval 222">
                <a:extLst>
                  <a:ext uri="{FF2B5EF4-FFF2-40B4-BE49-F238E27FC236}">
                    <a16:creationId xmlns:a16="http://schemas.microsoft.com/office/drawing/2014/main" id="{20DC5A27-0773-8E2C-52FA-35CA6B1D6762}"/>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9" name="Oval 223">
                <a:extLst>
                  <a:ext uri="{FF2B5EF4-FFF2-40B4-BE49-F238E27FC236}">
                    <a16:creationId xmlns:a16="http://schemas.microsoft.com/office/drawing/2014/main" id="{194E4303-E801-EB23-9E57-522AE3D5A39A}"/>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40" name="Oval 224">
                <a:extLst>
                  <a:ext uri="{FF2B5EF4-FFF2-40B4-BE49-F238E27FC236}">
                    <a16:creationId xmlns:a16="http://schemas.microsoft.com/office/drawing/2014/main" id="{ED70EE27-420E-BBEB-5A2A-1D7AF4A4B4BD}"/>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41" name="Oval 225">
                <a:extLst>
                  <a:ext uri="{FF2B5EF4-FFF2-40B4-BE49-F238E27FC236}">
                    <a16:creationId xmlns:a16="http://schemas.microsoft.com/office/drawing/2014/main" id="{BB5110E7-BAF5-6D79-6E88-170C124FF553}"/>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grpSp>
        <p:nvGrpSpPr>
          <p:cNvPr id="202" name="Group 206">
            <a:extLst>
              <a:ext uri="{FF2B5EF4-FFF2-40B4-BE49-F238E27FC236}">
                <a16:creationId xmlns:a16="http://schemas.microsoft.com/office/drawing/2014/main" id="{0518D430-BD5A-2B9D-941E-5A7D4876F34C}"/>
              </a:ext>
            </a:extLst>
          </p:cNvPr>
          <p:cNvGrpSpPr>
            <a:grpSpLocks/>
          </p:cNvGrpSpPr>
          <p:nvPr/>
        </p:nvGrpSpPr>
        <p:grpSpPr bwMode="auto">
          <a:xfrm>
            <a:off x="2095492" y="1664502"/>
            <a:ext cx="1932048" cy="821560"/>
            <a:chOff x="912" y="768"/>
            <a:chExt cx="2400" cy="1584"/>
          </a:xfrm>
        </p:grpSpPr>
        <p:sp>
          <p:nvSpPr>
            <p:cNvPr id="203" name="Oval 207">
              <a:extLst>
                <a:ext uri="{FF2B5EF4-FFF2-40B4-BE49-F238E27FC236}">
                  <a16:creationId xmlns:a16="http://schemas.microsoft.com/office/drawing/2014/main" id="{5FC4F2F5-9E5C-8EAE-0559-177295FC4026}"/>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4" name="Oval 208">
              <a:extLst>
                <a:ext uri="{FF2B5EF4-FFF2-40B4-BE49-F238E27FC236}">
                  <a16:creationId xmlns:a16="http://schemas.microsoft.com/office/drawing/2014/main" id="{1F445E9C-3ED1-15A3-D0A3-C2668D8B3529}"/>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5" name="Oval 209">
              <a:extLst>
                <a:ext uri="{FF2B5EF4-FFF2-40B4-BE49-F238E27FC236}">
                  <a16:creationId xmlns:a16="http://schemas.microsoft.com/office/drawing/2014/main" id="{E44D9EF7-E1DC-ABD4-622F-8B511A0535CF}"/>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6" name="Oval 210">
              <a:extLst>
                <a:ext uri="{FF2B5EF4-FFF2-40B4-BE49-F238E27FC236}">
                  <a16:creationId xmlns:a16="http://schemas.microsoft.com/office/drawing/2014/main" id="{E4C8C6CE-484F-AA6E-0391-2BD1EAA68F5D}"/>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7" name="Oval 211">
              <a:extLst>
                <a:ext uri="{FF2B5EF4-FFF2-40B4-BE49-F238E27FC236}">
                  <a16:creationId xmlns:a16="http://schemas.microsoft.com/office/drawing/2014/main" id="{3EE8D0B3-C8AD-8BBF-52F8-7D6754782FE4}"/>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8" name="Oval 212">
              <a:extLst>
                <a:ext uri="{FF2B5EF4-FFF2-40B4-BE49-F238E27FC236}">
                  <a16:creationId xmlns:a16="http://schemas.microsoft.com/office/drawing/2014/main" id="{DDBF2278-A156-85F0-F16C-E84C1B17301E}"/>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9" name="Oval 213">
              <a:extLst>
                <a:ext uri="{FF2B5EF4-FFF2-40B4-BE49-F238E27FC236}">
                  <a16:creationId xmlns:a16="http://schemas.microsoft.com/office/drawing/2014/main" id="{C5A66637-70B6-11FA-5345-9C7ACFE3ECA0}"/>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0" name="Oval 214">
              <a:extLst>
                <a:ext uri="{FF2B5EF4-FFF2-40B4-BE49-F238E27FC236}">
                  <a16:creationId xmlns:a16="http://schemas.microsoft.com/office/drawing/2014/main" id="{F50CC36D-B58C-19C1-8DEA-76735BB06F5D}"/>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1" name="Oval 215">
              <a:extLst>
                <a:ext uri="{FF2B5EF4-FFF2-40B4-BE49-F238E27FC236}">
                  <a16:creationId xmlns:a16="http://schemas.microsoft.com/office/drawing/2014/main" id="{D427AD2B-4F74-57F1-648D-A6942E3422EC}"/>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212" name="Group 216">
              <a:extLst>
                <a:ext uri="{FF2B5EF4-FFF2-40B4-BE49-F238E27FC236}">
                  <a16:creationId xmlns:a16="http://schemas.microsoft.com/office/drawing/2014/main" id="{8DD958E9-8D7D-51AF-0807-15A33F457E5B}"/>
                </a:ext>
              </a:extLst>
            </p:cNvPr>
            <p:cNvGrpSpPr>
              <a:grpSpLocks/>
            </p:cNvGrpSpPr>
            <p:nvPr/>
          </p:nvGrpSpPr>
          <p:grpSpPr bwMode="auto">
            <a:xfrm>
              <a:off x="912" y="768"/>
              <a:ext cx="2386" cy="1553"/>
              <a:chOff x="912" y="768"/>
              <a:chExt cx="2386" cy="1553"/>
            </a:xfrm>
          </p:grpSpPr>
          <p:sp>
            <p:nvSpPr>
              <p:cNvPr id="213" name="Oval 217">
                <a:extLst>
                  <a:ext uri="{FF2B5EF4-FFF2-40B4-BE49-F238E27FC236}">
                    <a16:creationId xmlns:a16="http://schemas.microsoft.com/office/drawing/2014/main" id="{14C29390-0EF3-42B5-738C-CB4FD2705FDD}"/>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4" name="Oval 218">
                <a:extLst>
                  <a:ext uri="{FF2B5EF4-FFF2-40B4-BE49-F238E27FC236}">
                    <a16:creationId xmlns:a16="http://schemas.microsoft.com/office/drawing/2014/main" id="{558743DC-666E-8837-5A30-32D7ABA469BC}"/>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5" name="Oval 219">
                <a:extLst>
                  <a:ext uri="{FF2B5EF4-FFF2-40B4-BE49-F238E27FC236}">
                    <a16:creationId xmlns:a16="http://schemas.microsoft.com/office/drawing/2014/main" id="{A21F88EE-0146-EEA1-7C24-047181643A55}"/>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6" name="Oval 220">
                <a:extLst>
                  <a:ext uri="{FF2B5EF4-FFF2-40B4-BE49-F238E27FC236}">
                    <a16:creationId xmlns:a16="http://schemas.microsoft.com/office/drawing/2014/main" id="{5927DB3D-7280-6F08-E960-A7C57DA7901C}"/>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7" name="Oval 221">
                <a:extLst>
                  <a:ext uri="{FF2B5EF4-FFF2-40B4-BE49-F238E27FC236}">
                    <a16:creationId xmlns:a16="http://schemas.microsoft.com/office/drawing/2014/main" id="{65F29039-4CD8-3690-5050-D56FA21C085C}"/>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8" name="Oval 222">
                <a:extLst>
                  <a:ext uri="{FF2B5EF4-FFF2-40B4-BE49-F238E27FC236}">
                    <a16:creationId xmlns:a16="http://schemas.microsoft.com/office/drawing/2014/main" id="{74DFD715-28BF-3432-3034-A748C4A782C6}"/>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9" name="Oval 223">
                <a:extLst>
                  <a:ext uri="{FF2B5EF4-FFF2-40B4-BE49-F238E27FC236}">
                    <a16:creationId xmlns:a16="http://schemas.microsoft.com/office/drawing/2014/main" id="{D47C8766-E227-928F-BD0A-A1B5E3AC90A3}"/>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0" name="Oval 224">
                <a:extLst>
                  <a:ext uri="{FF2B5EF4-FFF2-40B4-BE49-F238E27FC236}">
                    <a16:creationId xmlns:a16="http://schemas.microsoft.com/office/drawing/2014/main" id="{A1668BE7-AA21-420A-2AB1-AA6AAC9BAE42}"/>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1" name="Oval 225">
                <a:extLst>
                  <a:ext uri="{FF2B5EF4-FFF2-40B4-BE49-F238E27FC236}">
                    <a16:creationId xmlns:a16="http://schemas.microsoft.com/office/drawing/2014/main" id="{7B5DF779-169C-62B8-9C17-5A8D526DE69B}"/>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sp>
        <p:nvSpPr>
          <p:cNvPr id="2" name="AutoShape 5">
            <a:extLst>
              <a:ext uri="{FF2B5EF4-FFF2-40B4-BE49-F238E27FC236}">
                <a16:creationId xmlns:a16="http://schemas.microsoft.com/office/drawing/2014/main" id="{9175FB1F-7D59-1113-3762-714636B01FC5}"/>
              </a:ext>
            </a:extLst>
          </p:cNvPr>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27F39F50-0872-367B-70D4-AA7AB88C04E7}"/>
              </a:ext>
            </a:extLst>
          </p:cNvPr>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BGP</a:t>
            </a:r>
            <a:r>
              <a:rPr lang="zh-CN" altLang="en-US" sz="2000" b="1" dirty="0">
                <a:solidFill>
                  <a:schemeClr val="bg1"/>
                </a:solidFill>
                <a:latin typeface="微软雅黑" pitchFamily="34" charset="-122"/>
                <a:ea typeface="微软雅黑" pitchFamily="34" charset="-122"/>
              </a:rPr>
              <a:t>路由</a:t>
            </a:r>
          </a:p>
        </p:txBody>
      </p:sp>
      <p:sp>
        <p:nvSpPr>
          <p:cNvPr id="24" name="Line 158">
            <a:extLst>
              <a:ext uri="{FF2B5EF4-FFF2-40B4-BE49-F238E27FC236}">
                <a16:creationId xmlns:a16="http://schemas.microsoft.com/office/drawing/2014/main" id="{4171CF96-E20E-E35E-6644-E8AE2946B1AE}"/>
              </a:ext>
            </a:extLst>
          </p:cNvPr>
          <p:cNvSpPr>
            <a:spLocks noChangeShapeType="1"/>
          </p:cNvSpPr>
          <p:nvPr/>
        </p:nvSpPr>
        <p:spPr bwMode="auto">
          <a:xfrm flipH="1">
            <a:off x="2256714" y="1718709"/>
            <a:ext cx="1009650" cy="311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5" name="Line 159">
            <a:extLst>
              <a:ext uri="{FF2B5EF4-FFF2-40B4-BE49-F238E27FC236}">
                <a16:creationId xmlns:a16="http://schemas.microsoft.com/office/drawing/2014/main" id="{9FB4E430-2606-10DD-06E4-9330114FA667}"/>
              </a:ext>
            </a:extLst>
          </p:cNvPr>
          <p:cNvSpPr>
            <a:spLocks noChangeShapeType="1"/>
          </p:cNvSpPr>
          <p:nvPr/>
        </p:nvSpPr>
        <p:spPr bwMode="auto">
          <a:xfrm>
            <a:off x="3328276" y="1691721"/>
            <a:ext cx="503238" cy="2889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6" name="Text Box 175">
            <a:extLst>
              <a:ext uri="{FF2B5EF4-FFF2-40B4-BE49-F238E27FC236}">
                <a16:creationId xmlns:a16="http://schemas.microsoft.com/office/drawing/2014/main" id="{2C84E31D-EE39-402B-4558-D677F78F8405}"/>
              </a:ext>
            </a:extLst>
          </p:cNvPr>
          <p:cNvSpPr txBox="1">
            <a:spLocks noChangeArrowheads="1"/>
          </p:cNvSpPr>
          <p:nvPr/>
        </p:nvSpPr>
        <p:spPr bwMode="auto">
          <a:xfrm>
            <a:off x="2671051" y="1396446"/>
            <a:ext cx="46198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7" name="Line 153">
            <a:extLst>
              <a:ext uri="{FF2B5EF4-FFF2-40B4-BE49-F238E27FC236}">
                <a16:creationId xmlns:a16="http://schemas.microsoft.com/office/drawing/2014/main" id="{A627BBC3-60FA-60DD-3B2E-E7FF59551C67}"/>
              </a:ext>
            </a:extLst>
          </p:cNvPr>
          <p:cNvSpPr>
            <a:spLocks noChangeShapeType="1"/>
          </p:cNvSpPr>
          <p:nvPr/>
        </p:nvSpPr>
        <p:spPr bwMode="auto">
          <a:xfrm>
            <a:off x="2220201" y="2067959"/>
            <a:ext cx="747713" cy="295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28" name="Picture 46">
            <a:extLst>
              <a:ext uri="{FF2B5EF4-FFF2-40B4-BE49-F238E27FC236}">
                <a16:creationId xmlns:a16="http://schemas.microsoft.com/office/drawing/2014/main" id="{208BDD8F-747A-2AAE-69DF-7E5F9AA36C4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83814" y="1620284"/>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 name="Picture 46">
            <a:extLst>
              <a:ext uri="{FF2B5EF4-FFF2-40B4-BE49-F238E27FC236}">
                <a16:creationId xmlns:a16="http://schemas.microsoft.com/office/drawing/2014/main" id="{C884DEFB-D973-088D-0791-7C314B4DBDB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94889" y="2291796"/>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 name="Picture 52">
            <a:extLst>
              <a:ext uri="{FF2B5EF4-FFF2-40B4-BE49-F238E27FC236}">
                <a16:creationId xmlns:a16="http://schemas.microsoft.com/office/drawing/2014/main" id="{2AAB4A05-191D-59B3-C676-E34C81BEE13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3351" y="196000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 name="Picture 46">
            <a:extLst>
              <a:ext uri="{FF2B5EF4-FFF2-40B4-BE49-F238E27FC236}">
                <a16:creationId xmlns:a16="http://schemas.microsoft.com/office/drawing/2014/main" id="{83913D92-111C-936F-99EE-5605C471A99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576" y="1961596"/>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81" name="Line 158">
            <a:extLst>
              <a:ext uri="{FF2B5EF4-FFF2-40B4-BE49-F238E27FC236}">
                <a16:creationId xmlns:a16="http://schemas.microsoft.com/office/drawing/2014/main" id="{62C6B294-12E5-1D12-F508-86DE0F7B0808}"/>
              </a:ext>
            </a:extLst>
          </p:cNvPr>
          <p:cNvSpPr>
            <a:spLocks noChangeShapeType="1"/>
          </p:cNvSpPr>
          <p:nvPr/>
        </p:nvSpPr>
        <p:spPr bwMode="auto">
          <a:xfrm flipH="1">
            <a:off x="6198476" y="2053671"/>
            <a:ext cx="790575" cy="31115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2" name="Line 159">
            <a:extLst>
              <a:ext uri="{FF2B5EF4-FFF2-40B4-BE49-F238E27FC236}">
                <a16:creationId xmlns:a16="http://schemas.microsoft.com/office/drawing/2014/main" id="{46B57B8D-1E75-51A0-46ED-524877BED588}"/>
              </a:ext>
            </a:extLst>
          </p:cNvPr>
          <p:cNvSpPr>
            <a:spLocks noChangeShapeType="1"/>
          </p:cNvSpPr>
          <p:nvPr/>
        </p:nvSpPr>
        <p:spPr bwMode="auto">
          <a:xfrm>
            <a:off x="6414376" y="1693309"/>
            <a:ext cx="503238" cy="28892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3" name="Text Box 175">
            <a:extLst>
              <a:ext uri="{FF2B5EF4-FFF2-40B4-BE49-F238E27FC236}">
                <a16:creationId xmlns:a16="http://schemas.microsoft.com/office/drawing/2014/main" id="{35B768AF-0BB4-4F41-A45C-B44E9E6F3C92}"/>
              </a:ext>
            </a:extLst>
          </p:cNvPr>
          <p:cNvSpPr txBox="1">
            <a:spLocks noChangeArrowheads="1"/>
          </p:cNvSpPr>
          <p:nvPr/>
        </p:nvSpPr>
        <p:spPr bwMode="auto">
          <a:xfrm>
            <a:off x="5766676" y="1396446"/>
            <a:ext cx="46198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4" name="Line 153">
            <a:extLst>
              <a:ext uri="{FF2B5EF4-FFF2-40B4-BE49-F238E27FC236}">
                <a16:creationId xmlns:a16="http://schemas.microsoft.com/office/drawing/2014/main" id="{DC9DEA83-20F0-748B-5D78-3E0345C20A8A}"/>
              </a:ext>
            </a:extLst>
          </p:cNvPr>
          <p:cNvSpPr>
            <a:spLocks noChangeShapeType="1"/>
          </p:cNvSpPr>
          <p:nvPr/>
        </p:nvSpPr>
        <p:spPr bwMode="auto">
          <a:xfrm>
            <a:off x="5306301" y="2069546"/>
            <a:ext cx="747713" cy="2952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5" name="Line 153">
            <a:extLst>
              <a:ext uri="{FF2B5EF4-FFF2-40B4-BE49-F238E27FC236}">
                <a16:creationId xmlns:a16="http://schemas.microsoft.com/office/drawing/2014/main" id="{E83E0287-0327-3173-E3A2-6E85711B66B8}"/>
              </a:ext>
            </a:extLst>
          </p:cNvPr>
          <p:cNvSpPr>
            <a:spLocks noChangeShapeType="1"/>
          </p:cNvSpPr>
          <p:nvPr/>
        </p:nvSpPr>
        <p:spPr bwMode="auto">
          <a:xfrm flipH="1">
            <a:off x="6169901" y="1710771"/>
            <a:ext cx="222250" cy="66040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6" name="Line 153">
            <a:extLst>
              <a:ext uri="{FF2B5EF4-FFF2-40B4-BE49-F238E27FC236}">
                <a16:creationId xmlns:a16="http://schemas.microsoft.com/office/drawing/2014/main" id="{ED082D3F-CCB7-06E5-E29F-F8AB5118F3FC}"/>
              </a:ext>
            </a:extLst>
          </p:cNvPr>
          <p:cNvSpPr>
            <a:spLocks noChangeShapeType="1"/>
          </p:cNvSpPr>
          <p:nvPr/>
        </p:nvSpPr>
        <p:spPr bwMode="auto">
          <a:xfrm>
            <a:off x="5341226" y="2017159"/>
            <a:ext cx="1668463" cy="1428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7" name="Line 153">
            <a:extLst>
              <a:ext uri="{FF2B5EF4-FFF2-40B4-BE49-F238E27FC236}">
                <a16:creationId xmlns:a16="http://schemas.microsoft.com/office/drawing/2014/main" id="{89C9F635-ACA4-9F70-B98A-B1C67C2F5E02}"/>
              </a:ext>
            </a:extLst>
          </p:cNvPr>
          <p:cNvSpPr>
            <a:spLocks noChangeShapeType="1"/>
          </p:cNvSpPr>
          <p:nvPr/>
        </p:nvSpPr>
        <p:spPr bwMode="auto">
          <a:xfrm flipV="1">
            <a:off x="5307889" y="1736171"/>
            <a:ext cx="1058862" cy="27146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188" name="Picture 46">
            <a:extLst>
              <a:ext uri="{FF2B5EF4-FFF2-40B4-BE49-F238E27FC236}">
                <a16:creationId xmlns:a16="http://schemas.microsoft.com/office/drawing/2014/main" id="{64815340-5F9C-C67D-0054-F8CF64BD161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69914" y="1661559"/>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89" name="Picture 46">
            <a:extLst>
              <a:ext uri="{FF2B5EF4-FFF2-40B4-BE49-F238E27FC236}">
                <a16:creationId xmlns:a16="http://schemas.microsoft.com/office/drawing/2014/main" id="{233E67F1-FC0E-F18F-DA36-F62A8769D26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80989" y="2333071"/>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90" name="Picture 52">
            <a:extLst>
              <a:ext uri="{FF2B5EF4-FFF2-40B4-BE49-F238E27FC236}">
                <a16:creationId xmlns:a16="http://schemas.microsoft.com/office/drawing/2014/main" id="{6064EAC3-EDFE-2386-B190-41147262F81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09451" y="1961596"/>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91" name="Picture 46">
            <a:extLst>
              <a:ext uri="{FF2B5EF4-FFF2-40B4-BE49-F238E27FC236}">
                <a16:creationId xmlns:a16="http://schemas.microsoft.com/office/drawing/2014/main" id="{D7144BEF-A3AA-27FA-4122-80C2F47AD3E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09676" y="1963184"/>
            <a:ext cx="296863"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92" name="Text Box 175">
            <a:extLst>
              <a:ext uri="{FF2B5EF4-FFF2-40B4-BE49-F238E27FC236}">
                <a16:creationId xmlns:a16="http://schemas.microsoft.com/office/drawing/2014/main" id="{57CE0534-31C8-050C-8245-646B25AF31B7}"/>
              </a:ext>
            </a:extLst>
          </p:cNvPr>
          <p:cNvSpPr txBox="1">
            <a:spLocks noChangeArrowheads="1"/>
          </p:cNvSpPr>
          <p:nvPr/>
        </p:nvSpPr>
        <p:spPr bwMode="auto">
          <a:xfrm>
            <a:off x="1589964" y="2548971"/>
            <a:ext cx="28527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实线是路由器之间的物理连接</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3" name="Text Box 175">
            <a:extLst>
              <a:ext uri="{FF2B5EF4-FFF2-40B4-BE49-F238E27FC236}">
                <a16:creationId xmlns:a16="http://schemas.microsoft.com/office/drawing/2014/main" id="{33BAE78C-6B45-9211-6C32-35D5EFD68E62}"/>
              </a:ext>
            </a:extLst>
          </p:cNvPr>
          <p:cNvSpPr txBox="1">
            <a:spLocks noChangeArrowheads="1"/>
          </p:cNvSpPr>
          <p:nvPr/>
        </p:nvSpPr>
        <p:spPr bwMode="auto">
          <a:xfrm>
            <a:off x="4758614" y="2548971"/>
            <a:ext cx="31181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虚线是 路由器之间的 </a:t>
            </a: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iBGP </a:t>
            </a: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连接</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4" name="Text Box 175">
            <a:extLst>
              <a:ext uri="{FF2B5EF4-FFF2-40B4-BE49-F238E27FC236}">
                <a16:creationId xmlns:a16="http://schemas.microsoft.com/office/drawing/2014/main" id="{40C7D822-D605-3A50-2BBA-1AD7EBBF3319}"/>
              </a:ext>
            </a:extLst>
          </p:cNvPr>
          <p:cNvSpPr txBox="1">
            <a:spLocks noChangeArrowheads="1"/>
          </p:cNvSpPr>
          <p:nvPr/>
        </p:nvSpPr>
        <p:spPr bwMode="auto">
          <a:xfrm>
            <a:off x="6703301" y="1396446"/>
            <a:ext cx="7393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 </a:t>
            </a: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iBGP</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195" name="直接连接符 64">
            <a:extLst>
              <a:ext uri="{FF2B5EF4-FFF2-40B4-BE49-F238E27FC236}">
                <a16:creationId xmlns:a16="http://schemas.microsoft.com/office/drawing/2014/main" id="{A34AEFF1-A64F-CC41-AC88-8014200CE0AA}"/>
              </a:ext>
            </a:extLst>
          </p:cNvPr>
          <p:cNvCxnSpPr>
            <a:cxnSpLocks noChangeShapeType="1"/>
          </p:cNvCxnSpPr>
          <p:nvPr/>
        </p:nvCxnSpPr>
        <p:spPr bwMode="auto">
          <a:xfrm flipH="1">
            <a:off x="6604876" y="1664734"/>
            <a:ext cx="334963" cy="13970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96" name="直接连接符 67">
            <a:extLst>
              <a:ext uri="{FF2B5EF4-FFF2-40B4-BE49-F238E27FC236}">
                <a16:creationId xmlns:a16="http://schemas.microsoft.com/office/drawing/2014/main" id="{1A877F10-EDB8-4F79-E1E9-603DD8CF15A8}"/>
              </a:ext>
            </a:extLst>
          </p:cNvPr>
          <p:cNvCxnSpPr>
            <a:cxnSpLocks noChangeShapeType="1"/>
          </p:cNvCxnSpPr>
          <p:nvPr/>
        </p:nvCxnSpPr>
        <p:spPr bwMode="auto">
          <a:xfrm flipH="1">
            <a:off x="6536614" y="1661559"/>
            <a:ext cx="619125" cy="563562"/>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97" name="直接连接符 68">
            <a:extLst>
              <a:ext uri="{FF2B5EF4-FFF2-40B4-BE49-F238E27FC236}">
                <a16:creationId xmlns:a16="http://schemas.microsoft.com/office/drawing/2014/main" id="{9C2CBACE-3BF0-644B-B7A8-E6041937C18C}"/>
              </a:ext>
            </a:extLst>
          </p:cNvPr>
          <p:cNvCxnSpPr>
            <a:cxnSpLocks noChangeShapeType="1"/>
          </p:cNvCxnSpPr>
          <p:nvPr/>
        </p:nvCxnSpPr>
        <p:spPr bwMode="auto">
          <a:xfrm flipH="1">
            <a:off x="6234989" y="1669496"/>
            <a:ext cx="815975" cy="487363"/>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98" name="直接连接符 69">
            <a:extLst>
              <a:ext uri="{FF2B5EF4-FFF2-40B4-BE49-F238E27FC236}">
                <a16:creationId xmlns:a16="http://schemas.microsoft.com/office/drawing/2014/main" id="{222197FE-E46F-4122-3E28-A6469D5E12BE}"/>
              </a:ext>
            </a:extLst>
          </p:cNvPr>
          <p:cNvCxnSpPr>
            <a:cxnSpLocks noChangeShapeType="1"/>
          </p:cNvCxnSpPr>
          <p:nvPr/>
        </p:nvCxnSpPr>
        <p:spPr bwMode="auto">
          <a:xfrm>
            <a:off x="5538076" y="1677434"/>
            <a:ext cx="268288" cy="201612"/>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199" name="Text Box 175">
            <a:extLst>
              <a:ext uri="{FF2B5EF4-FFF2-40B4-BE49-F238E27FC236}">
                <a16:creationId xmlns:a16="http://schemas.microsoft.com/office/drawing/2014/main" id="{A04CBA24-61E0-1330-64DD-B560F0E42DBD}"/>
              </a:ext>
            </a:extLst>
          </p:cNvPr>
          <p:cNvSpPr txBox="1">
            <a:spLocks noChangeArrowheads="1"/>
          </p:cNvSpPr>
          <p:nvPr/>
        </p:nvSpPr>
        <p:spPr bwMode="auto">
          <a:xfrm>
            <a:off x="5061826" y="1412321"/>
            <a:ext cx="7393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 </a:t>
            </a: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iBGP</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200" name="直接连接符 87">
            <a:extLst>
              <a:ext uri="{FF2B5EF4-FFF2-40B4-BE49-F238E27FC236}">
                <a16:creationId xmlns:a16="http://schemas.microsoft.com/office/drawing/2014/main" id="{41B8F37D-0D7E-DC52-9A82-00CA87DB5F43}"/>
              </a:ext>
            </a:extLst>
          </p:cNvPr>
          <p:cNvCxnSpPr>
            <a:cxnSpLocks noChangeShapeType="1"/>
          </p:cNvCxnSpPr>
          <p:nvPr/>
        </p:nvCxnSpPr>
        <p:spPr bwMode="auto">
          <a:xfrm>
            <a:off x="5433301" y="1661559"/>
            <a:ext cx="388938" cy="341312"/>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201" name="直接连接符 88">
            <a:extLst>
              <a:ext uri="{FF2B5EF4-FFF2-40B4-BE49-F238E27FC236}">
                <a16:creationId xmlns:a16="http://schemas.microsoft.com/office/drawing/2014/main" id="{A42FB458-2424-4A66-9637-4231E3F142CF}"/>
              </a:ext>
            </a:extLst>
          </p:cNvPr>
          <p:cNvCxnSpPr>
            <a:cxnSpLocks noChangeShapeType="1"/>
          </p:cNvCxnSpPr>
          <p:nvPr/>
        </p:nvCxnSpPr>
        <p:spPr bwMode="auto">
          <a:xfrm>
            <a:off x="5345989" y="1672671"/>
            <a:ext cx="263525" cy="522288"/>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243" name="文本框 242">
            <a:extLst>
              <a:ext uri="{FF2B5EF4-FFF2-40B4-BE49-F238E27FC236}">
                <a16:creationId xmlns:a16="http://schemas.microsoft.com/office/drawing/2014/main" id="{7A8145F4-320B-1D7B-C777-5C7AD75E6F62}"/>
              </a:ext>
            </a:extLst>
          </p:cNvPr>
          <p:cNvSpPr txBox="1"/>
          <p:nvPr/>
        </p:nvSpPr>
        <p:spPr>
          <a:xfrm>
            <a:off x="877614" y="3266889"/>
            <a:ext cx="7388772" cy="1317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285750" indent="-285750">
              <a:lnSpc>
                <a:spcPts val="3300"/>
              </a:lnSpc>
              <a:buClr>
                <a:srgbClr val="0070C0"/>
              </a:buClr>
              <a:buFont typeface="Wingdings" pitchFamily="2" charset="2"/>
              <a:buChar char="l"/>
              <a:defRPr sz="2000" b="1">
                <a:latin typeface="微软雅黑" pitchFamily="34" charset="-122"/>
                <a:ea typeface="微软雅黑" pitchFamily="34" charset="-122"/>
              </a:defRPr>
            </a:lvl1pPr>
          </a:lstStyle>
          <a:p>
            <a:r>
              <a:rPr lang="zh-CN" altLang="en-US" dirty="0"/>
              <a:t>协议</a:t>
            </a:r>
            <a:r>
              <a:rPr lang="en-US" altLang="zh-CN" dirty="0"/>
              <a:t>BGP</a:t>
            </a:r>
            <a:r>
              <a:rPr lang="zh-CN" altLang="en-US" dirty="0"/>
              <a:t>规定，在一个</a:t>
            </a:r>
            <a:r>
              <a:rPr lang="en-US" altLang="zh-CN" dirty="0"/>
              <a:t>AS</a:t>
            </a:r>
            <a:r>
              <a:rPr lang="zh-CN" altLang="en-US" dirty="0"/>
              <a:t>内部所有的</a:t>
            </a:r>
            <a:r>
              <a:rPr lang="en-US" altLang="zh-CN" dirty="0"/>
              <a:t>iBGP</a:t>
            </a:r>
            <a:r>
              <a:rPr lang="zh-CN" altLang="en-US" dirty="0"/>
              <a:t>必须是全连通的。即使两台路由器之间没有物理连接，但它们之间仍然有</a:t>
            </a:r>
            <a:r>
              <a:rPr lang="en-US" altLang="zh-CN" dirty="0"/>
              <a:t>iBGP</a:t>
            </a:r>
            <a:r>
              <a:rPr lang="zh-CN" altLang="en-US" dirty="0"/>
              <a:t>连接。</a:t>
            </a:r>
          </a:p>
        </p:txBody>
      </p:sp>
    </p:spTree>
    <p:extLst>
      <p:ext uri="{BB962C8B-B14F-4D97-AF65-F5344CB8AC3E}">
        <p14:creationId xmlns:p14="http://schemas.microsoft.com/office/powerpoint/2010/main" val="2409079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43"/>
                                        </p:tgtEl>
                                        <p:attrNameLst>
                                          <p:attrName>style.visibility</p:attrName>
                                        </p:attrNameLst>
                                      </p:cBhvr>
                                      <p:to>
                                        <p:strVal val="visible"/>
                                      </p:to>
                                    </p:set>
                                    <p:animEffect transition="in" filter="fade">
                                      <p:cBhvr>
                                        <p:cTn id="7" dur="1000"/>
                                        <p:tgtEl>
                                          <p:spTgt spid="243"/>
                                        </p:tgtEl>
                                      </p:cBhvr>
                                    </p:animEffect>
                                    <p:anim calcmode="lin" valueType="num">
                                      <p:cBhvr>
                                        <p:cTn id="8" dur="1000" fill="hold"/>
                                        <p:tgtEl>
                                          <p:spTgt spid="243"/>
                                        </p:tgtEl>
                                        <p:attrNameLst>
                                          <p:attrName>ppt_x</p:attrName>
                                        </p:attrNameLst>
                                      </p:cBhvr>
                                      <p:tavLst>
                                        <p:tav tm="0">
                                          <p:val>
                                            <p:strVal val="#ppt_x"/>
                                          </p:val>
                                        </p:tav>
                                        <p:tav tm="100000">
                                          <p:val>
                                            <p:strVal val="#ppt_x"/>
                                          </p:val>
                                        </p:tav>
                                      </p:tavLst>
                                    </p:anim>
                                    <p:anim calcmode="lin" valueType="num">
                                      <p:cBhvr>
                                        <p:cTn id="9" dur="1000" fill="hold"/>
                                        <p:tgtEl>
                                          <p:spTgt spid="2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06D301-D85C-6AF5-DB16-7DB49DBF465C}"/>
            </a:ext>
          </a:extLst>
        </p:cNvPr>
        <p:cNvGrpSpPr/>
        <p:nvPr/>
      </p:nvGrpSpPr>
      <p:grpSpPr>
        <a:xfrm>
          <a:off x="0" y="0"/>
          <a:ext cx="0" cy="0"/>
          <a:chOff x="0" y="0"/>
          <a:chExt cx="0" cy="0"/>
        </a:xfrm>
      </p:grpSpPr>
      <p:sp>
        <p:nvSpPr>
          <p:cNvPr id="178" name="圆角矩形 3">
            <a:extLst>
              <a:ext uri="{FF2B5EF4-FFF2-40B4-BE49-F238E27FC236}">
                <a16:creationId xmlns:a16="http://schemas.microsoft.com/office/drawing/2014/main" id="{7B9F0331-D35B-DE8B-A181-10DCCF3F7071}"/>
              </a:ext>
            </a:extLst>
          </p:cNvPr>
          <p:cNvSpPr/>
          <p:nvPr/>
        </p:nvSpPr>
        <p:spPr>
          <a:xfrm>
            <a:off x="545144" y="1009972"/>
            <a:ext cx="8053712" cy="227847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222" name="Group 206">
            <a:extLst>
              <a:ext uri="{FF2B5EF4-FFF2-40B4-BE49-F238E27FC236}">
                <a16:creationId xmlns:a16="http://schemas.microsoft.com/office/drawing/2014/main" id="{DE1A6F27-D465-ADDA-E7D1-55DE79F2F836}"/>
              </a:ext>
            </a:extLst>
          </p:cNvPr>
          <p:cNvGrpSpPr>
            <a:grpSpLocks/>
          </p:cNvGrpSpPr>
          <p:nvPr/>
        </p:nvGrpSpPr>
        <p:grpSpPr bwMode="auto">
          <a:xfrm>
            <a:off x="5177766" y="1680942"/>
            <a:ext cx="1932048" cy="821560"/>
            <a:chOff x="912" y="768"/>
            <a:chExt cx="2400" cy="1584"/>
          </a:xfrm>
        </p:grpSpPr>
        <p:sp>
          <p:nvSpPr>
            <p:cNvPr id="223" name="Oval 207">
              <a:extLst>
                <a:ext uri="{FF2B5EF4-FFF2-40B4-BE49-F238E27FC236}">
                  <a16:creationId xmlns:a16="http://schemas.microsoft.com/office/drawing/2014/main" id="{986B01FE-A300-20C7-1F85-4433C2C59D23}"/>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4" name="Oval 208">
              <a:extLst>
                <a:ext uri="{FF2B5EF4-FFF2-40B4-BE49-F238E27FC236}">
                  <a16:creationId xmlns:a16="http://schemas.microsoft.com/office/drawing/2014/main" id="{C1151B7E-A8A9-B8C8-F789-B19BF1944A61}"/>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5" name="Oval 209">
              <a:extLst>
                <a:ext uri="{FF2B5EF4-FFF2-40B4-BE49-F238E27FC236}">
                  <a16:creationId xmlns:a16="http://schemas.microsoft.com/office/drawing/2014/main" id="{062A0892-CB3B-EBC1-CB8A-0133E2B70CD2}"/>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6" name="Oval 210">
              <a:extLst>
                <a:ext uri="{FF2B5EF4-FFF2-40B4-BE49-F238E27FC236}">
                  <a16:creationId xmlns:a16="http://schemas.microsoft.com/office/drawing/2014/main" id="{4B8076DA-73F1-A305-2905-A1C9346C6D9A}"/>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7" name="Oval 211">
              <a:extLst>
                <a:ext uri="{FF2B5EF4-FFF2-40B4-BE49-F238E27FC236}">
                  <a16:creationId xmlns:a16="http://schemas.microsoft.com/office/drawing/2014/main" id="{7EA1548D-CC5C-48EB-37DC-0B10E1125375}"/>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8" name="Oval 212">
              <a:extLst>
                <a:ext uri="{FF2B5EF4-FFF2-40B4-BE49-F238E27FC236}">
                  <a16:creationId xmlns:a16="http://schemas.microsoft.com/office/drawing/2014/main" id="{2609F81B-864F-06A0-CA38-2B8E331FFC73}"/>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9" name="Oval 213">
              <a:extLst>
                <a:ext uri="{FF2B5EF4-FFF2-40B4-BE49-F238E27FC236}">
                  <a16:creationId xmlns:a16="http://schemas.microsoft.com/office/drawing/2014/main" id="{C0F5B405-CF0E-1AA6-2472-5237A95EDC1D}"/>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0" name="Oval 214">
              <a:extLst>
                <a:ext uri="{FF2B5EF4-FFF2-40B4-BE49-F238E27FC236}">
                  <a16:creationId xmlns:a16="http://schemas.microsoft.com/office/drawing/2014/main" id="{44EAB26A-129A-4615-E5DB-E450BE8AED14}"/>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1" name="Oval 215">
              <a:extLst>
                <a:ext uri="{FF2B5EF4-FFF2-40B4-BE49-F238E27FC236}">
                  <a16:creationId xmlns:a16="http://schemas.microsoft.com/office/drawing/2014/main" id="{7393C9F5-C8E7-D9D9-A7BE-20C35C919C74}"/>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232" name="Group 216">
              <a:extLst>
                <a:ext uri="{FF2B5EF4-FFF2-40B4-BE49-F238E27FC236}">
                  <a16:creationId xmlns:a16="http://schemas.microsoft.com/office/drawing/2014/main" id="{26A60F1B-AD4A-A5A5-42AF-AEA80AD4E31B}"/>
                </a:ext>
              </a:extLst>
            </p:cNvPr>
            <p:cNvGrpSpPr>
              <a:grpSpLocks/>
            </p:cNvGrpSpPr>
            <p:nvPr/>
          </p:nvGrpSpPr>
          <p:grpSpPr bwMode="auto">
            <a:xfrm>
              <a:off x="912" y="768"/>
              <a:ext cx="2386" cy="1553"/>
              <a:chOff x="912" y="768"/>
              <a:chExt cx="2386" cy="1553"/>
            </a:xfrm>
          </p:grpSpPr>
          <p:sp>
            <p:nvSpPr>
              <p:cNvPr id="233" name="Oval 217">
                <a:extLst>
                  <a:ext uri="{FF2B5EF4-FFF2-40B4-BE49-F238E27FC236}">
                    <a16:creationId xmlns:a16="http://schemas.microsoft.com/office/drawing/2014/main" id="{89F40543-59D8-F9DA-500B-4F09FC67CB52}"/>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4" name="Oval 218">
                <a:extLst>
                  <a:ext uri="{FF2B5EF4-FFF2-40B4-BE49-F238E27FC236}">
                    <a16:creationId xmlns:a16="http://schemas.microsoft.com/office/drawing/2014/main" id="{5D2931D8-2106-23EA-40DD-B52AD9728657}"/>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5" name="Oval 219">
                <a:extLst>
                  <a:ext uri="{FF2B5EF4-FFF2-40B4-BE49-F238E27FC236}">
                    <a16:creationId xmlns:a16="http://schemas.microsoft.com/office/drawing/2014/main" id="{72199CC1-5DC9-0605-604F-8FBB4EB0ED46}"/>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6" name="Oval 220">
                <a:extLst>
                  <a:ext uri="{FF2B5EF4-FFF2-40B4-BE49-F238E27FC236}">
                    <a16:creationId xmlns:a16="http://schemas.microsoft.com/office/drawing/2014/main" id="{C8D8B13F-E646-F469-916E-6551EF44046D}"/>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7" name="Oval 221">
                <a:extLst>
                  <a:ext uri="{FF2B5EF4-FFF2-40B4-BE49-F238E27FC236}">
                    <a16:creationId xmlns:a16="http://schemas.microsoft.com/office/drawing/2014/main" id="{A52C7E70-985A-97F9-AE25-365E9D7B6F67}"/>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8" name="Oval 222">
                <a:extLst>
                  <a:ext uri="{FF2B5EF4-FFF2-40B4-BE49-F238E27FC236}">
                    <a16:creationId xmlns:a16="http://schemas.microsoft.com/office/drawing/2014/main" id="{4848F8CF-962A-51CD-8611-DC9BA2550E89}"/>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9" name="Oval 223">
                <a:extLst>
                  <a:ext uri="{FF2B5EF4-FFF2-40B4-BE49-F238E27FC236}">
                    <a16:creationId xmlns:a16="http://schemas.microsoft.com/office/drawing/2014/main" id="{636D257C-ADC0-DE1D-C239-35892280EE00}"/>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40" name="Oval 224">
                <a:extLst>
                  <a:ext uri="{FF2B5EF4-FFF2-40B4-BE49-F238E27FC236}">
                    <a16:creationId xmlns:a16="http://schemas.microsoft.com/office/drawing/2014/main" id="{F69B6C0E-215C-00AD-FADF-8C018761152D}"/>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41" name="Oval 225">
                <a:extLst>
                  <a:ext uri="{FF2B5EF4-FFF2-40B4-BE49-F238E27FC236}">
                    <a16:creationId xmlns:a16="http://schemas.microsoft.com/office/drawing/2014/main" id="{7E7991FB-F3D9-BCCF-71D7-E43A72056C8A}"/>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grpSp>
        <p:nvGrpSpPr>
          <p:cNvPr id="202" name="Group 206">
            <a:extLst>
              <a:ext uri="{FF2B5EF4-FFF2-40B4-BE49-F238E27FC236}">
                <a16:creationId xmlns:a16="http://schemas.microsoft.com/office/drawing/2014/main" id="{FD56EE22-226F-13F9-2532-279831E7691D}"/>
              </a:ext>
            </a:extLst>
          </p:cNvPr>
          <p:cNvGrpSpPr>
            <a:grpSpLocks/>
          </p:cNvGrpSpPr>
          <p:nvPr/>
        </p:nvGrpSpPr>
        <p:grpSpPr bwMode="auto">
          <a:xfrm>
            <a:off x="2095492" y="1664502"/>
            <a:ext cx="1932048" cy="821560"/>
            <a:chOff x="912" y="768"/>
            <a:chExt cx="2400" cy="1584"/>
          </a:xfrm>
        </p:grpSpPr>
        <p:sp>
          <p:nvSpPr>
            <p:cNvPr id="203" name="Oval 207">
              <a:extLst>
                <a:ext uri="{FF2B5EF4-FFF2-40B4-BE49-F238E27FC236}">
                  <a16:creationId xmlns:a16="http://schemas.microsoft.com/office/drawing/2014/main" id="{67A41AE8-3783-0CC3-8F77-91F837A3DBD8}"/>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4" name="Oval 208">
              <a:extLst>
                <a:ext uri="{FF2B5EF4-FFF2-40B4-BE49-F238E27FC236}">
                  <a16:creationId xmlns:a16="http://schemas.microsoft.com/office/drawing/2014/main" id="{1B94AD79-458F-A821-0AFF-57E54915F0A4}"/>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5" name="Oval 209">
              <a:extLst>
                <a:ext uri="{FF2B5EF4-FFF2-40B4-BE49-F238E27FC236}">
                  <a16:creationId xmlns:a16="http://schemas.microsoft.com/office/drawing/2014/main" id="{FED422B6-D5D4-E093-90B0-D5A57080B5EE}"/>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6" name="Oval 210">
              <a:extLst>
                <a:ext uri="{FF2B5EF4-FFF2-40B4-BE49-F238E27FC236}">
                  <a16:creationId xmlns:a16="http://schemas.microsoft.com/office/drawing/2014/main" id="{12F5DBBD-E27F-7C2D-C500-5EB765657EDD}"/>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7" name="Oval 211">
              <a:extLst>
                <a:ext uri="{FF2B5EF4-FFF2-40B4-BE49-F238E27FC236}">
                  <a16:creationId xmlns:a16="http://schemas.microsoft.com/office/drawing/2014/main" id="{AF74CAC3-4306-6247-C144-049833561927}"/>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8" name="Oval 212">
              <a:extLst>
                <a:ext uri="{FF2B5EF4-FFF2-40B4-BE49-F238E27FC236}">
                  <a16:creationId xmlns:a16="http://schemas.microsoft.com/office/drawing/2014/main" id="{622F8B41-C393-8835-6DC5-A08584887686}"/>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9" name="Oval 213">
              <a:extLst>
                <a:ext uri="{FF2B5EF4-FFF2-40B4-BE49-F238E27FC236}">
                  <a16:creationId xmlns:a16="http://schemas.microsoft.com/office/drawing/2014/main" id="{16907556-B3CF-D72A-9C2F-1F90143CF9FF}"/>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0" name="Oval 214">
              <a:extLst>
                <a:ext uri="{FF2B5EF4-FFF2-40B4-BE49-F238E27FC236}">
                  <a16:creationId xmlns:a16="http://schemas.microsoft.com/office/drawing/2014/main" id="{981FCC1F-B10E-A478-FDB0-3E14B8AAC3EF}"/>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1" name="Oval 215">
              <a:extLst>
                <a:ext uri="{FF2B5EF4-FFF2-40B4-BE49-F238E27FC236}">
                  <a16:creationId xmlns:a16="http://schemas.microsoft.com/office/drawing/2014/main" id="{92ED94AD-02AE-075D-DF9C-5F1846FFFDE5}"/>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212" name="Group 216">
              <a:extLst>
                <a:ext uri="{FF2B5EF4-FFF2-40B4-BE49-F238E27FC236}">
                  <a16:creationId xmlns:a16="http://schemas.microsoft.com/office/drawing/2014/main" id="{3C6D9331-90D8-93EC-8968-BB345A0EC156}"/>
                </a:ext>
              </a:extLst>
            </p:cNvPr>
            <p:cNvGrpSpPr>
              <a:grpSpLocks/>
            </p:cNvGrpSpPr>
            <p:nvPr/>
          </p:nvGrpSpPr>
          <p:grpSpPr bwMode="auto">
            <a:xfrm>
              <a:off x="912" y="768"/>
              <a:ext cx="2386" cy="1553"/>
              <a:chOff x="912" y="768"/>
              <a:chExt cx="2386" cy="1553"/>
            </a:xfrm>
          </p:grpSpPr>
          <p:sp>
            <p:nvSpPr>
              <p:cNvPr id="213" name="Oval 217">
                <a:extLst>
                  <a:ext uri="{FF2B5EF4-FFF2-40B4-BE49-F238E27FC236}">
                    <a16:creationId xmlns:a16="http://schemas.microsoft.com/office/drawing/2014/main" id="{26AC3C51-2149-467E-3678-31B5FCC7000A}"/>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4" name="Oval 218">
                <a:extLst>
                  <a:ext uri="{FF2B5EF4-FFF2-40B4-BE49-F238E27FC236}">
                    <a16:creationId xmlns:a16="http://schemas.microsoft.com/office/drawing/2014/main" id="{8E3B042B-391B-A204-D43B-60EBCD0BB1AF}"/>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5" name="Oval 219">
                <a:extLst>
                  <a:ext uri="{FF2B5EF4-FFF2-40B4-BE49-F238E27FC236}">
                    <a16:creationId xmlns:a16="http://schemas.microsoft.com/office/drawing/2014/main" id="{D9D2F1A6-8966-06B2-7E7A-9D13A49E45C4}"/>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6" name="Oval 220">
                <a:extLst>
                  <a:ext uri="{FF2B5EF4-FFF2-40B4-BE49-F238E27FC236}">
                    <a16:creationId xmlns:a16="http://schemas.microsoft.com/office/drawing/2014/main" id="{9C17FD6F-B5F5-2824-113A-02EA4949979B}"/>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7" name="Oval 221">
                <a:extLst>
                  <a:ext uri="{FF2B5EF4-FFF2-40B4-BE49-F238E27FC236}">
                    <a16:creationId xmlns:a16="http://schemas.microsoft.com/office/drawing/2014/main" id="{5AA1B7EF-9C67-A9ED-DA59-C61F1DB52ABD}"/>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8" name="Oval 222">
                <a:extLst>
                  <a:ext uri="{FF2B5EF4-FFF2-40B4-BE49-F238E27FC236}">
                    <a16:creationId xmlns:a16="http://schemas.microsoft.com/office/drawing/2014/main" id="{0A114680-5119-8560-E100-07D23AA389F6}"/>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9" name="Oval 223">
                <a:extLst>
                  <a:ext uri="{FF2B5EF4-FFF2-40B4-BE49-F238E27FC236}">
                    <a16:creationId xmlns:a16="http://schemas.microsoft.com/office/drawing/2014/main" id="{9D7ADCF0-A360-9EBE-E5B4-EDA41A06AA76}"/>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0" name="Oval 224">
                <a:extLst>
                  <a:ext uri="{FF2B5EF4-FFF2-40B4-BE49-F238E27FC236}">
                    <a16:creationId xmlns:a16="http://schemas.microsoft.com/office/drawing/2014/main" id="{AE2F0D87-9367-CDA5-18F6-7A650185BDC2}"/>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1" name="Oval 225">
                <a:extLst>
                  <a:ext uri="{FF2B5EF4-FFF2-40B4-BE49-F238E27FC236}">
                    <a16:creationId xmlns:a16="http://schemas.microsoft.com/office/drawing/2014/main" id="{ED56F179-C291-4D1C-EA8F-C6A6A43502E1}"/>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sp>
        <p:nvSpPr>
          <p:cNvPr id="2" name="AutoShape 5">
            <a:extLst>
              <a:ext uri="{FF2B5EF4-FFF2-40B4-BE49-F238E27FC236}">
                <a16:creationId xmlns:a16="http://schemas.microsoft.com/office/drawing/2014/main" id="{29A38302-FC45-7B49-18AF-BF9773991FE7}"/>
              </a:ext>
            </a:extLst>
          </p:cNvPr>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BA040F61-CA80-33CE-6603-1349A78BEB2C}"/>
              </a:ext>
            </a:extLst>
          </p:cNvPr>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BGP</a:t>
            </a:r>
            <a:r>
              <a:rPr lang="zh-CN" altLang="en-US" sz="2000" b="1" dirty="0">
                <a:solidFill>
                  <a:schemeClr val="bg1"/>
                </a:solidFill>
                <a:latin typeface="微软雅黑" pitchFamily="34" charset="-122"/>
                <a:ea typeface="微软雅黑" pitchFamily="34" charset="-122"/>
              </a:rPr>
              <a:t>路由</a:t>
            </a:r>
          </a:p>
        </p:txBody>
      </p:sp>
      <p:sp>
        <p:nvSpPr>
          <p:cNvPr id="24" name="Line 158">
            <a:extLst>
              <a:ext uri="{FF2B5EF4-FFF2-40B4-BE49-F238E27FC236}">
                <a16:creationId xmlns:a16="http://schemas.microsoft.com/office/drawing/2014/main" id="{6AFC1B4C-DB62-BA9E-FD56-9325FD92BE13}"/>
              </a:ext>
            </a:extLst>
          </p:cNvPr>
          <p:cNvSpPr>
            <a:spLocks noChangeShapeType="1"/>
          </p:cNvSpPr>
          <p:nvPr/>
        </p:nvSpPr>
        <p:spPr bwMode="auto">
          <a:xfrm flipH="1">
            <a:off x="2256714" y="1718709"/>
            <a:ext cx="1009650" cy="311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5" name="Line 159">
            <a:extLst>
              <a:ext uri="{FF2B5EF4-FFF2-40B4-BE49-F238E27FC236}">
                <a16:creationId xmlns:a16="http://schemas.microsoft.com/office/drawing/2014/main" id="{D98D78D0-349C-62A5-0085-8F5243FA6FBC}"/>
              </a:ext>
            </a:extLst>
          </p:cNvPr>
          <p:cNvSpPr>
            <a:spLocks noChangeShapeType="1"/>
          </p:cNvSpPr>
          <p:nvPr/>
        </p:nvSpPr>
        <p:spPr bwMode="auto">
          <a:xfrm>
            <a:off x="3328276" y="1691721"/>
            <a:ext cx="503238" cy="2889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6" name="Text Box 175">
            <a:extLst>
              <a:ext uri="{FF2B5EF4-FFF2-40B4-BE49-F238E27FC236}">
                <a16:creationId xmlns:a16="http://schemas.microsoft.com/office/drawing/2014/main" id="{CE74E3FE-81AE-6EB4-6BFA-9A274D2C6728}"/>
              </a:ext>
            </a:extLst>
          </p:cNvPr>
          <p:cNvSpPr txBox="1">
            <a:spLocks noChangeArrowheads="1"/>
          </p:cNvSpPr>
          <p:nvPr/>
        </p:nvSpPr>
        <p:spPr bwMode="auto">
          <a:xfrm>
            <a:off x="2671051" y="1396446"/>
            <a:ext cx="46198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7" name="Line 153">
            <a:extLst>
              <a:ext uri="{FF2B5EF4-FFF2-40B4-BE49-F238E27FC236}">
                <a16:creationId xmlns:a16="http://schemas.microsoft.com/office/drawing/2014/main" id="{A741E7B2-8F02-CEC8-8E9F-A79ED409F2E9}"/>
              </a:ext>
            </a:extLst>
          </p:cNvPr>
          <p:cNvSpPr>
            <a:spLocks noChangeShapeType="1"/>
          </p:cNvSpPr>
          <p:nvPr/>
        </p:nvSpPr>
        <p:spPr bwMode="auto">
          <a:xfrm>
            <a:off x="2220201" y="2067959"/>
            <a:ext cx="747713" cy="295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28" name="Picture 46">
            <a:extLst>
              <a:ext uri="{FF2B5EF4-FFF2-40B4-BE49-F238E27FC236}">
                <a16:creationId xmlns:a16="http://schemas.microsoft.com/office/drawing/2014/main" id="{D22AF236-6B75-9305-B7C9-907C134335B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83814" y="1620284"/>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 name="Picture 46">
            <a:extLst>
              <a:ext uri="{FF2B5EF4-FFF2-40B4-BE49-F238E27FC236}">
                <a16:creationId xmlns:a16="http://schemas.microsoft.com/office/drawing/2014/main" id="{02D3E4F0-CD16-ADCF-68A7-C327672A873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94889" y="2291796"/>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 name="Picture 52">
            <a:extLst>
              <a:ext uri="{FF2B5EF4-FFF2-40B4-BE49-F238E27FC236}">
                <a16:creationId xmlns:a16="http://schemas.microsoft.com/office/drawing/2014/main" id="{F1F4BF08-3F9E-903C-75A9-56C4762089B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3351" y="1960009"/>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 name="Picture 46">
            <a:extLst>
              <a:ext uri="{FF2B5EF4-FFF2-40B4-BE49-F238E27FC236}">
                <a16:creationId xmlns:a16="http://schemas.microsoft.com/office/drawing/2014/main" id="{434D1642-C997-9240-669B-1D96702056C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576" y="1961596"/>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81" name="Line 158">
            <a:extLst>
              <a:ext uri="{FF2B5EF4-FFF2-40B4-BE49-F238E27FC236}">
                <a16:creationId xmlns:a16="http://schemas.microsoft.com/office/drawing/2014/main" id="{47C310EE-7872-2327-868C-6A6F5B83B900}"/>
              </a:ext>
            </a:extLst>
          </p:cNvPr>
          <p:cNvSpPr>
            <a:spLocks noChangeShapeType="1"/>
          </p:cNvSpPr>
          <p:nvPr/>
        </p:nvSpPr>
        <p:spPr bwMode="auto">
          <a:xfrm flipH="1">
            <a:off x="6198476" y="2053671"/>
            <a:ext cx="790575" cy="31115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2" name="Line 159">
            <a:extLst>
              <a:ext uri="{FF2B5EF4-FFF2-40B4-BE49-F238E27FC236}">
                <a16:creationId xmlns:a16="http://schemas.microsoft.com/office/drawing/2014/main" id="{574D8028-7105-B657-2B30-4C8467EAC25C}"/>
              </a:ext>
            </a:extLst>
          </p:cNvPr>
          <p:cNvSpPr>
            <a:spLocks noChangeShapeType="1"/>
          </p:cNvSpPr>
          <p:nvPr/>
        </p:nvSpPr>
        <p:spPr bwMode="auto">
          <a:xfrm>
            <a:off x="6414376" y="1693309"/>
            <a:ext cx="503238" cy="28892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3" name="Text Box 175">
            <a:extLst>
              <a:ext uri="{FF2B5EF4-FFF2-40B4-BE49-F238E27FC236}">
                <a16:creationId xmlns:a16="http://schemas.microsoft.com/office/drawing/2014/main" id="{D34D74DD-D8C7-593C-5A8E-FBAA1EDF76C1}"/>
              </a:ext>
            </a:extLst>
          </p:cNvPr>
          <p:cNvSpPr txBox="1">
            <a:spLocks noChangeArrowheads="1"/>
          </p:cNvSpPr>
          <p:nvPr/>
        </p:nvSpPr>
        <p:spPr bwMode="auto">
          <a:xfrm>
            <a:off x="5766676" y="1396446"/>
            <a:ext cx="46198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4" name="Line 153">
            <a:extLst>
              <a:ext uri="{FF2B5EF4-FFF2-40B4-BE49-F238E27FC236}">
                <a16:creationId xmlns:a16="http://schemas.microsoft.com/office/drawing/2014/main" id="{4612D494-BD55-5110-C289-47125B7DF765}"/>
              </a:ext>
            </a:extLst>
          </p:cNvPr>
          <p:cNvSpPr>
            <a:spLocks noChangeShapeType="1"/>
          </p:cNvSpPr>
          <p:nvPr/>
        </p:nvSpPr>
        <p:spPr bwMode="auto">
          <a:xfrm>
            <a:off x="5306301" y="2069546"/>
            <a:ext cx="747713" cy="2952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5" name="Line 153">
            <a:extLst>
              <a:ext uri="{FF2B5EF4-FFF2-40B4-BE49-F238E27FC236}">
                <a16:creationId xmlns:a16="http://schemas.microsoft.com/office/drawing/2014/main" id="{760A5B33-8134-7F12-78A6-036180938B72}"/>
              </a:ext>
            </a:extLst>
          </p:cNvPr>
          <p:cNvSpPr>
            <a:spLocks noChangeShapeType="1"/>
          </p:cNvSpPr>
          <p:nvPr/>
        </p:nvSpPr>
        <p:spPr bwMode="auto">
          <a:xfrm flipH="1">
            <a:off x="6169901" y="1710771"/>
            <a:ext cx="222250" cy="66040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6" name="Line 153">
            <a:extLst>
              <a:ext uri="{FF2B5EF4-FFF2-40B4-BE49-F238E27FC236}">
                <a16:creationId xmlns:a16="http://schemas.microsoft.com/office/drawing/2014/main" id="{C3D778F3-8FC5-A828-46EE-183674B40194}"/>
              </a:ext>
            </a:extLst>
          </p:cNvPr>
          <p:cNvSpPr>
            <a:spLocks noChangeShapeType="1"/>
          </p:cNvSpPr>
          <p:nvPr/>
        </p:nvSpPr>
        <p:spPr bwMode="auto">
          <a:xfrm>
            <a:off x="5341226" y="2017159"/>
            <a:ext cx="1668463" cy="1428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7" name="Line 153">
            <a:extLst>
              <a:ext uri="{FF2B5EF4-FFF2-40B4-BE49-F238E27FC236}">
                <a16:creationId xmlns:a16="http://schemas.microsoft.com/office/drawing/2014/main" id="{BCB7FA06-8E24-F4EF-D095-E669C04409FD}"/>
              </a:ext>
            </a:extLst>
          </p:cNvPr>
          <p:cNvSpPr>
            <a:spLocks noChangeShapeType="1"/>
          </p:cNvSpPr>
          <p:nvPr/>
        </p:nvSpPr>
        <p:spPr bwMode="auto">
          <a:xfrm flipV="1">
            <a:off x="5307889" y="1736171"/>
            <a:ext cx="1058862" cy="27146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188" name="Picture 46">
            <a:extLst>
              <a:ext uri="{FF2B5EF4-FFF2-40B4-BE49-F238E27FC236}">
                <a16:creationId xmlns:a16="http://schemas.microsoft.com/office/drawing/2014/main" id="{C485E9EF-BB36-4B64-8762-050F73D18C6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69914" y="1661559"/>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89" name="Picture 46">
            <a:extLst>
              <a:ext uri="{FF2B5EF4-FFF2-40B4-BE49-F238E27FC236}">
                <a16:creationId xmlns:a16="http://schemas.microsoft.com/office/drawing/2014/main" id="{223AA633-4DAD-B031-8A91-84BB40FA088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80989" y="2333071"/>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90" name="Picture 52">
            <a:extLst>
              <a:ext uri="{FF2B5EF4-FFF2-40B4-BE49-F238E27FC236}">
                <a16:creationId xmlns:a16="http://schemas.microsoft.com/office/drawing/2014/main" id="{478CB2CD-C3FA-0B7E-FE81-5D4C723A836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09451" y="1961596"/>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91" name="Picture 46">
            <a:extLst>
              <a:ext uri="{FF2B5EF4-FFF2-40B4-BE49-F238E27FC236}">
                <a16:creationId xmlns:a16="http://schemas.microsoft.com/office/drawing/2014/main" id="{27DC324D-5C82-1DB6-01FF-A6B37F0A804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09676" y="1963184"/>
            <a:ext cx="296863"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92" name="Text Box 175">
            <a:extLst>
              <a:ext uri="{FF2B5EF4-FFF2-40B4-BE49-F238E27FC236}">
                <a16:creationId xmlns:a16="http://schemas.microsoft.com/office/drawing/2014/main" id="{A068B0C9-219B-168A-106F-83C906B3525A}"/>
              </a:ext>
            </a:extLst>
          </p:cNvPr>
          <p:cNvSpPr txBox="1">
            <a:spLocks noChangeArrowheads="1"/>
          </p:cNvSpPr>
          <p:nvPr/>
        </p:nvSpPr>
        <p:spPr bwMode="auto">
          <a:xfrm>
            <a:off x="1589964" y="2548971"/>
            <a:ext cx="28527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实线是路由器之间的物理连接</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3" name="Text Box 175">
            <a:extLst>
              <a:ext uri="{FF2B5EF4-FFF2-40B4-BE49-F238E27FC236}">
                <a16:creationId xmlns:a16="http://schemas.microsoft.com/office/drawing/2014/main" id="{5EEB532F-2FB5-524B-76EC-3A51FAFC0603}"/>
              </a:ext>
            </a:extLst>
          </p:cNvPr>
          <p:cNvSpPr txBox="1">
            <a:spLocks noChangeArrowheads="1"/>
          </p:cNvSpPr>
          <p:nvPr/>
        </p:nvSpPr>
        <p:spPr bwMode="auto">
          <a:xfrm>
            <a:off x="4758614" y="2548971"/>
            <a:ext cx="31181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虚线是 路由器之间的 </a:t>
            </a: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iBGP </a:t>
            </a: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连接</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4" name="Text Box 175">
            <a:extLst>
              <a:ext uri="{FF2B5EF4-FFF2-40B4-BE49-F238E27FC236}">
                <a16:creationId xmlns:a16="http://schemas.microsoft.com/office/drawing/2014/main" id="{1D8FBDD1-7F47-5774-344D-A5E0230B7F5A}"/>
              </a:ext>
            </a:extLst>
          </p:cNvPr>
          <p:cNvSpPr txBox="1">
            <a:spLocks noChangeArrowheads="1"/>
          </p:cNvSpPr>
          <p:nvPr/>
        </p:nvSpPr>
        <p:spPr bwMode="auto">
          <a:xfrm>
            <a:off x="6703301" y="1396446"/>
            <a:ext cx="7393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 </a:t>
            </a: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iBGP</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195" name="直接连接符 64">
            <a:extLst>
              <a:ext uri="{FF2B5EF4-FFF2-40B4-BE49-F238E27FC236}">
                <a16:creationId xmlns:a16="http://schemas.microsoft.com/office/drawing/2014/main" id="{9851DB16-6B20-5433-0B49-FBC133DE246D}"/>
              </a:ext>
            </a:extLst>
          </p:cNvPr>
          <p:cNvCxnSpPr>
            <a:cxnSpLocks noChangeShapeType="1"/>
          </p:cNvCxnSpPr>
          <p:nvPr/>
        </p:nvCxnSpPr>
        <p:spPr bwMode="auto">
          <a:xfrm flipH="1">
            <a:off x="6604876" y="1664734"/>
            <a:ext cx="334963" cy="13970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96" name="直接连接符 67">
            <a:extLst>
              <a:ext uri="{FF2B5EF4-FFF2-40B4-BE49-F238E27FC236}">
                <a16:creationId xmlns:a16="http://schemas.microsoft.com/office/drawing/2014/main" id="{CAE75B82-4DF7-3B6A-9609-352FA7AD2FD2}"/>
              </a:ext>
            </a:extLst>
          </p:cNvPr>
          <p:cNvCxnSpPr>
            <a:cxnSpLocks noChangeShapeType="1"/>
          </p:cNvCxnSpPr>
          <p:nvPr/>
        </p:nvCxnSpPr>
        <p:spPr bwMode="auto">
          <a:xfrm flipH="1">
            <a:off x="6536614" y="1661559"/>
            <a:ext cx="619125" cy="563562"/>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97" name="直接连接符 68">
            <a:extLst>
              <a:ext uri="{FF2B5EF4-FFF2-40B4-BE49-F238E27FC236}">
                <a16:creationId xmlns:a16="http://schemas.microsoft.com/office/drawing/2014/main" id="{44C95288-379C-EF19-14F5-25217D9F26B1}"/>
              </a:ext>
            </a:extLst>
          </p:cNvPr>
          <p:cNvCxnSpPr>
            <a:cxnSpLocks noChangeShapeType="1"/>
          </p:cNvCxnSpPr>
          <p:nvPr/>
        </p:nvCxnSpPr>
        <p:spPr bwMode="auto">
          <a:xfrm flipH="1">
            <a:off x="6234989" y="1669496"/>
            <a:ext cx="815975" cy="487363"/>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98" name="直接连接符 69">
            <a:extLst>
              <a:ext uri="{FF2B5EF4-FFF2-40B4-BE49-F238E27FC236}">
                <a16:creationId xmlns:a16="http://schemas.microsoft.com/office/drawing/2014/main" id="{3F12298F-68A9-5FF2-F7B8-A8E9CBFD0933}"/>
              </a:ext>
            </a:extLst>
          </p:cNvPr>
          <p:cNvCxnSpPr>
            <a:cxnSpLocks noChangeShapeType="1"/>
          </p:cNvCxnSpPr>
          <p:nvPr/>
        </p:nvCxnSpPr>
        <p:spPr bwMode="auto">
          <a:xfrm>
            <a:off x="5538076" y="1677434"/>
            <a:ext cx="268288" cy="201612"/>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199" name="Text Box 175">
            <a:extLst>
              <a:ext uri="{FF2B5EF4-FFF2-40B4-BE49-F238E27FC236}">
                <a16:creationId xmlns:a16="http://schemas.microsoft.com/office/drawing/2014/main" id="{816AA96D-6385-2694-13E2-7C1DF5A903ED}"/>
              </a:ext>
            </a:extLst>
          </p:cNvPr>
          <p:cNvSpPr txBox="1">
            <a:spLocks noChangeArrowheads="1"/>
          </p:cNvSpPr>
          <p:nvPr/>
        </p:nvSpPr>
        <p:spPr bwMode="auto">
          <a:xfrm>
            <a:off x="5061826" y="1412321"/>
            <a:ext cx="7393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 </a:t>
            </a: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iBGP</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200" name="直接连接符 87">
            <a:extLst>
              <a:ext uri="{FF2B5EF4-FFF2-40B4-BE49-F238E27FC236}">
                <a16:creationId xmlns:a16="http://schemas.microsoft.com/office/drawing/2014/main" id="{903194C2-749A-3454-5B81-4D2C523D1EF1}"/>
              </a:ext>
            </a:extLst>
          </p:cNvPr>
          <p:cNvCxnSpPr>
            <a:cxnSpLocks noChangeShapeType="1"/>
          </p:cNvCxnSpPr>
          <p:nvPr/>
        </p:nvCxnSpPr>
        <p:spPr bwMode="auto">
          <a:xfrm>
            <a:off x="5433301" y="1661559"/>
            <a:ext cx="388938" cy="341312"/>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201" name="直接连接符 88">
            <a:extLst>
              <a:ext uri="{FF2B5EF4-FFF2-40B4-BE49-F238E27FC236}">
                <a16:creationId xmlns:a16="http://schemas.microsoft.com/office/drawing/2014/main" id="{6698A8A1-A8B0-85B4-9059-B0BA6467C7D4}"/>
              </a:ext>
            </a:extLst>
          </p:cNvPr>
          <p:cNvCxnSpPr>
            <a:cxnSpLocks noChangeShapeType="1"/>
          </p:cNvCxnSpPr>
          <p:nvPr/>
        </p:nvCxnSpPr>
        <p:spPr bwMode="auto">
          <a:xfrm>
            <a:off x="5345989" y="1672671"/>
            <a:ext cx="263525" cy="522288"/>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243" name="文本框 242">
            <a:extLst>
              <a:ext uri="{FF2B5EF4-FFF2-40B4-BE49-F238E27FC236}">
                <a16:creationId xmlns:a16="http://schemas.microsoft.com/office/drawing/2014/main" id="{4890D8E5-35AA-FEDB-DD86-B2786E3B373B}"/>
              </a:ext>
            </a:extLst>
          </p:cNvPr>
          <p:cNvSpPr txBox="1"/>
          <p:nvPr/>
        </p:nvSpPr>
        <p:spPr>
          <a:xfrm>
            <a:off x="877614" y="3266889"/>
            <a:ext cx="7388772" cy="1317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285750" indent="-285750">
              <a:lnSpc>
                <a:spcPts val="3300"/>
              </a:lnSpc>
              <a:buClr>
                <a:srgbClr val="0070C0"/>
              </a:buClr>
              <a:buFont typeface="Wingdings" pitchFamily="2" charset="2"/>
              <a:buChar char="l"/>
              <a:defRPr sz="2000" b="1">
                <a:latin typeface="微软雅黑" pitchFamily="34" charset="-122"/>
                <a:ea typeface="微软雅黑" pitchFamily="34" charset="-122"/>
              </a:defRPr>
            </a:lvl1pPr>
          </a:lstStyle>
          <a:p>
            <a:r>
              <a:rPr lang="en-US" altLang="zh-CN" dirty="0"/>
              <a:t>eBGP</a:t>
            </a:r>
            <a:r>
              <a:rPr lang="zh-CN" altLang="en-US" dirty="0"/>
              <a:t>和</a:t>
            </a:r>
            <a:r>
              <a:rPr lang="en-US" altLang="zh-CN" dirty="0"/>
              <a:t>iBGP</a:t>
            </a:r>
            <a:r>
              <a:rPr lang="zh-CN" altLang="en-US" dirty="0"/>
              <a:t>并不是两个不同的协议而是代表两种不同的连接的简称。</a:t>
            </a:r>
            <a:r>
              <a:rPr lang="en-US" altLang="zh-CN" dirty="0"/>
              <a:t>eBGP</a:t>
            </a:r>
            <a:r>
              <a:rPr lang="zh-CN" altLang="en-US" dirty="0"/>
              <a:t>是在不同</a:t>
            </a:r>
            <a:r>
              <a:rPr lang="en-US" altLang="zh-CN" dirty="0"/>
              <a:t>AS</a:t>
            </a:r>
            <a:r>
              <a:rPr lang="zh-CN" altLang="en-US" dirty="0"/>
              <a:t>的两个对等端之间的</a:t>
            </a:r>
            <a:r>
              <a:rPr lang="en-US" altLang="zh-CN" dirty="0"/>
              <a:t>BGP</a:t>
            </a:r>
            <a:r>
              <a:rPr lang="zh-CN" altLang="en-US" dirty="0"/>
              <a:t>连接，而</a:t>
            </a:r>
            <a:r>
              <a:rPr lang="en-US" altLang="zh-CN" dirty="0"/>
              <a:t>iBGP</a:t>
            </a:r>
            <a:r>
              <a:rPr lang="zh-CN" altLang="en-US" dirty="0"/>
              <a:t>是同一</a:t>
            </a:r>
            <a:r>
              <a:rPr lang="en-US" altLang="zh-CN" dirty="0"/>
              <a:t>AS</a:t>
            </a:r>
            <a:r>
              <a:rPr lang="zh-CN" altLang="en-US" dirty="0"/>
              <a:t>的两个对等端之间的</a:t>
            </a:r>
            <a:r>
              <a:rPr lang="en-US" altLang="zh-CN" dirty="0"/>
              <a:t>BGP</a:t>
            </a:r>
            <a:r>
              <a:rPr lang="zh-CN" altLang="en-US" dirty="0"/>
              <a:t>连接。</a:t>
            </a:r>
          </a:p>
        </p:txBody>
      </p:sp>
    </p:spTree>
    <p:extLst>
      <p:ext uri="{BB962C8B-B14F-4D97-AF65-F5344CB8AC3E}">
        <p14:creationId xmlns:p14="http://schemas.microsoft.com/office/powerpoint/2010/main" val="1522753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43"/>
                                        </p:tgtEl>
                                        <p:attrNameLst>
                                          <p:attrName>style.visibility</p:attrName>
                                        </p:attrNameLst>
                                      </p:cBhvr>
                                      <p:to>
                                        <p:strVal val="visible"/>
                                      </p:to>
                                    </p:set>
                                    <p:animEffect transition="in" filter="fade">
                                      <p:cBhvr>
                                        <p:cTn id="7" dur="1000"/>
                                        <p:tgtEl>
                                          <p:spTgt spid="243"/>
                                        </p:tgtEl>
                                      </p:cBhvr>
                                    </p:animEffect>
                                    <p:anim calcmode="lin" valueType="num">
                                      <p:cBhvr>
                                        <p:cTn id="8" dur="1000" fill="hold"/>
                                        <p:tgtEl>
                                          <p:spTgt spid="243"/>
                                        </p:tgtEl>
                                        <p:attrNameLst>
                                          <p:attrName>ppt_x</p:attrName>
                                        </p:attrNameLst>
                                      </p:cBhvr>
                                      <p:tavLst>
                                        <p:tav tm="0">
                                          <p:val>
                                            <p:strVal val="#ppt_x"/>
                                          </p:val>
                                        </p:tav>
                                        <p:tav tm="100000">
                                          <p:val>
                                            <p:strVal val="#ppt_x"/>
                                          </p:val>
                                        </p:tav>
                                      </p:tavLst>
                                    </p:anim>
                                    <p:anim calcmode="lin" valueType="num">
                                      <p:cBhvr>
                                        <p:cTn id="9" dur="1000" fill="hold"/>
                                        <p:tgtEl>
                                          <p:spTgt spid="2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06D301-D85C-6AF5-DB16-7DB49DBF465C}"/>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29A38302-FC45-7B49-18AF-BF9773991FE7}"/>
              </a:ext>
            </a:extLst>
          </p:cNvPr>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BA040F61-CA80-33CE-6603-1349A78BEB2C}"/>
              </a:ext>
            </a:extLst>
          </p:cNvPr>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BGP</a:t>
            </a:r>
            <a:r>
              <a:rPr lang="zh-CN" altLang="en-US" sz="2000" b="1" dirty="0">
                <a:solidFill>
                  <a:schemeClr val="bg1"/>
                </a:solidFill>
                <a:latin typeface="微软雅黑" pitchFamily="34" charset="-122"/>
                <a:ea typeface="微软雅黑" pitchFamily="34" charset="-122"/>
              </a:rPr>
              <a:t>路由</a:t>
            </a:r>
          </a:p>
        </p:txBody>
      </p:sp>
      <p:sp>
        <p:nvSpPr>
          <p:cNvPr id="243" name="文本框 242">
            <a:extLst>
              <a:ext uri="{FF2B5EF4-FFF2-40B4-BE49-F238E27FC236}">
                <a16:creationId xmlns:a16="http://schemas.microsoft.com/office/drawing/2014/main" id="{4890D8E5-35AA-FEDB-DD86-B2786E3B373B}"/>
              </a:ext>
            </a:extLst>
          </p:cNvPr>
          <p:cNvSpPr txBox="1"/>
          <p:nvPr/>
        </p:nvSpPr>
        <p:spPr>
          <a:xfrm>
            <a:off x="877614" y="3266889"/>
            <a:ext cx="7388772" cy="1317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285750" indent="-285750">
              <a:lnSpc>
                <a:spcPts val="3300"/>
              </a:lnSpc>
              <a:buClr>
                <a:srgbClr val="0070C0"/>
              </a:buClr>
              <a:buFont typeface="Wingdings" pitchFamily="2" charset="2"/>
              <a:buChar char="l"/>
              <a:defRPr sz="2000" b="1">
                <a:latin typeface="微软雅黑" pitchFamily="34" charset="-122"/>
                <a:ea typeface="微软雅黑" pitchFamily="34" charset="-122"/>
              </a:defRPr>
            </a:lvl1pPr>
          </a:lstStyle>
          <a:p>
            <a:r>
              <a:rPr lang="en-US" altLang="zh-CN" dirty="0"/>
              <a:t>eBGP</a:t>
            </a:r>
            <a:r>
              <a:rPr lang="zh-CN" altLang="en-US" dirty="0"/>
              <a:t>和</a:t>
            </a:r>
            <a:r>
              <a:rPr lang="en-US" altLang="zh-CN" dirty="0"/>
              <a:t>iBGP</a:t>
            </a:r>
            <a:r>
              <a:rPr lang="zh-CN" altLang="en-US" dirty="0"/>
              <a:t>并不是两个不同的协议而是代表两种不同的连接的简称。</a:t>
            </a:r>
            <a:r>
              <a:rPr lang="en-US" altLang="zh-CN" dirty="0"/>
              <a:t>eBGP</a:t>
            </a:r>
            <a:r>
              <a:rPr lang="zh-CN" altLang="en-US" dirty="0"/>
              <a:t>是在不同</a:t>
            </a:r>
            <a:r>
              <a:rPr lang="en-US" altLang="zh-CN" dirty="0"/>
              <a:t>AS</a:t>
            </a:r>
            <a:r>
              <a:rPr lang="zh-CN" altLang="en-US" dirty="0"/>
              <a:t>的两个对等端之间的</a:t>
            </a:r>
            <a:r>
              <a:rPr lang="en-US" altLang="zh-CN" dirty="0"/>
              <a:t>BGP</a:t>
            </a:r>
            <a:r>
              <a:rPr lang="zh-CN" altLang="en-US" dirty="0"/>
              <a:t>连接，而</a:t>
            </a:r>
            <a:r>
              <a:rPr lang="en-US" altLang="zh-CN" dirty="0"/>
              <a:t>iBGP</a:t>
            </a:r>
            <a:r>
              <a:rPr lang="zh-CN" altLang="en-US" dirty="0"/>
              <a:t>是同一</a:t>
            </a:r>
            <a:r>
              <a:rPr lang="en-US" altLang="zh-CN" dirty="0"/>
              <a:t>AS</a:t>
            </a:r>
            <a:r>
              <a:rPr lang="zh-CN" altLang="en-US" dirty="0"/>
              <a:t>的两个对等端之间的</a:t>
            </a:r>
            <a:r>
              <a:rPr lang="en-US" altLang="zh-CN" dirty="0"/>
              <a:t>BGP</a:t>
            </a:r>
            <a:r>
              <a:rPr lang="zh-CN" altLang="en-US" dirty="0"/>
              <a:t>连接。</a:t>
            </a:r>
          </a:p>
        </p:txBody>
      </p:sp>
      <p:sp>
        <p:nvSpPr>
          <p:cNvPr id="6" name="圆角矩形 3">
            <a:extLst>
              <a:ext uri="{FF2B5EF4-FFF2-40B4-BE49-F238E27FC236}">
                <a16:creationId xmlns:a16="http://schemas.microsoft.com/office/drawing/2014/main" id="{50216FBE-3079-C6EB-4CAE-9F6704918165}"/>
              </a:ext>
            </a:extLst>
          </p:cNvPr>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7" name="Group 206">
            <a:extLst>
              <a:ext uri="{FF2B5EF4-FFF2-40B4-BE49-F238E27FC236}">
                <a16:creationId xmlns:a16="http://schemas.microsoft.com/office/drawing/2014/main" id="{71D9227A-C042-A992-8388-47D0DAE4599F}"/>
              </a:ext>
            </a:extLst>
          </p:cNvPr>
          <p:cNvGrpSpPr>
            <a:grpSpLocks/>
          </p:cNvGrpSpPr>
          <p:nvPr/>
        </p:nvGrpSpPr>
        <p:grpSpPr bwMode="auto">
          <a:xfrm>
            <a:off x="1097412" y="1998220"/>
            <a:ext cx="1597041" cy="832398"/>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8" name="Oval 207">
              <a:extLst>
                <a:ext uri="{FF2B5EF4-FFF2-40B4-BE49-F238E27FC236}">
                  <a16:creationId xmlns:a16="http://schemas.microsoft.com/office/drawing/2014/main" id="{AB5C81E2-B8D8-9384-7712-00F431A46523}"/>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9" name="Oval 208">
              <a:extLst>
                <a:ext uri="{FF2B5EF4-FFF2-40B4-BE49-F238E27FC236}">
                  <a16:creationId xmlns:a16="http://schemas.microsoft.com/office/drawing/2014/main" id="{40F053CB-8C53-C5D2-B1EF-B2C86D99D2FF}"/>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 name="Oval 209">
              <a:extLst>
                <a:ext uri="{FF2B5EF4-FFF2-40B4-BE49-F238E27FC236}">
                  <a16:creationId xmlns:a16="http://schemas.microsoft.com/office/drawing/2014/main" id="{BAFEB063-4ECD-6B0E-3C19-230501B761C2}"/>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 name="Oval 210">
              <a:extLst>
                <a:ext uri="{FF2B5EF4-FFF2-40B4-BE49-F238E27FC236}">
                  <a16:creationId xmlns:a16="http://schemas.microsoft.com/office/drawing/2014/main" id="{757A51D8-2BD1-8BDA-F915-2CEB213DBEF8}"/>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 name="Oval 211">
              <a:extLst>
                <a:ext uri="{FF2B5EF4-FFF2-40B4-BE49-F238E27FC236}">
                  <a16:creationId xmlns:a16="http://schemas.microsoft.com/office/drawing/2014/main" id="{CEEF79D0-1743-EE4C-65C5-FB0A9E94D7D2}"/>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 name="Oval 212">
              <a:extLst>
                <a:ext uri="{FF2B5EF4-FFF2-40B4-BE49-F238E27FC236}">
                  <a16:creationId xmlns:a16="http://schemas.microsoft.com/office/drawing/2014/main" id="{2B306277-CDA3-8109-6780-54F399E11C4C}"/>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4" name="Oval 213">
              <a:extLst>
                <a:ext uri="{FF2B5EF4-FFF2-40B4-BE49-F238E27FC236}">
                  <a16:creationId xmlns:a16="http://schemas.microsoft.com/office/drawing/2014/main" id="{8A06A0D1-98A5-66B5-BB3C-08F3E62EB01D}"/>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5" name="Oval 214">
              <a:extLst>
                <a:ext uri="{FF2B5EF4-FFF2-40B4-BE49-F238E27FC236}">
                  <a16:creationId xmlns:a16="http://schemas.microsoft.com/office/drawing/2014/main" id="{C4DF45CB-723F-EA78-8FFB-0FAE6288CB34}"/>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 name="Oval 215">
              <a:extLst>
                <a:ext uri="{FF2B5EF4-FFF2-40B4-BE49-F238E27FC236}">
                  <a16:creationId xmlns:a16="http://schemas.microsoft.com/office/drawing/2014/main" id="{6373638E-1EED-19B7-2C20-58659057C2C9}"/>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7" name="Group 216">
              <a:extLst>
                <a:ext uri="{FF2B5EF4-FFF2-40B4-BE49-F238E27FC236}">
                  <a16:creationId xmlns:a16="http://schemas.microsoft.com/office/drawing/2014/main" id="{40730D20-BABD-191F-286B-8D8A2B5CE0E0}"/>
                </a:ext>
              </a:extLst>
            </p:cNvPr>
            <p:cNvGrpSpPr>
              <a:grpSpLocks/>
            </p:cNvGrpSpPr>
            <p:nvPr/>
          </p:nvGrpSpPr>
          <p:grpSpPr bwMode="auto">
            <a:xfrm>
              <a:off x="912" y="768"/>
              <a:ext cx="2386" cy="1553"/>
              <a:chOff x="912" y="768"/>
              <a:chExt cx="2386" cy="1553"/>
            </a:xfrm>
            <a:grpFill/>
          </p:grpSpPr>
          <p:sp>
            <p:nvSpPr>
              <p:cNvPr id="18" name="Oval 217">
                <a:extLst>
                  <a:ext uri="{FF2B5EF4-FFF2-40B4-BE49-F238E27FC236}">
                    <a16:creationId xmlns:a16="http://schemas.microsoft.com/office/drawing/2014/main" id="{D97EE316-59C4-10C9-0DF6-8434F767CC1F}"/>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9" name="Oval 218">
                <a:extLst>
                  <a:ext uri="{FF2B5EF4-FFF2-40B4-BE49-F238E27FC236}">
                    <a16:creationId xmlns:a16="http://schemas.microsoft.com/office/drawing/2014/main" id="{B1F8EEE6-AE9E-6142-E311-8BFB1319846E}"/>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0" name="Oval 219">
                <a:extLst>
                  <a:ext uri="{FF2B5EF4-FFF2-40B4-BE49-F238E27FC236}">
                    <a16:creationId xmlns:a16="http://schemas.microsoft.com/office/drawing/2014/main" id="{F557B235-A2ED-CE16-88B5-485443AABB87}"/>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1" name="Oval 220">
                <a:extLst>
                  <a:ext uri="{FF2B5EF4-FFF2-40B4-BE49-F238E27FC236}">
                    <a16:creationId xmlns:a16="http://schemas.microsoft.com/office/drawing/2014/main" id="{83A813E0-4465-4F82-6C01-5DC6170FD1F6}"/>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2" name="Oval 221">
                <a:extLst>
                  <a:ext uri="{FF2B5EF4-FFF2-40B4-BE49-F238E27FC236}">
                    <a16:creationId xmlns:a16="http://schemas.microsoft.com/office/drawing/2014/main" id="{3FC8E32B-9BFF-CB32-4819-C66386F741F7}"/>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3" name="Oval 222">
                <a:extLst>
                  <a:ext uri="{FF2B5EF4-FFF2-40B4-BE49-F238E27FC236}">
                    <a16:creationId xmlns:a16="http://schemas.microsoft.com/office/drawing/2014/main" id="{EB551D3D-8013-4732-3495-E5A189D6BD53}"/>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2" name="Oval 223">
                <a:extLst>
                  <a:ext uri="{FF2B5EF4-FFF2-40B4-BE49-F238E27FC236}">
                    <a16:creationId xmlns:a16="http://schemas.microsoft.com/office/drawing/2014/main" id="{B481CFC0-DD4B-497A-D0B4-0FFEEEDD3013}"/>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4" name="Oval 224">
                <a:extLst>
                  <a:ext uri="{FF2B5EF4-FFF2-40B4-BE49-F238E27FC236}">
                    <a16:creationId xmlns:a16="http://schemas.microsoft.com/office/drawing/2014/main" id="{F6F169EA-D621-9047-E53F-8276F83DC2D9}"/>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5" name="Oval 225">
                <a:extLst>
                  <a:ext uri="{FF2B5EF4-FFF2-40B4-BE49-F238E27FC236}">
                    <a16:creationId xmlns:a16="http://schemas.microsoft.com/office/drawing/2014/main" id="{C39864B7-6268-26F9-82EE-723C0EA78578}"/>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246" name="Group 206">
            <a:extLst>
              <a:ext uri="{FF2B5EF4-FFF2-40B4-BE49-F238E27FC236}">
                <a16:creationId xmlns:a16="http://schemas.microsoft.com/office/drawing/2014/main" id="{8676F513-419D-E76A-0FF4-46BB405136A3}"/>
              </a:ext>
            </a:extLst>
          </p:cNvPr>
          <p:cNvGrpSpPr>
            <a:grpSpLocks/>
          </p:cNvGrpSpPr>
          <p:nvPr/>
        </p:nvGrpSpPr>
        <p:grpSpPr bwMode="auto">
          <a:xfrm>
            <a:off x="3388085" y="1519466"/>
            <a:ext cx="1875719" cy="832399"/>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47" name="Oval 207">
              <a:extLst>
                <a:ext uri="{FF2B5EF4-FFF2-40B4-BE49-F238E27FC236}">
                  <a16:creationId xmlns:a16="http://schemas.microsoft.com/office/drawing/2014/main" id="{F506492F-6943-5FE1-8FD4-44BC34C19864}"/>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8" name="Oval 208">
              <a:extLst>
                <a:ext uri="{FF2B5EF4-FFF2-40B4-BE49-F238E27FC236}">
                  <a16:creationId xmlns:a16="http://schemas.microsoft.com/office/drawing/2014/main" id="{1F36F8EB-1535-2E98-7831-A39164825148}"/>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49" name="Oval 209">
              <a:extLst>
                <a:ext uri="{FF2B5EF4-FFF2-40B4-BE49-F238E27FC236}">
                  <a16:creationId xmlns:a16="http://schemas.microsoft.com/office/drawing/2014/main" id="{639647F2-98FD-CE6C-70C4-E58DC6F03BCD}"/>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50" name="Oval 210">
              <a:extLst>
                <a:ext uri="{FF2B5EF4-FFF2-40B4-BE49-F238E27FC236}">
                  <a16:creationId xmlns:a16="http://schemas.microsoft.com/office/drawing/2014/main" id="{24010414-3144-4123-1260-C9C14CE18538}"/>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51" name="Oval 211">
              <a:extLst>
                <a:ext uri="{FF2B5EF4-FFF2-40B4-BE49-F238E27FC236}">
                  <a16:creationId xmlns:a16="http://schemas.microsoft.com/office/drawing/2014/main" id="{B470DE1C-69A9-56DA-A069-C7CE8BF8DEA5}"/>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52" name="Oval 212">
              <a:extLst>
                <a:ext uri="{FF2B5EF4-FFF2-40B4-BE49-F238E27FC236}">
                  <a16:creationId xmlns:a16="http://schemas.microsoft.com/office/drawing/2014/main" id="{D2AAE197-6172-5B34-D81A-F32BF1EABA55}"/>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53" name="Oval 213">
              <a:extLst>
                <a:ext uri="{FF2B5EF4-FFF2-40B4-BE49-F238E27FC236}">
                  <a16:creationId xmlns:a16="http://schemas.microsoft.com/office/drawing/2014/main" id="{251BB8B4-2AF1-B948-F68F-2EAB11B7D3B9}"/>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54" name="Oval 214">
              <a:extLst>
                <a:ext uri="{FF2B5EF4-FFF2-40B4-BE49-F238E27FC236}">
                  <a16:creationId xmlns:a16="http://schemas.microsoft.com/office/drawing/2014/main" id="{158FA16A-3560-6A39-4D93-CFDC76D021B5}"/>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55" name="Oval 215">
              <a:extLst>
                <a:ext uri="{FF2B5EF4-FFF2-40B4-BE49-F238E27FC236}">
                  <a16:creationId xmlns:a16="http://schemas.microsoft.com/office/drawing/2014/main" id="{D543A601-023D-3BB4-78F1-9708639DF8A9}"/>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60" name="Group 216">
              <a:extLst>
                <a:ext uri="{FF2B5EF4-FFF2-40B4-BE49-F238E27FC236}">
                  <a16:creationId xmlns:a16="http://schemas.microsoft.com/office/drawing/2014/main" id="{9F121DA7-5E57-17C6-B45A-FD82C9668BE2}"/>
                </a:ext>
              </a:extLst>
            </p:cNvPr>
            <p:cNvGrpSpPr>
              <a:grpSpLocks/>
            </p:cNvGrpSpPr>
            <p:nvPr/>
          </p:nvGrpSpPr>
          <p:grpSpPr bwMode="auto">
            <a:xfrm>
              <a:off x="912" y="768"/>
              <a:ext cx="2386" cy="1553"/>
              <a:chOff x="912" y="768"/>
              <a:chExt cx="2386" cy="1553"/>
            </a:xfrm>
            <a:grpFill/>
          </p:grpSpPr>
          <p:sp>
            <p:nvSpPr>
              <p:cNvPr id="161" name="Oval 217">
                <a:extLst>
                  <a:ext uri="{FF2B5EF4-FFF2-40B4-BE49-F238E27FC236}">
                    <a16:creationId xmlns:a16="http://schemas.microsoft.com/office/drawing/2014/main" id="{9749FA27-156C-C45E-C506-5FC8CB20588A}"/>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2" name="Oval 218">
                <a:extLst>
                  <a:ext uri="{FF2B5EF4-FFF2-40B4-BE49-F238E27FC236}">
                    <a16:creationId xmlns:a16="http://schemas.microsoft.com/office/drawing/2014/main" id="{C06BBBA9-1AC2-38F7-50B6-0BECF8269D4F}"/>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3" name="Oval 219">
                <a:extLst>
                  <a:ext uri="{FF2B5EF4-FFF2-40B4-BE49-F238E27FC236}">
                    <a16:creationId xmlns:a16="http://schemas.microsoft.com/office/drawing/2014/main" id="{C9247228-8A7D-98B0-0A05-BF60E35C95A9}"/>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4" name="Oval 220">
                <a:extLst>
                  <a:ext uri="{FF2B5EF4-FFF2-40B4-BE49-F238E27FC236}">
                    <a16:creationId xmlns:a16="http://schemas.microsoft.com/office/drawing/2014/main" id="{98D26526-87F4-894A-49A5-7DE383730A0A}"/>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5" name="Oval 221">
                <a:extLst>
                  <a:ext uri="{FF2B5EF4-FFF2-40B4-BE49-F238E27FC236}">
                    <a16:creationId xmlns:a16="http://schemas.microsoft.com/office/drawing/2014/main" id="{B70D319E-FD91-E8B1-B7CA-2F4A4FF2F8B7}"/>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6" name="Oval 222">
                <a:extLst>
                  <a:ext uri="{FF2B5EF4-FFF2-40B4-BE49-F238E27FC236}">
                    <a16:creationId xmlns:a16="http://schemas.microsoft.com/office/drawing/2014/main" id="{5B50B0EE-0284-B0EA-8FAF-F933DFA68283}"/>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7" name="Oval 223">
                <a:extLst>
                  <a:ext uri="{FF2B5EF4-FFF2-40B4-BE49-F238E27FC236}">
                    <a16:creationId xmlns:a16="http://schemas.microsoft.com/office/drawing/2014/main" id="{B304A42D-6C45-713E-022C-03A8E2487A2B}"/>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8" name="Oval 224">
                <a:extLst>
                  <a:ext uri="{FF2B5EF4-FFF2-40B4-BE49-F238E27FC236}">
                    <a16:creationId xmlns:a16="http://schemas.microsoft.com/office/drawing/2014/main" id="{43FB6D9E-3D54-83F2-7D55-BC2A95DB7737}"/>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9" name="Oval 225">
                <a:extLst>
                  <a:ext uri="{FF2B5EF4-FFF2-40B4-BE49-F238E27FC236}">
                    <a16:creationId xmlns:a16="http://schemas.microsoft.com/office/drawing/2014/main" id="{B1345FB7-24A4-1550-BF4B-22BFDE8F7149}"/>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170" name="Group 206">
            <a:extLst>
              <a:ext uri="{FF2B5EF4-FFF2-40B4-BE49-F238E27FC236}">
                <a16:creationId xmlns:a16="http://schemas.microsoft.com/office/drawing/2014/main" id="{F78C1817-767D-CEBC-5DE5-A9B5450B0EF2}"/>
              </a:ext>
            </a:extLst>
          </p:cNvPr>
          <p:cNvGrpSpPr>
            <a:grpSpLocks/>
          </p:cNvGrpSpPr>
          <p:nvPr/>
        </p:nvGrpSpPr>
        <p:grpSpPr bwMode="auto">
          <a:xfrm>
            <a:off x="5819629" y="2073286"/>
            <a:ext cx="1874187" cy="832399"/>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71" name="Oval 207">
              <a:extLst>
                <a:ext uri="{FF2B5EF4-FFF2-40B4-BE49-F238E27FC236}">
                  <a16:creationId xmlns:a16="http://schemas.microsoft.com/office/drawing/2014/main" id="{5B421BD5-472E-BD4D-6265-4E26BEDA3D2D}"/>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2" name="Oval 208">
              <a:extLst>
                <a:ext uri="{FF2B5EF4-FFF2-40B4-BE49-F238E27FC236}">
                  <a16:creationId xmlns:a16="http://schemas.microsoft.com/office/drawing/2014/main" id="{05D11360-F470-02E0-3139-5F0D01E7ABA9}"/>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3" name="Oval 209">
              <a:extLst>
                <a:ext uri="{FF2B5EF4-FFF2-40B4-BE49-F238E27FC236}">
                  <a16:creationId xmlns:a16="http://schemas.microsoft.com/office/drawing/2014/main" id="{832D789C-3F20-B762-493A-9EA00D8B96A1}"/>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4" name="Oval 210">
              <a:extLst>
                <a:ext uri="{FF2B5EF4-FFF2-40B4-BE49-F238E27FC236}">
                  <a16:creationId xmlns:a16="http://schemas.microsoft.com/office/drawing/2014/main" id="{A3252997-8BE5-8769-CA84-5ADF5AFD85B0}"/>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5" name="Oval 211">
              <a:extLst>
                <a:ext uri="{FF2B5EF4-FFF2-40B4-BE49-F238E27FC236}">
                  <a16:creationId xmlns:a16="http://schemas.microsoft.com/office/drawing/2014/main" id="{3DA3E212-1CE8-7C17-2093-12DE769E413E}"/>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6" name="Oval 212">
              <a:extLst>
                <a:ext uri="{FF2B5EF4-FFF2-40B4-BE49-F238E27FC236}">
                  <a16:creationId xmlns:a16="http://schemas.microsoft.com/office/drawing/2014/main" id="{7D00F8D3-F5F5-0574-D2F7-0371F0758C60}"/>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7" name="Oval 213">
              <a:extLst>
                <a:ext uri="{FF2B5EF4-FFF2-40B4-BE49-F238E27FC236}">
                  <a16:creationId xmlns:a16="http://schemas.microsoft.com/office/drawing/2014/main" id="{4A10608F-6425-3120-A803-18B5AE509738}"/>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79" name="Oval 214">
              <a:extLst>
                <a:ext uri="{FF2B5EF4-FFF2-40B4-BE49-F238E27FC236}">
                  <a16:creationId xmlns:a16="http://schemas.microsoft.com/office/drawing/2014/main" id="{0CABC86F-25DD-D48C-ADC8-ED9654546CE2}"/>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0" name="Oval 215">
              <a:extLst>
                <a:ext uri="{FF2B5EF4-FFF2-40B4-BE49-F238E27FC236}">
                  <a16:creationId xmlns:a16="http://schemas.microsoft.com/office/drawing/2014/main" id="{9F180904-B882-5955-DD0E-244BC487CD42}"/>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256" name="Group 216">
              <a:extLst>
                <a:ext uri="{FF2B5EF4-FFF2-40B4-BE49-F238E27FC236}">
                  <a16:creationId xmlns:a16="http://schemas.microsoft.com/office/drawing/2014/main" id="{4265F1FD-2085-3EFD-A91D-CD283B080208}"/>
                </a:ext>
              </a:extLst>
            </p:cNvPr>
            <p:cNvGrpSpPr>
              <a:grpSpLocks/>
            </p:cNvGrpSpPr>
            <p:nvPr/>
          </p:nvGrpSpPr>
          <p:grpSpPr bwMode="auto">
            <a:xfrm>
              <a:off x="912" y="768"/>
              <a:ext cx="2386" cy="1553"/>
              <a:chOff x="912" y="768"/>
              <a:chExt cx="2386" cy="1553"/>
            </a:xfrm>
            <a:grpFill/>
          </p:grpSpPr>
          <p:sp>
            <p:nvSpPr>
              <p:cNvPr id="257" name="Oval 217">
                <a:extLst>
                  <a:ext uri="{FF2B5EF4-FFF2-40B4-BE49-F238E27FC236}">
                    <a16:creationId xmlns:a16="http://schemas.microsoft.com/office/drawing/2014/main" id="{A7FBC9A2-6A8E-CF2D-3357-A2973345A850}"/>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58" name="Oval 218">
                <a:extLst>
                  <a:ext uri="{FF2B5EF4-FFF2-40B4-BE49-F238E27FC236}">
                    <a16:creationId xmlns:a16="http://schemas.microsoft.com/office/drawing/2014/main" id="{074B94BB-6894-E679-6A20-EEA18E13AB8C}"/>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59" name="Oval 219">
                <a:extLst>
                  <a:ext uri="{FF2B5EF4-FFF2-40B4-BE49-F238E27FC236}">
                    <a16:creationId xmlns:a16="http://schemas.microsoft.com/office/drawing/2014/main" id="{46A155D5-7C2F-BA94-433F-AC9A8750EF06}"/>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60" name="Oval 220">
                <a:extLst>
                  <a:ext uri="{FF2B5EF4-FFF2-40B4-BE49-F238E27FC236}">
                    <a16:creationId xmlns:a16="http://schemas.microsoft.com/office/drawing/2014/main" id="{9AC5A8EB-397A-8DB1-0C01-83327C72D6ED}"/>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61" name="Oval 221">
                <a:extLst>
                  <a:ext uri="{FF2B5EF4-FFF2-40B4-BE49-F238E27FC236}">
                    <a16:creationId xmlns:a16="http://schemas.microsoft.com/office/drawing/2014/main" id="{647896F7-0166-307D-1283-F85F1226C972}"/>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62" name="Oval 222">
                <a:extLst>
                  <a:ext uri="{FF2B5EF4-FFF2-40B4-BE49-F238E27FC236}">
                    <a16:creationId xmlns:a16="http://schemas.microsoft.com/office/drawing/2014/main" id="{4301DC88-2442-E6F2-813B-87AF81B72283}"/>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63" name="Oval 223">
                <a:extLst>
                  <a:ext uri="{FF2B5EF4-FFF2-40B4-BE49-F238E27FC236}">
                    <a16:creationId xmlns:a16="http://schemas.microsoft.com/office/drawing/2014/main" id="{9A18B25B-3291-1F5F-1614-D6AD553964E7}"/>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64" name="Oval 224">
                <a:extLst>
                  <a:ext uri="{FF2B5EF4-FFF2-40B4-BE49-F238E27FC236}">
                    <a16:creationId xmlns:a16="http://schemas.microsoft.com/office/drawing/2014/main" id="{8FC313EA-9902-C31E-90B5-0BBE29FF52D2}"/>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265" name="Oval 225">
                <a:extLst>
                  <a:ext uri="{FF2B5EF4-FFF2-40B4-BE49-F238E27FC236}">
                    <a16:creationId xmlns:a16="http://schemas.microsoft.com/office/drawing/2014/main" id="{4B6AA6CD-8C92-40CB-770C-50040CA2B39C}"/>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266" name="Line 208">
            <a:extLst>
              <a:ext uri="{FF2B5EF4-FFF2-40B4-BE49-F238E27FC236}">
                <a16:creationId xmlns:a16="http://schemas.microsoft.com/office/drawing/2014/main" id="{63A932C0-B72B-4D83-6E7C-AFAEE77EA366}"/>
              </a:ext>
            </a:extLst>
          </p:cNvPr>
          <p:cNvSpPr>
            <a:spLocks noChangeShapeType="1"/>
          </p:cNvSpPr>
          <p:nvPr/>
        </p:nvSpPr>
        <p:spPr bwMode="auto">
          <a:xfrm>
            <a:off x="6096776" y="2678818"/>
            <a:ext cx="624729" cy="1518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67" name="Text Box 42">
            <a:extLst>
              <a:ext uri="{FF2B5EF4-FFF2-40B4-BE49-F238E27FC236}">
                <a16:creationId xmlns:a16="http://schemas.microsoft.com/office/drawing/2014/main" id="{EDCB10A4-9B71-43C0-A197-6E8C901F8543}"/>
              </a:ext>
            </a:extLst>
          </p:cNvPr>
          <p:cNvSpPr txBox="1">
            <a:spLocks noChangeArrowheads="1"/>
          </p:cNvSpPr>
          <p:nvPr/>
        </p:nvSpPr>
        <p:spPr bwMode="auto">
          <a:xfrm>
            <a:off x="2040630" y="1325962"/>
            <a:ext cx="1166108"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eBGP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sp>
        <p:nvSpPr>
          <p:cNvPr id="268" name="Line 152">
            <a:extLst>
              <a:ext uri="{FF2B5EF4-FFF2-40B4-BE49-F238E27FC236}">
                <a16:creationId xmlns:a16="http://schemas.microsoft.com/office/drawing/2014/main" id="{033C074A-A93B-E4FE-0A0E-206EA632EAFD}"/>
              </a:ext>
            </a:extLst>
          </p:cNvPr>
          <p:cNvSpPr>
            <a:spLocks noChangeShapeType="1"/>
          </p:cNvSpPr>
          <p:nvPr/>
        </p:nvSpPr>
        <p:spPr bwMode="auto">
          <a:xfrm flipH="1">
            <a:off x="6860844" y="2376885"/>
            <a:ext cx="693634" cy="45373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69" name="Line 154">
            <a:extLst>
              <a:ext uri="{FF2B5EF4-FFF2-40B4-BE49-F238E27FC236}">
                <a16:creationId xmlns:a16="http://schemas.microsoft.com/office/drawing/2014/main" id="{6F1C81A7-53E9-8860-532A-3317A57D3E12}"/>
              </a:ext>
            </a:extLst>
          </p:cNvPr>
          <p:cNvSpPr>
            <a:spLocks noChangeShapeType="1"/>
          </p:cNvSpPr>
          <p:nvPr/>
        </p:nvSpPr>
        <p:spPr bwMode="auto">
          <a:xfrm flipV="1">
            <a:off x="2624017" y="1923154"/>
            <a:ext cx="834503" cy="605532"/>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70" name="Line 155">
            <a:extLst>
              <a:ext uri="{FF2B5EF4-FFF2-40B4-BE49-F238E27FC236}">
                <a16:creationId xmlns:a16="http://schemas.microsoft.com/office/drawing/2014/main" id="{15C78DAA-88BB-7D82-1915-A3E375EDCC0B}"/>
              </a:ext>
            </a:extLst>
          </p:cNvPr>
          <p:cNvSpPr>
            <a:spLocks noChangeShapeType="1"/>
          </p:cNvSpPr>
          <p:nvPr/>
        </p:nvSpPr>
        <p:spPr bwMode="auto">
          <a:xfrm>
            <a:off x="5262272" y="1923154"/>
            <a:ext cx="765599" cy="680598"/>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71" name="Line 158">
            <a:extLst>
              <a:ext uri="{FF2B5EF4-FFF2-40B4-BE49-F238E27FC236}">
                <a16:creationId xmlns:a16="http://schemas.microsoft.com/office/drawing/2014/main" id="{70EE1814-74A8-2444-CF44-B2E9FA806D3F}"/>
              </a:ext>
            </a:extLst>
          </p:cNvPr>
          <p:cNvSpPr>
            <a:spLocks noChangeShapeType="1"/>
          </p:cNvSpPr>
          <p:nvPr/>
        </p:nvSpPr>
        <p:spPr bwMode="auto">
          <a:xfrm flipH="1">
            <a:off x="4430832" y="1898132"/>
            <a:ext cx="762537" cy="326954"/>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72" name="Line 159">
            <a:extLst>
              <a:ext uri="{FF2B5EF4-FFF2-40B4-BE49-F238E27FC236}">
                <a16:creationId xmlns:a16="http://schemas.microsoft.com/office/drawing/2014/main" id="{4BEC3E26-E8BE-F16D-F637-FB1F6D6A6BBC}"/>
              </a:ext>
            </a:extLst>
          </p:cNvPr>
          <p:cNvSpPr>
            <a:spLocks noChangeShapeType="1"/>
          </p:cNvSpPr>
          <p:nvPr/>
        </p:nvSpPr>
        <p:spPr bwMode="auto">
          <a:xfrm>
            <a:off x="4639075" y="1519466"/>
            <a:ext cx="485390" cy="3036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73" name="Line 163">
            <a:extLst>
              <a:ext uri="{FF2B5EF4-FFF2-40B4-BE49-F238E27FC236}">
                <a16:creationId xmlns:a16="http://schemas.microsoft.com/office/drawing/2014/main" id="{92DDC41C-C116-D152-1090-E3BC00595F44}"/>
              </a:ext>
            </a:extLst>
          </p:cNvPr>
          <p:cNvSpPr>
            <a:spLocks noChangeShapeType="1"/>
          </p:cNvSpPr>
          <p:nvPr/>
        </p:nvSpPr>
        <p:spPr bwMode="auto">
          <a:xfrm>
            <a:off x="6791940" y="2150019"/>
            <a:ext cx="764068" cy="2268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74" name="Line 165">
            <a:extLst>
              <a:ext uri="{FF2B5EF4-FFF2-40B4-BE49-F238E27FC236}">
                <a16:creationId xmlns:a16="http://schemas.microsoft.com/office/drawing/2014/main" id="{9C5BFB4B-8569-7E8D-D150-850CF06047AA}"/>
              </a:ext>
            </a:extLst>
          </p:cNvPr>
          <p:cNvSpPr>
            <a:spLocks noChangeShapeType="1"/>
          </p:cNvSpPr>
          <p:nvPr/>
        </p:nvSpPr>
        <p:spPr bwMode="auto">
          <a:xfrm flipV="1">
            <a:off x="2000819" y="2603752"/>
            <a:ext cx="623198" cy="2268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75" name="Line 167">
            <a:extLst>
              <a:ext uri="{FF2B5EF4-FFF2-40B4-BE49-F238E27FC236}">
                <a16:creationId xmlns:a16="http://schemas.microsoft.com/office/drawing/2014/main" id="{052C8962-4F43-A188-D9D0-55712A38EC0C}"/>
              </a:ext>
            </a:extLst>
          </p:cNvPr>
          <p:cNvSpPr>
            <a:spLocks noChangeShapeType="1"/>
          </p:cNvSpPr>
          <p:nvPr/>
        </p:nvSpPr>
        <p:spPr bwMode="auto">
          <a:xfrm>
            <a:off x="1186222" y="2491987"/>
            <a:ext cx="813067" cy="33863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76" name="Line 169">
            <a:extLst>
              <a:ext uri="{FF2B5EF4-FFF2-40B4-BE49-F238E27FC236}">
                <a16:creationId xmlns:a16="http://schemas.microsoft.com/office/drawing/2014/main" id="{2345F902-E047-1F1D-A5D7-F51E2DC6D015}"/>
              </a:ext>
            </a:extLst>
          </p:cNvPr>
          <p:cNvSpPr>
            <a:spLocks noChangeShapeType="1"/>
          </p:cNvSpPr>
          <p:nvPr/>
        </p:nvSpPr>
        <p:spPr bwMode="auto">
          <a:xfrm flipV="1">
            <a:off x="1166316" y="2150019"/>
            <a:ext cx="695164" cy="301933"/>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77" name="Line 170">
            <a:extLst>
              <a:ext uri="{FF2B5EF4-FFF2-40B4-BE49-F238E27FC236}">
                <a16:creationId xmlns:a16="http://schemas.microsoft.com/office/drawing/2014/main" id="{44E643B7-B57F-2003-4CF9-AAE6AE627CA6}"/>
              </a:ext>
            </a:extLst>
          </p:cNvPr>
          <p:cNvSpPr>
            <a:spLocks noChangeShapeType="1"/>
          </p:cNvSpPr>
          <p:nvPr/>
        </p:nvSpPr>
        <p:spPr bwMode="auto">
          <a:xfrm>
            <a:off x="1861481" y="2150019"/>
            <a:ext cx="762537" cy="3786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78" name="Text Box 173">
            <a:extLst>
              <a:ext uri="{FF2B5EF4-FFF2-40B4-BE49-F238E27FC236}">
                <a16:creationId xmlns:a16="http://schemas.microsoft.com/office/drawing/2014/main" id="{E97AF2C4-3F11-4464-5159-7B9D56790D33}"/>
              </a:ext>
            </a:extLst>
          </p:cNvPr>
          <p:cNvSpPr txBox="1">
            <a:spLocks noChangeArrowheads="1"/>
          </p:cNvSpPr>
          <p:nvPr/>
        </p:nvSpPr>
        <p:spPr bwMode="auto">
          <a:xfrm>
            <a:off x="887638" y="1899800"/>
            <a:ext cx="527547"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1</a:t>
            </a:r>
          </a:p>
        </p:txBody>
      </p:sp>
      <p:sp>
        <p:nvSpPr>
          <p:cNvPr id="279" name="Text Box 174">
            <a:extLst>
              <a:ext uri="{FF2B5EF4-FFF2-40B4-BE49-F238E27FC236}">
                <a16:creationId xmlns:a16="http://schemas.microsoft.com/office/drawing/2014/main" id="{518769ED-654E-A9CD-3AB2-88230EB2580D}"/>
              </a:ext>
            </a:extLst>
          </p:cNvPr>
          <p:cNvSpPr txBox="1">
            <a:spLocks noChangeArrowheads="1"/>
          </p:cNvSpPr>
          <p:nvPr/>
        </p:nvSpPr>
        <p:spPr bwMode="auto">
          <a:xfrm>
            <a:off x="5957436" y="1823066"/>
            <a:ext cx="527547"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3</a:t>
            </a:r>
          </a:p>
        </p:txBody>
      </p:sp>
      <p:sp>
        <p:nvSpPr>
          <p:cNvPr id="280" name="Text Box 175">
            <a:extLst>
              <a:ext uri="{FF2B5EF4-FFF2-40B4-BE49-F238E27FC236}">
                <a16:creationId xmlns:a16="http://schemas.microsoft.com/office/drawing/2014/main" id="{26AA4049-D3AA-9EF5-F6D6-F1C21B0EA26A}"/>
              </a:ext>
            </a:extLst>
          </p:cNvPr>
          <p:cNvSpPr txBox="1">
            <a:spLocks noChangeArrowheads="1"/>
          </p:cNvSpPr>
          <p:nvPr/>
        </p:nvSpPr>
        <p:spPr bwMode="auto">
          <a:xfrm>
            <a:off x="3936254" y="1219202"/>
            <a:ext cx="527547"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2</a:t>
            </a:r>
          </a:p>
        </p:txBody>
      </p:sp>
      <p:sp>
        <p:nvSpPr>
          <p:cNvPr id="281" name="Line 194">
            <a:extLst>
              <a:ext uri="{FF2B5EF4-FFF2-40B4-BE49-F238E27FC236}">
                <a16:creationId xmlns:a16="http://schemas.microsoft.com/office/drawing/2014/main" id="{46468E6B-CF40-E9AE-3F35-E3086746A834}"/>
              </a:ext>
            </a:extLst>
          </p:cNvPr>
          <p:cNvSpPr>
            <a:spLocks noChangeShapeType="1"/>
          </p:cNvSpPr>
          <p:nvPr/>
        </p:nvSpPr>
        <p:spPr bwMode="auto">
          <a:xfrm flipH="1">
            <a:off x="3527425" y="1519466"/>
            <a:ext cx="1111650" cy="3036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82" name="Line 209">
            <a:extLst>
              <a:ext uri="{FF2B5EF4-FFF2-40B4-BE49-F238E27FC236}">
                <a16:creationId xmlns:a16="http://schemas.microsoft.com/office/drawing/2014/main" id="{AE5FE9EA-3AA2-212C-123D-2C30BB5AE27E}"/>
              </a:ext>
            </a:extLst>
          </p:cNvPr>
          <p:cNvSpPr>
            <a:spLocks noChangeShapeType="1"/>
          </p:cNvSpPr>
          <p:nvPr/>
        </p:nvSpPr>
        <p:spPr bwMode="auto">
          <a:xfrm flipV="1">
            <a:off x="6096776" y="2150019"/>
            <a:ext cx="624729" cy="45373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83" name="Line 153">
            <a:extLst>
              <a:ext uri="{FF2B5EF4-FFF2-40B4-BE49-F238E27FC236}">
                <a16:creationId xmlns:a16="http://schemas.microsoft.com/office/drawing/2014/main" id="{2DDB43D7-B0EC-0754-063B-6D8C33311448}"/>
              </a:ext>
            </a:extLst>
          </p:cNvPr>
          <p:cNvSpPr>
            <a:spLocks noChangeShapeType="1"/>
          </p:cNvSpPr>
          <p:nvPr/>
        </p:nvSpPr>
        <p:spPr bwMode="auto">
          <a:xfrm>
            <a:off x="3562642" y="1958184"/>
            <a:ext cx="728850" cy="266901"/>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84" name="Text Box 42">
            <a:extLst>
              <a:ext uri="{FF2B5EF4-FFF2-40B4-BE49-F238E27FC236}">
                <a16:creationId xmlns:a16="http://schemas.microsoft.com/office/drawing/2014/main" id="{8C95A1ED-E498-B9D6-75C3-DB85D3D5193A}"/>
              </a:ext>
            </a:extLst>
          </p:cNvPr>
          <p:cNvSpPr txBox="1">
            <a:spLocks noChangeArrowheads="1"/>
          </p:cNvSpPr>
          <p:nvPr/>
        </p:nvSpPr>
        <p:spPr bwMode="auto">
          <a:xfrm>
            <a:off x="7203832" y="1412706"/>
            <a:ext cx="1108900"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pic>
        <p:nvPicPr>
          <p:cNvPr id="285" name="Picture 16">
            <a:extLst>
              <a:ext uri="{FF2B5EF4-FFF2-40B4-BE49-F238E27FC236}">
                <a16:creationId xmlns:a16="http://schemas.microsoft.com/office/drawing/2014/main" id="{5E89406D-64FE-2399-DED8-E51F48DF3CF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61481" y="2732199"/>
            <a:ext cx="286334"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86" name="Line 169">
            <a:extLst>
              <a:ext uri="{FF2B5EF4-FFF2-40B4-BE49-F238E27FC236}">
                <a16:creationId xmlns:a16="http://schemas.microsoft.com/office/drawing/2014/main" id="{EC63F640-F3C7-E6F5-5D69-D2F474C284AC}"/>
              </a:ext>
            </a:extLst>
          </p:cNvPr>
          <p:cNvSpPr>
            <a:spLocks noChangeShapeType="1"/>
          </p:cNvSpPr>
          <p:nvPr/>
        </p:nvSpPr>
        <p:spPr bwMode="auto">
          <a:xfrm>
            <a:off x="1210721" y="2478642"/>
            <a:ext cx="1413296" cy="10175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87" name="Picture 52">
            <a:extLst>
              <a:ext uri="{FF2B5EF4-FFF2-40B4-BE49-F238E27FC236}">
                <a16:creationId xmlns:a16="http://schemas.microsoft.com/office/drawing/2014/main" id="{8BE465A4-8409-27F4-093C-6CEAC3F30A22}"/>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6977" y="2376885"/>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88" name="Picture 16">
            <a:extLst>
              <a:ext uri="{FF2B5EF4-FFF2-40B4-BE49-F238E27FC236}">
                <a16:creationId xmlns:a16="http://schemas.microsoft.com/office/drawing/2014/main" id="{1A7EF71C-BA2F-B6EF-E2D4-C14AFF7E978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22141" y="2073286"/>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89" name="Line 169">
            <a:extLst>
              <a:ext uri="{FF2B5EF4-FFF2-40B4-BE49-F238E27FC236}">
                <a16:creationId xmlns:a16="http://schemas.microsoft.com/office/drawing/2014/main" id="{40C0C823-496F-5D38-6BDD-A2FF3C065E64}"/>
              </a:ext>
            </a:extLst>
          </p:cNvPr>
          <p:cNvSpPr>
            <a:spLocks noChangeShapeType="1"/>
          </p:cNvSpPr>
          <p:nvPr/>
        </p:nvSpPr>
        <p:spPr bwMode="auto">
          <a:xfrm flipH="1" flipV="1">
            <a:off x="1859948" y="2203399"/>
            <a:ext cx="139340" cy="603864"/>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0" name="Line 194">
            <a:extLst>
              <a:ext uri="{FF2B5EF4-FFF2-40B4-BE49-F238E27FC236}">
                <a16:creationId xmlns:a16="http://schemas.microsoft.com/office/drawing/2014/main" id="{BE61EDD0-E7A0-044C-07D4-0A5C8A6E2E2B}"/>
              </a:ext>
            </a:extLst>
          </p:cNvPr>
          <p:cNvSpPr>
            <a:spLocks noChangeShapeType="1"/>
          </p:cNvSpPr>
          <p:nvPr/>
        </p:nvSpPr>
        <p:spPr bwMode="auto">
          <a:xfrm flipH="1">
            <a:off x="4360397" y="1521135"/>
            <a:ext cx="278678" cy="682266"/>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1" name="Line 194">
            <a:extLst>
              <a:ext uri="{FF2B5EF4-FFF2-40B4-BE49-F238E27FC236}">
                <a16:creationId xmlns:a16="http://schemas.microsoft.com/office/drawing/2014/main" id="{0E3E1AC6-E76F-EDEA-5E77-43D10E01C29B}"/>
              </a:ext>
            </a:extLst>
          </p:cNvPr>
          <p:cNvSpPr>
            <a:spLocks noChangeShapeType="1"/>
          </p:cNvSpPr>
          <p:nvPr/>
        </p:nvSpPr>
        <p:spPr bwMode="auto">
          <a:xfrm flipH="1">
            <a:off x="3596328" y="1899800"/>
            <a:ext cx="1598571" cy="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92" name="Picture 46">
            <a:extLst>
              <a:ext uri="{FF2B5EF4-FFF2-40B4-BE49-F238E27FC236}">
                <a16:creationId xmlns:a16="http://schemas.microsoft.com/office/drawing/2014/main" id="{CA0DE52F-B6CA-7CBC-89DD-39EF89785134}"/>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99735" y="1444401"/>
            <a:ext cx="286335" cy="1718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3" name="Picture 46">
            <a:extLst>
              <a:ext uri="{FF2B5EF4-FFF2-40B4-BE49-F238E27FC236}">
                <a16:creationId xmlns:a16="http://schemas.microsoft.com/office/drawing/2014/main" id="{E03B29A9-9889-6FFE-89D9-900DBFEE5B8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21057" y="2150019"/>
            <a:ext cx="286335" cy="171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94" name="Line 209">
            <a:extLst>
              <a:ext uri="{FF2B5EF4-FFF2-40B4-BE49-F238E27FC236}">
                <a16:creationId xmlns:a16="http://schemas.microsoft.com/office/drawing/2014/main" id="{D745CE68-5BAD-EDD5-3BED-66E6ED988E49}"/>
              </a:ext>
            </a:extLst>
          </p:cNvPr>
          <p:cNvSpPr>
            <a:spLocks noChangeShapeType="1"/>
          </p:cNvSpPr>
          <p:nvPr/>
        </p:nvSpPr>
        <p:spPr bwMode="auto">
          <a:xfrm flipV="1">
            <a:off x="6721505" y="2225086"/>
            <a:ext cx="32155" cy="65891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95" name="Line 209">
            <a:extLst>
              <a:ext uri="{FF2B5EF4-FFF2-40B4-BE49-F238E27FC236}">
                <a16:creationId xmlns:a16="http://schemas.microsoft.com/office/drawing/2014/main" id="{0E518DF4-3FF9-E85D-383F-7D0D15EE7F55}"/>
              </a:ext>
            </a:extLst>
          </p:cNvPr>
          <p:cNvSpPr>
            <a:spLocks noChangeShapeType="1"/>
          </p:cNvSpPr>
          <p:nvPr/>
        </p:nvSpPr>
        <p:spPr bwMode="auto">
          <a:xfrm flipV="1">
            <a:off x="6096776" y="2353531"/>
            <a:ext cx="1459232" cy="303600"/>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96" name="Picture 47">
            <a:extLst>
              <a:ext uri="{FF2B5EF4-FFF2-40B4-BE49-F238E27FC236}">
                <a16:creationId xmlns:a16="http://schemas.microsoft.com/office/drawing/2014/main" id="{184FDFCA-1D2B-113F-06C8-35BC3D9219A3}"/>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82166" y="2753884"/>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7" name="Picture 48">
            <a:extLst>
              <a:ext uri="{FF2B5EF4-FFF2-40B4-BE49-F238E27FC236}">
                <a16:creationId xmlns:a16="http://schemas.microsoft.com/office/drawing/2014/main" id="{BC349367-65C7-E000-8CA4-1E645C0C09E7}"/>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16670" y="2300151"/>
            <a:ext cx="28786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98" name="Picture 49">
            <a:extLst>
              <a:ext uri="{FF2B5EF4-FFF2-40B4-BE49-F238E27FC236}">
                <a16:creationId xmlns:a16="http://schemas.microsoft.com/office/drawing/2014/main" id="{0F5D1811-634E-8F03-8490-0C57830577D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82166" y="2073286"/>
            <a:ext cx="286335"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299" name="直接箭头连接符 328">
            <a:extLst>
              <a:ext uri="{FF2B5EF4-FFF2-40B4-BE49-F238E27FC236}">
                <a16:creationId xmlns:a16="http://schemas.microsoft.com/office/drawing/2014/main" id="{B44B8834-EBAB-B01D-C1F7-CAFD4D015D3A}"/>
              </a:ext>
            </a:extLst>
          </p:cNvPr>
          <p:cNvCxnSpPr>
            <a:cxnSpLocks noChangeShapeType="1"/>
          </p:cNvCxnSpPr>
          <p:nvPr/>
        </p:nvCxnSpPr>
        <p:spPr bwMode="auto">
          <a:xfrm flipH="1">
            <a:off x="7115022" y="1748000"/>
            <a:ext cx="509890" cy="49043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300" name="直接箭头连接符 329">
            <a:extLst>
              <a:ext uri="{FF2B5EF4-FFF2-40B4-BE49-F238E27FC236}">
                <a16:creationId xmlns:a16="http://schemas.microsoft.com/office/drawing/2014/main" id="{1FB238BF-52B2-CCA4-5968-D69E2FB73C00}"/>
              </a:ext>
            </a:extLst>
          </p:cNvPr>
          <p:cNvCxnSpPr>
            <a:cxnSpLocks noChangeShapeType="1"/>
          </p:cNvCxnSpPr>
          <p:nvPr/>
        </p:nvCxnSpPr>
        <p:spPr bwMode="auto">
          <a:xfrm flipH="1">
            <a:off x="5521045" y="1626226"/>
            <a:ext cx="509889" cy="49043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01" name="Text Box 42">
            <a:extLst>
              <a:ext uri="{FF2B5EF4-FFF2-40B4-BE49-F238E27FC236}">
                <a16:creationId xmlns:a16="http://schemas.microsoft.com/office/drawing/2014/main" id="{AA008CC0-B1C4-40B0-7E32-EA86F7CE8602}"/>
              </a:ext>
            </a:extLst>
          </p:cNvPr>
          <p:cNvSpPr txBox="1">
            <a:spLocks noChangeArrowheads="1"/>
          </p:cNvSpPr>
          <p:nvPr/>
        </p:nvSpPr>
        <p:spPr bwMode="auto">
          <a:xfrm>
            <a:off x="5749193" y="1294269"/>
            <a:ext cx="1166108"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eBGP </a:t>
            </a:r>
            <a:r>
              <a:rPr lang="zh-CN" altLang="en-US" sz="1600" b="1">
                <a:latin typeface="微软雅黑" panose="020B0503020204020204" pitchFamily="34" charset="-122"/>
                <a:ea typeface="微软雅黑" panose="020B0503020204020204" pitchFamily="34" charset="-122"/>
              </a:rPr>
              <a:t>连接</a:t>
            </a:r>
          </a:p>
        </p:txBody>
      </p:sp>
      <p:cxnSp>
        <p:nvCxnSpPr>
          <p:cNvPr id="302" name="直接箭头连接符 331">
            <a:extLst>
              <a:ext uri="{FF2B5EF4-FFF2-40B4-BE49-F238E27FC236}">
                <a16:creationId xmlns:a16="http://schemas.microsoft.com/office/drawing/2014/main" id="{7C232DE4-58AD-CBC4-DCEC-ACC53D7BC18C}"/>
              </a:ext>
            </a:extLst>
          </p:cNvPr>
          <p:cNvCxnSpPr>
            <a:cxnSpLocks noChangeShapeType="1"/>
          </p:cNvCxnSpPr>
          <p:nvPr/>
        </p:nvCxnSpPr>
        <p:spPr bwMode="auto">
          <a:xfrm>
            <a:off x="2607174" y="1677939"/>
            <a:ext cx="379737" cy="580509"/>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03" name="Text Box 42">
            <a:extLst>
              <a:ext uri="{FF2B5EF4-FFF2-40B4-BE49-F238E27FC236}">
                <a16:creationId xmlns:a16="http://schemas.microsoft.com/office/drawing/2014/main" id="{730A18DD-B938-B5E7-74FC-9CF39D096608}"/>
              </a:ext>
            </a:extLst>
          </p:cNvPr>
          <p:cNvSpPr txBox="1">
            <a:spLocks noChangeArrowheads="1"/>
          </p:cNvSpPr>
          <p:nvPr/>
        </p:nvSpPr>
        <p:spPr bwMode="auto">
          <a:xfrm>
            <a:off x="3319182" y="2580398"/>
            <a:ext cx="1108900"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iBGP </a:t>
            </a:r>
            <a:r>
              <a:rPr lang="zh-CN" altLang="en-US" sz="1600" b="1">
                <a:latin typeface="微软雅黑" panose="020B0503020204020204" pitchFamily="34" charset="-122"/>
                <a:ea typeface="微软雅黑" panose="020B0503020204020204" pitchFamily="34" charset="-122"/>
              </a:rPr>
              <a:t>连接</a:t>
            </a:r>
          </a:p>
        </p:txBody>
      </p:sp>
      <p:cxnSp>
        <p:nvCxnSpPr>
          <p:cNvPr id="304" name="直接箭头连接符 335">
            <a:extLst>
              <a:ext uri="{FF2B5EF4-FFF2-40B4-BE49-F238E27FC236}">
                <a16:creationId xmlns:a16="http://schemas.microsoft.com/office/drawing/2014/main" id="{E2F23CB2-09CE-85B9-C91D-DFE3F0CF7CED}"/>
              </a:ext>
            </a:extLst>
          </p:cNvPr>
          <p:cNvCxnSpPr>
            <a:cxnSpLocks noChangeShapeType="1"/>
          </p:cNvCxnSpPr>
          <p:nvPr/>
        </p:nvCxnSpPr>
        <p:spPr bwMode="auto">
          <a:xfrm flipV="1">
            <a:off x="3760167" y="2124998"/>
            <a:ext cx="237336" cy="532134"/>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305" name="Text Box 42">
            <a:extLst>
              <a:ext uri="{FF2B5EF4-FFF2-40B4-BE49-F238E27FC236}">
                <a16:creationId xmlns:a16="http://schemas.microsoft.com/office/drawing/2014/main" id="{E29AE370-0FE6-2ADF-FDBE-38293FA92162}"/>
              </a:ext>
            </a:extLst>
          </p:cNvPr>
          <p:cNvSpPr txBox="1">
            <a:spLocks noChangeArrowheads="1"/>
          </p:cNvSpPr>
          <p:nvPr/>
        </p:nvSpPr>
        <p:spPr bwMode="auto">
          <a:xfrm>
            <a:off x="775860" y="1359325"/>
            <a:ext cx="1108900" cy="35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cxnSp>
        <p:nvCxnSpPr>
          <p:cNvPr id="306" name="直接箭头连接符 339">
            <a:extLst>
              <a:ext uri="{FF2B5EF4-FFF2-40B4-BE49-F238E27FC236}">
                <a16:creationId xmlns:a16="http://schemas.microsoft.com/office/drawing/2014/main" id="{9D55BE32-D97F-FFD3-0DB7-DB324F0577D1}"/>
              </a:ext>
            </a:extLst>
          </p:cNvPr>
          <p:cNvCxnSpPr>
            <a:cxnSpLocks noChangeShapeType="1"/>
          </p:cNvCxnSpPr>
          <p:nvPr/>
        </p:nvCxnSpPr>
        <p:spPr bwMode="auto">
          <a:xfrm>
            <a:off x="1443462" y="1672934"/>
            <a:ext cx="139340" cy="605532"/>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pic>
        <p:nvPicPr>
          <p:cNvPr id="307" name="Picture 52">
            <a:extLst>
              <a:ext uri="{FF2B5EF4-FFF2-40B4-BE49-F238E27FC236}">
                <a16:creationId xmlns:a16="http://schemas.microsoft.com/office/drawing/2014/main" id="{BAED0244-CE57-9288-268E-5E68AE35A217}"/>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80430" y="1801380"/>
            <a:ext cx="286334"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8" name="Picture 52">
            <a:extLst>
              <a:ext uri="{FF2B5EF4-FFF2-40B4-BE49-F238E27FC236}">
                <a16:creationId xmlns:a16="http://schemas.microsoft.com/office/drawing/2014/main" id="{B32C5FF9-59EA-17EC-C9C1-757226C48918}"/>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77022" y="2483646"/>
            <a:ext cx="286334" cy="17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9" name="Picture 46">
            <a:extLst>
              <a:ext uri="{FF2B5EF4-FFF2-40B4-BE49-F238E27FC236}">
                <a16:creationId xmlns:a16="http://schemas.microsoft.com/office/drawing/2014/main" id="{43AF5F36-FD89-95AC-FA69-D27F93EFBAB3}"/>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16809" y="1803048"/>
            <a:ext cx="286334" cy="171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0" name="Picture 46">
            <a:extLst>
              <a:ext uri="{FF2B5EF4-FFF2-40B4-BE49-F238E27FC236}">
                <a16:creationId xmlns:a16="http://schemas.microsoft.com/office/drawing/2014/main" id="{E93D7E8C-51F2-911F-E173-AA289D1C94E8}"/>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88533" y="2580398"/>
            <a:ext cx="286334" cy="171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3784066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43"/>
                                        </p:tgtEl>
                                        <p:attrNameLst>
                                          <p:attrName>style.visibility</p:attrName>
                                        </p:attrNameLst>
                                      </p:cBhvr>
                                      <p:to>
                                        <p:strVal val="visible"/>
                                      </p:to>
                                    </p:set>
                                    <p:animEffect transition="in" filter="fade">
                                      <p:cBhvr>
                                        <p:cTn id="7" dur="1000"/>
                                        <p:tgtEl>
                                          <p:spTgt spid="243"/>
                                        </p:tgtEl>
                                      </p:cBhvr>
                                    </p:animEffect>
                                    <p:anim calcmode="lin" valueType="num">
                                      <p:cBhvr>
                                        <p:cTn id="8" dur="1000" fill="hold"/>
                                        <p:tgtEl>
                                          <p:spTgt spid="243"/>
                                        </p:tgtEl>
                                        <p:attrNameLst>
                                          <p:attrName>ppt_x</p:attrName>
                                        </p:attrNameLst>
                                      </p:cBhvr>
                                      <p:tavLst>
                                        <p:tav tm="0">
                                          <p:val>
                                            <p:strVal val="#ppt_x"/>
                                          </p:val>
                                        </p:tav>
                                        <p:tav tm="100000">
                                          <p:val>
                                            <p:strVal val="#ppt_x"/>
                                          </p:val>
                                        </p:tav>
                                      </p:tavLst>
                                    </p:anim>
                                    <p:anim calcmode="lin" valueType="num">
                                      <p:cBhvr>
                                        <p:cTn id="9" dur="1000" fill="hold"/>
                                        <p:tgtEl>
                                          <p:spTgt spid="2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 </a:t>
            </a:r>
            <a:r>
              <a:rPr lang="en-US" altLang="zh-CN" sz="2000" b="1" dirty="0" err="1">
                <a:solidFill>
                  <a:schemeClr val="bg1"/>
                </a:solidFill>
                <a:latin typeface="微软雅黑" pitchFamily="34" charset="-122"/>
                <a:ea typeface="微软雅黑" pitchFamily="34" charset="-122"/>
              </a:rPr>
              <a:t>eBGP</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和 </a:t>
            </a:r>
            <a:r>
              <a:rPr lang="en-US" altLang="zh-CN" sz="2000" b="1" dirty="0" err="1">
                <a:solidFill>
                  <a:schemeClr val="bg1"/>
                </a:solidFill>
                <a:latin typeface="微软雅黑" pitchFamily="34" charset="-122"/>
                <a:ea typeface="微软雅黑" pitchFamily="34" charset="-122"/>
              </a:rPr>
              <a:t>iBGP</a:t>
            </a:r>
            <a:endParaRPr lang="zh-CN" altLang="en-US" sz="2000" b="1" dirty="0">
              <a:solidFill>
                <a:schemeClr val="bg1"/>
              </a:solidFill>
              <a:latin typeface="微软雅黑" pitchFamily="34" charset="-122"/>
              <a:ea typeface="微软雅黑" pitchFamily="34" charset="-122"/>
            </a:endParaRPr>
          </a:p>
        </p:txBody>
      </p:sp>
      <p:sp>
        <p:nvSpPr>
          <p:cNvPr id="50" name="矩形 49"/>
          <p:cNvSpPr/>
          <p:nvPr/>
        </p:nvSpPr>
        <p:spPr>
          <a:xfrm>
            <a:off x="545143" y="983882"/>
            <a:ext cx="8053713" cy="3635098"/>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eBGP</a:t>
            </a:r>
            <a:r>
              <a:rPr lang="zh-CN" altLang="en-US" sz="2000" b="1" dirty="0">
                <a:latin typeface="微软雅黑" pitchFamily="34" charset="-122"/>
                <a:ea typeface="微软雅黑" pitchFamily="34" charset="-122"/>
              </a:rPr>
              <a:t>和</a:t>
            </a:r>
            <a:r>
              <a:rPr lang="en-US" altLang="zh-CN" sz="2000" b="1" dirty="0">
                <a:latin typeface="微软雅黑" pitchFamily="34" charset="-122"/>
                <a:ea typeface="微软雅黑" pitchFamily="34" charset="-122"/>
              </a:rPr>
              <a:t>iBGP</a:t>
            </a:r>
            <a:r>
              <a:rPr lang="zh-CN" altLang="en-US" sz="2000" b="1" dirty="0">
                <a:latin typeface="微软雅黑" pitchFamily="34" charset="-122"/>
                <a:ea typeface="微软雅黑" pitchFamily="34" charset="-122"/>
              </a:rPr>
              <a:t>连接上传送的</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报文，都遵循同样的协议</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，使用同样的报文格式和具有同样的属性类型。</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但它们在通告</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路由时采用的</a:t>
            </a:r>
            <a:r>
              <a:rPr lang="zh-CN" altLang="en-US" sz="2000" b="1" dirty="0">
                <a:solidFill>
                  <a:srgbClr val="C00000"/>
                </a:solidFill>
                <a:latin typeface="微软雅黑" pitchFamily="34" charset="-122"/>
                <a:ea typeface="微软雅黑" pitchFamily="34" charset="-122"/>
              </a:rPr>
              <a:t>规则不同：</a:t>
            </a:r>
            <a:endParaRPr lang="en-US" altLang="zh-CN" sz="2000" b="1" dirty="0">
              <a:solidFill>
                <a:srgbClr val="C00000"/>
              </a:solidFill>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从</a:t>
            </a:r>
            <a:r>
              <a:rPr lang="en-US" altLang="zh-CN" sz="2000" b="1" dirty="0">
                <a:latin typeface="微软雅黑" pitchFamily="34" charset="-122"/>
                <a:ea typeface="微软雅黑" pitchFamily="34" charset="-122"/>
              </a:rPr>
              <a:t>eBGP</a:t>
            </a:r>
            <a:r>
              <a:rPr lang="zh-CN" altLang="en-US" sz="2000" b="1" dirty="0">
                <a:latin typeface="微软雅黑" pitchFamily="34" charset="-122"/>
                <a:ea typeface="微软雅黑" pitchFamily="34" charset="-122"/>
              </a:rPr>
              <a:t>对等端收到的</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路由，要通过</a:t>
            </a:r>
            <a:r>
              <a:rPr lang="en-US" altLang="zh-CN" sz="2000" b="1" dirty="0">
                <a:latin typeface="微软雅黑" pitchFamily="34" charset="-122"/>
                <a:ea typeface="微软雅黑" pitchFamily="34" charset="-122"/>
              </a:rPr>
              <a:t>iBGP</a:t>
            </a:r>
            <a:r>
              <a:rPr lang="zh-CN" altLang="en-US" sz="2000" b="1" dirty="0">
                <a:latin typeface="微软雅黑" pitchFamily="34" charset="-122"/>
                <a:ea typeface="微软雅黑" pitchFamily="34" charset="-122"/>
              </a:rPr>
              <a:t>告诉本</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内的对等端。</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从</a:t>
            </a:r>
            <a:r>
              <a:rPr lang="en-US" altLang="zh-CN" sz="2000" b="1" dirty="0">
                <a:latin typeface="微软雅黑" pitchFamily="34" charset="-122"/>
                <a:ea typeface="微软雅黑" pitchFamily="34" charset="-122"/>
              </a:rPr>
              <a:t>iBGP</a:t>
            </a:r>
            <a:r>
              <a:rPr lang="zh-CN" altLang="en-US" sz="2000" b="1" dirty="0">
                <a:latin typeface="微软雅黑" pitchFamily="34" charset="-122"/>
                <a:ea typeface="微软雅黑" pitchFamily="34" charset="-122"/>
              </a:rPr>
              <a:t>对等端收到的</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路由，可通过</a:t>
            </a:r>
            <a:r>
              <a:rPr lang="en-US" altLang="zh-CN" sz="2000" b="1" dirty="0">
                <a:latin typeface="微软雅黑" pitchFamily="34" charset="-122"/>
                <a:ea typeface="微软雅黑" pitchFamily="34" charset="-122"/>
              </a:rPr>
              <a:t>eBGP</a:t>
            </a:r>
            <a:r>
              <a:rPr lang="zh-CN" altLang="en-US" sz="2000" b="1" dirty="0">
                <a:latin typeface="微软雅黑" pitchFamily="34" charset="-122"/>
                <a:ea typeface="微软雅黑" pitchFamily="34" charset="-122"/>
              </a:rPr>
              <a:t>告诉在不同</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的对等端。</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从</a:t>
            </a:r>
            <a:r>
              <a:rPr lang="en-US" altLang="zh-CN" sz="2000" b="1" dirty="0">
                <a:latin typeface="微软雅黑" pitchFamily="34" charset="-122"/>
                <a:ea typeface="微软雅黑" pitchFamily="34" charset="-122"/>
              </a:rPr>
              <a:t>iBGP</a:t>
            </a:r>
            <a:r>
              <a:rPr lang="zh-CN" altLang="en-US" sz="2000" b="1" dirty="0">
                <a:latin typeface="微软雅黑" pitchFamily="34" charset="-122"/>
                <a:ea typeface="微软雅黑" pitchFamily="34" charset="-122"/>
              </a:rPr>
              <a:t>对等端收到</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路由，不能转告给同一个</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内不同</a:t>
            </a:r>
            <a:r>
              <a:rPr lang="en-US" altLang="zh-CN" sz="2000" b="1" dirty="0">
                <a:latin typeface="微软雅黑" pitchFamily="34" charset="-122"/>
                <a:ea typeface="微软雅黑" pitchFamily="34" charset="-122"/>
              </a:rPr>
              <a:t>iBGP</a:t>
            </a:r>
            <a:r>
              <a:rPr lang="zh-CN" altLang="en-US" sz="2000" b="1" dirty="0">
                <a:latin typeface="微软雅黑" pitchFamily="34" charset="-122"/>
                <a:ea typeface="微软雅黑" pitchFamily="34" charset="-122"/>
              </a:rPr>
              <a:t>的对等端（否则就可能产生兜圈子的</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路由）。</a:t>
            </a:r>
          </a:p>
        </p:txBody>
      </p:sp>
    </p:spTree>
    <p:extLst>
      <p:ext uri="{BB962C8B-B14F-4D97-AF65-F5344CB8AC3E}">
        <p14:creationId xmlns:p14="http://schemas.microsoft.com/office/powerpoint/2010/main" val="3909160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0">
                                            <p:txEl>
                                              <p:pRg st="0" end="0"/>
                                            </p:txEl>
                                          </p:spTgt>
                                        </p:tgtEl>
                                        <p:attrNameLst>
                                          <p:attrName>style.visibility</p:attrName>
                                        </p:attrNameLst>
                                      </p:cBhvr>
                                      <p:to>
                                        <p:strVal val="visible"/>
                                      </p:to>
                                    </p:set>
                                    <p:animEffect transition="in" filter="fade">
                                      <p:cBhvr>
                                        <p:cTn id="7" dur="1000"/>
                                        <p:tgtEl>
                                          <p:spTgt spid="50">
                                            <p:txEl>
                                              <p:pRg st="0" end="0"/>
                                            </p:txEl>
                                          </p:spTgt>
                                        </p:tgtEl>
                                      </p:cBhvr>
                                    </p:animEffect>
                                    <p:anim calcmode="lin" valueType="num">
                                      <p:cBhvr>
                                        <p:cTn id="8" dur="100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0">
                                            <p:txEl>
                                              <p:pRg st="1" end="1"/>
                                            </p:txEl>
                                          </p:spTgt>
                                        </p:tgtEl>
                                        <p:attrNameLst>
                                          <p:attrName>style.visibility</p:attrName>
                                        </p:attrNameLst>
                                      </p:cBhvr>
                                      <p:to>
                                        <p:strVal val="visible"/>
                                      </p:to>
                                    </p:set>
                                    <p:animEffect transition="in" filter="fade">
                                      <p:cBhvr>
                                        <p:cTn id="14" dur="1000"/>
                                        <p:tgtEl>
                                          <p:spTgt spid="50">
                                            <p:txEl>
                                              <p:pRg st="1" end="1"/>
                                            </p:txEl>
                                          </p:spTgt>
                                        </p:tgtEl>
                                      </p:cBhvr>
                                    </p:animEffect>
                                    <p:anim calcmode="lin" valueType="num">
                                      <p:cBhvr>
                                        <p:cTn id="15" dur="1000" fill="hold"/>
                                        <p:tgtEl>
                                          <p:spTgt spid="50">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50">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0">
                                            <p:txEl>
                                              <p:pRg st="2" end="2"/>
                                            </p:txEl>
                                          </p:spTgt>
                                        </p:tgtEl>
                                        <p:attrNameLst>
                                          <p:attrName>style.visibility</p:attrName>
                                        </p:attrNameLst>
                                      </p:cBhvr>
                                      <p:to>
                                        <p:strVal val="visible"/>
                                      </p:to>
                                    </p:set>
                                    <p:animEffect transition="in" filter="fade">
                                      <p:cBhvr>
                                        <p:cTn id="21" dur="1000"/>
                                        <p:tgtEl>
                                          <p:spTgt spid="50">
                                            <p:txEl>
                                              <p:pRg st="2" end="2"/>
                                            </p:txEl>
                                          </p:spTgt>
                                        </p:tgtEl>
                                      </p:cBhvr>
                                    </p:animEffect>
                                    <p:anim calcmode="lin" valueType="num">
                                      <p:cBhvr>
                                        <p:cTn id="22" dur="1000" fill="hold"/>
                                        <p:tgtEl>
                                          <p:spTgt spid="50">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50">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50">
                                            <p:txEl>
                                              <p:pRg st="3" end="3"/>
                                            </p:txEl>
                                          </p:spTgt>
                                        </p:tgtEl>
                                        <p:attrNameLst>
                                          <p:attrName>style.visibility</p:attrName>
                                        </p:attrNameLst>
                                      </p:cBhvr>
                                      <p:to>
                                        <p:strVal val="visible"/>
                                      </p:to>
                                    </p:set>
                                    <p:animEffect transition="in" filter="fade">
                                      <p:cBhvr>
                                        <p:cTn id="28" dur="1000"/>
                                        <p:tgtEl>
                                          <p:spTgt spid="50">
                                            <p:txEl>
                                              <p:pRg st="3" end="3"/>
                                            </p:txEl>
                                          </p:spTgt>
                                        </p:tgtEl>
                                      </p:cBhvr>
                                    </p:animEffect>
                                    <p:anim calcmode="lin" valueType="num">
                                      <p:cBhvr>
                                        <p:cTn id="29" dur="1000" fill="hold"/>
                                        <p:tgtEl>
                                          <p:spTgt spid="50">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50">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0">
                                            <p:txEl>
                                              <p:pRg st="4" end="4"/>
                                            </p:txEl>
                                          </p:spTgt>
                                        </p:tgtEl>
                                        <p:attrNameLst>
                                          <p:attrName>style.visibility</p:attrName>
                                        </p:attrNameLst>
                                      </p:cBhvr>
                                      <p:to>
                                        <p:strVal val="visible"/>
                                      </p:to>
                                    </p:set>
                                    <p:animEffect transition="in" filter="fade">
                                      <p:cBhvr>
                                        <p:cTn id="35" dur="1000"/>
                                        <p:tgtEl>
                                          <p:spTgt spid="50">
                                            <p:txEl>
                                              <p:pRg st="4" end="4"/>
                                            </p:txEl>
                                          </p:spTgt>
                                        </p:tgtEl>
                                      </p:cBhvr>
                                    </p:animEffect>
                                    <p:anim calcmode="lin" valueType="num">
                                      <p:cBhvr>
                                        <p:cTn id="36" dur="1000" fill="hold"/>
                                        <p:tgtEl>
                                          <p:spTgt spid="50">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50">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uiExpand="1" build="p" bldLvl="2"/>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 </a:t>
            </a:r>
            <a:r>
              <a:rPr lang="en-US" altLang="zh-CN" sz="2000" b="1" dirty="0" err="1">
                <a:solidFill>
                  <a:schemeClr val="bg1"/>
                </a:solidFill>
                <a:latin typeface="微软雅黑" pitchFamily="34" charset="-122"/>
                <a:ea typeface="微软雅黑" pitchFamily="34" charset="-122"/>
              </a:rPr>
              <a:t>eBGP</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和 </a:t>
            </a:r>
            <a:r>
              <a:rPr lang="en-US" altLang="zh-CN" sz="2000" b="1" dirty="0" err="1">
                <a:solidFill>
                  <a:schemeClr val="bg1"/>
                </a:solidFill>
                <a:latin typeface="微软雅黑" pitchFamily="34" charset="-122"/>
                <a:ea typeface="微软雅黑" pitchFamily="34" charset="-122"/>
              </a:rPr>
              <a:t>iBGP</a:t>
            </a:r>
            <a:endParaRPr lang="zh-CN" altLang="en-US" sz="2000" b="1" dirty="0">
              <a:solidFill>
                <a:schemeClr val="bg1"/>
              </a:solidFill>
              <a:latin typeface="微软雅黑" pitchFamily="34" charset="-122"/>
              <a:ea typeface="微软雅黑" pitchFamily="34" charset="-122"/>
            </a:endParaRPr>
          </a:p>
        </p:txBody>
      </p:sp>
      <p:sp>
        <p:nvSpPr>
          <p:cNvPr id="51" name="圆角矩形 50"/>
          <p:cNvSpPr/>
          <p:nvPr/>
        </p:nvSpPr>
        <p:spPr>
          <a:xfrm>
            <a:off x="545145" y="1052858"/>
            <a:ext cx="8053712" cy="208750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52" name="Text Box 173"/>
          <p:cNvSpPr txBox="1">
            <a:spLocks noChangeArrowheads="1"/>
          </p:cNvSpPr>
          <p:nvPr/>
        </p:nvSpPr>
        <p:spPr bwMode="auto">
          <a:xfrm>
            <a:off x="436809" y="3195755"/>
            <a:ext cx="8672746" cy="1391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85750" indent="-285750" eaLnBrk="1" hangingPunct="1">
              <a:lnSpc>
                <a:spcPts val="2600"/>
              </a:lnSpc>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从 </a:t>
            </a:r>
            <a:r>
              <a:rPr lang="en-US" altLang="zh-CN" sz="1600" b="1" dirty="0" err="1">
                <a:latin typeface="微软雅黑" panose="020B0503020204020204" pitchFamily="34" charset="-122"/>
                <a:ea typeface="微软雅黑" panose="020B0503020204020204" pitchFamily="34" charset="-122"/>
              </a:rPr>
              <a:t>eBGP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4</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得到的</a:t>
            </a:r>
            <a:r>
              <a:rPr lang="en-US" altLang="zh-CN" sz="1600" b="1" dirty="0">
                <a:latin typeface="微软雅黑" panose="020B0503020204020204" pitchFamily="34" charset="-122"/>
                <a:ea typeface="微软雅黑" panose="020B0503020204020204" pitchFamily="34" charset="-122"/>
              </a:rPr>
              <a:t>BGP</a:t>
            </a:r>
            <a:r>
              <a:rPr lang="zh-CN" altLang="en-US" sz="1600" b="1" dirty="0">
                <a:latin typeface="微软雅黑" panose="020B0503020204020204" pitchFamily="34" charset="-122"/>
                <a:ea typeface="微软雅黑" panose="020B0503020204020204" pitchFamily="34" charset="-122"/>
              </a:rPr>
              <a:t>路由</a:t>
            </a:r>
            <a:r>
              <a:rPr lang="zh-CN" altLang="en-US" sz="1600" b="1" dirty="0">
                <a:solidFill>
                  <a:srgbClr val="C00000"/>
                </a:solidFill>
                <a:latin typeface="微软雅黑" panose="020B0503020204020204" pitchFamily="34" charset="-122"/>
                <a:ea typeface="微软雅黑" panose="020B0503020204020204" pitchFamily="34" charset="-122"/>
              </a:rPr>
              <a:t>可以</a:t>
            </a:r>
            <a:r>
              <a:rPr lang="zh-CN" altLang="en-US" sz="1600" b="1" dirty="0">
                <a:latin typeface="微软雅黑" panose="020B0503020204020204" pitchFamily="34" charset="-122"/>
                <a:ea typeface="微软雅黑" panose="020B0503020204020204" pitchFamily="34" charset="-122"/>
              </a:rPr>
              <a:t>通告给 </a:t>
            </a:r>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或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marL="285750" indent="-285750" eaLnBrk="1" hangingPunct="1">
              <a:lnSpc>
                <a:spcPts val="2600"/>
              </a:lnSpc>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从 </a:t>
            </a:r>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和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得到的</a:t>
            </a:r>
            <a:r>
              <a:rPr lang="en-US" altLang="zh-CN" sz="1600" b="1" dirty="0">
                <a:latin typeface="微软雅黑" panose="020B0503020204020204" pitchFamily="34" charset="-122"/>
                <a:ea typeface="微软雅黑" panose="020B0503020204020204" pitchFamily="34" charset="-122"/>
              </a:rPr>
              <a:t>BGP</a:t>
            </a:r>
            <a:r>
              <a:rPr lang="zh-CN" altLang="en-US" sz="1600" b="1" dirty="0">
                <a:latin typeface="微软雅黑" panose="020B0503020204020204" pitchFamily="34" charset="-122"/>
                <a:ea typeface="微软雅黑" panose="020B0503020204020204" pitchFamily="34" charset="-122"/>
              </a:rPr>
              <a:t>路由</a:t>
            </a:r>
            <a:r>
              <a:rPr lang="zh-CN" altLang="en-US" sz="1600" b="1" dirty="0">
                <a:solidFill>
                  <a:srgbClr val="C00000"/>
                </a:solidFill>
                <a:latin typeface="微软雅黑" panose="020B0503020204020204" pitchFamily="34" charset="-122"/>
                <a:ea typeface="微软雅黑" panose="020B0503020204020204" pitchFamily="34" charset="-122"/>
              </a:rPr>
              <a:t>可以</a:t>
            </a:r>
            <a:r>
              <a:rPr lang="zh-CN" altLang="en-US" sz="1600" b="1" dirty="0">
                <a:latin typeface="微软雅黑" panose="020B0503020204020204" pitchFamily="34" charset="-122"/>
                <a:ea typeface="微软雅黑" panose="020B0503020204020204" pitchFamily="34" charset="-122"/>
              </a:rPr>
              <a:t>通告给 </a:t>
            </a:r>
            <a:r>
              <a:rPr lang="en-US" altLang="zh-CN" sz="1600" b="1" dirty="0" err="1">
                <a:latin typeface="微软雅黑" panose="020B0503020204020204" pitchFamily="34" charset="-122"/>
                <a:ea typeface="微软雅黑" panose="020B0503020204020204" pitchFamily="34" charset="-122"/>
              </a:rPr>
              <a:t>eBGP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4</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marL="285750" indent="-285750" eaLnBrk="1" hangingPunct="1">
              <a:lnSpc>
                <a:spcPts val="2600"/>
              </a:lnSpc>
              <a:buFont typeface="Wingdings" panose="05000000000000000000" pitchFamily="2" charset="2"/>
              <a:buChar char="l"/>
            </a:pPr>
            <a:r>
              <a:rPr lang="zh-CN" altLang="en-US" sz="1600" b="1" dirty="0">
                <a:latin typeface="微软雅黑" panose="020B0503020204020204" pitchFamily="34" charset="-122"/>
                <a:ea typeface="微软雅黑" panose="020B0503020204020204" pitchFamily="34" charset="-122"/>
              </a:rPr>
              <a:t>但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3</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从 </a:t>
            </a:r>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得到的</a:t>
            </a:r>
            <a:r>
              <a:rPr lang="en-US" altLang="zh-CN" sz="1600" b="1" dirty="0">
                <a:latin typeface="微软雅黑" panose="020B0503020204020204" pitchFamily="34" charset="-122"/>
                <a:ea typeface="微软雅黑" panose="020B0503020204020204" pitchFamily="34" charset="-122"/>
              </a:rPr>
              <a:t>BGP</a:t>
            </a:r>
            <a:r>
              <a:rPr lang="zh-CN" altLang="en-US" sz="1600" b="1" dirty="0">
                <a:latin typeface="微软雅黑" panose="020B0503020204020204" pitchFamily="34" charset="-122"/>
                <a:ea typeface="微软雅黑" panose="020B0503020204020204" pitchFamily="34" charset="-122"/>
              </a:rPr>
              <a:t>路由</a:t>
            </a:r>
            <a:r>
              <a:rPr lang="zh-CN" altLang="en-US" sz="1600" b="1" dirty="0">
                <a:solidFill>
                  <a:srgbClr val="C00000"/>
                </a:solidFill>
                <a:latin typeface="微软雅黑" panose="020B0503020204020204" pitchFamily="34" charset="-122"/>
                <a:ea typeface="微软雅黑" panose="020B0503020204020204" pitchFamily="34" charset="-122"/>
              </a:rPr>
              <a:t>不允许</a:t>
            </a:r>
            <a:r>
              <a:rPr lang="zh-CN" altLang="en-US" sz="1600" b="1" dirty="0">
                <a:latin typeface="微软雅黑" panose="020B0503020204020204" pitchFamily="34" charset="-122"/>
                <a:ea typeface="微软雅黑" panose="020B0503020204020204" pitchFamily="34" charset="-122"/>
              </a:rPr>
              <a:t>再通告给另一个 </a:t>
            </a:r>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连接的对等端 </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grpSp>
        <p:nvGrpSpPr>
          <p:cNvPr id="97" name="Group 206"/>
          <p:cNvGrpSpPr>
            <a:grpSpLocks/>
          </p:cNvGrpSpPr>
          <p:nvPr/>
        </p:nvGrpSpPr>
        <p:grpSpPr bwMode="auto">
          <a:xfrm>
            <a:off x="2191907" y="1670627"/>
            <a:ext cx="1655763" cy="792163"/>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9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9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07" name="Group 216"/>
            <p:cNvGrpSpPr>
              <a:grpSpLocks/>
            </p:cNvGrpSpPr>
            <p:nvPr/>
          </p:nvGrpSpPr>
          <p:grpSpPr bwMode="auto">
            <a:xfrm>
              <a:off x="912" y="768"/>
              <a:ext cx="2386" cy="1553"/>
              <a:chOff x="912" y="768"/>
              <a:chExt cx="2386" cy="1553"/>
            </a:xfrm>
            <a:grpFill/>
          </p:grpSpPr>
          <p:sp>
            <p:nvSpPr>
              <p:cNvPr id="10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grpSp>
        <p:nvGrpSpPr>
          <p:cNvPr id="117" name="Group 206"/>
          <p:cNvGrpSpPr>
            <a:grpSpLocks/>
          </p:cNvGrpSpPr>
          <p:nvPr/>
        </p:nvGrpSpPr>
        <p:grpSpPr bwMode="auto">
          <a:xfrm>
            <a:off x="5043057" y="1862715"/>
            <a:ext cx="1944688" cy="792162"/>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18"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9"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0"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1"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2"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3"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4"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5"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6"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27" name="Group 216"/>
            <p:cNvGrpSpPr>
              <a:grpSpLocks/>
            </p:cNvGrpSpPr>
            <p:nvPr/>
          </p:nvGrpSpPr>
          <p:grpSpPr bwMode="auto">
            <a:xfrm>
              <a:off x="912" y="768"/>
              <a:ext cx="2386" cy="1553"/>
              <a:chOff x="912" y="768"/>
              <a:chExt cx="2386" cy="1553"/>
            </a:xfrm>
            <a:grpFill/>
          </p:grpSpPr>
          <p:sp>
            <p:nvSpPr>
              <p:cNvPr id="128"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29"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0"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1"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2"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3"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4"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5"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6"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137" name="Line 154"/>
          <p:cNvSpPr>
            <a:spLocks noChangeShapeType="1"/>
          </p:cNvSpPr>
          <p:nvPr/>
        </p:nvSpPr>
        <p:spPr bwMode="auto">
          <a:xfrm flipV="1">
            <a:off x="3774645" y="2224665"/>
            <a:ext cx="1368425" cy="0"/>
          </a:xfrm>
          <a:prstGeom prst="line">
            <a:avLst/>
          </a:prstGeom>
          <a:noFill/>
          <a:ln w="38100">
            <a:solidFill>
              <a:srgbClr val="99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38" name="Line 165"/>
          <p:cNvSpPr>
            <a:spLocks noChangeShapeType="1"/>
          </p:cNvSpPr>
          <p:nvPr/>
        </p:nvSpPr>
        <p:spPr bwMode="auto">
          <a:xfrm flipV="1">
            <a:off x="3126945" y="2246890"/>
            <a:ext cx="647700" cy="193675"/>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39" name="Line 170"/>
          <p:cNvSpPr>
            <a:spLocks noChangeShapeType="1"/>
          </p:cNvSpPr>
          <p:nvPr/>
        </p:nvSpPr>
        <p:spPr bwMode="auto">
          <a:xfrm>
            <a:off x="2984070" y="1815090"/>
            <a:ext cx="790575" cy="360362"/>
          </a:xfrm>
          <a:prstGeom prst="line">
            <a:avLst/>
          </a:prstGeom>
          <a:noFill/>
          <a:ln w="12700">
            <a:solidFill>
              <a:srgbClr val="000099"/>
            </a:solidFill>
            <a:prstDash val="sys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40" name="Text Box 173"/>
          <p:cNvSpPr txBox="1">
            <a:spLocks noChangeArrowheads="1"/>
          </p:cNvSpPr>
          <p:nvPr/>
        </p:nvSpPr>
        <p:spPr bwMode="auto">
          <a:xfrm>
            <a:off x="3323795" y="1462665"/>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1</a:t>
            </a:r>
          </a:p>
        </p:txBody>
      </p:sp>
      <p:sp>
        <p:nvSpPr>
          <p:cNvPr id="141" name="Text Box 175"/>
          <p:cNvSpPr txBox="1">
            <a:spLocks noChangeArrowheads="1"/>
          </p:cNvSpPr>
          <p:nvPr/>
        </p:nvSpPr>
        <p:spPr bwMode="auto">
          <a:xfrm>
            <a:off x="5690757" y="1505527"/>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AS</a:t>
            </a:r>
            <a:r>
              <a:rPr lang="en-US" altLang="zh-CN" sz="1600" b="1" baseline="-25000">
                <a:latin typeface="微软雅黑" panose="020B0503020204020204" pitchFamily="34" charset="-122"/>
                <a:ea typeface="微软雅黑" panose="020B0503020204020204" pitchFamily="34" charset="-122"/>
              </a:rPr>
              <a:t>2</a:t>
            </a:r>
          </a:p>
        </p:txBody>
      </p:sp>
      <p:pic>
        <p:nvPicPr>
          <p:cNvPr id="142"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84070" y="2369127"/>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43" name="Text Box 173"/>
          <p:cNvSpPr txBox="1">
            <a:spLocks noChangeArrowheads="1"/>
          </p:cNvSpPr>
          <p:nvPr/>
        </p:nvSpPr>
        <p:spPr bwMode="auto">
          <a:xfrm>
            <a:off x="3703207" y="1792865"/>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3</a:t>
            </a:r>
          </a:p>
        </p:txBody>
      </p:sp>
      <p:sp>
        <p:nvSpPr>
          <p:cNvPr id="144" name="Text Box 173"/>
          <p:cNvSpPr txBox="1">
            <a:spLocks noChangeArrowheads="1"/>
          </p:cNvSpPr>
          <p:nvPr/>
        </p:nvSpPr>
        <p:spPr bwMode="auto">
          <a:xfrm>
            <a:off x="4827157" y="1815090"/>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4</a:t>
            </a:r>
          </a:p>
        </p:txBody>
      </p:sp>
      <p:pic>
        <p:nvPicPr>
          <p:cNvPr id="145"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39607" y="1742065"/>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46"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35120" y="2131002"/>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47"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22245" y="2132590"/>
            <a:ext cx="29686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48" name="Text Box 173"/>
          <p:cNvSpPr txBox="1">
            <a:spLocks noChangeArrowheads="1"/>
          </p:cNvSpPr>
          <p:nvPr/>
        </p:nvSpPr>
        <p:spPr bwMode="auto">
          <a:xfrm>
            <a:off x="2982482" y="2440565"/>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2</a:t>
            </a:r>
          </a:p>
        </p:txBody>
      </p:sp>
      <p:sp>
        <p:nvSpPr>
          <p:cNvPr id="149" name="Text Box 173"/>
          <p:cNvSpPr txBox="1">
            <a:spLocks noChangeArrowheads="1"/>
          </p:cNvSpPr>
          <p:nvPr/>
        </p:nvSpPr>
        <p:spPr bwMode="auto">
          <a:xfrm>
            <a:off x="2766582" y="1432502"/>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R</a:t>
            </a:r>
            <a:r>
              <a:rPr lang="en-US" altLang="zh-CN" sz="1600" b="1" baseline="-25000">
                <a:latin typeface="微软雅黑" panose="020B0503020204020204" pitchFamily="34" charset="-122"/>
                <a:ea typeface="微软雅黑" panose="020B0503020204020204" pitchFamily="34" charset="-122"/>
              </a:rPr>
              <a:t>1</a:t>
            </a:r>
          </a:p>
        </p:txBody>
      </p:sp>
      <p:cxnSp>
        <p:nvCxnSpPr>
          <p:cNvPr id="150" name="直接箭头连接符 329"/>
          <p:cNvCxnSpPr>
            <a:cxnSpLocks noChangeShapeType="1"/>
          </p:cNvCxnSpPr>
          <p:nvPr/>
        </p:nvCxnSpPr>
        <p:spPr bwMode="auto">
          <a:xfrm flipH="1">
            <a:off x="4409645" y="1638877"/>
            <a:ext cx="363537" cy="57943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151" name="Text Box 42"/>
          <p:cNvSpPr txBox="1">
            <a:spLocks noChangeArrowheads="1"/>
          </p:cNvSpPr>
          <p:nvPr/>
        </p:nvSpPr>
        <p:spPr bwMode="auto">
          <a:xfrm>
            <a:off x="4376307" y="1348365"/>
            <a:ext cx="12089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eBGP </a:t>
            </a:r>
            <a:r>
              <a:rPr lang="zh-CN" altLang="en-US" sz="1600" b="1">
                <a:latin typeface="微软雅黑" panose="020B0503020204020204" pitchFamily="34" charset="-122"/>
                <a:ea typeface="微软雅黑" panose="020B0503020204020204" pitchFamily="34" charset="-122"/>
              </a:rPr>
              <a:t>连接</a:t>
            </a:r>
          </a:p>
        </p:txBody>
      </p:sp>
      <p:sp>
        <p:nvSpPr>
          <p:cNvPr id="152" name="Text Box 42"/>
          <p:cNvSpPr txBox="1">
            <a:spLocks noChangeArrowheads="1"/>
          </p:cNvSpPr>
          <p:nvPr/>
        </p:nvSpPr>
        <p:spPr bwMode="auto">
          <a:xfrm>
            <a:off x="1090719" y="1620656"/>
            <a:ext cx="1149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err="1">
                <a:latin typeface="微软雅黑" panose="020B0503020204020204" pitchFamily="34" charset="-122"/>
                <a:ea typeface="微软雅黑" panose="020B0503020204020204" pitchFamily="34" charset="-122"/>
              </a:rPr>
              <a:t>iBGP</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连接</a:t>
            </a:r>
          </a:p>
        </p:txBody>
      </p:sp>
      <p:cxnSp>
        <p:nvCxnSpPr>
          <p:cNvPr id="153" name="直接箭头连接符 339"/>
          <p:cNvCxnSpPr>
            <a:cxnSpLocks noChangeShapeType="1"/>
            <a:stCxn id="152" idx="3"/>
          </p:cNvCxnSpPr>
          <p:nvPr/>
        </p:nvCxnSpPr>
        <p:spPr bwMode="auto">
          <a:xfrm>
            <a:off x="2240393" y="1789933"/>
            <a:ext cx="1083665" cy="223421"/>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154" name="直接箭头连接符 339"/>
          <p:cNvCxnSpPr>
            <a:cxnSpLocks noChangeShapeType="1"/>
          </p:cNvCxnSpPr>
          <p:nvPr/>
        </p:nvCxnSpPr>
        <p:spPr bwMode="auto">
          <a:xfrm>
            <a:off x="2181119" y="1885054"/>
            <a:ext cx="1169663" cy="45232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32809741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2">
                                            <p:txEl>
                                              <p:pRg st="0" end="0"/>
                                            </p:txEl>
                                          </p:spTgt>
                                        </p:tgtEl>
                                        <p:attrNameLst>
                                          <p:attrName>style.visibility</p:attrName>
                                        </p:attrNameLst>
                                      </p:cBhvr>
                                      <p:to>
                                        <p:strVal val="visible"/>
                                      </p:to>
                                    </p:set>
                                    <p:animEffect transition="in" filter="fade">
                                      <p:cBhvr>
                                        <p:cTn id="7" dur="1000"/>
                                        <p:tgtEl>
                                          <p:spTgt spid="52">
                                            <p:txEl>
                                              <p:pRg st="0" end="0"/>
                                            </p:txEl>
                                          </p:spTgt>
                                        </p:tgtEl>
                                      </p:cBhvr>
                                    </p:animEffect>
                                    <p:anim calcmode="lin" valueType="num">
                                      <p:cBhvr>
                                        <p:cTn id="8" dur="100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2">
                                            <p:txEl>
                                              <p:pRg st="1" end="1"/>
                                            </p:txEl>
                                          </p:spTgt>
                                        </p:tgtEl>
                                        <p:attrNameLst>
                                          <p:attrName>style.visibility</p:attrName>
                                        </p:attrNameLst>
                                      </p:cBhvr>
                                      <p:to>
                                        <p:strVal val="visible"/>
                                      </p:to>
                                    </p:set>
                                    <p:animEffect transition="in" filter="fade">
                                      <p:cBhvr>
                                        <p:cTn id="14" dur="1000"/>
                                        <p:tgtEl>
                                          <p:spTgt spid="52">
                                            <p:txEl>
                                              <p:pRg st="1" end="1"/>
                                            </p:txEl>
                                          </p:spTgt>
                                        </p:tgtEl>
                                      </p:cBhvr>
                                    </p:animEffect>
                                    <p:anim calcmode="lin" valueType="num">
                                      <p:cBhvr>
                                        <p:cTn id="15" dur="1000" fill="hold"/>
                                        <p:tgtEl>
                                          <p:spTgt spid="5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5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2">
                                            <p:txEl>
                                              <p:pRg st="2" end="2"/>
                                            </p:txEl>
                                          </p:spTgt>
                                        </p:tgtEl>
                                        <p:attrNameLst>
                                          <p:attrName>style.visibility</p:attrName>
                                        </p:attrNameLst>
                                      </p:cBhvr>
                                      <p:to>
                                        <p:strVal val="visible"/>
                                      </p:to>
                                    </p:set>
                                    <p:animEffect transition="in" filter="fade">
                                      <p:cBhvr>
                                        <p:cTn id="21" dur="1000"/>
                                        <p:tgtEl>
                                          <p:spTgt spid="52">
                                            <p:txEl>
                                              <p:pRg st="2" end="2"/>
                                            </p:txEl>
                                          </p:spTgt>
                                        </p:tgtEl>
                                      </p:cBhvr>
                                    </p:animEffect>
                                    <p:anim calcmode="lin" valueType="num">
                                      <p:cBhvr>
                                        <p:cTn id="22" dur="1000" fill="hold"/>
                                        <p:tgtEl>
                                          <p:spTgt spid="5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5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build="p"/>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5" y="1076632"/>
            <a:ext cx="8053712" cy="258483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194" name="矩形 193"/>
          <p:cNvSpPr/>
          <p:nvPr/>
        </p:nvSpPr>
        <p:spPr>
          <a:xfrm>
            <a:off x="1211171" y="2231724"/>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91" name="矩形 190"/>
          <p:cNvSpPr/>
          <p:nvPr/>
        </p:nvSpPr>
        <p:spPr>
          <a:xfrm>
            <a:off x="2972790" y="2251123"/>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92" name="矩形 191"/>
          <p:cNvSpPr/>
          <p:nvPr/>
        </p:nvSpPr>
        <p:spPr>
          <a:xfrm>
            <a:off x="4738322" y="2243770"/>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193" name="矩形 192"/>
          <p:cNvSpPr/>
          <p:nvPr/>
        </p:nvSpPr>
        <p:spPr>
          <a:xfrm>
            <a:off x="6466658" y="2247146"/>
            <a:ext cx="1498209" cy="9776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latin typeface="微软雅黑" panose="020B0503020204020204" pitchFamily="34" charset="-122"/>
              <a:ea typeface="微软雅黑" panose="020B0503020204020204" pitchFamily="34" charset="-122"/>
            </a:endParaRPr>
          </a:p>
        </p:txBody>
      </p:sp>
      <p:sp>
        <p:nvSpPr>
          <p:cNvPr id="5" name="矩形: 圆角 4">
            <a:extLst>
              <a:ext uri="{FF2B5EF4-FFF2-40B4-BE49-F238E27FC236}">
                <a16:creationId xmlns:a16="http://schemas.microsoft.com/office/drawing/2014/main" id="{BA1E80B0-5939-3400-3127-01CEA82C5262}"/>
              </a:ext>
            </a:extLst>
          </p:cNvPr>
          <p:cNvSpPr/>
          <p:nvPr/>
        </p:nvSpPr>
        <p:spPr>
          <a:xfrm>
            <a:off x="1232241" y="1316362"/>
            <a:ext cx="6732625" cy="1398484"/>
          </a:xfrm>
          <a:prstGeom prst="roundRect">
            <a:avLst/>
          </a:prstGeom>
          <a:ln>
            <a:prstDash val="dash"/>
          </a:ln>
        </p:spPr>
        <p:style>
          <a:lnRef idx="1">
            <a:schemeClr val="accent3"/>
          </a:lnRef>
          <a:fillRef idx="2">
            <a:schemeClr val="accent3"/>
          </a:fillRef>
          <a:effectRef idx="1">
            <a:schemeClr val="accent3"/>
          </a:effectRef>
          <a:fontRef idx="minor">
            <a:schemeClr val="dk1"/>
          </a:fontRef>
        </p:style>
        <p:txBody>
          <a:bodyPr rtlCol="0" anchor="ctr"/>
          <a:lstStyle/>
          <a:p>
            <a:pPr algn="ctr"/>
            <a:endParaRPr lang="zh-CN" altLang="en-US"/>
          </a:p>
        </p:txBody>
      </p:sp>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IGP</a:t>
            </a:r>
            <a:r>
              <a:rPr lang="zh-CN" altLang="en-US" sz="2000" b="1" dirty="0">
                <a:solidFill>
                  <a:schemeClr val="bg1"/>
                </a:solidFill>
                <a:latin typeface="微软雅黑" pitchFamily="34" charset="-122"/>
                <a:ea typeface="微软雅黑" pitchFamily="34" charset="-122"/>
              </a:rPr>
              <a:t>、</a:t>
            </a:r>
            <a:r>
              <a:rPr lang="en-US" altLang="zh-CN" sz="2000" b="1" dirty="0" err="1">
                <a:solidFill>
                  <a:schemeClr val="bg1"/>
                </a:solidFill>
                <a:latin typeface="微软雅黑" pitchFamily="34" charset="-122"/>
                <a:ea typeface="微软雅黑" pitchFamily="34" charset="-122"/>
              </a:rPr>
              <a:t>iBGP</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和 </a:t>
            </a:r>
            <a:r>
              <a:rPr lang="en-US" altLang="zh-CN" sz="2000" b="1" dirty="0" err="1">
                <a:solidFill>
                  <a:schemeClr val="bg1"/>
                </a:solidFill>
                <a:latin typeface="微软雅黑" pitchFamily="34" charset="-122"/>
                <a:ea typeface="微软雅黑" pitchFamily="34" charset="-122"/>
              </a:rPr>
              <a:t>eBGP</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的关系</a:t>
            </a:r>
          </a:p>
        </p:txBody>
      </p:sp>
      <p:sp>
        <p:nvSpPr>
          <p:cNvPr id="365" name="Text Box 173"/>
          <p:cNvSpPr txBox="1">
            <a:spLocks noChangeArrowheads="1"/>
          </p:cNvSpPr>
          <p:nvPr/>
        </p:nvSpPr>
        <p:spPr bwMode="auto">
          <a:xfrm>
            <a:off x="1421970" y="3718056"/>
            <a:ext cx="6530201" cy="987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85750" indent="-285750" eaLnBrk="1" hangingPunct="1">
              <a:lnSpc>
                <a:spcPts val="2400"/>
              </a:lnSpc>
              <a:buFont typeface="Wingdings" panose="05000000000000000000" pitchFamily="2" charset="2"/>
              <a:buChar char="l"/>
            </a:pPr>
            <a:r>
              <a:rPr lang="zh-CN" altLang="en-US" sz="1600" b="1" dirty="0">
                <a:latin typeface="微软雅黑" panose="020B0503020204020204" pitchFamily="34" charset="-122"/>
                <a:ea typeface="微软雅黑" panose="020B0503020204020204" pitchFamily="34" charset="-122"/>
              </a:rPr>
              <a:t>每一个</a:t>
            </a:r>
            <a:r>
              <a:rPr lang="en-US" altLang="zh-CN" sz="1600" b="1" dirty="0">
                <a:latin typeface="微软雅黑" panose="020B0503020204020204" pitchFamily="34" charset="-122"/>
                <a:ea typeface="微软雅黑" panose="020B0503020204020204" pitchFamily="34" charset="-122"/>
              </a:rPr>
              <a:t>AS</a:t>
            </a:r>
            <a:r>
              <a:rPr lang="zh-CN" altLang="en-US" sz="1600" b="1" dirty="0">
                <a:latin typeface="微软雅黑" panose="020B0503020204020204" pitchFamily="34" charset="-122"/>
                <a:ea typeface="微软雅黑" panose="020B0503020204020204" pitchFamily="34" charset="-122"/>
              </a:rPr>
              <a:t>都必须运行本</a:t>
            </a:r>
            <a:r>
              <a:rPr lang="en-US" altLang="zh-CN" sz="1600" b="1" dirty="0">
                <a:latin typeface="微软雅黑" panose="020B0503020204020204" pitchFamily="34" charset="-122"/>
                <a:ea typeface="微软雅黑" panose="020B0503020204020204" pitchFamily="34" charset="-122"/>
              </a:rPr>
              <a:t>AS</a:t>
            </a:r>
            <a:r>
              <a:rPr lang="zh-CN" altLang="en-US" sz="1600" b="1" dirty="0">
                <a:latin typeface="微软雅黑" panose="020B0503020204020204" pitchFamily="34" charset="-122"/>
                <a:ea typeface="微软雅黑" panose="020B0503020204020204" pitchFamily="34" charset="-122"/>
              </a:rPr>
              <a:t>选择的</a:t>
            </a:r>
            <a:r>
              <a:rPr lang="zh-CN" altLang="en-US" sz="1600" b="1" dirty="0">
                <a:solidFill>
                  <a:srgbClr val="0000FF"/>
                </a:solidFill>
                <a:latin typeface="微软雅黑" panose="020B0503020204020204" pitchFamily="34" charset="-122"/>
                <a:ea typeface="微软雅黑" panose="020B0503020204020204" pitchFamily="34" charset="-122"/>
              </a:rPr>
              <a:t>内部网关协议</a:t>
            </a:r>
            <a:r>
              <a:rPr lang="en-US" altLang="zh-CN" sz="1600" b="1" dirty="0">
                <a:solidFill>
                  <a:srgbClr val="0000FF"/>
                </a:solidFill>
                <a:latin typeface="微软雅黑" panose="020B0503020204020204" pitchFamily="34" charset="-122"/>
                <a:ea typeface="微软雅黑" panose="020B0503020204020204" pitchFamily="34" charset="-122"/>
              </a:rPr>
              <a:t>IGP</a:t>
            </a:r>
            <a:r>
              <a:rPr lang="zh-CN" altLang="en-US" sz="1600" b="1" dirty="0">
                <a:latin typeface="微软雅黑" panose="020B0503020204020204" pitchFamily="34" charset="-122"/>
                <a:ea typeface="微软雅黑" panose="020B0503020204020204" pitchFamily="34" charset="-122"/>
              </a:rPr>
              <a:t>，例如</a:t>
            </a:r>
            <a:r>
              <a:rPr lang="en-US" altLang="zh-CN" sz="1600" b="1" dirty="0">
                <a:latin typeface="微软雅黑" panose="020B0503020204020204" pitchFamily="34" charset="-122"/>
                <a:ea typeface="微软雅黑" panose="020B0503020204020204" pitchFamily="34" charset="-122"/>
              </a:rPr>
              <a:t>OSPF</a:t>
            </a:r>
            <a:r>
              <a:rPr lang="zh-CN" altLang="en-US" sz="1600" b="1" dirty="0">
                <a:latin typeface="微软雅黑" panose="020B0503020204020204" pitchFamily="34" charset="-122"/>
                <a:ea typeface="微软雅黑" panose="020B0503020204020204" pitchFamily="34" charset="-122"/>
              </a:rPr>
              <a:t>或</a:t>
            </a:r>
            <a:r>
              <a:rPr lang="en-US" altLang="zh-CN" sz="1600" b="1" dirty="0">
                <a:latin typeface="微软雅黑" panose="020B0503020204020204" pitchFamily="34" charset="-122"/>
                <a:ea typeface="微软雅黑" panose="020B0503020204020204" pitchFamily="34" charset="-122"/>
              </a:rPr>
              <a:t>RIP</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a:p>
            <a:pPr marL="285750" indent="-285750" eaLnBrk="1" hangingPunct="1">
              <a:lnSpc>
                <a:spcPts val="2400"/>
              </a:lnSpc>
              <a:buFont typeface="Wingdings" panose="05000000000000000000" pitchFamily="2" charset="2"/>
              <a:buChar char="l"/>
            </a:pPr>
            <a:r>
              <a:rPr lang="zh-CN" altLang="en-US" sz="1600" b="1" dirty="0">
                <a:latin typeface="微软雅黑" panose="020B0503020204020204" pitchFamily="34" charset="-122"/>
                <a:ea typeface="微软雅黑" panose="020B0503020204020204" pitchFamily="34" charset="-122"/>
              </a:rPr>
              <a:t>而</a:t>
            </a:r>
            <a:r>
              <a:rPr lang="zh-CN" altLang="en-US" sz="1600" b="1" dirty="0">
                <a:solidFill>
                  <a:srgbClr val="0000FF"/>
                </a:solidFill>
                <a:latin typeface="微软雅黑" panose="020B0503020204020204" pitchFamily="34" charset="-122"/>
                <a:ea typeface="微软雅黑" panose="020B0503020204020204" pitchFamily="34" charset="-122"/>
              </a:rPr>
              <a:t>协议</a:t>
            </a:r>
            <a:r>
              <a:rPr lang="en-US" altLang="zh-CN" sz="1600" b="1" dirty="0">
                <a:solidFill>
                  <a:srgbClr val="0000FF"/>
                </a:solidFill>
                <a:latin typeface="微软雅黑" panose="020B0503020204020204" pitchFamily="34" charset="-122"/>
                <a:ea typeface="微软雅黑" panose="020B0503020204020204" pitchFamily="34" charset="-122"/>
              </a:rPr>
              <a:t>BGP</a:t>
            </a:r>
            <a:r>
              <a:rPr lang="zh-CN" altLang="en-US" sz="1600" b="1" dirty="0">
                <a:latin typeface="微软雅黑" panose="020B0503020204020204" pitchFamily="34" charset="-122"/>
                <a:ea typeface="微软雅黑" panose="020B0503020204020204" pitchFamily="34" charset="-122"/>
              </a:rPr>
              <a:t>是在</a:t>
            </a:r>
            <a:r>
              <a:rPr lang="en-US" altLang="zh-CN" sz="1600" b="1" dirty="0">
                <a:solidFill>
                  <a:srgbClr val="0000FF"/>
                </a:solidFill>
                <a:latin typeface="微软雅黑" panose="020B0503020204020204" pitchFamily="34" charset="-122"/>
                <a:ea typeface="微软雅黑" panose="020B0503020204020204" pitchFamily="34" charset="-122"/>
              </a:rPr>
              <a:t>iBGP</a:t>
            </a:r>
            <a:r>
              <a:rPr lang="zh-CN" altLang="en-US" sz="1600" b="1" dirty="0">
                <a:solidFill>
                  <a:srgbClr val="0000FF"/>
                </a:solidFill>
                <a:latin typeface="微软雅黑" panose="020B0503020204020204" pitchFamily="34" charset="-122"/>
                <a:ea typeface="微软雅黑" panose="020B0503020204020204" pitchFamily="34" charset="-122"/>
              </a:rPr>
              <a:t>连接</a:t>
            </a:r>
            <a:r>
              <a:rPr lang="zh-CN" altLang="en-US" sz="1600" b="1" dirty="0">
                <a:latin typeface="微软雅黑" panose="020B0503020204020204" pitchFamily="34" charset="-122"/>
                <a:ea typeface="微软雅黑" panose="020B0503020204020204" pitchFamily="34" charset="-122"/>
              </a:rPr>
              <a:t>和</a:t>
            </a:r>
            <a:r>
              <a:rPr lang="en-US" altLang="zh-CN" sz="1600" b="1" dirty="0">
                <a:solidFill>
                  <a:srgbClr val="0000FF"/>
                </a:solidFill>
                <a:latin typeface="微软雅黑" panose="020B0503020204020204" pitchFamily="34" charset="-122"/>
                <a:ea typeface="微软雅黑" panose="020B0503020204020204" pitchFamily="34" charset="-122"/>
              </a:rPr>
              <a:t>eBGP</a:t>
            </a:r>
            <a:r>
              <a:rPr lang="zh-CN" altLang="en-US" sz="1600" b="1" dirty="0">
                <a:solidFill>
                  <a:srgbClr val="0000FF"/>
                </a:solidFill>
                <a:latin typeface="微软雅黑" panose="020B0503020204020204" pitchFamily="34" charset="-122"/>
                <a:ea typeface="微软雅黑" panose="020B0503020204020204" pitchFamily="34" charset="-122"/>
              </a:rPr>
              <a:t>连接</a:t>
            </a:r>
            <a:r>
              <a:rPr lang="zh-CN" altLang="en-US" sz="1600" b="1" dirty="0">
                <a:latin typeface="微软雅黑" panose="020B0503020204020204" pitchFamily="34" charset="-122"/>
                <a:ea typeface="微软雅黑" panose="020B0503020204020204" pitchFamily="34" charset="-122"/>
              </a:rPr>
              <a:t>之上运行的。</a:t>
            </a:r>
            <a:endParaRPr lang="en-US" altLang="zh-CN" sz="1600" b="1" dirty="0">
              <a:latin typeface="微软雅黑" panose="020B0503020204020204" pitchFamily="34" charset="-122"/>
              <a:ea typeface="微软雅黑" panose="020B0503020204020204" pitchFamily="34" charset="-122"/>
            </a:endParaRPr>
          </a:p>
        </p:txBody>
      </p:sp>
      <p:sp>
        <p:nvSpPr>
          <p:cNvPr id="195" name="Line 6"/>
          <p:cNvSpPr>
            <a:spLocks noChangeShapeType="1"/>
          </p:cNvSpPr>
          <p:nvPr/>
        </p:nvSpPr>
        <p:spPr bwMode="auto">
          <a:xfrm>
            <a:off x="1207654" y="3225772"/>
            <a:ext cx="1524000" cy="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196" name="Text Box 9"/>
          <p:cNvSpPr txBox="1">
            <a:spLocks noChangeArrowheads="1"/>
          </p:cNvSpPr>
          <p:nvPr/>
        </p:nvSpPr>
        <p:spPr bwMode="auto">
          <a:xfrm>
            <a:off x="1741054" y="2715341"/>
            <a:ext cx="53923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dirty="0">
                <a:latin typeface="微软雅黑" panose="020B0503020204020204" pitchFamily="34" charset="-122"/>
                <a:ea typeface="微软雅黑" panose="020B0503020204020204" pitchFamily="34" charset="-122"/>
                <a:cs typeface="Times New Roman" pitchFamily="18" charset="0"/>
              </a:rPr>
              <a:t>IGP</a:t>
            </a:r>
            <a:endParaRPr lang="en-GB" altLang="zh-CN" sz="1600" b="1" dirty="0">
              <a:latin typeface="微软雅黑" panose="020B0503020204020204" pitchFamily="34" charset="-122"/>
              <a:ea typeface="微软雅黑" panose="020B0503020204020204" pitchFamily="34" charset="-122"/>
              <a:cs typeface="Times New Roman" pitchFamily="18" charset="0"/>
            </a:endParaRPr>
          </a:p>
        </p:txBody>
      </p:sp>
      <p:sp>
        <p:nvSpPr>
          <p:cNvPr id="197" name="Text Box 11"/>
          <p:cNvSpPr txBox="1">
            <a:spLocks noChangeArrowheads="1"/>
          </p:cNvSpPr>
          <p:nvPr/>
        </p:nvSpPr>
        <p:spPr bwMode="auto">
          <a:xfrm>
            <a:off x="1448549" y="2303732"/>
            <a:ext cx="1077842"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dirty="0">
                <a:latin typeface="微软雅黑" panose="020B0503020204020204" pitchFamily="34" charset="-122"/>
                <a:ea typeface="微软雅黑" panose="020B0503020204020204" pitchFamily="34" charset="-122"/>
                <a:cs typeface="Times New Roman" pitchFamily="18" charset="0"/>
              </a:rPr>
              <a:t>iBGP</a:t>
            </a:r>
            <a:r>
              <a:rPr lang="zh-CN" altLang="en-US" sz="1600" b="1" dirty="0">
                <a:latin typeface="微软雅黑" panose="020B0503020204020204" pitchFamily="34" charset="-122"/>
                <a:ea typeface="微软雅黑" panose="020B0503020204020204" pitchFamily="34" charset="-122"/>
                <a:cs typeface="Times New Roman" pitchFamily="18" charset="0"/>
              </a:rPr>
              <a:t>连接</a:t>
            </a:r>
            <a:endParaRPr lang="en-GB" altLang="zh-CN" sz="1600" b="1" dirty="0">
              <a:latin typeface="微软雅黑" panose="020B0503020204020204" pitchFamily="34" charset="-122"/>
              <a:ea typeface="微软雅黑" panose="020B0503020204020204" pitchFamily="34" charset="-122"/>
              <a:cs typeface="Times New Roman" pitchFamily="18" charset="0"/>
            </a:endParaRPr>
          </a:p>
        </p:txBody>
      </p:sp>
      <p:sp>
        <p:nvSpPr>
          <p:cNvPr id="198" name="Line 14"/>
          <p:cNvSpPr>
            <a:spLocks noChangeShapeType="1"/>
          </p:cNvSpPr>
          <p:nvPr/>
        </p:nvSpPr>
        <p:spPr bwMode="auto">
          <a:xfrm>
            <a:off x="2960254" y="3225772"/>
            <a:ext cx="1524000" cy="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199" name="Text Box 17"/>
          <p:cNvSpPr txBox="1">
            <a:spLocks noChangeArrowheads="1"/>
          </p:cNvSpPr>
          <p:nvPr/>
        </p:nvSpPr>
        <p:spPr bwMode="auto">
          <a:xfrm>
            <a:off x="3493654" y="2715341"/>
            <a:ext cx="53923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00" name="Text Box 19"/>
          <p:cNvSpPr txBox="1">
            <a:spLocks noChangeArrowheads="1"/>
          </p:cNvSpPr>
          <p:nvPr/>
        </p:nvSpPr>
        <p:spPr bwMode="auto">
          <a:xfrm>
            <a:off x="3201149" y="2303732"/>
            <a:ext cx="1077842"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dirty="0">
                <a:latin typeface="微软雅黑" panose="020B0503020204020204" pitchFamily="34" charset="-122"/>
                <a:ea typeface="微软雅黑" panose="020B0503020204020204" pitchFamily="34" charset="-122"/>
                <a:cs typeface="Times New Roman" pitchFamily="18" charset="0"/>
              </a:rPr>
              <a:t>iBGP</a:t>
            </a:r>
            <a:r>
              <a:rPr lang="zh-CN" altLang="en-US" sz="1600" b="1" dirty="0">
                <a:latin typeface="微软雅黑" panose="020B0503020204020204" pitchFamily="34" charset="-122"/>
                <a:ea typeface="微软雅黑" panose="020B0503020204020204" pitchFamily="34" charset="-122"/>
                <a:cs typeface="Times New Roman" pitchFamily="18" charset="0"/>
              </a:rPr>
              <a:t>连接</a:t>
            </a:r>
            <a:endParaRPr lang="en-GB" altLang="zh-CN" sz="1600" b="1" dirty="0">
              <a:latin typeface="微软雅黑" panose="020B0503020204020204" pitchFamily="34" charset="-122"/>
              <a:ea typeface="微软雅黑" panose="020B0503020204020204" pitchFamily="34" charset="-122"/>
              <a:cs typeface="Times New Roman" pitchFamily="18" charset="0"/>
            </a:endParaRPr>
          </a:p>
        </p:txBody>
      </p:sp>
      <p:sp>
        <p:nvSpPr>
          <p:cNvPr id="201" name="Line 22"/>
          <p:cNvSpPr>
            <a:spLocks noChangeShapeType="1"/>
          </p:cNvSpPr>
          <p:nvPr/>
        </p:nvSpPr>
        <p:spPr bwMode="auto">
          <a:xfrm>
            <a:off x="4712854" y="3225772"/>
            <a:ext cx="1524000" cy="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02" name="Text Box 25"/>
          <p:cNvSpPr txBox="1">
            <a:spLocks noChangeArrowheads="1"/>
          </p:cNvSpPr>
          <p:nvPr/>
        </p:nvSpPr>
        <p:spPr bwMode="auto">
          <a:xfrm>
            <a:off x="5246254" y="2715341"/>
            <a:ext cx="53923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03" name="Text Box 27"/>
          <p:cNvSpPr txBox="1">
            <a:spLocks noChangeArrowheads="1"/>
          </p:cNvSpPr>
          <p:nvPr/>
        </p:nvSpPr>
        <p:spPr bwMode="auto">
          <a:xfrm>
            <a:off x="4953749" y="2303732"/>
            <a:ext cx="1077842"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dirty="0">
                <a:latin typeface="微软雅黑" panose="020B0503020204020204" pitchFamily="34" charset="-122"/>
                <a:ea typeface="微软雅黑" panose="020B0503020204020204" pitchFamily="34" charset="-122"/>
                <a:cs typeface="Times New Roman" pitchFamily="18" charset="0"/>
              </a:rPr>
              <a:t>iBGP</a:t>
            </a:r>
            <a:r>
              <a:rPr lang="zh-CN" altLang="en-US" sz="1600" b="1" dirty="0">
                <a:latin typeface="微软雅黑" panose="020B0503020204020204" pitchFamily="34" charset="-122"/>
                <a:ea typeface="微软雅黑" panose="020B0503020204020204" pitchFamily="34" charset="-122"/>
                <a:cs typeface="Times New Roman" pitchFamily="18" charset="0"/>
              </a:rPr>
              <a:t>连接</a:t>
            </a:r>
            <a:endParaRPr lang="en-GB" altLang="zh-CN" sz="1600" b="1" dirty="0">
              <a:latin typeface="微软雅黑" panose="020B0503020204020204" pitchFamily="34" charset="-122"/>
              <a:ea typeface="微软雅黑" panose="020B0503020204020204" pitchFamily="34" charset="-122"/>
              <a:cs typeface="Times New Roman" pitchFamily="18" charset="0"/>
            </a:endParaRPr>
          </a:p>
        </p:txBody>
      </p:sp>
      <p:sp>
        <p:nvSpPr>
          <p:cNvPr id="204" name="Line 30"/>
          <p:cNvSpPr>
            <a:spLocks noChangeShapeType="1"/>
          </p:cNvSpPr>
          <p:nvPr/>
        </p:nvSpPr>
        <p:spPr bwMode="auto">
          <a:xfrm>
            <a:off x="6465454" y="3225772"/>
            <a:ext cx="1524000" cy="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grpSp>
        <p:nvGrpSpPr>
          <p:cNvPr id="205" name="组合 204"/>
          <p:cNvGrpSpPr/>
          <p:nvPr/>
        </p:nvGrpSpPr>
        <p:grpSpPr>
          <a:xfrm>
            <a:off x="1207654" y="2231724"/>
            <a:ext cx="6781800" cy="994048"/>
            <a:chOff x="1143000" y="4038600"/>
            <a:chExt cx="6781800" cy="1752600"/>
          </a:xfrm>
        </p:grpSpPr>
        <p:sp>
          <p:nvSpPr>
            <p:cNvPr id="206" name="Line 5"/>
            <p:cNvSpPr>
              <a:spLocks noChangeShapeType="1"/>
            </p:cNvSpPr>
            <p:nvPr/>
          </p:nvSpPr>
          <p:spPr bwMode="auto">
            <a:xfrm>
              <a:off x="11430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07" name="Line 8"/>
            <p:cNvSpPr>
              <a:spLocks noChangeShapeType="1"/>
            </p:cNvSpPr>
            <p:nvPr/>
          </p:nvSpPr>
          <p:spPr bwMode="auto">
            <a:xfrm>
              <a:off x="26670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08" name="Line 13"/>
            <p:cNvSpPr>
              <a:spLocks noChangeShapeType="1"/>
            </p:cNvSpPr>
            <p:nvPr/>
          </p:nvSpPr>
          <p:spPr bwMode="auto">
            <a:xfrm>
              <a:off x="28956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09" name="Line 16"/>
            <p:cNvSpPr>
              <a:spLocks noChangeShapeType="1"/>
            </p:cNvSpPr>
            <p:nvPr/>
          </p:nvSpPr>
          <p:spPr bwMode="auto">
            <a:xfrm>
              <a:off x="44196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10" name="Line 21"/>
            <p:cNvSpPr>
              <a:spLocks noChangeShapeType="1"/>
            </p:cNvSpPr>
            <p:nvPr/>
          </p:nvSpPr>
          <p:spPr bwMode="auto">
            <a:xfrm>
              <a:off x="46482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11" name="Line 24"/>
            <p:cNvSpPr>
              <a:spLocks noChangeShapeType="1"/>
            </p:cNvSpPr>
            <p:nvPr/>
          </p:nvSpPr>
          <p:spPr bwMode="auto">
            <a:xfrm>
              <a:off x="61722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12" name="Line 29"/>
            <p:cNvSpPr>
              <a:spLocks noChangeShapeType="1"/>
            </p:cNvSpPr>
            <p:nvPr/>
          </p:nvSpPr>
          <p:spPr bwMode="auto">
            <a:xfrm>
              <a:off x="64008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sp>
          <p:nvSpPr>
            <p:cNvPr id="213" name="Line 32"/>
            <p:cNvSpPr>
              <a:spLocks noChangeShapeType="1"/>
            </p:cNvSpPr>
            <p:nvPr/>
          </p:nvSpPr>
          <p:spPr bwMode="auto">
            <a:xfrm>
              <a:off x="7924800" y="4038600"/>
              <a:ext cx="0" cy="1752600"/>
            </a:xfrm>
            <a:prstGeom prst="line">
              <a:avLst/>
            </a:prstGeom>
            <a:noFill/>
            <a:ln w="19050">
              <a:solidFill>
                <a:schemeClr val="tx1"/>
              </a:solidFill>
              <a:round/>
              <a:headEnd/>
              <a:tailEnd/>
            </a:ln>
          </p:spPr>
          <p:txBody>
            <a:bodyPr lIns="86034" tIns="43016" rIns="86034" bIns="43016" anchor="ctr"/>
            <a:lstStyle/>
            <a:p>
              <a:endParaRPr lang="zh-CN" altLang="en-US" sz="1600" b="1">
                <a:latin typeface="微软雅黑" panose="020B0503020204020204" pitchFamily="34" charset="-122"/>
                <a:ea typeface="微软雅黑" panose="020B0503020204020204" pitchFamily="34" charset="-122"/>
                <a:cs typeface="Times New Roman" pitchFamily="18" charset="0"/>
              </a:endParaRPr>
            </a:p>
          </p:txBody>
        </p:sp>
      </p:grpSp>
      <p:sp>
        <p:nvSpPr>
          <p:cNvPr id="214" name="Text Box 33"/>
          <p:cNvSpPr txBox="1">
            <a:spLocks noChangeArrowheads="1"/>
          </p:cNvSpPr>
          <p:nvPr/>
        </p:nvSpPr>
        <p:spPr bwMode="auto">
          <a:xfrm>
            <a:off x="6998854" y="2715341"/>
            <a:ext cx="539233"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a:latin typeface="微软雅黑" panose="020B0503020204020204" pitchFamily="34" charset="-122"/>
                <a:ea typeface="微软雅黑" panose="020B0503020204020204" pitchFamily="34" charset="-122"/>
                <a:cs typeface="Times New Roman" pitchFamily="18" charset="0"/>
              </a:rPr>
              <a:t>IGP</a:t>
            </a:r>
            <a:endParaRPr lang="en-GB" altLang="zh-CN" sz="1600" b="1">
              <a:latin typeface="微软雅黑" panose="020B0503020204020204" pitchFamily="34" charset="-122"/>
              <a:ea typeface="微软雅黑" panose="020B0503020204020204" pitchFamily="34" charset="-122"/>
              <a:cs typeface="Times New Roman" pitchFamily="18" charset="0"/>
            </a:endParaRPr>
          </a:p>
        </p:txBody>
      </p:sp>
      <p:sp>
        <p:nvSpPr>
          <p:cNvPr id="215" name="Text Box 35"/>
          <p:cNvSpPr txBox="1">
            <a:spLocks noChangeArrowheads="1"/>
          </p:cNvSpPr>
          <p:nvPr/>
        </p:nvSpPr>
        <p:spPr bwMode="auto">
          <a:xfrm>
            <a:off x="6706349" y="2303732"/>
            <a:ext cx="1077842"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dirty="0">
                <a:latin typeface="微软雅黑" panose="020B0503020204020204" pitchFamily="34" charset="-122"/>
                <a:ea typeface="微软雅黑" panose="020B0503020204020204" pitchFamily="34" charset="-122"/>
                <a:cs typeface="Times New Roman" pitchFamily="18" charset="0"/>
              </a:rPr>
              <a:t>iBGP</a:t>
            </a:r>
            <a:r>
              <a:rPr lang="zh-CN" altLang="en-US" sz="1600" b="1" dirty="0">
                <a:latin typeface="微软雅黑" panose="020B0503020204020204" pitchFamily="34" charset="-122"/>
                <a:ea typeface="微软雅黑" panose="020B0503020204020204" pitchFamily="34" charset="-122"/>
                <a:cs typeface="Times New Roman" pitchFamily="18" charset="0"/>
              </a:rPr>
              <a:t>连接</a:t>
            </a:r>
            <a:endParaRPr lang="en-GB" altLang="zh-CN" sz="1600" b="1" dirty="0">
              <a:latin typeface="微软雅黑" panose="020B0503020204020204" pitchFamily="34" charset="-122"/>
              <a:ea typeface="微软雅黑" panose="020B0503020204020204" pitchFamily="34" charset="-122"/>
              <a:cs typeface="Times New Roman" pitchFamily="18" charset="0"/>
            </a:endParaRPr>
          </a:p>
        </p:txBody>
      </p:sp>
      <p:sp>
        <p:nvSpPr>
          <p:cNvPr id="216" name="Text Box 39"/>
          <p:cNvSpPr txBox="1">
            <a:spLocks noChangeArrowheads="1"/>
          </p:cNvSpPr>
          <p:nvPr/>
        </p:nvSpPr>
        <p:spPr bwMode="auto">
          <a:xfrm>
            <a:off x="2328934" y="1655660"/>
            <a:ext cx="1137154"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dirty="0">
                <a:solidFill>
                  <a:srgbClr val="C00000"/>
                </a:solidFill>
                <a:latin typeface="微软雅黑" panose="020B0503020204020204" pitchFamily="34" charset="-122"/>
                <a:ea typeface="微软雅黑" panose="020B0503020204020204" pitchFamily="34" charset="-122"/>
                <a:cs typeface="Times New Roman" pitchFamily="18" charset="0"/>
              </a:rPr>
              <a:t>eBGP</a:t>
            </a:r>
            <a:r>
              <a:rPr lang="zh-CN" altLang="en-US" sz="1600" b="1" dirty="0">
                <a:solidFill>
                  <a:srgbClr val="C00000"/>
                </a:solidFill>
                <a:latin typeface="微软雅黑" panose="020B0503020204020204" pitchFamily="34" charset="-122"/>
                <a:ea typeface="微软雅黑" panose="020B0503020204020204" pitchFamily="34" charset="-122"/>
                <a:cs typeface="Times New Roman" pitchFamily="18" charset="0"/>
              </a:rPr>
              <a:t>连接</a:t>
            </a:r>
            <a:endParaRPr lang="en-GB"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sp>
        <p:nvSpPr>
          <p:cNvPr id="217" name="Text Box 42"/>
          <p:cNvSpPr txBox="1">
            <a:spLocks noChangeArrowheads="1"/>
          </p:cNvSpPr>
          <p:nvPr/>
        </p:nvSpPr>
        <p:spPr bwMode="auto">
          <a:xfrm>
            <a:off x="4081534" y="1655660"/>
            <a:ext cx="1137154"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dirty="0">
                <a:solidFill>
                  <a:srgbClr val="C00000"/>
                </a:solidFill>
                <a:latin typeface="微软雅黑" panose="020B0503020204020204" pitchFamily="34" charset="-122"/>
                <a:ea typeface="微软雅黑" panose="020B0503020204020204" pitchFamily="34" charset="-122"/>
                <a:cs typeface="Times New Roman" pitchFamily="18" charset="0"/>
              </a:rPr>
              <a:t>eBGP</a:t>
            </a:r>
            <a:r>
              <a:rPr lang="zh-CN" altLang="en-US" sz="1600" b="1" dirty="0">
                <a:solidFill>
                  <a:srgbClr val="C00000"/>
                </a:solidFill>
                <a:latin typeface="微软雅黑" panose="020B0503020204020204" pitchFamily="34" charset="-122"/>
                <a:ea typeface="微软雅黑" panose="020B0503020204020204" pitchFamily="34" charset="-122"/>
                <a:cs typeface="Times New Roman" pitchFamily="18" charset="0"/>
              </a:rPr>
              <a:t>连接</a:t>
            </a:r>
            <a:endParaRPr lang="en-GB"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grpSp>
        <p:nvGrpSpPr>
          <p:cNvPr id="218" name="组合 217"/>
          <p:cNvGrpSpPr/>
          <p:nvPr/>
        </p:nvGrpSpPr>
        <p:grpSpPr>
          <a:xfrm>
            <a:off x="2503054" y="1943692"/>
            <a:ext cx="4191000" cy="432048"/>
            <a:chOff x="2438400" y="4255368"/>
            <a:chExt cx="4191000" cy="685800"/>
          </a:xfrm>
        </p:grpSpPr>
        <p:sp>
          <p:nvSpPr>
            <p:cNvPr id="219" name="Freeform 38"/>
            <p:cNvSpPr>
              <a:spLocks/>
            </p:cNvSpPr>
            <p:nvPr/>
          </p:nvSpPr>
          <p:spPr bwMode="auto">
            <a:xfrm>
              <a:off x="2438400" y="4255368"/>
              <a:ext cx="685800" cy="685800"/>
            </a:xfrm>
            <a:custGeom>
              <a:avLst/>
              <a:gdLst>
                <a:gd name="T0" fmla="*/ 0 w 432"/>
                <a:gd name="T1" fmla="*/ 2147483647 h 432"/>
                <a:gd name="T2" fmla="*/ 2147483647 w 432"/>
                <a:gd name="T3" fmla="*/ 0 h 432"/>
                <a:gd name="T4" fmla="*/ 2147483647 w 432"/>
                <a:gd name="T5" fmla="*/ 2147483647 h 432"/>
                <a:gd name="T6" fmla="*/ 0 60000 65536"/>
                <a:gd name="T7" fmla="*/ 0 60000 65536"/>
                <a:gd name="T8" fmla="*/ 0 60000 65536"/>
                <a:gd name="T9" fmla="*/ 0 w 432"/>
                <a:gd name="T10" fmla="*/ 0 h 432"/>
                <a:gd name="T11" fmla="*/ 432 w 432"/>
                <a:gd name="T12" fmla="*/ 432 h 432"/>
              </a:gdLst>
              <a:ahLst/>
              <a:cxnLst>
                <a:cxn ang="T6">
                  <a:pos x="T0" y="T1"/>
                </a:cxn>
                <a:cxn ang="T7">
                  <a:pos x="T2" y="T3"/>
                </a:cxn>
                <a:cxn ang="T8">
                  <a:pos x="T4" y="T5"/>
                </a:cxn>
              </a:cxnLst>
              <a:rect l="T9" t="T10" r="T11" b="T12"/>
              <a:pathLst>
                <a:path w="432" h="432">
                  <a:moveTo>
                    <a:pt x="0" y="432"/>
                  </a:moveTo>
                  <a:cubicBezTo>
                    <a:pt x="84" y="216"/>
                    <a:pt x="168" y="0"/>
                    <a:pt x="240" y="0"/>
                  </a:cubicBezTo>
                  <a:cubicBezTo>
                    <a:pt x="312" y="0"/>
                    <a:pt x="400" y="360"/>
                    <a:pt x="432" y="432"/>
                  </a:cubicBezTo>
                </a:path>
              </a:pathLst>
            </a:custGeom>
            <a:noFill/>
            <a:ln w="19050">
              <a:solidFill>
                <a:srgbClr val="C00000"/>
              </a:solidFill>
              <a:round/>
              <a:headEnd type="triangle" w="sm" len="lg"/>
              <a:tailEnd type="triangle" w="sm" len="lg"/>
            </a:ln>
          </p:spPr>
          <p:txBody>
            <a:bodyPr lIns="86034" tIns="43016" rIns="86034" bIns="43016" anchor="ctr"/>
            <a:lstStyle/>
            <a:p>
              <a:endParaRPr lang="en-US" sz="1600" b="1">
                <a:latin typeface="微软雅黑" panose="020B0503020204020204" pitchFamily="34" charset="-122"/>
                <a:ea typeface="微软雅黑" panose="020B0503020204020204" pitchFamily="34" charset="-122"/>
                <a:cs typeface="Times New Roman" pitchFamily="18" charset="0"/>
              </a:endParaRPr>
            </a:p>
          </p:txBody>
        </p:sp>
        <p:sp>
          <p:nvSpPr>
            <p:cNvPr id="220" name="Freeform 41"/>
            <p:cNvSpPr>
              <a:spLocks/>
            </p:cNvSpPr>
            <p:nvPr/>
          </p:nvSpPr>
          <p:spPr bwMode="auto">
            <a:xfrm>
              <a:off x="4191000" y="4255368"/>
              <a:ext cx="685800" cy="685800"/>
            </a:xfrm>
            <a:custGeom>
              <a:avLst/>
              <a:gdLst>
                <a:gd name="T0" fmla="*/ 0 w 432"/>
                <a:gd name="T1" fmla="*/ 2147483647 h 432"/>
                <a:gd name="T2" fmla="*/ 2147483647 w 432"/>
                <a:gd name="T3" fmla="*/ 0 h 432"/>
                <a:gd name="T4" fmla="*/ 2147483647 w 432"/>
                <a:gd name="T5" fmla="*/ 2147483647 h 432"/>
                <a:gd name="T6" fmla="*/ 0 60000 65536"/>
                <a:gd name="T7" fmla="*/ 0 60000 65536"/>
                <a:gd name="T8" fmla="*/ 0 60000 65536"/>
                <a:gd name="T9" fmla="*/ 0 w 432"/>
                <a:gd name="T10" fmla="*/ 0 h 432"/>
                <a:gd name="T11" fmla="*/ 432 w 432"/>
                <a:gd name="T12" fmla="*/ 432 h 432"/>
              </a:gdLst>
              <a:ahLst/>
              <a:cxnLst>
                <a:cxn ang="T6">
                  <a:pos x="T0" y="T1"/>
                </a:cxn>
                <a:cxn ang="T7">
                  <a:pos x="T2" y="T3"/>
                </a:cxn>
                <a:cxn ang="T8">
                  <a:pos x="T4" y="T5"/>
                </a:cxn>
              </a:cxnLst>
              <a:rect l="T9" t="T10" r="T11" b="T12"/>
              <a:pathLst>
                <a:path w="432" h="432">
                  <a:moveTo>
                    <a:pt x="0" y="432"/>
                  </a:moveTo>
                  <a:cubicBezTo>
                    <a:pt x="84" y="216"/>
                    <a:pt x="168" y="0"/>
                    <a:pt x="240" y="0"/>
                  </a:cubicBezTo>
                  <a:cubicBezTo>
                    <a:pt x="312" y="0"/>
                    <a:pt x="400" y="360"/>
                    <a:pt x="432" y="432"/>
                  </a:cubicBezTo>
                </a:path>
              </a:pathLst>
            </a:custGeom>
            <a:noFill/>
            <a:ln w="19050">
              <a:solidFill>
                <a:srgbClr val="C00000"/>
              </a:solidFill>
              <a:round/>
              <a:headEnd type="triangle" w="sm" len="lg"/>
              <a:tailEnd type="triangle" w="sm" len="lg"/>
            </a:ln>
          </p:spPr>
          <p:txBody>
            <a:bodyPr lIns="86034" tIns="43016" rIns="86034" bIns="43016" anchor="ctr"/>
            <a:lstStyle/>
            <a:p>
              <a:endParaRPr lang="en-US" sz="1600" b="1">
                <a:latin typeface="微软雅黑" panose="020B0503020204020204" pitchFamily="34" charset="-122"/>
                <a:ea typeface="微软雅黑" panose="020B0503020204020204" pitchFamily="34" charset="-122"/>
                <a:cs typeface="Times New Roman" pitchFamily="18" charset="0"/>
              </a:endParaRPr>
            </a:p>
          </p:txBody>
        </p:sp>
        <p:sp>
          <p:nvSpPr>
            <p:cNvPr id="221" name="Freeform 44"/>
            <p:cNvSpPr>
              <a:spLocks/>
            </p:cNvSpPr>
            <p:nvPr/>
          </p:nvSpPr>
          <p:spPr bwMode="auto">
            <a:xfrm>
              <a:off x="5943600" y="4255368"/>
              <a:ext cx="685800" cy="685800"/>
            </a:xfrm>
            <a:custGeom>
              <a:avLst/>
              <a:gdLst>
                <a:gd name="T0" fmla="*/ 0 w 432"/>
                <a:gd name="T1" fmla="*/ 2147483647 h 432"/>
                <a:gd name="T2" fmla="*/ 2147483647 w 432"/>
                <a:gd name="T3" fmla="*/ 0 h 432"/>
                <a:gd name="T4" fmla="*/ 2147483647 w 432"/>
                <a:gd name="T5" fmla="*/ 2147483647 h 432"/>
                <a:gd name="T6" fmla="*/ 0 60000 65536"/>
                <a:gd name="T7" fmla="*/ 0 60000 65536"/>
                <a:gd name="T8" fmla="*/ 0 60000 65536"/>
                <a:gd name="T9" fmla="*/ 0 w 432"/>
                <a:gd name="T10" fmla="*/ 0 h 432"/>
                <a:gd name="T11" fmla="*/ 432 w 432"/>
                <a:gd name="T12" fmla="*/ 432 h 432"/>
              </a:gdLst>
              <a:ahLst/>
              <a:cxnLst>
                <a:cxn ang="T6">
                  <a:pos x="T0" y="T1"/>
                </a:cxn>
                <a:cxn ang="T7">
                  <a:pos x="T2" y="T3"/>
                </a:cxn>
                <a:cxn ang="T8">
                  <a:pos x="T4" y="T5"/>
                </a:cxn>
              </a:cxnLst>
              <a:rect l="T9" t="T10" r="T11" b="T12"/>
              <a:pathLst>
                <a:path w="432" h="432">
                  <a:moveTo>
                    <a:pt x="0" y="432"/>
                  </a:moveTo>
                  <a:cubicBezTo>
                    <a:pt x="84" y="216"/>
                    <a:pt x="168" y="0"/>
                    <a:pt x="240" y="0"/>
                  </a:cubicBezTo>
                  <a:cubicBezTo>
                    <a:pt x="312" y="0"/>
                    <a:pt x="400" y="360"/>
                    <a:pt x="432" y="432"/>
                  </a:cubicBezTo>
                </a:path>
              </a:pathLst>
            </a:custGeom>
            <a:noFill/>
            <a:ln w="19050">
              <a:solidFill>
                <a:srgbClr val="C00000"/>
              </a:solidFill>
              <a:round/>
              <a:headEnd type="triangle" w="sm" len="lg"/>
              <a:tailEnd type="triangle" w="sm" len="lg"/>
            </a:ln>
          </p:spPr>
          <p:txBody>
            <a:bodyPr lIns="86034" tIns="43016" rIns="86034" bIns="43016" anchor="ctr"/>
            <a:lstStyle/>
            <a:p>
              <a:endParaRPr lang="en-US" sz="1600" b="1">
                <a:latin typeface="微软雅黑" panose="020B0503020204020204" pitchFamily="34" charset="-122"/>
                <a:ea typeface="微软雅黑" panose="020B0503020204020204" pitchFamily="34" charset="-122"/>
                <a:cs typeface="Times New Roman" pitchFamily="18" charset="0"/>
              </a:endParaRPr>
            </a:p>
          </p:txBody>
        </p:sp>
      </p:grpSp>
      <p:sp>
        <p:nvSpPr>
          <p:cNvPr id="222" name="Text Box 45"/>
          <p:cNvSpPr txBox="1">
            <a:spLocks noChangeArrowheads="1"/>
          </p:cNvSpPr>
          <p:nvPr/>
        </p:nvSpPr>
        <p:spPr bwMode="auto">
          <a:xfrm>
            <a:off x="5834134" y="1655660"/>
            <a:ext cx="1137154"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dirty="0">
                <a:solidFill>
                  <a:srgbClr val="C00000"/>
                </a:solidFill>
                <a:latin typeface="微软雅黑" panose="020B0503020204020204" pitchFamily="34" charset="-122"/>
                <a:ea typeface="微软雅黑" panose="020B0503020204020204" pitchFamily="34" charset="-122"/>
                <a:cs typeface="Times New Roman" pitchFamily="18" charset="0"/>
              </a:rPr>
              <a:t>eBGP</a:t>
            </a:r>
            <a:r>
              <a:rPr lang="zh-CN" altLang="en-US" sz="1600" b="1" dirty="0">
                <a:solidFill>
                  <a:srgbClr val="C00000"/>
                </a:solidFill>
                <a:latin typeface="微软雅黑" panose="020B0503020204020204" pitchFamily="34" charset="-122"/>
                <a:ea typeface="微软雅黑" panose="020B0503020204020204" pitchFamily="34" charset="-122"/>
                <a:cs typeface="Times New Roman" pitchFamily="18" charset="0"/>
              </a:rPr>
              <a:t>连接</a:t>
            </a:r>
            <a:endParaRPr lang="en-GB" altLang="zh-CN" sz="1600" b="1" dirty="0">
              <a:solidFill>
                <a:srgbClr val="C00000"/>
              </a:solidFill>
              <a:latin typeface="微软雅黑" panose="020B0503020204020204" pitchFamily="34" charset="-122"/>
              <a:ea typeface="微软雅黑" panose="020B0503020204020204" pitchFamily="34" charset="-122"/>
              <a:cs typeface="Times New Roman" pitchFamily="18" charset="0"/>
            </a:endParaRPr>
          </a:p>
        </p:txBody>
      </p:sp>
      <p:sp>
        <p:nvSpPr>
          <p:cNvPr id="223" name="Text Box 46"/>
          <p:cNvSpPr txBox="1">
            <a:spLocks noChangeArrowheads="1"/>
          </p:cNvSpPr>
          <p:nvPr/>
        </p:nvSpPr>
        <p:spPr bwMode="auto">
          <a:xfrm>
            <a:off x="1664854" y="3207910"/>
            <a:ext cx="644525" cy="319958"/>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600" b="1" dirty="0">
                <a:latin typeface="微软雅黑" panose="020B0503020204020204" pitchFamily="34" charset="-122"/>
                <a:ea typeface="微软雅黑" panose="020B0503020204020204" pitchFamily="34" charset="-122"/>
                <a:cs typeface="Times New Roman" pitchFamily="18" charset="0"/>
              </a:rPr>
              <a:t>AS</a:t>
            </a:r>
            <a:r>
              <a:rPr lang="en-GB" altLang="zh-CN" sz="1600" b="1" baseline="-25000" dirty="0">
                <a:latin typeface="微软雅黑" panose="020B0503020204020204" pitchFamily="34" charset="-122"/>
                <a:ea typeface="微软雅黑" panose="020B0503020204020204" pitchFamily="34" charset="-122"/>
                <a:cs typeface="Times New Roman" pitchFamily="18" charset="0"/>
              </a:rPr>
              <a:t>1</a:t>
            </a:r>
          </a:p>
        </p:txBody>
      </p:sp>
      <p:sp>
        <p:nvSpPr>
          <p:cNvPr id="224" name="Text Box 47"/>
          <p:cNvSpPr txBox="1">
            <a:spLocks noChangeArrowheads="1"/>
          </p:cNvSpPr>
          <p:nvPr/>
        </p:nvSpPr>
        <p:spPr bwMode="auto">
          <a:xfrm>
            <a:off x="3417454" y="3207910"/>
            <a:ext cx="644525" cy="319958"/>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600" b="1" dirty="0">
                <a:latin typeface="微软雅黑" panose="020B0503020204020204" pitchFamily="34" charset="-122"/>
                <a:ea typeface="微软雅黑" panose="020B0503020204020204" pitchFamily="34" charset="-122"/>
                <a:cs typeface="Times New Roman" pitchFamily="18" charset="0"/>
              </a:rPr>
              <a:t>AS</a:t>
            </a:r>
            <a:r>
              <a:rPr lang="en-GB" altLang="zh-CN" sz="1600" b="1" baseline="-25000" dirty="0">
                <a:latin typeface="微软雅黑" panose="020B0503020204020204" pitchFamily="34" charset="-122"/>
                <a:ea typeface="微软雅黑" panose="020B0503020204020204" pitchFamily="34" charset="-122"/>
                <a:cs typeface="Times New Roman" pitchFamily="18" charset="0"/>
              </a:rPr>
              <a:t>2</a:t>
            </a:r>
          </a:p>
        </p:txBody>
      </p:sp>
      <p:sp>
        <p:nvSpPr>
          <p:cNvPr id="225" name="Text Box 48"/>
          <p:cNvSpPr txBox="1">
            <a:spLocks noChangeArrowheads="1"/>
          </p:cNvSpPr>
          <p:nvPr/>
        </p:nvSpPr>
        <p:spPr bwMode="auto">
          <a:xfrm>
            <a:off x="5170054" y="3207910"/>
            <a:ext cx="644525" cy="319958"/>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600" b="1" dirty="0">
                <a:latin typeface="微软雅黑" panose="020B0503020204020204" pitchFamily="34" charset="-122"/>
                <a:ea typeface="微软雅黑" panose="020B0503020204020204" pitchFamily="34" charset="-122"/>
                <a:cs typeface="Times New Roman" pitchFamily="18" charset="0"/>
              </a:rPr>
              <a:t>AS</a:t>
            </a:r>
            <a:r>
              <a:rPr lang="en-GB" altLang="zh-CN" sz="1600" b="1" baseline="-25000" dirty="0">
                <a:latin typeface="微软雅黑" panose="020B0503020204020204" pitchFamily="34" charset="-122"/>
                <a:ea typeface="微软雅黑" panose="020B0503020204020204" pitchFamily="34" charset="-122"/>
                <a:cs typeface="Times New Roman" pitchFamily="18" charset="0"/>
              </a:rPr>
              <a:t>3</a:t>
            </a:r>
          </a:p>
        </p:txBody>
      </p:sp>
      <p:sp>
        <p:nvSpPr>
          <p:cNvPr id="226" name="Text Box 49"/>
          <p:cNvSpPr txBox="1">
            <a:spLocks noChangeArrowheads="1"/>
          </p:cNvSpPr>
          <p:nvPr/>
        </p:nvSpPr>
        <p:spPr bwMode="auto">
          <a:xfrm>
            <a:off x="6922654" y="3207910"/>
            <a:ext cx="644525" cy="319958"/>
          </a:xfrm>
          <a:prstGeom prst="rect">
            <a:avLst/>
          </a:prstGeom>
          <a:noFill/>
          <a:ln w="9525">
            <a:noFill/>
            <a:miter lim="800000"/>
            <a:headEnd/>
            <a:tailEnd/>
          </a:ln>
        </p:spPr>
        <p:txBody>
          <a:bodyPr lIns="73025" tIns="36512" rIns="73025" bIns="36512">
            <a:spAutoFit/>
          </a:bodyPr>
          <a:lstStyle/>
          <a:p>
            <a:pPr algn="ctr">
              <a:spcBef>
                <a:spcPct val="50000"/>
              </a:spcBef>
            </a:pPr>
            <a:r>
              <a:rPr lang="en-GB" altLang="zh-CN" sz="1600" b="1" dirty="0">
                <a:latin typeface="微软雅黑" panose="020B0503020204020204" pitchFamily="34" charset="-122"/>
                <a:ea typeface="微软雅黑" panose="020B0503020204020204" pitchFamily="34" charset="-122"/>
                <a:cs typeface="Times New Roman" pitchFamily="18" charset="0"/>
              </a:rPr>
              <a:t>AS</a:t>
            </a:r>
            <a:r>
              <a:rPr lang="en-GB" altLang="zh-CN" sz="1600" b="1" baseline="-25000" dirty="0">
                <a:latin typeface="微软雅黑" panose="020B0503020204020204" pitchFamily="34" charset="-122"/>
                <a:ea typeface="微软雅黑" panose="020B0503020204020204" pitchFamily="34" charset="-122"/>
                <a:cs typeface="Times New Roman" pitchFamily="18" charset="0"/>
              </a:rPr>
              <a:t>4</a:t>
            </a:r>
          </a:p>
        </p:txBody>
      </p:sp>
      <p:cxnSp>
        <p:nvCxnSpPr>
          <p:cNvPr id="227" name="直接箭头连接符 226"/>
          <p:cNvCxnSpPr/>
          <p:nvPr/>
        </p:nvCxnSpPr>
        <p:spPr>
          <a:xfrm>
            <a:off x="1252278" y="2951804"/>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28" name="直接箭头连接符 227"/>
          <p:cNvCxnSpPr/>
          <p:nvPr/>
        </p:nvCxnSpPr>
        <p:spPr>
          <a:xfrm>
            <a:off x="6512011" y="2955733"/>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29" name="直接箭头连接符 228"/>
          <p:cNvCxnSpPr/>
          <p:nvPr/>
        </p:nvCxnSpPr>
        <p:spPr>
          <a:xfrm>
            <a:off x="4780670" y="2951804"/>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0" name="直接箭头连接符 229"/>
          <p:cNvCxnSpPr/>
          <p:nvPr/>
        </p:nvCxnSpPr>
        <p:spPr>
          <a:xfrm>
            <a:off x="2980470" y="2951804"/>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1" name="直接箭头连接符 230"/>
          <p:cNvCxnSpPr/>
          <p:nvPr/>
        </p:nvCxnSpPr>
        <p:spPr>
          <a:xfrm>
            <a:off x="1252278" y="2591764"/>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2" name="直接箭头连接符 231"/>
          <p:cNvCxnSpPr/>
          <p:nvPr/>
        </p:nvCxnSpPr>
        <p:spPr>
          <a:xfrm>
            <a:off x="6512011" y="2595693"/>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3" name="直接箭头连接符 232"/>
          <p:cNvCxnSpPr/>
          <p:nvPr/>
        </p:nvCxnSpPr>
        <p:spPr>
          <a:xfrm>
            <a:off x="4780670" y="2591764"/>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34" name="直接箭头连接符 233"/>
          <p:cNvCxnSpPr/>
          <p:nvPr/>
        </p:nvCxnSpPr>
        <p:spPr>
          <a:xfrm>
            <a:off x="2980470" y="2591764"/>
            <a:ext cx="1440160" cy="0"/>
          </a:xfrm>
          <a:prstGeom prst="straightConnector1">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6" name="Text Box 11">
            <a:extLst>
              <a:ext uri="{FF2B5EF4-FFF2-40B4-BE49-F238E27FC236}">
                <a16:creationId xmlns:a16="http://schemas.microsoft.com/office/drawing/2014/main" id="{AFB9DA03-A888-8089-4B66-B5528627AB00}"/>
              </a:ext>
            </a:extLst>
          </p:cNvPr>
          <p:cNvSpPr txBox="1">
            <a:spLocks noChangeArrowheads="1"/>
          </p:cNvSpPr>
          <p:nvPr/>
        </p:nvSpPr>
        <p:spPr bwMode="auto">
          <a:xfrm>
            <a:off x="4084927" y="1333962"/>
            <a:ext cx="1016928" cy="308471"/>
          </a:xfrm>
          <a:prstGeom prst="rect">
            <a:avLst/>
          </a:prstGeom>
          <a:noFill/>
          <a:ln w="12700">
            <a:noFill/>
            <a:miter lim="800000"/>
            <a:headEnd/>
            <a:tailEnd/>
          </a:ln>
        </p:spPr>
        <p:txBody>
          <a:bodyPr wrap="none" lIns="86034" tIns="43016" rIns="86034" bIns="43016">
            <a:spAutoFit/>
          </a:bodyPr>
          <a:lstStyle/>
          <a:p>
            <a:pPr>
              <a:lnSpc>
                <a:spcPct val="90000"/>
              </a:lnSpc>
            </a:pPr>
            <a:r>
              <a:rPr lang="en-US" sz="1600" b="1" dirty="0">
                <a:latin typeface="微软雅黑" panose="020B0503020204020204" pitchFamily="34" charset="-122"/>
                <a:ea typeface="微软雅黑" panose="020B0503020204020204" pitchFamily="34" charset="-122"/>
                <a:cs typeface="Times New Roman" pitchFamily="18" charset="0"/>
              </a:rPr>
              <a:t>BGP</a:t>
            </a:r>
            <a:r>
              <a:rPr lang="zh-CN" altLang="en-US" sz="1600" b="1" dirty="0">
                <a:latin typeface="微软雅黑" panose="020B0503020204020204" pitchFamily="34" charset="-122"/>
                <a:ea typeface="微软雅黑" panose="020B0503020204020204" pitchFamily="34" charset="-122"/>
                <a:cs typeface="Times New Roman" pitchFamily="18" charset="0"/>
              </a:rPr>
              <a:t>协议</a:t>
            </a:r>
            <a:endParaRPr lang="en-GB" altLang="zh-CN" sz="1600" b="1" dirty="0">
              <a:latin typeface="微软雅黑" panose="020B0503020204020204" pitchFamily="34" charset="-122"/>
              <a:ea typeface="微软雅黑" panose="020B0503020204020204" pitchFamily="34" charset="-122"/>
              <a:cs typeface="Times New Roman" pitchFamily="18" charset="0"/>
            </a:endParaRPr>
          </a:p>
        </p:txBody>
      </p:sp>
    </p:spTree>
    <p:extLst>
      <p:ext uri="{BB962C8B-B14F-4D97-AF65-F5344CB8AC3E}">
        <p14:creationId xmlns:p14="http://schemas.microsoft.com/office/powerpoint/2010/main" val="3866891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65">
                                            <p:txEl>
                                              <p:pRg st="0" end="0"/>
                                            </p:txEl>
                                          </p:spTgt>
                                        </p:tgtEl>
                                        <p:attrNameLst>
                                          <p:attrName>style.visibility</p:attrName>
                                        </p:attrNameLst>
                                      </p:cBhvr>
                                      <p:to>
                                        <p:strVal val="visible"/>
                                      </p:to>
                                    </p:set>
                                    <p:animEffect transition="in" filter="fade">
                                      <p:cBhvr>
                                        <p:cTn id="7" dur="1000"/>
                                        <p:tgtEl>
                                          <p:spTgt spid="365">
                                            <p:txEl>
                                              <p:pRg st="0" end="0"/>
                                            </p:txEl>
                                          </p:spTgt>
                                        </p:tgtEl>
                                      </p:cBhvr>
                                    </p:animEffect>
                                    <p:anim calcmode="lin" valueType="num">
                                      <p:cBhvr>
                                        <p:cTn id="8" dur="1000" fill="hold"/>
                                        <p:tgtEl>
                                          <p:spTgt spid="36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6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65">
                                            <p:txEl>
                                              <p:pRg st="1" end="1"/>
                                            </p:txEl>
                                          </p:spTgt>
                                        </p:tgtEl>
                                        <p:attrNameLst>
                                          <p:attrName>style.visibility</p:attrName>
                                        </p:attrNameLst>
                                      </p:cBhvr>
                                      <p:to>
                                        <p:strVal val="visible"/>
                                      </p:to>
                                    </p:set>
                                    <p:animEffect transition="in" filter="fade">
                                      <p:cBhvr>
                                        <p:cTn id="14" dur="1000"/>
                                        <p:tgtEl>
                                          <p:spTgt spid="365">
                                            <p:txEl>
                                              <p:pRg st="1" end="1"/>
                                            </p:txEl>
                                          </p:spTgt>
                                        </p:tgtEl>
                                      </p:cBhvr>
                                    </p:animEffect>
                                    <p:anim calcmode="lin" valueType="num">
                                      <p:cBhvr>
                                        <p:cTn id="15" dur="1000" fill="hold"/>
                                        <p:tgtEl>
                                          <p:spTgt spid="365">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365">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 grpId="0" build="p"/>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路由信息</a:t>
            </a:r>
          </a:p>
        </p:txBody>
      </p:sp>
      <p:sp>
        <p:nvSpPr>
          <p:cNvPr id="5" name="矩形 4"/>
          <p:cNvSpPr/>
          <p:nvPr/>
        </p:nvSpPr>
        <p:spPr>
          <a:xfrm>
            <a:off x="660202" y="1168172"/>
            <a:ext cx="7938655" cy="400110"/>
          </a:xfrm>
          <a:prstGeom prst="rect">
            <a:avLst/>
          </a:prstGeom>
        </p:spPr>
        <p:txBody>
          <a:bodyPr wrap="square">
            <a:spAutoFit/>
          </a:bodyPr>
          <a:lstStyle/>
          <a:p>
            <a:r>
              <a:rPr lang="en-US" altLang="zh-CN" sz="2000" b="1" dirty="0">
                <a:latin typeface="微软雅黑" panose="020B0503020204020204" pitchFamily="34" charset="-122"/>
                <a:ea typeface="微软雅黑" panose="020B0503020204020204" pitchFamily="34" charset="-122"/>
              </a:rPr>
              <a:t>BGP </a:t>
            </a:r>
            <a:r>
              <a:rPr lang="zh-CN" altLang="en-US" sz="2000" b="1" dirty="0">
                <a:latin typeface="微软雅黑" panose="020B0503020204020204" pitchFamily="34" charset="-122"/>
                <a:ea typeface="微软雅黑" panose="020B0503020204020204" pitchFamily="34" charset="-122"/>
              </a:rPr>
              <a:t>路由 </a:t>
            </a:r>
            <a:r>
              <a:rPr lang="en-US" altLang="zh-CN" sz="2000" b="1" dirty="0">
                <a:latin typeface="微软雅黑" panose="020B0503020204020204" pitchFamily="34" charset="-122"/>
                <a:ea typeface="微软雅黑" panose="020B0503020204020204" pitchFamily="34" charset="-122"/>
              </a:rPr>
              <a:t>= [ </a:t>
            </a:r>
            <a:r>
              <a:rPr lang="zh-CN" altLang="en-US" sz="2000" b="1" dirty="0">
                <a:latin typeface="微软雅黑" panose="020B0503020204020204" pitchFamily="34" charset="-122"/>
                <a:ea typeface="微软雅黑" panose="020B0503020204020204" pitchFamily="34" charset="-122"/>
              </a:rPr>
              <a:t>前缀</a:t>
            </a:r>
            <a:r>
              <a:rPr lang="en-US" altLang="zh-CN" sz="2000" b="1" dirty="0">
                <a:latin typeface="微软雅黑" panose="020B0503020204020204" pitchFamily="34" charset="-122"/>
                <a:ea typeface="微软雅黑" panose="020B0503020204020204" pitchFamily="34" charset="-122"/>
              </a:rPr>
              <a:t>, BGP</a:t>
            </a:r>
            <a:r>
              <a:rPr lang="zh-CN" altLang="en-US" sz="2000" b="1" dirty="0">
                <a:latin typeface="微软雅黑" panose="020B0503020204020204" pitchFamily="34" charset="-122"/>
                <a:ea typeface="微软雅黑" panose="020B0503020204020204" pitchFamily="34" charset="-122"/>
              </a:rPr>
              <a:t>属性 </a:t>
            </a:r>
            <a:r>
              <a:rPr lang="en-US" altLang="zh-CN" sz="2000" b="1" dirty="0">
                <a:latin typeface="微软雅黑" panose="020B0503020204020204" pitchFamily="34" charset="-122"/>
                <a:ea typeface="微软雅黑" panose="020B0503020204020204" pitchFamily="34" charset="-122"/>
              </a:rPr>
              <a:t>] = [ </a:t>
            </a:r>
            <a:r>
              <a:rPr lang="zh-CN" altLang="en-US" sz="2000" b="1" dirty="0">
                <a:latin typeface="微软雅黑" panose="020B0503020204020204" pitchFamily="34" charset="-122"/>
                <a:ea typeface="微软雅黑" panose="020B0503020204020204" pitchFamily="34" charset="-122"/>
              </a:rPr>
              <a:t>前缀</a:t>
            </a:r>
            <a:r>
              <a:rPr lang="en-US" altLang="zh-CN" sz="2000" b="1" dirty="0">
                <a:latin typeface="微软雅黑" panose="020B0503020204020204" pitchFamily="34" charset="-122"/>
                <a:ea typeface="微软雅黑" panose="020B0503020204020204" pitchFamily="34" charset="-122"/>
              </a:rPr>
              <a:t>, AS-PATH, NEXT-HOP ]</a:t>
            </a:r>
            <a:endParaRPr lang="zh-CN" altLang="en-US" sz="2000" b="1" dirty="0">
              <a:latin typeface="微软雅黑" panose="020B0503020204020204" pitchFamily="34" charset="-122"/>
              <a:ea typeface="微软雅黑" panose="020B0503020204020204" pitchFamily="34" charset="-122"/>
            </a:endParaRPr>
          </a:p>
        </p:txBody>
      </p:sp>
      <p:sp>
        <p:nvSpPr>
          <p:cNvPr id="6" name="矩形 5"/>
          <p:cNvSpPr/>
          <p:nvPr/>
        </p:nvSpPr>
        <p:spPr>
          <a:xfrm>
            <a:off x="660202" y="1565726"/>
            <a:ext cx="6848764" cy="441916"/>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前缀：</a:t>
            </a:r>
            <a:r>
              <a:rPr lang="zh-CN" altLang="en-US" sz="2000" b="1" dirty="0">
                <a:latin typeface="微软雅黑" pitchFamily="34" charset="-122"/>
                <a:ea typeface="微软雅黑" pitchFamily="34" charset="-122"/>
              </a:rPr>
              <a:t>指明</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路由终点（用 </a:t>
            </a:r>
            <a:r>
              <a:rPr lang="en-US" altLang="zh-CN" sz="2000" b="1" dirty="0">
                <a:latin typeface="微软雅黑" pitchFamily="34" charset="-122"/>
                <a:ea typeface="微软雅黑" pitchFamily="34" charset="-122"/>
              </a:rPr>
              <a:t>CIDR </a:t>
            </a:r>
            <a:r>
              <a:rPr lang="zh-CN" altLang="en-US" sz="2000" b="1" dirty="0">
                <a:latin typeface="微软雅黑" pitchFamily="34" charset="-122"/>
                <a:ea typeface="微软雅黑" pitchFamily="34" charset="-122"/>
              </a:rPr>
              <a:t>记法表示）。</a:t>
            </a:r>
          </a:p>
        </p:txBody>
      </p:sp>
      <p:sp>
        <p:nvSpPr>
          <p:cNvPr id="7" name="矩形 6"/>
          <p:cNvSpPr/>
          <p:nvPr/>
        </p:nvSpPr>
        <p:spPr>
          <a:xfrm>
            <a:off x="660202" y="2031080"/>
            <a:ext cx="7643091" cy="1980799"/>
          </a:xfrm>
          <a:prstGeom prst="rect">
            <a:avLst/>
          </a:prstGeom>
        </p:spPr>
        <p:txBody>
          <a:bodyPr wrap="square">
            <a:spAutoFit/>
          </a:bodyPr>
          <a:lstStyle/>
          <a:p>
            <a:pPr marL="285750" indent="-285750">
              <a:lnSpc>
                <a:spcPts val="30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BGP </a:t>
            </a:r>
            <a:r>
              <a:rPr lang="zh-CN" altLang="en-US" sz="2000" b="1" dirty="0">
                <a:solidFill>
                  <a:srgbClr val="0000FF"/>
                </a:solidFill>
                <a:latin typeface="微软雅黑" pitchFamily="34" charset="-122"/>
                <a:ea typeface="微软雅黑" pitchFamily="34" charset="-122"/>
              </a:rPr>
              <a:t>属性：</a:t>
            </a:r>
            <a:r>
              <a:rPr lang="zh-CN" altLang="en-US" sz="2000" b="1" dirty="0">
                <a:latin typeface="微软雅黑" pitchFamily="34" charset="-122"/>
                <a:ea typeface="微软雅黑" pitchFamily="34" charset="-122"/>
              </a:rPr>
              <a:t>最重要的两个属性是</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自治系统路径 </a:t>
            </a:r>
            <a:r>
              <a:rPr lang="en-US" altLang="zh-CN" sz="2000" b="1" dirty="0">
                <a:latin typeface="微软雅黑" pitchFamily="34" charset="-122"/>
                <a:ea typeface="微软雅黑" pitchFamily="34" charset="-122"/>
              </a:rPr>
              <a:t>AS-PATH</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路由经过的所有自治系统的自治系统号</a:t>
            </a:r>
            <a:r>
              <a:rPr lang="en-US" altLang="zh-CN" sz="2000" b="1" dirty="0">
                <a:latin typeface="微软雅黑" pitchFamily="34" charset="-122"/>
                <a:ea typeface="微软雅黑" pitchFamily="34" charset="-122"/>
              </a:rPr>
              <a:t>ASN</a:t>
            </a:r>
            <a:r>
              <a:rPr lang="zh-CN" altLang="en-US" sz="2000" b="1" dirty="0">
                <a:latin typeface="微软雅黑" pitchFamily="34" charset="-122"/>
                <a:ea typeface="微软雅黑" pitchFamily="34" charset="-122"/>
              </a:rPr>
              <a:t>的序列；</a:t>
            </a:r>
            <a:endParaRPr lang="en-US" altLang="zh-CN" sz="2000" b="1" dirty="0">
              <a:latin typeface="微软雅黑" pitchFamily="34" charset="-122"/>
              <a:ea typeface="微软雅黑" pitchFamily="34" charset="-122"/>
            </a:endParaRPr>
          </a:p>
          <a:p>
            <a:pPr marL="534988" lvl="1" indent="-279400">
              <a:lnSpc>
                <a:spcPts val="30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下一跳 </a:t>
            </a:r>
            <a:r>
              <a:rPr lang="en-US" altLang="zh-CN" sz="2000" b="1" dirty="0">
                <a:latin typeface="微软雅黑" pitchFamily="34" charset="-122"/>
                <a:ea typeface="微软雅黑" pitchFamily="34" charset="-122"/>
              </a:rPr>
              <a:t>NEXT-HOP</a:t>
            </a:r>
            <a:r>
              <a:rPr lang="zh-CN" altLang="en-US" sz="2000" b="1" dirty="0">
                <a:latin typeface="微软雅黑" pitchFamily="34" charset="-122"/>
                <a:ea typeface="微软雅黑" pitchFamily="34" charset="-122"/>
              </a:rPr>
              <a:t>：下一跳路由器的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地址，是</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路由的起点。</a:t>
            </a:r>
          </a:p>
        </p:txBody>
      </p:sp>
    </p:spTree>
    <p:extLst>
      <p:ext uri="{BB962C8B-B14F-4D97-AF65-F5344CB8AC3E}">
        <p14:creationId xmlns:p14="http://schemas.microsoft.com/office/powerpoint/2010/main" val="33990535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1000"/>
                                        <p:tgtEl>
                                          <p:spTgt spid="7"/>
                                        </p:tgtEl>
                                      </p:cBhvr>
                                    </p:animEffect>
                                    <p:anim calcmode="lin" valueType="num">
                                      <p:cBhvr>
                                        <p:cTn id="15" dur="1000" fill="hold"/>
                                        <p:tgtEl>
                                          <p:spTgt spid="7"/>
                                        </p:tgtEl>
                                        <p:attrNameLst>
                                          <p:attrName>ppt_x</p:attrName>
                                        </p:attrNameLst>
                                      </p:cBhvr>
                                      <p:tavLst>
                                        <p:tav tm="0">
                                          <p:val>
                                            <p:strVal val="#ppt_x"/>
                                          </p:val>
                                        </p:tav>
                                        <p:tav tm="100000">
                                          <p:val>
                                            <p:strVal val="#ppt_x"/>
                                          </p:val>
                                        </p:tav>
                                      </p:tavLst>
                                    </p:anim>
                                    <p:anim calcmode="lin" valueType="num">
                                      <p:cBhvr>
                                        <p:cTn id="16"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C5B1B2-2BA1-F5BA-F4A6-8FF02153BC8B}"/>
            </a:ext>
          </a:extLst>
        </p:cNvPr>
        <p:cNvGrpSpPr/>
        <p:nvPr/>
      </p:nvGrpSpPr>
      <p:grpSpPr>
        <a:xfrm>
          <a:off x="0" y="0"/>
          <a:ext cx="0" cy="0"/>
          <a:chOff x="0" y="0"/>
          <a:chExt cx="0" cy="0"/>
        </a:xfrm>
      </p:grpSpPr>
      <p:sp>
        <p:nvSpPr>
          <p:cNvPr id="178" name="圆角矩形 3">
            <a:extLst>
              <a:ext uri="{FF2B5EF4-FFF2-40B4-BE49-F238E27FC236}">
                <a16:creationId xmlns:a16="http://schemas.microsoft.com/office/drawing/2014/main" id="{C5CC3C9A-660C-3F9B-A515-5942F66D0CD1}"/>
              </a:ext>
            </a:extLst>
          </p:cNvPr>
          <p:cNvSpPr/>
          <p:nvPr/>
        </p:nvSpPr>
        <p:spPr>
          <a:xfrm>
            <a:off x="213636" y="1009973"/>
            <a:ext cx="8731023" cy="253726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106" name="Group 206">
            <a:extLst>
              <a:ext uri="{FF2B5EF4-FFF2-40B4-BE49-F238E27FC236}">
                <a16:creationId xmlns:a16="http://schemas.microsoft.com/office/drawing/2014/main" id="{F88CFE1C-5E07-52F9-28B5-4C72D911301A}"/>
              </a:ext>
            </a:extLst>
          </p:cNvPr>
          <p:cNvGrpSpPr>
            <a:grpSpLocks/>
          </p:cNvGrpSpPr>
          <p:nvPr/>
        </p:nvGrpSpPr>
        <p:grpSpPr bwMode="auto">
          <a:xfrm>
            <a:off x="6378966" y="1881467"/>
            <a:ext cx="1932048" cy="1014602"/>
            <a:chOff x="912" y="768"/>
            <a:chExt cx="2400" cy="1584"/>
          </a:xfrm>
        </p:grpSpPr>
        <p:sp>
          <p:nvSpPr>
            <p:cNvPr id="107" name="Oval 207">
              <a:extLst>
                <a:ext uri="{FF2B5EF4-FFF2-40B4-BE49-F238E27FC236}">
                  <a16:creationId xmlns:a16="http://schemas.microsoft.com/office/drawing/2014/main" id="{84DE0706-F7EE-F43A-1807-3910B534DC11}"/>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8" name="Oval 208">
              <a:extLst>
                <a:ext uri="{FF2B5EF4-FFF2-40B4-BE49-F238E27FC236}">
                  <a16:creationId xmlns:a16="http://schemas.microsoft.com/office/drawing/2014/main" id="{EAEFB448-6A81-F4E8-6BA7-445D5E0F670E}"/>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9" name="Oval 209">
              <a:extLst>
                <a:ext uri="{FF2B5EF4-FFF2-40B4-BE49-F238E27FC236}">
                  <a16:creationId xmlns:a16="http://schemas.microsoft.com/office/drawing/2014/main" id="{589912E4-C741-749F-3978-4D19079D24F6}"/>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0" name="Oval 210">
              <a:extLst>
                <a:ext uri="{FF2B5EF4-FFF2-40B4-BE49-F238E27FC236}">
                  <a16:creationId xmlns:a16="http://schemas.microsoft.com/office/drawing/2014/main" id="{680E0861-9FC4-CF4D-EAAD-6792E49EC993}"/>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1" name="Oval 211">
              <a:extLst>
                <a:ext uri="{FF2B5EF4-FFF2-40B4-BE49-F238E27FC236}">
                  <a16:creationId xmlns:a16="http://schemas.microsoft.com/office/drawing/2014/main" id="{A30F4FB2-F1DB-09E2-1695-422C8B10B318}"/>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2" name="Oval 212">
              <a:extLst>
                <a:ext uri="{FF2B5EF4-FFF2-40B4-BE49-F238E27FC236}">
                  <a16:creationId xmlns:a16="http://schemas.microsoft.com/office/drawing/2014/main" id="{BAA6EA76-79F3-9352-5A8D-5C3D703EB605}"/>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3" name="Oval 213">
              <a:extLst>
                <a:ext uri="{FF2B5EF4-FFF2-40B4-BE49-F238E27FC236}">
                  <a16:creationId xmlns:a16="http://schemas.microsoft.com/office/drawing/2014/main" id="{37390DB2-F546-4625-20F7-6F69E068B759}"/>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4" name="Oval 214">
              <a:extLst>
                <a:ext uri="{FF2B5EF4-FFF2-40B4-BE49-F238E27FC236}">
                  <a16:creationId xmlns:a16="http://schemas.microsoft.com/office/drawing/2014/main" id="{16E9DDE5-DDB9-3E37-4695-42F02ECEC69D}"/>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5" name="Oval 215">
              <a:extLst>
                <a:ext uri="{FF2B5EF4-FFF2-40B4-BE49-F238E27FC236}">
                  <a16:creationId xmlns:a16="http://schemas.microsoft.com/office/drawing/2014/main" id="{F811454A-183E-C4CD-8D9B-8839BA806E86}"/>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16" name="Group 216">
              <a:extLst>
                <a:ext uri="{FF2B5EF4-FFF2-40B4-BE49-F238E27FC236}">
                  <a16:creationId xmlns:a16="http://schemas.microsoft.com/office/drawing/2014/main" id="{AE4482A3-5817-F799-FAD1-BC73E677F324}"/>
                </a:ext>
              </a:extLst>
            </p:cNvPr>
            <p:cNvGrpSpPr>
              <a:grpSpLocks/>
            </p:cNvGrpSpPr>
            <p:nvPr/>
          </p:nvGrpSpPr>
          <p:grpSpPr bwMode="auto">
            <a:xfrm>
              <a:off x="912" y="768"/>
              <a:ext cx="2386" cy="1553"/>
              <a:chOff x="912" y="768"/>
              <a:chExt cx="2386" cy="1553"/>
            </a:xfrm>
          </p:grpSpPr>
          <p:sp>
            <p:nvSpPr>
              <p:cNvPr id="117" name="Oval 217">
                <a:extLst>
                  <a:ext uri="{FF2B5EF4-FFF2-40B4-BE49-F238E27FC236}">
                    <a16:creationId xmlns:a16="http://schemas.microsoft.com/office/drawing/2014/main" id="{B6003E1C-4DE3-35FA-15D7-FE1D8874757A}"/>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8" name="Oval 218">
                <a:extLst>
                  <a:ext uri="{FF2B5EF4-FFF2-40B4-BE49-F238E27FC236}">
                    <a16:creationId xmlns:a16="http://schemas.microsoft.com/office/drawing/2014/main" id="{FB5BB857-DA3D-C6DA-CA8D-E03E1022D9C2}"/>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9" name="Oval 219">
                <a:extLst>
                  <a:ext uri="{FF2B5EF4-FFF2-40B4-BE49-F238E27FC236}">
                    <a16:creationId xmlns:a16="http://schemas.microsoft.com/office/drawing/2014/main" id="{BD9131C2-1602-9E0D-BB8F-015F000812FB}"/>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0" name="Oval 220">
                <a:extLst>
                  <a:ext uri="{FF2B5EF4-FFF2-40B4-BE49-F238E27FC236}">
                    <a16:creationId xmlns:a16="http://schemas.microsoft.com/office/drawing/2014/main" id="{B8F1459F-82EC-73D5-CA56-519AAD14255C}"/>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1" name="Oval 221">
                <a:extLst>
                  <a:ext uri="{FF2B5EF4-FFF2-40B4-BE49-F238E27FC236}">
                    <a16:creationId xmlns:a16="http://schemas.microsoft.com/office/drawing/2014/main" id="{D970F1DC-9B25-A4A7-3CE4-507988BD9B80}"/>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2" name="Oval 222">
                <a:extLst>
                  <a:ext uri="{FF2B5EF4-FFF2-40B4-BE49-F238E27FC236}">
                    <a16:creationId xmlns:a16="http://schemas.microsoft.com/office/drawing/2014/main" id="{4AAEBBD2-7072-14FC-3A2E-9F094805EB3A}"/>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3" name="Oval 223">
                <a:extLst>
                  <a:ext uri="{FF2B5EF4-FFF2-40B4-BE49-F238E27FC236}">
                    <a16:creationId xmlns:a16="http://schemas.microsoft.com/office/drawing/2014/main" id="{D4148436-6498-397B-A468-A4A3D63C49DF}"/>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4" name="Oval 224">
                <a:extLst>
                  <a:ext uri="{FF2B5EF4-FFF2-40B4-BE49-F238E27FC236}">
                    <a16:creationId xmlns:a16="http://schemas.microsoft.com/office/drawing/2014/main" id="{8367B931-B530-A06A-2F03-9189FD9117B9}"/>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5" name="Oval 225">
                <a:extLst>
                  <a:ext uri="{FF2B5EF4-FFF2-40B4-BE49-F238E27FC236}">
                    <a16:creationId xmlns:a16="http://schemas.microsoft.com/office/drawing/2014/main" id="{C3EEFD13-DFDD-AA11-2185-98576467A5B3}"/>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sp>
        <p:nvSpPr>
          <p:cNvPr id="2" name="AutoShape 5">
            <a:extLst>
              <a:ext uri="{FF2B5EF4-FFF2-40B4-BE49-F238E27FC236}">
                <a16:creationId xmlns:a16="http://schemas.microsoft.com/office/drawing/2014/main" id="{9A39E29E-D0AB-34D9-DF36-A1686919D880}"/>
              </a:ext>
            </a:extLst>
          </p:cNvPr>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3159A90F-6F46-76F3-663E-BC304C6DFC16}"/>
              </a:ext>
            </a:extLst>
          </p:cNvPr>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a:t>
            </a:r>
            <a:r>
              <a:rPr lang="zh-CN" altLang="en-US" sz="2000" b="1" dirty="0">
                <a:solidFill>
                  <a:schemeClr val="bg1"/>
                </a:solidFill>
                <a:latin typeface="微软雅黑" pitchFamily="34" charset="-122"/>
                <a:ea typeface="微软雅黑" pitchFamily="34" charset="-122"/>
              </a:rPr>
              <a:t>路由的起点、经过的</a:t>
            </a:r>
            <a:r>
              <a:rPr lang="en-US" altLang="zh-CN" sz="2000" b="1" dirty="0">
                <a:solidFill>
                  <a:schemeClr val="bg1"/>
                </a:solidFill>
                <a:latin typeface="微软雅黑" pitchFamily="34" charset="-122"/>
                <a:ea typeface="微软雅黑" pitchFamily="34" charset="-122"/>
              </a:rPr>
              <a:t>AS</a:t>
            </a:r>
            <a:r>
              <a:rPr lang="zh-CN" altLang="en-US" sz="2000" b="1" dirty="0">
                <a:solidFill>
                  <a:schemeClr val="bg1"/>
                </a:solidFill>
                <a:latin typeface="微软雅黑" pitchFamily="34" charset="-122"/>
                <a:ea typeface="微软雅黑" pitchFamily="34" charset="-122"/>
              </a:rPr>
              <a:t>和终点</a:t>
            </a:r>
          </a:p>
        </p:txBody>
      </p:sp>
      <p:grpSp>
        <p:nvGrpSpPr>
          <p:cNvPr id="4" name="Group 206">
            <a:extLst>
              <a:ext uri="{FF2B5EF4-FFF2-40B4-BE49-F238E27FC236}">
                <a16:creationId xmlns:a16="http://schemas.microsoft.com/office/drawing/2014/main" id="{07B90753-F021-2342-8AB0-07ED95777043}"/>
              </a:ext>
            </a:extLst>
          </p:cNvPr>
          <p:cNvGrpSpPr>
            <a:grpSpLocks/>
          </p:cNvGrpSpPr>
          <p:nvPr/>
        </p:nvGrpSpPr>
        <p:grpSpPr bwMode="auto">
          <a:xfrm>
            <a:off x="2412291" y="1538567"/>
            <a:ext cx="2528887" cy="1800225"/>
            <a:chOff x="912" y="768"/>
            <a:chExt cx="2400" cy="1584"/>
          </a:xfrm>
        </p:grpSpPr>
        <p:sp>
          <p:nvSpPr>
            <p:cNvPr id="5" name="Oval 207">
              <a:extLst>
                <a:ext uri="{FF2B5EF4-FFF2-40B4-BE49-F238E27FC236}">
                  <a16:creationId xmlns:a16="http://schemas.microsoft.com/office/drawing/2014/main" id="{9AC2CDD5-AB76-5F8E-FD32-BCAEED89447B}"/>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6" name="Oval 208">
              <a:extLst>
                <a:ext uri="{FF2B5EF4-FFF2-40B4-BE49-F238E27FC236}">
                  <a16:creationId xmlns:a16="http://schemas.microsoft.com/office/drawing/2014/main" id="{807B631E-F1EE-0A45-6312-05410055195C}"/>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7" name="Oval 209">
              <a:extLst>
                <a:ext uri="{FF2B5EF4-FFF2-40B4-BE49-F238E27FC236}">
                  <a16:creationId xmlns:a16="http://schemas.microsoft.com/office/drawing/2014/main" id="{8E8D6F0D-3D22-B09F-4AD6-C42DCD0A5CA7}"/>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8" name="Oval 210">
              <a:extLst>
                <a:ext uri="{FF2B5EF4-FFF2-40B4-BE49-F238E27FC236}">
                  <a16:creationId xmlns:a16="http://schemas.microsoft.com/office/drawing/2014/main" id="{29C729CC-2256-EF2F-4D90-E4D5647CB309}"/>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9" name="Oval 211">
              <a:extLst>
                <a:ext uri="{FF2B5EF4-FFF2-40B4-BE49-F238E27FC236}">
                  <a16:creationId xmlns:a16="http://schemas.microsoft.com/office/drawing/2014/main" id="{9E743913-2CAC-CDD6-AE55-C51289CE6946}"/>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 name="Oval 212">
              <a:extLst>
                <a:ext uri="{FF2B5EF4-FFF2-40B4-BE49-F238E27FC236}">
                  <a16:creationId xmlns:a16="http://schemas.microsoft.com/office/drawing/2014/main" id="{3EF0C793-2454-D750-D24B-D3B9E258EA13}"/>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 name="Oval 213">
              <a:extLst>
                <a:ext uri="{FF2B5EF4-FFF2-40B4-BE49-F238E27FC236}">
                  <a16:creationId xmlns:a16="http://schemas.microsoft.com/office/drawing/2014/main" id="{0A3BBB5B-92B8-EBCB-6EF4-8FDAE87DF9E4}"/>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 name="Oval 214">
              <a:extLst>
                <a:ext uri="{FF2B5EF4-FFF2-40B4-BE49-F238E27FC236}">
                  <a16:creationId xmlns:a16="http://schemas.microsoft.com/office/drawing/2014/main" id="{A50AF918-D926-A135-9128-3D88538AD358}"/>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3" name="Oval 215">
              <a:extLst>
                <a:ext uri="{FF2B5EF4-FFF2-40B4-BE49-F238E27FC236}">
                  <a16:creationId xmlns:a16="http://schemas.microsoft.com/office/drawing/2014/main" id="{5527AC10-73B5-173F-BD7E-9E89B310E6F8}"/>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4" name="Group 216">
              <a:extLst>
                <a:ext uri="{FF2B5EF4-FFF2-40B4-BE49-F238E27FC236}">
                  <a16:creationId xmlns:a16="http://schemas.microsoft.com/office/drawing/2014/main" id="{9B3F56F5-E3C5-43E1-D648-6D9011262216}"/>
                </a:ext>
              </a:extLst>
            </p:cNvPr>
            <p:cNvGrpSpPr>
              <a:grpSpLocks/>
            </p:cNvGrpSpPr>
            <p:nvPr/>
          </p:nvGrpSpPr>
          <p:grpSpPr bwMode="auto">
            <a:xfrm>
              <a:off x="912" y="768"/>
              <a:ext cx="2386" cy="1553"/>
              <a:chOff x="912" y="768"/>
              <a:chExt cx="2386" cy="1553"/>
            </a:xfrm>
          </p:grpSpPr>
          <p:sp>
            <p:nvSpPr>
              <p:cNvPr id="15" name="Oval 217">
                <a:extLst>
                  <a:ext uri="{FF2B5EF4-FFF2-40B4-BE49-F238E27FC236}">
                    <a16:creationId xmlns:a16="http://schemas.microsoft.com/office/drawing/2014/main" id="{DFD87D36-775E-9A3D-82C6-ECB7E85C4886}"/>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6" name="Oval 218">
                <a:extLst>
                  <a:ext uri="{FF2B5EF4-FFF2-40B4-BE49-F238E27FC236}">
                    <a16:creationId xmlns:a16="http://schemas.microsoft.com/office/drawing/2014/main" id="{8FA6681D-578B-608D-892B-F0BB48061F0B}"/>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7" name="Oval 219">
                <a:extLst>
                  <a:ext uri="{FF2B5EF4-FFF2-40B4-BE49-F238E27FC236}">
                    <a16:creationId xmlns:a16="http://schemas.microsoft.com/office/drawing/2014/main" id="{6AB14AEB-9CC3-F4DD-9E6E-0AEC1DBE524E}"/>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 name="Oval 220">
                <a:extLst>
                  <a:ext uri="{FF2B5EF4-FFF2-40B4-BE49-F238E27FC236}">
                    <a16:creationId xmlns:a16="http://schemas.microsoft.com/office/drawing/2014/main" id="{678FC271-36FA-7FAC-A8FE-B5579B6905A0}"/>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 name="Oval 221">
                <a:extLst>
                  <a:ext uri="{FF2B5EF4-FFF2-40B4-BE49-F238E27FC236}">
                    <a16:creationId xmlns:a16="http://schemas.microsoft.com/office/drawing/2014/main" id="{BD471BC9-5E3E-D48D-2232-4D33A4EB8C6D}"/>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 name="Oval 222">
                <a:extLst>
                  <a:ext uri="{FF2B5EF4-FFF2-40B4-BE49-F238E27FC236}">
                    <a16:creationId xmlns:a16="http://schemas.microsoft.com/office/drawing/2014/main" id="{329F9A53-C135-67CB-A87B-DAF4D7EC4CEC}"/>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 name="Oval 223">
                <a:extLst>
                  <a:ext uri="{FF2B5EF4-FFF2-40B4-BE49-F238E27FC236}">
                    <a16:creationId xmlns:a16="http://schemas.microsoft.com/office/drawing/2014/main" id="{12620A1B-F575-837B-8691-89643F7F7998}"/>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 name="Oval 224">
                <a:extLst>
                  <a:ext uri="{FF2B5EF4-FFF2-40B4-BE49-F238E27FC236}">
                    <a16:creationId xmlns:a16="http://schemas.microsoft.com/office/drawing/2014/main" id="{0459ED99-5583-0EE9-13AA-B6E504C1C02D}"/>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 name="Oval 225">
                <a:extLst>
                  <a:ext uri="{FF2B5EF4-FFF2-40B4-BE49-F238E27FC236}">
                    <a16:creationId xmlns:a16="http://schemas.microsoft.com/office/drawing/2014/main" id="{FCE1D6DB-B8F1-F24E-793D-118CE6C3A869}"/>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sp>
        <p:nvSpPr>
          <p:cNvPr id="44" name="Line 155">
            <a:extLst>
              <a:ext uri="{FF2B5EF4-FFF2-40B4-BE49-F238E27FC236}">
                <a16:creationId xmlns:a16="http://schemas.microsoft.com/office/drawing/2014/main" id="{896F3B6F-9FAA-C573-B21B-85068B4B923B}"/>
              </a:ext>
            </a:extLst>
          </p:cNvPr>
          <p:cNvSpPr>
            <a:spLocks noChangeShapeType="1"/>
          </p:cNvSpPr>
          <p:nvPr/>
        </p:nvSpPr>
        <p:spPr bwMode="auto">
          <a:xfrm>
            <a:off x="5026903" y="2375179"/>
            <a:ext cx="1223963" cy="63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 name="Text Box 174">
            <a:extLst>
              <a:ext uri="{FF2B5EF4-FFF2-40B4-BE49-F238E27FC236}">
                <a16:creationId xmlns:a16="http://schemas.microsoft.com/office/drawing/2014/main" id="{3D62D089-BEE0-0741-10B2-0AA568D62D46}"/>
              </a:ext>
            </a:extLst>
          </p:cNvPr>
          <p:cNvSpPr txBox="1">
            <a:spLocks noChangeArrowheads="1"/>
          </p:cNvSpPr>
          <p:nvPr/>
        </p:nvSpPr>
        <p:spPr bwMode="auto">
          <a:xfrm>
            <a:off x="7165266" y="1881467"/>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1</a:t>
            </a:r>
          </a:p>
        </p:txBody>
      </p:sp>
      <p:sp>
        <p:nvSpPr>
          <p:cNvPr id="46" name="Text Box 175">
            <a:extLst>
              <a:ext uri="{FF2B5EF4-FFF2-40B4-BE49-F238E27FC236}">
                <a16:creationId xmlns:a16="http://schemas.microsoft.com/office/drawing/2014/main" id="{2D610E6E-5E07-A15E-2B6F-0BBF9862922A}"/>
              </a:ext>
            </a:extLst>
          </p:cNvPr>
          <p:cNvSpPr txBox="1">
            <a:spLocks noChangeArrowheads="1"/>
          </p:cNvSpPr>
          <p:nvPr/>
        </p:nvSpPr>
        <p:spPr bwMode="auto">
          <a:xfrm>
            <a:off x="2796466" y="1689379"/>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2</a:t>
            </a:r>
          </a:p>
        </p:txBody>
      </p:sp>
      <p:pic>
        <p:nvPicPr>
          <p:cNvPr id="77" name="Picture 46">
            <a:extLst>
              <a:ext uri="{FF2B5EF4-FFF2-40B4-BE49-F238E27FC236}">
                <a16:creationId xmlns:a16="http://schemas.microsoft.com/office/drawing/2014/main" id="{370D18C4-F688-66CC-C335-BBE0C788BBB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06416" y="231167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78" name="直接箭头连接符 329">
            <a:extLst>
              <a:ext uri="{FF2B5EF4-FFF2-40B4-BE49-F238E27FC236}">
                <a16:creationId xmlns:a16="http://schemas.microsoft.com/office/drawing/2014/main" id="{84773E58-B61F-BFCB-292C-A4A76DEB33C3}"/>
              </a:ext>
            </a:extLst>
          </p:cNvPr>
          <p:cNvCxnSpPr>
            <a:cxnSpLocks noChangeShapeType="1"/>
          </p:cNvCxnSpPr>
          <p:nvPr/>
        </p:nvCxnSpPr>
        <p:spPr bwMode="auto">
          <a:xfrm flipH="1" flipV="1">
            <a:off x="4960228" y="2459317"/>
            <a:ext cx="228600" cy="536575"/>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sp>
        <p:nvSpPr>
          <p:cNvPr id="79" name="Text Box 175">
            <a:extLst>
              <a:ext uri="{FF2B5EF4-FFF2-40B4-BE49-F238E27FC236}">
                <a16:creationId xmlns:a16="http://schemas.microsoft.com/office/drawing/2014/main" id="{CC160CBA-CC08-2DF4-EB5F-E0334903967A}"/>
              </a:ext>
            </a:extLst>
          </p:cNvPr>
          <p:cNvSpPr txBox="1">
            <a:spLocks noChangeArrowheads="1"/>
          </p:cNvSpPr>
          <p:nvPr/>
        </p:nvSpPr>
        <p:spPr bwMode="auto">
          <a:xfrm>
            <a:off x="4984041" y="2948267"/>
            <a:ext cx="12096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边界路由器</a:t>
            </a:r>
            <a:endPar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80" name="直接箭头连接符 329">
            <a:extLst>
              <a:ext uri="{FF2B5EF4-FFF2-40B4-BE49-F238E27FC236}">
                <a16:creationId xmlns:a16="http://schemas.microsoft.com/office/drawing/2014/main" id="{15AC49F2-C771-CA18-CECE-1B8243411388}"/>
              </a:ext>
            </a:extLst>
          </p:cNvPr>
          <p:cNvCxnSpPr>
            <a:cxnSpLocks noChangeShapeType="1"/>
          </p:cNvCxnSpPr>
          <p:nvPr/>
        </p:nvCxnSpPr>
        <p:spPr bwMode="auto">
          <a:xfrm flipV="1">
            <a:off x="6052428" y="2487892"/>
            <a:ext cx="250825" cy="503237"/>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sp>
        <p:nvSpPr>
          <p:cNvPr id="81" name="Text Box 175">
            <a:extLst>
              <a:ext uri="{FF2B5EF4-FFF2-40B4-BE49-F238E27FC236}">
                <a16:creationId xmlns:a16="http://schemas.microsoft.com/office/drawing/2014/main" id="{B3C38C40-DD8A-9515-BC77-8A582C4FD9C5}"/>
              </a:ext>
            </a:extLst>
          </p:cNvPr>
          <p:cNvSpPr txBox="1">
            <a:spLocks noChangeArrowheads="1"/>
          </p:cNvSpPr>
          <p:nvPr/>
        </p:nvSpPr>
        <p:spPr bwMode="auto">
          <a:xfrm>
            <a:off x="5314241" y="2352954"/>
            <a:ext cx="7377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eBGP</a:t>
            </a:r>
            <a:endPar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82" name="Text Box 175">
            <a:extLst>
              <a:ext uri="{FF2B5EF4-FFF2-40B4-BE49-F238E27FC236}">
                <a16:creationId xmlns:a16="http://schemas.microsoft.com/office/drawing/2014/main" id="{169912AC-6632-6424-D572-C4BC8D142247}"/>
              </a:ext>
            </a:extLst>
          </p:cNvPr>
          <p:cNvSpPr txBox="1">
            <a:spLocks noChangeArrowheads="1"/>
          </p:cNvSpPr>
          <p:nvPr/>
        </p:nvSpPr>
        <p:spPr bwMode="auto">
          <a:xfrm>
            <a:off x="4784016" y="1994179"/>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2</a:t>
            </a:r>
          </a:p>
        </p:txBody>
      </p:sp>
      <p:sp>
        <p:nvSpPr>
          <p:cNvPr id="83" name="Text Box 175">
            <a:extLst>
              <a:ext uri="{FF2B5EF4-FFF2-40B4-BE49-F238E27FC236}">
                <a16:creationId xmlns:a16="http://schemas.microsoft.com/office/drawing/2014/main" id="{BD7ADE8C-5E83-FCA8-AAE1-74DBA11FA2C5}"/>
              </a:ext>
            </a:extLst>
          </p:cNvPr>
          <p:cNvSpPr txBox="1">
            <a:spLocks noChangeArrowheads="1"/>
          </p:cNvSpPr>
          <p:nvPr/>
        </p:nvSpPr>
        <p:spPr bwMode="auto">
          <a:xfrm>
            <a:off x="6157203" y="202275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1</a:t>
            </a:r>
          </a:p>
        </p:txBody>
      </p:sp>
      <p:sp>
        <p:nvSpPr>
          <p:cNvPr id="88" name="Text Box 175">
            <a:extLst>
              <a:ext uri="{FF2B5EF4-FFF2-40B4-BE49-F238E27FC236}">
                <a16:creationId xmlns:a16="http://schemas.microsoft.com/office/drawing/2014/main" id="{C96FDF6C-31C4-9773-4439-BD393D4EF263}"/>
              </a:ext>
            </a:extLst>
          </p:cNvPr>
          <p:cNvSpPr txBox="1">
            <a:spLocks noChangeArrowheads="1"/>
          </p:cNvSpPr>
          <p:nvPr/>
        </p:nvSpPr>
        <p:spPr bwMode="auto">
          <a:xfrm>
            <a:off x="3061578" y="2697442"/>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5</a:t>
            </a:r>
          </a:p>
        </p:txBody>
      </p:sp>
      <p:sp>
        <p:nvSpPr>
          <p:cNvPr id="89" name="Text Box 175">
            <a:extLst>
              <a:ext uri="{FF2B5EF4-FFF2-40B4-BE49-F238E27FC236}">
                <a16:creationId xmlns:a16="http://schemas.microsoft.com/office/drawing/2014/main" id="{164B984E-1910-5548-275D-B35608B2C3BB}"/>
              </a:ext>
            </a:extLst>
          </p:cNvPr>
          <p:cNvSpPr txBox="1">
            <a:spLocks noChangeArrowheads="1"/>
          </p:cNvSpPr>
          <p:nvPr/>
        </p:nvSpPr>
        <p:spPr bwMode="auto">
          <a:xfrm>
            <a:off x="3631491" y="1360767"/>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3</a:t>
            </a:r>
          </a:p>
        </p:txBody>
      </p:sp>
      <p:sp>
        <p:nvSpPr>
          <p:cNvPr id="90" name="Text Box 175">
            <a:extLst>
              <a:ext uri="{FF2B5EF4-FFF2-40B4-BE49-F238E27FC236}">
                <a16:creationId xmlns:a16="http://schemas.microsoft.com/office/drawing/2014/main" id="{F36798BE-49BA-E515-A8E2-94F710A9F7E2}"/>
              </a:ext>
            </a:extLst>
          </p:cNvPr>
          <p:cNvSpPr txBox="1">
            <a:spLocks noChangeArrowheads="1"/>
          </p:cNvSpPr>
          <p:nvPr/>
        </p:nvSpPr>
        <p:spPr bwMode="auto">
          <a:xfrm>
            <a:off x="2509128" y="2408517"/>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4</a:t>
            </a:r>
          </a:p>
        </p:txBody>
      </p:sp>
      <p:sp>
        <p:nvSpPr>
          <p:cNvPr id="100" name="Text Box 175">
            <a:extLst>
              <a:ext uri="{FF2B5EF4-FFF2-40B4-BE49-F238E27FC236}">
                <a16:creationId xmlns:a16="http://schemas.microsoft.com/office/drawing/2014/main" id="{A9552D0A-2E87-92CF-D73A-D9620B56EEBE}"/>
              </a:ext>
            </a:extLst>
          </p:cNvPr>
          <p:cNvSpPr txBox="1">
            <a:spLocks noChangeArrowheads="1"/>
          </p:cNvSpPr>
          <p:nvPr/>
        </p:nvSpPr>
        <p:spPr bwMode="auto">
          <a:xfrm>
            <a:off x="7908216" y="2987954"/>
            <a:ext cx="595312"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前缀</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101" name="直接箭头连接符 329">
            <a:extLst>
              <a:ext uri="{FF2B5EF4-FFF2-40B4-BE49-F238E27FC236}">
                <a16:creationId xmlns:a16="http://schemas.microsoft.com/office/drawing/2014/main" id="{BE368E8B-4C9C-8AA2-1FD2-B2D6B07335E0}"/>
              </a:ext>
            </a:extLst>
          </p:cNvPr>
          <p:cNvCxnSpPr>
            <a:cxnSpLocks noChangeShapeType="1"/>
          </p:cNvCxnSpPr>
          <p:nvPr/>
        </p:nvCxnSpPr>
        <p:spPr bwMode="auto">
          <a:xfrm flipH="1" flipV="1">
            <a:off x="8136816" y="2768879"/>
            <a:ext cx="36512" cy="288925"/>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grpSp>
        <p:nvGrpSpPr>
          <p:cNvPr id="102" name="组合 214">
            <a:extLst>
              <a:ext uri="{FF2B5EF4-FFF2-40B4-BE49-F238E27FC236}">
                <a16:creationId xmlns:a16="http://schemas.microsoft.com/office/drawing/2014/main" id="{90B5F516-56FE-89FB-DB55-203C14B1A86D}"/>
              </a:ext>
            </a:extLst>
          </p:cNvPr>
          <p:cNvGrpSpPr>
            <a:grpSpLocks/>
          </p:cNvGrpSpPr>
          <p:nvPr/>
        </p:nvGrpSpPr>
        <p:grpSpPr bwMode="auto">
          <a:xfrm>
            <a:off x="5344403" y="2257704"/>
            <a:ext cx="561975" cy="73025"/>
            <a:chOff x="6732241" y="2663758"/>
            <a:chExt cx="562040" cy="72008"/>
          </a:xfrm>
        </p:grpSpPr>
        <p:cxnSp>
          <p:nvCxnSpPr>
            <p:cNvPr id="103" name="直接箭头连接符 329">
              <a:extLst>
                <a:ext uri="{FF2B5EF4-FFF2-40B4-BE49-F238E27FC236}">
                  <a16:creationId xmlns:a16="http://schemas.microsoft.com/office/drawing/2014/main" id="{8CF28D2F-B219-0252-5AF3-E1A275335D3F}"/>
                </a:ext>
              </a:extLst>
            </p:cNvPr>
            <p:cNvCxnSpPr>
              <a:cxnSpLocks noChangeShapeType="1"/>
            </p:cNvCxnSpPr>
            <p:nvPr/>
          </p:nvCxnSpPr>
          <p:spPr bwMode="auto">
            <a:xfrm flipH="1">
              <a:off x="6732241" y="2708920"/>
              <a:ext cx="288031" cy="0"/>
            </a:xfrm>
            <a:prstGeom prst="straightConnector1">
              <a:avLst/>
            </a:prstGeom>
            <a:noFill/>
            <a:ln w="9525" algn="ctr">
              <a:solidFill>
                <a:srgbClr val="000000"/>
              </a:solidFill>
              <a:round/>
              <a:headEnd/>
              <a:tailEnd type="triangle" w="sm" len="med"/>
            </a:ln>
            <a:extLst>
              <a:ext uri="{909E8E84-426E-40DD-AFC4-6F175D3DCCD1}">
                <a14:hiddenFill xmlns:a14="http://schemas.microsoft.com/office/drawing/2010/main">
                  <a:noFill/>
                </a14:hiddenFill>
              </a:ext>
            </a:extLst>
          </p:spPr>
        </p:cxnSp>
        <p:sp>
          <p:nvSpPr>
            <p:cNvPr id="104" name="矩形 103">
              <a:extLst>
                <a:ext uri="{FF2B5EF4-FFF2-40B4-BE49-F238E27FC236}">
                  <a16:creationId xmlns:a16="http://schemas.microsoft.com/office/drawing/2014/main" id="{616239B9-DA38-C98E-B913-199D43FBA9F7}"/>
                </a:ext>
              </a:extLst>
            </p:cNvPr>
            <p:cNvSpPr/>
            <p:nvPr/>
          </p:nvSpPr>
          <p:spPr bwMode="auto">
            <a:xfrm>
              <a:off x="6933877" y="2663758"/>
              <a:ext cx="360404" cy="72008"/>
            </a:xfrm>
            <a:prstGeom prst="rect">
              <a:avLst/>
            </a:prstGeom>
            <a:solidFill>
              <a:srgbClr val="FFC000"/>
            </a:solidFill>
            <a:ln w="9525" cap="flat" cmpd="sng" algn="ctr">
              <a:solidFill>
                <a:srgbClr val="000000"/>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nvGrpSpPr>
          <p:cNvPr id="217" name="组合 216">
            <a:extLst>
              <a:ext uri="{FF2B5EF4-FFF2-40B4-BE49-F238E27FC236}">
                <a16:creationId xmlns:a16="http://schemas.microsoft.com/office/drawing/2014/main" id="{D9C3B3B4-8821-A36B-AEC4-A82ACDC67B60}"/>
              </a:ext>
            </a:extLst>
          </p:cNvPr>
          <p:cNvGrpSpPr/>
          <p:nvPr/>
        </p:nvGrpSpPr>
        <p:grpSpPr>
          <a:xfrm>
            <a:off x="5192003" y="2337079"/>
            <a:ext cx="3139582" cy="592138"/>
            <a:chOff x="4366940" y="2252999"/>
            <a:chExt cx="3139582" cy="592138"/>
          </a:xfrm>
        </p:grpSpPr>
        <p:sp>
          <p:nvSpPr>
            <p:cNvPr id="91" name="弧形 90">
              <a:extLst>
                <a:ext uri="{FF2B5EF4-FFF2-40B4-BE49-F238E27FC236}">
                  <a16:creationId xmlns:a16="http://schemas.microsoft.com/office/drawing/2014/main" id="{2D26D89C-51ED-38F3-9617-4D75695B873D}"/>
                </a:ext>
              </a:extLst>
            </p:cNvPr>
            <p:cNvSpPr/>
            <p:nvPr/>
          </p:nvSpPr>
          <p:spPr bwMode="auto">
            <a:xfrm rot="21317229">
              <a:off x="4366940" y="2268874"/>
              <a:ext cx="2698750" cy="576263"/>
            </a:xfrm>
            <a:prstGeom prst="arc">
              <a:avLst>
                <a:gd name="adj1" fmla="val 16388289"/>
                <a:gd name="adj2" fmla="val 21505458"/>
              </a:avLst>
            </a:prstGeom>
            <a:noFill/>
            <a:ln w="28575" cap="flat" cmpd="sng" algn="ctr">
              <a:solidFill>
                <a:srgbClr val="000000"/>
              </a:solidFill>
              <a:prstDash val="solid"/>
              <a:round/>
              <a:headEnd type="none" w="med" len="med"/>
              <a:tailEnd type="triangle" w="sm" len="lg"/>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92" name="TextBox 255">
              <a:extLst>
                <a:ext uri="{FF2B5EF4-FFF2-40B4-BE49-F238E27FC236}">
                  <a16:creationId xmlns:a16="http://schemas.microsoft.com/office/drawing/2014/main" id="{DE051DC3-C0EE-0F69-FD2A-67E2601997BE}"/>
                </a:ext>
              </a:extLst>
            </p:cNvPr>
            <p:cNvSpPr txBox="1">
              <a:spLocks noChangeArrowheads="1"/>
            </p:cNvSpPr>
            <p:nvPr/>
          </p:nvSpPr>
          <p:spPr bwMode="auto">
            <a:xfrm>
              <a:off x="5836965" y="2252999"/>
              <a:ext cx="10887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sym typeface="Wingdings 2" panose="05020102010507070707" pitchFamily="18" charset="2"/>
                </a:rPr>
                <a:t>BGP </a:t>
              </a:r>
              <a:r>
                <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sym typeface="Wingdings 2" panose="05020102010507070707" pitchFamily="18" charset="2"/>
                </a:rPr>
                <a:t>路由</a:t>
              </a:r>
              <a:endPar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208" name="组合 207">
              <a:extLst>
                <a:ext uri="{FF2B5EF4-FFF2-40B4-BE49-F238E27FC236}">
                  <a16:creationId xmlns:a16="http://schemas.microsoft.com/office/drawing/2014/main" id="{897D0F47-E4B6-C023-FE2E-83FF8BAD4B7A}"/>
                </a:ext>
              </a:extLst>
            </p:cNvPr>
            <p:cNvGrpSpPr/>
            <p:nvPr/>
          </p:nvGrpSpPr>
          <p:grpSpPr>
            <a:xfrm>
              <a:off x="6968075" y="2318070"/>
              <a:ext cx="538447" cy="383427"/>
              <a:chOff x="5795518" y="3942239"/>
              <a:chExt cx="538447" cy="383427"/>
            </a:xfrm>
          </p:grpSpPr>
          <p:grpSp>
            <p:nvGrpSpPr>
              <p:cNvPr id="179" name="组合 178">
                <a:extLst>
                  <a:ext uri="{FF2B5EF4-FFF2-40B4-BE49-F238E27FC236}">
                    <a16:creationId xmlns:a16="http://schemas.microsoft.com/office/drawing/2014/main" id="{C2A873E8-F728-5372-713B-DCAD0A6946A0}"/>
                  </a:ext>
                </a:extLst>
              </p:cNvPr>
              <p:cNvGrpSpPr/>
              <p:nvPr/>
            </p:nvGrpSpPr>
            <p:grpSpPr>
              <a:xfrm>
                <a:off x="5795518" y="3942239"/>
                <a:ext cx="538447" cy="382383"/>
                <a:chOff x="7142297" y="3911572"/>
                <a:chExt cx="485152" cy="374983"/>
              </a:xfrm>
            </p:grpSpPr>
            <p:sp>
              <p:nvSpPr>
                <p:cNvPr id="180" name="AutoShape 229">
                  <a:extLst>
                    <a:ext uri="{FF2B5EF4-FFF2-40B4-BE49-F238E27FC236}">
                      <a16:creationId xmlns:a16="http://schemas.microsoft.com/office/drawing/2014/main" id="{3D884706-5B54-36AB-B377-FC7D42252006}"/>
                    </a:ext>
                  </a:extLst>
                </p:cNvPr>
                <p:cNvSpPr>
                  <a:spLocks noChangeAspect="1" noChangeArrowheads="1" noTextEdit="1"/>
                </p:cNvSpPr>
                <p:nvPr/>
              </p:nvSpPr>
              <p:spPr bwMode="auto">
                <a:xfrm>
                  <a:off x="7142297" y="3911572"/>
                  <a:ext cx="485152" cy="374983"/>
                </a:xfrm>
                <a:prstGeom prst="rect">
                  <a:avLst/>
                </a:prstGeom>
                <a:noFill/>
                <a:ln>
                  <a:noFill/>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81" name="Oval 231">
                  <a:extLst>
                    <a:ext uri="{FF2B5EF4-FFF2-40B4-BE49-F238E27FC236}">
                      <a16:creationId xmlns:a16="http://schemas.microsoft.com/office/drawing/2014/main" id="{0688C29C-85FA-CC4A-DA7A-E60CF6B55AE2}"/>
                    </a:ext>
                  </a:extLst>
                </p:cNvPr>
                <p:cNvSpPr>
                  <a:spLocks noChangeArrowheads="1"/>
                </p:cNvSpPr>
                <p:nvPr/>
              </p:nvSpPr>
              <p:spPr bwMode="auto">
                <a:xfrm>
                  <a:off x="7308329" y="3916021"/>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2" name="Oval 232">
                  <a:extLst>
                    <a:ext uri="{FF2B5EF4-FFF2-40B4-BE49-F238E27FC236}">
                      <a16:creationId xmlns:a16="http://schemas.microsoft.com/office/drawing/2014/main" id="{D0197CF2-978E-2C26-396B-0A29908F4353}"/>
                    </a:ext>
                  </a:extLst>
                </p:cNvPr>
                <p:cNvSpPr>
                  <a:spLocks noChangeArrowheads="1"/>
                </p:cNvSpPr>
                <p:nvPr/>
              </p:nvSpPr>
              <p:spPr bwMode="auto">
                <a:xfrm>
                  <a:off x="7193514" y="3955426"/>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3" name="Oval 233">
                  <a:extLst>
                    <a:ext uri="{FF2B5EF4-FFF2-40B4-BE49-F238E27FC236}">
                      <a16:creationId xmlns:a16="http://schemas.microsoft.com/office/drawing/2014/main" id="{22885A67-4949-E8AB-EFB1-A36F4D1F2151}"/>
                    </a:ext>
                  </a:extLst>
                </p:cNvPr>
                <p:cNvSpPr>
                  <a:spLocks noChangeArrowheads="1"/>
                </p:cNvSpPr>
                <p:nvPr/>
              </p:nvSpPr>
              <p:spPr bwMode="auto">
                <a:xfrm>
                  <a:off x="7144548" y="4046947"/>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4" name="Oval 234">
                  <a:extLst>
                    <a:ext uri="{FF2B5EF4-FFF2-40B4-BE49-F238E27FC236}">
                      <a16:creationId xmlns:a16="http://schemas.microsoft.com/office/drawing/2014/main" id="{99B8E6B3-CB5A-5D84-22F6-BAB6B1EB379E}"/>
                    </a:ext>
                  </a:extLst>
                </p:cNvPr>
                <p:cNvSpPr>
                  <a:spLocks noChangeArrowheads="1"/>
                </p:cNvSpPr>
                <p:nvPr/>
              </p:nvSpPr>
              <p:spPr bwMode="auto">
                <a:xfrm>
                  <a:off x="7177192" y="4100970"/>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5" name="Oval 235">
                  <a:extLst>
                    <a:ext uri="{FF2B5EF4-FFF2-40B4-BE49-F238E27FC236}">
                      <a16:creationId xmlns:a16="http://schemas.microsoft.com/office/drawing/2014/main" id="{0646BC39-002E-C622-FD52-AADBDEC58631}"/>
                    </a:ext>
                  </a:extLst>
                </p:cNvPr>
                <p:cNvSpPr>
                  <a:spLocks noChangeArrowheads="1"/>
                </p:cNvSpPr>
                <p:nvPr/>
              </p:nvSpPr>
              <p:spPr bwMode="auto">
                <a:xfrm>
                  <a:off x="7292007" y="4123215"/>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6" name="Oval 236">
                  <a:extLst>
                    <a:ext uri="{FF2B5EF4-FFF2-40B4-BE49-F238E27FC236}">
                      <a16:creationId xmlns:a16="http://schemas.microsoft.com/office/drawing/2014/main" id="{047A599C-70BD-A30F-6FE0-71D2E5C52D7D}"/>
                    </a:ext>
                  </a:extLst>
                </p:cNvPr>
                <p:cNvSpPr>
                  <a:spLocks noChangeArrowheads="1"/>
                </p:cNvSpPr>
                <p:nvPr/>
              </p:nvSpPr>
              <p:spPr bwMode="auto">
                <a:xfrm>
                  <a:off x="7446221" y="3959875"/>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7" name="Oval 237">
                  <a:extLst>
                    <a:ext uri="{FF2B5EF4-FFF2-40B4-BE49-F238E27FC236}">
                      <a16:creationId xmlns:a16="http://schemas.microsoft.com/office/drawing/2014/main" id="{F82ED128-E266-B741-6F3C-BED0E7CD2D4C}"/>
                    </a:ext>
                  </a:extLst>
                </p:cNvPr>
                <p:cNvSpPr>
                  <a:spLocks noChangeArrowheads="1"/>
                </p:cNvSpPr>
                <p:nvPr/>
              </p:nvSpPr>
              <p:spPr bwMode="auto">
                <a:xfrm>
                  <a:off x="7469859" y="4036778"/>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8" name="Oval 238">
                  <a:extLst>
                    <a:ext uri="{FF2B5EF4-FFF2-40B4-BE49-F238E27FC236}">
                      <a16:creationId xmlns:a16="http://schemas.microsoft.com/office/drawing/2014/main" id="{121D6E40-C71B-F338-2D9B-8DCC0AACC938}"/>
                    </a:ext>
                  </a:extLst>
                </p:cNvPr>
                <p:cNvSpPr>
                  <a:spLocks noChangeArrowheads="1"/>
                </p:cNvSpPr>
                <p:nvPr/>
              </p:nvSpPr>
              <p:spPr bwMode="auto">
                <a:xfrm>
                  <a:off x="7455788" y="4061565"/>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9" name="Oval 239">
                  <a:extLst>
                    <a:ext uri="{FF2B5EF4-FFF2-40B4-BE49-F238E27FC236}">
                      <a16:creationId xmlns:a16="http://schemas.microsoft.com/office/drawing/2014/main" id="{E254B2ED-6D16-18EB-7EA4-BEC45DF94AB6}"/>
                    </a:ext>
                  </a:extLst>
                </p:cNvPr>
                <p:cNvSpPr>
                  <a:spLocks noChangeArrowheads="1"/>
                </p:cNvSpPr>
                <p:nvPr/>
              </p:nvSpPr>
              <p:spPr bwMode="auto">
                <a:xfrm>
                  <a:off x="7231786" y="4002458"/>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90" name="Group 257">
                  <a:extLst>
                    <a:ext uri="{FF2B5EF4-FFF2-40B4-BE49-F238E27FC236}">
                      <a16:creationId xmlns:a16="http://schemas.microsoft.com/office/drawing/2014/main" id="{1C2321B4-B527-C56F-9AE2-282341C30656}"/>
                    </a:ext>
                  </a:extLst>
                </p:cNvPr>
                <p:cNvGrpSpPr>
                  <a:grpSpLocks/>
                </p:cNvGrpSpPr>
                <p:nvPr/>
              </p:nvGrpSpPr>
              <p:grpSpPr bwMode="auto">
                <a:xfrm>
                  <a:off x="7143423" y="3912843"/>
                  <a:ext cx="481775" cy="369898"/>
                  <a:chOff x="3063" y="302"/>
                  <a:chExt cx="856" cy="582"/>
                </a:xfrm>
                <a:solidFill>
                  <a:schemeClr val="bg1"/>
                </a:solidFill>
              </p:grpSpPr>
              <p:sp>
                <p:nvSpPr>
                  <p:cNvPr id="191" name="Freeform 241">
                    <a:extLst>
                      <a:ext uri="{FF2B5EF4-FFF2-40B4-BE49-F238E27FC236}">
                        <a16:creationId xmlns:a16="http://schemas.microsoft.com/office/drawing/2014/main" id="{82ECC4E5-0A70-9B41-22AD-A65E6F00D481}"/>
                      </a:ext>
                    </a:extLst>
                  </p:cNvPr>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2" name="Arc 242">
                    <a:extLst>
                      <a:ext uri="{FF2B5EF4-FFF2-40B4-BE49-F238E27FC236}">
                        <a16:creationId xmlns:a16="http://schemas.microsoft.com/office/drawing/2014/main" id="{C19A08FF-E9C5-9CC2-3B8D-D65656A9BA35}"/>
                      </a:ext>
                    </a:extLst>
                  </p:cNvPr>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3" name="Freeform 243">
                    <a:extLst>
                      <a:ext uri="{FF2B5EF4-FFF2-40B4-BE49-F238E27FC236}">
                        <a16:creationId xmlns:a16="http://schemas.microsoft.com/office/drawing/2014/main" id="{06B5E78E-EEB7-21B5-6C98-7C2C0DD3399C}"/>
                      </a:ext>
                    </a:extLst>
                  </p:cNvPr>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4" name="Arc 244">
                    <a:extLst>
                      <a:ext uri="{FF2B5EF4-FFF2-40B4-BE49-F238E27FC236}">
                        <a16:creationId xmlns:a16="http://schemas.microsoft.com/office/drawing/2014/main" id="{BEF40AA1-DA8B-E5F4-5196-68C304E688D2}"/>
                      </a:ext>
                    </a:extLst>
                  </p:cNvPr>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5" name="Freeform 245">
                    <a:extLst>
                      <a:ext uri="{FF2B5EF4-FFF2-40B4-BE49-F238E27FC236}">
                        <a16:creationId xmlns:a16="http://schemas.microsoft.com/office/drawing/2014/main" id="{0A52802E-A336-A78F-17F2-BB2628D99E2E}"/>
                      </a:ext>
                    </a:extLst>
                  </p:cNvPr>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6" name="Arc 246">
                    <a:extLst>
                      <a:ext uri="{FF2B5EF4-FFF2-40B4-BE49-F238E27FC236}">
                        <a16:creationId xmlns:a16="http://schemas.microsoft.com/office/drawing/2014/main" id="{09D14617-B9DF-CA72-DF90-DA156BD1FD44}"/>
                      </a:ext>
                    </a:extLst>
                  </p:cNvPr>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7" name="Freeform 247">
                    <a:extLst>
                      <a:ext uri="{FF2B5EF4-FFF2-40B4-BE49-F238E27FC236}">
                        <a16:creationId xmlns:a16="http://schemas.microsoft.com/office/drawing/2014/main" id="{3F75336D-38AC-FDC4-F9A8-8716C7C31288}"/>
                      </a:ext>
                    </a:extLst>
                  </p:cNvPr>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8" name="Arc 248">
                    <a:extLst>
                      <a:ext uri="{FF2B5EF4-FFF2-40B4-BE49-F238E27FC236}">
                        <a16:creationId xmlns:a16="http://schemas.microsoft.com/office/drawing/2014/main" id="{043A90E7-8E19-1C17-4E0C-7276738C89FA}"/>
                      </a:ext>
                    </a:extLst>
                  </p:cNvPr>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9" name="Freeform 249">
                    <a:extLst>
                      <a:ext uri="{FF2B5EF4-FFF2-40B4-BE49-F238E27FC236}">
                        <a16:creationId xmlns:a16="http://schemas.microsoft.com/office/drawing/2014/main" id="{18F5E9BD-FC7F-B1E9-8562-561071091595}"/>
                      </a:ext>
                    </a:extLst>
                  </p:cNvPr>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0" name="Arc 250">
                    <a:extLst>
                      <a:ext uri="{FF2B5EF4-FFF2-40B4-BE49-F238E27FC236}">
                        <a16:creationId xmlns:a16="http://schemas.microsoft.com/office/drawing/2014/main" id="{211B3582-0BA8-302E-141A-0F5B374E41FD}"/>
                      </a:ext>
                    </a:extLst>
                  </p:cNvPr>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1" name="Freeform 251">
                    <a:extLst>
                      <a:ext uri="{FF2B5EF4-FFF2-40B4-BE49-F238E27FC236}">
                        <a16:creationId xmlns:a16="http://schemas.microsoft.com/office/drawing/2014/main" id="{27781499-69BF-995E-4888-683F850D1D2A}"/>
                      </a:ext>
                    </a:extLst>
                  </p:cNvPr>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2" name="Arc 252">
                    <a:extLst>
                      <a:ext uri="{FF2B5EF4-FFF2-40B4-BE49-F238E27FC236}">
                        <a16:creationId xmlns:a16="http://schemas.microsoft.com/office/drawing/2014/main" id="{0762682B-4F77-DEC5-4321-B865D93DEF33}"/>
                      </a:ext>
                    </a:extLst>
                  </p:cNvPr>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3" name="Freeform 253">
                    <a:extLst>
                      <a:ext uri="{FF2B5EF4-FFF2-40B4-BE49-F238E27FC236}">
                        <a16:creationId xmlns:a16="http://schemas.microsoft.com/office/drawing/2014/main" id="{3B24ECE7-5BCD-0CD8-617F-E4E3D13306F9}"/>
                      </a:ext>
                    </a:extLst>
                  </p:cNvPr>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4" name="Arc 254">
                    <a:extLst>
                      <a:ext uri="{FF2B5EF4-FFF2-40B4-BE49-F238E27FC236}">
                        <a16:creationId xmlns:a16="http://schemas.microsoft.com/office/drawing/2014/main" id="{B2AABC84-71FB-E782-6CE8-AD5C942F404B}"/>
                      </a:ext>
                    </a:extLst>
                  </p:cNvPr>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5" name="Freeform 255">
                    <a:extLst>
                      <a:ext uri="{FF2B5EF4-FFF2-40B4-BE49-F238E27FC236}">
                        <a16:creationId xmlns:a16="http://schemas.microsoft.com/office/drawing/2014/main" id="{B601C6B9-63C2-A0C2-F1B2-1F11F3E61EC1}"/>
                      </a:ext>
                    </a:extLst>
                  </p:cNvPr>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6" name="Arc 256">
                    <a:extLst>
                      <a:ext uri="{FF2B5EF4-FFF2-40B4-BE49-F238E27FC236}">
                        <a16:creationId xmlns:a16="http://schemas.microsoft.com/office/drawing/2014/main" id="{468AAF76-FECE-5D14-5CCC-58E121BD07AD}"/>
                      </a:ext>
                    </a:extLst>
                  </p:cNvPr>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grpSp>
          </p:grpSp>
          <p:sp>
            <p:nvSpPr>
              <p:cNvPr id="207" name="Text Box 173">
                <a:extLst>
                  <a:ext uri="{FF2B5EF4-FFF2-40B4-BE49-F238E27FC236}">
                    <a16:creationId xmlns:a16="http://schemas.microsoft.com/office/drawing/2014/main" id="{573806A5-FFCE-D304-C0F2-8BB950767134}"/>
                  </a:ext>
                </a:extLst>
              </p:cNvPr>
              <p:cNvSpPr txBox="1">
                <a:spLocks noChangeArrowheads="1"/>
              </p:cNvSpPr>
              <p:nvPr/>
            </p:nvSpPr>
            <p:spPr bwMode="auto">
              <a:xfrm>
                <a:off x="5936407" y="3987112"/>
                <a:ext cx="32893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X</a:t>
                </a:r>
              </a:p>
            </p:txBody>
          </p:sp>
        </p:grpSp>
      </p:grpSp>
      <p:sp>
        <p:nvSpPr>
          <p:cNvPr id="215" name="文本框 214">
            <a:extLst>
              <a:ext uri="{FF2B5EF4-FFF2-40B4-BE49-F238E27FC236}">
                <a16:creationId xmlns:a16="http://schemas.microsoft.com/office/drawing/2014/main" id="{BD9AA1E2-4367-8C28-CEF1-FE0E97D80CF3}"/>
              </a:ext>
            </a:extLst>
          </p:cNvPr>
          <p:cNvSpPr txBox="1"/>
          <p:nvPr/>
        </p:nvSpPr>
        <p:spPr>
          <a:xfrm>
            <a:off x="717254" y="3612847"/>
            <a:ext cx="7772400" cy="893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285750" indent="-285750">
              <a:lnSpc>
                <a:spcPts val="3300"/>
              </a:lnSpc>
              <a:buClr>
                <a:srgbClr val="0070C0"/>
              </a:buClr>
              <a:buFont typeface="Wingdings" pitchFamily="2" charset="2"/>
              <a:buChar char="l"/>
              <a:defRPr sz="2000" b="1">
                <a:latin typeface="微软雅黑" pitchFamily="34" charset="-122"/>
                <a:ea typeface="微软雅黑" pitchFamily="34" charset="-122"/>
              </a:defRPr>
            </a:lvl1pPr>
          </a:lstStyle>
          <a:p>
            <a:r>
              <a:rPr lang="en-US" altLang="zh-CN" dirty="0"/>
              <a:t>BGP</a:t>
            </a:r>
            <a:r>
              <a:rPr lang="zh-CN" altLang="en-US" dirty="0"/>
              <a:t>路由“</a:t>
            </a:r>
            <a:r>
              <a:rPr lang="en-US" altLang="zh-CN" dirty="0"/>
              <a:t>X, AS1, R1”</a:t>
            </a:r>
            <a:r>
              <a:rPr lang="zh-CN" altLang="en-US" dirty="0"/>
              <a:t>的意思是：</a:t>
            </a:r>
            <a:r>
              <a:rPr lang="en-US" altLang="zh-CN" dirty="0"/>
              <a:t>#BGP</a:t>
            </a:r>
            <a:r>
              <a:rPr lang="zh-CN" altLang="en-US" dirty="0"/>
              <a:t>路由的起点是</a:t>
            </a:r>
            <a:r>
              <a:rPr lang="en-US" altLang="zh-CN" dirty="0"/>
              <a:t>R1</a:t>
            </a:r>
            <a:r>
              <a:rPr lang="zh-CN" altLang="en-US" dirty="0"/>
              <a:t>，经过路径</a:t>
            </a:r>
            <a:r>
              <a:rPr lang="en-US" altLang="zh-CN" dirty="0"/>
              <a:t>AS1</a:t>
            </a:r>
            <a:r>
              <a:rPr lang="zh-CN" altLang="en-US" dirty="0"/>
              <a:t>，可到达前缀</a:t>
            </a:r>
            <a:r>
              <a:rPr lang="en-US" altLang="zh-CN" dirty="0"/>
              <a:t>X</a:t>
            </a:r>
            <a:r>
              <a:rPr lang="zh-CN" altLang="en-US" dirty="0"/>
              <a:t>。</a:t>
            </a:r>
          </a:p>
        </p:txBody>
      </p:sp>
      <p:sp>
        <p:nvSpPr>
          <p:cNvPr id="56" name="Line 159">
            <a:extLst>
              <a:ext uri="{FF2B5EF4-FFF2-40B4-BE49-F238E27FC236}">
                <a16:creationId xmlns:a16="http://schemas.microsoft.com/office/drawing/2014/main" id="{A51BF02F-C3D2-E266-A713-93354C44C34D}"/>
              </a:ext>
            </a:extLst>
          </p:cNvPr>
          <p:cNvSpPr>
            <a:spLocks noChangeShapeType="1"/>
          </p:cNvSpPr>
          <p:nvPr/>
        </p:nvSpPr>
        <p:spPr bwMode="auto">
          <a:xfrm>
            <a:off x="3769541" y="1777509"/>
            <a:ext cx="1130300" cy="56991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58" name="Picture 46">
            <a:extLst>
              <a:ext uri="{FF2B5EF4-FFF2-40B4-BE49-F238E27FC236}">
                <a16:creationId xmlns:a16="http://schemas.microsoft.com/office/drawing/2014/main" id="{BFFB9CD9-9C3A-2C02-8C45-08547E055C4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3479" y="1653684"/>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9" name="Picture 46">
            <a:extLst>
              <a:ext uri="{FF2B5EF4-FFF2-40B4-BE49-F238E27FC236}">
                <a16:creationId xmlns:a16="http://schemas.microsoft.com/office/drawing/2014/main" id="{AEF954F6-F628-B5DE-B2BF-A95C12F9209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9816" y="2899871"/>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4" name="Line 159">
            <a:extLst>
              <a:ext uri="{FF2B5EF4-FFF2-40B4-BE49-F238E27FC236}">
                <a16:creationId xmlns:a16="http://schemas.microsoft.com/office/drawing/2014/main" id="{D81E63C9-F970-FE65-D4B2-07E1D6EA5CE3}"/>
              </a:ext>
            </a:extLst>
          </p:cNvPr>
          <p:cNvSpPr>
            <a:spLocks noChangeShapeType="1"/>
          </p:cNvSpPr>
          <p:nvPr/>
        </p:nvSpPr>
        <p:spPr bwMode="auto">
          <a:xfrm flipV="1">
            <a:off x="2775766" y="2363296"/>
            <a:ext cx="2093913" cy="26988"/>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65" name="Line 159">
            <a:extLst>
              <a:ext uri="{FF2B5EF4-FFF2-40B4-BE49-F238E27FC236}">
                <a16:creationId xmlns:a16="http://schemas.microsoft.com/office/drawing/2014/main" id="{0F449263-944A-7CBF-3211-D88FDDE1562D}"/>
              </a:ext>
            </a:extLst>
          </p:cNvPr>
          <p:cNvSpPr>
            <a:spLocks noChangeShapeType="1"/>
          </p:cNvSpPr>
          <p:nvPr/>
        </p:nvSpPr>
        <p:spPr bwMode="auto">
          <a:xfrm flipV="1">
            <a:off x="3574279" y="2396634"/>
            <a:ext cx="1368425" cy="57626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66" name="Picture 46">
            <a:extLst>
              <a:ext uri="{FF2B5EF4-FFF2-40B4-BE49-F238E27FC236}">
                <a16:creationId xmlns:a16="http://schemas.microsoft.com/office/drawing/2014/main" id="{9042811E-8AF9-7D2B-5555-B3885DC2894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98241" y="2287096"/>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7" name="Picture 52">
            <a:extLst>
              <a:ext uri="{FF2B5EF4-FFF2-40B4-BE49-F238E27FC236}">
                <a16:creationId xmlns:a16="http://schemas.microsoft.com/office/drawing/2014/main" id="{9163A058-A357-B8CF-27E0-7C9164BC4F0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216" y="2302971"/>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8" name="Text Box 175">
            <a:extLst>
              <a:ext uri="{FF2B5EF4-FFF2-40B4-BE49-F238E27FC236}">
                <a16:creationId xmlns:a16="http://schemas.microsoft.com/office/drawing/2014/main" id="{DAFC2510-3D32-826A-D14A-228DD640CBE6}"/>
              </a:ext>
            </a:extLst>
          </p:cNvPr>
          <p:cNvSpPr txBox="1">
            <a:spLocks noChangeArrowheads="1"/>
          </p:cNvSpPr>
          <p:nvPr/>
        </p:nvSpPr>
        <p:spPr bwMode="auto">
          <a:xfrm rot="1597053">
            <a:off x="3618465" y="1828101"/>
            <a:ext cx="6783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b="1">
                <a:latin typeface="微软雅黑" panose="020B0503020204020204" pitchFamily="34" charset="-122"/>
                <a:ea typeface="微软雅黑" panose="020B0503020204020204" pitchFamily="34" charset="-122"/>
              </a:rPr>
              <a:t>iBGP</a:t>
            </a:r>
            <a:endParaRPr lang="en-US" altLang="zh-CN" sz="1600" b="1" baseline="-25000">
              <a:latin typeface="微软雅黑" panose="020B0503020204020204" pitchFamily="34" charset="-122"/>
              <a:ea typeface="微软雅黑" panose="020B0503020204020204" pitchFamily="34" charset="-122"/>
            </a:endParaRPr>
          </a:p>
        </p:txBody>
      </p:sp>
      <p:sp>
        <p:nvSpPr>
          <p:cNvPr id="69" name="Text Box 175">
            <a:extLst>
              <a:ext uri="{FF2B5EF4-FFF2-40B4-BE49-F238E27FC236}">
                <a16:creationId xmlns:a16="http://schemas.microsoft.com/office/drawing/2014/main" id="{07899A9A-FCA8-91DD-91AC-3D97520315C1}"/>
              </a:ext>
            </a:extLst>
          </p:cNvPr>
          <p:cNvSpPr txBox="1">
            <a:spLocks noChangeArrowheads="1"/>
          </p:cNvSpPr>
          <p:nvPr/>
        </p:nvSpPr>
        <p:spPr bwMode="auto">
          <a:xfrm>
            <a:off x="2921816" y="2091834"/>
            <a:ext cx="6783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b="1">
                <a:latin typeface="微软雅黑" panose="020B0503020204020204" pitchFamily="34" charset="-122"/>
                <a:ea typeface="微软雅黑" panose="020B0503020204020204" pitchFamily="34" charset="-122"/>
              </a:rPr>
              <a:t>iBGP</a:t>
            </a:r>
            <a:endParaRPr lang="en-US" altLang="zh-CN" sz="1600" b="1" baseline="-25000">
              <a:latin typeface="微软雅黑" panose="020B0503020204020204" pitchFamily="34" charset="-122"/>
              <a:ea typeface="微软雅黑" panose="020B0503020204020204" pitchFamily="34" charset="-122"/>
            </a:endParaRPr>
          </a:p>
        </p:txBody>
      </p:sp>
      <p:grpSp>
        <p:nvGrpSpPr>
          <p:cNvPr id="72" name="组合 218">
            <a:extLst>
              <a:ext uri="{FF2B5EF4-FFF2-40B4-BE49-F238E27FC236}">
                <a16:creationId xmlns:a16="http://schemas.microsoft.com/office/drawing/2014/main" id="{BCEE1AA6-015B-F9D7-6541-4D2033B847F4}"/>
              </a:ext>
            </a:extLst>
          </p:cNvPr>
          <p:cNvGrpSpPr>
            <a:grpSpLocks/>
          </p:cNvGrpSpPr>
          <p:nvPr/>
        </p:nvGrpSpPr>
        <p:grpSpPr bwMode="auto">
          <a:xfrm rot="1548408">
            <a:off x="3825104" y="1812434"/>
            <a:ext cx="561975" cy="71437"/>
            <a:chOff x="6732241" y="2663758"/>
            <a:chExt cx="562040" cy="72008"/>
          </a:xfrm>
        </p:grpSpPr>
        <p:cxnSp>
          <p:nvCxnSpPr>
            <p:cNvPr id="162" name="直接箭头连接符 329">
              <a:extLst>
                <a:ext uri="{FF2B5EF4-FFF2-40B4-BE49-F238E27FC236}">
                  <a16:creationId xmlns:a16="http://schemas.microsoft.com/office/drawing/2014/main" id="{CF3119BB-2D48-97B9-A82F-F3F40E7CCEA8}"/>
                </a:ext>
              </a:extLst>
            </p:cNvPr>
            <p:cNvCxnSpPr>
              <a:cxnSpLocks noChangeShapeType="1"/>
            </p:cNvCxnSpPr>
            <p:nvPr/>
          </p:nvCxnSpPr>
          <p:spPr bwMode="auto">
            <a:xfrm flipH="1">
              <a:off x="6732241" y="2708920"/>
              <a:ext cx="288031" cy="0"/>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63" name="矩形 162">
              <a:extLst>
                <a:ext uri="{FF2B5EF4-FFF2-40B4-BE49-F238E27FC236}">
                  <a16:creationId xmlns:a16="http://schemas.microsoft.com/office/drawing/2014/main" id="{65918940-A88E-BF6C-0E46-8936CB22FCAC}"/>
                </a:ext>
              </a:extLst>
            </p:cNvPr>
            <p:cNvSpPr/>
            <p:nvPr/>
          </p:nvSpPr>
          <p:spPr bwMode="auto">
            <a:xfrm>
              <a:off x="6927499" y="2663944"/>
              <a:ext cx="360405" cy="72008"/>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grpSp>
        <p:nvGrpSpPr>
          <p:cNvPr id="73" name="组合 221">
            <a:extLst>
              <a:ext uri="{FF2B5EF4-FFF2-40B4-BE49-F238E27FC236}">
                <a16:creationId xmlns:a16="http://schemas.microsoft.com/office/drawing/2014/main" id="{D65700FF-7779-B6DF-3819-D8045F117DA3}"/>
              </a:ext>
            </a:extLst>
          </p:cNvPr>
          <p:cNvGrpSpPr>
            <a:grpSpLocks/>
          </p:cNvGrpSpPr>
          <p:nvPr/>
        </p:nvGrpSpPr>
        <p:grpSpPr bwMode="auto">
          <a:xfrm rot="20292153">
            <a:off x="3780654" y="2637934"/>
            <a:ext cx="561975" cy="71437"/>
            <a:chOff x="6732241" y="2663758"/>
            <a:chExt cx="562040" cy="72008"/>
          </a:xfrm>
        </p:grpSpPr>
        <p:cxnSp>
          <p:nvCxnSpPr>
            <p:cNvPr id="160" name="直接箭头连接符 329">
              <a:extLst>
                <a:ext uri="{FF2B5EF4-FFF2-40B4-BE49-F238E27FC236}">
                  <a16:creationId xmlns:a16="http://schemas.microsoft.com/office/drawing/2014/main" id="{6732A503-84B3-855B-783F-D2F84F5E1C85}"/>
                </a:ext>
              </a:extLst>
            </p:cNvPr>
            <p:cNvCxnSpPr>
              <a:cxnSpLocks noChangeShapeType="1"/>
            </p:cNvCxnSpPr>
            <p:nvPr/>
          </p:nvCxnSpPr>
          <p:spPr bwMode="auto">
            <a:xfrm flipH="1">
              <a:off x="6732241" y="2708920"/>
              <a:ext cx="288031" cy="0"/>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61" name="矩形 160">
              <a:extLst>
                <a:ext uri="{FF2B5EF4-FFF2-40B4-BE49-F238E27FC236}">
                  <a16:creationId xmlns:a16="http://schemas.microsoft.com/office/drawing/2014/main" id="{5FC7449E-A9AF-E819-7C05-CB92E22C22ED}"/>
                </a:ext>
              </a:extLst>
            </p:cNvPr>
            <p:cNvSpPr/>
            <p:nvPr/>
          </p:nvSpPr>
          <p:spPr bwMode="auto">
            <a:xfrm>
              <a:off x="6934036" y="2661373"/>
              <a:ext cx="360404" cy="72009"/>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grpSp>
        <p:nvGrpSpPr>
          <p:cNvPr id="74" name="组合 224">
            <a:extLst>
              <a:ext uri="{FF2B5EF4-FFF2-40B4-BE49-F238E27FC236}">
                <a16:creationId xmlns:a16="http://schemas.microsoft.com/office/drawing/2014/main" id="{24256FFC-F5E8-1736-88E8-47643CBEA4B2}"/>
              </a:ext>
            </a:extLst>
          </p:cNvPr>
          <p:cNvGrpSpPr>
            <a:grpSpLocks/>
          </p:cNvGrpSpPr>
          <p:nvPr/>
        </p:nvGrpSpPr>
        <p:grpSpPr bwMode="auto">
          <a:xfrm>
            <a:off x="3721916" y="2244234"/>
            <a:ext cx="561975" cy="71437"/>
            <a:chOff x="6732241" y="2663758"/>
            <a:chExt cx="562040" cy="72008"/>
          </a:xfrm>
        </p:grpSpPr>
        <p:cxnSp>
          <p:nvCxnSpPr>
            <p:cNvPr id="126" name="直接箭头连接符 329">
              <a:extLst>
                <a:ext uri="{FF2B5EF4-FFF2-40B4-BE49-F238E27FC236}">
                  <a16:creationId xmlns:a16="http://schemas.microsoft.com/office/drawing/2014/main" id="{22FB9A98-DDCF-06D4-8EAF-A97458546263}"/>
                </a:ext>
              </a:extLst>
            </p:cNvPr>
            <p:cNvCxnSpPr>
              <a:cxnSpLocks noChangeShapeType="1"/>
            </p:cNvCxnSpPr>
            <p:nvPr/>
          </p:nvCxnSpPr>
          <p:spPr bwMode="auto">
            <a:xfrm flipH="1">
              <a:off x="6732241" y="2708920"/>
              <a:ext cx="288031" cy="0"/>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27" name="矩形 126">
              <a:extLst>
                <a:ext uri="{FF2B5EF4-FFF2-40B4-BE49-F238E27FC236}">
                  <a16:creationId xmlns:a16="http://schemas.microsoft.com/office/drawing/2014/main" id="{62FB1D33-1457-BB0B-1275-B58E0E9B092C}"/>
                </a:ext>
              </a:extLst>
            </p:cNvPr>
            <p:cNvSpPr/>
            <p:nvPr/>
          </p:nvSpPr>
          <p:spPr bwMode="auto">
            <a:xfrm>
              <a:off x="6933877" y="2663758"/>
              <a:ext cx="360404" cy="72008"/>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sp>
        <p:nvSpPr>
          <p:cNvPr id="25" name="TextBox 255">
            <a:extLst>
              <a:ext uri="{FF2B5EF4-FFF2-40B4-BE49-F238E27FC236}">
                <a16:creationId xmlns:a16="http://schemas.microsoft.com/office/drawing/2014/main" id="{3614E9AF-7B00-875C-3458-67B67E70F0CB}"/>
              </a:ext>
            </a:extLst>
          </p:cNvPr>
          <p:cNvSpPr txBox="1">
            <a:spLocks noChangeArrowheads="1"/>
          </p:cNvSpPr>
          <p:nvPr/>
        </p:nvSpPr>
        <p:spPr bwMode="auto">
          <a:xfrm>
            <a:off x="5403350" y="1099321"/>
            <a:ext cx="170431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BGP </a:t>
            </a: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路由的起点</a:t>
            </a:r>
            <a:endParaRPr lang="en-US" altLang="zh-CN" sz="1600" b="1" dirty="0">
              <a:latin typeface="微软雅黑" panose="020B0503020204020204" pitchFamily="34" charset="-122"/>
              <a:ea typeface="微软雅黑" panose="020B0503020204020204" pitchFamily="34" charset="-122"/>
              <a:sym typeface="Wingdings 2" panose="05020102010507070707" pitchFamily="18" charset="2"/>
            </a:endParaRPr>
          </a:p>
          <a:p>
            <a:pPr algn="ctr" eaLnBrk="1" hangingPunct="1">
              <a:spcBef>
                <a:spcPct val="0"/>
              </a:spcBef>
              <a:buFontTx/>
              <a:buNone/>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(NEXT-HOP)</a:t>
            </a:r>
            <a:endParaRPr lang="zh-CN" altLang="en-US" sz="1600" b="1" dirty="0">
              <a:latin typeface="微软雅黑" panose="020B0503020204020204" pitchFamily="34" charset="-122"/>
              <a:ea typeface="微软雅黑" panose="020B0503020204020204" pitchFamily="34" charset="-122"/>
            </a:endParaRPr>
          </a:p>
        </p:txBody>
      </p:sp>
      <p:cxnSp>
        <p:nvCxnSpPr>
          <p:cNvPr id="26" name="直接箭头连接符 329">
            <a:extLst>
              <a:ext uri="{FF2B5EF4-FFF2-40B4-BE49-F238E27FC236}">
                <a16:creationId xmlns:a16="http://schemas.microsoft.com/office/drawing/2014/main" id="{1BC67733-31D0-6D13-83D1-E7EC1EE91EA4}"/>
              </a:ext>
            </a:extLst>
          </p:cNvPr>
          <p:cNvCxnSpPr>
            <a:cxnSpLocks noChangeShapeType="1"/>
          </p:cNvCxnSpPr>
          <p:nvPr/>
        </p:nvCxnSpPr>
        <p:spPr bwMode="auto">
          <a:xfrm flipH="1">
            <a:off x="8086938" y="1811497"/>
            <a:ext cx="12700" cy="66516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7" name="直接箭头连接符 329">
            <a:extLst>
              <a:ext uri="{FF2B5EF4-FFF2-40B4-BE49-F238E27FC236}">
                <a16:creationId xmlns:a16="http://schemas.microsoft.com/office/drawing/2014/main" id="{EE6EED59-4625-2B70-6D57-99C48656423C}"/>
              </a:ext>
            </a:extLst>
          </p:cNvPr>
          <p:cNvCxnSpPr>
            <a:cxnSpLocks noChangeShapeType="1"/>
          </p:cNvCxnSpPr>
          <p:nvPr/>
        </p:nvCxnSpPr>
        <p:spPr bwMode="auto">
          <a:xfrm flipH="1">
            <a:off x="6315038" y="1634308"/>
            <a:ext cx="9525" cy="428625"/>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8" name="TextBox 255">
            <a:extLst>
              <a:ext uri="{FF2B5EF4-FFF2-40B4-BE49-F238E27FC236}">
                <a16:creationId xmlns:a16="http://schemas.microsoft.com/office/drawing/2014/main" id="{25CA0BC7-76D1-5BF6-AD80-547477B260CE}"/>
              </a:ext>
            </a:extLst>
          </p:cNvPr>
          <p:cNvSpPr txBox="1">
            <a:spLocks noChangeArrowheads="1"/>
          </p:cNvSpPr>
          <p:nvPr/>
        </p:nvSpPr>
        <p:spPr bwMode="auto">
          <a:xfrm>
            <a:off x="7226050" y="1219360"/>
            <a:ext cx="170431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BGP </a:t>
            </a: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路由的终点</a:t>
            </a:r>
            <a:endParaRPr lang="en-US" altLang="zh-CN" sz="1600" b="1" dirty="0">
              <a:latin typeface="微软雅黑" panose="020B0503020204020204" pitchFamily="34" charset="-122"/>
              <a:ea typeface="微软雅黑" panose="020B0503020204020204" pitchFamily="34" charset="-122"/>
              <a:sym typeface="Wingdings 2" panose="05020102010507070707" pitchFamily="18" charset="2"/>
            </a:endParaRPr>
          </a:p>
          <a:p>
            <a:pPr algn="ctr" eaLnBrk="1" hangingPunct="1">
              <a:spcBef>
                <a:spcPct val="0"/>
              </a:spcBef>
              <a:buFontTx/>
              <a:buNone/>
            </a:pP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（前缀）</a:t>
            </a:r>
            <a:endParaRPr lang="zh-CN" altLang="en-US" sz="1600" b="1" dirty="0">
              <a:latin typeface="微软雅黑" panose="020B0503020204020204" pitchFamily="34" charset="-122"/>
              <a:ea typeface="微软雅黑" panose="020B0503020204020204" pitchFamily="34" charset="-122"/>
            </a:endParaRPr>
          </a:p>
        </p:txBody>
      </p:sp>
      <p:grpSp>
        <p:nvGrpSpPr>
          <p:cNvPr id="38" name="组合 37">
            <a:extLst>
              <a:ext uri="{FF2B5EF4-FFF2-40B4-BE49-F238E27FC236}">
                <a16:creationId xmlns:a16="http://schemas.microsoft.com/office/drawing/2014/main" id="{EB3281FD-A317-2BAC-38F5-8D189C24C552}"/>
              </a:ext>
            </a:extLst>
          </p:cNvPr>
          <p:cNvGrpSpPr/>
          <p:nvPr/>
        </p:nvGrpSpPr>
        <p:grpSpPr>
          <a:xfrm>
            <a:off x="633205" y="1873528"/>
            <a:ext cx="2058868" cy="1536061"/>
            <a:chOff x="755650" y="3371850"/>
            <a:chExt cx="2058868" cy="1536061"/>
          </a:xfrm>
        </p:grpSpPr>
        <p:sp>
          <p:nvSpPr>
            <p:cNvPr id="39" name="Text Box 175">
              <a:extLst>
                <a:ext uri="{FF2B5EF4-FFF2-40B4-BE49-F238E27FC236}">
                  <a16:creationId xmlns:a16="http://schemas.microsoft.com/office/drawing/2014/main" id="{7641C04E-80CF-10E7-2871-8804169CA8FC}"/>
                </a:ext>
              </a:extLst>
            </p:cNvPr>
            <p:cNvSpPr txBox="1">
              <a:spLocks noChangeArrowheads="1"/>
            </p:cNvSpPr>
            <p:nvPr/>
          </p:nvSpPr>
          <p:spPr bwMode="auto">
            <a:xfrm>
              <a:off x="755650" y="4284663"/>
              <a:ext cx="1803699"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spcAft>
                  <a:spcPts val="300"/>
                </a:spcAft>
                <a:buFontTx/>
                <a:buNone/>
              </a:pPr>
              <a:r>
                <a:rPr lang="zh-CN" altLang="en-US" sz="1600" b="1" dirty="0">
                  <a:latin typeface="微软雅黑" panose="020B0503020204020204" pitchFamily="34" charset="-122"/>
                  <a:ea typeface="微软雅黑" panose="020B0503020204020204" pitchFamily="34" charset="-122"/>
                </a:rPr>
                <a:t>前缀匹配   下一跳</a:t>
              </a:r>
              <a:endParaRPr lang="en-US" altLang="zh-CN" sz="1600" b="1" dirty="0">
                <a:latin typeface="微软雅黑" panose="020B0503020204020204" pitchFamily="34" charset="-122"/>
                <a:ea typeface="微软雅黑" panose="020B0503020204020204" pitchFamily="34" charset="-122"/>
              </a:endParaRPr>
            </a:p>
            <a:p>
              <a:pPr eaLnBrk="1" hangingPunct="1">
                <a:spcBef>
                  <a:spcPct val="0"/>
                </a:spcBef>
                <a:buFontTx/>
                <a:buNone/>
              </a:pPr>
              <a:r>
                <a:rPr lang="en-US" altLang="zh-CN" sz="1600" b="1" dirty="0">
                  <a:latin typeface="微软雅黑" panose="020B0503020204020204" pitchFamily="34" charset="-122"/>
                  <a:ea typeface="微软雅黑" panose="020B0503020204020204" pitchFamily="34" charset="-122"/>
                </a:rPr>
                <a:t>      X</a:t>
              </a:r>
              <a:endParaRPr lang="en-US" altLang="zh-CN" sz="1600" b="1" dirty="0">
                <a:solidFill>
                  <a:srgbClr val="FF0000"/>
                </a:solidFill>
                <a:latin typeface="微软雅黑" panose="020B0503020204020204" pitchFamily="34" charset="-122"/>
                <a:ea typeface="微软雅黑" panose="020B0503020204020204" pitchFamily="34" charset="-122"/>
              </a:endParaRPr>
            </a:p>
          </p:txBody>
        </p:sp>
        <p:sp>
          <p:nvSpPr>
            <p:cNvPr id="40" name="矩形 105">
              <a:extLst>
                <a:ext uri="{FF2B5EF4-FFF2-40B4-BE49-F238E27FC236}">
                  <a16:creationId xmlns:a16="http://schemas.microsoft.com/office/drawing/2014/main" id="{13A6681A-708E-3BF4-BD69-F188A36A3F1F}"/>
                </a:ext>
              </a:extLst>
            </p:cNvPr>
            <p:cNvSpPr>
              <a:spLocks noChangeArrowheads="1"/>
            </p:cNvSpPr>
            <p:nvPr/>
          </p:nvSpPr>
          <p:spPr bwMode="auto">
            <a:xfrm>
              <a:off x="755650" y="4292600"/>
              <a:ext cx="1728788" cy="5746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400" b="1">
                <a:latin typeface="微软雅黑" panose="020B0503020204020204" pitchFamily="34" charset="-122"/>
                <a:ea typeface="微软雅黑" panose="020B0503020204020204" pitchFamily="34" charset="-122"/>
              </a:endParaRPr>
            </a:p>
          </p:txBody>
        </p:sp>
        <p:cxnSp>
          <p:nvCxnSpPr>
            <p:cNvPr id="41" name="直接连接符 107">
              <a:extLst>
                <a:ext uri="{FF2B5EF4-FFF2-40B4-BE49-F238E27FC236}">
                  <a16:creationId xmlns:a16="http://schemas.microsoft.com/office/drawing/2014/main" id="{7D248E7C-5D4F-75F9-14D2-4B41C294F167}"/>
                </a:ext>
              </a:extLst>
            </p:cNvPr>
            <p:cNvCxnSpPr>
              <a:cxnSpLocks noChangeShapeType="1"/>
              <a:stCxn id="40" idx="1"/>
              <a:endCxn id="40" idx="3"/>
            </p:cNvCxnSpPr>
            <p:nvPr/>
          </p:nvCxnSpPr>
          <p:spPr bwMode="auto">
            <a:xfrm>
              <a:off x="755650" y="4579938"/>
              <a:ext cx="1728788"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2" name="直接连接符 109">
              <a:extLst>
                <a:ext uri="{FF2B5EF4-FFF2-40B4-BE49-F238E27FC236}">
                  <a16:creationId xmlns:a16="http://schemas.microsoft.com/office/drawing/2014/main" id="{14EC2676-F0DA-22E7-A636-1D1C352086AC}"/>
                </a:ext>
              </a:extLst>
            </p:cNvPr>
            <p:cNvCxnSpPr>
              <a:cxnSpLocks noChangeShapeType="1"/>
            </p:cNvCxnSpPr>
            <p:nvPr/>
          </p:nvCxnSpPr>
          <p:spPr bwMode="auto">
            <a:xfrm flipH="1">
              <a:off x="1751013" y="4292600"/>
              <a:ext cx="12700" cy="5842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43" name="任意多边形 111">
              <a:extLst>
                <a:ext uri="{FF2B5EF4-FFF2-40B4-BE49-F238E27FC236}">
                  <a16:creationId xmlns:a16="http://schemas.microsoft.com/office/drawing/2014/main" id="{504D52C2-97EF-690E-0AA7-CE100DCDBDA5}"/>
                </a:ext>
              </a:extLst>
            </p:cNvPr>
            <p:cNvSpPr/>
            <p:nvPr/>
          </p:nvSpPr>
          <p:spPr bwMode="auto">
            <a:xfrm>
              <a:off x="763588" y="3890963"/>
              <a:ext cx="1939925" cy="403225"/>
            </a:xfrm>
            <a:custGeom>
              <a:avLst/>
              <a:gdLst>
                <a:gd name="connsiteX0" fmla="*/ 0 w 1940668"/>
                <a:gd name="connsiteY0" fmla="*/ 398834 h 403698"/>
                <a:gd name="connsiteX1" fmla="*/ 0 w 1940668"/>
                <a:gd name="connsiteY1" fmla="*/ 398834 h 403698"/>
                <a:gd name="connsiteX2" fmla="*/ 1940668 w 1940668"/>
                <a:gd name="connsiteY2" fmla="*/ 0 h 403698"/>
                <a:gd name="connsiteX3" fmla="*/ 1716932 w 1940668"/>
                <a:gd name="connsiteY3" fmla="*/ 403698 h 403698"/>
                <a:gd name="connsiteX4" fmla="*/ 0 w 1940668"/>
                <a:gd name="connsiteY4" fmla="*/ 398834 h 403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0668" h="403698">
                  <a:moveTo>
                    <a:pt x="0" y="398834"/>
                  </a:moveTo>
                  <a:lnTo>
                    <a:pt x="0" y="398834"/>
                  </a:lnTo>
                  <a:lnTo>
                    <a:pt x="1940668" y="0"/>
                  </a:lnTo>
                  <a:lnTo>
                    <a:pt x="1716932" y="403698"/>
                  </a:lnTo>
                  <a:lnTo>
                    <a:pt x="0" y="398834"/>
                  </a:lnTo>
                  <a:close/>
                </a:path>
              </a:pathLst>
            </a:custGeom>
            <a:gradFill flip="none" rotWithShape="1">
              <a:gsLst>
                <a:gs pos="0">
                  <a:schemeClr val="accent5">
                    <a:lumMod val="75000"/>
                  </a:schemeClr>
                </a:gs>
                <a:gs pos="51000">
                  <a:schemeClr val="accent5">
                    <a:lumMod val="40000"/>
                    <a:lumOff val="60000"/>
                  </a:schemeClr>
                </a:gs>
                <a:gs pos="100000">
                  <a:schemeClr val="bg1"/>
                </a:gs>
              </a:gsLst>
              <a:lin ang="16200000" scaled="1"/>
              <a:tileRect/>
            </a:gradFill>
            <a:ln w="9525" cap="flat" cmpd="sng" algn="ctr">
              <a:no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nvGrpSpPr>
            <p:cNvPr id="47" name="组合 115">
              <a:extLst>
                <a:ext uri="{FF2B5EF4-FFF2-40B4-BE49-F238E27FC236}">
                  <a16:creationId xmlns:a16="http://schemas.microsoft.com/office/drawing/2014/main" id="{23BB5973-7390-593E-47C0-92BFB6E8D03A}"/>
                </a:ext>
              </a:extLst>
            </p:cNvPr>
            <p:cNvGrpSpPr>
              <a:grpSpLocks/>
            </p:cNvGrpSpPr>
            <p:nvPr/>
          </p:nvGrpSpPr>
          <p:grpSpPr bwMode="auto">
            <a:xfrm>
              <a:off x="755650" y="3371850"/>
              <a:ext cx="2058868" cy="431800"/>
              <a:chOff x="1043608" y="3371583"/>
              <a:chExt cx="2058237" cy="432048"/>
            </a:xfrm>
          </p:grpSpPr>
          <p:sp>
            <p:nvSpPr>
              <p:cNvPr id="48" name="椭圆形标注 114">
                <a:extLst>
                  <a:ext uri="{FF2B5EF4-FFF2-40B4-BE49-F238E27FC236}">
                    <a16:creationId xmlns:a16="http://schemas.microsoft.com/office/drawing/2014/main" id="{3B56FFAA-C174-9525-A2E5-7A9B3993773A}"/>
                  </a:ext>
                </a:extLst>
              </p:cNvPr>
              <p:cNvSpPr>
                <a:spLocks noChangeArrowheads="1"/>
              </p:cNvSpPr>
              <p:nvPr/>
            </p:nvSpPr>
            <p:spPr bwMode="auto">
              <a:xfrm>
                <a:off x="1043608" y="3371583"/>
                <a:ext cx="1944216" cy="432048"/>
              </a:xfrm>
              <a:prstGeom prst="wedgeEllipseCallout">
                <a:avLst>
                  <a:gd name="adj1" fmla="val -24602"/>
                  <a:gd name="adj2" fmla="val 180028"/>
                </a:avLst>
              </a:prstGeom>
              <a:solidFill>
                <a:schemeClr val="bg1"/>
              </a:solidFill>
              <a:ln w="9525"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400" b="1">
                  <a:latin typeface="微软雅黑" panose="020B0503020204020204" pitchFamily="34" charset="-122"/>
                  <a:ea typeface="微软雅黑" panose="020B0503020204020204" pitchFamily="34" charset="-122"/>
                </a:endParaRPr>
              </a:p>
            </p:txBody>
          </p:sp>
          <p:sp>
            <p:nvSpPr>
              <p:cNvPr id="49" name="Text Box 175">
                <a:extLst>
                  <a:ext uri="{FF2B5EF4-FFF2-40B4-BE49-F238E27FC236}">
                    <a16:creationId xmlns:a16="http://schemas.microsoft.com/office/drawing/2014/main" id="{18631043-7306-C0DE-7115-8C079B2AF71C}"/>
                  </a:ext>
                </a:extLst>
              </p:cNvPr>
              <p:cNvSpPr txBox="1">
                <a:spLocks noChangeArrowheads="1"/>
              </p:cNvSpPr>
              <p:nvPr/>
            </p:nvSpPr>
            <p:spPr bwMode="auto">
              <a:xfrm>
                <a:off x="1116013" y="3429000"/>
                <a:ext cx="1985832" cy="338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600" b="1">
                    <a:latin typeface="微软雅黑" panose="020B0503020204020204" pitchFamily="34" charset="-122"/>
                    <a:ea typeface="微软雅黑" panose="020B0503020204020204" pitchFamily="34" charset="-122"/>
                  </a:rPr>
                  <a:t>收到“</a:t>
                </a:r>
                <a:r>
                  <a:rPr lang="en-US" altLang="zh-CN" sz="1600" b="1">
                    <a:latin typeface="微软雅黑" panose="020B0503020204020204" pitchFamily="34" charset="-122"/>
                    <a:ea typeface="微软雅黑" panose="020B0503020204020204" pitchFamily="34" charset="-122"/>
                  </a:rPr>
                  <a:t>X, AS</a:t>
                </a:r>
                <a:r>
                  <a:rPr lang="en-US" altLang="zh-CN" sz="1600" b="1" baseline="-25000">
                    <a:latin typeface="微软雅黑" panose="020B0503020204020204" pitchFamily="34" charset="-122"/>
                    <a:ea typeface="微软雅黑" panose="020B0503020204020204" pitchFamily="34" charset="-122"/>
                  </a:rPr>
                  <a:t>1</a:t>
                </a:r>
                <a:r>
                  <a:rPr lang="en-US" altLang="zh-CN" sz="1600" b="1">
                    <a:latin typeface="微软雅黑" panose="020B0503020204020204" pitchFamily="34" charset="-122"/>
                    <a:ea typeface="微软雅黑" panose="020B0503020204020204" pitchFamily="34" charset="-122"/>
                  </a:rPr>
                  <a:t>, R</a:t>
                </a:r>
                <a:r>
                  <a:rPr lang="en-US" altLang="zh-CN" sz="1600" b="1" baseline="-25000">
                    <a:latin typeface="微软雅黑" panose="020B0503020204020204" pitchFamily="34" charset="-122"/>
                    <a:ea typeface="微软雅黑" panose="020B0503020204020204" pitchFamily="34" charset="-122"/>
                  </a:rPr>
                  <a:t>1</a:t>
                </a:r>
                <a:r>
                  <a:rPr lang="zh-CN" altLang="en-US" sz="1600" b="1">
                    <a:latin typeface="微软雅黑" panose="020B0503020204020204" pitchFamily="34" charset="-122"/>
                    <a:ea typeface="微软雅黑" panose="020B0503020204020204" pitchFamily="34" charset="-122"/>
                  </a:rPr>
                  <a:t>”</a:t>
                </a:r>
                <a:endParaRPr lang="en-US" altLang="zh-CN" sz="1600" b="1" baseline="-25000">
                  <a:latin typeface="微软雅黑" panose="020B0503020204020204" pitchFamily="34" charset="-122"/>
                  <a:ea typeface="微软雅黑" panose="020B0503020204020204" pitchFamily="34" charset="-122"/>
                </a:endParaRPr>
              </a:p>
            </p:txBody>
          </p:sp>
        </p:grpSp>
      </p:grpSp>
      <p:grpSp>
        <p:nvGrpSpPr>
          <p:cNvPr id="50" name="组合 49">
            <a:extLst>
              <a:ext uri="{FF2B5EF4-FFF2-40B4-BE49-F238E27FC236}">
                <a16:creationId xmlns:a16="http://schemas.microsoft.com/office/drawing/2014/main" id="{2FE0BE0E-D265-2DD4-928D-9FA06E438251}"/>
              </a:ext>
            </a:extLst>
          </p:cNvPr>
          <p:cNvGrpSpPr/>
          <p:nvPr/>
        </p:nvGrpSpPr>
        <p:grpSpPr>
          <a:xfrm>
            <a:off x="4956740" y="1723557"/>
            <a:ext cx="1220696" cy="338554"/>
            <a:chOff x="4919436" y="1372285"/>
            <a:chExt cx="1220696" cy="338554"/>
          </a:xfrm>
        </p:grpSpPr>
        <p:sp>
          <p:nvSpPr>
            <p:cNvPr id="51" name="圆角矩形 160">
              <a:extLst>
                <a:ext uri="{FF2B5EF4-FFF2-40B4-BE49-F238E27FC236}">
                  <a16:creationId xmlns:a16="http://schemas.microsoft.com/office/drawing/2014/main" id="{CF78F057-CB2A-CE5A-E158-90F329F51CEF}"/>
                </a:ext>
              </a:extLst>
            </p:cNvPr>
            <p:cNvSpPr>
              <a:spLocks noChangeArrowheads="1"/>
            </p:cNvSpPr>
            <p:nvPr/>
          </p:nvSpPr>
          <p:spPr bwMode="auto">
            <a:xfrm>
              <a:off x="4968603" y="1410037"/>
              <a:ext cx="1035050" cy="288925"/>
            </a:xfrm>
            <a:prstGeom prst="roundRect">
              <a:avLst>
                <a:gd name="adj" fmla="val 26806"/>
              </a:avLst>
            </a:prstGeom>
            <a:solidFill>
              <a:srgbClr val="FFC000"/>
            </a:solidFill>
            <a:ln w="19050" algn="ctr">
              <a:solidFill>
                <a:srgbClr val="000000"/>
              </a:solidFill>
              <a:round/>
              <a:headEnd/>
              <a:tailEn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52" name="Text Box 173">
              <a:extLst>
                <a:ext uri="{FF2B5EF4-FFF2-40B4-BE49-F238E27FC236}">
                  <a16:creationId xmlns:a16="http://schemas.microsoft.com/office/drawing/2014/main" id="{AC9458C9-48E6-301C-EE08-93FF0AEE4094}"/>
                </a:ext>
              </a:extLst>
            </p:cNvPr>
            <p:cNvSpPr txBox="1">
              <a:spLocks noChangeArrowheads="1"/>
            </p:cNvSpPr>
            <p:nvPr/>
          </p:nvSpPr>
          <p:spPr bwMode="auto">
            <a:xfrm>
              <a:off x="4919436" y="1372285"/>
              <a:ext cx="12206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ts val="60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X, AS</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1</a:t>
              </a: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 R</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1</a:t>
              </a:r>
              <a:r>
                <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                                                 </a:t>
              </a:r>
              <a:endPar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cxnSp>
        <p:nvCxnSpPr>
          <p:cNvPr id="54" name="直接箭头连接符 329">
            <a:extLst>
              <a:ext uri="{FF2B5EF4-FFF2-40B4-BE49-F238E27FC236}">
                <a16:creationId xmlns:a16="http://schemas.microsoft.com/office/drawing/2014/main" id="{0B4E8566-69A3-7984-FEB6-C33B099BE7DE}"/>
              </a:ext>
            </a:extLst>
          </p:cNvPr>
          <p:cNvCxnSpPr>
            <a:cxnSpLocks noChangeShapeType="1"/>
            <a:stCxn id="52" idx="2"/>
          </p:cNvCxnSpPr>
          <p:nvPr/>
        </p:nvCxnSpPr>
        <p:spPr bwMode="auto">
          <a:xfrm>
            <a:off x="5567088" y="2062111"/>
            <a:ext cx="131542" cy="168250"/>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sp>
        <p:nvSpPr>
          <p:cNvPr id="70" name="文本框 69">
            <a:extLst>
              <a:ext uri="{FF2B5EF4-FFF2-40B4-BE49-F238E27FC236}">
                <a16:creationId xmlns:a16="http://schemas.microsoft.com/office/drawing/2014/main" id="{5C3C3F30-2BE7-5514-1A94-B65EB11A64E8}"/>
              </a:ext>
            </a:extLst>
          </p:cNvPr>
          <p:cNvSpPr txBox="1"/>
          <p:nvPr/>
        </p:nvSpPr>
        <p:spPr>
          <a:xfrm>
            <a:off x="1874147" y="3027174"/>
            <a:ext cx="308650" cy="400110"/>
          </a:xfrm>
          <a:prstGeom prst="rect">
            <a:avLst/>
          </a:prstGeom>
          <a:noFill/>
        </p:spPr>
        <p:txBody>
          <a:bodyPr wrap="square">
            <a:spAutoFit/>
          </a:bodyPr>
          <a:lstStyle/>
          <a:p>
            <a:r>
              <a:rPr lang="zh-CN" altLang="en-US" sz="2000" b="1" dirty="0">
                <a:solidFill>
                  <a:srgbClr val="FF0000"/>
                </a:solidFill>
                <a:latin typeface="微软雅黑" panose="020B0503020204020204" pitchFamily="34" charset="-122"/>
                <a:ea typeface="微软雅黑" panose="020B0503020204020204" pitchFamily="34" charset="-122"/>
              </a:rPr>
              <a:t>？</a:t>
            </a:r>
            <a:endParaRPr lang="zh-CN" altLang="en-US" sz="2000" dirty="0"/>
          </a:p>
        </p:txBody>
      </p:sp>
    </p:spTree>
    <p:extLst>
      <p:ext uri="{BB962C8B-B14F-4D97-AF65-F5344CB8AC3E}">
        <p14:creationId xmlns:p14="http://schemas.microsoft.com/office/powerpoint/2010/main" val="2930589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50"/>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54"/>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35" presetClass="emph" presetSubtype="0" repeatCount="3000" fill="hold" grpId="0" nodeType="clickEffect">
                                  <p:stCondLst>
                                    <p:cond delay="0"/>
                                  </p:stCondLst>
                                  <p:childTnLst>
                                    <p:anim calcmode="discrete" valueType="str">
                                      <p:cBhvr>
                                        <p:cTn id="12" dur="1000" fill="hold"/>
                                        <p:tgtEl>
                                          <p:spTgt spid="25"/>
                                        </p:tgtEl>
                                        <p:attrNameLst>
                                          <p:attrName>style.visibility</p:attrName>
                                        </p:attrNameLst>
                                      </p:cBhvr>
                                      <p:tavLst>
                                        <p:tav tm="0">
                                          <p:val>
                                            <p:strVal val="hidden"/>
                                          </p:val>
                                        </p:tav>
                                        <p:tav tm="50000">
                                          <p:val>
                                            <p:strVal val="visible"/>
                                          </p:val>
                                        </p:tav>
                                      </p:tavLst>
                                    </p:anim>
                                  </p:childTnLst>
                                </p:cTn>
                              </p:par>
                            </p:childTnLst>
                          </p:cTn>
                        </p:par>
                        <p:par>
                          <p:cTn id="13" fill="hold">
                            <p:stCondLst>
                              <p:cond delay="3000"/>
                            </p:stCondLst>
                            <p:childTnLst>
                              <p:par>
                                <p:cTn id="14" presetID="35" presetClass="emph" presetSubtype="0" repeatCount="3000" fill="hold" grpId="0" nodeType="afterEffect">
                                  <p:stCondLst>
                                    <p:cond delay="0"/>
                                  </p:stCondLst>
                                  <p:childTnLst>
                                    <p:anim calcmode="discrete" valueType="str">
                                      <p:cBhvr>
                                        <p:cTn id="15" dur="1000" fill="hold"/>
                                        <p:tgtEl>
                                          <p:spTgt spid="28"/>
                                        </p:tgtEl>
                                        <p:attrNameLst>
                                          <p:attrName>style.visibility</p:attrName>
                                        </p:attrNameLst>
                                      </p:cBhvr>
                                      <p:tavLst>
                                        <p:tav tm="0">
                                          <p:val>
                                            <p:strVal val="hidden"/>
                                          </p:val>
                                        </p:tav>
                                        <p:tav tm="50000">
                                          <p:val>
                                            <p:strVal val="visible"/>
                                          </p:val>
                                        </p:tav>
                                      </p:tavLst>
                                    </p:anim>
                                  </p:childTnLst>
                                </p:cTn>
                              </p:par>
                            </p:childTnLst>
                          </p:cTn>
                        </p:par>
                      </p:childTnLst>
                    </p:cTn>
                  </p:par>
                  <p:par>
                    <p:cTn id="16" fill="hold">
                      <p:stCondLst>
                        <p:cond delay="indefinite"/>
                      </p:stCondLst>
                      <p:childTnLst>
                        <p:par>
                          <p:cTn id="17" fill="hold">
                            <p:stCondLst>
                              <p:cond delay="0"/>
                            </p:stCondLst>
                            <p:childTnLst>
                              <p:par>
                                <p:cTn id="18" presetID="35" presetClass="emph" presetSubtype="0" repeatCount="3000" fill="hold" grpId="0" nodeType="clickEffect">
                                  <p:stCondLst>
                                    <p:cond delay="0"/>
                                  </p:stCondLst>
                                  <p:childTnLst>
                                    <p:anim calcmode="discrete" valueType="str">
                                      <p:cBhvr>
                                        <p:cTn id="19"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8" grpId="0"/>
      <p:bldP spid="70"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783BA3-35F5-EEE5-EA9E-601CB26000F3}"/>
            </a:ext>
          </a:extLst>
        </p:cNvPr>
        <p:cNvGrpSpPr/>
        <p:nvPr/>
      </p:nvGrpSpPr>
      <p:grpSpPr>
        <a:xfrm>
          <a:off x="0" y="0"/>
          <a:ext cx="0" cy="0"/>
          <a:chOff x="0" y="0"/>
          <a:chExt cx="0" cy="0"/>
        </a:xfrm>
      </p:grpSpPr>
      <p:sp>
        <p:nvSpPr>
          <p:cNvPr id="178" name="圆角矩形 3">
            <a:extLst>
              <a:ext uri="{FF2B5EF4-FFF2-40B4-BE49-F238E27FC236}">
                <a16:creationId xmlns:a16="http://schemas.microsoft.com/office/drawing/2014/main" id="{1CDF530C-56A9-8BEE-4D8E-FD8DF3D368E8}"/>
              </a:ext>
            </a:extLst>
          </p:cNvPr>
          <p:cNvSpPr/>
          <p:nvPr/>
        </p:nvSpPr>
        <p:spPr>
          <a:xfrm>
            <a:off x="213636" y="1009973"/>
            <a:ext cx="8731023" cy="253726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106" name="Group 206">
            <a:extLst>
              <a:ext uri="{FF2B5EF4-FFF2-40B4-BE49-F238E27FC236}">
                <a16:creationId xmlns:a16="http://schemas.microsoft.com/office/drawing/2014/main" id="{185E7CE6-8CEC-92A0-42F7-2891E2B81484}"/>
              </a:ext>
            </a:extLst>
          </p:cNvPr>
          <p:cNvGrpSpPr>
            <a:grpSpLocks/>
          </p:cNvGrpSpPr>
          <p:nvPr/>
        </p:nvGrpSpPr>
        <p:grpSpPr bwMode="auto">
          <a:xfrm>
            <a:off x="6378966" y="1881467"/>
            <a:ext cx="1932048" cy="1014602"/>
            <a:chOff x="912" y="768"/>
            <a:chExt cx="2400" cy="1584"/>
          </a:xfrm>
        </p:grpSpPr>
        <p:sp>
          <p:nvSpPr>
            <p:cNvPr id="107" name="Oval 207">
              <a:extLst>
                <a:ext uri="{FF2B5EF4-FFF2-40B4-BE49-F238E27FC236}">
                  <a16:creationId xmlns:a16="http://schemas.microsoft.com/office/drawing/2014/main" id="{5EB003CE-EB13-82A6-9F13-8B67312E482D}"/>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8" name="Oval 208">
              <a:extLst>
                <a:ext uri="{FF2B5EF4-FFF2-40B4-BE49-F238E27FC236}">
                  <a16:creationId xmlns:a16="http://schemas.microsoft.com/office/drawing/2014/main" id="{819DE5DD-44F5-7E2B-DDB5-B028D2FD8445}"/>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9" name="Oval 209">
              <a:extLst>
                <a:ext uri="{FF2B5EF4-FFF2-40B4-BE49-F238E27FC236}">
                  <a16:creationId xmlns:a16="http://schemas.microsoft.com/office/drawing/2014/main" id="{3D6B51CC-E434-BD22-26AD-6DB9560284F8}"/>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0" name="Oval 210">
              <a:extLst>
                <a:ext uri="{FF2B5EF4-FFF2-40B4-BE49-F238E27FC236}">
                  <a16:creationId xmlns:a16="http://schemas.microsoft.com/office/drawing/2014/main" id="{BE9D0D37-F9B4-0FBE-869E-FE67C6DC6D95}"/>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1" name="Oval 211">
              <a:extLst>
                <a:ext uri="{FF2B5EF4-FFF2-40B4-BE49-F238E27FC236}">
                  <a16:creationId xmlns:a16="http://schemas.microsoft.com/office/drawing/2014/main" id="{96373EBA-F3DF-02E1-8116-F38D5F431D12}"/>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2" name="Oval 212">
              <a:extLst>
                <a:ext uri="{FF2B5EF4-FFF2-40B4-BE49-F238E27FC236}">
                  <a16:creationId xmlns:a16="http://schemas.microsoft.com/office/drawing/2014/main" id="{4A9B24DD-64DB-D2C9-F617-F42533A54060}"/>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3" name="Oval 213">
              <a:extLst>
                <a:ext uri="{FF2B5EF4-FFF2-40B4-BE49-F238E27FC236}">
                  <a16:creationId xmlns:a16="http://schemas.microsoft.com/office/drawing/2014/main" id="{9CFD740C-B970-2D37-2FEB-314DA2569CD6}"/>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4" name="Oval 214">
              <a:extLst>
                <a:ext uri="{FF2B5EF4-FFF2-40B4-BE49-F238E27FC236}">
                  <a16:creationId xmlns:a16="http://schemas.microsoft.com/office/drawing/2014/main" id="{8C21F567-81D4-20B7-9D69-BC5B154BC650}"/>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5" name="Oval 215">
              <a:extLst>
                <a:ext uri="{FF2B5EF4-FFF2-40B4-BE49-F238E27FC236}">
                  <a16:creationId xmlns:a16="http://schemas.microsoft.com/office/drawing/2014/main" id="{2C5959FB-C801-F6B7-CECC-B1D968F7661B}"/>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16" name="Group 216">
              <a:extLst>
                <a:ext uri="{FF2B5EF4-FFF2-40B4-BE49-F238E27FC236}">
                  <a16:creationId xmlns:a16="http://schemas.microsoft.com/office/drawing/2014/main" id="{DBAEB086-B9E3-919D-46A5-967B1B712EF6}"/>
                </a:ext>
              </a:extLst>
            </p:cNvPr>
            <p:cNvGrpSpPr>
              <a:grpSpLocks/>
            </p:cNvGrpSpPr>
            <p:nvPr/>
          </p:nvGrpSpPr>
          <p:grpSpPr bwMode="auto">
            <a:xfrm>
              <a:off x="912" y="768"/>
              <a:ext cx="2386" cy="1553"/>
              <a:chOff x="912" y="768"/>
              <a:chExt cx="2386" cy="1553"/>
            </a:xfrm>
          </p:grpSpPr>
          <p:sp>
            <p:nvSpPr>
              <p:cNvPr id="117" name="Oval 217">
                <a:extLst>
                  <a:ext uri="{FF2B5EF4-FFF2-40B4-BE49-F238E27FC236}">
                    <a16:creationId xmlns:a16="http://schemas.microsoft.com/office/drawing/2014/main" id="{0D9ECD6A-7573-6BE5-6A4B-C5AC269FBCF3}"/>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8" name="Oval 218">
                <a:extLst>
                  <a:ext uri="{FF2B5EF4-FFF2-40B4-BE49-F238E27FC236}">
                    <a16:creationId xmlns:a16="http://schemas.microsoft.com/office/drawing/2014/main" id="{9C1DC74D-9022-822B-C247-0549A5006A15}"/>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9" name="Oval 219">
                <a:extLst>
                  <a:ext uri="{FF2B5EF4-FFF2-40B4-BE49-F238E27FC236}">
                    <a16:creationId xmlns:a16="http://schemas.microsoft.com/office/drawing/2014/main" id="{22F8EED9-75C4-B4B0-3A37-AD14DB2BF797}"/>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0" name="Oval 220">
                <a:extLst>
                  <a:ext uri="{FF2B5EF4-FFF2-40B4-BE49-F238E27FC236}">
                    <a16:creationId xmlns:a16="http://schemas.microsoft.com/office/drawing/2014/main" id="{BA7E0117-ED6B-07DD-2F00-C1FB4B4136FE}"/>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1" name="Oval 221">
                <a:extLst>
                  <a:ext uri="{FF2B5EF4-FFF2-40B4-BE49-F238E27FC236}">
                    <a16:creationId xmlns:a16="http://schemas.microsoft.com/office/drawing/2014/main" id="{C3AB01C0-A5C9-7EBC-4BCF-596E83D8AD79}"/>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2" name="Oval 222">
                <a:extLst>
                  <a:ext uri="{FF2B5EF4-FFF2-40B4-BE49-F238E27FC236}">
                    <a16:creationId xmlns:a16="http://schemas.microsoft.com/office/drawing/2014/main" id="{849967EB-3B05-53A5-7978-F3C19FAA4E52}"/>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3" name="Oval 223">
                <a:extLst>
                  <a:ext uri="{FF2B5EF4-FFF2-40B4-BE49-F238E27FC236}">
                    <a16:creationId xmlns:a16="http://schemas.microsoft.com/office/drawing/2014/main" id="{60F448C0-EE0E-7ED8-703D-EF7F95A9D305}"/>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4" name="Oval 224">
                <a:extLst>
                  <a:ext uri="{FF2B5EF4-FFF2-40B4-BE49-F238E27FC236}">
                    <a16:creationId xmlns:a16="http://schemas.microsoft.com/office/drawing/2014/main" id="{97A64DB5-2B64-0DBB-B358-59261644472C}"/>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5" name="Oval 225">
                <a:extLst>
                  <a:ext uri="{FF2B5EF4-FFF2-40B4-BE49-F238E27FC236}">
                    <a16:creationId xmlns:a16="http://schemas.microsoft.com/office/drawing/2014/main" id="{CBC0089E-E576-32A5-29EC-141BCA649089}"/>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sp>
        <p:nvSpPr>
          <p:cNvPr id="2" name="AutoShape 5">
            <a:extLst>
              <a:ext uri="{FF2B5EF4-FFF2-40B4-BE49-F238E27FC236}">
                <a16:creationId xmlns:a16="http://schemas.microsoft.com/office/drawing/2014/main" id="{E34598F9-3906-5FC7-7C53-2050A412D6B6}"/>
              </a:ext>
            </a:extLst>
          </p:cNvPr>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6332DE37-F24A-A775-AD15-3E8EB54B0954}"/>
              </a:ext>
            </a:extLst>
          </p:cNvPr>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a:t>
            </a:r>
            <a:r>
              <a:rPr lang="zh-CN" altLang="en-US" sz="2000" b="1" dirty="0">
                <a:solidFill>
                  <a:schemeClr val="bg1"/>
                </a:solidFill>
                <a:latin typeface="微软雅黑" pitchFamily="34" charset="-122"/>
                <a:ea typeface="微软雅黑" pitchFamily="34" charset="-122"/>
              </a:rPr>
              <a:t>路由的起点、经过的</a:t>
            </a:r>
            <a:r>
              <a:rPr lang="en-US" altLang="zh-CN" sz="2000" b="1" dirty="0">
                <a:solidFill>
                  <a:schemeClr val="bg1"/>
                </a:solidFill>
                <a:latin typeface="微软雅黑" pitchFamily="34" charset="-122"/>
                <a:ea typeface="微软雅黑" pitchFamily="34" charset="-122"/>
              </a:rPr>
              <a:t>AS</a:t>
            </a:r>
            <a:r>
              <a:rPr lang="zh-CN" altLang="en-US" sz="2000" b="1" dirty="0">
                <a:solidFill>
                  <a:schemeClr val="bg1"/>
                </a:solidFill>
                <a:latin typeface="微软雅黑" pitchFamily="34" charset="-122"/>
                <a:ea typeface="微软雅黑" pitchFamily="34" charset="-122"/>
              </a:rPr>
              <a:t>和终点</a:t>
            </a:r>
          </a:p>
        </p:txBody>
      </p:sp>
      <p:grpSp>
        <p:nvGrpSpPr>
          <p:cNvPr id="4" name="Group 206">
            <a:extLst>
              <a:ext uri="{FF2B5EF4-FFF2-40B4-BE49-F238E27FC236}">
                <a16:creationId xmlns:a16="http://schemas.microsoft.com/office/drawing/2014/main" id="{BD80EC59-B3D5-7878-161A-66609C60AFA5}"/>
              </a:ext>
            </a:extLst>
          </p:cNvPr>
          <p:cNvGrpSpPr>
            <a:grpSpLocks/>
          </p:cNvGrpSpPr>
          <p:nvPr/>
        </p:nvGrpSpPr>
        <p:grpSpPr bwMode="auto">
          <a:xfrm>
            <a:off x="2412291" y="1538567"/>
            <a:ext cx="2528887" cy="1800225"/>
            <a:chOff x="912" y="768"/>
            <a:chExt cx="2400" cy="1584"/>
          </a:xfrm>
        </p:grpSpPr>
        <p:sp>
          <p:nvSpPr>
            <p:cNvPr id="5" name="Oval 207">
              <a:extLst>
                <a:ext uri="{FF2B5EF4-FFF2-40B4-BE49-F238E27FC236}">
                  <a16:creationId xmlns:a16="http://schemas.microsoft.com/office/drawing/2014/main" id="{2D0AD00C-3589-327E-E7C5-2C8DCD9EC6C8}"/>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6" name="Oval 208">
              <a:extLst>
                <a:ext uri="{FF2B5EF4-FFF2-40B4-BE49-F238E27FC236}">
                  <a16:creationId xmlns:a16="http://schemas.microsoft.com/office/drawing/2014/main" id="{4AAC8D52-5D50-FA32-56C6-CA9DFC455189}"/>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7" name="Oval 209">
              <a:extLst>
                <a:ext uri="{FF2B5EF4-FFF2-40B4-BE49-F238E27FC236}">
                  <a16:creationId xmlns:a16="http://schemas.microsoft.com/office/drawing/2014/main" id="{B2E350F0-D87E-9153-4B76-FCE451C70274}"/>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8" name="Oval 210">
              <a:extLst>
                <a:ext uri="{FF2B5EF4-FFF2-40B4-BE49-F238E27FC236}">
                  <a16:creationId xmlns:a16="http://schemas.microsoft.com/office/drawing/2014/main" id="{3EB748D1-C54E-EF54-8906-A1805796B508}"/>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9" name="Oval 211">
              <a:extLst>
                <a:ext uri="{FF2B5EF4-FFF2-40B4-BE49-F238E27FC236}">
                  <a16:creationId xmlns:a16="http://schemas.microsoft.com/office/drawing/2014/main" id="{7B29C9F2-1731-22C5-ECC6-7A12A434F550}"/>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 name="Oval 212">
              <a:extLst>
                <a:ext uri="{FF2B5EF4-FFF2-40B4-BE49-F238E27FC236}">
                  <a16:creationId xmlns:a16="http://schemas.microsoft.com/office/drawing/2014/main" id="{9D9DFA9C-B5E4-E390-4C0D-CAAD139C50D0}"/>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 name="Oval 213">
              <a:extLst>
                <a:ext uri="{FF2B5EF4-FFF2-40B4-BE49-F238E27FC236}">
                  <a16:creationId xmlns:a16="http://schemas.microsoft.com/office/drawing/2014/main" id="{756B1EEA-2163-96D3-1922-A5A5B193981C}"/>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 name="Oval 214">
              <a:extLst>
                <a:ext uri="{FF2B5EF4-FFF2-40B4-BE49-F238E27FC236}">
                  <a16:creationId xmlns:a16="http://schemas.microsoft.com/office/drawing/2014/main" id="{0DE39DCF-6E6B-1987-568B-74CDE524C43B}"/>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3" name="Oval 215">
              <a:extLst>
                <a:ext uri="{FF2B5EF4-FFF2-40B4-BE49-F238E27FC236}">
                  <a16:creationId xmlns:a16="http://schemas.microsoft.com/office/drawing/2014/main" id="{DBC0AF6F-4182-F859-2579-F173FF00DD29}"/>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4" name="Group 216">
              <a:extLst>
                <a:ext uri="{FF2B5EF4-FFF2-40B4-BE49-F238E27FC236}">
                  <a16:creationId xmlns:a16="http://schemas.microsoft.com/office/drawing/2014/main" id="{A2F11D67-F02A-C974-8E05-13A32202D480}"/>
                </a:ext>
              </a:extLst>
            </p:cNvPr>
            <p:cNvGrpSpPr>
              <a:grpSpLocks/>
            </p:cNvGrpSpPr>
            <p:nvPr/>
          </p:nvGrpSpPr>
          <p:grpSpPr bwMode="auto">
            <a:xfrm>
              <a:off x="912" y="768"/>
              <a:ext cx="2386" cy="1553"/>
              <a:chOff x="912" y="768"/>
              <a:chExt cx="2386" cy="1553"/>
            </a:xfrm>
          </p:grpSpPr>
          <p:sp>
            <p:nvSpPr>
              <p:cNvPr id="15" name="Oval 217">
                <a:extLst>
                  <a:ext uri="{FF2B5EF4-FFF2-40B4-BE49-F238E27FC236}">
                    <a16:creationId xmlns:a16="http://schemas.microsoft.com/office/drawing/2014/main" id="{1923B393-9C4B-EE5F-06CC-0824DB3124E6}"/>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6" name="Oval 218">
                <a:extLst>
                  <a:ext uri="{FF2B5EF4-FFF2-40B4-BE49-F238E27FC236}">
                    <a16:creationId xmlns:a16="http://schemas.microsoft.com/office/drawing/2014/main" id="{DA86DC7E-4465-181E-706B-03AD22B7443C}"/>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7" name="Oval 219">
                <a:extLst>
                  <a:ext uri="{FF2B5EF4-FFF2-40B4-BE49-F238E27FC236}">
                    <a16:creationId xmlns:a16="http://schemas.microsoft.com/office/drawing/2014/main" id="{8D415298-04D8-46F4-596B-B4AF90802FC0}"/>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 name="Oval 220">
                <a:extLst>
                  <a:ext uri="{FF2B5EF4-FFF2-40B4-BE49-F238E27FC236}">
                    <a16:creationId xmlns:a16="http://schemas.microsoft.com/office/drawing/2014/main" id="{C888FD83-5847-98B8-FDA1-44697CE5EC68}"/>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 name="Oval 221">
                <a:extLst>
                  <a:ext uri="{FF2B5EF4-FFF2-40B4-BE49-F238E27FC236}">
                    <a16:creationId xmlns:a16="http://schemas.microsoft.com/office/drawing/2014/main" id="{18404445-305E-43E7-2BB2-EE663AACD21A}"/>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 name="Oval 222">
                <a:extLst>
                  <a:ext uri="{FF2B5EF4-FFF2-40B4-BE49-F238E27FC236}">
                    <a16:creationId xmlns:a16="http://schemas.microsoft.com/office/drawing/2014/main" id="{AF146D73-5684-6BD3-8FC2-A4690830798C}"/>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 name="Oval 223">
                <a:extLst>
                  <a:ext uri="{FF2B5EF4-FFF2-40B4-BE49-F238E27FC236}">
                    <a16:creationId xmlns:a16="http://schemas.microsoft.com/office/drawing/2014/main" id="{81E627B5-DDC9-20EE-B97D-612BAEFDE2BB}"/>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 name="Oval 224">
                <a:extLst>
                  <a:ext uri="{FF2B5EF4-FFF2-40B4-BE49-F238E27FC236}">
                    <a16:creationId xmlns:a16="http://schemas.microsoft.com/office/drawing/2014/main" id="{C04CF807-BC91-DF78-3F95-C565707A9C1B}"/>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 name="Oval 225">
                <a:extLst>
                  <a:ext uri="{FF2B5EF4-FFF2-40B4-BE49-F238E27FC236}">
                    <a16:creationId xmlns:a16="http://schemas.microsoft.com/office/drawing/2014/main" id="{4844E2B5-B16F-3C08-2F49-9535EEB292BE}"/>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sp>
        <p:nvSpPr>
          <p:cNvPr id="44" name="Line 155">
            <a:extLst>
              <a:ext uri="{FF2B5EF4-FFF2-40B4-BE49-F238E27FC236}">
                <a16:creationId xmlns:a16="http://schemas.microsoft.com/office/drawing/2014/main" id="{B82E7EB9-4CAE-E15E-E1D6-498AD235AD72}"/>
              </a:ext>
            </a:extLst>
          </p:cNvPr>
          <p:cNvSpPr>
            <a:spLocks noChangeShapeType="1"/>
          </p:cNvSpPr>
          <p:nvPr/>
        </p:nvSpPr>
        <p:spPr bwMode="auto">
          <a:xfrm>
            <a:off x="5026903" y="2375179"/>
            <a:ext cx="1223963" cy="63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 name="Text Box 174">
            <a:extLst>
              <a:ext uri="{FF2B5EF4-FFF2-40B4-BE49-F238E27FC236}">
                <a16:creationId xmlns:a16="http://schemas.microsoft.com/office/drawing/2014/main" id="{B9086729-B0FE-D204-E93E-22B121A46F73}"/>
              </a:ext>
            </a:extLst>
          </p:cNvPr>
          <p:cNvSpPr txBox="1">
            <a:spLocks noChangeArrowheads="1"/>
          </p:cNvSpPr>
          <p:nvPr/>
        </p:nvSpPr>
        <p:spPr bwMode="auto">
          <a:xfrm>
            <a:off x="7165266" y="1881467"/>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1</a:t>
            </a:r>
          </a:p>
        </p:txBody>
      </p:sp>
      <p:sp>
        <p:nvSpPr>
          <p:cNvPr id="46" name="Text Box 175">
            <a:extLst>
              <a:ext uri="{FF2B5EF4-FFF2-40B4-BE49-F238E27FC236}">
                <a16:creationId xmlns:a16="http://schemas.microsoft.com/office/drawing/2014/main" id="{95EF381B-5BD2-297C-9B70-B608D1BDF5C4}"/>
              </a:ext>
            </a:extLst>
          </p:cNvPr>
          <p:cNvSpPr txBox="1">
            <a:spLocks noChangeArrowheads="1"/>
          </p:cNvSpPr>
          <p:nvPr/>
        </p:nvSpPr>
        <p:spPr bwMode="auto">
          <a:xfrm>
            <a:off x="2796466" y="1689379"/>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2</a:t>
            </a:r>
          </a:p>
        </p:txBody>
      </p:sp>
      <p:pic>
        <p:nvPicPr>
          <p:cNvPr id="77" name="Picture 46">
            <a:extLst>
              <a:ext uri="{FF2B5EF4-FFF2-40B4-BE49-F238E27FC236}">
                <a16:creationId xmlns:a16="http://schemas.microsoft.com/office/drawing/2014/main" id="{0013682E-2526-F48A-401D-D3760BDC0E0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06416" y="231167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78" name="直接箭头连接符 329">
            <a:extLst>
              <a:ext uri="{FF2B5EF4-FFF2-40B4-BE49-F238E27FC236}">
                <a16:creationId xmlns:a16="http://schemas.microsoft.com/office/drawing/2014/main" id="{8777E076-E9E5-10FC-C98A-8CC4E1C0C8FB}"/>
              </a:ext>
            </a:extLst>
          </p:cNvPr>
          <p:cNvCxnSpPr>
            <a:cxnSpLocks noChangeShapeType="1"/>
          </p:cNvCxnSpPr>
          <p:nvPr/>
        </p:nvCxnSpPr>
        <p:spPr bwMode="auto">
          <a:xfrm flipH="1" flipV="1">
            <a:off x="4960228" y="2459317"/>
            <a:ext cx="228600" cy="536575"/>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sp>
        <p:nvSpPr>
          <p:cNvPr id="79" name="Text Box 175">
            <a:extLst>
              <a:ext uri="{FF2B5EF4-FFF2-40B4-BE49-F238E27FC236}">
                <a16:creationId xmlns:a16="http://schemas.microsoft.com/office/drawing/2014/main" id="{B4C2E651-262F-F383-92C5-E05559E3811C}"/>
              </a:ext>
            </a:extLst>
          </p:cNvPr>
          <p:cNvSpPr txBox="1">
            <a:spLocks noChangeArrowheads="1"/>
          </p:cNvSpPr>
          <p:nvPr/>
        </p:nvSpPr>
        <p:spPr bwMode="auto">
          <a:xfrm>
            <a:off x="4984041" y="2948267"/>
            <a:ext cx="12096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边界路由器</a:t>
            </a:r>
            <a:endPar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80" name="直接箭头连接符 329">
            <a:extLst>
              <a:ext uri="{FF2B5EF4-FFF2-40B4-BE49-F238E27FC236}">
                <a16:creationId xmlns:a16="http://schemas.microsoft.com/office/drawing/2014/main" id="{F0827092-989A-6580-F736-26310A076870}"/>
              </a:ext>
            </a:extLst>
          </p:cNvPr>
          <p:cNvCxnSpPr>
            <a:cxnSpLocks noChangeShapeType="1"/>
          </p:cNvCxnSpPr>
          <p:nvPr/>
        </p:nvCxnSpPr>
        <p:spPr bwMode="auto">
          <a:xfrm flipV="1">
            <a:off x="6052428" y="2487892"/>
            <a:ext cx="250825" cy="503237"/>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sp>
        <p:nvSpPr>
          <p:cNvPr id="81" name="Text Box 175">
            <a:extLst>
              <a:ext uri="{FF2B5EF4-FFF2-40B4-BE49-F238E27FC236}">
                <a16:creationId xmlns:a16="http://schemas.microsoft.com/office/drawing/2014/main" id="{CF01C1F9-3EE3-7F25-BB4A-EFA5EA565A58}"/>
              </a:ext>
            </a:extLst>
          </p:cNvPr>
          <p:cNvSpPr txBox="1">
            <a:spLocks noChangeArrowheads="1"/>
          </p:cNvSpPr>
          <p:nvPr/>
        </p:nvSpPr>
        <p:spPr bwMode="auto">
          <a:xfrm>
            <a:off x="5314241" y="2352954"/>
            <a:ext cx="7377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eBGP</a:t>
            </a:r>
            <a:endPar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82" name="Text Box 175">
            <a:extLst>
              <a:ext uri="{FF2B5EF4-FFF2-40B4-BE49-F238E27FC236}">
                <a16:creationId xmlns:a16="http://schemas.microsoft.com/office/drawing/2014/main" id="{43A82A1A-1324-C31A-CE46-D82FC55EE63E}"/>
              </a:ext>
            </a:extLst>
          </p:cNvPr>
          <p:cNvSpPr txBox="1">
            <a:spLocks noChangeArrowheads="1"/>
          </p:cNvSpPr>
          <p:nvPr/>
        </p:nvSpPr>
        <p:spPr bwMode="auto">
          <a:xfrm>
            <a:off x="4784016" y="1994179"/>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2</a:t>
            </a:r>
          </a:p>
        </p:txBody>
      </p:sp>
      <p:sp>
        <p:nvSpPr>
          <p:cNvPr id="83" name="Text Box 175">
            <a:extLst>
              <a:ext uri="{FF2B5EF4-FFF2-40B4-BE49-F238E27FC236}">
                <a16:creationId xmlns:a16="http://schemas.microsoft.com/office/drawing/2014/main" id="{B2F09875-6032-32B1-198E-92272FEEF638}"/>
              </a:ext>
            </a:extLst>
          </p:cNvPr>
          <p:cNvSpPr txBox="1">
            <a:spLocks noChangeArrowheads="1"/>
          </p:cNvSpPr>
          <p:nvPr/>
        </p:nvSpPr>
        <p:spPr bwMode="auto">
          <a:xfrm>
            <a:off x="6157203" y="202275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1</a:t>
            </a:r>
          </a:p>
        </p:txBody>
      </p:sp>
      <p:sp>
        <p:nvSpPr>
          <p:cNvPr id="88" name="Text Box 175">
            <a:extLst>
              <a:ext uri="{FF2B5EF4-FFF2-40B4-BE49-F238E27FC236}">
                <a16:creationId xmlns:a16="http://schemas.microsoft.com/office/drawing/2014/main" id="{9BB11DD2-EBC9-A8E1-4759-E294DAA1CC39}"/>
              </a:ext>
            </a:extLst>
          </p:cNvPr>
          <p:cNvSpPr txBox="1">
            <a:spLocks noChangeArrowheads="1"/>
          </p:cNvSpPr>
          <p:nvPr/>
        </p:nvSpPr>
        <p:spPr bwMode="auto">
          <a:xfrm>
            <a:off x="3061578" y="2697442"/>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5</a:t>
            </a:r>
          </a:p>
        </p:txBody>
      </p:sp>
      <p:sp>
        <p:nvSpPr>
          <p:cNvPr id="89" name="Text Box 175">
            <a:extLst>
              <a:ext uri="{FF2B5EF4-FFF2-40B4-BE49-F238E27FC236}">
                <a16:creationId xmlns:a16="http://schemas.microsoft.com/office/drawing/2014/main" id="{7050C1D9-5B00-DF43-FF29-A82193EA5D7D}"/>
              </a:ext>
            </a:extLst>
          </p:cNvPr>
          <p:cNvSpPr txBox="1">
            <a:spLocks noChangeArrowheads="1"/>
          </p:cNvSpPr>
          <p:nvPr/>
        </p:nvSpPr>
        <p:spPr bwMode="auto">
          <a:xfrm>
            <a:off x="3631491" y="1360767"/>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3</a:t>
            </a:r>
          </a:p>
        </p:txBody>
      </p:sp>
      <p:sp>
        <p:nvSpPr>
          <p:cNvPr id="90" name="Text Box 175">
            <a:extLst>
              <a:ext uri="{FF2B5EF4-FFF2-40B4-BE49-F238E27FC236}">
                <a16:creationId xmlns:a16="http://schemas.microsoft.com/office/drawing/2014/main" id="{402AA6FD-29AC-11E0-7449-8B309DC79ACF}"/>
              </a:ext>
            </a:extLst>
          </p:cNvPr>
          <p:cNvSpPr txBox="1">
            <a:spLocks noChangeArrowheads="1"/>
          </p:cNvSpPr>
          <p:nvPr/>
        </p:nvSpPr>
        <p:spPr bwMode="auto">
          <a:xfrm>
            <a:off x="2509128" y="2408517"/>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4</a:t>
            </a:r>
          </a:p>
        </p:txBody>
      </p:sp>
      <p:sp>
        <p:nvSpPr>
          <p:cNvPr id="100" name="Text Box 175">
            <a:extLst>
              <a:ext uri="{FF2B5EF4-FFF2-40B4-BE49-F238E27FC236}">
                <a16:creationId xmlns:a16="http://schemas.microsoft.com/office/drawing/2014/main" id="{B26B4938-FB90-F851-0A1D-5BDF33D86F99}"/>
              </a:ext>
            </a:extLst>
          </p:cNvPr>
          <p:cNvSpPr txBox="1">
            <a:spLocks noChangeArrowheads="1"/>
          </p:cNvSpPr>
          <p:nvPr/>
        </p:nvSpPr>
        <p:spPr bwMode="auto">
          <a:xfrm>
            <a:off x="7908216" y="2987954"/>
            <a:ext cx="595312"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前缀</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101" name="直接箭头连接符 329">
            <a:extLst>
              <a:ext uri="{FF2B5EF4-FFF2-40B4-BE49-F238E27FC236}">
                <a16:creationId xmlns:a16="http://schemas.microsoft.com/office/drawing/2014/main" id="{403A1EF6-7EDB-8E73-08BF-AEB6EECA13A5}"/>
              </a:ext>
            </a:extLst>
          </p:cNvPr>
          <p:cNvCxnSpPr>
            <a:cxnSpLocks noChangeShapeType="1"/>
          </p:cNvCxnSpPr>
          <p:nvPr/>
        </p:nvCxnSpPr>
        <p:spPr bwMode="auto">
          <a:xfrm flipH="1" flipV="1">
            <a:off x="8136816" y="2768879"/>
            <a:ext cx="36512" cy="288925"/>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grpSp>
        <p:nvGrpSpPr>
          <p:cNvPr id="102" name="组合 214">
            <a:extLst>
              <a:ext uri="{FF2B5EF4-FFF2-40B4-BE49-F238E27FC236}">
                <a16:creationId xmlns:a16="http://schemas.microsoft.com/office/drawing/2014/main" id="{74278534-FB20-79D9-5DFC-8B18AD1BABDA}"/>
              </a:ext>
            </a:extLst>
          </p:cNvPr>
          <p:cNvGrpSpPr>
            <a:grpSpLocks/>
          </p:cNvGrpSpPr>
          <p:nvPr/>
        </p:nvGrpSpPr>
        <p:grpSpPr bwMode="auto">
          <a:xfrm>
            <a:off x="5344403" y="2257704"/>
            <a:ext cx="561975" cy="73025"/>
            <a:chOff x="6732241" y="2663758"/>
            <a:chExt cx="562040" cy="72008"/>
          </a:xfrm>
        </p:grpSpPr>
        <p:cxnSp>
          <p:nvCxnSpPr>
            <p:cNvPr id="103" name="直接箭头连接符 329">
              <a:extLst>
                <a:ext uri="{FF2B5EF4-FFF2-40B4-BE49-F238E27FC236}">
                  <a16:creationId xmlns:a16="http://schemas.microsoft.com/office/drawing/2014/main" id="{91485C5B-2486-C694-3539-14B00CACEE4B}"/>
                </a:ext>
              </a:extLst>
            </p:cNvPr>
            <p:cNvCxnSpPr>
              <a:cxnSpLocks noChangeShapeType="1"/>
            </p:cNvCxnSpPr>
            <p:nvPr/>
          </p:nvCxnSpPr>
          <p:spPr bwMode="auto">
            <a:xfrm flipH="1">
              <a:off x="6732241" y="2708920"/>
              <a:ext cx="288031" cy="0"/>
            </a:xfrm>
            <a:prstGeom prst="straightConnector1">
              <a:avLst/>
            </a:prstGeom>
            <a:noFill/>
            <a:ln w="9525" algn="ctr">
              <a:solidFill>
                <a:srgbClr val="000000"/>
              </a:solidFill>
              <a:round/>
              <a:headEnd/>
              <a:tailEnd type="triangle" w="sm" len="med"/>
            </a:ln>
            <a:extLst>
              <a:ext uri="{909E8E84-426E-40DD-AFC4-6F175D3DCCD1}">
                <a14:hiddenFill xmlns:a14="http://schemas.microsoft.com/office/drawing/2010/main">
                  <a:noFill/>
                </a14:hiddenFill>
              </a:ext>
            </a:extLst>
          </p:spPr>
        </p:cxnSp>
        <p:sp>
          <p:nvSpPr>
            <p:cNvPr id="104" name="矩形 103">
              <a:extLst>
                <a:ext uri="{FF2B5EF4-FFF2-40B4-BE49-F238E27FC236}">
                  <a16:creationId xmlns:a16="http://schemas.microsoft.com/office/drawing/2014/main" id="{F81C8FFA-2D92-065B-F510-46A0C38EFA31}"/>
                </a:ext>
              </a:extLst>
            </p:cNvPr>
            <p:cNvSpPr/>
            <p:nvPr/>
          </p:nvSpPr>
          <p:spPr bwMode="auto">
            <a:xfrm>
              <a:off x="6933877" y="2663758"/>
              <a:ext cx="360404" cy="72008"/>
            </a:xfrm>
            <a:prstGeom prst="rect">
              <a:avLst/>
            </a:prstGeom>
            <a:solidFill>
              <a:srgbClr val="FFC000"/>
            </a:solidFill>
            <a:ln w="9525" cap="flat" cmpd="sng" algn="ctr">
              <a:solidFill>
                <a:srgbClr val="000000"/>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nvGrpSpPr>
          <p:cNvPr id="217" name="组合 216">
            <a:extLst>
              <a:ext uri="{FF2B5EF4-FFF2-40B4-BE49-F238E27FC236}">
                <a16:creationId xmlns:a16="http://schemas.microsoft.com/office/drawing/2014/main" id="{29F587A2-B6BA-4030-AE3F-10577FD0C3D3}"/>
              </a:ext>
            </a:extLst>
          </p:cNvPr>
          <p:cNvGrpSpPr/>
          <p:nvPr/>
        </p:nvGrpSpPr>
        <p:grpSpPr>
          <a:xfrm>
            <a:off x="5192003" y="2337079"/>
            <a:ext cx="3139582" cy="592138"/>
            <a:chOff x="4366940" y="2252999"/>
            <a:chExt cx="3139582" cy="592138"/>
          </a:xfrm>
        </p:grpSpPr>
        <p:sp>
          <p:nvSpPr>
            <p:cNvPr id="91" name="弧形 90">
              <a:extLst>
                <a:ext uri="{FF2B5EF4-FFF2-40B4-BE49-F238E27FC236}">
                  <a16:creationId xmlns:a16="http://schemas.microsoft.com/office/drawing/2014/main" id="{F11C032B-66C2-3926-42A3-568DFC8B85B9}"/>
                </a:ext>
              </a:extLst>
            </p:cNvPr>
            <p:cNvSpPr/>
            <p:nvPr/>
          </p:nvSpPr>
          <p:spPr bwMode="auto">
            <a:xfrm rot="21317229">
              <a:off x="4366940" y="2268874"/>
              <a:ext cx="2698750" cy="576263"/>
            </a:xfrm>
            <a:prstGeom prst="arc">
              <a:avLst>
                <a:gd name="adj1" fmla="val 16388289"/>
                <a:gd name="adj2" fmla="val 21505458"/>
              </a:avLst>
            </a:prstGeom>
            <a:noFill/>
            <a:ln w="28575" cap="flat" cmpd="sng" algn="ctr">
              <a:solidFill>
                <a:srgbClr val="000000"/>
              </a:solidFill>
              <a:prstDash val="solid"/>
              <a:round/>
              <a:headEnd type="none" w="med" len="med"/>
              <a:tailEnd type="triangle" w="sm" len="lg"/>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92" name="TextBox 255">
              <a:extLst>
                <a:ext uri="{FF2B5EF4-FFF2-40B4-BE49-F238E27FC236}">
                  <a16:creationId xmlns:a16="http://schemas.microsoft.com/office/drawing/2014/main" id="{5A7D5F67-6BC9-75BB-F070-7712546AE2EC}"/>
                </a:ext>
              </a:extLst>
            </p:cNvPr>
            <p:cNvSpPr txBox="1">
              <a:spLocks noChangeArrowheads="1"/>
            </p:cNvSpPr>
            <p:nvPr/>
          </p:nvSpPr>
          <p:spPr bwMode="auto">
            <a:xfrm>
              <a:off x="5836965" y="2252999"/>
              <a:ext cx="10887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sym typeface="Wingdings 2" panose="05020102010507070707" pitchFamily="18" charset="2"/>
                </a:rPr>
                <a:t>BGP </a:t>
              </a:r>
              <a:r>
                <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sym typeface="Wingdings 2" panose="05020102010507070707" pitchFamily="18" charset="2"/>
                </a:rPr>
                <a:t>路由</a:t>
              </a:r>
              <a:endPar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208" name="组合 207">
              <a:extLst>
                <a:ext uri="{FF2B5EF4-FFF2-40B4-BE49-F238E27FC236}">
                  <a16:creationId xmlns:a16="http://schemas.microsoft.com/office/drawing/2014/main" id="{76D7E2F1-5BE4-0A86-144B-B30B114736D8}"/>
                </a:ext>
              </a:extLst>
            </p:cNvPr>
            <p:cNvGrpSpPr/>
            <p:nvPr/>
          </p:nvGrpSpPr>
          <p:grpSpPr>
            <a:xfrm>
              <a:off x="6968075" y="2318070"/>
              <a:ext cx="538447" cy="383427"/>
              <a:chOff x="5795518" y="3942239"/>
              <a:chExt cx="538447" cy="383427"/>
            </a:xfrm>
          </p:grpSpPr>
          <p:grpSp>
            <p:nvGrpSpPr>
              <p:cNvPr id="179" name="组合 178">
                <a:extLst>
                  <a:ext uri="{FF2B5EF4-FFF2-40B4-BE49-F238E27FC236}">
                    <a16:creationId xmlns:a16="http://schemas.microsoft.com/office/drawing/2014/main" id="{EA888336-9A89-ABC6-D1C3-16586F91C6A8}"/>
                  </a:ext>
                </a:extLst>
              </p:cNvPr>
              <p:cNvGrpSpPr/>
              <p:nvPr/>
            </p:nvGrpSpPr>
            <p:grpSpPr>
              <a:xfrm>
                <a:off x="5795518" y="3942239"/>
                <a:ext cx="538447" cy="382383"/>
                <a:chOff x="7142297" y="3911572"/>
                <a:chExt cx="485152" cy="374983"/>
              </a:xfrm>
            </p:grpSpPr>
            <p:sp>
              <p:nvSpPr>
                <p:cNvPr id="180" name="AutoShape 229">
                  <a:extLst>
                    <a:ext uri="{FF2B5EF4-FFF2-40B4-BE49-F238E27FC236}">
                      <a16:creationId xmlns:a16="http://schemas.microsoft.com/office/drawing/2014/main" id="{C37E3ABF-1187-2E2A-4256-7619803798FB}"/>
                    </a:ext>
                  </a:extLst>
                </p:cNvPr>
                <p:cNvSpPr>
                  <a:spLocks noChangeAspect="1" noChangeArrowheads="1" noTextEdit="1"/>
                </p:cNvSpPr>
                <p:nvPr/>
              </p:nvSpPr>
              <p:spPr bwMode="auto">
                <a:xfrm>
                  <a:off x="7142297" y="3911572"/>
                  <a:ext cx="485152" cy="374983"/>
                </a:xfrm>
                <a:prstGeom prst="rect">
                  <a:avLst/>
                </a:prstGeom>
                <a:noFill/>
                <a:ln>
                  <a:noFill/>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81" name="Oval 231">
                  <a:extLst>
                    <a:ext uri="{FF2B5EF4-FFF2-40B4-BE49-F238E27FC236}">
                      <a16:creationId xmlns:a16="http://schemas.microsoft.com/office/drawing/2014/main" id="{9D70381F-266B-0CE1-6BCD-9DD4E96BBFFE}"/>
                    </a:ext>
                  </a:extLst>
                </p:cNvPr>
                <p:cNvSpPr>
                  <a:spLocks noChangeArrowheads="1"/>
                </p:cNvSpPr>
                <p:nvPr/>
              </p:nvSpPr>
              <p:spPr bwMode="auto">
                <a:xfrm>
                  <a:off x="7308329" y="3916021"/>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2" name="Oval 232">
                  <a:extLst>
                    <a:ext uri="{FF2B5EF4-FFF2-40B4-BE49-F238E27FC236}">
                      <a16:creationId xmlns:a16="http://schemas.microsoft.com/office/drawing/2014/main" id="{539E6DD2-2A3E-396D-1236-085DA679102D}"/>
                    </a:ext>
                  </a:extLst>
                </p:cNvPr>
                <p:cNvSpPr>
                  <a:spLocks noChangeArrowheads="1"/>
                </p:cNvSpPr>
                <p:nvPr/>
              </p:nvSpPr>
              <p:spPr bwMode="auto">
                <a:xfrm>
                  <a:off x="7193514" y="3955426"/>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3" name="Oval 233">
                  <a:extLst>
                    <a:ext uri="{FF2B5EF4-FFF2-40B4-BE49-F238E27FC236}">
                      <a16:creationId xmlns:a16="http://schemas.microsoft.com/office/drawing/2014/main" id="{631756CD-7EF5-8DC5-5DB1-E5A2F960196C}"/>
                    </a:ext>
                  </a:extLst>
                </p:cNvPr>
                <p:cNvSpPr>
                  <a:spLocks noChangeArrowheads="1"/>
                </p:cNvSpPr>
                <p:nvPr/>
              </p:nvSpPr>
              <p:spPr bwMode="auto">
                <a:xfrm>
                  <a:off x="7144548" y="4046947"/>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4" name="Oval 234">
                  <a:extLst>
                    <a:ext uri="{FF2B5EF4-FFF2-40B4-BE49-F238E27FC236}">
                      <a16:creationId xmlns:a16="http://schemas.microsoft.com/office/drawing/2014/main" id="{E55835C3-7D55-E146-C1DA-05256F3CAC02}"/>
                    </a:ext>
                  </a:extLst>
                </p:cNvPr>
                <p:cNvSpPr>
                  <a:spLocks noChangeArrowheads="1"/>
                </p:cNvSpPr>
                <p:nvPr/>
              </p:nvSpPr>
              <p:spPr bwMode="auto">
                <a:xfrm>
                  <a:off x="7177192" y="4100970"/>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5" name="Oval 235">
                  <a:extLst>
                    <a:ext uri="{FF2B5EF4-FFF2-40B4-BE49-F238E27FC236}">
                      <a16:creationId xmlns:a16="http://schemas.microsoft.com/office/drawing/2014/main" id="{3835CF6C-4625-71FE-D037-5C09F7A4C253}"/>
                    </a:ext>
                  </a:extLst>
                </p:cNvPr>
                <p:cNvSpPr>
                  <a:spLocks noChangeArrowheads="1"/>
                </p:cNvSpPr>
                <p:nvPr/>
              </p:nvSpPr>
              <p:spPr bwMode="auto">
                <a:xfrm>
                  <a:off x="7292007" y="4123215"/>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6" name="Oval 236">
                  <a:extLst>
                    <a:ext uri="{FF2B5EF4-FFF2-40B4-BE49-F238E27FC236}">
                      <a16:creationId xmlns:a16="http://schemas.microsoft.com/office/drawing/2014/main" id="{E7221F5F-ADB2-3EAF-D5E6-7E225B43D803}"/>
                    </a:ext>
                  </a:extLst>
                </p:cNvPr>
                <p:cNvSpPr>
                  <a:spLocks noChangeArrowheads="1"/>
                </p:cNvSpPr>
                <p:nvPr/>
              </p:nvSpPr>
              <p:spPr bwMode="auto">
                <a:xfrm>
                  <a:off x="7446221" y="3959875"/>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7" name="Oval 237">
                  <a:extLst>
                    <a:ext uri="{FF2B5EF4-FFF2-40B4-BE49-F238E27FC236}">
                      <a16:creationId xmlns:a16="http://schemas.microsoft.com/office/drawing/2014/main" id="{49736826-92F9-9FFD-F517-3BA62DA9B5CD}"/>
                    </a:ext>
                  </a:extLst>
                </p:cNvPr>
                <p:cNvSpPr>
                  <a:spLocks noChangeArrowheads="1"/>
                </p:cNvSpPr>
                <p:nvPr/>
              </p:nvSpPr>
              <p:spPr bwMode="auto">
                <a:xfrm>
                  <a:off x="7469859" y="4036778"/>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8" name="Oval 238">
                  <a:extLst>
                    <a:ext uri="{FF2B5EF4-FFF2-40B4-BE49-F238E27FC236}">
                      <a16:creationId xmlns:a16="http://schemas.microsoft.com/office/drawing/2014/main" id="{BA82D984-83EC-DA4B-9E61-6113D6832E44}"/>
                    </a:ext>
                  </a:extLst>
                </p:cNvPr>
                <p:cNvSpPr>
                  <a:spLocks noChangeArrowheads="1"/>
                </p:cNvSpPr>
                <p:nvPr/>
              </p:nvSpPr>
              <p:spPr bwMode="auto">
                <a:xfrm>
                  <a:off x="7455788" y="4061565"/>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9" name="Oval 239">
                  <a:extLst>
                    <a:ext uri="{FF2B5EF4-FFF2-40B4-BE49-F238E27FC236}">
                      <a16:creationId xmlns:a16="http://schemas.microsoft.com/office/drawing/2014/main" id="{DA87A243-239C-1790-ACA5-4093CCCCB935}"/>
                    </a:ext>
                  </a:extLst>
                </p:cNvPr>
                <p:cNvSpPr>
                  <a:spLocks noChangeArrowheads="1"/>
                </p:cNvSpPr>
                <p:nvPr/>
              </p:nvSpPr>
              <p:spPr bwMode="auto">
                <a:xfrm>
                  <a:off x="7231786" y="4002458"/>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90" name="Group 257">
                  <a:extLst>
                    <a:ext uri="{FF2B5EF4-FFF2-40B4-BE49-F238E27FC236}">
                      <a16:creationId xmlns:a16="http://schemas.microsoft.com/office/drawing/2014/main" id="{D88CF965-77CF-D1FC-770A-26A0F535BDE5}"/>
                    </a:ext>
                  </a:extLst>
                </p:cNvPr>
                <p:cNvGrpSpPr>
                  <a:grpSpLocks/>
                </p:cNvGrpSpPr>
                <p:nvPr/>
              </p:nvGrpSpPr>
              <p:grpSpPr bwMode="auto">
                <a:xfrm>
                  <a:off x="7143423" y="3912843"/>
                  <a:ext cx="481775" cy="369898"/>
                  <a:chOff x="3063" y="302"/>
                  <a:chExt cx="856" cy="582"/>
                </a:xfrm>
                <a:solidFill>
                  <a:schemeClr val="bg1"/>
                </a:solidFill>
              </p:grpSpPr>
              <p:sp>
                <p:nvSpPr>
                  <p:cNvPr id="191" name="Freeform 241">
                    <a:extLst>
                      <a:ext uri="{FF2B5EF4-FFF2-40B4-BE49-F238E27FC236}">
                        <a16:creationId xmlns:a16="http://schemas.microsoft.com/office/drawing/2014/main" id="{98F7FD5D-7C70-C7A4-E2D2-1CA165D3AA4B}"/>
                      </a:ext>
                    </a:extLst>
                  </p:cNvPr>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2" name="Arc 242">
                    <a:extLst>
                      <a:ext uri="{FF2B5EF4-FFF2-40B4-BE49-F238E27FC236}">
                        <a16:creationId xmlns:a16="http://schemas.microsoft.com/office/drawing/2014/main" id="{DF9C0E5F-F480-3E5D-CEE1-B322E00AE113}"/>
                      </a:ext>
                    </a:extLst>
                  </p:cNvPr>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3" name="Freeform 243">
                    <a:extLst>
                      <a:ext uri="{FF2B5EF4-FFF2-40B4-BE49-F238E27FC236}">
                        <a16:creationId xmlns:a16="http://schemas.microsoft.com/office/drawing/2014/main" id="{113CDC2C-21B1-9B9D-C01B-9C1A75B5E09B}"/>
                      </a:ext>
                    </a:extLst>
                  </p:cNvPr>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4" name="Arc 244">
                    <a:extLst>
                      <a:ext uri="{FF2B5EF4-FFF2-40B4-BE49-F238E27FC236}">
                        <a16:creationId xmlns:a16="http://schemas.microsoft.com/office/drawing/2014/main" id="{AC662226-B253-9051-2983-69AF59750CEF}"/>
                      </a:ext>
                    </a:extLst>
                  </p:cNvPr>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5" name="Freeform 245">
                    <a:extLst>
                      <a:ext uri="{FF2B5EF4-FFF2-40B4-BE49-F238E27FC236}">
                        <a16:creationId xmlns:a16="http://schemas.microsoft.com/office/drawing/2014/main" id="{4E502E3B-BB66-27A9-30E8-546517C1B2D3}"/>
                      </a:ext>
                    </a:extLst>
                  </p:cNvPr>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6" name="Arc 246">
                    <a:extLst>
                      <a:ext uri="{FF2B5EF4-FFF2-40B4-BE49-F238E27FC236}">
                        <a16:creationId xmlns:a16="http://schemas.microsoft.com/office/drawing/2014/main" id="{869D0A11-1099-274A-C5A1-330FD3B7D468}"/>
                      </a:ext>
                    </a:extLst>
                  </p:cNvPr>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7" name="Freeform 247">
                    <a:extLst>
                      <a:ext uri="{FF2B5EF4-FFF2-40B4-BE49-F238E27FC236}">
                        <a16:creationId xmlns:a16="http://schemas.microsoft.com/office/drawing/2014/main" id="{A0CA3FA1-0476-5AD5-7DC2-E57C41854BD1}"/>
                      </a:ext>
                    </a:extLst>
                  </p:cNvPr>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8" name="Arc 248">
                    <a:extLst>
                      <a:ext uri="{FF2B5EF4-FFF2-40B4-BE49-F238E27FC236}">
                        <a16:creationId xmlns:a16="http://schemas.microsoft.com/office/drawing/2014/main" id="{BD41CB37-68B9-EDD7-F930-EFEDF28A4C4F}"/>
                      </a:ext>
                    </a:extLst>
                  </p:cNvPr>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9" name="Freeform 249">
                    <a:extLst>
                      <a:ext uri="{FF2B5EF4-FFF2-40B4-BE49-F238E27FC236}">
                        <a16:creationId xmlns:a16="http://schemas.microsoft.com/office/drawing/2014/main" id="{1D487CCC-70A1-2D53-88F5-C7E4259C1608}"/>
                      </a:ext>
                    </a:extLst>
                  </p:cNvPr>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0" name="Arc 250">
                    <a:extLst>
                      <a:ext uri="{FF2B5EF4-FFF2-40B4-BE49-F238E27FC236}">
                        <a16:creationId xmlns:a16="http://schemas.microsoft.com/office/drawing/2014/main" id="{959AD1A5-61A6-8A26-BCAE-132A703E4083}"/>
                      </a:ext>
                    </a:extLst>
                  </p:cNvPr>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1" name="Freeform 251">
                    <a:extLst>
                      <a:ext uri="{FF2B5EF4-FFF2-40B4-BE49-F238E27FC236}">
                        <a16:creationId xmlns:a16="http://schemas.microsoft.com/office/drawing/2014/main" id="{145F4168-01F0-4E5A-E05D-A8978501B8DC}"/>
                      </a:ext>
                    </a:extLst>
                  </p:cNvPr>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2" name="Arc 252">
                    <a:extLst>
                      <a:ext uri="{FF2B5EF4-FFF2-40B4-BE49-F238E27FC236}">
                        <a16:creationId xmlns:a16="http://schemas.microsoft.com/office/drawing/2014/main" id="{1267B7B2-36BA-B48B-FD98-D68BBA97FD50}"/>
                      </a:ext>
                    </a:extLst>
                  </p:cNvPr>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3" name="Freeform 253">
                    <a:extLst>
                      <a:ext uri="{FF2B5EF4-FFF2-40B4-BE49-F238E27FC236}">
                        <a16:creationId xmlns:a16="http://schemas.microsoft.com/office/drawing/2014/main" id="{F12AEC6F-4768-85B6-8205-D9138B320911}"/>
                      </a:ext>
                    </a:extLst>
                  </p:cNvPr>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4" name="Arc 254">
                    <a:extLst>
                      <a:ext uri="{FF2B5EF4-FFF2-40B4-BE49-F238E27FC236}">
                        <a16:creationId xmlns:a16="http://schemas.microsoft.com/office/drawing/2014/main" id="{B8660790-A33E-19C8-04A4-E5C5E6330002}"/>
                      </a:ext>
                    </a:extLst>
                  </p:cNvPr>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5" name="Freeform 255">
                    <a:extLst>
                      <a:ext uri="{FF2B5EF4-FFF2-40B4-BE49-F238E27FC236}">
                        <a16:creationId xmlns:a16="http://schemas.microsoft.com/office/drawing/2014/main" id="{488011AB-0F54-C89F-2C65-12D5914295B9}"/>
                      </a:ext>
                    </a:extLst>
                  </p:cNvPr>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6" name="Arc 256">
                    <a:extLst>
                      <a:ext uri="{FF2B5EF4-FFF2-40B4-BE49-F238E27FC236}">
                        <a16:creationId xmlns:a16="http://schemas.microsoft.com/office/drawing/2014/main" id="{9A44B1C6-A610-2B14-45DB-5E678BE2DF6D}"/>
                      </a:ext>
                    </a:extLst>
                  </p:cNvPr>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grpSp>
          </p:grpSp>
          <p:sp>
            <p:nvSpPr>
              <p:cNvPr id="207" name="Text Box 173">
                <a:extLst>
                  <a:ext uri="{FF2B5EF4-FFF2-40B4-BE49-F238E27FC236}">
                    <a16:creationId xmlns:a16="http://schemas.microsoft.com/office/drawing/2014/main" id="{24A3F449-4815-1F07-0082-C93CE1FAAC38}"/>
                  </a:ext>
                </a:extLst>
              </p:cNvPr>
              <p:cNvSpPr txBox="1">
                <a:spLocks noChangeArrowheads="1"/>
              </p:cNvSpPr>
              <p:nvPr/>
            </p:nvSpPr>
            <p:spPr bwMode="auto">
              <a:xfrm>
                <a:off x="5936407" y="3987112"/>
                <a:ext cx="32893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X</a:t>
                </a:r>
              </a:p>
            </p:txBody>
          </p:sp>
        </p:grpSp>
      </p:grpSp>
      <p:sp>
        <p:nvSpPr>
          <p:cNvPr id="215" name="文本框 214">
            <a:extLst>
              <a:ext uri="{FF2B5EF4-FFF2-40B4-BE49-F238E27FC236}">
                <a16:creationId xmlns:a16="http://schemas.microsoft.com/office/drawing/2014/main" id="{9046F7E9-030C-A7E1-13EA-538C5A2A02B3}"/>
              </a:ext>
            </a:extLst>
          </p:cNvPr>
          <p:cNvSpPr txBox="1"/>
          <p:nvPr/>
        </p:nvSpPr>
        <p:spPr>
          <a:xfrm>
            <a:off x="717254" y="3612847"/>
            <a:ext cx="7772400" cy="893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285750" indent="-285750">
              <a:lnSpc>
                <a:spcPts val="3300"/>
              </a:lnSpc>
              <a:buClr>
                <a:srgbClr val="0070C0"/>
              </a:buClr>
              <a:buFont typeface="Wingdings" pitchFamily="2" charset="2"/>
              <a:buChar char="l"/>
              <a:defRPr sz="2000" b="1">
                <a:latin typeface="微软雅黑" pitchFamily="34" charset="-122"/>
                <a:ea typeface="微软雅黑" pitchFamily="34" charset="-122"/>
              </a:defRPr>
            </a:lvl1pPr>
          </a:lstStyle>
          <a:p>
            <a:r>
              <a:rPr lang="en-US" altLang="zh-CN" dirty="0"/>
              <a:t>R4</a:t>
            </a:r>
            <a:r>
              <a:rPr lang="zh-CN" altLang="en-US" dirty="0"/>
              <a:t>要把</a:t>
            </a:r>
            <a:r>
              <a:rPr lang="en-US" altLang="zh-CN" dirty="0"/>
              <a:t>BGP</a:t>
            </a:r>
            <a:r>
              <a:rPr lang="zh-CN" altLang="en-US" dirty="0"/>
              <a:t>路由的起点改为</a:t>
            </a:r>
            <a:r>
              <a:rPr lang="en-US" altLang="zh-CN" dirty="0"/>
              <a:t>R1</a:t>
            </a:r>
            <a:r>
              <a:rPr lang="zh-CN" altLang="en-US" dirty="0"/>
              <a:t>的对等端</a:t>
            </a:r>
            <a:r>
              <a:rPr lang="en-US" altLang="zh-CN" dirty="0"/>
              <a:t>R2</a:t>
            </a:r>
            <a:r>
              <a:rPr lang="zh-CN" altLang="en-US" dirty="0"/>
              <a:t>（在</a:t>
            </a:r>
            <a:r>
              <a:rPr lang="en-US" altLang="zh-CN" dirty="0"/>
              <a:t>AS2</a:t>
            </a:r>
            <a:r>
              <a:rPr lang="zh-CN" altLang="en-US" dirty="0"/>
              <a:t>中），把</a:t>
            </a:r>
            <a:r>
              <a:rPr lang="en-US" altLang="zh-CN" dirty="0"/>
              <a:t>BGP</a:t>
            </a:r>
            <a:r>
              <a:rPr lang="zh-CN" altLang="en-US" dirty="0"/>
              <a:t>路由转换为“</a:t>
            </a:r>
            <a:r>
              <a:rPr lang="en-US" altLang="zh-CN" dirty="0"/>
              <a:t>R2→R1→X”</a:t>
            </a:r>
            <a:r>
              <a:rPr lang="zh-CN" altLang="en-US" dirty="0"/>
              <a:t>。</a:t>
            </a:r>
          </a:p>
        </p:txBody>
      </p:sp>
      <p:sp>
        <p:nvSpPr>
          <p:cNvPr id="56" name="Line 159">
            <a:extLst>
              <a:ext uri="{FF2B5EF4-FFF2-40B4-BE49-F238E27FC236}">
                <a16:creationId xmlns:a16="http://schemas.microsoft.com/office/drawing/2014/main" id="{B762C713-E3FE-2835-E5BE-FE1D0E6CE9E4}"/>
              </a:ext>
            </a:extLst>
          </p:cNvPr>
          <p:cNvSpPr>
            <a:spLocks noChangeShapeType="1"/>
          </p:cNvSpPr>
          <p:nvPr/>
        </p:nvSpPr>
        <p:spPr bwMode="auto">
          <a:xfrm>
            <a:off x="3769541" y="1777509"/>
            <a:ext cx="1130300" cy="56991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58" name="Picture 46">
            <a:extLst>
              <a:ext uri="{FF2B5EF4-FFF2-40B4-BE49-F238E27FC236}">
                <a16:creationId xmlns:a16="http://schemas.microsoft.com/office/drawing/2014/main" id="{332447B5-DBB9-E790-E7B1-4CE345D6D3F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3479" y="1653684"/>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9" name="Picture 46">
            <a:extLst>
              <a:ext uri="{FF2B5EF4-FFF2-40B4-BE49-F238E27FC236}">
                <a16:creationId xmlns:a16="http://schemas.microsoft.com/office/drawing/2014/main" id="{83ECBC74-8831-1D76-82D3-D7FAE6E87A2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9816" y="2899871"/>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4" name="Line 159">
            <a:extLst>
              <a:ext uri="{FF2B5EF4-FFF2-40B4-BE49-F238E27FC236}">
                <a16:creationId xmlns:a16="http://schemas.microsoft.com/office/drawing/2014/main" id="{B56467E7-DBED-C026-027E-837218017ED0}"/>
              </a:ext>
            </a:extLst>
          </p:cNvPr>
          <p:cNvSpPr>
            <a:spLocks noChangeShapeType="1"/>
          </p:cNvSpPr>
          <p:nvPr/>
        </p:nvSpPr>
        <p:spPr bwMode="auto">
          <a:xfrm flipV="1">
            <a:off x="2775766" y="2363296"/>
            <a:ext cx="2093913" cy="26988"/>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65" name="Line 159">
            <a:extLst>
              <a:ext uri="{FF2B5EF4-FFF2-40B4-BE49-F238E27FC236}">
                <a16:creationId xmlns:a16="http://schemas.microsoft.com/office/drawing/2014/main" id="{918C8D71-EE94-226F-0CCB-3EA89B4484DF}"/>
              </a:ext>
            </a:extLst>
          </p:cNvPr>
          <p:cNvSpPr>
            <a:spLocks noChangeShapeType="1"/>
          </p:cNvSpPr>
          <p:nvPr/>
        </p:nvSpPr>
        <p:spPr bwMode="auto">
          <a:xfrm flipV="1">
            <a:off x="3574279" y="2396634"/>
            <a:ext cx="1368425" cy="57626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66" name="Picture 46">
            <a:extLst>
              <a:ext uri="{FF2B5EF4-FFF2-40B4-BE49-F238E27FC236}">
                <a16:creationId xmlns:a16="http://schemas.microsoft.com/office/drawing/2014/main" id="{AFB1E42B-748D-32A4-087B-7AF3BEA0CF8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98241" y="2287096"/>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7" name="Picture 52">
            <a:extLst>
              <a:ext uri="{FF2B5EF4-FFF2-40B4-BE49-F238E27FC236}">
                <a16:creationId xmlns:a16="http://schemas.microsoft.com/office/drawing/2014/main" id="{A7A0540C-00B7-C3B0-C7A3-517245B845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216" y="2302971"/>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8" name="Text Box 175">
            <a:extLst>
              <a:ext uri="{FF2B5EF4-FFF2-40B4-BE49-F238E27FC236}">
                <a16:creationId xmlns:a16="http://schemas.microsoft.com/office/drawing/2014/main" id="{241E6CB8-5FAC-8989-4EBA-F3EE8BA5C41F}"/>
              </a:ext>
            </a:extLst>
          </p:cNvPr>
          <p:cNvSpPr txBox="1">
            <a:spLocks noChangeArrowheads="1"/>
          </p:cNvSpPr>
          <p:nvPr/>
        </p:nvSpPr>
        <p:spPr bwMode="auto">
          <a:xfrm rot="1597053">
            <a:off x="3618465" y="1828101"/>
            <a:ext cx="6783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b="1">
                <a:latin typeface="微软雅黑" panose="020B0503020204020204" pitchFamily="34" charset="-122"/>
                <a:ea typeface="微软雅黑" panose="020B0503020204020204" pitchFamily="34" charset="-122"/>
              </a:rPr>
              <a:t>iBGP</a:t>
            </a:r>
            <a:endParaRPr lang="en-US" altLang="zh-CN" sz="1600" b="1" baseline="-25000">
              <a:latin typeface="微软雅黑" panose="020B0503020204020204" pitchFamily="34" charset="-122"/>
              <a:ea typeface="微软雅黑" panose="020B0503020204020204" pitchFamily="34" charset="-122"/>
            </a:endParaRPr>
          </a:p>
        </p:txBody>
      </p:sp>
      <p:sp>
        <p:nvSpPr>
          <p:cNvPr id="69" name="Text Box 175">
            <a:extLst>
              <a:ext uri="{FF2B5EF4-FFF2-40B4-BE49-F238E27FC236}">
                <a16:creationId xmlns:a16="http://schemas.microsoft.com/office/drawing/2014/main" id="{D3EBBBB2-7EDE-D170-E600-A985F77E1450}"/>
              </a:ext>
            </a:extLst>
          </p:cNvPr>
          <p:cNvSpPr txBox="1">
            <a:spLocks noChangeArrowheads="1"/>
          </p:cNvSpPr>
          <p:nvPr/>
        </p:nvSpPr>
        <p:spPr bwMode="auto">
          <a:xfrm>
            <a:off x="2921816" y="2091834"/>
            <a:ext cx="6783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b="1">
                <a:latin typeface="微软雅黑" panose="020B0503020204020204" pitchFamily="34" charset="-122"/>
                <a:ea typeface="微软雅黑" panose="020B0503020204020204" pitchFamily="34" charset="-122"/>
              </a:rPr>
              <a:t>iBGP</a:t>
            </a:r>
            <a:endParaRPr lang="en-US" altLang="zh-CN" sz="1600" b="1" baseline="-25000">
              <a:latin typeface="微软雅黑" panose="020B0503020204020204" pitchFamily="34" charset="-122"/>
              <a:ea typeface="微软雅黑" panose="020B0503020204020204" pitchFamily="34" charset="-122"/>
            </a:endParaRPr>
          </a:p>
        </p:txBody>
      </p:sp>
      <p:grpSp>
        <p:nvGrpSpPr>
          <p:cNvPr id="72" name="组合 218">
            <a:extLst>
              <a:ext uri="{FF2B5EF4-FFF2-40B4-BE49-F238E27FC236}">
                <a16:creationId xmlns:a16="http://schemas.microsoft.com/office/drawing/2014/main" id="{84F38D8C-FB49-FB9B-24DB-5CCCADFD0B51}"/>
              </a:ext>
            </a:extLst>
          </p:cNvPr>
          <p:cNvGrpSpPr>
            <a:grpSpLocks/>
          </p:cNvGrpSpPr>
          <p:nvPr/>
        </p:nvGrpSpPr>
        <p:grpSpPr bwMode="auto">
          <a:xfrm rot="1548408">
            <a:off x="3825104" y="1812434"/>
            <a:ext cx="561975" cy="71437"/>
            <a:chOff x="6732241" y="2663758"/>
            <a:chExt cx="562040" cy="72008"/>
          </a:xfrm>
        </p:grpSpPr>
        <p:cxnSp>
          <p:nvCxnSpPr>
            <p:cNvPr id="162" name="直接箭头连接符 329">
              <a:extLst>
                <a:ext uri="{FF2B5EF4-FFF2-40B4-BE49-F238E27FC236}">
                  <a16:creationId xmlns:a16="http://schemas.microsoft.com/office/drawing/2014/main" id="{34B2D1E7-75E3-9C4F-A2CD-49111BCF3FD4}"/>
                </a:ext>
              </a:extLst>
            </p:cNvPr>
            <p:cNvCxnSpPr>
              <a:cxnSpLocks noChangeShapeType="1"/>
            </p:cNvCxnSpPr>
            <p:nvPr/>
          </p:nvCxnSpPr>
          <p:spPr bwMode="auto">
            <a:xfrm flipH="1">
              <a:off x="6732241" y="2708920"/>
              <a:ext cx="288031" cy="0"/>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63" name="矩形 162">
              <a:extLst>
                <a:ext uri="{FF2B5EF4-FFF2-40B4-BE49-F238E27FC236}">
                  <a16:creationId xmlns:a16="http://schemas.microsoft.com/office/drawing/2014/main" id="{58FC14DF-2F70-5320-9B88-48B2FD347C38}"/>
                </a:ext>
              </a:extLst>
            </p:cNvPr>
            <p:cNvSpPr/>
            <p:nvPr/>
          </p:nvSpPr>
          <p:spPr bwMode="auto">
            <a:xfrm>
              <a:off x="6927499" y="2663944"/>
              <a:ext cx="360405" cy="72008"/>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grpSp>
        <p:nvGrpSpPr>
          <p:cNvPr id="73" name="组合 221">
            <a:extLst>
              <a:ext uri="{FF2B5EF4-FFF2-40B4-BE49-F238E27FC236}">
                <a16:creationId xmlns:a16="http://schemas.microsoft.com/office/drawing/2014/main" id="{4A327F69-A6E3-628A-C311-28DD62045C86}"/>
              </a:ext>
            </a:extLst>
          </p:cNvPr>
          <p:cNvGrpSpPr>
            <a:grpSpLocks/>
          </p:cNvGrpSpPr>
          <p:nvPr/>
        </p:nvGrpSpPr>
        <p:grpSpPr bwMode="auto">
          <a:xfrm rot="20292153">
            <a:off x="3780654" y="2637934"/>
            <a:ext cx="561975" cy="71437"/>
            <a:chOff x="6732241" y="2663758"/>
            <a:chExt cx="562040" cy="72008"/>
          </a:xfrm>
        </p:grpSpPr>
        <p:cxnSp>
          <p:nvCxnSpPr>
            <p:cNvPr id="160" name="直接箭头连接符 329">
              <a:extLst>
                <a:ext uri="{FF2B5EF4-FFF2-40B4-BE49-F238E27FC236}">
                  <a16:creationId xmlns:a16="http://schemas.microsoft.com/office/drawing/2014/main" id="{0FB82C87-8173-5D7E-CBE1-D09E493E3F1E}"/>
                </a:ext>
              </a:extLst>
            </p:cNvPr>
            <p:cNvCxnSpPr>
              <a:cxnSpLocks noChangeShapeType="1"/>
            </p:cNvCxnSpPr>
            <p:nvPr/>
          </p:nvCxnSpPr>
          <p:spPr bwMode="auto">
            <a:xfrm flipH="1">
              <a:off x="6732241" y="2708920"/>
              <a:ext cx="288031" cy="0"/>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61" name="矩形 160">
              <a:extLst>
                <a:ext uri="{FF2B5EF4-FFF2-40B4-BE49-F238E27FC236}">
                  <a16:creationId xmlns:a16="http://schemas.microsoft.com/office/drawing/2014/main" id="{928B5506-6E8D-9A54-594D-8F909EE028E3}"/>
                </a:ext>
              </a:extLst>
            </p:cNvPr>
            <p:cNvSpPr/>
            <p:nvPr/>
          </p:nvSpPr>
          <p:spPr bwMode="auto">
            <a:xfrm>
              <a:off x="6934036" y="2661373"/>
              <a:ext cx="360404" cy="72009"/>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grpSp>
        <p:nvGrpSpPr>
          <p:cNvPr id="74" name="组合 224">
            <a:extLst>
              <a:ext uri="{FF2B5EF4-FFF2-40B4-BE49-F238E27FC236}">
                <a16:creationId xmlns:a16="http://schemas.microsoft.com/office/drawing/2014/main" id="{8DFD9C23-CF60-1D3A-AE4A-20B02BA42A86}"/>
              </a:ext>
            </a:extLst>
          </p:cNvPr>
          <p:cNvGrpSpPr>
            <a:grpSpLocks/>
          </p:cNvGrpSpPr>
          <p:nvPr/>
        </p:nvGrpSpPr>
        <p:grpSpPr bwMode="auto">
          <a:xfrm>
            <a:off x="3721916" y="2244234"/>
            <a:ext cx="561975" cy="71437"/>
            <a:chOff x="6732241" y="2663758"/>
            <a:chExt cx="562040" cy="72008"/>
          </a:xfrm>
        </p:grpSpPr>
        <p:cxnSp>
          <p:nvCxnSpPr>
            <p:cNvPr id="126" name="直接箭头连接符 329">
              <a:extLst>
                <a:ext uri="{FF2B5EF4-FFF2-40B4-BE49-F238E27FC236}">
                  <a16:creationId xmlns:a16="http://schemas.microsoft.com/office/drawing/2014/main" id="{54926F14-9F29-568A-5525-A60C866FB76D}"/>
                </a:ext>
              </a:extLst>
            </p:cNvPr>
            <p:cNvCxnSpPr>
              <a:cxnSpLocks noChangeShapeType="1"/>
            </p:cNvCxnSpPr>
            <p:nvPr/>
          </p:nvCxnSpPr>
          <p:spPr bwMode="auto">
            <a:xfrm flipH="1">
              <a:off x="6732241" y="2708920"/>
              <a:ext cx="288031" cy="0"/>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27" name="矩形 126">
              <a:extLst>
                <a:ext uri="{FF2B5EF4-FFF2-40B4-BE49-F238E27FC236}">
                  <a16:creationId xmlns:a16="http://schemas.microsoft.com/office/drawing/2014/main" id="{183A2CD7-3924-1A7E-9AD3-E86C7FB20B26}"/>
                </a:ext>
              </a:extLst>
            </p:cNvPr>
            <p:cNvSpPr/>
            <p:nvPr/>
          </p:nvSpPr>
          <p:spPr bwMode="auto">
            <a:xfrm>
              <a:off x="6933877" y="2663758"/>
              <a:ext cx="360404" cy="72008"/>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sp>
        <p:nvSpPr>
          <p:cNvPr id="25" name="TextBox 255">
            <a:extLst>
              <a:ext uri="{FF2B5EF4-FFF2-40B4-BE49-F238E27FC236}">
                <a16:creationId xmlns:a16="http://schemas.microsoft.com/office/drawing/2014/main" id="{668ACB6C-500E-8BC9-E9F5-95A31B47832A}"/>
              </a:ext>
            </a:extLst>
          </p:cNvPr>
          <p:cNvSpPr txBox="1">
            <a:spLocks noChangeArrowheads="1"/>
          </p:cNvSpPr>
          <p:nvPr/>
        </p:nvSpPr>
        <p:spPr bwMode="auto">
          <a:xfrm>
            <a:off x="5403350" y="1099321"/>
            <a:ext cx="170431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BGP </a:t>
            </a: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路由的起点</a:t>
            </a:r>
            <a:endParaRPr lang="en-US" altLang="zh-CN" sz="1600" b="1" dirty="0">
              <a:latin typeface="微软雅黑" panose="020B0503020204020204" pitchFamily="34" charset="-122"/>
              <a:ea typeface="微软雅黑" panose="020B0503020204020204" pitchFamily="34" charset="-122"/>
              <a:sym typeface="Wingdings 2" panose="05020102010507070707" pitchFamily="18" charset="2"/>
            </a:endParaRPr>
          </a:p>
          <a:p>
            <a:pPr algn="ctr" eaLnBrk="1" hangingPunct="1">
              <a:spcBef>
                <a:spcPct val="0"/>
              </a:spcBef>
              <a:buFontTx/>
              <a:buNone/>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(NEXT-HOP)</a:t>
            </a:r>
            <a:endParaRPr lang="zh-CN" altLang="en-US" sz="1600" b="1" dirty="0">
              <a:latin typeface="微软雅黑" panose="020B0503020204020204" pitchFamily="34" charset="-122"/>
              <a:ea typeface="微软雅黑" panose="020B0503020204020204" pitchFamily="34" charset="-122"/>
            </a:endParaRPr>
          </a:p>
        </p:txBody>
      </p:sp>
      <p:cxnSp>
        <p:nvCxnSpPr>
          <p:cNvPr id="26" name="直接箭头连接符 329">
            <a:extLst>
              <a:ext uri="{FF2B5EF4-FFF2-40B4-BE49-F238E27FC236}">
                <a16:creationId xmlns:a16="http://schemas.microsoft.com/office/drawing/2014/main" id="{9642B8DC-9405-D772-AC1A-82B6BC2308BF}"/>
              </a:ext>
            </a:extLst>
          </p:cNvPr>
          <p:cNvCxnSpPr>
            <a:cxnSpLocks noChangeShapeType="1"/>
          </p:cNvCxnSpPr>
          <p:nvPr/>
        </p:nvCxnSpPr>
        <p:spPr bwMode="auto">
          <a:xfrm flipH="1">
            <a:off x="8086938" y="1811497"/>
            <a:ext cx="12700" cy="66516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7" name="直接箭头连接符 329">
            <a:extLst>
              <a:ext uri="{FF2B5EF4-FFF2-40B4-BE49-F238E27FC236}">
                <a16:creationId xmlns:a16="http://schemas.microsoft.com/office/drawing/2014/main" id="{F3CF5662-7AB5-67D0-C266-2349E670F8AA}"/>
              </a:ext>
            </a:extLst>
          </p:cNvPr>
          <p:cNvCxnSpPr>
            <a:cxnSpLocks noChangeShapeType="1"/>
          </p:cNvCxnSpPr>
          <p:nvPr/>
        </p:nvCxnSpPr>
        <p:spPr bwMode="auto">
          <a:xfrm flipH="1">
            <a:off x="6315038" y="1634308"/>
            <a:ext cx="9525" cy="428625"/>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8" name="TextBox 255">
            <a:extLst>
              <a:ext uri="{FF2B5EF4-FFF2-40B4-BE49-F238E27FC236}">
                <a16:creationId xmlns:a16="http://schemas.microsoft.com/office/drawing/2014/main" id="{FD4E4294-F78E-0F08-EC73-03CA210B9C77}"/>
              </a:ext>
            </a:extLst>
          </p:cNvPr>
          <p:cNvSpPr txBox="1">
            <a:spLocks noChangeArrowheads="1"/>
          </p:cNvSpPr>
          <p:nvPr/>
        </p:nvSpPr>
        <p:spPr bwMode="auto">
          <a:xfrm>
            <a:off x="7226050" y="1219360"/>
            <a:ext cx="170431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BGP </a:t>
            </a: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路由的终点</a:t>
            </a:r>
            <a:endParaRPr lang="en-US" altLang="zh-CN" sz="1600" b="1" dirty="0">
              <a:latin typeface="微软雅黑" panose="020B0503020204020204" pitchFamily="34" charset="-122"/>
              <a:ea typeface="微软雅黑" panose="020B0503020204020204" pitchFamily="34" charset="-122"/>
              <a:sym typeface="Wingdings 2" panose="05020102010507070707" pitchFamily="18" charset="2"/>
            </a:endParaRPr>
          </a:p>
          <a:p>
            <a:pPr algn="ctr" eaLnBrk="1" hangingPunct="1">
              <a:spcBef>
                <a:spcPct val="0"/>
              </a:spcBef>
              <a:buFontTx/>
              <a:buNone/>
            </a:pP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（前缀）</a:t>
            </a:r>
            <a:endParaRPr lang="zh-CN" altLang="en-US" sz="1600" b="1" dirty="0">
              <a:latin typeface="微软雅黑" panose="020B0503020204020204" pitchFamily="34" charset="-122"/>
              <a:ea typeface="微软雅黑" panose="020B0503020204020204" pitchFamily="34" charset="-122"/>
            </a:endParaRPr>
          </a:p>
        </p:txBody>
      </p:sp>
      <p:grpSp>
        <p:nvGrpSpPr>
          <p:cNvPr id="38" name="组合 37">
            <a:extLst>
              <a:ext uri="{FF2B5EF4-FFF2-40B4-BE49-F238E27FC236}">
                <a16:creationId xmlns:a16="http://schemas.microsoft.com/office/drawing/2014/main" id="{EBAFAF6F-8828-A202-EB38-4CE554AB616D}"/>
              </a:ext>
            </a:extLst>
          </p:cNvPr>
          <p:cNvGrpSpPr/>
          <p:nvPr/>
        </p:nvGrpSpPr>
        <p:grpSpPr>
          <a:xfrm>
            <a:off x="633205" y="1873528"/>
            <a:ext cx="2058868" cy="1536061"/>
            <a:chOff x="755650" y="3371850"/>
            <a:chExt cx="2058868" cy="1536061"/>
          </a:xfrm>
        </p:grpSpPr>
        <p:sp>
          <p:nvSpPr>
            <p:cNvPr id="39" name="Text Box 175">
              <a:extLst>
                <a:ext uri="{FF2B5EF4-FFF2-40B4-BE49-F238E27FC236}">
                  <a16:creationId xmlns:a16="http://schemas.microsoft.com/office/drawing/2014/main" id="{B7369DD9-65DF-5EB1-A729-F93D05F17A98}"/>
                </a:ext>
              </a:extLst>
            </p:cNvPr>
            <p:cNvSpPr txBox="1">
              <a:spLocks noChangeArrowheads="1"/>
            </p:cNvSpPr>
            <p:nvPr/>
          </p:nvSpPr>
          <p:spPr bwMode="auto">
            <a:xfrm>
              <a:off x="755650" y="4284663"/>
              <a:ext cx="1803699"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spcAft>
                  <a:spcPts val="300"/>
                </a:spcAft>
                <a:buFontTx/>
                <a:buNone/>
              </a:pPr>
              <a:r>
                <a:rPr lang="zh-CN" altLang="en-US" sz="1600" b="1" dirty="0">
                  <a:latin typeface="微软雅黑" panose="020B0503020204020204" pitchFamily="34" charset="-122"/>
                  <a:ea typeface="微软雅黑" panose="020B0503020204020204" pitchFamily="34" charset="-122"/>
                </a:rPr>
                <a:t>前缀匹配   下一跳</a:t>
              </a:r>
              <a:endParaRPr lang="en-US" altLang="zh-CN" sz="1600" b="1" dirty="0">
                <a:latin typeface="微软雅黑" panose="020B0503020204020204" pitchFamily="34" charset="-122"/>
                <a:ea typeface="微软雅黑" panose="020B0503020204020204" pitchFamily="34" charset="-122"/>
              </a:endParaRPr>
            </a:p>
            <a:p>
              <a:pPr eaLnBrk="1" hangingPunct="1">
                <a:spcBef>
                  <a:spcPct val="0"/>
                </a:spcBef>
                <a:buFontTx/>
                <a:buNone/>
              </a:pPr>
              <a:r>
                <a:rPr lang="en-US" altLang="zh-CN" sz="1600" b="1" dirty="0">
                  <a:latin typeface="微软雅黑" panose="020B0503020204020204" pitchFamily="34" charset="-122"/>
                  <a:ea typeface="微软雅黑" panose="020B0503020204020204" pitchFamily="34" charset="-122"/>
                </a:rPr>
                <a:t>      X</a:t>
              </a:r>
              <a:endParaRPr lang="en-US" altLang="zh-CN" sz="1600" b="1" dirty="0">
                <a:solidFill>
                  <a:srgbClr val="FF0000"/>
                </a:solidFill>
                <a:latin typeface="微软雅黑" panose="020B0503020204020204" pitchFamily="34" charset="-122"/>
                <a:ea typeface="微软雅黑" panose="020B0503020204020204" pitchFamily="34" charset="-122"/>
              </a:endParaRPr>
            </a:p>
          </p:txBody>
        </p:sp>
        <p:sp>
          <p:nvSpPr>
            <p:cNvPr id="40" name="矩形 105">
              <a:extLst>
                <a:ext uri="{FF2B5EF4-FFF2-40B4-BE49-F238E27FC236}">
                  <a16:creationId xmlns:a16="http://schemas.microsoft.com/office/drawing/2014/main" id="{1E978BEA-9574-A241-2455-847F874C9192}"/>
                </a:ext>
              </a:extLst>
            </p:cNvPr>
            <p:cNvSpPr>
              <a:spLocks noChangeArrowheads="1"/>
            </p:cNvSpPr>
            <p:nvPr/>
          </p:nvSpPr>
          <p:spPr bwMode="auto">
            <a:xfrm>
              <a:off x="755650" y="4292600"/>
              <a:ext cx="1728788" cy="5746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400" b="1">
                <a:latin typeface="微软雅黑" panose="020B0503020204020204" pitchFamily="34" charset="-122"/>
                <a:ea typeface="微软雅黑" panose="020B0503020204020204" pitchFamily="34" charset="-122"/>
              </a:endParaRPr>
            </a:p>
          </p:txBody>
        </p:sp>
        <p:cxnSp>
          <p:nvCxnSpPr>
            <p:cNvPr id="41" name="直接连接符 107">
              <a:extLst>
                <a:ext uri="{FF2B5EF4-FFF2-40B4-BE49-F238E27FC236}">
                  <a16:creationId xmlns:a16="http://schemas.microsoft.com/office/drawing/2014/main" id="{9D2B5E77-AFFC-3631-6D6F-A0E29515A603}"/>
                </a:ext>
              </a:extLst>
            </p:cNvPr>
            <p:cNvCxnSpPr>
              <a:cxnSpLocks noChangeShapeType="1"/>
              <a:stCxn id="40" idx="1"/>
              <a:endCxn id="40" idx="3"/>
            </p:cNvCxnSpPr>
            <p:nvPr/>
          </p:nvCxnSpPr>
          <p:spPr bwMode="auto">
            <a:xfrm>
              <a:off x="755650" y="4579938"/>
              <a:ext cx="1728788"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2" name="直接连接符 109">
              <a:extLst>
                <a:ext uri="{FF2B5EF4-FFF2-40B4-BE49-F238E27FC236}">
                  <a16:creationId xmlns:a16="http://schemas.microsoft.com/office/drawing/2014/main" id="{0941D2FE-EF88-0C78-FFB2-DDD059B4CB31}"/>
                </a:ext>
              </a:extLst>
            </p:cNvPr>
            <p:cNvCxnSpPr>
              <a:cxnSpLocks noChangeShapeType="1"/>
            </p:cNvCxnSpPr>
            <p:nvPr/>
          </p:nvCxnSpPr>
          <p:spPr bwMode="auto">
            <a:xfrm flipH="1">
              <a:off x="1751013" y="4292600"/>
              <a:ext cx="12700" cy="5842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43" name="任意多边形 111">
              <a:extLst>
                <a:ext uri="{FF2B5EF4-FFF2-40B4-BE49-F238E27FC236}">
                  <a16:creationId xmlns:a16="http://schemas.microsoft.com/office/drawing/2014/main" id="{D737489D-C4EC-D1ED-C814-55A352663F74}"/>
                </a:ext>
              </a:extLst>
            </p:cNvPr>
            <p:cNvSpPr/>
            <p:nvPr/>
          </p:nvSpPr>
          <p:spPr bwMode="auto">
            <a:xfrm>
              <a:off x="763588" y="3890963"/>
              <a:ext cx="1939925" cy="403225"/>
            </a:xfrm>
            <a:custGeom>
              <a:avLst/>
              <a:gdLst>
                <a:gd name="connsiteX0" fmla="*/ 0 w 1940668"/>
                <a:gd name="connsiteY0" fmla="*/ 398834 h 403698"/>
                <a:gd name="connsiteX1" fmla="*/ 0 w 1940668"/>
                <a:gd name="connsiteY1" fmla="*/ 398834 h 403698"/>
                <a:gd name="connsiteX2" fmla="*/ 1940668 w 1940668"/>
                <a:gd name="connsiteY2" fmla="*/ 0 h 403698"/>
                <a:gd name="connsiteX3" fmla="*/ 1716932 w 1940668"/>
                <a:gd name="connsiteY3" fmla="*/ 403698 h 403698"/>
                <a:gd name="connsiteX4" fmla="*/ 0 w 1940668"/>
                <a:gd name="connsiteY4" fmla="*/ 398834 h 403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0668" h="403698">
                  <a:moveTo>
                    <a:pt x="0" y="398834"/>
                  </a:moveTo>
                  <a:lnTo>
                    <a:pt x="0" y="398834"/>
                  </a:lnTo>
                  <a:lnTo>
                    <a:pt x="1940668" y="0"/>
                  </a:lnTo>
                  <a:lnTo>
                    <a:pt x="1716932" y="403698"/>
                  </a:lnTo>
                  <a:lnTo>
                    <a:pt x="0" y="398834"/>
                  </a:lnTo>
                  <a:close/>
                </a:path>
              </a:pathLst>
            </a:custGeom>
            <a:gradFill flip="none" rotWithShape="1">
              <a:gsLst>
                <a:gs pos="0">
                  <a:schemeClr val="accent5">
                    <a:lumMod val="75000"/>
                  </a:schemeClr>
                </a:gs>
                <a:gs pos="51000">
                  <a:schemeClr val="accent5">
                    <a:lumMod val="40000"/>
                    <a:lumOff val="60000"/>
                  </a:schemeClr>
                </a:gs>
                <a:gs pos="100000">
                  <a:schemeClr val="bg1"/>
                </a:gs>
              </a:gsLst>
              <a:lin ang="16200000" scaled="1"/>
              <a:tileRect/>
            </a:gradFill>
            <a:ln w="9525" cap="flat" cmpd="sng" algn="ctr">
              <a:no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nvGrpSpPr>
            <p:cNvPr id="47" name="组合 115">
              <a:extLst>
                <a:ext uri="{FF2B5EF4-FFF2-40B4-BE49-F238E27FC236}">
                  <a16:creationId xmlns:a16="http://schemas.microsoft.com/office/drawing/2014/main" id="{E43296A3-060C-1AA9-2181-506D34C6DA61}"/>
                </a:ext>
              </a:extLst>
            </p:cNvPr>
            <p:cNvGrpSpPr>
              <a:grpSpLocks/>
            </p:cNvGrpSpPr>
            <p:nvPr/>
          </p:nvGrpSpPr>
          <p:grpSpPr bwMode="auto">
            <a:xfrm>
              <a:off x="755650" y="3371850"/>
              <a:ext cx="2058868" cy="431800"/>
              <a:chOff x="1043608" y="3371583"/>
              <a:chExt cx="2058237" cy="432048"/>
            </a:xfrm>
          </p:grpSpPr>
          <p:sp>
            <p:nvSpPr>
              <p:cNvPr id="48" name="椭圆形标注 114">
                <a:extLst>
                  <a:ext uri="{FF2B5EF4-FFF2-40B4-BE49-F238E27FC236}">
                    <a16:creationId xmlns:a16="http://schemas.microsoft.com/office/drawing/2014/main" id="{6C7D6B77-3A98-D5AF-D9A5-8120F0A26E3E}"/>
                  </a:ext>
                </a:extLst>
              </p:cNvPr>
              <p:cNvSpPr>
                <a:spLocks noChangeArrowheads="1"/>
              </p:cNvSpPr>
              <p:nvPr/>
            </p:nvSpPr>
            <p:spPr bwMode="auto">
              <a:xfrm>
                <a:off x="1043608" y="3371583"/>
                <a:ext cx="1944216" cy="432048"/>
              </a:xfrm>
              <a:prstGeom prst="wedgeEllipseCallout">
                <a:avLst>
                  <a:gd name="adj1" fmla="val -24602"/>
                  <a:gd name="adj2" fmla="val 180028"/>
                </a:avLst>
              </a:prstGeom>
              <a:solidFill>
                <a:schemeClr val="bg1"/>
              </a:solidFill>
              <a:ln w="9525"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400" b="1">
                  <a:latin typeface="微软雅黑" panose="020B0503020204020204" pitchFamily="34" charset="-122"/>
                  <a:ea typeface="微软雅黑" panose="020B0503020204020204" pitchFamily="34" charset="-122"/>
                </a:endParaRPr>
              </a:p>
            </p:txBody>
          </p:sp>
          <p:sp>
            <p:nvSpPr>
              <p:cNvPr id="49" name="Text Box 175">
                <a:extLst>
                  <a:ext uri="{FF2B5EF4-FFF2-40B4-BE49-F238E27FC236}">
                    <a16:creationId xmlns:a16="http://schemas.microsoft.com/office/drawing/2014/main" id="{F823EEAD-40DD-134E-32E7-FA8CC5E3FF92}"/>
                  </a:ext>
                </a:extLst>
              </p:cNvPr>
              <p:cNvSpPr txBox="1">
                <a:spLocks noChangeArrowheads="1"/>
              </p:cNvSpPr>
              <p:nvPr/>
            </p:nvSpPr>
            <p:spPr bwMode="auto">
              <a:xfrm>
                <a:off x="1116013" y="3429000"/>
                <a:ext cx="1985832" cy="338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600" b="1">
                    <a:latin typeface="微软雅黑" panose="020B0503020204020204" pitchFamily="34" charset="-122"/>
                    <a:ea typeface="微软雅黑" panose="020B0503020204020204" pitchFamily="34" charset="-122"/>
                  </a:rPr>
                  <a:t>收到“</a:t>
                </a:r>
                <a:r>
                  <a:rPr lang="en-US" altLang="zh-CN" sz="1600" b="1">
                    <a:latin typeface="微软雅黑" panose="020B0503020204020204" pitchFamily="34" charset="-122"/>
                    <a:ea typeface="微软雅黑" panose="020B0503020204020204" pitchFamily="34" charset="-122"/>
                  </a:rPr>
                  <a:t>X, AS</a:t>
                </a:r>
                <a:r>
                  <a:rPr lang="en-US" altLang="zh-CN" sz="1600" b="1" baseline="-25000">
                    <a:latin typeface="微软雅黑" panose="020B0503020204020204" pitchFamily="34" charset="-122"/>
                    <a:ea typeface="微软雅黑" panose="020B0503020204020204" pitchFamily="34" charset="-122"/>
                  </a:rPr>
                  <a:t>1</a:t>
                </a:r>
                <a:r>
                  <a:rPr lang="en-US" altLang="zh-CN" sz="1600" b="1">
                    <a:latin typeface="微软雅黑" panose="020B0503020204020204" pitchFamily="34" charset="-122"/>
                    <a:ea typeface="微软雅黑" panose="020B0503020204020204" pitchFamily="34" charset="-122"/>
                  </a:rPr>
                  <a:t>, R</a:t>
                </a:r>
                <a:r>
                  <a:rPr lang="en-US" altLang="zh-CN" sz="1600" b="1" baseline="-25000">
                    <a:latin typeface="微软雅黑" panose="020B0503020204020204" pitchFamily="34" charset="-122"/>
                    <a:ea typeface="微软雅黑" panose="020B0503020204020204" pitchFamily="34" charset="-122"/>
                  </a:rPr>
                  <a:t>1</a:t>
                </a:r>
                <a:r>
                  <a:rPr lang="zh-CN" altLang="en-US" sz="1600" b="1">
                    <a:latin typeface="微软雅黑" panose="020B0503020204020204" pitchFamily="34" charset="-122"/>
                    <a:ea typeface="微软雅黑" panose="020B0503020204020204" pitchFamily="34" charset="-122"/>
                  </a:rPr>
                  <a:t>”</a:t>
                </a:r>
                <a:endParaRPr lang="en-US" altLang="zh-CN" sz="1600" b="1" baseline="-25000">
                  <a:latin typeface="微软雅黑" panose="020B0503020204020204" pitchFamily="34" charset="-122"/>
                  <a:ea typeface="微软雅黑" panose="020B0503020204020204" pitchFamily="34" charset="-122"/>
                </a:endParaRPr>
              </a:p>
            </p:txBody>
          </p:sp>
        </p:grpSp>
      </p:grpSp>
      <p:grpSp>
        <p:nvGrpSpPr>
          <p:cNvPr id="50" name="组合 49">
            <a:extLst>
              <a:ext uri="{FF2B5EF4-FFF2-40B4-BE49-F238E27FC236}">
                <a16:creationId xmlns:a16="http://schemas.microsoft.com/office/drawing/2014/main" id="{8F0A0AEB-6132-6317-A047-3F68FADF89DB}"/>
              </a:ext>
            </a:extLst>
          </p:cNvPr>
          <p:cNvGrpSpPr/>
          <p:nvPr/>
        </p:nvGrpSpPr>
        <p:grpSpPr>
          <a:xfrm>
            <a:off x="4956740" y="1723557"/>
            <a:ext cx="1220696" cy="338554"/>
            <a:chOff x="4919436" y="1372285"/>
            <a:chExt cx="1220696" cy="338554"/>
          </a:xfrm>
        </p:grpSpPr>
        <p:sp>
          <p:nvSpPr>
            <p:cNvPr id="51" name="圆角矩形 160">
              <a:extLst>
                <a:ext uri="{FF2B5EF4-FFF2-40B4-BE49-F238E27FC236}">
                  <a16:creationId xmlns:a16="http://schemas.microsoft.com/office/drawing/2014/main" id="{E22A716E-7552-3D97-A8E7-967034DCB1C3}"/>
                </a:ext>
              </a:extLst>
            </p:cNvPr>
            <p:cNvSpPr>
              <a:spLocks noChangeArrowheads="1"/>
            </p:cNvSpPr>
            <p:nvPr/>
          </p:nvSpPr>
          <p:spPr bwMode="auto">
            <a:xfrm>
              <a:off x="4968603" y="1410037"/>
              <a:ext cx="1035050" cy="288925"/>
            </a:xfrm>
            <a:prstGeom prst="roundRect">
              <a:avLst>
                <a:gd name="adj" fmla="val 26806"/>
              </a:avLst>
            </a:prstGeom>
            <a:solidFill>
              <a:srgbClr val="FFC000"/>
            </a:solidFill>
            <a:ln w="19050" algn="ctr">
              <a:solidFill>
                <a:srgbClr val="000000"/>
              </a:solidFill>
              <a:round/>
              <a:headEnd/>
              <a:tailEn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52" name="Text Box 173">
              <a:extLst>
                <a:ext uri="{FF2B5EF4-FFF2-40B4-BE49-F238E27FC236}">
                  <a16:creationId xmlns:a16="http://schemas.microsoft.com/office/drawing/2014/main" id="{FFEC5B9F-0B5B-DE17-6599-DA34A36A44BF}"/>
                </a:ext>
              </a:extLst>
            </p:cNvPr>
            <p:cNvSpPr txBox="1">
              <a:spLocks noChangeArrowheads="1"/>
            </p:cNvSpPr>
            <p:nvPr/>
          </p:nvSpPr>
          <p:spPr bwMode="auto">
            <a:xfrm>
              <a:off x="4919436" y="1372285"/>
              <a:ext cx="12206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ts val="60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X, AS</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1</a:t>
              </a: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 R</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1</a:t>
              </a:r>
              <a:r>
                <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                                                 </a:t>
              </a:r>
              <a:endPar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cxnSp>
        <p:nvCxnSpPr>
          <p:cNvPr id="54" name="直接箭头连接符 329">
            <a:extLst>
              <a:ext uri="{FF2B5EF4-FFF2-40B4-BE49-F238E27FC236}">
                <a16:creationId xmlns:a16="http://schemas.microsoft.com/office/drawing/2014/main" id="{8528EF07-FDF6-C933-13D6-3B3EC718E517}"/>
              </a:ext>
            </a:extLst>
          </p:cNvPr>
          <p:cNvCxnSpPr>
            <a:cxnSpLocks noChangeShapeType="1"/>
            <a:stCxn id="52" idx="2"/>
          </p:cNvCxnSpPr>
          <p:nvPr/>
        </p:nvCxnSpPr>
        <p:spPr bwMode="auto">
          <a:xfrm>
            <a:off x="5567088" y="2062111"/>
            <a:ext cx="131542" cy="168250"/>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sp>
        <p:nvSpPr>
          <p:cNvPr id="70" name="文本框 69">
            <a:extLst>
              <a:ext uri="{FF2B5EF4-FFF2-40B4-BE49-F238E27FC236}">
                <a16:creationId xmlns:a16="http://schemas.microsoft.com/office/drawing/2014/main" id="{6705DF67-4C91-46E1-85F9-35E012B670B9}"/>
              </a:ext>
            </a:extLst>
          </p:cNvPr>
          <p:cNvSpPr txBox="1"/>
          <p:nvPr/>
        </p:nvSpPr>
        <p:spPr>
          <a:xfrm>
            <a:off x="1874147" y="3027174"/>
            <a:ext cx="308650" cy="400110"/>
          </a:xfrm>
          <a:prstGeom prst="rect">
            <a:avLst/>
          </a:prstGeom>
          <a:noFill/>
        </p:spPr>
        <p:txBody>
          <a:bodyPr wrap="square">
            <a:spAutoFit/>
          </a:bodyPr>
          <a:lstStyle/>
          <a:p>
            <a:r>
              <a:rPr lang="zh-CN" altLang="en-US" sz="2000" b="1" dirty="0">
                <a:solidFill>
                  <a:srgbClr val="FF0000"/>
                </a:solidFill>
                <a:latin typeface="微软雅黑" panose="020B0503020204020204" pitchFamily="34" charset="-122"/>
                <a:ea typeface="微软雅黑" panose="020B0503020204020204" pitchFamily="34" charset="-122"/>
              </a:rPr>
              <a:t>？</a:t>
            </a:r>
            <a:endParaRPr lang="zh-CN" altLang="en-US" sz="2000" dirty="0"/>
          </a:p>
        </p:txBody>
      </p:sp>
    </p:spTree>
    <p:extLst>
      <p:ext uri="{BB962C8B-B14F-4D97-AF65-F5344CB8AC3E}">
        <p14:creationId xmlns:p14="http://schemas.microsoft.com/office/powerpoint/2010/main" val="2024793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15"/>
                                        </p:tgtEl>
                                        <p:attrNameLst>
                                          <p:attrName>style.visibility</p:attrName>
                                        </p:attrNameLst>
                                      </p:cBhvr>
                                      <p:to>
                                        <p:strVal val="visible"/>
                                      </p:to>
                                    </p:set>
                                    <p:animEffect transition="in" filter="fade">
                                      <p:cBhvr>
                                        <p:cTn id="7" dur="1000"/>
                                        <p:tgtEl>
                                          <p:spTgt spid="215"/>
                                        </p:tgtEl>
                                      </p:cBhvr>
                                    </p:animEffect>
                                    <p:anim calcmode="lin" valueType="num">
                                      <p:cBhvr>
                                        <p:cTn id="8" dur="1000" fill="hold"/>
                                        <p:tgtEl>
                                          <p:spTgt spid="215"/>
                                        </p:tgtEl>
                                        <p:attrNameLst>
                                          <p:attrName>ppt_x</p:attrName>
                                        </p:attrNameLst>
                                      </p:cBhvr>
                                      <p:tavLst>
                                        <p:tav tm="0">
                                          <p:val>
                                            <p:strVal val="#ppt_x"/>
                                          </p:val>
                                        </p:tav>
                                        <p:tav tm="100000">
                                          <p:val>
                                            <p:strVal val="#ppt_x"/>
                                          </p:val>
                                        </p:tav>
                                      </p:tavLst>
                                    </p:anim>
                                    <p:anim calcmode="lin" valueType="num">
                                      <p:cBhvr>
                                        <p:cTn id="9" dur="1000" fill="hold"/>
                                        <p:tgtEl>
                                          <p:spTgt spid="2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D6A009-D972-B7E1-336F-5B890C527DA5}"/>
            </a:ext>
          </a:extLst>
        </p:cNvPr>
        <p:cNvGrpSpPr/>
        <p:nvPr/>
      </p:nvGrpSpPr>
      <p:grpSpPr>
        <a:xfrm>
          <a:off x="0" y="0"/>
          <a:ext cx="0" cy="0"/>
          <a:chOff x="0" y="0"/>
          <a:chExt cx="0" cy="0"/>
        </a:xfrm>
      </p:grpSpPr>
      <p:sp>
        <p:nvSpPr>
          <p:cNvPr id="178" name="圆角矩形 3">
            <a:extLst>
              <a:ext uri="{FF2B5EF4-FFF2-40B4-BE49-F238E27FC236}">
                <a16:creationId xmlns:a16="http://schemas.microsoft.com/office/drawing/2014/main" id="{5780194E-38C2-0D18-B350-0F6337853FE6}"/>
              </a:ext>
            </a:extLst>
          </p:cNvPr>
          <p:cNvSpPr/>
          <p:nvPr/>
        </p:nvSpPr>
        <p:spPr>
          <a:xfrm>
            <a:off x="213636" y="1009973"/>
            <a:ext cx="8731023" cy="253726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106" name="Group 206">
            <a:extLst>
              <a:ext uri="{FF2B5EF4-FFF2-40B4-BE49-F238E27FC236}">
                <a16:creationId xmlns:a16="http://schemas.microsoft.com/office/drawing/2014/main" id="{51B0558B-EDA5-CE39-4565-F71650CD8EC5}"/>
              </a:ext>
            </a:extLst>
          </p:cNvPr>
          <p:cNvGrpSpPr>
            <a:grpSpLocks/>
          </p:cNvGrpSpPr>
          <p:nvPr/>
        </p:nvGrpSpPr>
        <p:grpSpPr bwMode="auto">
          <a:xfrm>
            <a:off x="6378966" y="1881467"/>
            <a:ext cx="1932048" cy="1014602"/>
            <a:chOff x="912" y="768"/>
            <a:chExt cx="2400" cy="1584"/>
          </a:xfrm>
        </p:grpSpPr>
        <p:sp>
          <p:nvSpPr>
            <p:cNvPr id="107" name="Oval 207">
              <a:extLst>
                <a:ext uri="{FF2B5EF4-FFF2-40B4-BE49-F238E27FC236}">
                  <a16:creationId xmlns:a16="http://schemas.microsoft.com/office/drawing/2014/main" id="{F9473581-76B1-0A2C-B04B-72B95BA725AB}"/>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8" name="Oval 208">
              <a:extLst>
                <a:ext uri="{FF2B5EF4-FFF2-40B4-BE49-F238E27FC236}">
                  <a16:creationId xmlns:a16="http://schemas.microsoft.com/office/drawing/2014/main" id="{BA7DBAF4-6848-FB61-9689-C25DC7B790FA}"/>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9" name="Oval 209">
              <a:extLst>
                <a:ext uri="{FF2B5EF4-FFF2-40B4-BE49-F238E27FC236}">
                  <a16:creationId xmlns:a16="http://schemas.microsoft.com/office/drawing/2014/main" id="{C337DE5B-F748-BBAD-961C-FF68DE781CE0}"/>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0" name="Oval 210">
              <a:extLst>
                <a:ext uri="{FF2B5EF4-FFF2-40B4-BE49-F238E27FC236}">
                  <a16:creationId xmlns:a16="http://schemas.microsoft.com/office/drawing/2014/main" id="{058F9322-4963-4933-62B0-48DDB4E084F2}"/>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1" name="Oval 211">
              <a:extLst>
                <a:ext uri="{FF2B5EF4-FFF2-40B4-BE49-F238E27FC236}">
                  <a16:creationId xmlns:a16="http://schemas.microsoft.com/office/drawing/2014/main" id="{AD75EEE8-593F-05EB-E694-414090A9C154}"/>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2" name="Oval 212">
              <a:extLst>
                <a:ext uri="{FF2B5EF4-FFF2-40B4-BE49-F238E27FC236}">
                  <a16:creationId xmlns:a16="http://schemas.microsoft.com/office/drawing/2014/main" id="{066C2E7B-B8A8-EAB8-7DAC-E470EBD55801}"/>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3" name="Oval 213">
              <a:extLst>
                <a:ext uri="{FF2B5EF4-FFF2-40B4-BE49-F238E27FC236}">
                  <a16:creationId xmlns:a16="http://schemas.microsoft.com/office/drawing/2014/main" id="{BC970F43-B154-8D98-C3A3-286B1D55C16B}"/>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4" name="Oval 214">
              <a:extLst>
                <a:ext uri="{FF2B5EF4-FFF2-40B4-BE49-F238E27FC236}">
                  <a16:creationId xmlns:a16="http://schemas.microsoft.com/office/drawing/2014/main" id="{62EA5439-73B6-DBF7-FF7E-37BEA9555360}"/>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5" name="Oval 215">
              <a:extLst>
                <a:ext uri="{FF2B5EF4-FFF2-40B4-BE49-F238E27FC236}">
                  <a16:creationId xmlns:a16="http://schemas.microsoft.com/office/drawing/2014/main" id="{A698A09E-3FCE-4795-419D-8763CA43F367}"/>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16" name="Group 216">
              <a:extLst>
                <a:ext uri="{FF2B5EF4-FFF2-40B4-BE49-F238E27FC236}">
                  <a16:creationId xmlns:a16="http://schemas.microsoft.com/office/drawing/2014/main" id="{A6F1380F-414A-7021-B9B8-C9E6AA3AE9F5}"/>
                </a:ext>
              </a:extLst>
            </p:cNvPr>
            <p:cNvGrpSpPr>
              <a:grpSpLocks/>
            </p:cNvGrpSpPr>
            <p:nvPr/>
          </p:nvGrpSpPr>
          <p:grpSpPr bwMode="auto">
            <a:xfrm>
              <a:off x="912" y="768"/>
              <a:ext cx="2386" cy="1553"/>
              <a:chOff x="912" y="768"/>
              <a:chExt cx="2386" cy="1553"/>
            </a:xfrm>
          </p:grpSpPr>
          <p:sp>
            <p:nvSpPr>
              <p:cNvPr id="117" name="Oval 217">
                <a:extLst>
                  <a:ext uri="{FF2B5EF4-FFF2-40B4-BE49-F238E27FC236}">
                    <a16:creationId xmlns:a16="http://schemas.microsoft.com/office/drawing/2014/main" id="{6D39DEB5-B28C-C2F6-0F0E-3AB7C116C11E}"/>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8" name="Oval 218">
                <a:extLst>
                  <a:ext uri="{FF2B5EF4-FFF2-40B4-BE49-F238E27FC236}">
                    <a16:creationId xmlns:a16="http://schemas.microsoft.com/office/drawing/2014/main" id="{890F676E-B9B0-BF85-7831-CB9DB57BDDC5}"/>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9" name="Oval 219">
                <a:extLst>
                  <a:ext uri="{FF2B5EF4-FFF2-40B4-BE49-F238E27FC236}">
                    <a16:creationId xmlns:a16="http://schemas.microsoft.com/office/drawing/2014/main" id="{6D364E6F-8882-951A-1EC5-3175B927CE14}"/>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0" name="Oval 220">
                <a:extLst>
                  <a:ext uri="{FF2B5EF4-FFF2-40B4-BE49-F238E27FC236}">
                    <a16:creationId xmlns:a16="http://schemas.microsoft.com/office/drawing/2014/main" id="{D0ECC6C9-CEB2-0734-B56F-D52546D46449}"/>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1" name="Oval 221">
                <a:extLst>
                  <a:ext uri="{FF2B5EF4-FFF2-40B4-BE49-F238E27FC236}">
                    <a16:creationId xmlns:a16="http://schemas.microsoft.com/office/drawing/2014/main" id="{64315A65-E08F-118E-98A9-9D088DBD62A4}"/>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2" name="Oval 222">
                <a:extLst>
                  <a:ext uri="{FF2B5EF4-FFF2-40B4-BE49-F238E27FC236}">
                    <a16:creationId xmlns:a16="http://schemas.microsoft.com/office/drawing/2014/main" id="{2BF769B5-8D9C-7AB5-F29E-CE00B5687842}"/>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3" name="Oval 223">
                <a:extLst>
                  <a:ext uri="{FF2B5EF4-FFF2-40B4-BE49-F238E27FC236}">
                    <a16:creationId xmlns:a16="http://schemas.microsoft.com/office/drawing/2014/main" id="{205F065F-5311-0A47-E33D-E190AC9F26A4}"/>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4" name="Oval 224">
                <a:extLst>
                  <a:ext uri="{FF2B5EF4-FFF2-40B4-BE49-F238E27FC236}">
                    <a16:creationId xmlns:a16="http://schemas.microsoft.com/office/drawing/2014/main" id="{BB937AA5-1AD0-A8B1-453F-565AF158D91E}"/>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5" name="Oval 225">
                <a:extLst>
                  <a:ext uri="{FF2B5EF4-FFF2-40B4-BE49-F238E27FC236}">
                    <a16:creationId xmlns:a16="http://schemas.microsoft.com/office/drawing/2014/main" id="{7B25E047-2EC4-1648-BCB3-36A0F64D92F2}"/>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sp>
        <p:nvSpPr>
          <p:cNvPr id="2" name="AutoShape 5">
            <a:extLst>
              <a:ext uri="{FF2B5EF4-FFF2-40B4-BE49-F238E27FC236}">
                <a16:creationId xmlns:a16="http://schemas.microsoft.com/office/drawing/2014/main" id="{9621096E-BE3A-305D-E1CB-FF070C43AC29}"/>
              </a:ext>
            </a:extLst>
          </p:cNvPr>
          <p:cNvSpPr>
            <a:spLocks noChangeArrowheads="1"/>
          </p:cNvSpPr>
          <p:nvPr/>
        </p:nvSpPr>
        <p:spPr bwMode="auto">
          <a:xfrm>
            <a:off x="545145" y="622831"/>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B2B671CA-A936-1D31-2D0C-1BD84DC9447B}"/>
              </a:ext>
            </a:extLst>
          </p:cNvPr>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a:t>
            </a:r>
            <a:r>
              <a:rPr lang="zh-CN" altLang="en-US" sz="2000" b="1" dirty="0">
                <a:solidFill>
                  <a:schemeClr val="bg1"/>
                </a:solidFill>
                <a:latin typeface="微软雅黑" pitchFamily="34" charset="-122"/>
                <a:ea typeface="微软雅黑" pitchFamily="34" charset="-122"/>
              </a:rPr>
              <a:t>路由的起点、经过的</a:t>
            </a:r>
            <a:r>
              <a:rPr lang="en-US" altLang="zh-CN" sz="2000" b="1" dirty="0">
                <a:solidFill>
                  <a:schemeClr val="bg1"/>
                </a:solidFill>
                <a:latin typeface="微软雅黑" pitchFamily="34" charset="-122"/>
                <a:ea typeface="微软雅黑" pitchFamily="34" charset="-122"/>
              </a:rPr>
              <a:t>AS</a:t>
            </a:r>
            <a:r>
              <a:rPr lang="zh-CN" altLang="en-US" sz="2000" b="1" dirty="0">
                <a:solidFill>
                  <a:schemeClr val="bg1"/>
                </a:solidFill>
                <a:latin typeface="微软雅黑" pitchFamily="34" charset="-122"/>
                <a:ea typeface="微软雅黑" pitchFamily="34" charset="-122"/>
              </a:rPr>
              <a:t>和终点</a:t>
            </a:r>
          </a:p>
        </p:txBody>
      </p:sp>
      <p:grpSp>
        <p:nvGrpSpPr>
          <p:cNvPr id="4" name="Group 206">
            <a:extLst>
              <a:ext uri="{FF2B5EF4-FFF2-40B4-BE49-F238E27FC236}">
                <a16:creationId xmlns:a16="http://schemas.microsoft.com/office/drawing/2014/main" id="{F6AD729E-F326-23DC-13DB-DF57852228A0}"/>
              </a:ext>
            </a:extLst>
          </p:cNvPr>
          <p:cNvGrpSpPr>
            <a:grpSpLocks/>
          </p:cNvGrpSpPr>
          <p:nvPr/>
        </p:nvGrpSpPr>
        <p:grpSpPr bwMode="auto">
          <a:xfrm>
            <a:off x="2412291" y="1538567"/>
            <a:ext cx="2528887" cy="1800225"/>
            <a:chOff x="912" y="768"/>
            <a:chExt cx="2400" cy="1584"/>
          </a:xfrm>
        </p:grpSpPr>
        <p:sp>
          <p:nvSpPr>
            <p:cNvPr id="5" name="Oval 207">
              <a:extLst>
                <a:ext uri="{FF2B5EF4-FFF2-40B4-BE49-F238E27FC236}">
                  <a16:creationId xmlns:a16="http://schemas.microsoft.com/office/drawing/2014/main" id="{255D3A99-89DA-C719-CECB-0DC4FC5BDC64}"/>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6" name="Oval 208">
              <a:extLst>
                <a:ext uri="{FF2B5EF4-FFF2-40B4-BE49-F238E27FC236}">
                  <a16:creationId xmlns:a16="http://schemas.microsoft.com/office/drawing/2014/main" id="{A35FC197-DA24-23DC-4238-0A308BFF3212}"/>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7" name="Oval 209">
              <a:extLst>
                <a:ext uri="{FF2B5EF4-FFF2-40B4-BE49-F238E27FC236}">
                  <a16:creationId xmlns:a16="http://schemas.microsoft.com/office/drawing/2014/main" id="{9CBBF525-B04A-67C4-3635-202EF3B52D10}"/>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8" name="Oval 210">
              <a:extLst>
                <a:ext uri="{FF2B5EF4-FFF2-40B4-BE49-F238E27FC236}">
                  <a16:creationId xmlns:a16="http://schemas.microsoft.com/office/drawing/2014/main" id="{FF142604-25A5-A093-1706-7A7D6DC7B125}"/>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9" name="Oval 211">
              <a:extLst>
                <a:ext uri="{FF2B5EF4-FFF2-40B4-BE49-F238E27FC236}">
                  <a16:creationId xmlns:a16="http://schemas.microsoft.com/office/drawing/2014/main" id="{8D189489-ACAA-3301-AEA1-D7BD97D8B990}"/>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0" name="Oval 212">
              <a:extLst>
                <a:ext uri="{FF2B5EF4-FFF2-40B4-BE49-F238E27FC236}">
                  <a16:creationId xmlns:a16="http://schemas.microsoft.com/office/drawing/2014/main" id="{7E4DEFD6-AE1D-6A87-00E9-76C34DCACE8E}"/>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1" name="Oval 213">
              <a:extLst>
                <a:ext uri="{FF2B5EF4-FFF2-40B4-BE49-F238E27FC236}">
                  <a16:creationId xmlns:a16="http://schemas.microsoft.com/office/drawing/2014/main" id="{D08B78D9-1D57-9FED-E644-29E4F477FC2D}"/>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2" name="Oval 214">
              <a:extLst>
                <a:ext uri="{FF2B5EF4-FFF2-40B4-BE49-F238E27FC236}">
                  <a16:creationId xmlns:a16="http://schemas.microsoft.com/office/drawing/2014/main" id="{816BD6DE-D6C1-0D99-F369-C832D37E5B22}"/>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3" name="Oval 215">
              <a:extLst>
                <a:ext uri="{FF2B5EF4-FFF2-40B4-BE49-F238E27FC236}">
                  <a16:creationId xmlns:a16="http://schemas.microsoft.com/office/drawing/2014/main" id="{F0CEF9D5-5594-BAF0-EB5B-412B1BE16B7E}"/>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4" name="Group 216">
              <a:extLst>
                <a:ext uri="{FF2B5EF4-FFF2-40B4-BE49-F238E27FC236}">
                  <a16:creationId xmlns:a16="http://schemas.microsoft.com/office/drawing/2014/main" id="{F88127CA-DBEE-1700-5066-62EF0DFF01BE}"/>
                </a:ext>
              </a:extLst>
            </p:cNvPr>
            <p:cNvGrpSpPr>
              <a:grpSpLocks/>
            </p:cNvGrpSpPr>
            <p:nvPr/>
          </p:nvGrpSpPr>
          <p:grpSpPr bwMode="auto">
            <a:xfrm>
              <a:off x="912" y="768"/>
              <a:ext cx="2386" cy="1553"/>
              <a:chOff x="912" y="768"/>
              <a:chExt cx="2386" cy="1553"/>
            </a:xfrm>
          </p:grpSpPr>
          <p:sp>
            <p:nvSpPr>
              <p:cNvPr id="15" name="Oval 217">
                <a:extLst>
                  <a:ext uri="{FF2B5EF4-FFF2-40B4-BE49-F238E27FC236}">
                    <a16:creationId xmlns:a16="http://schemas.microsoft.com/office/drawing/2014/main" id="{0C635876-96F7-2E3D-77DD-1D2A66037DFA}"/>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6" name="Oval 218">
                <a:extLst>
                  <a:ext uri="{FF2B5EF4-FFF2-40B4-BE49-F238E27FC236}">
                    <a16:creationId xmlns:a16="http://schemas.microsoft.com/office/drawing/2014/main" id="{2DF19865-B872-930E-F5B0-6E8FAF6DA061}"/>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7" name="Oval 219">
                <a:extLst>
                  <a:ext uri="{FF2B5EF4-FFF2-40B4-BE49-F238E27FC236}">
                    <a16:creationId xmlns:a16="http://schemas.microsoft.com/office/drawing/2014/main" id="{B8ABF06F-5ED6-F4EF-9E4F-DAD1B2664A82}"/>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 name="Oval 220">
                <a:extLst>
                  <a:ext uri="{FF2B5EF4-FFF2-40B4-BE49-F238E27FC236}">
                    <a16:creationId xmlns:a16="http://schemas.microsoft.com/office/drawing/2014/main" id="{B7C863A9-045D-DCEB-09F3-9BDCFC760609}"/>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 name="Oval 221">
                <a:extLst>
                  <a:ext uri="{FF2B5EF4-FFF2-40B4-BE49-F238E27FC236}">
                    <a16:creationId xmlns:a16="http://schemas.microsoft.com/office/drawing/2014/main" id="{88A3EA18-F747-1596-35E5-8E214AE7C448}"/>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 name="Oval 222">
                <a:extLst>
                  <a:ext uri="{FF2B5EF4-FFF2-40B4-BE49-F238E27FC236}">
                    <a16:creationId xmlns:a16="http://schemas.microsoft.com/office/drawing/2014/main" id="{578EA3F2-36BC-C622-95E3-79CE890556D1}"/>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1" name="Oval 223">
                <a:extLst>
                  <a:ext uri="{FF2B5EF4-FFF2-40B4-BE49-F238E27FC236}">
                    <a16:creationId xmlns:a16="http://schemas.microsoft.com/office/drawing/2014/main" id="{D302A662-D99F-8D3B-3A29-A892E6D5B878}"/>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 name="Oval 224">
                <a:extLst>
                  <a:ext uri="{FF2B5EF4-FFF2-40B4-BE49-F238E27FC236}">
                    <a16:creationId xmlns:a16="http://schemas.microsoft.com/office/drawing/2014/main" id="{C30BFF6E-9EF8-C1E7-C12F-BAFB4E2A60AD}"/>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3" name="Oval 225">
                <a:extLst>
                  <a:ext uri="{FF2B5EF4-FFF2-40B4-BE49-F238E27FC236}">
                    <a16:creationId xmlns:a16="http://schemas.microsoft.com/office/drawing/2014/main" id="{7387A191-0FC0-246D-44E8-AABA5F668075}"/>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sp>
        <p:nvSpPr>
          <p:cNvPr id="44" name="Line 155">
            <a:extLst>
              <a:ext uri="{FF2B5EF4-FFF2-40B4-BE49-F238E27FC236}">
                <a16:creationId xmlns:a16="http://schemas.microsoft.com/office/drawing/2014/main" id="{2D6140E7-107D-37CC-141D-A68CE614D1C1}"/>
              </a:ext>
            </a:extLst>
          </p:cNvPr>
          <p:cNvSpPr>
            <a:spLocks noChangeShapeType="1"/>
          </p:cNvSpPr>
          <p:nvPr/>
        </p:nvSpPr>
        <p:spPr bwMode="auto">
          <a:xfrm>
            <a:off x="5026903" y="2375179"/>
            <a:ext cx="1223963" cy="63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 name="Text Box 174">
            <a:extLst>
              <a:ext uri="{FF2B5EF4-FFF2-40B4-BE49-F238E27FC236}">
                <a16:creationId xmlns:a16="http://schemas.microsoft.com/office/drawing/2014/main" id="{6AE44312-6CAF-BD29-5449-48849A580F20}"/>
              </a:ext>
            </a:extLst>
          </p:cNvPr>
          <p:cNvSpPr txBox="1">
            <a:spLocks noChangeArrowheads="1"/>
          </p:cNvSpPr>
          <p:nvPr/>
        </p:nvSpPr>
        <p:spPr bwMode="auto">
          <a:xfrm>
            <a:off x="7165266" y="1881467"/>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1</a:t>
            </a:r>
          </a:p>
        </p:txBody>
      </p:sp>
      <p:sp>
        <p:nvSpPr>
          <p:cNvPr id="46" name="Text Box 175">
            <a:extLst>
              <a:ext uri="{FF2B5EF4-FFF2-40B4-BE49-F238E27FC236}">
                <a16:creationId xmlns:a16="http://schemas.microsoft.com/office/drawing/2014/main" id="{6ED45DFA-C419-3FE1-97A7-574A1212AB55}"/>
              </a:ext>
            </a:extLst>
          </p:cNvPr>
          <p:cNvSpPr txBox="1">
            <a:spLocks noChangeArrowheads="1"/>
          </p:cNvSpPr>
          <p:nvPr/>
        </p:nvSpPr>
        <p:spPr bwMode="auto">
          <a:xfrm>
            <a:off x="2796466" y="1689379"/>
            <a:ext cx="5469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2</a:t>
            </a:r>
          </a:p>
        </p:txBody>
      </p:sp>
      <p:pic>
        <p:nvPicPr>
          <p:cNvPr id="77" name="Picture 46">
            <a:extLst>
              <a:ext uri="{FF2B5EF4-FFF2-40B4-BE49-F238E27FC236}">
                <a16:creationId xmlns:a16="http://schemas.microsoft.com/office/drawing/2014/main" id="{AC27C627-977C-DB67-C50F-E1659751443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06416" y="2311679"/>
            <a:ext cx="296862"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78" name="直接箭头连接符 329">
            <a:extLst>
              <a:ext uri="{FF2B5EF4-FFF2-40B4-BE49-F238E27FC236}">
                <a16:creationId xmlns:a16="http://schemas.microsoft.com/office/drawing/2014/main" id="{D518A7A9-758F-5C3F-18DD-0839BD0E5C7A}"/>
              </a:ext>
            </a:extLst>
          </p:cNvPr>
          <p:cNvCxnSpPr>
            <a:cxnSpLocks noChangeShapeType="1"/>
          </p:cNvCxnSpPr>
          <p:nvPr/>
        </p:nvCxnSpPr>
        <p:spPr bwMode="auto">
          <a:xfrm flipH="1" flipV="1">
            <a:off x="4960228" y="2459317"/>
            <a:ext cx="228600" cy="536575"/>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sp>
        <p:nvSpPr>
          <p:cNvPr id="79" name="Text Box 175">
            <a:extLst>
              <a:ext uri="{FF2B5EF4-FFF2-40B4-BE49-F238E27FC236}">
                <a16:creationId xmlns:a16="http://schemas.microsoft.com/office/drawing/2014/main" id="{361F8CE8-A14E-3A11-3577-91CA5450BED7}"/>
              </a:ext>
            </a:extLst>
          </p:cNvPr>
          <p:cNvSpPr txBox="1">
            <a:spLocks noChangeArrowheads="1"/>
          </p:cNvSpPr>
          <p:nvPr/>
        </p:nvSpPr>
        <p:spPr bwMode="auto">
          <a:xfrm>
            <a:off x="4984041" y="2948267"/>
            <a:ext cx="12096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边界路由器</a:t>
            </a:r>
            <a:endPar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80" name="直接箭头连接符 329">
            <a:extLst>
              <a:ext uri="{FF2B5EF4-FFF2-40B4-BE49-F238E27FC236}">
                <a16:creationId xmlns:a16="http://schemas.microsoft.com/office/drawing/2014/main" id="{87142AAF-A38E-CA1D-5FDB-EBB569211551}"/>
              </a:ext>
            </a:extLst>
          </p:cNvPr>
          <p:cNvCxnSpPr>
            <a:cxnSpLocks noChangeShapeType="1"/>
          </p:cNvCxnSpPr>
          <p:nvPr/>
        </p:nvCxnSpPr>
        <p:spPr bwMode="auto">
          <a:xfrm flipV="1">
            <a:off x="6052428" y="2487892"/>
            <a:ext cx="250825" cy="503237"/>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sp>
        <p:nvSpPr>
          <p:cNvPr id="81" name="Text Box 175">
            <a:extLst>
              <a:ext uri="{FF2B5EF4-FFF2-40B4-BE49-F238E27FC236}">
                <a16:creationId xmlns:a16="http://schemas.microsoft.com/office/drawing/2014/main" id="{038CED3B-B822-76D0-1492-FC6995474EA8}"/>
              </a:ext>
            </a:extLst>
          </p:cNvPr>
          <p:cNvSpPr txBox="1">
            <a:spLocks noChangeArrowheads="1"/>
          </p:cNvSpPr>
          <p:nvPr/>
        </p:nvSpPr>
        <p:spPr bwMode="auto">
          <a:xfrm>
            <a:off x="5314241" y="2352954"/>
            <a:ext cx="7377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eBGP</a:t>
            </a:r>
            <a:endPar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82" name="Text Box 175">
            <a:extLst>
              <a:ext uri="{FF2B5EF4-FFF2-40B4-BE49-F238E27FC236}">
                <a16:creationId xmlns:a16="http://schemas.microsoft.com/office/drawing/2014/main" id="{44A281E2-4311-20D4-6CF9-5965DD888D10}"/>
              </a:ext>
            </a:extLst>
          </p:cNvPr>
          <p:cNvSpPr txBox="1">
            <a:spLocks noChangeArrowheads="1"/>
          </p:cNvSpPr>
          <p:nvPr/>
        </p:nvSpPr>
        <p:spPr bwMode="auto">
          <a:xfrm>
            <a:off x="4784016" y="1994179"/>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2</a:t>
            </a:r>
          </a:p>
        </p:txBody>
      </p:sp>
      <p:sp>
        <p:nvSpPr>
          <p:cNvPr id="83" name="Text Box 175">
            <a:extLst>
              <a:ext uri="{FF2B5EF4-FFF2-40B4-BE49-F238E27FC236}">
                <a16:creationId xmlns:a16="http://schemas.microsoft.com/office/drawing/2014/main" id="{54F96174-701C-EE33-F625-5037E2587BF3}"/>
              </a:ext>
            </a:extLst>
          </p:cNvPr>
          <p:cNvSpPr txBox="1">
            <a:spLocks noChangeArrowheads="1"/>
          </p:cNvSpPr>
          <p:nvPr/>
        </p:nvSpPr>
        <p:spPr bwMode="auto">
          <a:xfrm>
            <a:off x="6157203" y="2022754"/>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1</a:t>
            </a:r>
          </a:p>
        </p:txBody>
      </p:sp>
      <p:sp>
        <p:nvSpPr>
          <p:cNvPr id="88" name="Text Box 175">
            <a:extLst>
              <a:ext uri="{FF2B5EF4-FFF2-40B4-BE49-F238E27FC236}">
                <a16:creationId xmlns:a16="http://schemas.microsoft.com/office/drawing/2014/main" id="{CE8F7026-6366-1816-0A58-5C6EF0D7399C}"/>
              </a:ext>
            </a:extLst>
          </p:cNvPr>
          <p:cNvSpPr txBox="1">
            <a:spLocks noChangeArrowheads="1"/>
          </p:cNvSpPr>
          <p:nvPr/>
        </p:nvSpPr>
        <p:spPr bwMode="auto">
          <a:xfrm>
            <a:off x="3061578" y="2697442"/>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5</a:t>
            </a:r>
          </a:p>
        </p:txBody>
      </p:sp>
      <p:sp>
        <p:nvSpPr>
          <p:cNvPr id="89" name="Text Box 175">
            <a:extLst>
              <a:ext uri="{FF2B5EF4-FFF2-40B4-BE49-F238E27FC236}">
                <a16:creationId xmlns:a16="http://schemas.microsoft.com/office/drawing/2014/main" id="{E28956F5-D5E8-FEA4-0592-8DEE77FC5E6E}"/>
              </a:ext>
            </a:extLst>
          </p:cNvPr>
          <p:cNvSpPr txBox="1">
            <a:spLocks noChangeArrowheads="1"/>
          </p:cNvSpPr>
          <p:nvPr/>
        </p:nvSpPr>
        <p:spPr bwMode="auto">
          <a:xfrm>
            <a:off x="3631491" y="1360767"/>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3</a:t>
            </a:r>
          </a:p>
        </p:txBody>
      </p:sp>
      <p:sp>
        <p:nvSpPr>
          <p:cNvPr id="90" name="Text Box 175">
            <a:extLst>
              <a:ext uri="{FF2B5EF4-FFF2-40B4-BE49-F238E27FC236}">
                <a16:creationId xmlns:a16="http://schemas.microsoft.com/office/drawing/2014/main" id="{0A2F7123-1EA3-E2D2-14CD-659669432FFC}"/>
              </a:ext>
            </a:extLst>
          </p:cNvPr>
          <p:cNvSpPr txBox="1">
            <a:spLocks noChangeArrowheads="1"/>
          </p:cNvSpPr>
          <p:nvPr/>
        </p:nvSpPr>
        <p:spPr bwMode="auto">
          <a:xfrm>
            <a:off x="2509128" y="2408517"/>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4</a:t>
            </a:r>
          </a:p>
        </p:txBody>
      </p:sp>
      <p:sp>
        <p:nvSpPr>
          <p:cNvPr id="100" name="Text Box 175">
            <a:extLst>
              <a:ext uri="{FF2B5EF4-FFF2-40B4-BE49-F238E27FC236}">
                <a16:creationId xmlns:a16="http://schemas.microsoft.com/office/drawing/2014/main" id="{343552E7-0D3F-7E9A-D9CC-45A9926C4C47}"/>
              </a:ext>
            </a:extLst>
          </p:cNvPr>
          <p:cNvSpPr txBox="1">
            <a:spLocks noChangeArrowheads="1"/>
          </p:cNvSpPr>
          <p:nvPr/>
        </p:nvSpPr>
        <p:spPr bwMode="auto">
          <a:xfrm>
            <a:off x="7908216" y="2987954"/>
            <a:ext cx="595312"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前缀</a:t>
            </a:r>
            <a:endParaRPr kumimoji="1" lang="en-US" altLang="zh-CN" sz="1600" b="1"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101" name="直接箭头连接符 329">
            <a:extLst>
              <a:ext uri="{FF2B5EF4-FFF2-40B4-BE49-F238E27FC236}">
                <a16:creationId xmlns:a16="http://schemas.microsoft.com/office/drawing/2014/main" id="{9225CCDA-E482-C1B3-1247-41FDA3DD645A}"/>
              </a:ext>
            </a:extLst>
          </p:cNvPr>
          <p:cNvCxnSpPr>
            <a:cxnSpLocks noChangeShapeType="1"/>
          </p:cNvCxnSpPr>
          <p:nvPr/>
        </p:nvCxnSpPr>
        <p:spPr bwMode="auto">
          <a:xfrm flipH="1" flipV="1">
            <a:off x="8136816" y="2768879"/>
            <a:ext cx="36512" cy="288925"/>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grpSp>
        <p:nvGrpSpPr>
          <p:cNvPr id="102" name="组合 214">
            <a:extLst>
              <a:ext uri="{FF2B5EF4-FFF2-40B4-BE49-F238E27FC236}">
                <a16:creationId xmlns:a16="http://schemas.microsoft.com/office/drawing/2014/main" id="{C4EAC1EC-A386-401D-0AE4-B878F774572D}"/>
              </a:ext>
            </a:extLst>
          </p:cNvPr>
          <p:cNvGrpSpPr>
            <a:grpSpLocks/>
          </p:cNvGrpSpPr>
          <p:nvPr/>
        </p:nvGrpSpPr>
        <p:grpSpPr bwMode="auto">
          <a:xfrm>
            <a:off x="5344403" y="2257704"/>
            <a:ext cx="561975" cy="73025"/>
            <a:chOff x="6732241" y="2663758"/>
            <a:chExt cx="562040" cy="72008"/>
          </a:xfrm>
        </p:grpSpPr>
        <p:cxnSp>
          <p:nvCxnSpPr>
            <p:cNvPr id="103" name="直接箭头连接符 329">
              <a:extLst>
                <a:ext uri="{FF2B5EF4-FFF2-40B4-BE49-F238E27FC236}">
                  <a16:creationId xmlns:a16="http://schemas.microsoft.com/office/drawing/2014/main" id="{3236E15C-958E-2E98-3C56-0202F4B435BA}"/>
                </a:ext>
              </a:extLst>
            </p:cNvPr>
            <p:cNvCxnSpPr>
              <a:cxnSpLocks noChangeShapeType="1"/>
            </p:cNvCxnSpPr>
            <p:nvPr/>
          </p:nvCxnSpPr>
          <p:spPr bwMode="auto">
            <a:xfrm flipH="1">
              <a:off x="6732241" y="2708920"/>
              <a:ext cx="288031" cy="0"/>
            </a:xfrm>
            <a:prstGeom prst="straightConnector1">
              <a:avLst/>
            </a:prstGeom>
            <a:noFill/>
            <a:ln w="9525" algn="ctr">
              <a:solidFill>
                <a:srgbClr val="000000"/>
              </a:solidFill>
              <a:round/>
              <a:headEnd/>
              <a:tailEnd type="triangle" w="sm" len="med"/>
            </a:ln>
            <a:extLst>
              <a:ext uri="{909E8E84-426E-40DD-AFC4-6F175D3DCCD1}">
                <a14:hiddenFill xmlns:a14="http://schemas.microsoft.com/office/drawing/2010/main">
                  <a:noFill/>
                </a14:hiddenFill>
              </a:ext>
            </a:extLst>
          </p:spPr>
        </p:cxnSp>
        <p:sp>
          <p:nvSpPr>
            <p:cNvPr id="104" name="矩形 103">
              <a:extLst>
                <a:ext uri="{FF2B5EF4-FFF2-40B4-BE49-F238E27FC236}">
                  <a16:creationId xmlns:a16="http://schemas.microsoft.com/office/drawing/2014/main" id="{595431E3-067E-E63B-78FF-4F438A19E013}"/>
                </a:ext>
              </a:extLst>
            </p:cNvPr>
            <p:cNvSpPr/>
            <p:nvPr/>
          </p:nvSpPr>
          <p:spPr bwMode="auto">
            <a:xfrm>
              <a:off x="6933877" y="2663758"/>
              <a:ext cx="360404" cy="72008"/>
            </a:xfrm>
            <a:prstGeom prst="rect">
              <a:avLst/>
            </a:prstGeom>
            <a:solidFill>
              <a:srgbClr val="FFC000"/>
            </a:solidFill>
            <a:ln w="9525" cap="flat" cmpd="sng" algn="ctr">
              <a:solidFill>
                <a:srgbClr val="000000"/>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nvGrpSpPr>
          <p:cNvPr id="217" name="组合 216">
            <a:extLst>
              <a:ext uri="{FF2B5EF4-FFF2-40B4-BE49-F238E27FC236}">
                <a16:creationId xmlns:a16="http://schemas.microsoft.com/office/drawing/2014/main" id="{6F9AE6C2-412B-0368-38A2-CF282ECF18CD}"/>
              </a:ext>
            </a:extLst>
          </p:cNvPr>
          <p:cNvGrpSpPr/>
          <p:nvPr/>
        </p:nvGrpSpPr>
        <p:grpSpPr>
          <a:xfrm>
            <a:off x="5192003" y="2337079"/>
            <a:ext cx="3139582" cy="592138"/>
            <a:chOff x="4366940" y="2252999"/>
            <a:chExt cx="3139582" cy="592138"/>
          </a:xfrm>
        </p:grpSpPr>
        <p:sp>
          <p:nvSpPr>
            <p:cNvPr id="91" name="弧形 90">
              <a:extLst>
                <a:ext uri="{FF2B5EF4-FFF2-40B4-BE49-F238E27FC236}">
                  <a16:creationId xmlns:a16="http://schemas.microsoft.com/office/drawing/2014/main" id="{3370086F-F5F8-36F8-B907-BC50CAC99111}"/>
                </a:ext>
              </a:extLst>
            </p:cNvPr>
            <p:cNvSpPr/>
            <p:nvPr/>
          </p:nvSpPr>
          <p:spPr bwMode="auto">
            <a:xfrm rot="21317229">
              <a:off x="4366940" y="2268874"/>
              <a:ext cx="2698750" cy="576263"/>
            </a:xfrm>
            <a:prstGeom prst="arc">
              <a:avLst>
                <a:gd name="adj1" fmla="val 16388289"/>
                <a:gd name="adj2" fmla="val 21505458"/>
              </a:avLst>
            </a:prstGeom>
            <a:noFill/>
            <a:ln w="28575" cap="flat" cmpd="sng" algn="ctr">
              <a:solidFill>
                <a:srgbClr val="000000"/>
              </a:solidFill>
              <a:prstDash val="solid"/>
              <a:round/>
              <a:headEnd type="none" w="med" len="med"/>
              <a:tailEnd type="triangle" w="sm" len="lg"/>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92" name="TextBox 255">
              <a:extLst>
                <a:ext uri="{FF2B5EF4-FFF2-40B4-BE49-F238E27FC236}">
                  <a16:creationId xmlns:a16="http://schemas.microsoft.com/office/drawing/2014/main" id="{C37486AD-2180-5A9B-79CF-A249263D528F}"/>
                </a:ext>
              </a:extLst>
            </p:cNvPr>
            <p:cNvSpPr txBox="1">
              <a:spLocks noChangeArrowheads="1"/>
            </p:cNvSpPr>
            <p:nvPr/>
          </p:nvSpPr>
          <p:spPr bwMode="auto">
            <a:xfrm>
              <a:off x="5836965" y="2252999"/>
              <a:ext cx="10887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sym typeface="Wingdings 2" panose="05020102010507070707" pitchFamily="18" charset="2"/>
                </a:rPr>
                <a:t>BGP </a:t>
              </a:r>
              <a:r>
                <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sym typeface="Wingdings 2" panose="05020102010507070707" pitchFamily="18" charset="2"/>
                </a:rPr>
                <a:t>路由</a:t>
              </a:r>
              <a:endPar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208" name="组合 207">
              <a:extLst>
                <a:ext uri="{FF2B5EF4-FFF2-40B4-BE49-F238E27FC236}">
                  <a16:creationId xmlns:a16="http://schemas.microsoft.com/office/drawing/2014/main" id="{12A0A543-548F-61CF-F6EC-1EACB03BD32B}"/>
                </a:ext>
              </a:extLst>
            </p:cNvPr>
            <p:cNvGrpSpPr/>
            <p:nvPr/>
          </p:nvGrpSpPr>
          <p:grpSpPr>
            <a:xfrm>
              <a:off x="6968075" y="2318070"/>
              <a:ext cx="538447" cy="383427"/>
              <a:chOff x="5795518" y="3942239"/>
              <a:chExt cx="538447" cy="383427"/>
            </a:xfrm>
          </p:grpSpPr>
          <p:grpSp>
            <p:nvGrpSpPr>
              <p:cNvPr id="179" name="组合 178">
                <a:extLst>
                  <a:ext uri="{FF2B5EF4-FFF2-40B4-BE49-F238E27FC236}">
                    <a16:creationId xmlns:a16="http://schemas.microsoft.com/office/drawing/2014/main" id="{2F5FE898-6100-9A1B-A206-33F837E37D9D}"/>
                  </a:ext>
                </a:extLst>
              </p:cNvPr>
              <p:cNvGrpSpPr/>
              <p:nvPr/>
            </p:nvGrpSpPr>
            <p:grpSpPr>
              <a:xfrm>
                <a:off x="5795518" y="3942239"/>
                <a:ext cx="538447" cy="382383"/>
                <a:chOff x="7142297" y="3911572"/>
                <a:chExt cx="485152" cy="374983"/>
              </a:xfrm>
            </p:grpSpPr>
            <p:sp>
              <p:nvSpPr>
                <p:cNvPr id="180" name="AutoShape 229">
                  <a:extLst>
                    <a:ext uri="{FF2B5EF4-FFF2-40B4-BE49-F238E27FC236}">
                      <a16:creationId xmlns:a16="http://schemas.microsoft.com/office/drawing/2014/main" id="{E152766F-C2A3-B227-FAAE-6B1532217E3F}"/>
                    </a:ext>
                  </a:extLst>
                </p:cNvPr>
                <p:cNvSpPr>
                  <a:spLocks noChangeAspect="1" noChangeArrowheads="1" noTextEdit="1"/>
                </p:cNvSpPr>
                <p:nvPr/>
              </p:nvSpPr>
              <p:spPr bwMode="auto">
                <a:xfrm>
                  <a:off x="7142297" y="3911572"/>
                  <a:ext cx="485152" cy="374983"/>
                </a:xfrm>
                <a:prstGeom prst="rect">
                  <a:avLst/>
                </a:prstGeom>
                <a:noFill/>
                <a:ln>
                  <a:noFill/>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81" name="Oval 231">
                  <a:extLst>
                    <a:ext uri="{FF2B5EF4-FFF2-40B4-BE49-F238E27FC236}">
                      <a16:creationId xmlns:a16="http://schemas.microsoft.com/office/drawing/2014/main" id="{A465E97A-CE8B-FA30-2FBC-8336F974FCCD}"/>
                    </a:ext>
                  </a:extLst>
                </p:cNvPr>
                <p:cNvSpPr>
                  <a:spLocks noChangeArrowheads="1"/>
                </p:cNvSpPr>
                <p:nvPr/>
              </p:nvSpPr>
              <p:spPr bwMode="auto">
                <a:xfrm>
                  <a:off x="7308329" y="3916021"/>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2" name="Oval 232">
                  <a:extLst>
                    <a:ext uri="{FF2B5EF4-FFF2-40B4-BE49-F238E27FC236}">
                      <a16:creationId xmlns:a16="http://schemas.microsoft.com/office/drawing/2014/main" id="{AB493839-1693-C7DA-E10E-82FBA88B9095}"/>
                    </a:ext>
                  </a:extLst>
                </p:cNvPr>
                <p:cNvSpPr>
                  <a:spLocks noChangeArrowheads="1"/>
                </p:cNvSpPr>
                <p:nvPr/>
              </p:nvSpPr>
              <p:spPr bwMode="auto">
                <a:xfrm>
                  <a:off x="7193514" y="3955426"/>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3" name="Oval 233">
                  <a:extLst>
                    <a:ext uri="{FF2B5EF4-FFF2-40B4-BE49-F238E27FC236}">
                      <a16:creationId xmlns:a16="http://schemas.microsoft.com/office/drawing/2014/main" id="{99C33FBB-5EC2-6C65-5841-749C0828A26E}"/>
                    </a:ext>
                  </a:extLst>
                </p:cNvPr>
                <p:cNvSpPr>
                  <a:spLocks noChangeArrowheads="1"/>
                </p:cNvSpPr>
                <p:nvPr/>
              </p:nvSpPr>
              <p:spPr bwMode="auto">
                <a:xfrm>
                  <a:off x="7144548" y="4046947"/>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4" name="Oval 234">
                  <a:extLst>
                    <a:ext uri="{FF2B5EF4-FFF2-40B4-BE49-F238E27FC236}">
                      <a16:creationId xmlns:a16="http://schemas.microsoft.com/office/drawing/2014/main" id="{25F0169A-B49A-984F-5562-69B317119B90}"/>
                    </a:ext>
                  </a:extLst>
                </p:cNvPr>
                <p:cNvSpPr>
                  <a:spLocks noChangeArrowheads="1"/>
                </p:cNvSpPr>
                <p:nvPr/>
              </p:nvSpPr>
              <p:spPr bwMode="auto">
                <a:xfrm>
                  <a:off x="7177192" y="4100970"/>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5" name="Oval 235">
                  <a:extLst>
                    <a:ext uri="{FF2B5EF4-FFF2-40B4-BE49-F238E27FC236}">
                      <a16:creationId xmlns:a16="http://schemas.microsoft.com/office/drawing/2014/main" id="{54C8544D-A27B-F9B3-8C50-60F8EA62B8F1}"/>
                    </a:ext>
                  </a:extLst>
                </p:cNvPr>
                <p:cNvSpPr>
                  <a:spLocks noChangeArrowheads="1"/>
                </p:cNvSpPr>
                <p:nvPr/>
              </p:nvSpPr>
              <p:spPr bwMode="auto">
                <a:xfrm>
                  <a:off x="7292007" y="4123215"/>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6" name="Oval 236">
                  <a:extLst>
                    <a:ext uri="{FF2B5EF4-FFF2-40B4-BE49-F238E27FC236}">
                      <a16:creationId xmlns:a16="http://schemas.microsoft.com/office/drawing/2014/main" id="{F663F43E-64F2-83EC-B053-66DBD291F81B}"/>
                    </a:ext>
                  </a:extLst>
                </p:cNvPr>
                <p:cNvSpPr>
                  <a:spLocks noChangeArrowheads="1"/>
                </p:cNvSpPr>
                <p:nvPr/>
              </p:nvSpPr>
              <p:spPr bwMode="auto">
                <a:xfrm>
                  <a:off x="7446221" y="3959875"/>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7" name="Oval 237">
                  <a:extLst>
                    <a:ext uri="{FF2B5EF4-FFF2-40B4-BE49-F238E27FC236}">
                      <a16:creationId xmlns:a16="http://schemas.microsoft.com/office/drawing/2014/main" id="{02B29C28-5800-0198-9DA5-17E9C4DE1305}"/>
                    </a:ext>
                  </a:extLst>
                </p:cNvPr>
                <p:cNvSpPr>
                  <a:spLocks noChangeArrowheads="1"/>
                </p:cNvSpPr>
                <p:nvPr/>
              </p:nvSpPr>
              <p:spPr bwMode="auto">
                <a:xfrm>
                  <a:off x="7469859" y="4036778"/>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8" name="Oval 238">
                  <a:extLst>
                    <a:ext uri="{FF2B5EF4-FFF2-40B4-BE49-F238E27FC236}">
                      <a16:creationId xmlns:a16="http://schemas.microsoft.com/office/drawing/2014/main" id="{A7D90501-7E5F-F57B-8416-61D529B2477A}"/>
                    </a:ext>
                  </a:extLst>
                </p:cNvPr>
                <p:cNvSpPr>
                  <a:spLocks noChangeArrowheads="1"/>
                </p:cNvSpPr>
                <p:nvPr/>
              </p:nvSpPr>
              <p:spPr bwMode="auto">
                <a:xfrm>
                  <a:off x="7455788" y="4061565"/>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89" name="Oval 239">
                  <a:extLst>
                    <a:ext uri="{FF2B5EF4-FFF2-40B4-BE49-F238E27FC236}">
                      <a16:creationId xmlns:a16="http://schemas.microsoft.com/office/drawing/2014/main" id="{CE2C243D-03BF-D3C4-1125-ADCED16167C5}"/>
                    </a:ext>
                  </a:extLst>
                </p:cNvPr>
                <p:cNvSpPr>
                  <a:spLocks noChangeArrowheads="1"/>
                </p:cNvSpPr>
                <p:nvPr/>
              </p:nvSpPr>
              <p:spPr bwMode="auto">
                <a:xfrm>
                  <a:off x="7231786" y="4002458"/>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190" name="Group 257">
                  <a:extLst>
                    <a:ext uri="{FF2B5EF4-FFF2-40B4-BE49-F238E27FC236}">
                      <a16:creationId xmlns:a16="http://schemas.microsoft.com/office/drawing/2014/main" id="{9511C047-1EE4-37A9-97DF-1C64D09D0A9D}"/>
                    </a:ext>
                  </a:extLst>
                </p:cNvPr>
                <p:cNvGrpSpPr>
                  <a:grpSpLocks/>
                </p:cNvGrpSpPr>
                <p:nvPr/>
              </p:nvGrpSpPr>
              <p:grpSpPr bwMode="auto">
                <a:xfrm>
                  <a:off x="7143423" y="3912843"/>
                  <a:ext cx="481775" cy="369898"/>
                  <a:chOff x="3063" y="302"/>
                  <a:chExt cx="856" cy="582"/>
                </a:xfrm>
                <a:solidFill>
                  <a:schemeClr val="bg1"/>
                </a:solidFill>
              </p:grpSpPr>
              <p:sp>
                <p:nvSpPr>
                  <p:cNvPr id="191" name="Freeform 241">
                    <a:extLst>
                      <a:ext uri="{FF2B5EF4-FFF2-40B4-BE49-F238E27FC236}">
                        <a16:creationId xmlns:a16="http://schemas.microsoft.com/office/drawing/2014/main" id="{1CEE86C0-8B9E-3300-EBD9-DAA83CB77708}"/>
                      </a:ext>
                    </a:extLst>
                  </p:cNvPr>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2" name="Arc 242">
                    <a:extLst>
                      <a:ext uri="{FF2B5EF4-FFF2-40B4-BE49-F238E27FC236}">
                        <a16:creationId xmlns:a16="http://schemas.microsoft.com/office/drawing/2014/main" id="{B4F725AA-EF99-4900-C46B-304F92997C5D}"/>
                      </a:ext>
                    </a:extLst>
                  </p:cNvPr>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3" name="Freeform 243">
                    <a:extLst>
                      <a:ext uri="{FF2B5EF4-FFF2-40B4-BE49-F238E27FC236}">
                        <a16:creationId xmlns:a16="http://schemas.microsoft.com/office/drawing/2014/main" id="{A992B75E-4EF5-0A6B-266C-4E75D8E0A9D4}"/>
                      </a:ext>
                    </a:extLst>
                  </p:cNvPr>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4" name="Arc 244">
                    <a:extLst>
                      <a:ext uri="{FF2B5EF4-FFF2-40B4-BE49-F238E27FC236}">
                        <a16:creationId xmlns:a16="http://schemas.microsoft.com/office/drawing/2014/main" id="{158709F0-FD8F-D139-61D4-9CD021CC5A24}"/>
                      </a:ext>
                    </a:extLst>
                  </p:cNvPr>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5" name="Freeform 245">
                    <a:extLst>
                      <a:ext uri="{FF2B5EF4-FFF2-40B4-BE49-F238E27FC236}">
                        <a16:creationId xmlns:a16="http://schemas.microsoft.com/office/drawing/2014/main" id="{4C4C046D-DF23-623A-EBC1-B1087860920A}"/>
                      </a:ext>
                    </a:extLst>
                  </p:cNvPr>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6" name="Arc 246">
                    <a:extLst>
                      <a:ext uri="{FF2B5EF4-FFF2-40B4-BE49-F238E27FC236}">
                        <a16:creationId xmlns:a16="http://schemas.microsoft.com/office/drawing/2014/main" id="{FC03E84F-C39E-784F-9903-63CE9712FA36}"/>
                      </a:ext>
                    </a:extLst>
                  </p:cNvPr>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7" name="Freeform 247">
                    <a:extLst>
                      <a:ext uri="{FF2B5EF4-FFF2-40B4-BE49-F238E27FC236}">
                        <a16:creationId xmlns:a16="http://schemas.microsoft.com/office/drawing/2014/main" id="{A67FAAF2-7FC2-B9AC-FA05-17FE319D93E1}"/>
                      </a:ext>
                    </a:extLst>
                  </p:cNvPr>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8" name="Arc 248">
                    <a:extLst>
                      <a:ext uri="{FF2B5EF4-FFF2-40B4-BE49-F238E27FC236}">
                        <a16:creationId xmlns:a16="http://schemas.microsoft.com/office/drawing/2014/main" id="{3E5CFAE1-F013-3A92-F507-398AE47B575E}"/>
                      </a:ext>
                    </a:extLst>
                  </p:cNvPr>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199" name="Freeform 249">
                    <a:extLst>
                      <a:ext uri="{FF2B5EF4-FFF2-40B4-BE49-F238E27FC236}">
                        <a16:creationId xmlns:a16="http://schemas.microsoft.com/office/drawing/2014/main" id="{5F339C53-D753-2F6F-FC2B-480E16AB7C3D}"/>
                      </a:ext>
                    </a:extLst>
                  </p:cNvPr>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0" name="Arc 250">
                    <a:extLst>
                      <a:ext uri="{FF2B5EF4-FFF2-40B4-BE49-F238E27FC236}">
                        <a16:creationId xmlns:a16="http://schemas.microsoft.com/office/drawing/2014/main" id="{96346D16-E4A7-5C56-E752-E3EF95882364}"/>
                      </a:ext>
                    </a:extLst>
                  </p:cNvPr>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1" name="Freeform 251">
                    <a:extLst>
                      <a:ext uri="{FF2B5EF4-FFF2-40B4-BE49-F238E27FC236}">
                        <a16:creationId xmlns:a16="http://schemas.microsoft.com/office/drawing/2014/main" id="{DE388ED9-0174-4290-48C8-6E58A4F7A077}"/>
                      </a:ext>
                    </a:extLst>
                  </p:cNvPr>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2" name="Arc 252">
                    <a:extLst>
                      <a:ext uri="{FF2B5EF4-FFF2-40B4-BE49-F238E27FC236}">
                        <a16:creationId xmlns:a16="http://schemas.microsoft.com/office/drawing/2014/main" id="{C880BD24-C5A6-1058-B5FC-667FA14EFE20}"/>
                      </a:ext>
                    </a:extLst>
                  </p:cNvPr>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3" name="Freeform 253">
                    <a:extLst>
                      <a:ext uri="{FF2B5EF4-FFF2-40B4-BE49-F238E27FC236}">
                        <a16:creationId xmlns:a16="http://schemas.microsoft.com/office/drawing/2014/main" id="{3A925153-3B4A-8001-51E5-389C09614655}"/>
                      </a:ext>
                    </a:extLst>
                  </p:cNvPr>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4" name="Arc 254">
                    <a:extLst>
                      <a:ext uri="{FF2B5EF4-FFF2-40B4-BE49-F238E27FC236}">
                        <a16:creationId xmlns:a16="http://schemas.microsoft.com/office/drawing/2014/main" id="{B36B1C98-4FE3-70B8-80A1-02C3C7A9C13B}"/>
                      </a:ext>
                    </a:extLst>
                  </p:cNvPr>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sp>
                <p:nvSpPr>
                  <p:cNvPr id="205" name="Freeform 255">
                    <a:extLst>
                      <a:ext uri="{FF2B5EF4-FFF2-40B4-BE49-F238E27FC236}">
                        <a16:creationId xmlns:a16="http://schemas.microsoft.com/office/drawing/2014/main" id="{DF3F634C-5F65-D2F2-8C95-6314B47D228C}"/>
                      </a:ext>
                    </a:extLst>
                  </p:cNvPr>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206" name="Arc 256">
                    <a:extLst>
                      <a:ext uri="{FF2B5EF4-FFF2-40B4-BE49-F238E27FC236}">
                        <a16:creationId xmlns:a16="http://schemas.microsoft.com/office/drawing/2014/main" id="{73F015E9-D145-487E-33FF-3B4DF824DAAB}"/>
                      </a:ext>
                    </a:extLst>
                  </p:cNvPr>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b="1">
                      <a:latin typeface="微软雅黑" panose="020B0503020204020204" pitchFamily="34" charset="-122"/>
                      <a:ea typeface="微软雅黑" panose="020B0503020204020204" pitchFamily="34" charset="-122"/>
                    </a:endParaRPr>
                  </a:p>
                </p:txBody>
              </p:sp>
            </p:grpSp>
          </p:grpSp>
          <p:sp>
            <p:nvSpPr>
              <p:cNvPr id="207" name="Text Box 173">
                <a:extLst>
                  <a:ext uri="{FF2B5EF4-FFF2-40B4-BE49-F238E27FC236}">
                    <a16:creationId xmlns:a16="http://schemas.microsoft.com/office/drawing/2014/main" id="{09B241F4-93D9-FEEE-69BD-7BC10D3E9276}"/>
                  </a:ext>
                </a:extLst>
              </p:cNvPr>
              <p:cNvSpPr txBox="1">
                <a:spLocks noChangeArrowheads="1"/>
              </p:cNvSpPr>
              <p:nvPr/>
            </p:nvSpPr>
            <p:spPr bwMode="auto">
              <a:xfrm>
                <a:off x="5936407" y="3987112"/>
                <a:ext cx="32893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X</a:t>
                </a:r>
              </a:p>
            </p:txBody>
          </p:sp>
        </p:grpSp>
      </p:grpSp>
      <p:sp>
        <p:nvSpPr>
          <p:cNvPr id="215" name="文本框 214">
            <a:extLst>
              <a:ext uri="{FF2B5EF4-FFF2-40B4-BE49-F238E27FC236}">
                <a16:creationId xmlns:a16="http://schemas.microsoft.com/office/drawing/2014/main" id="{7A91F9A4-C471-71AF-8ADA-CC1024781261}"/>
              </a:ext>
            </a:extLst>
          </p:cNvPr>
          <p:cNvSpPr txBox="1"/>
          <p:nvPr/>
        </p:nvSpPr>
        <p:spPr>
          <a:xfrm>
            <a:off x="717254" y="3612847"/>
            <a:ext cx="7772400" cy="4707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285750" indent="-285750">
              <a:lnSpc>
                <a:spcPts val="3300"/>
              </a:lnSpc>
              <a:buClr>
                <a:srgbClr val="0070C0"/>
              </a:buClr>
              <a:buFont typeface="Wingdings" pitchFamily="2" charset="2"/>
              <a:buChar char="l"/>
              <a:defRPr sz="2000" b="1">
                <a:latin typeface="微软雅黑" pitchFamily="34" charset="-122"/>
                <a:ea typeface="微软雅黑" pitchFamily="34" charset="-122"/>
              </a:defRPr>
            </a:lvl1pPr>
          </a:lstStyle>
          <a:p>
            <a:r>
              <a:rPr lang="en-US" altLang="zh-CN" dirty="0"/>
              <a:t>R4</a:t>
            </a:r>
            <a:r>
              <a:rPr lang="zh-CN" altLang="en-US" dirty="0"/>
              <a:t>要利用内部网关协议，找到从</a:t>
            </a:r>
            <a:r>
              <a:rPr lang="en-US" altLang="zh-CN" dirty="0"/>
              <a:t>R4</a:t>
            </a:r>
            <a:r>
              <a:rPr lang="zh-CN" altLang="en-US" dirty="0"/>
              <a:t>到</a:t>
            </a:r>
            <a:r>
              <a:rPr lang="en-US" altLang="zh-CN" dirty="0"/>
              <a:t>R2</a:t>
            </a:r>
            <a:r>
              <a:rPr lang="zh-CN" altLang="en-US" dirty="0"/>
              <a:t>的最佳路由中的下一跳。</a:t>
            </a:r>
          </a:p>
        </p:txBody>
      </p:sp>
      <p:sp>
        <p:nvSpPr>
          <p:cNvPr id="56" name="Line 159">
            <a:extLst>
              <a:ext uri="{FF2B5EF4-FFF2-40B4-BE49-F238E27FC236}">
                <a16:creationId xmlns:a16="http://schemas.microsoft.com/office/drawing/2014/main" id="{F785C746-D1B2-9BB5-BF7A-0DEB3A1F3FCC}"/>
              </a:ext>
            </a:extLst>
          </p:cNvPr>
          <p:cNvSpPr>
            <a:spLocks noChangeShapeType="1"/>
          </p:cNvSpPr>
          <p:nvPr/>
        </p:nvSpPr>
        <p:spPr bwMode="auto">
          <a:xfrm>
            <a:off x="3769541" y="1777509"/>
            <a:ext cx="1130300" cy="56991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58" name="Picture 46">
            <a:extLst>
              <a:ext uri="{FF2B5EF4-FFF2-40B4-BE49-F238E27FC236}">
                <a16:creationId xmlns:a16="http://schemas.microsoft.com/office/drawing/2014/main" id="{5151818E-240E-C061-B285-5CA301BBF0B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3479" y="1653684"/>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59" name="Picture 46">
            <a:extLst>
              <a:ext uri="{FF2B5EF4-FFF2-40B4-BE49-F238E27FC236}">
                <a16:creationId xmlns:a16="http://schemas.microsoft.com/office/drawing/2014/main" id="{CBF40CD4-ED21-6D07-77ED-D88039C7FB3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9816" y="2899871"/>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4" name="Line 159">
            <a:extLst>
              <a:ext uri="{FF2B5EF4-FFF2-40B4-BE49-F238E27FC236}">
                <a16:creationId xmlns:a16="http://schemas.microsoft.com/office/drawing/2014/main" id="{AF7AD98C-DCDF-F583-C177-A2C73AB4CE22}"/>
              </a:ext>
            </a:extLst>
          </p:cNvPr>
          <p:cNvSpPr>
            <a:spLocks noChangeShapeType="1"/>
          </p:cNvSpPr>
          <p:nvPr/>
        </p:nvSpPr>
        <p:spPr bwMode="auto">
          <a:xfrm flipV="1">
            <a:off x="2775766" y="2363296"/>
            <a:ext cx="2093913" cy="26988"/>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65" name="Line 159">
            <a:extLst>
              <a:ext uri="{FF2B5EF4-FFF2-40B4-BE49-F238E27FC236}">
                <a16:creationId xmlns:a16="http://schemas.microsoft.com/office/drawing/2014/main" id="{5FCC146F-02C5-14CD-B4E1-D8B5E7BEBE35}"/>
              </a:ext>
            </a:extLst>
          </p:cNvPr>
          <p:cNvSpPr>
            <a:spLocks noChangeShapeType="1"/>
          </p:cNvSpPr>
          <p:nvPr/>
        </p:nvSpPr>
        <p:spPr bwMode="auto">
          <a:xfrm flipV="1">
            <a:off x="3574279" y="2396634"/>
            <a:ext cx="1368425" cy="57626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66" name="Picture 46">
            <a:extLst>
              <a:ext uri="{FF2B5EF4-FFF2-40B4-BE49-F238E27FC236}">
                <a16:creationId xmlns:a16="http://schemas.microsoft.com/office/drawing/2014/main" id="{D190DDD4-DF66-026A-E7EF-A84E1A4C8EC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98241" y="2287096"/>
            <a:ext cx="2968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7" name="Picture 52">
            <a:extLst>
              <a:ext uri="{FF2B5EF4-FFF2-40B4-BE49-F238E27FC236}">
                <a16:creationId xmlns:a16="http://schemas.microsoft.com/office/drawing/2014/main" id="{FAB2A61A-2625-E506-42AE-0DAD620EE0C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216" y="2302971"/>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68" name="Text Box 175">
            <a:extLst>
              <a:ext uri="{FF2B5EF4-FFF2-40B4-BE49-F238E27FC236}">
                <a16:creationId xmlns:a16="http://schemas.microsoft.com/office/drawing/2014/main" id="{AC824F03-742C-71EC-B5E8-032A8E2186A6}"/>
              </a:ext>
            </a:extLst>
          </p:cNvPr>
          <p:cNvSpPr txBox="1">
            <a:spLocks noChangeArrowheads="1"/>
          </p:cNvSpPr>
          <p:nvPr/>
        </p:nvSpPr>
        <p:spPr bwMode="auto">
          <a:xfrm rot="1597053">
            <a:off x="3618465" y="1828101"/>
            <a:ext cx="6783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b="1">
                <a:latin typeface="微软雅黑" panose="020B0503020204020204" pitchFamily="34" charset="-122"/>
                <a:ea typeface="微软雅黑" panose="020B0503020204020204" pitchFamily="34" charset="-122"/>
              </a:rPr>
              <a:t>iBGP</a:t>
            </a:r>
            <a:endParaRPr lang="en-US" altLang="zh-CN" sz="1600" b="1" baseline="-25000">
              <a:latin typeface="微软雅黑" panose="020B0503020204020204" pitchFamily="34" charset="-122"/>
              <a:ea typeface="微软雅黑" panose="020B0503020204020204" pitchFamily="34" charset="-122"/>
            </a:endParaRPr>
          </a:p>
        </p:txBody>
      </p:sp>
      <p:sp>
        <p:nvSpPr>
          <p:cNvPr id="69" name="Text Box 175">
            <a:extLst>
              <a:ext uri="{FF2B5EF4-FFF2-40B4-BE49-F238E27FC236}">
                <a16:creationId xmlns:a16="http://schemas.microsoft.com/office/drawing/2014/main" id="{F461F173-EFCC-435C-6D24-6043775A85D2}"/>
              </a:ext>
            </a:extLst>
          </p:cNvPr>
          <p:cNvSpPr txBox="1">
            <a:spLocks noChangeArrowheads="1"/>
          </p:cNvSpPr>
          <p:nvPr/>
        </p:nvSpPr>
        <p:spPr bwMode="auto">
          <a:xfrm>
            <a:off x="2921816" y="2091834"/>
            <a:ext cx="6783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en-US" altLang="zh-CN" sz="1600" b="1">
                <a:latin typeface="微软雅黑" panose="020B0503020204020204" pitchFamily="34" charset="-122"/>
                <a:ea typeface="微软雅黑" panose="020B0503020204020204" pitchFamily="34" charset="-122"/>
              </a:rPr>
              <a:t>iBGP</a:t>
            </a:r>
            <a:endParaRPr lang="en-US" altLang="zh-CN" sz="1600" b="1" baseline="-25000">
              <a:latin typeface="微软雅黑" panose="020B0503020204020204" pitchFamily="34" charset="-122"/>
              <a:ea typeface="微软雅黑" panose="020B0503020204020204" pitchFamily="34" charset="-122"/>
            </a:endParaRPr>
          </a:p>
        </p:txBody>
      </p:sp>
      <p:grpSp>
        <p:nvGrpSpPr>
          <p:cNvPr id="72" name="组合 218">
            <a:extLst>
              <a:ext uri="{FF2B5EF4-FFF2-40B4-BE49-F238E27FC236}">
                <a16:creationId xmlns:a16="http://schemas.microsoft.com/office/drawing/2014/main" id="{174C68D9-760C-58B8-5893-8E93D06B2D31}"/>
              </a:ext>
            </a:extLst>
          </p:cNvPr>
          <p:cNvGrpSpPr>
            <a:grpSpLocks/>
          </p:cNvGrpSpPr>
          <p:nvPr/>
        </p:nvGrpSpPr>
        <p:grpSpPr bwMode="auto">
          <a:xfrm rot="1548408">
            <a:off x="3825104" y="1812434"/>
            <a:ext cx="561975" cy="71437"/>
            <a:chOff x="6732241" y="2663758"/>
            <a:chExt cx="562040" cy="72008"/>
          </a:xfrm>
        </p:grpSpPr>
        <p:cxnSp>
          <p:nvCxnSpPr>
            <p:cNvPr id="162" name="直接箭头连接符 329">
              <a:extLst>
                <a:ext uri="{FF2B5EF4-FFF2-40B4-BE49-F238E27FC236}">
                  <a16:creationId xmlns:a16="http://schemas.microsoft.com/office/drawing/2014/main" id="{5AD034E9-464A-19D6-CEDC-062AE5100822}"/>
                </a:ext>
              </a:extLst>
            </p:cNvPr>
            <p:cNvCxnSpPr>
              <a:cxnSpLocks noChangeShapeType="1"/>
            </p:cNvCxnSpPr>
            <p:nvPr/>
          </p:nvCxnSpPr>
          <p:spPr bwMode="auto">
            <a:xfrm flipH="1">
              <a:off x="6732241" y="2708920"/>
              <a:ext cx="288031" cy="0"/>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63" name="矩形 162">
              <a:extLst>
                <a:ext uri="{FF2B5EF4-FFF2-40B4-BE49-F238E27FC236}">
                  <a16:creationId xmlns:a16="http://schemas.microsoft.com/office/drawing/2014/main" id="{A79FEBF4-03DC-BA4F-CB07-538182E09518}"/>
                </a:ext>
              </a:extLst>
            </p:cNvPr>
            <p:cNvSpPr/>
            <p:nvPr/>
          </p:nvSpPr>
          <p:spPr bwMode="auto">
            <a:xfrm>
              <a:off x="6927499" y="2663944"/>
              <a:ext cx="360405" cy="72008"/>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grpSp>
        <p:nvGrpSpPr>
          <p:cNvPr id="73" name="组合 221">
            <a:extLst>
              <a:ext uri="{FF2B5EF4-FFF2-40B4-BE49-F238E27FC236}">
                <a16:creationId xmlns:a16="http://schemas.microsoft.com/office/drawing/2014/main" id="{DFF2E23C-19BE-0BFC-7CA9-E35728356ED6}"/>
              </a:ext>
            </a:extLst>
          </p:cNvPr>
          <p:cNvGrpSpPr>
            <a:grpSpLocks/>
          </p:cNvGrpSpPr>
          <p:nvPr/>
        </p:nvGrpSpPr>
        <p:grpSpPr bwMode="auto">
          <a:xfrm rot="20292153">
            <a:off x="3780654" y="2637934"/>
            <a:ext cx="561975" cy="71437"/>
            <a:chOff x="6732241" y="2663758"/>
            <a:chExt cx="562040" cy="72008"/>
          </a:xfrm>
        </p:grpSpPr>
        <p:cxnSp>
          <p:nvCxnSpPr>
            <p:cNvPr id="160" name="直接箭头连接符 329">
              <a:extLst>
                <a:ext uri="{FF2B5EF4-FFF2-40B4-BE49-F238E27FC236}">
                  <a16:creationId xmlns:a16="http://schemas.microsoft.com/office/drawing/2014/main" id="{C10CF636-E773-AA1F-1772-3DB69A9E6B9A}"/>
                </a:ext>
              </a:extLst>
            </p:cNvPr>
            <p:cNvCxnSpPr>
              <a:cxnSpLocks noChangeShapeType="1"/>
            </p:cNvCxnSpPr>
            <p:nvPr/>
          </p:nvCxnSpPr>
          <p:spPr bwMode="auto">
            <a:xfrm flipH="1">
              <a:off x="6732241" y="2708920"/>
              <a:ext cx="288031" cy="0"/>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61" name="矩形 160">
              <a:extLst>
                <a:ext uri="{FF2B5EF4-FFF2-40B4-BE49-F238E27FC236}">
                  <a16:creationId xmlns:a16="http://schemas.microsoft.com/office/drawing/2014/main" id="{3146B8A7-A2CD-8B88-1324-DF268575074B}"/>
                </a:ext>
              </a:extLst>
            </p:cNvPr>
            <p:cNvSpPr/>
            <p:nvPr/>
          </p:nvSpPr>
          <p:spPr bwMode="auto">
            <a:xfrm>
              <a:off x="6934036" y="2661373"/>
              <a:ext cx="360404" cy="72009"/>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grpSp>
        <p:nvGrpSpPr>
          <p:cNvPr id="74" name="组合 224">
            <a:extLst>
              <a:ext uri="{FF2B5EF4-FFF2-40B4-BE49-F238E27FC236}">
                <a16:creationId xmlns:a16="http://schemas.microsoft.com/office/drawing/2014/main" id="{6EF980DD-54B1-5504-EC22-DFCCE18903B5}"/>
              </a:ext>
            </a:extLst>
          </p:cNvPr>
          <p:cNvGrpSpPr>
            <a:grpSpLocks/>
          </p:cNvGrpSpPr>
          <p:nvPr/>
        </p:nvGrpSpPr>
        <p:grpSpPr bwMode="auto">
          <a:xfrm>
            <a:off x="3721916" y="2244234"/>
            <a:ext cx="561975" cy="71437"/>
            <a:chOff x="6732241" y="2663758"/>
            <a:chExt cx="562040" cy="72008"/>
          </a:xfrm>
        </p:grpSpPr>
        <p:cxnSp>
          <p:nvCxnSpPr>
            <p:cNvPr id="126" name="直接箭头连接符 329">
              <a:extLst>
                <a:ext uri="{FF2B5EF4-FFF2-40B4-BE49-F238E27FC236}">
                  <a16:creationId xmlns:a16="http://schemas.microsoft.com/office/drawing/2014/main" id="{592F5E30-0C35-E463-9362-1ACD7AE1BBD7}"/>
                </a:ext>
              </a:extLst>
            </p:cNvPr>
            <p:cNvCxnSpPr>
              <a:cxnSpLocks noChangeShapeType="1"/>
            </p:cNvCxnSpPr>
            <p:nvPr/>
          </p:nvCxnSpPr>
          <p:spPr bwMode="auto">
            <a:xfrm flipH="1">
              <a:off x="6732241" y="2708920"/>
              <a:ext cx="288031" cy="0"/>
            </a:xfrm>
            <a:prstGeom prst="straightConnector1">
              <a:avLst/>
            </a:prstGeom>
            <a:noFill/>
            <a:ln w="9525" algn="ctr">
              <a:solidFill>
                <a:schemeClr val="tx1"/>
              </a:solidFill>
              <a:round/>
              <a:headEnd/>
              <a:tailEnd type="triangle" w="sm" len="med"/>
            </a:ln>
            <a:extLst>
              <a:ext uri="{909E8E84-426E-40DD-AFC4-6F175D3DCCD1}">
                <a14:hiddenFill xmlns:a14="http://schemas.microsoft.com/office/drawing/2010/main">
                  <a:noFill/>
                </a14:hiddenFill>
              </a:ext>
            </a:extLst>
          </p:spPr>
        </p:cxnSp>
        <p:sp>
          <p:nvSpPr>
            <p:cNvPr id="127" name="矩形 126">
              <a:extLst>
                <a:ext uri="{FF2B5EF4-FFF2-40B4-BE49-F238E27FC236}">
                  <a16:creationId xmlns:a16="http://schemas.microsoft.com/office/drawing/2014/main" id="{793DF89F-DE47-E708-A4C9-1FE7ECEF87B3}"/>
                </a:ext>
              </a:extLst>
            </p:cNvPr>
            <p:cNvSpPr/>
            <p:nvPr/>
          </p:nvSpPr>
          <p:spPr bwMode="auto">
            <a:xfrm>
              <a:off x="6933877" y="2663758"/>
              <a:ext cx="360404" cy="72008"/>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sp>
        <p:nvSpPr>
          <p:cNvPr id="25" name="TextBox 255">
            <a:extLst>
              <a:ext uri="{FF2B5EF4-FFF2-40B4-BE49-F238E27FC236}">
                <a16:creationId xmlns:a16="http://schemas.microsoft.com/office/drawing/2014/main" id="{4E89F0C1-9F03-FF05-88EC-3931B705A31D}"/>
              </a:ext>
            </a:extLst>
          </p:cNvPr>
          <p:cNvSpPr txBox="1">
            <a:spLocks noChangeArrowheads="1"/>
          </p:cNvSpPr>
          <p:nvPr/>
        </p:nvSpPr>
        <p:spPr bwMode="auto">
          <a:xfrm>
            <a:off x="5403350" y="1099321"/>
            <a:ext cx="170431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BGP </a:t>
            </a: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路由的起点</a:t>
            </a:r>
            <a:endParaRPr lang="en-US" altLang="zh-CN" sz="1600" b="1" dirty="0">
              <a:latin typeface="微软雅黑" panose="020B0503020204020204" pitchFamily="34" charset="-122"/>
              <a:ea typeface="微软雅黑" panose="020B0503020204020204" pitchFamily="34" charset="-122"/>
              <a:sym typeface="Wingdings 2" panose="05020102010507070707" pitchFamily="18" charset="2"/>
            </a:endParaRPr>
          </a:p>
          <a:p>
            <a:pPr algn="ctr" eaLnBrk="1" hangingPunct="1">
              <a:spcBef>
                <a:spcPct val="0"/>
              </a:spcBef>
              <a:buFontTx/>
              <a:buNone/>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(NEXT-HOP)</a:t>
            </a:r>
            <a:endParaRPr lang="zh-CN" altLang="en-US" sz="1600" b="1" dirty="0">
              <a:latin typeface="微软雅黑" panose="020B0503020204020204" pitchFamily="34" charset="-122"/>
              <a:ea typeface="微软雅黑" panose="020B0503020204020204" pitchFamily="34" charset="-122"/>
            </a:endParaRPr>
          </a:p>
        </p:txBody>
      </p:sp>
      <p:cxnSp>
        <p:nvCxnSpPr>
          <p:cNvPr id="26" name="直接箭头连接符 329">
            <a:extLst>
              <a:ext uri="{FF2B5EF4-FFF2-40B4-BE49-F238E27FC236}">
                <a16:creationId xmlns:a16="http://schemas.microsoft.com/office/drawing/2014/main" id="{B37E4F2B-96C1-C149-3219-5E95B631A39E}"/>
              </a:ext>
            </a:extLst>
          </p:cNvPr>
          <p:cNvCxnSpPr>
            <a:cxnSpLocks noChangeShapeType="1"/>
          </p:cNvCxnSpPr>
          <p:nvPr/>
        </p:nvCxnSpPr>
        <p:spPr bwMode="auto">
          <a:xfrm flipH="1">
            <a:off x="8086938" y="1811497"/>
            <a:ext cx="12700" cy="665163"/>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cxnSp>
        <p:nvCxnSpPr>
          <p:cNvPr id="27" name="直接箭头连接符 329">
            <a:extLst>
              <a:ext uri="{FF2B5EF4-FFF2-40B4-BE49-F238E27FC236}">
                <a16:creationId xmlns:a16="http://schemas.microsoft.com/office/drawing/2014/main" id="{A83D77AF-B9EE-1F22-38CF-FF303B31FA25}"/>
              </a:ext>
            </a:extLst>
          </p:cNvPr>
          <p:cNvCxnSpPr>
            <a:cxnSpLocks noChangeShapeType="1"/>
          </p:cNvCxnSpPr>
          <p:nvPr/>
        </p:nvCxnSpPr>
        <p:spPr bwMode="auto">
          <a:xfrm flipH="1">
            <a:off x="6315038" y="1634308"/>
            <a:ext cx="9525" cy="428625"/>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sp>
        <p:nvSpPr>
          <p:cNvPr id="28" name="TextBox 255">
            <a:extLst>
              <a:ext uri="{FF2B5EF4-FFF2-40B4-BE49-F238E27FC236}">
                <a16:creationId xmlns:a16="http://schemas.microsoft.com/office/drawing/2014/main" id="{4B0BE3CD-E6A5-AA92-B8F5-6956A7DFE7F0}"/>
              </a:ext>
            </a:extLst>
          </p:cNvPr>
          <p:cNvSpPr txBox="1">
            <a:spLocks noChangeArrowheads="1"/>
          </p:cNvSpPr>
          <p:nvPr/>
        </p:nvSpPr>
        <p:spPr bwMode="auto">
          <a:xfrm>
            <a:off x="7226050" y="1219360"/>
            <a:ext cx="170431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BGP </a:t>
            </a: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路由的终点</a:t>
            </a:r>
            <a:endParaRPr lang="en-US" altLang="zh-CN" sz="1600" b="1" dirty="0">
              <a:latin typeface="微软雅黑" panose="020B0503020204020204" pitchFamily="34" charset="-122"/>
              <a:ea typeface="微软雅黑" panose="020B0503020204020204" pitchFamily="34" charset="-122"/>
              <a:sym typeface="Wingdings 2" panose="05020102010507070707" pitchFamily="18" charset="2"/>
            </a:endParaRPr>
          </a:p>
          <a:p>
            <a:pPr algn="ctr" eaLnBrk="1" hangingPunct="1">
              <a:spcBef>
                <a:spcPct val="0"/>
              </a:spcBef>
              <a:buFontTx/>
              <a:buNone/>
            </a:pPr>
            <a:r>
              <a:rPr lang="zh-CN" altLang="en-US" sz="1600" b="1" dirty="0">
                <a:latin typeface="微软雅黑" panose="020B0503020204020204" pitchFamily="34" charset="-122"/>
                <a:ea typeface="微软雅黑" panose="020B0503020204020204" pitchFamily="34" charset="-122"/>
                <a:sym typeface="Wingdings 2" panose="05020102010507070707" pitchFamily="18" charset="2"/>
              </a:rPr>
              <a:t>（前缀）</a:t>
            </a:r>
            <a:endParaRPr lang="zh-CN" altLang="en-US" sz="1600" b="1" dirty="0">
              <a:latin typeface="微软雅黑" panose="020B0503020204020204" pitchFamily="34" charset="-122"/>
              <a:ea typeface="微软雅黑" panose="020B0503020204020204" pitchFamily="34" charset="-122"/>
            </a:endParaRPr>
          </a:p>
        </p:txBody>
      </p:sp>
      <p:grpSp>
        <p:nvGrpSpPr>
          <p:cNvPr id="38" name="组合 37">
            <a:extLst>
              <a:ext uri="{FF2B5EF4-FFF2-40B4-BE49-F238E27FC236}">
                <a16:creationId xmlns:a16="http://schemas.microsoft.com/office/drawing/2014/main" id="{C2B116F4-A5AF-C22C-EC24-4E139F3370A0}"/>
              </a:ext>
            </a:extLst>
          </p:cNvPr>
          <p:cNvGrpSpPr/>
          <p:nvPr/>
        </p:nvGrpSpPr>
        <p:grpSpPr>
          <a:xfrm>
            <a:off x="633205" y="1873528"/>
            <a:ext cx="2058868" cy="1536061"/>
            <a:chOff x="755650" y="3371850"/>
            <a:chExt cx="2058868" cy="1536061"/>
          </a:xfrm>
        </p:grpSpPr>
        <p:sp>
          <p:nvSpPr>
            <p:cNvPr id="39" name="Text Box 175">
              <a:extLst>
                <a:ext uri="{FF2B5EF4-FFF2-40B4-BE49-F238E27FC236}">
                  <a16:creationId xmlns:a16="http://schemas.microsoft.com/office/drawing/2014/main" id="{508F5B31-DB81-A8E6-DCAE-438FF0127FB4}"/>
                </a:ext>
              </a:extLst>
            </p:cNvPr>
            <p:cNvSpPr txBox="1">
              <a:spLocks noChangeArrowheads="1"/>
            </p:cNvSpPr>
            <p:nvPr/>
          </p:nvSpPr>
          <p:spPr bwMode="auto">
            <a:xfrm>
              <a:off x="755650" y="4284663"/>
              <a:ext cx="1803699"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spcAft>
                  <a:spcPts val="300"/>
                </a:spcAft>
                <a:buFontTx/>
                <a:buNone/>
              </a:pPr>
              <a:r>
                <a:rPr lang="zh-CN" altLang="en-US" sz="1600" b="1" dirty="0">
                  <a:latin typeface="微软雅黑" panose="020B0503020204020204" pitchFamily="34" charset="-122"/>
                  <a:ea typeface="微软雅黑" panose="020B0503020204020204" pitchFamily="34" charset="-122"/>
                </a:rPr>
                <a:t>前缀匹配   下一跳</a:t>
              </a:r>
              <a:endParaRPr lang="en-US" altLang="zh-CN" sz="1600" b="1" dirty="0">
                <a:latin typeface="微软雅黑" panose="020B0503020204020204" pitchFamily="34" charset="-122"/>
                <a:ea typeface="微软雅黑" panose="020B0503020204020204" pitchFamily="34" charset="-122"/>
              </a:endParaRPr>
            </a:p>
            <a:p>
              <a:pPr eaLnBrk="1" hangingPunct="1">
                <a:spcBef>
                  <a:spcPct val="0"/>
                </a:spcBef>
                <a:buFontTx/>
                <a:buNone/>
              </a:pPr>
              <a:r>
                <a:rPr lang="en-US" altLang="zh-CN" sz="1600" b="1" dirty="0">
                  <a:latin typeface="微软雅黑" panose="020B0503020204020204" pitchFamily="34" charset="-122"/>
                  <a:ea typeface="微软雅黑" panose="020B0503020204020204" pitchFamily="34" charset="-122"/>
                </a:rPr>
                <a:t>      X</a:t>
              </a:r>
              <a:endParaRPr lang="en-US" altLang="zh-CN" sz="1600" b="1" dirty="0">
                <a:solidFill>
                  <a:srgbClr val="FF0000"/>
                </a:solidFill>
                <a:latin typeface="微软雅黑" panose="020B0503020204020204" pitchFamily="34" charset="-122"/>
                <a:ea typeface="微软雅黑" panose="020B0503020204020204" pitchFamily="34" charset="-122"/>
              </a:endParaRPr>
            </a:p>
          </p:txBody>
        </p:sp>
        <p:sp>
          <p:nvSpPr>
            <p:cNvPr id="40" name="矩形 105">
              <a:extLst>
                <a:ext uri="{FF2B5EF4-FFF2-40B4-BE49-F238E27FC236}">
                  <a16:creationId xmlns:a16="http://schemas.microsoft.com/office/drawing/2014/main" id="{574E8E23-B44D-256C-15FA-F67100436947}"/>
                </a:ext>
              </a:extLst>
            </p:cNvPr>
            <p:cNvSpPr>
              <a:spLocks noChangeArrowheads="1"/>
            </p:cNvSpPr>
            <p:nvPr/>
          </p:nvSpPr>
          <p:spPr bwMode="auto">
            <a:xfrm>
              <a:off x="755650" y="4292600"/>
              <a:ext cx="1728788" cy="5746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400" b="1">
                <a:latin typeface="微软雅黑" panose="020B0503020204020204" pitchFamily="34" charset="-122"/>
                <a:ea typeface="微软雅黑" panose="020B0503020204020204" pitchFamily="34" charset="-122"/>
              </a:endParaRPr>
            </a:p>
          </p:txBody>
        </p:sp>
        <p:cxnSp>
          <p:nvCxnSpPr>
            <p:cNvPr id="41" name="直接连接符 107">
              <a:extLst>
                <a:ext uri="{FF2B5EF4-FFF2-40B4-BE49-F238E27FC236}">
                  <a16:creationId xmlns:a16="http://schemas.microsoft.com/office/drawing/2014/main" id="{3E0CF889-EF56-DF46-B04C-8EBF1A23DFDA}"/>
                </a:ext>
              </a:extLst>
            </p:cNvPr>
            <p:cNvCxnSpPr>
              <a:cxnSpLocks noChangeShapeType="1"/>
              <a:stCxn id="40" idx="1"/>
              <a:endCxn id="40" idx="3"/>
            </p:cNvCxnSpPr>
            <p:nvPr/>
          </p:nvCxnSpPr>
          <p:spPr bwMode="auto">
            <a:xfrm>
              <a:off x="755650" y="4579938"/>
              <a:ext cx="1728788"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2" name="直接连接符 109">
              <a:extLst>
                <a:ext uri="{FF2B5EF4-FFF2-40B4-BE49-F238E27FC236}">
                  <a16:creationId xmlns:a16="http://schemas.microsoft.com/office/drawing/2014/main" id="{F686D8D7-21BF-0323-104E-153FA5BF36DB}"/>
                </a:ext>
              </a:extLst>
            </p:cNvPr>
            <p:cNvCxnSpPr>
              <a:cxnSpLocks noChangeShapeType="1"/>
            </p:cNvCxnSpPr>
            <p:nvPr/>
          </p:nvCxnSpPr>
          <p:spPr bwMode="auto">
            <a:xfrm flipH="1">
              <a:off x="1751013" y="4292600"/>
              <a:ext cx="12700" cy="5842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43" name="任意多边形 111">
              <a:extLst>
                <a:ext uri="{FF2B5EF4-FFF2-40B4-BE49-F238E27FC236}">
                  <a16:creationId xmlns:a16="http://schemas.microsoft.com/office/drawing/2014/main" id="{9662F4F4-36BA-2D05-B5C7-BA58901A3D1A}"/>
                </a:ext>
              </a:extLst>
            </p:cNvPr>
            <p:cNvSpPr/>
            <p:nvPr/>
          </p:nvSpPr>
          <p:spPr bwMode="auto">
            <a:xfrm>
              <a:off x="763588" y="3890963"/>
              <a:ext cx="1939925" cy="403225"/>
            </a:xfrm>
            <a:custGeom>
              <a:avLst/>
              <a:gdLst>
                <a:gd name="connsiteX0" fmla="*/ 0 w 1940668"/>
                <a:gd name="connsiteY0" fmla="*/ 398834 h 403698"/>
                <a:gd name="connsiteX1" fmla="*/ 0 w 1940668"/>
                <a:gd name="connsiteY1" fmla="*/ 398834 h 403698"/>
                <a:gd name="connsiteX2" fmla="*/ 1940668 w 1940668"/>
                <a:gd name="connsiteY2" fmla="*/ 0 h 403698"/>
                <a:gd name="connsiteX3" fmla="*/ 1716932 w 1940668"/>
                <a:gd name="connsiteY3" fmla="*/ 403698 h 403698"/>
                <a:gd name="connsiteX4" fmla="*/ 0 w 1940668"/>
                <a:gd name="connsiteY4" fmla="*/ 398834 h 403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0668" h="403698">
                  <a:moveTo>
                    <a:pt x="0" y="398834"/>
                  </a:moveTo>
                  <a:lnTo>
                    <a:pt x="0" y="398834"/>
                  </a:lnTo>
                  <a:lnTo>
                    <a:pt x="1940668" y="0"/>
                  </a:lnTo>
                  <a:lnTo>
                    <a:pt x="1716932" y="403698"/>
                  </a:lnTo>
                  <a:lnTo>
                    <a:pt x="0" y="398834"/>
                  </a:lnTo>
                  <a:close/>
                </a:path>
              </a:pathLst>
            </a:custGeom>
            <a:gradFill flip="none" rotWithShape="1">
              <a:gsLst>
                <a:gs pos="0">
                  <a:schemeClr val="accent5">
                    <a:lumMod val="75000"/>
                  </a:schemeClr>
                </a:gs>
                <a:gs pos="51000">
                  <a:schemeClr val="accent5">
                    <a:lumMod val="40000"/>
                    <a:lumOff val="60000"/>
                  </a:schemeClr>
                </a:gs>
                <a:gs pos="100000">
                  <a:schemeClr val="bg1"/>
                </a:gs>
              </a:gsLst>
              <a:lin ang="16200000" scaled="1"/>
              <a:tileRect/>
            </a:gradFill>
            <a:ln w="9525" cap="flat" cmpd="sng" algn="ctr">
              <a:noFill/>
              <a:prstDash val="solid"/>
              <a:round/>
              <a:headEnd type="none" w="med" len="med"/>
              <a:tailEnd type="none" w="med" len="med"/>
            </a:ln>
            <a:effectLst/>
          </p:spPr>
          <p:txBody>
            <a:bodyPr/>
            <a:lstStyle/>
            <a:p>
              <a:pPr eaLnBrk="1" hangingPunct="1">
                <a:defRPr/>
              </a:pPr>
              <a:endParaRPr lang="zh-CN" altLang="en-US" b="1">
                <a:latin typeface="微软雅黑" panose="020B0503020204020204" pitchFamily="34" charset="-122"/>
                <a:ea typeface="微软雅黑" panose="020B0503020204020204" pitchFamily="34" charset="-122"/>
              </a:endParaRPr>
            </a:p>
          </p:txBody>
        </p:sp>
        <p:grpSp>
          <p:nvGrpSpPr>
            <p:cNvPr id="47" name="组合 115">
              <a:extLst>
                <a:ext uri="{FF2B5EF4-FFF2-40B4-BE49-F238E27FC236}">
                  <a16:creationId xmlns:a16="http://schemas.microsoft.com/office/drawing/2014/main" id="{4E5F9817-AFFF-5F9B-D838-7896E81ACF04}"/>
                </a:ext>
              </a:extLst>
            </p:cNvPr>
            <p:cNvGrpSpPr>
              <a:grpSpLocks/>
            </p:cNvGrpSpPr>
            <p:nvPr/>
          </p:nvGrpSpPr>
          <p:grpSpPr bwMode="auto">
            <a:xfrm>
              <a:off x="755650" y="3371850"/>
              <a:ext cx="2058868" cy="431800"/>
              <a:chOff x="1043608" y="3371583"/>
              <a:chExt cx="2058237" cy="432048"/>
            </a:xfrm>
          </p:grpSpPr>
          <p:sp>
            <p:nvSpPr>
              <p:cNvPr id="48" name="椭圆形标注 114">
                <a:extLst>
                  <a:ext uri="{FF2B5EF4-FFF2-40B4-BE49-F238E27FC236}">
                    <a16:creationId xmlns:a16="http://schemas.microsoft.com/office/drawing/2014/main" id="{AB772412-731B-1425-5D03-63AC10FDCCCD}"/>
                  </a:ext>
                </a:extLst>
              </p:cNvPr>
              <p:cNvSpPr>
                <a:spLocks noChangeArrowheads="1"/>
              </p:cNvSpPr>
              <p:nvPr/>
            </p:nvSpPr>
            <p:spPr bwMode="auto">
              <a:xfrm>
                <a:off x="1043608" y="3371583"/>
                <a:ext cx="1944216" cy="432048"/>
              </a:xfrm>
              <a:prstGeom prst="wedgeEllipseCallout">
                <a:avLst>
                  <a:gd name="adj1" fmla="val -24602"/>
                  <a:gd name="adj2" fmla="val 180028"/>
                </a:avLst>
              </a:prstGeom>
              <a:solidFill>
                <a:schemeClr val="bg1"/>
              </a:solidFill>
              <a:ln w="9525"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endParaRPr lang="zh-CN" altLang="en-US" sz="2400" b="1">
                  <a:latin typeface="微软雅黑" panose="020B0503020204020204" pitchFamily="34" charset="-122"/>
                  <a:ea typeface="微软雅黑" panose="020B0503020204020204" pitchFamily="34" charset="-122"/>
                </a:endParaRPr>
              </a:p>
            </p:txBody>
          </p:sp>
          <p:sp>
            <p:nvSpPr>
              <p:cNvPr id="49" name="Text Box 175">
                <a:extLst>
                  <a:ext uri="{FF2B5EF4-FFF2-40B4-BE49-F238E27FC236}">
                    <a16:creationId xmlns:a16="http://schemas.microsoft.com/office/drawing/2014/main" id="{5EAE2EE0-97E5-FE31-FA8A-A1C8C539FD8F}"/>
                  </a:ext>
                </a:extLst>
              </p:cNvPr>
              <p:cNvSpPr txBox="1">
                <a:spLocks noChangeArrowheads="1"/>
              </p:cNvSpPr>
              <p:nvPr/>
            </p:nvSpPr>
            <p:spPr bwMode="auto">
              <a:xfrm>
                <a:off x="1116013" y="3429000"/>
                <a:ext cx="1985832" cy="338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FontTx/>
                  <a:buNone/>
                </a:pPr>
                <a:r>
                  <a:rPr lang="zh-CN" altLang="en-US" sz="1600" b="1">
                    <a:latin typeface="微软雅黑" panose="020B0503020204020204" pitchFamily="34" charset="-122"/>
                    <a:ea typeface="微软雅黑" panose="020B0503020204020204" pitchFamily="34" charset="-122"/>
                  </a:rPr>
                  <a:t>收到“</a:t>
                </a:r>
                <a:r>
                  <a:rPr lang="en-US" altLang="zh-CN" sz="1600" b="1">
                    <a:latin typeface="微软雅黑" panose="020B0503020204020204" pitchFamily="34" charset="-122"/>
                    <a:ea typeface="微软雅黑" panose="020B0503020204020204" pitchFamily="34" charset="-122"/>
                  </a:rPr>
                  <a:t>X, AS</a:t>
                </a:r>
                <a:r>
                  <a:rPr lang="en-US" altLang="zh-CN" sz="1600" b="1" baseline="-25000">
                    <a:latin typeface="微软雅黑" panose="020B0503020204020204" pitchFamily="34" charset="-122"/>
                    <a:ea typeface="微软雅黑" panose="020B0503020204020204" pitchFamily="34" charset="-122"/>
                  </a:rPr>
                  <a:t>1</a:t>
                </a:r>
                <a:r>
                  <a:rPr lang="en-US" altLang="zh-CN" sz="1600" b="1">
                    <a:latin typeface="微软雅黑" panose="020B0503020204020204" pitchFamily="34" charset="-122"/>
                    <a:ea typeface="微软雅黑" panose="020B0503020204020204" pitchFamily="34" charset="-122"/>
                  </a:rPr>
                  <a:t>, R</a:t>
                </a:r>
                <a:r>
                  <a:rPr lang="en-US" altLang="zh-CN" sz="1600" b="1" baseline="-25000">
                    <a:latin typeface="微软雅黑" panose="020B0503020204020204" pitchFamily="34" charset="-122"/>
                    <a:ea typeface="微软雅黑" panose="020B0503020204020204" pitchFamily="34" charset="-122"/>
                  </a:rPr>
                  <a:t>1</a:t>
                </a:r>
                <a:r>
                  <a:rPr lang="zh-CN" altLang="en-US" sz="1600" b="1">
                    <a:latin typeface="微软雅黑" panose="020B0503020204020204" pitchFamily="34" charset="-122"/>
                    <a:ea typeface="微软雅黑" panose="020B0503020204020204" pitchFamily="34" charset="-122"/>
                  </a:rPr>
                  <a:t>”</a:t>
                </a:r>
                <a:endParaRPr lang="en-US" altLang="zh-CN" sz="1600" b="1" baseline="-25000">
                  <a:latin typeface="微软雅黑" panose="020B0503020204020204" pitchFamily="34" charset="-122"/>
                  <a:ea typeface="微软雅黑" panose="020B0503020204020204" pitchFamily="34" charset="-122"/>
                </a:endParaRPr>
              </a:p>
            </p:txBody>
          </p:sp>
        </p:grpSp>
      </p:grpSp>
      <p:grpSp>
        <p:nvGrpSpPr>
          <p:cNvPr id="50" name="组合 49">
            <a:extLst>
              <a:ext uri="{FF2B5EF4-FFF2-40B4-BE49-F238E27FC236}">
                <a16:creationId xmlns:a16="http://schemas.microsoft.com/office/drawing/2014/main" id="{4A6241CD-5A3F-D7A0-0743-2D2ED5CAB5D8}"/>
              </a:ext>
            </a:extLst>
          </p:cNvPr>
          <p:cNvGrpSpPr/>
          <p:nvPr/>
        </p:nvGrpSpPr>
        <p:grpSpPr>
          <a:xfrm>
            <a:off x="4956740" y="1723557"/>
            <a:ext cx="1220696" cy="338554"/>
            <a:chOff x="4919436" y="1372285"/>
            <a:chExt cx="1220696" cy="338554"/>
          </a:xfrm>
        </p:grpSpPr>
        <p:sp>
          <p:nvSpPr>
            <p:cNvPr id="51" name="圆角矩形 160">
              <a:extLst>
                <a:ext uri="{FF2B5EF4-FFF2-40B4-BE49-F238E27FC236}">
                  <a16:creationId xmlns:a16="http://schemas.microsoft.com/office/drawing/2014/main" id="{486270B2-2936-C201-03CE-0DB4CB7E9CEB}"/>
                </a:ext>
              </a:extLst>
            </p:cNvPr>
            <p:cNvSpPr>
              <a:spLocks noChangeArrowheads="1"/>
            </p:cNvSpPr>
            <p:nvPr/>
          </p:nvSpPr>
          <p:spPr bwMode="auto">
            <a:xfrm>
              <a:off x="4968603" y="1410037"/>
              <a:ext cx="1035050" cy="288925"/>
            </a:xfrm>
            <a:prstGeom prst="roundRect">
              <a:avLst>
                <a:gd name="adj" fmla="val 26806"/>
              </a:avLst>
            </a:prstGeom>
            <a:solidFill>
              <a:srgbClr val="FFC000"/>
            </a:solidFill>
            <a:ln w="19050" algn="ctr">
              <a:solidFill>
                <a:srgbClr val="000000"/>
              </a:solidFill>
              <a:round/>
              <a:headEnd/>
              <a:tailEn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52" name="Text Box 173">
              <a:extLst>
                <a:ext uri="{FF2B5EF4-FFF2-40B4-BE49-F238E27FC236}">
                  <a16:creationId xmlns:a16="http://schemas.microsoft.com/office/drawing/2014/main" id="{13B13614-5130-1F67-3F0E-B89112EF093F}"/>
                </a:ext>
              </a:extLst>
            </p:cNvPr>
            <p:cNvSpPr txBox="1">
              <a:spLocks noChangeArrowheads="1"/>
            </p:cNvSpPr>
            <p:nvPr/>
          </p:nvSpPr>
          <p:spPr bwMode="auto">
            <a:xfrm>
              <a:off x="4919436" y="1372285"/>
              <a:ext cx="12206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ts val="600"/>
                </a:spcBef>
                <a:spcAft>
                  <a:spcPct val="0"/>
                </a:spcAft>
                <a:buClrTx/>
                <a:buSzTx/>
                <a:buFontTx/>
                <a:buNone/>
                <a:tabLst/>
                <a:defRPr/>
              </a:pP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X, AS</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1</a:t>
              </a:r>
              <a:r>
                <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 R</a:t>
              </a:r>
              <a:r>
                <a:rPr kumimoji="1" lang="en-US" altLang="zh-CN" sz="1600" b="1"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1</a:t>
              </a:r>
              <a:r>
                <a:rPr kumimoji="1" lang="zh-CN" altLang="en-US"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                                                 </a:t>
              </a:r>
              <a:endParaRPr kumimoji="1" lang="en-US" altLang="zh-CN" sz="16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cxnSp>
        <p:nvCxnSpPr>
          <p:cNvPr id="54" name="直接箭头连接符 329">
            <a:extLst>
              <a:ext uri="{FF2B5EF4-FFF2-40B4-BE49-F238E27FC236}">
                <a16:creationId xmlns:a16="http://schemas.microsoft.com/office/drawing/2014/main" id="{AA20052D-4EDA-71DB-532A-0880529057A9}"/>
              </a:ext>
            </a:extLst>
          </p:cNvPr>
          <p:cNvCxnSpPr>
            <a:cxnSpLocks noChangeShapeType="1"/>
            <a:stCxn id="52" idx="2"/>
          </p:cNvCxnSpPr>
          <p:nvPr/>
        </p:nvCxnSpPr>
        <p:spPr bwMode="auto">
          <a:xfrm>
            <a:off x="5567088" y="2062111"/>
            <a:ext cx="131542" cy="168250"/>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sp>
        <p:nvSpPr>
          <p:cNvPr id="70" name="文本框 69">
            <a:extLst>
              <a:ext uri="{FF2B5EF4-FFF2-40B4-BE49-F238E27FC236}">
                <a16:creationId xmlns:a16="http://schemas.microsoft.com/office/drawing/2014/main" id="{99BABB9F-9BE4-83B9-3F4A-FE292CB8DB0B}"/>
              </a:ext>
            </a:extLst>
          </p:cNvPr>
          <p:cNvSpPr txBox="1"/>
          <p:nvPr/>
        </p:nvSpPr>
        <p:spPr>
          <a:xfrm>
            <a:off x="1874147" y="3027174"/>
            <a:ext cx="308650" cy="400110"/>
          </a:xfrm>
          <a:prstGeom prst="rect">
            <a:avLst/>
          </a:prstGeom>
          <a:noFill/>
        </p:spPr>
        <p:txBody>
          <a:bodyPr wrap="square">
            <a:spAutoFit/>
          </a:bodyPr>
          <a:lstStyle/>
          <a:p>
            <a:r>
              <a:rPr lang="zh-CN" altLang="en-US" sz="2000" b="1" dirty="0">
                <a:solidFill>
                  <a:srgbClr val="FF0000"/>
                </a:solidFill>
                <a:latin typeface="微软雅黑" panose="020B0503020204020204" pitchFamily="34" charset="-122"/>
                <a:ea typeface="微软雅黑" panose="020B0503020204020204" pitchFamily="34" charset="-122"/>
              </a:rPr>
              <a:t>？</a:t>
            </a:r>
            <a:endParaRPr lang="zh-CN" altLang="en-US" sz="2000" dirty="0"/>
          </a:p>
        </p:txBody>
      </p:sp>
      <p:sp>
        <p:nvSpPr>
          <p:cNvPr id="24" name="Text Box 175">
            <a:extLst>
              <a:ext uri="{FF2B5EF4-FFF2-40B4-BE49-F238E27FC236}">
                <a16:creationId xmlns:a16="http://schemas.microsoft.com/office/drawing/2014/main" id="{2B225386-97DC-784C-4905-00BDB82C318E}"/>
              </a:ext>
            </a:extLst>
          </p:cNvPr>
          <p:cNvSpPr txBox="1">
            <a:spLocks noChangeArrowheads="1"/>
          </p:cNvSpPr>
          <p:nvPr/>
        </p:nvSpPr>
        <p:spPr bwMode="auto">
          <a:xfrm>
            <a:off x="1866408" y="3048256"/>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1" i="0" u="none" strike="noStrike" kern="0" cap="none" spc="0" normalizeH="0" baseline="0" noProof="0" dirty="0">
                <a:ln>
                  <a:noFill/>
                </a:ln>
                <a:solidFill>
                  <a:srgbClr val="0000FF"/>
                </a:solidFill>
                <a:effectLst/>
                <a:uLnTx/>
                <a:uFillTx/>
                <a:latin typeface="微软雅黑" panose="020B0503020204020204" pitchFamily="34" charset="-122"/>
                <a:ea typeface="微软雅黑" panose="020B0503020204020204" pitchFamily="34" charset="-122"/>
              </a:rPr>
              <a:t>R</a:t>
            </a:r>
            <a:r>
              <a:rPr kumimoji="1" lang="en-US" altLang="zh-CN" sz="1600" b="1" i="0" u="none" strike="noStrike" kern="0" cap="none" spc="0" normalizeH="0" baseline="-25000" noProof="0" dirty="0">
                <a:ln>
                  <a:noFill/>
                </a:ln>
                <a:solidFill>
                  <a:srgbClr val="0000FF"/>
                </a:solidFill>
                <a:effectLst/>
                <a:uLnTx/>
                <a:uFillTx/>
                <a:latin typeface="微软雅黑" panose="020B0503020204020204" pitchFamily="34" charset="-122"/>
                <a:ea typeface="微软雅黑" panose="020B0503020204020204" pitchFamily="34" charset="-122"/>
              </a:rPr>
              <a:t>3</a:t>
            </a:r>
          </a:p>
        </p:txBody>
      </p:sp>
      <p:sp>
        <p:nvSpPr>
          <p:cNvPr id="53" name="任意多边形: 形状 52">
            <a:extLst>
              <a:ext uri="{FF2B5EF4-FFF2-40B4-BE49-F238E27FC236}">
                <a16:creationId xmlns:a16="http://schemas.microsoft.com/office/drawing/2014/main" id="{FDA6EE08-A781-1CCA-90BD-05EA2C7A8301}"/>
              </a:ext>
            </a:extLst>
          </p:cNvPr>
          <p:cNvSpPr/>
          <p:nvPr/>
        </p:nvSpPr>
        <p:spPr>
          <a:xfrm>
            <a:off x="2716924" y="1802056"/>
            <a:ext cx="5155324" cy="730937"/>
          </a:xfrm>
          <a:custGeom>
            <a:avLst/>
            <a:gdLst>
              <a:gd name="connsiteX0" fmla="*/ 0 w 5155324"/>
              <a:gd name="connsiteY0" fmla="*/ 557516 h 730937"/>
              <a:gd name="connsiteX1" fmla="*/ 882869 w 5155324"/>
              <a:gd name="connsiteY1" fmla="*/ 468 h 730937"/>
              <a:gd name="connsiteX2" fmla="*/ 2049517 w 5155324"/>
              <a:gd name="connsiteY2" fmla="*/ 462923 h 730937"/>
              <a:gd name="connsiteX3" fmla="*/ 3557752 w 5155324"/>
              <a:gd name="connsiteY3" fmla="*/ 547006 h 730937"/>
              <a:gd name="connsiteX4" fmla="*/ 4487917 w 5155324"/>
              <a:gd name="connsiteY4" fmla="*/ 541751 h 730937"/>
              <a:gd name="connsiteX5" fmla="*/ 5155324 w 5155324"/>
              <a:gd name="connsiteY5" fmla="*/ 730937 h 730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55324" h="730937">
                <a:moveTo>
                  <a:pt x="0" y="557516"/>
                </a:moveTo>
                <a:cubicBezTo>
                  <a:pt x="270641" y="286874"/>
                  <a:pt x="541283" y="16233"/>
                  <a:pt x="882869" y="468"/>
                </a:cubicBezTo>
                <a:cubicBezTo>
                  <a:pt x="1224455" y="-15297"/>
                  <a:pt x="1603703" y="371833"/>
                  <a:pt x="2049517" y="462923"/>
                </a:cubicBezTo>
                <a:cubicBezTo>
                  <a:pt x="2495331" y="554013"/>
                  <a:pt x="3151352" y="533868"/>
                  <a:pt x="3557752" y="547006"/>
                </a:cubicBezTo>
                <a:cubicBezTo>
                  <a:pt x="3964152" y="560144"/>
                  <a:pt x="4221655" y="511096"/>
                  <a:pt x="4487917" y="541751"/>
                </a:cubicBezTo>
                <a:cubicBezTo>
                  <a:pt x="4754179" y="572406"/>
                  <a:pt x="4954751" y="651671"/>
                  <a:pt x="5155324" y="730937"/>
                </a:cubicBezTo>
              </a:path>
            </a:pathLst>
          </a:cu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p>
        </p:txBody>
      </p:sp>
    </p:spTree>
    <p:extLst>
      <p:ext uri="{BB962C8B-B14F-4D97-AF65-F5344CB8AC3E}">
        <p14:creationId xmlns:p14="http://schemas.microsoft.com/office/powerpoint/2010/main" val="317758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15"/>
                                        </p:tgtEl>
                                        <p:attrNameLst>
                                          <p:attrName>style.visibility</p:attrName>
                                        </p:attrNameLst>
                                      </p:cBhvr>
                                      <p:to>
                                        <p:strVal val="visible"/>
                                      </p:to>
                                    </p:set>
                                    <p:animEffect transition="in" filter="fade">
                                      <p:cBhvr>
                                        <p:cTn id="7" dur="1000"/>
                                        <p:tgtEl>
                                          <p:spTgt spid="215"/>
                                        </p:tgtEl>
                                      </p:cBhvr>
                                    </p:animEffect>
                                    <p:anim calcmode="lin" valueType="num">
                                      <p:cBhvr>
                                        <p:cTn id="8" dur="1000" fill="hold"/>
                                        <p:tgtEl>
                                          <p:spTgt spid="215"/>
                                        </p:tgtEl>
                                        <p:attrNameLst>
                                          <p:attrName>ppt_x</p:attrName>
                                        </p:attrNameLst>
                                      </p:cBhvr>
                                      <p:tavLst>
                                        <p:tav tm="0">
                                          <p:val>
                                            <p:strVal val="#ppt_x"/>
                                          </p:val>
                                        </p:tav>
                                        <p:tav tm="100000">
                                          <p:val>
                                            <p:strVal val="#ppt_x"/>
                                          </p:val>
                                        </p:tav>
                                      </p:tavLst>
                                    </p:anim>
                                    <p:anim calcmode="lin" valueType="num">
                                      <p:cBhvr>
                                        <p:cTn id="9" dur="1000" fill="hold"/>
                                        <p:tgtEl>
                                          <p:spTgt spid="21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grpId="0" nodeType="clickEffect">
                                  <p:stCondLst>
                                    <p:cond delay="0"/>
                                  </p:stCondLst>
                                  <p:childTnLst>
                                    <p:set>
                                      <p:cBhvr>
                                        <p:cTn id="13" dur="1" fill="hold">
                                          <p:stCondLst>
                                            <p:cond delay="0"/>
                                          </p:stCondLst>
                                        </p:cTn>
                                        <p:tgtEl>
                                          <p:spTgt spid="70"/>
                                        </p:tgtEl>
                                        <p:attrNameLst>
                                          <p:attrName>style.visibility</p:attrName>
                                        </p:attrNameLst>
                                      </p:cBhvr>
                                      <p:to>
                                        <p:strVal val="hidden"/>
                                      </p:to>
                                    </p:set>
                                  </p:childTnLst>
                                </p:cTn>
                              </p:par>
                              <p:par>
                                <p:cTn id="14" presetID="1" presetClass="entr" presetSubtype="0" fill="hold" grpId="0" nodeType="withEffect">
                                  <p:stCondLst>
                                    <p:cond delay="0"/>
                                  </p:stCondLst>
                                  <p:childTnLst>
                                    <p:set>
                                      <p:cBhvr>
                                        <p:cTn id="15" dur="1" fill="hold">
                                          <p:stCondLst>
                                            <p:cond delay="0"/>
                                          </p:stCondLst>
                                        </p:cTn>
                                        <p:tgtEl>
                                          <p:spTgt spid="24"/>
                                        </p:tgtEl>
                                        <p:attrNameLst>
                                          <p:attrName>style.visibility</p:attrName>
                                        </p:attrNameLst>
                                      </p:cBhvr>
                                      <p:to>
                                        <p:strVal val="visible"/>
                                      </p:to>
                                    </p:set>
                                  </p:childTnLst>
                                </p:cTn>
                              </p:par>
                              <p:par>
                                <p:cTn id="16" presetID="35" presetClass="emph" presetSubtype="0" repeatCount="3000" fill="hold" grpId="1" nodeType="withEffect">
                                  <p:stCondLst>
                                    <p:cond delay="500"/>
                                  </p:stCondLst>
                                  <p:childTnLst>
                                    <p:anim calcmode="discrete" valueType="str">
                                      <p:cBhvr>
                                        <p:cTn id="17" dur="1000" fill="hold"/>
                                        <p:tgtEl>
                                          <p:spTgt spid="24"/>
                                        </p:tgtEl>
                                        <p:attrNameLst>
                                          <p:attrName>style.visibility</p:attrName>
                                        </p:attrNameLst>
                                      </p:cBhvr>
                                      <p:tavLst>
                                        <p:tav tm="0">
                                          <p:val>
                                            <p:strVal val="hidden"/>
                                          </p:val>
                                        </p:tav>
                                        <p:tav tm="50000">
                                          <p:val>
                                            <p:strVal val="visible"/>
                                          </p:val>
                                        </p:tav>
                                      </p:tavLst>
                                    </p:anim>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wipe(left)">
                                      <p:cBhvr>
                                        <p:cTn id="22" dur="3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 grpId="0"/>
      <p:bldP spid="70" grpId="0"/>
      <p:bldP spid="24" grpId="0"/>
      <p:bldP spid="24" grpId="1"/>
      <p:bldP spid="53" grpId="0" animBg="1"/>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A56604-2F17-190F-B803-E3F53C750048}"/>
            </a:ext>
          </a:extLst>
        </p:cNvPr>
        <p:cNvGrpSpPr/>
        <p:nvPr/>
      </p:nvGrpSpPr>
      <p:grpSpPr>
        <a:xfrm>
          <a:off x="0" y="0"/>
          <a:ext cx="0" cy="0"/>
          <a:chOff x="0" y="0"/>
          <a:chExt cx="0" cy="0"/>
        </a:xfrm>
      </p:grpSpPr>
      <p:sp>
        <p:nvSpPr>
          <p:cNvPr id="154" name="圆角矩形 153">
            <a:extLst>
              <a:ext uri="{FF2B5EF4-FFF2-40B4-BE49-F238E27FC236}">
                <a16:creationId xmlns:a16="http://schemas.microsoft.com/office/drawing/2014/main" id="{2D9A81FE-AF04-C730-47F0-76138266C64C}"/>
              </a:ext>
            </a:extLst>
          </p:cNvPr>
          <p:cNvSpPr/>
          <p:nvPr/>
        </p:nvSpPr>
        <p:spPr>
          <a:xfrm>
            <a:off x="545145" y="1052857"/>
            <a:ext cx="8053712" cy="215216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a:extLst>
              <a:ext uri="{FF2B5EF4-FFF2-40B4-BE49-F238E27FC236}">
                <a16:creationId xmlns:a16="http://schemas.microsoft.com/office/drawing/2014/main" id="{37783060-169E-BBA5-C1A6-9045CA07E9A9}"/>
              </a:ext>
            </a:extLst>
          </p:cNvPr>
          <p:cNvSpPr>
            <a:spLocks noChangeArrowheads="1"/>
          </p:cNvSpPr>
          <p:nvPr/>
        </p:nvSpPr>
        <p:spPr bwMode="auto">
          <a:xfrm>
            <a:off x="545144" y="615845"/>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7EDD89F0-FD5B-CD5C-B57F-62684D9FCA66}"/>
              </a:ext>
            </a:extLst>
          </p:cNvPr>
          <p:cNvSpPr>
            <a:spLocks noChangeArrowheads="1"/>
          </p:cNvSpPr>
          <p:nvPr/>
        </p:nvSpPr>
        <p:spPr bwMode="auto">
          <a:xfrm>
            <a:off x="1941968" y="58263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三种不同的自治系统 </a:t>
            </a:r>
            <a:r>
              <a:rPr lang="en-US" altLang="zh-CN" sz="2000" b="1" dirty="0">
                <a:solidFill>
                  <a:schemeClr val="bg1"/>
                </a:solidFill>
                <a:latin typeface="微软雅黑" pitchFamily="34" charset="-122"/>
                <a:ea typeface="微软雅黑" pitchFamily="34" charset="-122"/>
              </a:rPr>
              <a:t>AS</a:t>
            </a:r>
            <a:endParaRPr lang="zh-CN" altLang="en-US" sz="2000" b="1" dirty="0">
              <a:solidFill>
                <a:schemeClr val="bg1"/>
              </a:solidFill>
              <a:latin typeface="微软雅黑" pitchFamily="34" charset="-122"/>
              <a:ea typeface="微软雅黑" pitchFamily="34" charset="-122"/>
            </a:endParaRPr>
          </a:p>
        </p:txBody>
      </p:sp>
      <p:sp>
        <p:nvSpPr>
          <p:cNvPr id="197" name="矩形 196">
            <a:extLst>
              <a:ext uri="{FF2B5EF4-FFF2-40B4-BE49-F238E27FC236}">
                <a16:creationId xmlns:a16="http://schemas.microsoft.com/office/drawing/2014/main" id="{61E88001-F9A4-4779-BA12-432A7F9F0A4E}"/>
              </a:ext>
            </a:extLst>
          </p:cNvPr>
          <p:cNvSpPr/>
          <p:nvPr/>
        </p:nvSpPr>
        <p:spPr>
          <a:xfrm>
            <a:off x="631134" y="3226779"/>
            <a:ext cx="8125998" cy="1058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ts val="2600"/>
              </a:lnSpc>
            </a:pPr>
            <a:r>
              <a:rPr kumimoji="1" lang="zh-CN" altLang="en-US" sz="1600" b="1" kern="500" dirty="0">
                <a:solidFill>
                  <a:srgbClr val="990099"/>
                </a:solidFill>
                <a:latin typeface="微软雅黑" panose="020B0503020204020204" pitchFamily="34" charset="-122"/>
                <a:ea typeface="微软雅黑" panose="020B0503020204020204" pitchFamily="34" charset="-122"/>
              </a:rPr>
              <a:t>末梢 </a:t>
            </a:r>
            <a:r>
              <a:rPr kumimoji="1" lang="en-US" altLang="zh-CN" sz="1600" b="1" kern="500" dirty="0">
                <a:solidFill>
                  <a:srgbClr val="990099"/>
                </a:solidFill>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：不会把来自其他 </a:t>
            </a:r>
            <a:r>
              <a:rPr kumimoji="1" lang="en-US" altLang="zh-CN" sz="1600" b="1" kern="500" dirty="0">
                <a:latin typeface="微软雅黑" panose="020B0503020204020204" pitchFamily="34" charset="-122"/>
                <a:ea typeface="微软雅黑" panose="020B0503020204020204" pitchFamily="34" charset="-122"/>
              </a:rPr>
              <a:t>AS </a:t>
            </a:r>
            <a:r>
              <a:rPr kumimoji="1" lang="zh-CN" altLang="en-US" sz="1600" b="1" kern="500" dirty="0">
                <a:latin typeface="微软雅黑" panose="020B0503020204020204" pitchFamily="34" charset="-122"/>
                <a:ea typeface="微软雅黑" panose="020B0503020204020204" pitchFamily="34" charset="-122"/>
              </a:rPr>
              <a:t>的分组再转发到另一个 </a:t>
            </a:r>
            <a:r>
              <a:rPr kumimoji="1" lang="en-US" altLang="zh-CN" sz="1600" b="1" kern="500" dirty="0">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。必须向所连接的 </a:t>
            </a:r>
            <a:r>
              <a:rPr kumimoji="1" lang="en-US" altLang="zh-CN" sz="1600" b="1" kern="500" dirty="0">
                <a:latin typeface="微软雅黑" panose="020B0503020204020204" pitchFamily="34" charset="-122"/>
                <a:ea typeface="微软雅黑" panose="020B0503020204020204" pitchFamily="34" charset="-122"/>
              </a:rPr>
              <a:t>AS </a:t>
            </a:r>
            <a:r>
              <a:rPr kumimoji="1" lang="zh-CN" altLang="en-US" sz="1600" b="1" kern="500" dirty="0">
                <a:latin typeface="微软雅黑" panose="020B0503020204020204" pitchFamily="34" charset="-122"/>
                <a:ea typeface="微软雅黑" panose="020B0503020204020204" pitchFamily="34" charset="-122"/>
              </a:rPr>
              <a:t>付费。</a:t>
            </a:r>
            <a:endParaRPr kumimoji="1" lang="en-US" altLang="zh-CN" sz="1600" b="1" kern="500" dirty="0">
              <a:latin typeface="微软雅黑" panose="020B0503020204020204" pitchFamily="34" charset="-122"/>
              <a:ea typeface="微软雅黑" panose="020B0503020204020204" pitchFamily="34" charset="-122"/>
            </a:endParaRPr>
          </a:p>
          <a:p>
            <a:pPr>
              <a:lnSpc>
                <a:spcPts val="2600"/>
              </a:lnSpc>
            </a:pPr>
            <a:r>
              <a:rPr kumimoji="1" lang="zh-CN" altLang="en-US" sz="1600" b="1" kern="500" dirty="0">
                <a:solidFill>
                  <a:srgbClr val="660033"/>
                </a:solidFill>
                <a:latin typeface="微软雅黑" panose="020B0503020204020204" pitchFamily="34" charset="-122"/>
                <a:ea typeface="微软雅黑" panose="020B0503020204020204" pitchFamily="34" charset="-122"/>
              </a:rPr>
              <a:t>多归属 </a:t>
            </a:r>
            <a:r>
              <a:rPr kumimoji="1" lang="en-US" altLang="zh-CN" sz="1600" b="1" kern="500" dirty="0">
                <a:solidFill>
                  <a:srgbClr val="660033"/>
                </a:solidFill>
                <a:latin typeface="微软雅黑" panose="020B0503020204020204" pitchFamily="34" charset="-122"/>
                <a:ea typeface="微软雅黑" panose="020B0503020204020204" pitchFamily="34" charset="-122"/>
              </a:rPr>
              <a:t>AS </a:t>
            </a:r>
            <a:r>
              <a:rPr kumimoji="1" lang="en-US" altLang="zh-CN" sz="1600" b="1" kern="500" dirty="0">
                <a:latin typeface="微软雅黑" panose="020B0503020204020204" pitchFamily="34" charset="-122"/>
                <a:ea typeface="微软雅黑" panose="020B0503020204020204" pitchFamily="34" charset="-122"/>
              </a:rPr>
              <a:t>(</a:t>
            </a:r>
            <a:r>
              <a:rPr kumimoji="1" lang="en-US" altLang="zh-CN" sz="1600" b="1" kern="500" dirty="0" err="1">
                <a:latin typeface="微软雅黑" panose="020B0503020204020204" pitchFamily="34" charset="-122"/>
                <a:ea typeface="微软雅黑" panose="020B0503020204020204" pitchFamily="34" charset="-122"/>
              </a:rPr>
              <a:t>multihomed</a:t>
            </a:r>
            <a:r>
              <a:rPr kumimoji="1" lang="en-US" altLang="zh-CN" sz="1600" b="1" kern="500" dirty="0">
                <a:latin typeface="微软雅黑" panose="020B0503020204020204" pitchFamily="34" charset="-122"/>
                <a:ea typeface="微软雅黑" panose="020B0503020204020204" pitchFamily="34" charset="-122"/>
              </a:rPr>
              <a:t> AS)</a:t>
            </a:r>
            <a:r>
              <a:rPr kumimoji="1" lang="zh-CN" altLang="en-US" sz="1600" b="1" kern="500" dirty="0">
                <a:latin typeface="微软雅黑" panose="020B0503020204020204" pitchFamily="34" charset="-122"/>
                <a:ea typeface="微软雅黑" panose="020B0503020204020204" pitchFamily="34" charset="-122"/>
              </a:rPr>
              <a:t>：同时连接到两个或两个以上的 </a:t>
            </a:r>
            <a:r>
              <a:rPr kumimoji="1" lang="en-US" altLang="zh-CN" sz="1600" b="1" kern="500" dirty="0">
                <a:latin typeface="微软雅黑" panose="020B0503020204020204" pitchFamily="34" charset="-122"/>
                <a:ea typeface="微软雅黑" panose="020B0503020204020204" pitchFamily="34" charset="-122"/>
              </a:rPr>
              <a:t>AS</a:t>
            </a:r>
            <a:r>
              <a:rPr kumimoji="1" lang="zh-CN" altLang="en-US" sz="1600" b="1" kern="500" dirty="0">
                <a:latin typeface="微软雅黑" panose="020B0503020204020204" pitchFamily="34" charset="-122"/>
                <a:ea typeface="微软雅黑" panose="020B0503020204020204" pitchFamily="34" charset="-122"/>
              </a:rPr>
              <a:t>。增加连接的可靠性。</a:t>
            </a:r>
            <a:endParaRPr kumimoji="1" lang="en-US" altLang="zh-CN" sz="1600" b="1" kern="500" dirty="0">
              <a:latin typeface="微软雅黑" panose="020B0503020204020204" pitchFamily="34" charset="-122"/>
              <a:ea typeface="微软雅黑" panose="020B0503020204020204" pitchFamily="34" charset="-122"/>
            </a:endParaRPr>
          </a:p>
          <a:p>
            <a:pPr>
              <a:lnSpc>
                <a:spcPts val="2600"/>
              </a:lnSpc>
            </a:pPr>
            <a:r>
              <a:rPr kumimoji="1" lang="zh-CN" altLang="en-US" sz="1600" b="1" kern="500" dirty="0">
                <a:latin typeface="微软雅黑" panose="020B0503020204020204" pitchFamily="34" charset="-122"/>
                <a:ea typeface="微软雅黑" panose="020B0503020204020204" pitchFamily="34" charset="-122"/>
              </a:rPr>
              <a:t>例如：末梢</a:t>
            </a:r>
            <a:r>
              <a:rPr kumimoji="1" lang="en-US" altLang="zh-CN" sz="1600" b="1" kern="500" dirty="0">
                <a:latin typeface="微软雅黑" panose="020B0503020204020204" pitchFamily="34" charset="-122"/>
                <a:ea typeface="微软雅黑" panose="020B0503020204020204" pitchFamily="34" charset="-122"/>
              </a:rPr>
              <a:t>AS</a:t>
            </a:r>
            <a:r>
              <a:rPr kumimoji="1" lang="en-US" altLang="zh-CN" sz="1600" b="1" kern="500" baseline="-25000" dirty="0">
                <a:latin typeface="微软雅黑" panose="020B0503020204020204" pitchFamily="34" charset="-122"/>
                <a:ea typeface="微软雅黑" panose="020B0503020204020204" pitchFamily="34" charset="-122"/>
              </a:rPr>
              <a:t>5</a:t>
            </a:r>
            <a:r>
              <a:rPr kumimoji="1" lang="zh-CN" altLang="en-US" sz="1600" b="1" kern="500" dirty="0">
                <a:latin typeface="微软雅黑" panose="020B0503020204020204" pitchFamily="34" charset="-122"/>
                <a:ea typeface="微软雅黑" panose="020B0503020204020204" pitchFamily="34" charset="-122"/>
              </a:rPr>
              <a:t>不能把（</a:t>
            </a:r>
            <a:r>
              <a:rPr kumimoji="1" lang="en-US" altLang="zh-CN" sz="1600" b="1" kern="500" dirty="0">
                <a:latin typeface="微软雅黑" panose="020B0503020204020204" pitchFamily="34" charset="-122"/>
                <a:ea typeface="微软雅黑" panose="020B0503020204020204" pitchFamily="34" charset="-122"/>
              </a:rPr>
              <a:t>AS</a:t>
            </a:r>
            <a:r>
              <a:rPr kumimoji="1" lang="en-US" altLang="zh-CN" sz="1600" b="1" kern="500" baseline="-25000" dirty="0">
                <a:latin typeface="微软雅黑" panose="020B0503020204020204" pitchFamily="34" charset="-122"/>
                <a:ea typeface="微软雅黑" panose="020B0503020204020204" pitchFamily="34" charset="-122"/>
              </a:rPr>
              <a:t>5</a:t>
            </a:r>
            <a:r>
              <a:rPr kumimoji="1" lang="en-US" altLang="zh-CN" sz="1600" b="1" kern="500" dirty="0">
                <a:latin typeface="微软雅黑" panose="020B0503020204020204" pitchFamily="34" charset="-122"/>
                <a:ea typeface="微软雅黑" panose="020B0503020204020204" pitchFamily="34" charset="-122"/>
              </a:rPr>
              <a:t>→AS</a:t>
            </a:r>
            <a:r>
              <a:rPr kumimoji="1" lang="en-US" altLang="zh-CN" sz="1600" b="1" kern="500" baseline="-25000" dirty="0">
                <a:latin typeface="微软雅黑" panose="020B0503020204020204" pitchFamily="34" charset="-122"/>
                <a:ea typeface="微软雅黑" panose="020B0503020204020204" pitchFamily="34" charset="-122"/>
              </a:rPr>
              <a:t>2</a:t>
            </a:r>
            <a:r>
              <a:rPr kumimoji="1" lang="en-US" altLang="zh-CN" sz="1600" b="1" kern="500" dirty="0">
                <a:latin typeface="微软雅黑" panose="020B0503020204020204" pitchFamily="34" charset="-122"/>
                <a:ea typeface="微软雅黑" panose="020B0503020204020204" pitchFamily="34" charset="-122"/>
              </a:rPr>
              <a:t>→AS</a:t>
            </a:r>
            <a:r>
              <a:rPr kumimoji="1" lang="en-US" altLang="zh-CN" sz="1600" b="1" kern="500" baseline="-25000" dirty="0">
                <a:latin typeface="微软雅黑" panose="020B0503020204020204" pitchFamily="34" charset="-122"/>
                <a:ea typeface="微软雅黑" panose="020B0503020204020204" pitchFamily="34" charset="-122"/>
              </a:rPr>
              <a:t>4</a:t>
            </a:r>
            <a:r>
              <a:rPr kumimoji="1" lang="zh-CN" altLang="en-US" sz="1600" b="1" kern="500" dirty="0">
                <a:latin typeface="微软雅黑" panose="020B0503020204020204" pitchFamily="34" charset="-122"/>
                <a:ea typeface="微软雅黑" panose="020B0503020204020204" pitchFamily="34" charset="-122"/>
              </a:rPr>
              <a:t>）这样的</a:t>
            </a:r>
            <a:r>
              <a:rPr kumimoji="1" lang="en-US" altLang="zh-CN" sz="1600" b="1" kern="500" dirty="0">
                <a:latin typeface="微软雅黑" panose="020B0503020204020204" pitchFamily="34" charset="-122"/>
                <a:ea typeface="微软雅黑" panose="020B0503020204020204" pitchFamily="34" charset="-122"/>
              </a:rPr>
              <a:t>BGP</a:t>
            </a:r>
            <a:r>
              <a:rPr kumimoji="1" lang="zh-CN" altLang="en-US" sz="1600" b="1" kern="500" dirty="0">
                <a:latin typeface="微软雅黑" panose="020B0503020204020204" pitchFamily="34" charset="-122"/>
                <a:ea typeface="微软雅黑" panose="020B0503020204020204" pitchFamily="34" charset="-122"/>
              </a:rPr>
              <a:t>路由信息通知给</a:t>
            </a:r>
            <a:r>
              <a:rPr kumimoji="1" lang="en-US" altLang="zh-CN" sz="1600" b="1" kern="500" dirty="0">
                <a:latin typeface="微软雅黑" panose="020B0503020204020204" pitchFamily="34" charset="-122"/>
                <a:ea typeface="微软雅黑" panose="020B0503020204020204" pitchFamily="34" charset="-122"/>
              </a:rPr>
              <a:t>AS</a:t>
            </a:r>
            <a:r>
              <a:rPr kumimoji="1" lang="en-US" altLang="zh-CN" sz="1600" b="1" kern="500" baseline="-25000" dirty="0">
                <a:latin typeface="微软雅黑" panose="020B0503020204020204" pitchFamily="34" charset="-122"/>
                <a:ea typeface="微软雅黑" panose="020B0503020204020204" pitchFamily="34" charset="-122"/>
              </a:rPr>
              <a:t>3</a:t>
            </a:r>
            <a:r>
              <a:rPr kumimoji="1" lang="zh-CN" altLang="en-US" sz="1600" b="1" kern="500" dirty="0">
                <a:latin typeface="微软雅黑" panose="020B0503020204020204" pitchFamily="34" charset="-122"/>
                <a:ea typeface="微软雅黑" panose="020B0503020204020204" pitchFamily="34" charset="-122"/>
              </a:rPr>
              <a:t>。</a:t>
            </a:r>
            <a:endParaRPr kumimoji="1" lang="en-US" altLang="zh-CN" sz="1600" b="1" kern="500" dirty="0">
              <a:latin typeface="微软雅黑" panose="020B0503020204020204" pitchFamily="34" charset="-122"/>
              <a:ea typeface="微软雅黑" panose="020B0503020204020204" pitchFamily="34" charset="-122"/>
            </a:endParaRPr>
          </a:p>
        </p:txBody>
      </p:sp>
      <p:sp>
        <p:nvSpPr>
          <p:cNvPr id="5" name="Line 154">
            <a:extLst>
              <a:ext uri="{FF2B5EF4-FFF2-40B4-BE49-F238E27FC236}">
                <a16:creationId xmlns:a16="http://schemas.microsoft.com/office/drawing/2014/main" id="{518C51F2-2F0E-BEF9-947D-25A6C6B8D1F9}"/>
              </a:ext>
            </a:extLst>
          </p:cNvPr>
          <p:cNvSpPr>
            <a:spLocks noChangeShapeType="1"/>
          </p:cNvSpPr>
          <p:nvPr/>
        </p:nvSpPr>
        <p:spPr bwMode="auto">
          <a:xfrm flipV="1">
            <a:off x="4635971" y="1495571"/>
            <a:ext cx="1237138" cy="543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154">
            <a:extLst>
              <a:ext uri="{FF2B5EF4-FFF2-40B4-BE49-F238E27FC236}">
                <a16:creationId xmlns:a16="http://schemas.microsoft.com/office/drawing/2014/main" id="{038BEE2E-96C1-8BFA-A0F5-09E8CB0D8FF8}"/>
              </a:ext>
            </a:extLst>
          </p:cNvPr>
          <p:cNvSpPr>
            <a:spLocks noChangeShapeType="1"/>
          </p:cNvSpPr>
          <p:nvPr/>
        </p:nvSpPr>
        <p:spPr bwMode="auto">
          <a:xfrm>
            <a:off x="2553503" y="1440011"/>
            <a:ext cx="1106535" cy="1099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 name="Line 154">
            <a:extLst>
              <a:ext uri="{FF2B5EF4-FFF2-40B4-BE49-F238E27FC236}">
                <a16:creationId xmlns:a16="http://schemas.microsoft.com/office/drawing/2014/main" id="{06CA9FF3-5717-6F55-AEC1-DCF6BDEB3D57}"/>
              </a:ext>
            </a:extLst>
          </p:cNvPr>
          <p:cNvSpPr>
            <a:spLocks noChangeShapeType="1"/>
          </p:cNvSpPr>
          <p:nvPr/>
        </p:nvSpPr>
        <p:spPr bwMode="auto">
          <a:xfrm>
            <a:off x="2682671" y="2316896"/>
            <a:ext cx="1367740" cy="5483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54">
            <a:extLst>
              <a:ext uri="{FF2B5EF4-FFF2-40B4-BE49-F238E27FC236}">
                <a16:creationId xmlns:a16="http://schemas.microsoft.com/office/drawing/2014/main" id="{21646ED6-90B1-CC99-EB1C-1A7F8524C6C2}"/>
              </a:ext>
            </a:extLst>
          </p:cNvPr>
          <p:cNvSpPr>
            <a:spLocks noChangeShapeType="1"/>
          </p:cNvSpPr>
          <p:nvPr/>
        </p:nvSpPr>
        <p:spPr bwMode="auto">
          <a:xfrm flipV="1">
            <a:off x="2292298" y="2316896"/>
            <a:ext cx="66019" cy="49279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54">
            <a:extLst>
              <a:ext uri="{FF2B5EF4-FFF2-40B4-BE49-F238E27FC236}">
                <a16:creationId xmlns:a16="http://schemas.microsoft.com/office/drawing/2014/main" id="{4071D5CE-157D-0D0F-2579-D85746650AA7}"/>
              </a:ext>
            </a:extLst>
          </p:cNvPr>
          <p:cNvSpPr>
            <a:spLocks noChangeShapeType="1"/>
          </p:cNvSpPr>
          <p:nvPr/>
        </p:nvSpPr>
        <p:spPr bwMode="auto">
          <a:xfrm flipH="1" flipV="1">
            <a:off x="5937693" y="2372456"/>
            <a:ext cx="66019" cy="4372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4">
            <a:extLst>
              <a:ext uri="{FF2B5EF4-FFF2-40B4-BE49-F238E27FC236}">
                <a16:creationId xmlns:a16="http://schemas.microsoft.com/office/drawing/2014/main" id="{6024F8AF-7DE0-A8DA-B4FA-3616A77A66B5}"/>
              </a:ext>
            </a:extLst>
          </p:cNvPr>
          <p:cNvSpPr>
            <a:spLocks noChangeShapeType="1"/>
          </p:cNvSpPr>
          <p:nvPr/>
        </p:nvSpPr>
        <p:spPr bwMode="auto">
          <a:xfrm flipV="1">
            <a:off x="4310182" y="2316896"/>
            <a:ext cx="1432325" cy="5483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55">
            <a:extLst>
              <a:ext uri="{FF2B5EF4-FFF2-40B4-BE49-F238E27FC236}">
                <a16:creationId xmlns:a16="http://schemas.microsoft.com/office/drawing/2014/main" id="{8CBAAB8B-AEE6-8CFF-82A1-8F23BD213DD7}"/>
              </a:ext>
            </a:extLst>
          </p:cNvPr>
          <p:cNvSpPr>
            <a:spLocks noChangeShapeType="1"/>
          </p:cNvSpPr>
          <p:nvPr/>
        </p:nvSpPr>
        <p:spPr bwMode="auto">
          <a:xfrm>
            <a:off x="4716342" y="1607131"/>
            <a:ext cx="961581" cy="49114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54">
            <a:extLst>
              <a:ext uri="{FF2B5EF4-FFF2-40B4-BE49-F238E27FC236}">
                <a16:creationId xmlns:a16="http://schemas.microsoft.com/office/drawing/2014/main" id="{F8009EE0-33C0-0BFC-1C00-9873AD492240}"/>
              </a:ext>
            </a:extLst>
          </p:cNvPr>
          <p:cNvSpPr>
            <a:spLocks noChangeShapeType="1"/>
          </p:cNvSpPr>
          <p:nvPr/>
        </p:nvSpPr>
        <p:spPr bwMode="auto">
          <a:xfrm flipV="1">
            <a:off x="2553503" y="1604276"/>
            <a:ext cx="1040516" cy="49400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0" name="Group 206">
            <a:extLst>
              <a:ext uri="{FF2B5EF4-FFF2-40B4-BE49-F238E27FC236}">
                <a16:creationId xmlns:a16="http://schemas.microsoft.com/office/drawing/2014/main" id="{3A1F3ADE-6313-4856-DAA2-713AAA07AC3B}"/>
              </a:ext>
            </a:extLst>
          </p:cNvPr>
          <p:cNvGrpSpPr>
            <a:grpSpLocks/>
          </p:cNvGrpSpPr>
          <p:nvPr/>
        </p:nvGrpSpPr>
        <p:grpSpPr bwMode="auto">
          <a:xfrm>
            <a:off x="3203646" y="1274539"/>
            <a:ext cx="1758114" cy="60270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 name="Oval 207">
              <a:extLst>
                <a:ext uri="{FF2B5EF4-FFF2-40B4-BE49-F238E27FC236}">
                  <a16:creationId xmlns:a16="http://schemas.microsoft.com/office/drawing/2014/main" id="{9EC222E1-298F-5F55-19A3-55A55966F8E3}"/>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2" name="Oval 208">
              <a:extLst>
                <a:ext uri="{FF2B5EF4-FFF2-40B4-BE49-F238E27FC236}">
                  <a16:creationId xmlns:a16="http://schemas.microsoft.com/office/drawing/2014/main" id="{B7082737-7598-5E00-D6A4-710D36BBA733}"/>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 name="Oval 209">
              <a:extLst>
                <a:ext uri="{FF2B5EF4-FFF2-40B4-BE49-F238E27FC236}">
                  <a16:creationId xmlns:a16="http://schemas.microsoft.com/office/drawing/2014/main" id="{AF4E745E-799A-EA52-5CC8-CD8B22A45AA9}"/>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 name="Oval 210">
              <a:extLst>
                <a:ext uri="{FF2B5EF4-FFF2-40B4-BE49-F238E27FC236}">
                  <a16:creationId xmlns:a16="http://schemas.microsoft.com/office/drawing/2014/main" id="{BF185E74-24A4-98AA-64E0-1F57175BE33C}"/>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Oval 211">
              <a:extLst>
                <a:ext uri="{FF2B5EF4-FFF2-40B4-BE49-F238E27FC236}">
                  <a16:creationId xmlns:a16="http://schemas.microsoft.com/office/drawing/2014/main" id="{14A3C2A4-0780-DF33-E90F-CBA7BE2BDCB0}"/>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Oval 212">
              <a:extLst>
                <a:ext uri="{FF2B5EF4-FFF2-40B4-BE49-F238E27FC236}">
                  <a16:creationId xmlns:a16="http://schemas.microsoft.com/office/drawing/2014/main" id="{DC979923-506A-18C1-EBC1-3B257A817B5D}"/>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 name="Oval 213">
              <a:extLst>
                <a:ext uri="{FF2B5EF4-FFF2-40B4-BE49-F238E27FC236}">
                  <a16:creationId xmlns:a16="http://schemas.microsoft.com/office/drawing/2014/main" id="{50490063-F37F-BF54-F669-7D55656BEF40}"/>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 name="Oval 214">
              <a:extLst>
                <a:ext uri="{FF2B5EF4-FFF2-40B4-BE49-F238E27FC236}">
                  <a16:creationId xmlns:a16="http://schemas.microsoft.com/office/drawing/2014/main" id="{5C494733-6FD2-F9AB-31D5-F2EFC00A6074}"/>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 name="Oval 215">
              <a:extLst>
                <a:ext uri="{FF2B5EF4-FFF2-40B4-BE49-F238E27FC236}">
                  <a16:creationId xmlns:a16="http://schemas.microsoft.com/office/drawing/2014/main" id="{205F95D5-CD1B-1D36-5017-06477B748620}"/>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50" name="Group 216">
              <a:extLst>
                <a:ext uri="{FF2B5EF4-FFF2-40B4-BE49-F238E27FC236}">
                  <a16:creationId xmlns:a16="http://schemas.microsoft.com/office/drawing/2014/main" id="{77A2B93C-D58A-95CE-FE4C-671D52A9AE8E}"/>
                </a:ext>
              </a:extLst>
            </p:cNvPr>
            <p:cNvGrpSpPr>
              <a:grpSpLocks/>
            </p:cNvGrpSpPr>
            <p:nvPr/>
          </p:nvGrpSpPr>
          <p:grpSpPr bwMode="auto">
            <a:xfrm>
              <a:off x="912" y="768"/>
              <a:ext cx="2386" cy="1553"/>
              <a:chOff x="912" y="768"/>
              <a:chExt cx="2386" cy="1553"/>
            </a:xfrm>
            <a:grpFill/>
          </p:grpSpPr>
          <p:sp>
            <p:nvSpPr>
              <p:cNvPr id="51" name="Oval 217">
                <a:extLst>
                  <a:ext uri="{FF2B5EF4-FFF2-40B4-BE49-F238E27FC236}">
                    <a16:creationId xmlns:a16="http://schemas.microsoft.com/office/drawing/2014/main" id="{BA9EB0A6-D85F-0501-14B5-CAA40A018970}"/>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 name="Oval 218">
                <a:extLst>
                  <a:ext uri="{FF2B5EF4-FFF2-40B4-BE49-F238E27FC236}">
                    <a16:creationId xmlns:a16="http://schemas.microsoft.com/office/drawing/2014/main" id="{32D3980C-FFDD-35ED-98DD-DEA811FE64E4}"/>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3" name="Oval 219">
                <a:extLst>
                  <a:ext uri="{FF2B5EF4-FFF2-40B4-BE49-F238E27FC236}">
                    <a16:creationId xmlns:a16="http://schemas.microsoft.com/office/drawing/2014/main" id="{8CC48A7D-169E-BDC1-B24A-60CB08E62CFF}"/>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 name="Oval 220">
                <a:extLst>
                  <a:ext uri="{FF2B5EF4-FFF2-40B4-BE49-F238E27FC236}">
                    <a16:creationId xmlns:a16="http://schemas.microsoft.com/office/drawing/2014/main" id="{00D3E4FC-20E7-7D08-AAC9-B01021855E96}"/>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 name="Oval 221">
                <a:extLst>
                  <a:ext uri="{FF2B5EF4-FFF2-40B4-BE49-F238E27FC236}">
                    <a16:creationId xmlns:a16="http://schemas.microsoft.com/office/drawing/2014/main" id="{B8C0347C-EE5C-D892-8132-2A3E5836E932}"/>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6" name="Oval 222">
                <a:extLst>
                  <a:ext uri="{FF2B5EF4-FFF2-40B4-BE49-F238E27FC236}">
                    <a16:creationId xmlns:a16="http://schemas.microsoft.com/office/drawing/2014/main" id="{A736DE62-8B01-BC71-08A0-4D8794F0D6D3}"/>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 name="Oval 223">
                <a:extLst>
                  <a:ext uri="{FF2B5EF4-FFF2-40B4-BE49-F238E27FC236}">
                    <a16:creationId xmlns:a16="http://schemas.microsoft.com/office/drawing/2014/main" id="{4472CDEC-3E0F-60B7-59E8-931865F0B326}"/>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 name="Oval 224">
                <a:extLst>
                  <a:ext uri="{FF2B5EF4-FFF2-40B4-BE49-F238E27FC236}">
                    <a16:creationId xmlns:a16="http://schemas.microsoft.com/office/drawing/2014/main" id="{2E1BD338-63A4-6355-2300-A83418DB6CA4}"/>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 name="Oval 225">
                <a:extLst>
                  <a:ext uri="{FF2B5EF4-FFF2-40B4-BE49-F238E27FC236}">
                    <a16:creationId xmlns:a16="http://schemas.microsoft.com/office/drawing/2014/main" id="{84C234EB-7BA9-1A80-5DBF-2C31FDEF7C8F}"/>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0" name="Text Box 173">
            <a:extLst>
              <a:ext uri="{FF2B5EF4-FFF2-40B4-BE49-F238E27FC236}">
                <a16:creationId xmlns:a16="http://schemas.microsoft.com/office/drawing/2014/main" id="{6C881693-E8D8-F57C-D3F2-067FEA33302E}"/>
              </a:ext>
            </a:extLst>
          </p:cNvPr>
          <p:cNvSpPr txBox="1">
            <a:spLocks noChangeArrowheads="1"/>
          </p:cNvSpPr>
          <p:nvPr/>
        </p:nvSpPr>
        <p:spPr bwMode="auto">
          <a:xfrm>
            <a:off x="3912602" y="1360763"/>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cxnSp>
        <p:nvCxnSpPr>
          <p:cNvPr id="83" name="直接箭头连接符 329">
            <a:extLst>
              <a:ext uri="{FF2B5EF4-FFF2-40B4-BE49-F238E27FC236}">
                <a16:creationId xmlns:a16="http://schemas.microsoft.com/office/drawing/2014/main" id="{12E663B6-DE8B-07CF-8875-C21335CB8D69}"/>
              </a:ext>
            </a:extLst>
          </p:cNvPr>
          <p:cNvCxnSpPr>
            <a:cxnSpLocks noChangeShapeType="1"/>
          </p:cNvCxnSpPr>
          <p:nvPr/>
        </p:nvCxnSpPr>
        <p:spPr bwMode="auto">
          <a:xfrm flipV="1">
            <a:off x="2928089" y="2093802"/>
            <a:ext cx="2419739" cy="7247"/>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grpSp>
        <p:nvGrpSpPr>
          <p:cNvPr id="84" name="Group 206">
            <a:extLst>
              <a:ext uri="{FF2B5EF4-FFF2-40B4-BE49-F238E27FC236}">
                <a16:creationId xmlns:a16="http://schemas.microsoft.com/office/drawing/2014/main" id="{EC8AED5E-6613-C81C-F4B3-0EE65477CB9B}"/>
              </a:ext>
            </a:extLst>
          </p:cNvPr>
          <p:cNvGrpSpPr>
            <a:grpSpLocks/>
          </p:cNvGrpSpPr>
          <p:nvPr/>
        </p:nvGrpSpPr>
        <p:grpSpPr bwMode="auto">
          <a:xfrm>
            <a:off x="1901925" y="2700986"/>
            <a:ext cx="650143"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85" name="Oval 207">
              <a:extLst>
                <a:ext uri="{FF2B5EF4-FFF2-40B4-BE49-F238E27FC236}">
                  <a16:creationId xmlns:a16="http://schemas.microsoft.com/office/drawing/2014/main" id="{08EDBBEA-B669-18E1-70D7-01DA7DC23B35}"/>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Oval 208">
              <a:extLst>
                <a:ext uri="{FF2B5EF4-FFF2-40B4-BE49-F238E27FC236}">
                  <a16:creationId xmlns:a16="http://schemas.microsoft.com/office/drawing/2014/main" id="{88AB7B83-6BC5-A0CF-B750-1A1C280F6ABC}"/>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Oval 209">
              <a:extLst>
                <a:ext uri="{FF2B5EF4-FFF2-40B4-BE49-F238E27FC236}">
                  <a16:creationId xmlns:a16="http://schemas.microsoft.com/office/drawing/2014/main" id="{BDEED6AB-62DF-2739-B252-7FF5F8F630A6}"/>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Oval 210">
              <a:extLst>
                <a:ext uri="{FF2B5EF4-FFF2-40B4-BE49-F238E27FC236}">
                  <a16:creationId xmlns:a16="http://schemas.microsoft.com/office/drawing/2014/main" id="{2E4E4D34-6457-2D5C-0F40-146EF4DF9798}"/>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Oval 211">
              <a:extLst>
                <a:ext uri="{FF2B5EF4-FFF2-40B4-BE49-F238E27FC236}">
                  <a16:creationId xmlns:a16="http://schemas.microsoft.com/office/drawing/2014/main" id="{DFD28B13-B3D9-A457-F52C-BD76142BFB25}"/>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Oval 212">
              <a:extLst>
                <a:ext uri="{FF2B5EF4-FFF2-40B4-BE49-F238E27FC236}">
                  <a16:creationId xmlns:a16="http://schemas.microsoft.com/office/drawing/2014/main" id="{0EC8C96D-EB12-D281-5DA1-ED88AD092D1D}"/>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1" name="Oval 213">
              <a:extLst>
                <a:ext uri="{FF2B5EF4-FFF2-40B4-BE49-F238E27FC236}">
                  <a16:creationId xmlns:a16="http://schemas.microsoft.com/office/drawing/2014/main" id="{1D7A8D46-67AD-A114-4CE5-FCF4E65C973C}"/>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2" name="Oval 214">
              <a:extLst>
                <a:ext uri="{FF2B5EF4-FFF2-40B4-BE49-F238E27FC236}">
                  <a16:creationId xmlns:a16="http://schemas.microsoft.com/office/drawing/2014/main" id="{22273548-3E7B-CE9A-ED5E-CA55430BB028}"/>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3" name="Oval 215">
              <a:extLst>
                <a:ext uri="{FF2B5EF4-FFF2-40B4-BE49-F238E27FC236}">
                  <a16:creationId xmlns:a16="http://schemas.microsoft.com/office/drawing/2014/main" id="{D2BB25F2-3F15-F5CB-698F-06BF70C20A82}"/>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94" name="Group 216">
              <a:extLst>
                <a:ext uri="{FF2B5EF4-FFF2-40B4-BE49-F238E27FC236}">
                  <a16:creationId xmlns:a16="http://schemas.microsoft.com/office/drawing/2014/main" id="{410A559F-63BB-7D60-5B5A-C40AF48CF1C3}"/>
                </a:ext>
              </a:extLst>
            </p:cNvPr>
            <p:cNvGrpSpPr>
              <a:grpSpLocks/>
            </p:cNvGrpSpPr>
            <p:nvPr/>
          </p:nvGrpSpPr>
          <p:grpSpPr bwMode="auto">
            <a:xfrm>
              <a:off x="912" y="768"/>
              <a:ext cx="2386" cy="1553"/>
              <a:chOff x="912" y="768"/>
              <a:chExt cx="2386" cy="1553"/>
            </a:xfrm>
            <a:grpFill/>
          </p:grpSpPr>
          <p:sp>
            <p:nvSpPr>
              <p:cNvPr id="95" name="Oval 217">
                <a:extLst>
                  <a:ext uri="{FF2B5EF4-FFF2-40B4-BE49-F238E27FC236}">
                    <a16:creationId xmlns:a16="http://schemas.microsoft.com/office/drawing/2014/main" id="{2F91FF8F-4A8C-1C60-0593-57CB3E6D5267}"/>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6" name="Oval 218">
                <a:extLst>
                  <a:ext uri="{FF2B5EF4-FFF2-40B4-BE49-F238E27FC236}">
                    <a16:creationId xmlns:a16="http://schemas.microsoft.com/office/drawing/2014/main" id="{8F0DF84F-CD20-50CB-EBA5-8DE24D46ACA1}"/>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7" name="Oval 219">
                <a:extLst>
                  <a:ext uri="{FF2B5EF4-FFF2-40B4-BE49-F238E27FC236}">
                    <a16:creationId xmlns:a16="http://schemas.microsoft.com/office/drawing/2014/main" id="{38A039B9-195F-24E3-1576-3359A23113F0}"/>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8" name="Oval 220">
                <a:extLst>
                  <a:ext uri="{FF2B5EF4-FFF2-40B4-BE49-F238E27FC236}">
                    <a16:creationId xmlns:a16="http://schemas.microsoft.com/office/drawing/2014/main" id="{B861F003-8A97-DB4B-28F4-092E0012D04A}"/>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9" name="Oval 221">
                <a:extLst>
                  <a:ext uri="{FF2B5EF4-FFF2-40B4-BE49-F238E27FC236}">
                    <a16:creationId xmlns:a16="http://schemas.microsoft.com/office/drawing/2014/main" id="{D8600AD8-D53E-7A22-95EA-3123398E90D0}"/>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0" name="Oval 222">
                <a:extLst>
                  <a:ext uri="{FF2B5EF4-FFF2-40B4-BE49-F238E27FC236}">
                    <a16:creationId xmlns:a16="http://schemas.microsoft.com/office/drawing/2014/main" id="{17290045-B22A-6044-F832-70E10AFE1406}"/>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1" name="Oval 223">
                <a:extLst>
                  <a:ext uri="{FF2B5EF4-FFF2-40B4-BE49-F238E27FC236}">
                    <a16:creationId xmlns:a16="http://schemas.microsoft.com/office/drawing/2014/main" id="{218CFDAC-2C70-B96E-0F40-F63A38B99DB5}"/>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2" name="Oval 224">
                <a:extLst>
                  <a:ext uri="{FF2B5EF4-FFF2-40B4-BE49-F238E27FC236}">
                    <a16:creationId xmlns:a16="http://schemas.microsoft.com/office/drawing/2014/main" id="{D2C1362C-C1BC-8F91-C1A5-E731C29959B5}"/>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3" name="Oval 225">
                <a:extLst>
                  <a:ext uri="{FF2B5EF4-FFF2-40B4-BE49-F238E27FC236}">
                    <a16:creationId xmlns:a16="http://schemas.microsoft.com/office/drawing/2014/main" id="{F08A6B1B-8FE4-03EB-DE43-5D0362DC68D6}"/>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4" name="Group 206">
            <a:extLst>
              <a:ext uri="{FF2B5EF4-FFF2-40B4-BE49-F238E27FC236}">
                <a16:creationId xmlns:a16="http://schemas.microsoft.com/office/drawing/2014/main" id="{2EE01400-9D5D-9342-E912-413AEA1C7C21}"/>
              </a:ext>
            </a:extLst>
          </p:cNvPr>
          <p:cNvGrpSpPr>
            <a:grpSpLocks/>
          </p:cNvGrpSpPr>
          <p:nvPr/>
        </p:nvGrpSpPr>
        <p:grpSpPr bwMode="auto">
          <a:xfrm>
            <a:off x="3789206" y="2700986"/>
            <a:ext cx="651579"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05" name="Oval 207">
              <a:extLst>
                <a:ext uri="{FF2B5EF4-FFF2-40B4-BE49-F238E27FC236}">
                  <a16:creationId xmlns:a16="http://schemas.microsoft.com/office/drawing/2014/main" id="{9B23D711-288B-A02C-5E4C-E7BCCAF7C5A3}"/>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6" name="Oval 208">
              <a:extLst>
                <a:ext uri="{FF2B5EF4-FFF2-40B4-BE49-F238E27FC236}">
                  <a16:creationId xmlns:a16="http://schemas.microsoft.com/office/drawing/2014/main" id="{739CD058-F96D-A9A9-E3FE-7C63CB70C5BD}"/>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7" name="Oval 209">
              <a:extLst>
                <a:ext uri="{FF2B5EF4-FFF2-40B4-BE49-F238E27FC236}">
                  <a16:creationId xmlns:a16="http://schemas.microsoft.com/office/drawing/2014/main" id="{B9369E9D-8AFB-3EFA-2ED5-2D31BA486FE9}"/>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8" name="Oval 210">
              <a:extLst>
                <a:ext uri="{FF2B5EF4-FFF2-40B4-BE49-F238E27FC236}">
                  <a16:creationId xmlns:a16="http://schemas.microsoft.com/office/drawing/2014/main" id="{DFC1B6E3-8A4E-CCF1-2149-F05C0503A5A5}"/>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9" name="Oval 211">
              <a:extLst>
                <a:ext uri="{FF2B5EF4-FFF2-40B4-BE49-F238E27FC236}">
                  <a16:creationId xmlns:a16="http://schemas.microsoft.com/office/drawing/2014/main" id="{8912F815-FD18-A13E-AED9-5AA4140C6886}"/>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0" name="Oval 212">
              <a:extLst>
                <a:ext uri="{FF2B5EF4-FFF2-40B4-BE49-F238E27FC236}">
                  <a16:creationId xmlns:a16="http://schemas.microsoft.com/office/drawing/2014/main" id="{768DF06C-6E9B-CD40-1180-D132EB8EB95A}"/>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1" name="Oval 213">
              <a:extLst>
                <a:ext uri="{FF2B5EF4-FFF2-40B4-BE49-F238E27FC236}">
                  <a16:creationId xmlns:a16="http://schemas.microsoft.com/office/drawing/2014/main" id="{DAA816A6-694A-2914-495C-E97D5C0200B8}"/>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2" name="Oval 214">
              <a:extLst>
                <a:ext uri="{FF2B5EF4-FFF2-40B4-BE49-F238E27FC236}">
                  <a16:creationId xmlns:a16="http://schemas.microsoft.com/office/drawing/2014/main" id="{B82F7E47-455E-8292-0A01-C842346E0AED}"/>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3" name="Oval 215">
              <a:extLst>
                <a:ext uri="{FF2B5EF4-FFF2-40B4-BE49-F238E27FC236}">
                  <a16:creationId xmlns:a16="http://schemas.microsoft.com/office/drawing/2014/main" id="{B2E216B9-E125-051A-A331-AC41834B991B}"/>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14" name="Group 216">
              <a:extLst>
                <a:ext uri="{FF2B5EF4-FFF2-40B4-BE49-F238E27FC236}">
                  <a16:creationId xmlns:a16="http://schemas.microsoft.com/office/drawing/2014/main" id="{8F5A92D0-D84E-0298-5418-90C70E202244}"/>
                </a:ext>
              </a:extLst>
            </p:cNvPr>
            <p:cNvGrpSpPr>
              <a:grpSpLocks/>
            </p:cNvGrpSpPr>
            <p:nvPr/>
          </p:nvGrpSpPr>
          <p:grpSpPr bwMode="auto">
            <a:xfrm>
              <a:off x="912" y="768"/>
              <a:ext cx="2386" cy="1553"/>
              <a:chOff x="912" y="768"/>
              <a:chExt cx="2386" cy="1553"/>
            </a:xfrm>
            <a:grpFill/>
          </p:grpSpPr>
          <p:sp>
            <p:nvSpPr>
              <p:cNvPr id="115" name="Oval 217">
                <a:extLst>
                  <a:ext uri="{FF2B5EF4-FFF2-40B4-BE49-F238E27FC236}">
                    <a16:creationId xmlns:a16="http://schemas.microsoft.com/office/drawing/2014/main" id="{F45A64D3-21C6-E520-DCE9-86833DC07804}"/>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6" name="Oval 218">
                <a:extLst>
                  <a:ext uri="{FF2B5EF4-FFF2-40B4-BE49-F238E27FC236}">
                    <a16:creationId xmlns:a16="http://schemas.microsoft.com/office/drawing/2014/main" id="{E2951126-5861-16F3-7CDE-9BA420D7A16D}"/>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7" name="Oval 219">
                <a:extLst>
                  <a:ext uri="{FF2B5EF4-FFF2-40B4-BE49-F238E27FC236}">
                    <a16:creationId xmlns:a16="http://schemas.microsoft.com/office/drawing/2014/main" id="{29DE75DD-F638-D404-96DB-A3D933D33863}"/>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8" name="Oval 220">
                <a:extLst>
                  <a:ext uri="{FF2B5EF4-FFF2-40B4-BE49-F238E27FC236}">
                    <a16:creationId xmlns:a16="http://schemas.microsoft.com/office/drawing/2014/main" id="{0EA6D883-3522-AF56-AE9C-86C3F3BF313B}"/>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9" name="Oval 221">
                <a:extLst>
                  <a:ext uri="{FF2B5EF4-FFF2-40B4-BE49-F238E27FC236}">
                    <a16:creationId xmlns:a16="http://schemas.microsoft.com/office/drawing/2014/main" id="{77693C38-D6EE-E274-14EA-651903BF8506}"/>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0" name="Oval 222">
                <a:extLst>
                  <a:ext uri="{FF2B5EF4-FFF2-40B4-BE49-F238E27FC236}">
                    <a16:creationId xmlns:a16="http://schemas.microsoft.com/office/drawing/2014/main" id="{5845C9E6-9F3F-F691-444B-0E6B70815C80}"/>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1" name="Oval 223">
                <a:extLst>
                  <a:ext uri="{FF2B5EF4-FFF2-40B4-BE49-F238E27FC236}">
                    <a16:creationId xmlns:a16="http://schemas.microsoft.com/office/drawing/2014/main" id="{775A92E4-E781-4E13-3685-6D5C5B7E457E}"/>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2" name="Oval 224">
                <a:extLst>
                  <a:ext uri="{FF2B5EF4-FFF2-40B4-BE49-F238E27FC236}">
                    <a16:creationId xmlns:a16="http://schemas.microsoft.com/office/drawing/2014/main" id="{E800C5E6-D7CA-2771-532C-EBEACA3CBC2A}"/>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3" name="Oval 225">
                <a:extLst>
                  <a:ext uri="{FF2B5EF4-FFF2-40B4-BE49-F238E27FC236}">
                    <a16:creationId xmlns:a16="http://schemas.microsoft.com/office/drawing/2014/main" id="{E58650EB-1D01-FF70-02C9-2A7E8912BCF5}"/>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4" name="Group 206">
            <a:extLst>
              <a:ext uri="{FF2B5EF4-FFF2-40B4-BE49-F238E27FC236}">
                <a16:creationId xmlns:a16="http://schemas.microsoft.com/office/drawing/2014/main" id="{F8D79186-306F-13F6-831F-A1D8CF34A8C9}"/>
              </a:ext>
            </a:extLst>
          </p:cNvPr>
          <p:cNvGrpSpPr>
            <a:grpSpLocks/>
          </p:cNvGrpSpPr>
          <p:nvPr/>
        </p:nvGrpSpPr>
        <p:grpSpPr bwMode="auto">
          <a:xfrm>
            <a:off x="5677923" y="2700986"/>
            <a:ext cx="650144"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25" name="Oval 207">
              <a:extLst>
                <a:ext uri="{FF2B5EF4-FFF2-40B4-BE49-F238E27FC236}">
                  <a16:creationId xmlns:a16="http://schemas.microsoft.com/office/drawing/2014/main" id="{67FCA005-8A20-5E90-C374-B07CF212D10C}"/>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6" name="Oval 208">
              <a:extLst>
                <a:ext uri="{FF2B5EF4-FFF2-40B4-BE49-F238E27FC236}">
                  <a16:creationId xmlns:a16="http://schemas.microsoft.com/office/drawing/2014/main" id="{3F5D68A4-02F8-4515-C3CB-7A70A68CA7E5}"/>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7" name="Oval 209">
              <a:extLst>
                <a:ext uri="{FF2B5EF4-FFF2-40B4-BE49-F238E27FC236}">
                  <a16:creationId xmlns:a16="http://schemas.microsoft.com/office/drawing/2014/main" id="{94DFB75A-AB9F-A93A-193A-3935915F5024}"/>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8" name="Oval 210">
              <a:extLst>
                <a:ext uri="{FF2B5EF4-FFF2-40B4-BE49-F238E27FC236}">
                  <a16:creationId xmlns:a16="http://schemas.microsoft.com/office/drawing/2014/main" id="{9297D92D-9FE3-C662-48DA-6D3D20856597}"/>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9" name="Oval 211">
              <a:extLst>
                <a:ext uri="{FF2B5EF4-FFF2-40B4-BE49-F238E27FC236}">
                  <a16:creationId xmlns:a16="http://schemas.microsoft.com/office/drawing/2014/main" id="{4BDFDDCE-47A2-8312-EC1E-9B0BF7BAD409}"/>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0" name="Oval 212">
              <a:extLst>
                <a:ext uri="{FF2B5EF4-FFF2-40B4-BE49-F238E27FC236}">
                  <a16:creationId xmlns:a16="http://schemas.microsoft.com/office/drawing/2014/main" id="{2F3FD46B-F8F7-9AEB-AAE4-99E14609160B}"/>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1" name="Oval 213">
              <a:extLst>
                <a:ext uri="{FF2B5EF4-FFF2-40B4-BE49-F238E27FC236}">
                  <a16:creationId xmlns:a16="http://schemas.microsoft.com/office/drawing/2014/main" id="{B0F43A90-62A4-3267-B46C-E0A6919FB542}"/>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2" name="Oval 214">
              <a:extLst>
                <a:ext uri="{FF2B5EF4-FFF2-40B4-BE49-F238E27FC236}">
                  <a16:creationId xmlns:a16="http://schemas.microsoft.com/office/drawing/2014/main" id="{978B3312-7F5E-CAE5-28AC-494AD3F38FB8}"/>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3" name="Oval 215">
              <a:extLst>
                <a:ext uri="{FF2B5EF4-FFF2-40B4-BE49-F238E27FC236}">
                  <a16:creationId xmlns:a16="http://schemas.microsoft.com/office/drawing/2014/main" id="{9C816A1D-9814-7503-1B4E-FBF819E78E61}"/>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34" name="Group 216">
              <a:extLst>
                <a:ext uri="{FF2B5EF4-FFF2-40B4-BE49-F238E27FC236}">
                  <a16:creationId xmlns:a16="http://schemas.microsoft.com/office/drawing/2014/main" id="{72DFB1A3-F926-91B0-8DDB-7007FFEE1038}"/>
                </a:ext>
              </a:extLst>
            </p:cNvPr>
            <p:cNvGrpSpPr>
              <a:grpSpLocks/>
            </p:cNvGrpSpPr>
            <p:nvPr/>
          </p:nvGrpSpPr>
          <p:grpSpPr bwMode="auto">
            <a:xfrm>
              <a:off x="912" y="768"/>
              <a:ext cx="2386" cy="1553"/>
              <a:chOff x="912" y="768"/>
              <a:chExt cx="2386" cy="1553"/>
            </a:xfrm>
            <a:grpFill/>
          </p:grpSpPr>
          <p:sp>
            <p:nvSpPr>
              <p:cNvPr id="135" name="Oval 217">
                <a:extLst>
                  <a:ext uri="{FF2B5EF4-FFF2-40B4-BE49-F238E27FC236}">
                    <a16:creationId xmlns:a16="http://schemas.microsoft.com/office/drawing/2014/main" id="{26C344F7-01ED-B5D9-9292-CEE8207FD9E6}"/>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6" name="Oval 218">
                <a:extLst>
                  <a:ext uri="{FF2B5EF4-FFF2-40B4-BE49-F238E27FC236}">
                    <a16:creationId xmlns:a16="http://schemas.microsoft.com/office/drawing/2014/main" id="{66E397A1-7129-931A-BEB4-BA01D97A71F3}"/>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7" name="Oval 219">
                <a:extLst>
                  <a:ext uri="{FF2B5EF4-FFF2-40B4-BE49-F238E27FC236}">
                    <a16:creationId xmlns:a16="http://schemas.microsoft.com/office/drawing/2014/main" id="{F191D632-F8AA-E276-C879-1B979BD25D8F}"/>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8" name="Oval 220">
                <a:extLst>
                  <a:ext uri="{FF2B5EF4-FFF2-40B4-BE49-F238E27FC236}">
                    <a16:creationId xmlns:a16="http://schemas.microsoft.com/office/drawing/2014/main" id="{7A23A458-DAB8-6A21-4B29-5BF790449862}"/>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9" name="Oval 221">
                <a:extLst>
                  <a:ext uri="{FF2B5EF4-FFF2-40B4-BE49-F238E27FC236}">
                    <a16:creationId xmlns:a16="http://schemas.microsoft.com/office/drawing/2014/main" id="{28FA5D19-1210-C68D-949F-45C0EE40DD3D}"/>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0" name="Oval 222">
                <a:extLst>
                  <a:ext uri="{FF2B5EF4-FFF2-40B4-BE49-F238E27FC236}">
                    <a16:creationId xmlns:a16="http://schemas.microsoft.com/office/drawing/2014/main" id="{7AF64477-9DD3-9118-9DCB-F605AE8CBF75}"/>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1" name="Oval 223">
                <a:extLst>
                  <a:ext uri="{FF2B5EF4-FFF2-40B4-BE49-F238E27FC236}">
                    <a16:creationId xmlns:a16="http://schemas.microsoft.com/office/drawing/2014/main" id="{078CC9B3-1FDE-756D-A720-2CBCE438E038}"/>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2" name="Oval 224">
                <a:extLst>
                  <a:ext uri="{FF2B5EF4-FFF2-40B4-BE49-F238E27FC236}">
                    <a16:creationId xmlns:a16="http://schemas.microsoft.com/office/drawing/2014/main" id="{8BF1C23D-F739-3573-F824-2A475A96D9B6}"/>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3" name="Oval 225">
                <a:extLst>
                  <a:ext uri="{FF2B5EF4-FFF2-40B4-BE49-F238E27FC236}">
                    <a16:creationId xmlns:a16="http://schemas.microsoft.com/office/drawing/2014/main" id="{A1DF4600-36DF-4CF1-B499-55C7D742CAA7}"/>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44" name="Text Box 174">
            <a:extLst>
              <a:ext uri="{FF2B5EF4-FFF2-40B4-BE49-F238E27FC236}">
                <a16:creationId xmlns:a16="http://schemas.microsoft.com/office/drawing/2014/main" id="{1C6A8761-BF22-3158-F1F4-FC5E7910079B}"/>
              </a:ext>
            </a:extLst>
          </p:cNvPr>
          <p:cNvSpPr txBox="1">
            <a:spLocks noChangeArrowheads="1"/>
          </p:cNvSpPr>
          <p:nvPr/>
        </p:nvSpPr>
        <p:spPr bwMode="auto">
          <a:xfrm>
            <a:off x="5792738" y="2695445"/>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6</a:t>
            </a:r>
          </a:p>
        </p:txBody>
      </p:sp>
      <p:sp>
        <p:nvSpPr>
          <p:cNvPr id="145" name="Text Box 174">
            <a:extLst>
              <a:ext uri="{FF2B5EF4-FFF2-40B4-BE49-F238E27FC236}">
                <a16:creationId xmlns:a16="http://schemas.microsoft.com/office/drawing/2014/main" id="{32CEA7B0-66D3-032C-8C57-AEEA3B2C2856}"/>
              </a:ext>
            </a:extLst>
          </p:cNvPr>
          <p:cNvSpPr txBox="1">
            <a:spLocks noChangeArrowheads="1"/>
          </p:cNvSpPr>
          <p:nvPr/>
        </p:nvSpPr>
        <p:spPr bwMode="auto">
          <a:xfrm>
            <a:off x="3885921" y="2711857"/>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146" name="Text Box 174">
            <a:extLst>
              <a:ext uri="{FF2B5EF4-FFF2-40B4-BE49-F238E27FC236}">
                <a16:creationId xmlns:a16="http://schemas.microsoft.com/office/drawing/2014/main" id="{8036E4A6-2296-F7EC-D746-9529CBB58955}"/>
              </a:ext>
            </a:extLst>
          </p:cNvPr>
          <p:cNvSpPr txBox="1">
            <a:spLocks noChangeArrowheads="1"/>
          </p:cNvSpPr>
          <p:nvPr/>
        </p:nvSpPr>
        <p:spPr bwMode="auto">
          <a:xfrm>
            <a:off x="1992899" y="2716333"/>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sp>
        <p:nvSpPr>
          <p:cNvPr id="147" name="Text Box 173">
            <a:extLst>
              <a:ext uri="{FF2B5EF4-FFF2-40B4-BE49-F238E27FC236}">
                <a16:creationId xmlns:a16="http://schemas.microsoft.com/office/drawing/2014/main" id="{D39EFEF0-CFB0-0823-8264-43388B813A67}"/>
              </a:ext>
            </a:extLst>
          </p:cNvPr>
          <p:cNvSpPr txBox="1">
            <a:spLocks noChangeArrowheads="1"/>
          </p:cNvSpPr>
          <p:nvPr/>
        </p:nvSpPr>
        <p:spPr bwMode="auto">
          <a:xfrm>
            <a:off x="3247748" y="1918525"/>
            <a:ext cx="1846074" cy="307777"/>
          </a:xfrm>
          <a:prstGeom prst="rect">
            <a:avLst/>
          </a:prstGeom>
          <a:solidFill>
            <a:srgbClr val="C3E3F9"/>
          </a:solidFill>
          <a:ln>
            <a:noFill/>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solidFill>
                  <a:srgbClr val="C00000"/>
                </a:solidFill>
                <a:latin typeface="微软雅黑" panose="020B0503020204020204" pitchFamily="34" charset="-122"/>
                <a:ea typeface="微软雅黑" panose="020B0503020204020204" pitchFamily="34" charset="-122"/>
              </a:rPr>
              <a:t>对等 </a:t>
            </a:r>
            <a:r>
              <a:rPr lang="en-US" altLang="zh-CN" sz="1400" b="1" dirty="0">
                <a:solidFill>
                  <a:srgbClr val="C00000"/>
                </a:solidFill>
                <a:latin typeface="微软雅黑" panose="020B0503020204020204" pitchFamily="34" charset="-122"/>
                <a:ea typeface="微软雅黑" panose="020B0503020204020204" pitchFamily="34" charset="-122"/>
              </a:rPr>
              <a:t>AS</a:t>
            </a:r>
            <a:r>
              <a:rPr lang="en-US" altLang="zh-CN" sz="14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(Peering AS)</a:t>
            </a:r>
          </a:p>
        </p:txBody>
      </p:sp>
      <p:sp>
        <p:nvSpPr>
          <p:cNvPr id="148" name="Text Box 173">
            <a:extLst>
              <a:ext uri="{FF2B5EF4-FFF2-40B4-BE49-F238E27FC236}">
                <a16:creationId xmlns:a16="http://schemas.microsoft.com/office/drawing/2014/main" id="{A41FCF90-D66E-36BC-57C6-748A44D25DAC}"/>
              </a:ext>
            </a:extLst>
          </p:cNvPr>
          <p:cNvSpPr txBox="1">
            <a:spLocks noChangeArrowheads="1"/>
          </p:cNvSpPr>
          <p:nvPr/>
        </p:nvSpPr>
        <p:spPr bwMode="auto">
          <a:xfrm>
            <a:off x="4352328" y="1127761"/>
            <a:ext cx="2124745"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0000FF"/>
                </a:solidFill>
                <a:latin typeface="微软雅黑" panose="020B0503020204020204" pitchFamily="34" charset="-122"/>
                <a:ea typeface="微软雅黑" panose="020B0503020204020204" pitchFamily="34" charset="-122"/>
              </a:rPr>
              <a:t>穿越 </a:t>
            </a:r>
            <a:r>
              <a:rPr lang="en-US" altLang="zh-CN" sz="1400" b="1" dirty="0">
                <a:solidFill>
                  <a:srgbClr val="0000FF"/>
                </a:solidFill>
                <a:latin typeface="微软雅黑" panose="020B0503020204020204" pitchFamily="34" charset="-122"/>
                <a:ea typeface="微软雅黑" panose="020B0503020204020204" pitchFamily="34" charset="-122"/>
              </a:rPr>
              <a:t>AS </a:t>
            </a:r>
            <a:r>
              <a:rPr lang="en-US" altLang="zh-CN" sz="1400" b="1" dirty="0">
                <a:latin typeface="微软雅黑" panose="020B0503020204020204" pitchFamily="34" charset="-122"/>
                <a:ea typeface="微软雅黑" panose="020B0503020204020204" pitchFamily="34" charset="-122"/>
              </a:rPr>
              <a:t>(transit AS)</a:t>
            </a:r>
          </a:p>
        </p:txBody>
      </p:sp>
      <p:sp>
        <p:nvSpPr>
          <p:cNvPr id="149" name="Text Box 173">
            <a:extLst>
              <a:ext uri="{FF2B5EF4-FFF2-40B4-BE49-F238E27FC236}">
                <a16:creationId xmlns:a16="http://schemas.microsoft.com/office/drawing/2014/main" id="{6F952974-2BFD-ED57-1797-F234BFF653CF}"/>
              </a:ext>
            </a:extLst>
          </p:cNvPr>
          <p:cNvSpPr txBox="1">
            <a:spLocks noChangeArrowheads="1"/>
          </p:cNvSpPr>
          <p:nvPr/>
        </p:nvSpPr>
        <p:spPr bwMode="auto">
          <a:xfrm>
            <a:off x="1115438" y="2740845"/>
            <a:ext cx="846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a:t>
            </a:r>
          </a:p>
        </p:txBody>
      </p:sp>
      <p:sp>
        <p:nvSpPr>
          <p:cNvPr id="150" name="Text Box 173">
            <a:extLst>
              <a:ext uri="{FF2B5EF4-FFF2-40B4-BE49-F238E27FC236}">
                <a16:creationId xmlns:a16="http://schemas.microsoft.com/office/drawing/2014/main" id="{649B633A-E8D0-338D-CBE2-081B115439D6}"/>
              </a:ext>
            </a:extLst>
          </p:cNvPr>
          <p:cNvSpPr txBox="1">
            <a:spLocks noChangeArrowheads="1"/>
          </p:cNvSpPr>
          <p:nvPr/>
        </p:nvSpPr>
        <p:spPr bwMode="auto">
          <a:xfrm>
            <a:off x="6274779" y="2727557"/>
            <a:ext cx="1733143"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 </a:t>
            </a:r>
            <a:r>
              <a:rPr lang="en-US" altLang="zh-CN" sz="1400" b="1" dirty="0">
                <a:latin typeface="微软雅黑" panose="020B0503020204020204" pitchFamily="34" charset="-122"/>
                <a:ea typeface="微软雅黑" panose="020B0503020204020204" pitchFamily="34" charset="-122"/>
              </a:rPr>
              <a:t>(stub AS)</a:t>
            </a:r>
          </a:p>
        </p:txBody>
      </p:sp>
      <p:sp>
        <p:nvSpPr>
          <p:cNvPr id="151" name="Text Box 173">
            <a:extLst>
              <a:ext uri="{FF2B5EF4-FFF2-40B4-BE49-F238E27FC236}">
                <a16:creationId xmlns:a16="http://schemas.microsoft.com/office/drawing/2014/main" id="{56581770-82E6-1602-5FEE-EBE5508C8ED1}"/>
              </a:ext>
            </a:extLst>
          </p:cNvPr>
          <p:cNvSpPr txBox="1">
            <a:spLocks noChangeArrowheads="1"/>
          </p:cNvSpPr>
          <p:nvPr/>
        </p:nvSpPr>
        <p:spPr bwMode="auto">
          <a:xfrm>
            <a:off x="3016030" y="2775870"/>
            <a:ext cx="846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a:t>
            </a:r>
          </a:p>
        </p:txBody>
      </p:sp>
      <p:sp>
        <p:nvSpPr>
          <p:cNvPr id="152" name="Text Box 173">
            <a:extLst>
              <a:ext uri="{FF2B5EF4-FFF2-40B4-BE49-F238E27FC236}">
                <a16:creationId xmlns:a16="http://schemas.microsoft.com/office/drawing/2014/main" id="{F26E36AD-DCE2-5F12-3233-BBC4FB983D8E}"/>
              </a:ext>
            </a:extLst>
          </p:cNvPr>
          <p:cNvSpPr txBox="1">
            <a:spLocks noChangeArrowheads="1"/>
          </p:cNvSpPr>
          <p:nvPr/>
        </p:nvSpPr>
        <p:spPr bwMode="auto">
          <a:xfrm>
            <a:off x="4367590" y="2772248"/>
            <a:ext cx="11151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660033"/>
                </a:solidFill>
                <a:latin typeface="微软雅黑" panose="020B0503020204020204" pitchFamily="34" charset="-122"/>
                <a:ea typeface="微软雅黑" panose="020B0503020204020204" pitchFamily="34" charset="-122"/>
              </a:rPr>
              <a:t>多归属 </a:t>
            </a:r>
            <a:r>
              <a:rPr lang="en-US" altLang="zh-CN" sz="1400" b="1" dirty="0">
                <a:solidFill>
                  <a:srgbClr val="660033"/>
                </a:solidFill>
                <a:latin typeface="微软雅黑" panose="020B0503020204020204" pitchFamily="34" charset="-122"/>
                <a:ea typeface="微软雅黑" panose="020B0503020204020204" pitchFamily="34" charset="-122"/>
              </a:rPr>
              <a:t>AS</a:t>
            </a:r>
          </a:p>
        </p:txBody>
      </p:sp>
      <p:sp>
        <p:nvSpPr>
          <p:cNvPr id="153" name="Text Box 173">
            <a:extLst>
              <a:ext uri="{FF2B5EF4-FFF2-40B4-BE49-F238E27FC236}">
                <a16:creationId xmlns:a16="http://schemas.microsoft.com/office/drawing/2014/main" id="{383B468F-52E3-7EDC-BC4B-4376B3FB95CC}"/>
              </a:ext>
            </a:extLst>
          </p:cNvPr>
          <p:cNvSpPr txBox="1">
            <a:spLocks noChangeArrowheads="1"/>
          </p:cNvSpPr>
          <p:nvPr/>
        </p:nvSpPr>
        <p:spPr bwMode="auto">
          <a:xfrm>
            <a:off x="3497535" y="2258638"/>
            <a:ext cx="1174443" cy="294793"/>
          </a:xfrm>
          <a:prstGeom prst="rect">
            <a:avLst/>
          </a:prstGeom>
          <a:noFill/>
          <a:ln>
            <a:noFill/>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（免费）</a:t>
            </a:r>
            <a:endParaRPr lang="en-US" altLang="zh-CN" sz="1200" b="1" dirty="0">
              <a:latin typeface="微软雅黑" panose="020B0503020204020204" pitchFamily="34" charset="-122"/>
              <a:ea typeface="微软雅黑" panose="020B0503020204020204" pitchFamily="34" charset="-122"/>
            </a:endParaRPr>
          </a:p>
        </p:txBody>
      </p:sp>
      <p:grpSp>
        <p:nvGrpSpPr>
          <p:cNvPr id="2" name="组合 1">
            <a:extLst>
              <a:ext uri="{FF2B5EF4-FFF2-40B4-BE49-F238E27FC236}">
                <a16:creationId xmlns:a16="http://schemas.microsoft.com/office/drawing/2014/main" id="{2BC3188A-4234-BE39-BBC9-E80038CF89EC}"/>
              </a:ext>
            </a:extLst>
          </p:cNvPr>
          <p:cNvGrpSpPr/>
          <p:nvPr/>
        </p:nvGrpSpPr>
        <p:grpSpPr>
          <a:xfrm>
            <a:off x="2283944" y="2344823"/>
            <a:ext cx="3738146" cy="462947"/>
            <a:chOff x="2283944" y="2344823"/>
            <a:chExt cx="3738146" cy="462947"/>
          </a:xfrm>
        </p:grpSpPr>
        <p:sp>
          <p:nvSpPr>
            <p:cNvPr id="155" name="文本框 154">
              <a:extLst>
                <a:ext uri="{FF2B5EF4-FFF2-40B4-BE49-F238E27FC236}">
                  <a16:creationId xmlns:a16="http://schemas.microsoft.com/office/drawing/2014/main" id="{2F1CEA08-65E7-8253-1992-B4BCB7A76782}"/>
                </a:ext>
              </a:extLst>
            </p:cNvPr>
            <p:cNvSpPr txBox="1"/>
            <p:nvPr/>
          </p:nvSpPr>
          <p:spPr>
            <a:xfrm>
              <a:off x="2283944" y="2436239"/>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6" name="文本框 155">
              <a:extLst>
                <a:ext uri="{FF2B5EF4-FFF2-40B4-BE49-F238E27FC236}">
                  <a16:creationId xmlns:a16="http://schemas.microsoft.com/office/drawing/2014/main" id="{AD123D44-F4A8-9F1F-ADF3-57E2EC4D40B9}"/>
                </a:ext>
              </a:extLst>
            </p:cNvPr>
            <p:cNvSpPr txBox="1"/>
            <p:nvPr/>
          </p:nvSpPr>
          <p:spPr>
            <a:xfrm>
              <a:off x="3219464" y="2344823"/>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7" name="文本框 156">
              <a:extLst>
                <a:ext uri="{FF2B5EF4-FFF2-40B4-BE49-F238E27FC236}">
                  <a16:creationId xmlns:a16="http://schemas.microsoft.com/office/drawing/2014/main" id="{9E8C7168-91C7-F504-C314-E273F0FCA266}"/>
                </a:ext>
              </a:extLst>
            </p:cNvPr>
            <p:cNvSpPr txBox="1"/>
            <p:nvPr/>
          </p:nvSpPr>
          <p:spPr>
            <a:xfrm>
              <a:off x="4795729" y="2354059"/>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8" name="文本框 157">
              <a:extLst>
                <a:ext uri="{FF2B5EF4-FFF2-40B4-BE49-F238E27FC236}">
                  <a16:creationId xmlns:a16="http://schemas.microsoft.com/office/drawing/2014/main" id="{8211DACE-9DC7-4A63-B9F8-596F6F2E52BC}"/>
                </a:ext>
              </a:extLst>
            </p:cNvPr>
            <p:cNvSpPr txBox="1"/>
            <p:nvPr/>
          </p:nvSpPr>
          <p:spPr>
            <a:xfrm>
              <a:off x="5690560" y="2480222"/>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grpSp>
      <p:sp>
        <p:nvSpPr>
          <p:cNvPr id="159" name="文本框 158">
            <a:extLst>
              <a:ext uri="{FF2B5EF4-FFF2-40B4-BE49-F238E27FC236}">
                <a16:creationId xmlns:a16="http://schemas.microsoft.com/office/drawing/2014/main" id="{1A54E0F9-3E41-017F-E547-73A50B033091}"/>
              </a:ext>
            </a:extLst>
          </p:cNvPr>
          <p:cNvSpPr txBox="1"/>
          <p:nvPr/>
        </p:nvSpPr>
        <p:spPr>
          <a:xfrm>
            <a:off x="2765103" y="1666394"/>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60" name="文本框 159">
            <a:extLst>
              <a:ext uri="{FF2B5EF4-FFF2-40B4-BE49-F238E27FC236}">
                <a16:creationId xmlns:a16="http://schemas.microsoft.com/office/drawing/2014/main" id="{0982A34C-0B86-3991-E8BC-31F96E1DCCC5}"/>
              </a:ext>
            </a:extLst>
          </p:cNvPr>
          <p:cNvSpPr txBox="1"/>
          <p:nvPr/>
        </p:nvSpPr>
        <p:spPr>
          <a:xfrm>
            <a:off x="5132852" y="1638686"/>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cxnSp>
        <p:nvCxnSpPr>
          <p:cNvPr id="163" name="直接箭头连接符 162">
            <a:extLst>
              <a:ext uri="{FF2B5EF4-FFF2-40B4-BE49-F238E27FC236}">
                <a16:creationId xmlns:a16="http://schemas.microsoft.com/office/drawing/2014/main" id="{CC23057D-F95D-C362-3156-97D6DB2CBEAA}"/>
              </a:ext>
            </a:extLst>
          </p:cNvPr>
          <p:cNvCxnSpPr/>
          <p:nvPr/>
        </p:nvCxnSpPr>
        <p:spPr>
          <a:xfrm flipV="1">
            <a:off x="2228440" y="2463591"/>
            <a:ext cx="40164" cy="196842"/>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4" name="直接箭头连接符 163">
            <a:extLst>
              <a:ext uri="{FF2B5EF4-FFF2-40B4-BE49-F238E27FC236}">
                <a16:creationId xmlns:a16="http://schemas.microsoft.com/office/drawing/2014/main" id="{34236BED-E55A-0A70-A636-DB21A14011E6}"/>
              </a:ext>
            </a:extLst>
          </p:cNvPr>
          <p:cNvCxnSpPr/>
          <p:nvPr/>
        </p:nvCxnSpPr>
        <p:spPr>
          <a:xfrm flipH="1" flipV="1">
            <a:off x="6032702" y="2494276"/>
            <a:ext cx="44868" cy="180212"/>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7" name="直接箭头连接符 166">
            <a:extLst>
              <a:ext uri="{FF2B5EF4-FFF2-40B4-BE49-F238E27FC236}">
                <a16:creationId xmlns:a16="http://schemas.microsoft.com/office/drawing/2014/main" id="{490850AA-C4C2-CEB7-B070-46F333966950}"/>
              </a:ext>
            </a:extLst>
          </p:cNvPr>
          <p:cNvCxnSpPr/>
          <p:nvPr/>
        </p:nvCxnSpPr>
        <p:spPr>
          <a:xfrm flipV="1">
            <a:off x="3039429" y="1844484"/>
            <a:ext cx="179045" cy="98876"/>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9" name="直接箭头连接符 168">
            <a:extLst>
              <a:ext uri="{FF2B5EF4-FFF2-40B4-BE49-F238E27FC236}">
                <a16:creationId xmlns:a16="http://schemas.microsoft.com/office/drawing/2014/main" id="{C86566A6-0689-932D-0CBF-216EE221887D}"/>
              </a:ext>
            </a:extLst>
          </p:cNvPr>
          <p:cNvCxnSpPr/>
          <p:nvPr/>
        </p:nvCxnSpPr>
        <p:spPr>
          <a:xfrm flipH="1" flipV="1">
            <a:off x="5078788" y="1862922"/>
            <a:ext cx="186144" cy="102496"/>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1" name="直接箭头连接符 170">
            <a:extLst>
              <a:ext uri="{FF2B5EF4-FFF2-40B4-BE49-F238E27FC236}">
                <a16:creationId xmlns:a16="http://schemas.microsoft.com/office/drawing/2014/main" id="{827D2CB0-CF3E-74DE-7BF5-82182A406487}"/>
              </a:ext>
            </a:extLst>
          </p:cNvPr>
          <p:cNvCxnSpPr/>
          <p:nvPr/>
        </p:nvCxnSpPr>
        <p:spPr>
          <a:xfrm flipV="1">
            <a:off x="4909018" y="2617688"/>
            <a:ext cx="202049" cy="83298"/>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2" name="直接箭头连接符 171">
            <a:extLst>
              <a:ext uri="{FF2B5EF4-FFF2-40B4-BE49-F238E27FC236}">
                <a16:creationId xmlns:a16="http://schemas.microsoft.com/office/drawing/2014/main" id="{4096FAF5-95EA-166E-1B9B-B2FE9D413B12}"/>
              </a:ext>
            </a:extLst>
          </p:cNvPr>
          <p:cNvCxnSpPr/>
          <p:nvPr/>
        </p:nvCxnSpPr>
        <p:spPr>
          <a:xfrm flipH="1" flipV="1">
            <a:off x="3219614" y="2607983"/>
            <a:ext cx="205944" cy="89968"/>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3" name="任意多边形 192">
            <a:extLst>
              <a:ext uri="{FF2B5EF4-FFF2-40B4-BE49-F238E27FC236}">
                <a16:creationId xmlns:a16="http://schemas.microsoft.com/office/drawing/2014/main" id="{8AAF87BD-9E67-B4E8-8D9A-5AE9FBD08034}"/>
              </a:ext>
            </a:extLst>
          </p:cNvPr>
          <p:cNvSpPr/>
          <p:nvPr/>
        </p:nvSpPr>
        <p:spPr>
          <a:xfrm>
            <a:off x="3385758" y="1618819"/>
            <a:ext cx="1469785" cy="94945"/>
          </a:xfrm>
          <a:custGeom>
            <a:avLst/>
            <a:gdLst>
              <a:gd name="connsiteX0" fmla="*/ 0 w 1727200"/>
              <a:gd name="connsiteY0" fmla="*/ 123185 h 123185"/>
              <a:gd name="connsiteX1" fmla="*/ 369454 w 1727200"/>
              <a:gd name="connsiteY1" fmla="*/ 40057 h 123185"/>
              <a:gd name="connsiteX2" fmla="*/ 683491 w 1727200"/>
              <a:gd name="connsiteY2" fmla="*/ 3112 h 123185"/>
              <a:gd name="connsiteX3" fmla="*/ 942109 w 1727200"/>
              <a:gd name="connsiteY3" fmla="*/ 3112 h 123185"/>
              <a:gd name="connsiteX4" fmla="*/ 1191491 w 1727200"/>
              <a:gd name="connsiteY4" fmla="*/ 12348 h 123185"/>
              <a:gd name="connsiteX5" fmla="*/ 1514763 w 1727200"/>
              <a:gd name="connsiteY5" fmla="*/ 30821 h 123185"/>
              <a:gd name="connsiteX6" fmla="*/ 1727200 w 1727200"/>
              <a:gd name="connsiteY6" fmla="*/ 86239 h 12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7200" h="123185">
                <a:moveTo>
                  <a:pt x="0" y="123185"/>
                </a:moveTo>
                <a:cubicBezTo>
                  <a:pt x="127769" y="91627"/>
                  <a:pt x="255539" y="60069"/>
                  <a:pt x="369454" y="40057"/>
                </a:cubicBezTo>
                <a:cubicBezTo>
                  <a:pt x="483369" y="20045"/>
                  <a:pt x="588049" y="9269"/>
                  <a:pt x="683491" y="3112"/>
                </a:cubicBezTo>
                <a:cubicBezTo>
                  <a:pt x="778934" y="-3046"/>
                  <a:pt x="857442" y="1573"/>
                  <a:pt x="942109" y="3112"/>
                </a:cubicBezTo>
                <a:cubicBezTo>
                  <a:pt x="1026776" y="4651"/>
                  <a:pt x="1191491" y="12348"/>
                  <a:pt x="1191491" y="12348"/>
                </a:cubicBezTo>
                <a:cubicBezTo>
                  <a:pt x="1286933" y="16966"/>
                  <a:pt x="1425478" y="18506"/>
                  <a:pt x="1514763" y="30821"/>
                </a:cubicBezTo>
                <a:cubicBezTo>
                  <a:pt x="1604048" y="43136"/>
                  <a:pt x="1665624" y="64687"/>
                  <a:pt x="1727200" y="86239"/>
                </a:cubicBezTo>
              </a:path>
            </a:pathLst>
          </a:custGeom>
          <a:ln w="19050">
            <a:solidFill>
              <a:srgbClr val="0000FF"/>
            </a:solidFill>
            <a:prstDash val="sysDot"/>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sz="1600"/>
          </a:p>
        </p:txBody>
      </p:sp>
      <p:cxnSp>
        <p:nvCxnSpPr>
          <p:cNvPr id="194" name="直接箭头连接符 193">
            <a:extLst>
              <a:ext uri="{FF2B5EF4-FFF2-40B4-BE49-F238E27FC236}">
                <a16:creationId xmlns:a16="http://schemas.microsoft.com/office/drawing/2014/main" id="{4AE1B830-2A54-844B-193C-4A043224AA99}"/>
              </a:ext>
            </a:extLst>
          </p:cNvPr>
          <p:cNvCxnSpPr/>
          <p:nvPr/>
        </p:nvCxnSpPr>
        <p:spPr>
          <a:xfrm flipH="1">
            <a:off x="3661833" y="2284406"/>
            <a:ext cx="844924" cy="0"/>
          </a:xfrm>
          <a:prstGeom prst="straightConnector1">
            <a:avLst/>
          </a:prstGeom>
          <a:ln w="38100">
            <a:solidFill>
              <a:srgbClr val="000066"/>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 name="Line 154">
            <a:extLst>
              <a:ext uri="{FF2B5EF4-FFF2-40B4-BE49-F238E27FC236}">
                <a16:creationId xmlns:a16="http://schemas.microsoft.com/office/drawing/2014/main" id="{795D44CA-3E81-9E2D-244E-207AC3E5E376}"/>
              </a:ext>
            </a:extLst>
          </p:cNvPr>
          <p:cNvSpPr>
            <a:spLocks noChangeShapeType="1"/>
          </p:cNvSpPr>
          <p:nvPr/>
        </p:nvSpPr>
        <p:spPr bwMode="auto">
          <a:xfrm flipV="1">
            <a:off x="2682671" y="2206984"/>
            <a:ext cx="2864649"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206">
            <a:extLst>
              <a:ext uri="{FF2B5EF4-FFF2-40B4-BE49-F238E27FC236}">
                <a16:creationId xmlns:a16="http://schemas.microsoft.com/office/drawing/2014/main" id="{DA140599-3C17-B31B-C4F0-F1CCAF521C55}"/>
              </a:ext>
            </a:extLst>
          </p:cNvPr>
          <p:cNvGrpSpPr>
            <a:grpSpLocks/>
          </p:cNvGrpSpPr>
          <p:nvPr/>
        </p:nvGrpSpPr>
        <p:grpSpPr bwMode="auto">
          <a:xfrm>
            <a:off x="1771322" y="1934014"/>
            <a:ext cx="1107971" cy="508496"/>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 name="Oval 207">
              <a:extLst>
                <a:ext uri="{FF2B5EF4-FFF2-40B4-BE49-F238E27FC236}">
                  <a16:creationId xmlns:a16="http://schemas.microsoft.com/office/drawing/2014/main" id="{376C50C4-35E2-1ABB-4C0C-4EA460D0C63D}"/>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 name="Oval 208">
              <a:extLst>
                <a:ext uri="{FF2B5EF4-FFF2-40B4-BE49-F238E27FC236}">
                  <a16:creationId xmlns:a16="http://schemas.microsoft.com/office/drawing/2014/main" id="{AB064BF8-4B1D-3A52-D091-6FD96AF3CBC1}"/>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 name="Oval 209">
              <a:extLst>
                <a:ext uri="{FF2B5EF4-FFF2-40B4-BE49-F238E27FC236}">
                  <a16:creationId xmlns:a16="http://schemas.microsoft.com/office/drawing/2014/main" id="{78D2870B-9CE1-1B90-F800-9DDAEA7BB127}"/>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 name="Oval 210">
              <a:extLst>
                <a:ext uri="{FF2B5EF4-FFF2-40B4-BE49-F238E27FC236}">
                  <a16:creationId xmlns:a16="http://schemas.microsoft.com/office/drawing/2014/main" id="{30297DE4-795D-1351-6C11-64ED387C00BA}"/>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 name="Oval 211">
              <a:extLst>
                <a:ext uri="{FF2B5EF4-FFF2-40B4-BE49-F238E27FC236}">
                  <a16:creationId xmlns:a16="http://schemas.microsoft.com/office/drawing/2014/main" id="{B50AAE91-C17D-2C95-B32D-3ED94CE6A03D}"/>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 name="Oval 212">
              <a:extLst>
                <a:ext uri="{FF2B5EF4-FFF2-40B4-BE49-F238E27FC236}">
                  <a16:creationId xmlns:a16="http://schemas.microsoft.com/office/drawing/2014/main" id="{82978597-C299-8231-790D-AF6CE3AA2DFE}"/>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 name="Oval 213">
              <a:extLst>
                <a:ext uri="{FF2B5EF4-FFF2-40B4-BE49-F238E27FC236}">
                  <a16:creationId xmlns:a16="http://schemas.microsoft.com/office/drawing/2014/main" id="{399FF971-C2DF-28DE-8F3A-21DD416D74B1}"/>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 name="Oval 214">
              <a:extLst>
                <a:ext uri="{FF2B5EF4-FFF2-40B4-BE49-F238E27FC236}">
                  <a16:creationId xmlns:a16="http://schemas.microsoft.com/office/drawing/2014/main" id="{AD5F172C-F443-0288-9B15-A191B5E64513}"/>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 name="Oval 215">
              <a:extLst>
                <a:ext uri="{FF2B5EF4-FFF2-40B4-BE49-F238E27FC236}">
                  <a16:creationId xmlns:a16="http://schemas.microsoft.com/office/drawing/2014/main" id="{C96E0433-0063-E777-8984-200BE605369D}"/>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0" name="Group 216">
              <a:extLst>
                <a:ext uri="{FF2B5EF4-FFF2-40B4-BE49-F238E27FC236}">
                  <a16:creationId xmlns:a16="http://schemas.microsoft.com/office/drawing/2014/main" id="{7CB79B9B-3FDE-239C-DF9E-E94DE6ECE433}"/>
                </a:ext>
              </a:extLst>
            </p:cNvPr>
            <p:cNvGrpSpPr>
              <a:grpSpLocks/>
            </p:cNvGrpSpPr>
            <p:nvPr/>
          </p:nvGrpSpPr>
          <p:grpSpPr bwMode="auto">
            <a:xfrm>
              <a:off x="912" y="768"/>
              <a:ext cx="2386" cy="1553"/>
              <a:chOff x="912" y="768"/>
              <a:chExt cx="2386" cy="1553"/>
            </a:xfrm>
            <a:grpFill/>
          </p:grpSpPr>
          <p:sp>
            <p:nvSpPr>
              <p:cNvPr id="31" name="Oval 217">
                <a:extLst>
                  <a:ext uri="{FF2B5EF4-FFF2-40B4-BE49-F238E27FC236}">
                    <a16:creationId xmlns:a16="http://schemas.microsoft.com/office/drawing/2014/main" id="{B063F65C-E1B0-1A76-E536-F98B9742CB72}"/>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 name="Oval 218">
                <a:extLst>
                  <a:ext uri="{FF2B5EF4-FFF2-40B4-BE49-F238E27FC236}">
                    <a16:creationId xmlns:a16="http://schemas.microsoft.com/office/drawing/2014/main" id="{A5172F63-64DE-42A2-4732-3DC4A6AD58BA}"/>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 name="Oval 219">
                <a:extLst>
                  <a:ext uri="{FF2B5EF4-FFF2-40B4-BE49-F238E27FC236}">
                    <a16:creationId xmlns:a16="http://schemas.microsoft.com/office/drawing/2014/main" id="{B68F1FB1-F6DD-5BD5-D747-10B235D77549}"/>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 name="Oval 220">
                <a:extLst>
                  <a:ext uri="{FF2B5EF4-FFF2-40B4-BE49-F238E27FC236}">
                    <a16:creationId xmlns:a16="http://schemas.microsoft.com/office/drawing/2014/main" id="{9587C878-9634-DB57-77B7-572C4CB09E7D}"/>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 name="Oval 221">
                <a:extLst>
                  <a:ext uri="{FF2B5EF4-FFF2-40B4-BE49-F238E27FC236}">
                    <a16:creationId xmlns:a16="http://schemas.microsoft.com/office/drawing/2014/main" id="{DCA819E9-B748-4CA6-B301-7D580A530A5A}"/>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 name="Oval 222">
                <a:extLst>
                  <a:ext uri="{FF2B5EF4-FFF2-40B4-BE49-F238E27FC236}">
                    <a16:creationId xmlns:a16="http://schemas.microsoft.com/office/drawing/2014/main" id="{FD1F8DB6-3C64-FBCE-3372-28B14E148305}"/>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 name="Oval 223">
                <a:extLst>
                  <a:ext uri="{FF2B5EF4-FFF2-40B4-BE49-F238E27FC236}">
                    <a16:creationId xmlns:a16="http://schemas.microsoft.com/office/drawing/2014/main" id="{787776BE-C38C-A8CC-7AFA-8ADD00899611}"/>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 name="Oval 224">
                <a:extLst>
                  <a:ext uri="{FF2B5EF4-FFF2-40B4-BE49-F238E27FC236}">
                    <a16:creationId xmlns:a16="http://schemas.microsoft.com/office/drawing/2014/main" id="{4E9567C4-7EB7-272C-01EB-8AD658699120}"/>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Oval 225">
                <a:extLst>
                  <a:ext uri="{FF2B5EF4-FFF2-40B4-BE49-F238E27FC236}">
                    <a16:creationId xmlns:a16="http://schemas.microsoft.com/office/drawing/2014/main" id="{C0803A43-FBBA-036C-276E-3C6282B43F51}"/>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0" name="Group 206">
            <a:extLst>
              <a:ext uri="{FF2B5EF4-FFF2-40B4-BE49-F238E27FC236}">
                <a16:creationId xmlns:a16="http://schemas.microsoft.com/office/drawing/2014/main" id="{BD049B05-1A6A-A448-D3FC-F25518B38182}"/>
              </a:ext>
            </a:extLst>
          </p:cNvPr>
          <p:cNvGrpSpPr>
            <a:grpSpLocks/>
          </p:cNvGrpSpPr>
          <p:nvPr/>
        </p:nvGrpSpPr>
        <p:grpSpPr bwMode="auto">
          <a:xfrm>
            <a:off x="5287550" y="1934014"/>
            <a:ext cx="1235703" cy="54714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61" name="Oval 207">
              <a:extLst>
                <a:ext uri="{FF2B5EF4-FFF2-40B4-BE49-F238E27FC236}">
                  <a16:creationId xmlns:a16="http://schemas.microsoft.com/office/drawing/2014/main" id="{F3342B65-070F-0495-4F3A-F3233FA474C1}"/>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Oval 208">
              <a:extLst>
                <a:ext uri="{FF2B5EF4-FFF2-40B4-BE49-F238E27FC236}">
                  <a16:creationId xmlns:a16="http://schemas.microsoft.com/office/drawing/2014/main" id="{BCB6946F-A8B6-8A20-7334-1F12FACDA08F}"/>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Oval 209">
              <a:extLst>
                <a:ext uri="{FF2B5EF4-FFF2-40B4-BE49-F238E27FC236}">
                  <a16:creationId xmlns:a16="http://schemas.microsoft.com/office/drawing/2014/main" id="{F76DA38F-7C1A-532F-DF3A-04EF0E85607A}"/>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Oval 210">
              <a:extLst>
                <a:ext uri="{FF2B5EF4-FFF2-40B4-BE49-F238E27FC236}">
                  <a16:creationId xmlns:a16="http://schemas.microsoft.com/office/drawing/2014/main" id="{D2794462-CDC4-3C5E-B113-F486EE731B94}"/>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Oval 211">
              <a:extLst>
                <a:ext uri="{FF2B5EF4-FFF2-40B4-BE49-F238E27FC236}">
                  <a16:creationId xmlns:a16="http://schemas.microsoft.com/office/drawing/2014/main" id="{C1C96BD5-1381-9185-0B1F-E9D051126003}"/>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6" name="Oval 212">
              <a:extLst>
                <a:ext uri="{FF2B5EF4-FFF2-40B4-BE49-F238E27FC236}">
                  <a16:creationId xmlns:a16="http://schemas.microsoft.com/office/drawing/2014/main" id="{F6CC1196-D46B-2FFB-DDFB-5D0915869B15}"/>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7" name="Oval 213">
              <a:extLst>
                <a:ext uri="{FF2B5EF4-FFF2-40B4-BE49-F238E27FC236}">
                  <a16:creationId xmlns:a16="http://schemas.microsoft.com/office/drawing/2014/main" id="{68613CAF-2F35-97A8-E498-784568B1955F}"/>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 name="Oval 214">
              <a:extLst>
                <a:ext uri="{FF2B5EF4-FFF2-40B4-BE49-F238E27FC236}">
                  <a16:creationId xmlns:a16="http://schemas.microsoft.com/office/drawing/2014/main" id="{29C6B484-306C-2C9B-9E41-BB0CFF16D895}"/>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9" name="Oval 215">
              <a:extLst>
                <a:ext uri="{FF2B5EF4-FFF2-40B4-BE49-F238E27FC236}">
                  <a16:creationId xmlns:a16="http://schemas.microsoft.com/office/drawing/2014/main" id="{FF4EE8FB-D0BA-E911-3DA1-578C1B42D6AF}"/>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70" name="Group 216">
              <a:extLst>
                <a:ext uri="{FF2B5EF4-FFF2-40B4-BE49-F238E27FC236}">
                  <a16:creationId xmlns:a16="http://schemas.microsoft.com/office/drawing/2014/main" id="{C1015E2B-61EE-A501-2C3B-A96B06F9E9BF}"/>
                </a:ext>
              </a:extLst>
            </p:cNvPr>
            <p:cNvGrpSpPr>
              <a:grpSpLocks/>
            </p:cNvGrpSpPr>
            <p:nvPr/>
          </p:nvGrpSpPr>
          <p:grpSpPr bwMode="auto">
            <a:xfrm>
              <a:off x="912" y="768"/>
              <a:ext cx="2386" cy="1553"/>
              <a:chOff x="912" y="768"/>
              <a:chExt cx="2386" cy="1553"/>
            </a:xfrm>
            <a:grpFill/>
          </p:grpSpPr>
          <p:sp>
            <p:nvSpPr>
              <p:cNvPr id="71" name="Oval 217">
                <a:extLst>
                  <a:ext uri="{FF2B5EF4-FFF2-40B4-BE49-F238E27FC236}">
                    <a16:creationId xmlns:a16="http://schemas.microsoft.com/office/drawing/2014/main" id="{A7B7D17C-9F42-9EFB-A6BA-4C49C15CA82A}"/>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2" name="Oval 218">
                <a:extLst>
                  <a:ext uri="{FF2B5EF4-FFF2-40B4-BE49-F238E27FC236}">
                    <a16:creationId xmlns:a16="http://schemas.microsoft.com/office/drawing/2014/main" id="{58E4EC37-5E44-DD2F-414B-8BEF25B2AF74}"/>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3" name="Oval 219">
                <a:extLst>
                  <a:ext uri="{FF2B5EF4-FFF2-40B4-BE49-F238E27FC236}">
                    <a16:creationId xmlns:a16="http://schemas.microsoft.com/office/drawing/2014/main" id="{60B85EB4-0C1C-2A19-839D-235A185D6009}"/>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4" name="Oval 220">
                <a:extLst>
                  <a:ext uri="{FF2B5EF4-FFF2-40B4-BE49-F238E27FC236}">
                    <a16:creationId xmlns:a16="http://schemas.microsoft.com/office/drawing/2014/main" id="{79E5D075-632C-960A-E757-83DDCC6442A4}"/>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Oval 221">
                <a:extLst>
                  <a:ext uri="{FF2B5EF4-FFF2-40B4-BE49-F238E27FC236}">
                    <a16:creationId xmlns:a16="http://schemas.microsoft.com/office/drawing/2014/main" id="{3E98F396-BEED-5146-E251-BCE8D626EE9B}"/>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6" name="Oval 222">
                <a:extLst>
                  <a:ext uri="{FF2B5EF4-FFF2-40B4-BE49-F238E27FC236}">
                    <a16:creationId xmlns:a16="http://schemas.microsoft.com/office/drawing/2014/main" id="{5DAD16D8-7BB4-AEF9-2047-B56B2764C735}"/>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7" name="Oval 223">
                <a:extLst>
                  <a:ext uri="{FF2B5EF4-FFF2-40B4-BE49-F238E27FC236}">
                    <a16:creationId xmlns:a16="http://schemas.microsoft.com/office/drawing/2014/main" id="{7CFB73B1-BE48-D0AF-1A41-10FA0210FB8A}"/>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8" name="Oval 224">
                <a:extLst>
                  <a:ext uri="{FF2B5EF4-FFF2-40B4-BE49-F238E27FC236}">
                    <a16:creationId xmlns:a16="http://schemas.microsoft.com/office/drawing/2014/main" id="{E6311D24-981C-6BF8-2409-100DBE766A20}"/>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9" name="Oval 225">
                <a:extLst>
                  <a:ext uri="{FF2B5EF4-FFF2-40B4-BE49-F238E27FC236}">
                    <a16:creationId xmlns:a16="http://schemas.microsoft.com/office/drawing/2014/main" id="{F60DE01A-7BC2-2B3B-A5C2-BAC94496569F}"/>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1" name="Text Box 174">
            <a:extLst>
              <a:ext uri="{FF2B5EF4-FFF2-40B4-BE49-F238E27FC236}">
                <a16:creationId xmlns:a16="http://schemas.microsoft.com/office/drawing/2014/main" id="{7AE63561-7775-CC97-9093-5B5C89AE490B}"/>
              </a:ext>
            </a:extLst>
          </p:cNvPr>
          <p:cNvSpPr txBox="1">
            <a:spLocks noChangeArrowheads="1"/>
          </p:cNvSpPr>
          <p:nvPr/>
        </p:nvSpPr>
        <p:spPr bwMode="auto">
          <a:xfrm>
            <a:off x="5742507" y="2042719"/>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AS</a:t>
            </a:r>
            <a:r>
              <a:rPr lang="en-US" altLang="zh-CN" sz="1400" b="1" baseline="-25000">
                <a:latin typeface="微软雅黑" panose="020B0503020204020204" pitchFamily="34" charset="-122"/>
                <a:ea typeface="微软雅黑" panose="020B0503020204020204" pitchFamily="34" charset="-122"/>
              </a:rPr>
              <a:t>3</a:t>
            </a:r>
          </a:p>
        </p:txBody>
      </p:sp>
      <p:sp>
        <p:nvSpPr>
          <p:cNvPr id="82" name="Text Box 175">
            <a:extLst>
              <a:ext uri="{FF2B5EF4-FFF2-40B4-BE49-F238E27FC236}">
                <a16:creationId xmlns:a16="http://schemas.microsoft.com/office/drawing/2014/main" id="{3095F663-1A3E-11DD-CA3F-B23BA2C56534}"/>
              </a:ext>
            </a:extLst>
          </p:cNvPr>
          <p:cNvSpPr txBox="1">
            <a:spLocks noChangeArrowheads="1"/>
          </p:cNvSpPr>
          <p:nvPr/>
        </p:nvSpPr>
        <p:spPr bwMode="auto">
          <a:xfrm>
            <a:off x="2097111" y="2042719"/>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AS</a:t>
            </a:r>
            <a:r>
              <a:rPr lang="en-US" altLang="zh-CN" sz="1400" b="1" baseline="-25000">
                <a:latin typeface="微软雅黑" panose="020B0503020204020204" pitchFamily="34" charset="-122"/>
                <a:ea typeface="微软雅黑" panose="020B0503020204020204" pitchFamily="34" charset="-122"/>
              </a:rPr>
              <a:t>2</a:t>
            </a:r>
          </a:p>
        </p:txBody>
      </p:sp>
    </p:spTree>
    <p:extLst>
      <p:ext uri="{BB962C8B-B14F-4D97-AF65-F5344CB8AC3E}">
        <p14:creationId xmlns:p14="http://schemas.microsoft.com/office/powerpoint/2010/main" val="1859025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49"/>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50"/>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51"/>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1000" fill="hold"/>
                                        <p:tgtEl>
                                          <p:spTgt spid="148"/>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3000" fill="hold" grpId="0" nodeType="clickEffect">
                                  <p:stCondLst>
                                    <p:cond delay="0"/>
                                  </p:stCondLst>
                                  <p:childTnLst>
                                    <p:anim calcmode="discrete" valueType="str">
                                      <p:cBhvr>
                                        <p:cTn id="18" dur="1000" fill="hold"/>
                                        <p:tgtEl>
                                          <p:spTgt spid="147"/>
                                        </p:tgtEl>
                                        <p:attrNameLst>
                                          <p:attrName>style.visibility</p:attrName>
                                        </p:attrNameLst>
                                      </p:cBhvr>
                                      <p:tavLst>
                                        <p:tav tm="0">
                                          <p:val>
                                            <p:strVal val="hidden"/>
                                          </p:val>
                                        </p:tav>
                                        <p:tav tm="50000">
                                          <p:val>
                                            <p:strVal val="visible"/>
                                          </p:val>
                                        </p:tav>
                                      </p:tavLst>
                                    </p:anim>
                                  </p:childTnLst>
                                </p:cTn>
                              </p:par>
                              <p:par>
                                <p:cTn id="19" presetID="35" presetClass="emph" presetSubtype="0" repeatCount="3000" fill="hold" nodeType="withEffect">
                                  <p:stCondLst>
                                    <p:cond delay="0"/>
                                  </p:stCondLst>
                                  <p:childTnLst>
                                    <p:anim calcmode="discrete" valueType="str">
                                      <p:cBhvr>
                                        <p:cTn id="20" dur="1000" fill="hold"/>
                                        <p:tgtEl>
                                          <p:spTgt spid="83"/>
                                        </p:tgtEl>
                                        <p:attrNameLst>
                                          <p:attrName>style.visibility</p:attrName>
                                        </p:attrNameLst>
                                      </p:cBhvr>
                                      <p:tavLst>
                                        <p:tav tm="0">
                                          <p:val>
                                            <p:strVal val="hidden"/>
                                          </p:val>
                                        </p:tav>
                                        <p:tav tm="50000">
                                          <p:val>
                                            <p:strVal val="visible"/>
                                          </p:val>
                                        </p:tav>
                                      </p:tavLst>
                                    </p:anim>
                                  </p:childTnLst>
                                </p:cTn>
                              </p:par>
                            </p:childTnLst>
                          </p:cTn>
                        </p:par>
                      </p:childTnLst>
                    </p:cTn>
                  </p:par>
                  <p:par>
                    <p:cTn id="21" fill="hold">
                      <p:stCondLst>
                        <p:cond delay="indefinite"/>
                      </p:stCondLst>
                      <p:childTnLst>
                        <p:par>
                          <p:cTn id="22" fill="hold">
                            <p:stCondLst>
                              <p:cond delay="0"/>
                            </p:stCondLst>
                            <p:childTnLst>
                              <p:par>
                                <p:cTn id="23" presetID="35" presetClass="emph" presetSubtype="0" repeatCount="3000" fill="hold" grpId="0" nodeType="clickEffect">
                                  <p:stCondLst>
                                    <p:cond delay="0"/>
                                  </p:stCondLst>
                                  <p:childTnLst>
                                    <p:anim calcmode="discrete" valueType="str">
                                      <p:cBhvr>
                                        <p:cTn id="24" dur="1000" fill="hold"/>
                                        <p:tgtEl>
                                          <p:spTgt spid="145"/>
                                        </p:tgtEl>
                                        <p:attrNameLst>
                                          <p:attrName>style.visibility</p:attrName>
                                        </p:attrNameLst>
                                      </p:cBhvr>
                                      <p:tavLst>
                                        <p:tav tm="0">
                                          <p:val>
                                            <p:strVal val="hidden"/>
                                          </p:val>
                                        </p:tav>
                                        <p:tav tm="50000">
                                          <p:val>
                                            <p:strVal val="visible"/>
                                          </p:val>
                                        </p:tav>
                                      </p:tavLst>
                                    </p:anim>
                                  </p:childTnLst>
                                </p:cTn>
                              </p:par>
                            </p:childTnLst>
                          </p:cTn>
                        </p:par>
                      </p:childTnLst>
                    </p:cTn>
                  </p:par>
                  <p:par>
                    <p:cTn id="25" fill="hold">
                      <p:stCondLst>
                        <p:cond delay="indefinite"/>
                      </p:stCondLst>
                      <p:childTnLst>
                        <p:par>
                          <p:cTn id="26" fill="hold">
                            <p:stCondLst>
                              <p:cond delay="0"/>
                            </p:stCondLst>
                            <p:childTnLst>
                              <p:par>
                                <p:cTn id="27" presetID="35" presetClass="emph" presetSubtype="0" repeatCount="3000" fill="hold" nodeType="clickEffect">
                                  <p:stCondLst>
                                    <p:cond delay="0"/>
                                  </p:stCondLst>
                                  <p:childTnLst>
                                    <p:anim calcmode="discrete" valueType="str">
                                      <p:cBhvr>
                                        <p:cTn id="28"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29" fill="hold">
                      <p:stCondLst>
                        <p:cond delay="indefinite"/>
                      </p:stCondLst>
                      <p:childTnLst>
                        <p:par>
                          <p:cTn id="30" fill="hold">
                            <p:stCondLst>
                              <p:cond delay="0"/>
                            </p:stCondLst>
                            <p:childTnLst>
                              <p:par>
                                <p:cTn id="31" presetID="35" presetClass="emph" presetSubtype="0" repeatCount="3000" fill="hold" grpId="0" nodeType="clickEffect">
                                  <p:stCondLst>
                                    <p:cond delay="0"/>
                                  </p:stCondLst>
                                  <p:childTnLst>
                                    <p:anim calcmode="discrete" valueType="str">
                                      <p:cBhvr>
                                        <p:cTn id="32" dur="1000" fill="hold"/>
                                        <p:tgtEl>
                                          <p:spTgt spid="152"/>
                                        </p:tgtEl>
                                        <p:attrNameLst>
                                          <p:attrName>style.visibility</p:attrName>
                                        </p:attrNameLst>
                                      </p:cBhvr>
                                      <p:tavLst>
                                        <p:tav tm="0">
                                          <p:val>
                                            <p:strVal val="hidden"/>
                                          </p:val>
                                        </p:tav>
                                        <p:tav tm="50000">
                                          <p:val>
                                            <p:strVal val="visible"/>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nodeType="clickEffect">
                                  <p:stCondLst>
                                    <p:cond delay="0"/>
                                  </p:stCondLst>
                                  <p:childTnLst>
                                    <p:set>
                                      <p:cBhvr>
                                        <p:cTn id="36" dur="1" fill="hold">
                                          <p:stCondLst>
                                            <p:cond delay="0"/>
                                          </p:stCondLst>
                                        </p:cTn>
                                        <p:tgtEl>
                                          <p:spTgt spid="197">
                                            <p:txEl>
                                              <p:pRg st="2" end="2"/>
                                            </p:txEl>
                                          </p:spTgt>
                                        </p:tgtEl>
                                        <p:attrNameLst>
                                          <p:attrName>style.visibility</p:attrName>
                                        </p:attrNameLst>
                                      </p:cBhvr>
                                      <p:to>
                                        <p:strVal val="visible"/>
                                      </p:to>
                                    </p:set>
                                    <p:animEffect transition="in" filter="fade">
                                      <p:cBhvr>
                                        <p:cTn id="37" dur="1000"/>
                                        <p:tgtEl>
                                          <p:spTgt spid="197">
                                            <p:txEl>
                                              <p:pRg st="2" end="2"/>
                                            </p:txEl>
                                          </p:spTgt>
                                        </p:tgtEl>
                                      </p:cBhvr>
                                    </p:animEffect>
                                    <p:anim calcmode="lin" valueType="num">
                                      <p:cBhvr>
                                        <p:cTn id="38" dur="1000" fill="hold"/>
                                        <p:tgtEl>
                                          <p:spTgt spid="197">
                                            <p:txEl>
                                              <p:pRg st="2" end="2"/>
                                            </p:txEl>
                                          </p:spTgt>
                                        </p:tgtEl>
                                        <p:attrNameLst>
                                          <p:attrName>ppt_x</p:attrName>
                                        </p:attrNameLst>
                                      </p:cBhvr>
                                      <p:tavLst>
                                        <p:tav tm="0">
                                          <p:val>
                                            <p:strVal val="#ppt_x"/>
                                          </p:val>
                                        </p:tav>
                                        <p:tav tm="100000">
                                          <p:val>
                                            <p:strVal val="#ppt_x"/>
                                          </p:val>
                                        </p:tav>
                                      </p:tavLst>
                                    </p:anim>
                                    <p:anim calcmode="lin" valueType="num">
                                      <p:cBhvr>
                                        <p:cTn id="39" dur="1000" fill="hold"/>
                                        <p:tgtEl>
                                          <p:spTgt spid="197">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p:bldP spid="147" grpId="0" animBg="1"/>
      <p:bldP spid="148" grpId="0"/>
      <p:bldP spid="149" grpId="0"/>
      <p:bldP spid="150" grpId="0"/>
      <p:bldP spid="151" grpId="0"/>
      <p:bldP spid="152" grpId="0"/>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F0698D-E922-B596-D95A-4325A9393B45}"/>
            </a:ext>
          </a:extLst>
        </p:cNvPr>
        <p:cNvGrpSpPr/>
        <p:nvPr/>
      </p:nvGrpSpPr>
      <p:grpSpPr>
        <a:xfrm>
          <a:off x="0" y="0"/>
          <a:ext cx="0" cy="0"/>
          <a:chOff x="0" y="0"/>
          <a:chExt cx="0" cy="0"/>
        </a:xfrm>
      </p:grpSpPr>
      <p:sp>
        <p:nvSpPr>
          <p:cNvPr id="154" name="圆角矩形 153">
            <a:extLst>
              <a:ext uri="{FF2B5EF4-FFF2-40B4-BE49-F238E27FC236}">
                <a16:creationId xmlns:a16="http://schemas.microsoft.com/office/drawing/2014/main" id="{F1D544B2-13D9-5902-A11A-514F83471303}"/>
              </a:ext>
            </a:extLst>
          </p:cNvPr>
          <p:cNvSpPr/>
          <p:nvPr/>
        </p:nvSpPr>
        <p:spPr>
          <a:xfrm>
            <a:off x="545145" y="1052857"/>
            <a:ext cx="8053712" cy="215216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a:extLst>
              <a:ext uri="{FF2B5EF4-FFF2-40B4-BE49-F238E27FC236}">
                <a16:creationId xmlns:a16="http://schemas.microsoft.com/office/drawing/2014/main" id="{6AAD69DF-7E15-3504-601A-54980BF5D259}"/>
              </a:ext>
            </a:extLst>
          </p:cNvPr>
          <p:cNvSpPr>
            <a:spLocks noChangeArrowheads="1"/>
          </p:cNvSpPr>
          <p:nvPr/>
        </p:nvSpPr>
        <p:spPr bwMode="auto">
          <a:xfrm>
            <a:off x="545144" y="615845"/>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6E7E372D-DDC3-1F8C-5125-6D4E428D59C7}"/>
              </a:ext>
            </a:extLst>
          </p:cNvPr>
          <p:cNvSpPr>
            <a:spLocks noChangeArrowheads="1"/>
          </p:cNvSpPr>
          <p:nvPr/>
        </p:nvSpPr>
        <p:spPr bwMode="auto">
          <a:xfrm>
            <a:off x="1941968" y="58263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三种不同的自治系统 </a:t>
            </a:r>
            <a:r>
              <a:rPr lang="en-US" altLang="zh-CN" sz="2000" b="1" dirty="0">
                <a:solidFill>
                  <a:schemeClr val="bg1"/>
                </a:solidFill>
                <a:latin typeface="微软雅黑" pitchFamily="34" charset="-122"/>
                <a:ea typeface="微软雅黑" pitchFamily="34" charset="-122"/>
              </a:rPr>
              <a:t>AS</a:t>
            </a:r>
            <a:endParaRPr lang="zh-CN" altLang="en-US" sz="2000" b="1" dirty="0">
              <a:solidFill>
                <a:schemeClr val="bg1"/>
              </a:solidFill>
              <a:latin typeface="微软雅黑" pitchFamily="34" charset="-122"/>
              <a:ea typeface="微软雅黑" pitchFamily="34" charset="-122"/>
            </a:endParaRPr>
          </a:p>
        </p:txBody>
      </p:sp>
      <p:sp>
        <p:nvSpPr>
          <p:cNvPr id="197" name="矩形 196">
            <a:extLst>
              <a:ext uri="{FF2B5EF4-FFF2-40B4-BE49-F238E27FC236}">
                <a16:creationId xmlns:a16="http://schemas.microsoft.com/office/drawing/2014/main" id="{BE2C4E34-9F9F-CCDE-522C-18C6F043770F}"/>
              </a:ext>
            </a:extLst>
          </p:cNvPr>
          <p:cNvSpPr/>
          <p:nvPr/>
        </p:nvSpPr>
        <p:spPr>
          <a:xfrm>
            <a:off x="631134" y="3226779"/>
            <a:ext cx="8125998" cy="874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50000"/>
              </a:lnSpc>
            </a:pPr>
            <a:r>
              <a:rPr kumimoji="1" lang="zh-CN" altLang="en-US" b="1" kern="500" dirty="0">
                <a:solidFill>
                  <a:srgbClr val="0000FF"/>
                </a:solidFill>
                <a:latin typeface="微软雅黑" panose="020B0503020204020204" pitchFamily="34" charset="-122"/>
                <a:ea typeface="微软雅黑" panose="020B0503020204020204" pitchFamily="34" charset="-122"/>
              </a:rPr>
              <a:t>穿越 </a:t>
            </a:r>
            <a:r>
              <a:rPr kumimoji="1" lang="en-US" altLang="zh-CN" b="1" kern="500" dirty="0">
                <a:solidFill>
                  <a:srgbClr val="0000FF"/>
                </a:solidFill>
                <a:latin typeface="微软雅黑" panose="020B0503020204020204" pitchFamily="34" charset="-122"/>
                <a:ea typeface="微软雅黑" panose="020B0503020204020204" pitchFamily="34" charset="-122"/>
              </a:rPr>
              <a:t>AS</a:t>
            </a:r>
            <a:r>
              <a:rPr kumimoji="1" lang="zh-CN" altLang="en-US" b="1" kern="500" dirty="0">
                <a:latin typeface="微软雅黑" panose="020B0503020204020204" pitchFamily="34" charset="-122"/>
                <a:ea typeface="微软雅黑" panose="020B0503020204020204" pitchFamily="34" charset="-122"/>
              </a:rPr>
              <a:t>：为其他 </a:t>
            </a:r>
            <a:r>
              <a:rPr kumimoji="1" lang="en-US" altLang="zh-CN" b="1" kern="500" dirty="0">
                <a:latin typeface="微软雅黑" panose="020B0503020204020204" pitchFamily="34" charset="-122"/>
                <a:ea typeface="微软雅黑" panose="020B0503020204020204" pitchFamily="34" charset="-122"/>
              </a:rPr>
              <a:t>AS </a:t>
            </a:r>
            <a:r>
              <a:rPr kumimoji="1" lang="zh-CN" altLang="en-US" b="1" kern="500" dirty="0">
                <a:latin typeface="微软雅黑" panose="020B0503020204020204" pitchFamily="34" charset="-122"/>
                <a:ea typeface="微软雅黑" panose="020B0503020204020204" pitchFamily="34" charset="-122"/>
              </a:rPr>
              <a:t>有偿转发分组。</a:t>
            </a:r>
            <a:endParaRPr kumimoji="1" lang="en-US" altLang="zh-CN" b="1" kern="500" dirty="0">
              <a:latin typeface="微软雅黑" panose="020B0503020204020204" pitchFamily="34" charset="-122"/>
              <a:ea typeface="微软雅黑" panose="020B0503020204020204" pitchFamily="34" charset="-122"/>
            </a:endParaRPr>
          </a:p>
          <a:p>
            <a:pPr>
              <a:lnSpc>
                <a:spcPct val="150000"/>
              </a:lnSpc>
            </a:pPr>
            <a:r>
              <a:rPr kumimoji="1" lang="zh-CN" altLang="en-US" b="1" kern="500" dirty="0">
                <a:solidFill>
                  <a:srgbClr val="C00000"/>
                </a:solidFill>
                <a:latin typeface="微软雅黑" panose="020B0503020204020204" pitchFamily="34" charset="-122"/>
                <a:ea typeface="微软雅黑" panose="020B0503020204020204" pitchFamily="34" charset="-122"/>
              </a:rPr>
              <a:t>对等 </a:t>
            </a:r>
            <a:r>
              <a:rPr kumimoji="1" lang="en-US" altLang="zh-CN" b="1" kern="500" dirty="0">
                <a:solidFill>
                  <a:srgbClr val="C00000"/>
                </a:solidFill>
                <a:latin typeface="微软雅黑" panose="020B0503020204020204" pitchFamily="34" charset="-122"/>
                <a:ea typeface="微软雅黑" panose="020B0503020204020204" pitchFamily="34" charset="-122"/>
              </a:rPr>
              <a:t>AS</a:t>
            </a:r>
            <a:r>
              <a:rPr kumimoji="1" lang="zh-CN" altLang="en-US" b="1" kern="500" dirty="0">
                <a:latin typeface="微软雅黑" panose="020B0503020204020204" pitchFamily="34" charset="-122"/>
                <a:ea typeface="微软雅黑" panose="020B0503020204020204" pitchFamily="34" charset="-122"/>
              </a:rPr>
              <a:t>：经过事先协商的两个 </a:t>
            </a:r>
            <a:r>
              <a:rPr kumimoji="1" lang="en-US" altLang="zh-CN" b="1" kern="500" dirty="0">
                <a:latin typeface="微软雅黑" panose="020B0503020204020204" pitchFamily="34" charset="-122"/>
                <a:ea typeface="微软雅黑" panose="020B0503020204020204" pitchFamily="34" charset="-122"/>
              </a:rPr>
              <a:t>AS</a:t>
            </a:r>
            <a:r>
              <a:rPr kumimoji="1" lang="zh-CN" altLang="en-US" b="1" kern="500" dirty="0">
                <a:latin typeface="微软雅黑" panose="020B0503020204020204" pitchFamily="34" charset="-122"/>
                <a:ea typeface="微软雅黑" panose="020B0503020204020204" pitchFamily="34" charset="-122"/>
              </a:rPr>
              <a:t>，彼此之间的发送或接收分组都不收费。</a:t>
            </a:r>
            <a:endParaRPr kumimoji="1" lang="en-US" altLang="zh-CN" b="1" kern="500" dirty="0">
              <a:latin typeface="微软雅黑" panose="020B0503020204020204" pitchFamily="34" charset="-122"/>
              <a:ea typeface="微软雅黑" panose="020B0503020204020204" pitchFamily="34" charset="-122"/>
            </a:endParaRPr>
          </a:p>
        </p:txBody>
      </p:sp>
      <p:sp>
        <p:nvSpPr>
          <p:cNvPr id="5" name="Line 154">
            <a:extLst>
              <a:ext uri="{FF2B5EF4-FFF2-40B4-BE49-F238E27FC236}">
                <a16:creationId xmlns:a16="http://schemas.microsoft.com/office/drawing/2014/main" id="{C938172C-CABB-1076-BEB8-233B491859AB}"/>
              </a:ext>
            </a:extLst>
          </p:cNvPr>
          <p:cNvSpPr>
            <a:spLocks noChangeShapeType="1"/>
          </p:cNvSpPr>
          <p:nvPr/>
        </p:nvSpPr>
        <p:spPr bwMode="auto">
          <a:xfrm flipV="1">
            <a:off x="4635971" y="1495571"/>
            <a:ext cx="1237138" cy="543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154">
            <a:extLst>
              <a:ext uri="{FF2B5EF4-FFF2-40B4-BE49-F238E27FC236}">
                <a16:creationId xmlns:a16="http://schemas.microsoft.com/office/drawing/2014/main" id="{A182EB86-40A7-6466-B69E-6503709C1BE2}"/>
              </a:ext>
            </a:extLst>
          </p:cNvPr>
          <p:cNvSpPr>
            <a:spLocks noChangeShapeType="1"/>
          </p:cNvSpPr>
          <p:nvPr/>
        </p:nvSpPr>
        <p:spPr bwMode="auto">
          <a:xfrm>
            <a:off x="2553503" y="1440011"/>
            <a:ext cx="1106535" cy="1099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 name="Line 154">
            <a:extLst>
              <a:ext uri="{FF2B5EF4-FFF2-40B4-BE49-F238E27FC236}">
                <a16:creationId xmlns:a16="http://schemas.microsoft.com/office/drawing/2014/main" id="{97F19FFD-1FE9-AC20-D823-E27EFE4F1297}"/>
              </a:ext>
            </a:extLst>
          </p:cNvPr>
          <p:cNvSpPr>
            <a:spLocks noChangeShapeType="1"/>
          </p:cNvSpPr>
          <p:nvPr/>
        </p:nvSpPr>
        <p:spPr bwMode="auto">
          <a:xfrm>
            <a:off x="2682671" y="2316896"/>
            <a:ext cx="1367740" cy="5483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54">
            <a:extLst>
              <a:ext uri="{FF2B5EF4-FFF2-40B4-BE49-F238E27FC236}">
                <a16:creationId xmlns:a16="http://schemas.microsoft.com/office/drawing/2014/main" id="{189D4A07-E244-4F70-C6FE-C13C7C74EF5E}"/>
              </a:ext>
            </a:extLst>
          </p:cNvPr>
          <p:cNvSpPr>
            <a:spLocks noChangeShapeType="1"/>
          </p:cNvSpPr>
          <p:nvPr/>
        </p:nvSpPr>
        <p:spPr bwMode="auto">
          <a:xfrm flipV="1">
            <a:off x="2292298" y="2316896"/>
            <a:ext cx="66019" cy="49279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54">
            <a:extLst>
              <a:ext uri="{FF2B5EF4-FFF2-40B4-BE49-F238E27FC236}">
                <a16:creationId xmlns:a16="http://schemas.microsoft.com/office/drawing/2014/main" id="{4BE6A50B-39D6-D2BA-B6DD-D9F3FFB091E4}"/>
              </a:ext>
            </a:extLst>
          </p:cNvPr>
          <p:cNvSpPr>
            <a:spLocks noChangeShapeType="1"/>
          </p:cNvSpPr>
          <p:nvPr/>
        </p:nvSpPr>
        <p:spPr bwMode="auto">
          <a:xfrm flipH="1" flipV="1">
            <a:off x="5937693" y="2372456"/>
            <a:ext cx="66019" cy="4372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4">
            <a:extLst>
              <a:ext uri="{FF2B5EF4-FFF2-40B4-BE49-F238E27FC236}">
                <a16:creationId xmlns:a16="http://schemas.microsoft.com/office/drawing/2014/main" id="{48806D5B-61A0-BF65-47B6-56FD861F9798}"/>
              </a:ext>
            </a:extLst>
          </p:cNvPr>
          <p:cNvSpPr>
            <a:spLocks noChangeShapeType="1"/>
          </p:cNvSpPr>
          <p:nvPr/>
        </p:nvSpPr>
        <p:spPr bwMode="auto">
          <a:xfrm flipV="1">
            <a:off x="4310182" y="2316896"/>
            <a:ext cx="1432325" cy="5483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55">
            <a:extLst>
              <a:ext uri="{FF2B5EF4-FFF2-40B4-BE49-F238E27FC236}">
                <a16:creationId xmlns:a16="http://schemas.microsoft.com/office/drawing/2014/main" id="{A76F8FCA-1536-647A-4806-BB881F77A7EB}"/>
              </a:ext>
            </a:extLst>
          </p:cNvPr>
          <p:cNvSpPr>
            <a:spLocks noChangeShapeType="1"/>
          </p:cNvSpPr>
          <p:nvPr/>
        </p:nvSpPr>
        <p:spPr bwMode="auto">
          <a:xfrm>
            <a:off x="4716342" y="1607131"/>
            <a:ext cx="961581" cy="49114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54">
            <a:extLst>
              <a:ext uri="{FF2B5EF4-FFF2-40B4-BE49-F238E27FC236}">
                <a16:creationId xmlns:a16="http://schemas.microsoft.com/office/drawing/2014/main" id="{D48474FF-E3A2-18AF-9E26-2929FA8E662B}"/>
              </a:ext>
            </a:extLst>
          </p:cNvPr>
          <p:cNvSpPr>
            <a:spLocks noChangeShapeType="1"/>
          </p:cNvSpPr>
          <p:nvPr/>
        </p:nvSpPr>
        <p:spPr bwMode="auto">
          <a:xfrm flipV="1">
            <a:off x="2553503" y="1604276"/>
            <a:ext cx="1040516" cy="49400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0" name="Group 206">
            <a:extLst>
              <a:ext uri="{FF2B5EF4-FFF2-40B4-BE49-F238E27FC236}">
                <a16:creationId xmlns:a16="http://schemas.microsoft.com/office/drawing/2014/main" id="{B36EF585-0501-1775-7586-998AEE6AB706}"/>
              </a:ext>
            </a:extLst>
          </p:cNvPr>
          <p:cNvGrpSpPr>
            <a:grpSpLocks/>
          </p:cNvGrpSpPr>
          <p:nvPr/>
        </p:nvGrpSpPr>
        <p:grpSpPr bwMode="auto">
          <a:xfrm>
            <a:off x="3203646" y="1274539"/>
            <a:ext cx="1758114" cy="60270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 name="Oval 207">
              <a:extLst>
                <a:ext uri="{FF2B5EF4-FFF2-40B4-BE49-F238E27FC236}">
                  <a16:creationId xmlns:a16="http://schemas.microsoft.com/office/drawing/2014/main" id="{AC0332A5-9DC7-DF68-1933-314402481675}"/>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2" name="Oval 208">
              <a:extLst>
                <a:ext uri="{FF2B5EF4-FFF2-40B4-BE49-F238E27FC236}">
                  <a16:creationId xmlns:a16="http://schemas.microsoft.com/office/drawing/2014/main" id="{F4858B2C-4A6A-5B3B-A282-4C37C7CFE148}"/>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 name="Oval 209">
              <a:extLst>
                <a:ext uri="{FF2B5EF4-FFF2-40B4-BE49-F238E27FC236}">
                  <a16:creationId xmlns:a16="http://schemas.microsoft.com/office/drawing/2014/main" id="{6CD12DA8-2A8F-710F-BB88-3061A2029B43}"/>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 name="Oval 210">
              <a:extLst>
                <a:ext uri="{FF2B5EF4-FFF2-40B4-BE49-F238E27FC236}">
                  <a16:creationId xmlns:a16="http://schemas.microsoft.com/office/drawing/2014/main" id="{43245868-6686-01E7-39BD-F0C6A620A938}"/>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Oval 211">
              <a:extLst>
                <a:ext uri="{FF2B5EF4-FFF2-40B4-BE49-F238E27FC236}">
                  <a16:creationId xmlns:a16="http://schemas.microsoft.com/office/drawing/2014/main" id="{414A8F14-2682-9E40-E713-914B88318C39}"/>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Oval 212">
              <a:extLst>
                <a:ext uri="{FF2B5EF4-FFF2-40B4-BE49-F238E27FC236}">
                  <a16:creationId xmlns:a16="http://schemas.microsoft.com/office/drawing/2014/main" id="{51071839-AF28-C59C-2FD0-5B389F48FF63}"/>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 name="Oval 213">
              <a:extLst>
                <a:ext uri="{FF2B5EF4-FFF2-40B4-BE49-F238E27FC236}">
                  <a16:creationId xmlns:a16="http://schemas.microsoft.com/office/drawing/2014/main" id="{27F61EA0-171A-D1DB-3AE0-81E48A43B216}"/>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 name="Oval 214">
              <a:extLst>
                <a:ext uri="{FF2B5EF4-FFF2-40B4-BE49-F238E27FC236}">
                  <a16:creationId xmlns:a16="http://schemas.microsoft.com/office/drawing/2014/main" id="{38B473B3-3724-53B9-529E-5A371F39E178}"/>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 name="Oval 215">
              <a:extLst>
                <a:ext uri="{FF2B5EF4-FFF2-40B4-BE49-F238E27FC236}">
                  <a16:creationId xmlns:a16="http://schemas.microsoft.com/office/drawing/2014/main" id="{68606EA4-5C86-3422-7618-A113D7A6DF97}"/>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50" name="Group 216">
              <a:extLst>
                <a:ext uri="{FF2B5EF4-FFF2-40B4-BE49-F238E27FC236}">
                  <a16:creationId xmlns:a16="http://schemas.microsoft.com/office/drawing/2014/main" id="{E5652BB0-4D8C-FBB1-5F49-85849C6F7CAE}"/>
                </a:ext>
              </a:extLst>
            </p:cNvPr>
            <p:cNvGrpSpPr>
              <a:grpSpLocks/>
            </p:cNvGrpSpPr>
            <p:nvPr/>
          </p:nvGrpSpPr>
          <p:grpSpPr bwMode="auto">
            <a:xfrm>
              <a:off x="912" y="768"/>
              <a:ext cx="2386" cy="1553"/>
              <a:chOff x="912" y="768"/>
              <a:chExt cx="2386" cy="1553"/>
            </a:xfrm>
            <a:grpFill/>
          </p:grpSpPr>
          <p:sp>
            <p:nvSpPr>
              <p:cNvPr id="51" name="Oval 217">
                <a:extLst>
                  <a:ext uri="{FF2B5EF4-FFF2-40B4-BE49-F238E27FC236}">
                    <a16:creationId xmlns:a16="http://schemas.microsoft.com/office/drawing/2014/main" id="{1C3C863B-A742-A69E-7A28-5BEFCADB2088}"/>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 name="Oval 218">
                <a:extLst>
                  <a:ext uri="{FF2B5EF4-FFF2-40B4-BE49-F238E27FC236}">
                    <a16:creationId xmlns:a16="http://schemas.microsoft.com/office/drawing/2014/main" id="{DFB615FC-CB1E-9CA0-0034-F7023445207A}"/>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3" name="Oval 219">
                <a:extLst>
                  <a:ext uri="{FF2B5EF4-FFF2-40B4-BE49-F238E27FC236}">
                    <a16:creationId xmlns:a16="http://schemas.microsoft.com/office/drawing/2014/main" id="{C7D6515F-4EC6-3DA7-6369-1E7BEA654059}"/>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 name="Oval 220">
                <a:extLst>
                  <a:ext uri="{FF2B5EF4-FFF2-40B4-BE49-F238E27FC236}">
                    <a16:creationId xmlns:a16="http://schemas.microsoft.com/office/drawing/2014/main" id="{1537AD90-3F31-14A4-2874-5474171C1428}"/>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 name="Oval 221">
                <a:extLst>
                  <a:ext uri="{FF2B5EF4-FFF2-40B4-BE49-F238E27FC236}">
                    <a16:creationId xmlns:a16="http://schemas.microsoft.com/office/drawing/2014/main" id="{DB5DA712-D325-F9E5-19A5-FC0595D765D5}"/>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6" name="Oval 222">
                <a:extLst>
                  <a:ext uri="{FF2B5EF4-FFF2-40B4-BE49-F238E27FC236}">
                    <a16:creationId xmlns:a16="http://schemas.microsoft.com/office/drawing/2014/main" id="{FF755B99-F2D9-DA47-68C1-777A3137C83C}"/>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 name="Oval 223">
                <a:extLst>
                  <a:ext uri="{FF2B5EF4-FFF2-40B4-BE49-F238E27FC236}">
                    <a16:creationId xmlns:a16="http://schemas.microsoft.com/office/drawing/2014/main" id="{2039B089-F92A-3981-06F4-980E04D3ED33}"/>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 name="Oval 224">
                <a:extLst>
                  <a:ext uri="{FF2B5EF4-FFF2-40B4-BE49-F238E27FC236}">
                    <a16:creationId xmlns:a16="http://schemas.microsoft.com/office/drawing/2014/main" id="{A8949B95-A4BB-F3C5-4E09-253AD6393372}"/>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 name="Oval 225">
                <a:extLst>
                  <a:ext uri="{FF2B5EF4-FFF2-40B4-BE49-F238E27FC236}">
                    <a16:creationId xmlns:a16="http://schemas.microsoft.com/office/drawing/2014/main" id="{77980385-FCC5-DB84-432E-F8798242C9C4}"/>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0" name="Text Box 173">
            <a:extLst>
              <a:ext uri="{FF2B5EF4-FFF2-40B4-BE49-F238E27FC236}">
                <a16:creationId xmlns:a16="http://schemas.microsoft.com/office/drawing/2014/main" id="{DBCF1417-1BEF-288C-3815-F08A119F0D69}"/>
              </a:ext>
            </a:extLst>
          </p:cNvPr>
          <p:cNvSpPr txBox="1">
            <a:spLocks noChangeArrowheads="1"/>
          </p:cNvSpPr>
          <p:nvPr/>
        </p:nvSpPr>
        <p:spPr bwMode="auto">
          <a:xfrm>
            <a:off x="3912602" y="1360763"/>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cxnSp>
        <p:nvCxnSpPr>
          <p:cNvPr id="83" name="直接箭头连接符 329">
            <a:extLst>
              <a:ext uri="{FF2B5EF4-FFF2-40B4-BE49-F238E27FC236}">
                <a16:creationId xmlns:a16="http://schemas.microsoft.com/office/drawing/2014/main" id="{E88EE8B1-6D08-BEF2-54E6-BAF907A8FA1F}"/>
              </a:ext>
            </a:extLst>
          </p:cNvPr>
          <p:cNvCxnSpPr>
            <a:cxnSpLocks noChangeShapeType="1"/>
          </p:cNvCxnSpPr>
          <p:nvPr/>
        </p:nvCxnSpPr>
        <p:spPr bwMode="auto">
          <a:xfrm flipV="1">
            <a:off x="2928089" y="2093802"/>
            <a:ext cx="2419739" cy="7247"/>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grpSp>
        <p:nvGrpSpPr>
          <p:cNvPr id="84" name="Group 206">
            <a:extLst>
              <a:ext uri="{FF2B5EF4-FFF2-40B4-BE49-F238E27FC236}">
                <a16:creationId xmlns:a16="http://schemas.microsoft.com/office/drawing/2014/main" id="{047EFD4C-67B9-F804-F0FE-53A0A991E986}"/>
              </a:ext>
            </a:extLst>
          </p:cNvPr>
          <p:cNvGrpSpPr>
            <a:grpSpLocks/>
          </p:cNvGrpSpPr>
          <p:nvPr/>
        </p:nvGrpSpPr>
        <p:grpSpPr bwMode="auto">
          <a:xfrm>
            <a:off x="1901925" y="2700986"/>
            <a:ext cx="650143"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85" name="Oval 207">
              <a:extLst>
                <a:ext uri="{FF2B5EF4-FFF2-40B4-BE49-F238E27FC236}">
                  <a16:creationId xmlns:a16="http://schemas.microsoft.com/office/drawing/2014/main" id="{54D2C02D-62D2-8D4A-67CA-DDC4E8D0CC86}"/>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Oval 208">
              <a:extLst>
                <a:ext uri="{FF2B5EF4-FFF2-40B4-BE49-F238E27FC236}">
                  <a16:creationId xmlns:a16="http://schemas.microsoft.com/office/drawing/2014/main" id="{817CFF43-7727-BD99-5EEF-0CDEB8CC5EEB}"/>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Oval 209">
              <a:extLst>
                <a:ext uri="{FF2B5EF4-FFF2-40B4-BE49-F238E27FC236}">
                  <a16:creationId xmlns:a16="http://schemas.microsoft.com/office/drawing/2014/main" id="{FF38F438-6124-2904-0DBE-6EA7A6B3E5AE}"/>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Oval 210">
              <a:extLst>
                <a:ext uri="{FF2B5EF4-FFF2-40B4-BE49-F238E27FC236}">
                  <a16:creationId xmlns:a16="http://schemas.microsoft.com/office/drawing/2014/main" id="{6AE79624-2543-95C0-C826-F37ECD59ADE4}"/>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Oval 211">
              <a:extLst>
                <a:ext uri="{FF2B5EF4-FFF2-40B4-BE49-F238E27FC236}">
                  <a16:creationId xmlns:a16="http://schemas.microsoft.com/office/drawing/2014/main" id="{DE6E073D-2FAD-C440-9478-0FAC117B58F2}"/>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Oval 212">
              <a:extLst>
                <a:ext uri="{FF2B5EF4-FFF2-40B4-BE49-F238E27FC236}">
                  <a16:creationId xmlns:a16="http://schemas.microsoft.com/office/drawing/2014/main" id="{400FE68C-0379-EF69-5F92-1F82C8DB1B76}"/>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1" name="Oval 213">
              <a:extLst>
                <a:ext uri="{FF2B5EF4-FFF2-40B4-BE49-F238E27FC236}">
                  <a16:creationId xmlns:a16="http://schemas.microsoft.com/office/drawing/2014/main" id="{F2F1643D-16FD-83E7-2E10-1C8A3558F07E}"/>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2" name="Oval 214">
              <a:extLst>
                <a:ext uri="{FF2B5EF4-FFF2-40B4-BE49-F238E27FC236}">
                  <a16:creationId xmlns:a16="http://schemas.microsoft.com/office/drawing/2014/main" id="{5AD4BDA1-59E3-549B-7D47-57652CA2CA18}"/>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3" name="Oval 215">
              <a:extLst>
                <a:ext uri="{FF2B5EF4-FFF2-40B4-BE49-F238E27FC236}">
                  <a16:creationId xmlns:a16="http://schemas.microsoft.com/office/drawing/2014/main" id="{680F9CB7-81E3-E7F0-3F6F-78875549A391}"/>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94" name="Group 216">
              <a:extLst>
                <a:ext uri="{FF2B5EF4-FFF2-40B4-BE49-F238E27FC236}">
                  <a16:creationId xmlns:a16="http://schemas.microsoft.com/office/drawing/2014/main" id="{AEF1B83A-E73F-1619-E9CB-4825CA1F518D}"/>
                </a:ext>
              </a:extLst>
            </p:cNvPr>
            <p:cNvGrpSpPr>
              <a:grpSpLocks/>
            </p:cNvGrpSpPr>
            <p:nvPr/>
          </p:nvGrpSpPr>
          <p:grpSpPr bwMode="auto">
            <a:xfrm>
              <a:off x="912" y="768"/>
              <a:ext cx="2386" cy="1553"/>
              <a:chOff x="912" y="768"/>
              <a:chExt cx="2386" cy="1553"/>
            </a:xfrm>
            <a:grpFill/>
          </p:grpSpPr>
          <p:sp>
            <p:nvSpPr>
              <p:cNvPr id="95" name="Oval 217">
                <a:extLst>
                  <a:ext uri="{FF2B5EF4-FFF2-40B4-BE49-F238E27FC236}">
                    <a16:creationId xmlns:a16="http://schemas.microsoft.com/office/drawing/2014/main" id="{E9370188-B394-6964-C9FB-BA3170EFDDD1}"/>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6" name="Oval 218">
                <a:extLst>
                  <a:ext uri="{FF2B5EF4-FFF2-40B4-BE49-F238E27FC236}">
                    <a16:creationId xmlns:a16="http://schemas.microsoft.com/office/drawing/2014/main" id="{27626B41-530A-A72D-E927-00125D049E1A}"/>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7" name="Oval 219">
                <a:extLst>
                  <a:ext uri="{FF2B5EF4-FFF2-40B4-BE49-F238E27FC236}">
                    <a16:creationId xmlns:a16="http://schemas.microsoft.com/office/drawing/2014/main" id="{CF3C1EE1-2411-4E27-A7A6-DB0DE3B3EAA3}"/>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8" name="Oval 220">
                <a:extLst>
                  <a:ext uri="{FF2B5EF4-FFF2-40B4-BE49-F238E27FC236}">
                    <a16:creationId xmlns:a16="http://schemas.microsoft.com/office/drawing/2014/main" id="{F6C8624E-B470-B471-3602-1C92C2D4BFA5}"/>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9" name="Oval 221">
                <a:extLst>
                  <a:ext uri="{FF2B5EF4-FFF2-40B4-BE49-F238E27FC236}">
                    <a16:creationId xmlns:a16="http://schemas.microsoft.com/office/drawing/2014/main" id="{3A55B7DA-F572-C611-AD63-2EF57A6F5D3F}"/>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0" name="Oval 222">
                <a:extLst>
                  <a:ext uri="{FF2B5EF4-FFF2-40B4-BE49-F238E27FC236}">
                    <a16:creationId xmlns:a16="http://schemas.microsoft.com/office/drawing/2014/main" id="{925B4281-E659-0C5D-60DC-65EE7BD9D171}"/>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1" name="Oval 223">
                <a:extLst>
                  <a:ext uri="{FF2B5EF4-FFF2-40B4-BE49-F238E27FC236}">
                    <a16:creationId xmlns:a16="http://schemas.microsoft.com/office/drawing/2014/main" id="{0E6CCDC8-EDAC-8B99-A214-11B7974B0A6C}"/>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2" name="Oval 224">
                <a:extLst>
                  <a:ext uri="{FF2B5EF4-FFF2-40B4-BE49-F238E27FC236}">
                    <a16:creationId xmlns:a16="http://schemas.microsoft.com/office/drawing/2014/main" id="{D1E79E93-3C33-68EC-5927-C6FDC25B2ECB}"/>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3" name="Oval 225">
                <a:extLst>
                  <a:ext uri="{FF2B5EF4-FFF2-40B4-BE49-F238E27FC236}">
                    <a16:creationId xmlns:a16="http://schemas.microsoft.com/office/drawing/2014/main" id="{5CF9ABD6-2346-0C3A-81E4-5C489D1E4063}"/>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4" name="Group 206">
            <a:extLst>
              <a:ext uri="{FF2B5EF4-FFF2-40B4-BE49-F238E27FC236}">
                <a16:creationId xmlns:a16="http://schemas.microsoft.com/office/drawing/2014/main" id="{C8772532-8E79-71EF-1B85-DBDF32BFFDF9}"/>
              </a:ext>
            </a:extLst>
          </p:cNvPr>
          <p:cNvGrpSpPr>
            <a:grpSpLocks/>
          </p:cNvGrpSpPr>
          <p:nvPr/>
        </p:nvGrpSpPr>
        <p:grpSpPr bwMode="auto">
          <a:xfrm>
            <a:off x="3789206" y="2700986"/>
            <a:ext cx="651579"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05" name="Oval 207">
              <a:extLst>
                <a:ext uri="{FF2B5EF4-FFF2-40B4-BE49-F238E27FC236}">
                  <a16:creationId xmlns:a16="http://schemas.microsoft.com/office/drawing/2014/main" id="{C301AC56-B336-C4F6-CE85-234B8C08BDA9}"/>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6" name="Oval 208">
              <a:extLst>
                <a:ext uri="{FF2B5EF4-FFF2-40B4-BE49-F238E27FC236}">
                  <a16:creationId xmlns:a16="http://schemas.microsoft.com/office/drawing/2014/main" id="{36DADE3C-CCDA-735C-1C2D-75C080D66957}"/>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7" name="Oval 209">
              <a:extLst>
                <a:ext uri="{FF2B5EF4-FFF2-40B4-BE49-F238E27FC236}">
                  <a16:creationId xmlns:a16="http://schemas.microsoft.com/office/drawing/2014/main" id="{A90859FF-09FA-63D2-9A2D-8B4A25EEAF7A}"/>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8" name="Oval 210">
              <a:extLst>
                <a:ext uri="{FF2B5EF4-FFF2-40B4-BE49-F238E27FC236}">
                  <a16:creationId xmlns:a16="http://schemas.microsoft.com/office/drawing/2014/main" id="{17C28825-E11C-6591-718D-81483B6B7980}"/>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9" name="Oval 211">
              <a:extLst>
                <a:ext uri="{FF2B5EF4-FFF2-40B4-BE49-F238E27FC236}">
                  <a16:creationId xmlns:a16="http://schemas.microsoft.com/office/drawing/2014/main" id="{F4B4B655-5123-AD87-8202-E5F56283E74C}"/>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0" name="Oval 212">
              <a:extLst>
                <a:ext uri="{FF2B5EF4-FFF2-40B4-BE49-F238E27FC236}">
                  <a16:creationId xmlns:a16="http://schemas.microsoft.com/office/drawing/2014/main" id="{6C1FDD7A-BFA0-BFF4-AB68-6D8D8886F6C7}"/>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1" name="Oval 213">
              <a:extLst>
                <a:ext uri="{FF2B5EF4-FFF2-40B4-BE49-F238E27FC236}">
                  <a16:creationId xmlns:a16="http://schemas.microsoft.com/office/drawing/2014/main" id="{A48DC4C4-8457-F36A-57F2-48178AF0A7CC}"/>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2" name="Oval 214">
              <a:extLst>
                <a:ext uri="{FF2B5EF4-FFF2-40B4-BE49-F238E27FC236}">
                  <a16:creationId xmlns:a16="http://schemas.microsoft.com/office/drawing/2014/main" id="{A847FD67-F4E2-6CAF-0733-01D734244434}"/>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3" name="Oval 215">
              <a:extLst>
                <a:ext uri="{FF2B5EF4-FFF2-40B4-BE49-F238E27FC236}">
                  <a16:creationId xmlns:a16="http://schemas.microsoft.com/office/drawing/2014/main" id="{B0B9B874-A5C9-AF56-EEA6-363EA9967015}"/>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14" name="Group 216">
              <a:extLst>
                <a:ext uri="{FF2B5EF4-FFF2-40B4-BE49-F238E27FC236}">
                  <a16:creationId xmlns:a16="http://schemas.microsoft.com/office/drawing/2014/main" id="{B23380CA-ABAD-9DE6-D511-1DB653FB1C4E}"/>
                </a:ext>
              </a:extLst>
            </p:cNvPr>
            <p:cNvGrpSpPr>
              <a:grpSpLocks/>
            </p:cNvGrpSpPr>
            <p:nvPr/>
          </p:nvGrpSpPr>
          <p:grpSpPr bwMode="auto">
            <a:xfrm>
              <a:off x="912" y="768"/>
              <a:ext cx="2386" cy="1553"/>
              <a:chOff x="912" y="768"/>
              <a:chExt cx="2386" cy="1553"/>
            </a:xfrm>
            <a:grpFill/>
          </p:grpSpPr>
          <p:sp>
            <p:nvSpPr>
              <p:cNvPr id="115" name="Oval 217">
                <a:extLst>
                  <a:ext uri="{FF2B5EF4-FFF2-40B4-BE49-F238E27FC236}">
                    <a16:creationId xmlns:a16="http://schemas.microsoft.com/office/drawing/2014/main" id="{075FC317-7585-91BB-F693-CD02886372CC}"/>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6" name="Oval 218">
                <a:extLst>
                  <a:ext uri="{FF2B5EF4-FFF2-40B4-BE49-F238E27FC236}">
                    <a16:creationId xmlns:a16="http://schemas.microsoft.com/office/drawing/2014/main" id="{415C4FA9-B867-EB01-446B-082EB94C0635}"/>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7" name="Oval 219">
                <a:extLst>
                  <a:ext uri="{FF2B5EF4-FFF2-40B4-BE49-F238E27FC236}">
                    <a16:creationId xmlns:a16="http://schemas.microsoft.com/office/drawing/2014/main" id="{BA3B7745-BA38-34EF-20EB-6D731F6FA277}"/>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8" name="Oval 220">
                <a:extLst>
                  <a:ext uri="{FF2B5EF4-FFF2-40B4-BE49-F238E27FC236}">
                    <a16:creationId xmlns:a16="http://schemas.microsoft.com/office/drawing/2014/main" id="{8169FF5B-F430-2AFB-93F0-DCBE6A730CEB}"/>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9" name="Oval 221">
                <a:extLst>
                  <a:ext uri="{FF2B5EF4-FFF2-40B4-BE49-F238E27FC236}">
                    <a16:creationId xmlns:a16="http://schemas.microsoft.com/office/drawing/2014/main" id="{13BE2F54-D195-6C5A-F84F-5B4044DB82A2}"/>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0" name="Oval 222">
                <a:extLst>
                  <a:ext uri="{FF2B5EF4-FFF2-40B4-BE49-F238E27FC236}">
                    <a16:creationId xmlns:a16="http://schemas.microsoft.com/office/drawing/2014/main" id="{C69B671A-C782-55AD-DB2F-7A685F5BF7B9}"/>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1" name="Oval 223">
                <a:extLst>
                  <a:ext uri="{FF2B5EF4-FFF2-40B4-BE49-F238E27FC236}">
                    <a16:creationId xmlns:a16="http://schemas.microsoft.com/office/drawing/2014/main" id="{09769EFB-5B94-C39D-847B-2F9DD9C3D8C1}"/>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2" name="Oval 224">
                <a:extLst>
                  <a:ext uri="{FF2B5EF4-FFF2-40B4-BE49-F238E27FC236}">
                    <a16:creationId xmlns:a16="http://schemas.microsoft.com/office/drawing/2014/main" id="{14E95EFD-EB13-FFBB-1E65-692814313F1D}"/>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3" name="Oval 225">
                <a:extLst>
                  <a:ext uri="{FF2B5EF4-FFF2-40B4-BE49-F238E27FC236}">
                    <a16:creationId xmlns:a16="http://schemas.microsoft.com/office/drawing/2014/main" id="{96BCE354-67E9-34A1-BE6A-6ADF1F661820}"/>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4" name="Group 206">
            <a:extLst>
              <a:ext uri="{FF2B5EF4-FFF2-40B4-BE49-F238E27FC236}">
                <a16:creationId xmlns:a16="http://schemas.microsoft.com/office/drawing/2014/main" id="{BB0C00B3-9A9B-0F53-FC0F-AB5EC3309170}"/>
              </a:ext>
            </a:extLst>
          </p:cNvPr>
          <p:cNvGrpSpPr>
            <a:grpSpLocks/>
          </p:cNvGrpSpPr>
          <p:nvPr/>
        </p:nvGrpSpPr>
        <p:grpSpPr bwMode="auto">
          <a:xfrm>
            <a:off x="5677923" y="2700986"/>
            <a:ext cx="650144"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25" name="Oval 207">
              <a:extLst>
                <a:ext uri="{FF2B5EF4-FFF2-40B4-BE49-F238E27FC236}">
                  <a16:creationId xmlns:a16="http://schemas.microsoft.com/office/drawing/2014/main" id="{DA36EEAA-45B1-92E8-4386-E17504A81F93}"/>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6" name="Oval 208">
              <a:extLst>
                <a:ext uri="{FF2B5EF4-FFF2-40B4-BE49-F238E27FC236}">
                  <a16:creationId xmlns:a16="http://schemas.microsoft.com/office/drawing/2014/main" id="{86DB01BE-0AD5-F03F-CF52-10687F117C76}"/>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7" name="Oval 209">
              <a:extLst>
                <a:ext uri="{FF2B5EF4-FFF2-40B4-BE49-F238E27FC236}">
                  <a16:creationId xmlns:a16="http://schemas.microsoft.com/office/drawing/2014/main" id="{CEEAABA5-2F76-76E1-AC28-F0A28F196499}"/>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8" name="Oval 210">
              <a:extLst>
                <a:ext uri="{FF2B5EF4-FFF2-40B4-BE49-F238E27FC236}">
                  <a16:creationId xmlns:a16="http://schemas.microsoft.com/office/drawing/2014/main" id="{861C57F0-69DF-3672-54EC-E2B4393E5701}"/>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9" name="Oval 211">
              <a:extLst>
                <a:ext uri="{FF2B5EF4-FFF2-40B4-BE49-F238E27FC236}">
                  <a16:creationId xmlns:a16="http://schemas.microsoft.com/office/drawing/2014/main" id="{792A742A-1DF7-B122-9B3D-BDF07A8E2A91}"/>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0" name="Oval 212">
              <a:extLst>
                <a:ext uri="{FF2B5EF4-FFF2-40B4-BE49-F238E27FC236}">
                  <a16:creationId xmlns:a16="http://schemas.microsoft.com/office/drawing/2014/main" id="{1EF50D4C-D006-E603-2B1E-1B27DCF6D192}"/>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1" name="Oval 213">
              <a:extLst>
                <a:ext uri="{FF2B5EF4-FFF2-40B4-BE49-F238E27FC236}">
                  <a16:creationId xmlns:a16="http://schemas.microsoft.com/office/drawing/2014/main" id="{F768FC04-013A-D0AE-97A5-38BACF3D3251}"/>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2" name="Oval 214">
              <a:extLst>
                <a:ext uri="{FF2B5EF4-FFF2-40B4-BE49-F238E27FC236}">
                  <a16:creationId xmlns:a16="http://schemas.microsoft.com/office/drawing/2014/main" id="{A10C8778-95E4-6110-F24D-937A774AD8ED}"/>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3" name="Oval 215">
              <a:extLst>
                <a:ext uri="{FF2B5EF4-FFF2-40B4-BE49-F238E27FC236}">
                  <a16:creationId xmlns:a16="http://schemas.microsoft.com/office/drawing/2014/main" id="{85FC7FB6-D0E9-7F8B-075A-AC237E536C8B}"/>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34" name="Group 216">
              <a:extLst>
                <a:ext uri="{FF2B5EF4-FFF2-40B4-BE49-F238E27FC236}">
                  <a16:creationId xmlns:a16="http://schemas.microsoft.com/office/drawing/2014/main" id="{0AB117E4-FB3A-AB0F-9C3D-5B51B7E00D8A}"/>
                </a:ext>
              </a:extLst>
            </p:cNvPr>
            <p:cNvGrpSpPr>
              <a:grpSpLocks/>
            </p:cNvGrpSpPr>
            <p:nvPr/>
          </p:nvGrpSpPr>
          <p:grpSpPr bwMode="auto">
            <a:xfrm>
              <a:off x="912" y="768"/>
              <a:ext cx="2386" cy="1553"/>
              <a:chOff x="912" y="768"/>
              <a:chExt cx="2386" cy="1553"/>
            </a:xfrm>
            <a:grpFill/>
          </p:grpSpPr>
          <p:sp>
            <p:nvSpPr>
              <p:cNvPr id="135" name="Oval 217">
                <a:extLst>
                  <a:ext uri="{FF2B5EF4-FFF2-40B4-BE49-F238E27FC236}">
                    <a16:creationId xmlns:a16="http://schemas.microsoft.com/office/drawing/2014/main" id="{66041AA6-BB36-7B84-54B4-CE16AD741EBB}"/>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6" name="Oval 218">
                <a:extLst>
                  <a:ext uri="{FF2B5EF4-FFF2-40B4-BE49-F238E27FC236}">
                    <a16:creationId xmlns:a16="http://schemas.microsoft.com/office/drawing/2014/main" id="{A23DD850-3C56-CD40-F80D-99C1022A6028}"/>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7" name="Oval 219">
                <a:extLst>
                  <a:ext uri="{FF2B5EF4-FFF2-40B4-BE49-F238E27FC236}">
                    <a16:creationId xmlns:a16="http://schemas.microsoft.com/office/drawing/2014/main" id="{58244F39-54AE-030B-F23D-F9F11D3BA92A}"/>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8" name="Oval 220">
                <a:extLst>
                  <a:ext uri="{FF2B5EF4-FFF2-40B4-BE49-F238E27FC236}">
                    <a16:creationId xmlns:a16="http://schemas.microsoft.com/office/drawing/2014/main" id="{EC631DD0-B894-CDF4-7619-FBB99C8BC457}"/>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9" name="Oval 221">
                <a:extLst>
                  <a:ext uri="{FF2B5EF4-FFF2-40B4-BE49-F238E27FC236}">
                    <a16:creationId xmlns:a16="http://schemas.microsoft.com/office/drawing/2014/main" id="{62450311-1905-8EE2-A97A-68C9FE0543FC}"/>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0" name="Oval 222">
                <a:extLst>
                  <a:ext uri="{FF2B5EF4-FFF2-40B4-BE49-F238E27FC236}">
                    <a16:creationId xmlns:a16="http://schemas.microsoft.com/office/drawing/2014/main" id="{F8E0D0AB-E871-3B78-ABC9-CE48236640A5}"/>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1" name="Oval 223">
                <a:extLst>
                  <a:ext uri="{FF2B5EF4-FFF2-40B4-BE49-F238E27FC236}">
                    <a16:creationId xmlns:a16="http://schemas.microsoft.com/office/drawing/2014/main" id="{D1160CD4-C86D-7476-F705-B6143B0EDDDF}"/>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2" name="Oval 224">
                <a:extLst>
                  <a:ext uri="{FF2B5EF4-FFF2-40B4-BE49-F238E27FC236}">
                    <a16:creationId xmlns:a16="http://schemas.microsoft.com/office/drawing/2014/main" id="{310C4640-BFEE-973F-F886-39BEFCA97223}"/>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3" name="Oval 225">
                <a:extLst>
                  <a:ext uri="{FF2B5EF4-FFF2-40B4-BE49-F238E27FC236}">
                    <a16:creationId xmlns:a16="http://schemas.microsoft.com/office/drawing/2014/main" id="{FD6160EA-AE79-0C17-09EF-E325CD4578F1}"/>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44" name="Text Box 174">
            <a:extLst>
              <a:ext uri="{FF2B5EF4-FFF2-40B4-BE49-F238E27FC236}">
                <a16:creationId xmlns:a16="http://schemas.microsoft.com/office/drawing/2014/main" id="{46C71C11-9906-AD9B-92DA-0AFA6D432226}"/>
              </a:ext>
            </a:extLst>
          </p:cNvPr>
          <p:cNvSpPr txBox="1">
            <a:spLocks noChangeArrowheads="1"/>
          </p:cNvSpPr>
          <p:nvPr/>
        </p:nvSpPr>
        <p:spPr bwMode="auto">
          <a:xfrm>
            <a:off x="5792738" y="2695445"/>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6</a:t>
            </a:r>
          </a:p>
        </p:txBody>
      </p:sp>
      <p:sp>
        <p:nvSpPr>
          <p:cNvPr id="145" name="Text Box 174">
            <a:extLst>
              <a:ext uri="{FF2B5EF4-FFF2-40B4-BE49-F238E27FC236}">
                <a16:creationId xmlns:a16="http://schemas.microsoft.com/office/drawing/2014/main" id="{FB3A58ED-B6DB-B28D-E46F-67BA2462F6C6}"/>
              </a:ext>
            </a:extLst>
          </p:cNvPr>
          <p:cNvSpPr txBox="1">
            <a:spLocks noChangeArrowheads="1"/>
          </p:cNvSpPr>
          <p:nvPr/>
        </p:nvSpPr>
        <p:spPr bwMode="auto">
          <a:xfrm>
            <a:off x="3885921" y="2711857"/>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146" name="Text Box 174">
            <a:extLst>
              <a:ext uri="{FF2B5EF4-FFF2-40B4-BE49-F238E27FC236}">
                <a16:creationId xmlns:a16="http://schemas.microsoft.com/office/drawing/2014/main" id="{41D437E8-2E3E-F4E5-2868-9F90A81AC352}"/>
              </a:ext>
            </a:extLst>
          </p:cNvPr>
          <p:cNvSpPr txBox="1">
            <a:spLocks noChangeArrowheads="1"/>
          </p:cNvSpPr>
          <p:nvPr/>
        </p:nvSpPr>
        <p:spPr bwMode="auto">
          <a:xfrm>
            <a:off x="1992899" y="2716333"/>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sp>
        <p:nvSpPr>
          <p:cNvPr id="147" name="Text Box 173">
            <a:extLst>
              <a:ext uri="{FF2B5EF4-FFF2-40B4-BE49-F238E27FC236}">
                <a16:creationId xmlns:a16="http://schemas.microsoft.com/office/drawing/2014/main" id="{BD52A069-1263-86CF-8A88-9BE7448FFDF6}"/>
              </a:ext>
            </a:extLst>
          </p:cNvPr>
          <p:cNvSpPr txBox="1">
            <a:spLocks noChangeArrowheads="1"/>
          </p:cNvSpPr>
          <p:nvPr/>
        </p:nvSpPr>
        <p:spPr bwMode="auto">
          <a:xfrm>
            <a:off x="3247748" y="1918525"/>
            <a:ext cx="1846074" cy="307777"/>
          </a:xfrm>
          <a:prstGeom prst="rect">
            <a:avLst/>
          </a:prstGeom>
          <a:solidFill>
            <a:srgbClr val="C3E3F9"/>
          </a:solidFill>
          <a:ln>
            <a:noFill/>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solidFill>
                  <a:srgbClr val="C00000"/>
                </a:solidFill>
                <a:latin typeface="微软雅黑" panose="020B0503020204020204" pitchFamily="34" charset="-122"/>
                <a:ea typeface="微软雅黑" panose="020B0503020204020204" pitchFamily="34" charset="-122"/>
              </a:rPr>
              <a:t>对等 </a:t>
            </a:r>
            <a:r>
              <a:rPr lang="en-US" altLang="zh-CN" sz="1400" b="1" dirty="0">
                <a:solidFill>
                  <a:srgbClr val="C00000"/>
                </a:solidFill>
                <a:latin typeface="微软雅黑" panose="020B0503020204020204" pitchFamily="34" charset="-122"/>
                <a:ea typeface="微软雅黑" panose="020B0503020204020204" pitchFamily="34" charset="-122"/>
              </a:rPr>
              <a:t>AS</a:t>
            </a:r>
            <a:r>
              <a:rPr lang="en-US" altLang="zh-CN" sz="14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(Peering AS)</a:t>
            </a:r>
          </a:p>
        </p:txBody>
      </p:sp>
      <p:sp>
        <p:nvSpPr>
          <p:cNvPr id="148" name="Text Box 173">
            <a:extLst>
              <a:ext uri="{FF2B5EF4-FFF2-40B4-BE49-F238E27FC236}">
                <a16:creationId xmlns:a16="http://schemas.microsoft.com/office/drawing/2014/main" id="{F9843CBF-EE69-8C5F-CE70-608F0FB73D2E}"/>
              </a:ext>
            </a:extLst>
          </p:cNvPr>
          <p:cNvSpPr txBox="1">
            <a:spLocks noChangeArrowheads="1"/>
          </p:cNvSpPr>
          <p:nvPr/>
        </p:nvSpPr>
        <p:spPr bwMode="auto">
          <a:xfrm>
            <a:off x="4352328" y="1127761"/>
            <a:ext cx="2124745"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0000FF"/>
                </a:solidFill>
                <a:latin typeface="微软雅黑" panose="020B0503020204020204" pitchFamily="34" charset="-122"/>
                <a:ea typeface="微软雅黑" panose="020B0503020204020204" pitchFamily="34" charset="-122"/>
              </a:rPr>
              <a:t>穿越 </a:t>
            </a:r>
            <a:r>
              <a:rPr lang="en-US" altLang="zh-CN" sz="1400" b="1" dirty="0">
                <a:solidFill>
                  <a:srgbClr val="0000FF"/>
                </a:solidFill>
                <a:latin typeface="微软雅黑" panose="020B0503020204020204" pitchFamily="34" charset="-122"/>
                <a:ea typeface="微软雅黑" panose="020B0503020204020204" pitchFamily="34" charset="-122"/>
              </a:rPr>
              <a:t>AS </a:t>
            </a:r>
            <a:r>
              <a:rPr lang="en-US" altLang="zh-CN" sz="1400" b="1" dirty="0">
                <a:latin typeface="微软雅黑" panose="020B0503020204020204" pitchFamily="34" charset="-122"/>
                <a:ea typeface="微软雅黑" panose="020B0503020204020204" pitchFamily="34" charset="-122"/>
              </a:rPr>
              <a:t>(transit AS)</a:t>
            </a:r>
          </a:p>
        </p:txBody>
      </p:sp>
      <p:sp>
        <p:nvSpPr>
          <p:cNvPr id="149" name="Text Box 173">
            <a:extLst>
              <a:ext uri="{FF2B5EF4-FFF2-40B4-BE49-F238E27FC236}">
                <a16:creationId xmlns:a16="http://schemas.microsoft.com/office/drawing/2014/main" id="{A7AD6BDB-43C1-DBD2-7B3A-6EBAD062EE3F}"/>
              </a:ext>
            </a:extLst>
          </p:cNvPr>
          <p:cNvSpPr txBox="1">
            <a:spLocks noChangeArrowheads="1"/>
          </p:cNvSpPr>
          <p:nvPr/>
        </p:nvSpPr>
        <p:spPr bwMode="auto">
          <a:xfrm>
            <a:off x="1115438" y="2740845"/>
            <a:ext cx="846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a:t>
            </a:r>
          </a:p>
        </p:txBody>
      </p:sp>
      <p:sp>
        <p:nvSpPr>
          <p:cNvPr id="150" name="Text Box 173">
            <a:extLst>
              <a:ext uri="{FF2B5EF4-FFF2-40B4-BE49-F238E27FC236}">
                <a16:creationId xmlns:a16="http://schemas.microsoft.com/office/drawing/2014/main" id="{92EB49DA-DE66-FE77-D613-D889B6E7E844}"/>
              </a:ext>
            </a:extLst>
          </p:cNvPr>
          <p:cNvSpPr txBox="1">
            <a:spLocks noChangeArrowheads="1"/>
          </p:cNvSpPr>
          <p:nvPr/>
        </p:nvSpPr>
        <p:spPr bwMode="auto">
          <a:xfrm>
            <a:off x="6274779" y="2727557"/>
            <a:ext cx="1733143"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 </a:t>
            </a:r>
            <a:r>
              <a:rPr lang="en-US" altLang="zh-CN" sz="1400" b="1" dirty="0">
                <a:latin typeface="微软雅黑" panose="020B0503020204020204" pitchFamily="34" charset="-122"/>
                <a:ea typeface="微软雅黑" panose="020B0503020204020204" pitchFamily="34" charset="-122"/>
              </a:rPr>
              <a:t>(stub AS)</a:t>
            </a:r>
          </a:p>
        </p:txBody>
      </p:sp>
      <p:sp>
        <p:nvSpPr>
          <p:cNvPr id="151" name="Text Box 173">
            <a:extLst>
              <a:ext uri="{FF2B5EF4-FFF2-40B4-BE49-F238E27FC236}">
                <a16:creationId xmlns:a16="http://schemas.microsoft.com/office/drawing/2014/main" id="{1002B642-7A13-A6B9-06F9-4EACFBEFB8B4}"/>
              </a:ext>
            </a:extLst>
          </p:cNvPr>
          <p:cNvSpPr txBox="1">
            <a:spLocks noChangeArrowheads="1"/>
          </p:cNvSpPr>
          <p:nvPr/>
        </p:nvSpPr>
        <p:spPr bwMode="auto">
          <a:xfrm>
            <a:off x="3016030" y="2775870"/>
            <a:ext cx="846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a:t>
            </a:r>
          </a:p>
        </p:txBody>
      </p:sp>
      <p:sp>
        <p:nvSpPr>
          <p:cNvPr id="152" name="Text Box 173">
            <a:extLst>
              <a:ext uri="{FF2B5EF4-FFF2-40B4-BE49-F238E27FC236}">
                <a16:creationId xmlns:a16="http://schemas.microsoft.com/office/drawing/2014/main" id="{F97E0713-A585-4609-5687-D2D86B4F93C4}"/>
              </a:ext>
            </a:extLst>
          </p:cNvPr>
          <p:cNvSpPr txBox="1">
            <a:spLocks noChangeArrowheads="1"/>
          </p:cNvSpPr>
          <p:nvPr/>
        </p:nvSpPr>
        <p:spPr bwMode="auto">
          <a:xfrm>
            <a:off x="4367590" y="2772248"/>
            <a:ext cx="11151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660033"/>
                </a:solidFill>
                <a:latin typeface="微软雅黑" panose="020B0503020204020204" pitchFamily="34" charset="-122"/>
                <a:ea typeface="微软雅黑" panose="020B0503020204020204" pitchFamily="34" charset="-122"/>
              </a:rPr>
              <a:t>多归属 </a:t>
            </a:r>
            <a:r>
              <a:rPr lang="en-US" altLang="zh-CN" sz="1400" b="1" dirty="0">
                <a:solidFill>
                  <a:srgbClr val="660033"/>
                </a:solidFill>
                <a:latin typeface="微软雅黑" panose="020B0503020204020204" pitchFamily="34" charset="-122"/>
                <a:ea typeface="微软雅黑" panose="020B0503020204020204" pitchFamily="34" charset="-122"/>
              </a:rPr>
              <a:t>AS</a:t>
            </a:r>
          </a:p>
        </p:txBody>
      </p:sp>
      <p:sp>
        <p:nvSpPr>
          <p:cNvPr id="153" name="Text Box 173">
            <a:extLst>
              <a:ext uri="{FF2B5EF4-FFF2-40B4-BE49-F238E27FC236}">
                <a16:creationId xmlns:a16="http://schemas.microsoft.com/office/drawing/2014/main" id="{6ED6D4C5-079B-4EB9-27FF-8C43207D9B7C}"/>
              </a:ext>
            </a:extLst>
          </p:cNvPr>
          <p:cNvSpPr txBox="1">
            <a:spLocks noChangeArrowheads="1"/>
          </p:cNvSpPr>
          <p:nvPr/>
        </p:nvSpPr>
        <p:spPr bwMode="auto">
          <a:xfrm>
            <a:off x="3497535" y="2258638"/>
            <a:ext cx="1174443" cy="294793"/>
          </a:xfrm>
          <a:prstGeom prst="rect">
            <a:avLst/>
          </a:prstGeom>
          <a:noFill/>
          <a:ln>
            <a:noFill/>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（免费）</a:t>
            </a:r>
            <a:endParaRPr lang="en-US" altLang="zh-CN" sz="1200" b="1" dirty="0">
              <a:latin typeface="微软雅黑" panose="020B0503020204020204" pitchFamily="34" charset="-122"/>
              <a:ea typeface="微软雅黑" panose="020B0503020204020204" pitchFamily="34" charset="-122"/>
            </a:endParaRPr>
          </a:p>
        </p:txBody>
      </p:sp>
      <p:grpSp>
        <p:nvGrpSpPr>
          <p:cNvPr id="2" name="组合 1">
            <a:extLst>
              <a:ext uri="{FF2B5EF4-FFF2-40B4-BE49-F238E27FC236}">
                <a16:creationId xmlns:a16="http://schemas.microsoft.com/office/drawing/2014/main" id="{FAB85D64-6F75-661D-234C-B402A4FA8A29}"/>
              </a:ext>
            </a:extLst>
          </p:cNvPr>
          <p:cNvGrpSpPr/>
          <p:nvPr/>
        </p:nvGrpSpPr>
        <p:grpSpPr>
          <a:xfrm>
            <a:off x="2283944" y="2344823"/>
            <a:ext cx="3738146" cy="462947"/>
            <a:chOff x="2283944" y="2344823"/>
            <a:chExt cx="3738146" cy="462947"/>
          </a:xfrm>
        </p:grpSpPr>
        <p:sp>
          <p:nvSpPr>
            <p:cNvPr id="155" name="文本框 154">
              <a:extLst>
                <a:ext uri="{FF2B5EF4-FFF2-40B4-BE49-F238E27FC236}">
                  <a16:creationId xmlns:a16="http://schemas.microsoft.com/office/drawing/2014/main" id="{C9EB5412-9765-1085-D537-F4B4E3C8C479}"/>
                </a:ext>
              </a:extLst>
            </p:cNvPr>
            <p:cNvSpPr txBox="1"/>
            <p:nvPr/>
          </p:nvSpPr>
          <p:spPr>
            <a:xfrm>
              <a:off x="2283944" y="2436239"/>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6" name="文本框 155">
              <a:extLst>
                <a:ext uri="{FF2B5EF4-FFF2-40B4-BE49-F238E27FC236}">
                  <a16:creationId xmlns:a16="http://schemas.microsoft.com/office/drawing/2014/main" id="{0E5196EE-3332-6B99-F8B9-4C96ECE73769}"/>
                </a:ext>
              </a:extLst>
            </p:cNvPr>
            <p:cNvSpPr txBox="1"/>
            <p:nvPr/>
          </p:nvSpPr>
          <p:spPr>
            <a:xfrm>
              <a:off x="3219464" y="2344823"/>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7" name="文本框 156">
              <a:extLst>
                <a:ext uri="{FF2B5EF4-FFF2-40B4-BE49-F238E27FC236}">
                  <a16:creationId xmlns:a16="http://schemas.microsoft.com/office/drawing/2014/main" id="{E0956C71-9D44-19B1-EFB9-B8A081302C52}"/>
                </a:ext>
              </a:extLst>
            </p:cNvPr>
            <p:cNvSpPr txBox="1"/>
            <p:nvPr/>
          </p:nvSpPr>
          <p:spPr>
            <a:xfrm>
              <a:off x="4795729" y="2354059"/>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58" name="文本框 157">
              <a:extLst>
                <a:ext uri="{FF2B5EF4-FFF2-40B4-BE49-F238E27FC236}">
                  <a16:creationId xmlns:a16="http://schemas.microsoft.com/office/drawing/2014/main" id="{A7FAE7F2-7FEC-B7D3-E6F2-A9EED40295C5}"/>
                </a:ext>
              </a:extLst>
            </p:cNvPr>
            <p:cNvSpPr txBox="1"/>
            <p:nvPr/>
          </p:nvSpPr>
          <p:spPr>
            <a:xfrm>
              <a:off x="5690560" y="2480222"/>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grpSp>
      <p:sp>
        <p:nvSpPr>
          <p:cNvPr id="159" name="文本框 158">
            <a:extLst>
              <a:ext uri="{FF2B5EF4-FFF2-40B4-BE49-F238E27FC236}">
                <a16:creationId xmlns:a16="http://schemas.microsoft.com/office/drawing/2014/main" id="{13723C34-019C-9F5D-F11A-4A785B2581CE}"/>
              </a:ext>
            </a:extLst>
          </p:cNvPr>
          <p:cNvSpPr txBox="1"/>
          <p:nvPr/>
        </p:nvSpPr>
        <p:spPr>
          <a:xfrm>
            <a:off x="2765103" y="1666394"/>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sp>
        <p:nvSpPr>
          <p:cNvPr id="160" name="文本框 159">
            <a:extLst>
              <a:ext uri="{FF2B5EF4-FFF2-40B4-BE49-F238E27FC236}">
                <a16:creationId xmlns:a16="http://schemas.microsoft.com/office/drawing/2014/main" id="{FCCC1D96-6B56-B503-6DD3-68868C8B6187}"/>
              </a:ext>
            </a:extLst>
          </p:cNvPr>
          <p:cNvSpPr txBox="1"/>
          <p:nvPr/>
        </p:nvSpPr>
        <p:spPr>
          <a:xfrm>
            <a:off x="5132852" y="1638686"/>
            <a:ext cx="331530" cy="327548"/>
          </a:xfrm>
          <a:prstGeom prst="rect">
            <a:avLst/>
          </a:prstGeom>
          <a:noFill/>
        </p:spPr>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a:t>
            </a:r>
          </a:p>
        </p:txBody>
      </p:sp>
      <p:cxnSp>
        <p:nvCxnSpPr>
          <p:cNvPr id="163" name="直接箭头连接符 162">
            <a:extLst>
              <a:ext uri="{FF2B5EF4-FFF2-40B4-BE49-F238E27FC236}">
                <a16:creationId xmlns:a16="http://schemas.microsoft.com/office/drawing/2014/main" id="{22390E16-B47F-9F0C-C8BD-B47D1C577C1B}"/>
              </a:ext>
            </a:extLst>
          </p:cNvPr>
          <p:cNvCxnSpPr/>
          <p:nvPr/>
        </p:nvCxnSpPr>
        <p:spPr>
          <a:xfrm flipV="1">
            <a:off x="2228440" y="2463591"/>
            <a:ext cx="40164" cy="196842"/>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4" name="直接箭头连接符 163">
            <a:extLst>
              <a:ext uri="{FF2B5EF4-FFF2-40B4-BE49-F238E27FC236}">
                <a16:creationId xmlns:a16="http://schemas.microsoft.com/office/drawing/2014/main" id="{D7C8838D-A74D-8FFE-C39F-60348EECB93B}"/>
              </a:ext>
            </a:extLst>
          </p:cNvPr>
          <p:cNvCxnSpPr/>
          <p:nvPr/>
        </p:nvCxnSpPr>
        <p:spPr>
          <a:xfrm flipH="1" flipV="1">
            <a:off x="6032702" y="2494276"/>
            <a:ext cx="44868" cy="180212"/>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7" name="直接箭头连接符 166">
            <a:extLst>
              <a:ext uri="{FF2B5EF4-FFF2-40B4-BE49-F238E27FC236}">
                <a16:creationId xmlns:a16="http://schemas.microsoft.com/office/drawing/2014/main" id="{47064D62-529A-6F28-3D04-BDD56A20063A}"/>
              </a:ext>
            </a:extLst>
          </p:cNvPr>
          <p:cNvCxnSpPr/>
          <p:nvPr/>
        </p:nvCxnSpPr>
        <p:spPr>
          <a:xfrm flipV="1">
            <a:off x="3039429" y="1844484"/>
            <a:ext cx="179045" cy="98876"/>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9" name="直接箭头连接符 168">
            <a:extLst>
              <a:ext uri="{FF2B5EF4-FFF2-40B4-BE49-F238E27FC236}">
                <a16:creationId xmlns:a16="http://schemas.microsoft.com/office/drawing/2014/main" id="{0018473C-F4DA-195A-3C43-7A0AF4416446}"/>
              </a:ext>
            </a:extLst>
          </p:cNvPr>
          <p:cNvCxnSpPr/>
          <p:nvPr/>
        </p:nvCxnSpPr>
        <p:spPr>
          <a:xfrm flipH="1" flipV="1">
            <a:off x="5078788" y="1862922"/>
            <a:ext cx="186144" cy="102496"/>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1" name="直接箭头连接符 170">
            <a:extLst>
              <a:ext uri="{FF2B5EF4-FFF2-40B4-BE49-F238E27FC236}">
                <a16:creationId xmlns:a16="http://schemas.microsoft.com/office/drawing/2014/main" id="{17336D51-4B4E-13E5-CCF6-34C196054214}"/>
              </a:ext>
            </a:extLst>
          </p:cNvPr>
          <p:cNvCxnSpPr/>
          <p:nvPr/>
        </p:nvCxnSpPr>
        <p:spPr>
          <a:xfrm flipV="1">
            <a:off x="4909018" y="2617688"/>
            <a:ext cx="202049" cy="83298"/>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2" name="直接箭头连接符 171">
            <a:extLst>
              <a:ext uri="{FF2B5EF4-FFF2-40B4-BE49-F238E27FC236}">
                <a16:creationId xmlns:a16="http://schemas.microsoft.com/office/drawing/2014/main" id="{321356A2-855F-BE83-1087-E488E434D861}"/>
              </a:ext>
            </a:extLst>
          </p:cNvPr>
          <p:cNvCxnSpPr/>
          <p:nvPr/>
        </p:nvCxnSpPr>
        <p:spPr>
          <a:xfrm flipH="1" flipV="1">
            <a:off x="3219614" y="2607983"/>
            <a:ext cx="205944" cy="89968"/>
          </a:xfrm>
          <a:prstGeom prst="straightConnector1">
            <a:avLst/>
          </a:prstGeom>
          <a:ln w="38100">
            <a:solidFill>
              <a:srgbClr val="C00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3" name="任意多边形 192">
            <a:extLst>
              <a:ext uri="{FF2B5EF4-FFF2-40B4-BE49-F238E27FC236}">
                <a16:creationId xmlns:a16="http://schemas.microsoft.com/office/drawing/2014/main" id="{EDB89983-93C6-53BD-36F9-D7A5C7C22F1C}"/>
              </a:ext>
            </a:extLst>
          </p:cNvPr>
          <p:cNvSpPr/>
          <p:nvPr/>
        </p:nvSpPr>
        <p:spPr>
          <a:xfrm>
            <a:off x="3385758" y="1618819"/>
            <a:ext cx="1469785" cy="94945"/>
          </a:xfrm>
          <a:custGeom>
            <a:avLst/>
            <a:gdLst>
              <a:gd name="connsiteX0" fmla="*/ 0 w 1727200"/>
              <a:gd name="connsiteY0" fmla="*/ 123185 h 123185"/>
              <a:gd name="connsiteX1" fmla="*/ 369454 w 1727200"/>
              <a:gd name="connsiteY1" fmla="*/ 40057 h 123185"/>
              <a:gd name="connsiteX2" fmla="*/ 683491 w 1727200"/>
              <a:gd name="connsiteY2" fmla="*/ 3112 h 123185"/>
              <a:gd name="connsiteX3" fmla="*/ 942109 w 1727200"/>
              <a:gd name="connsiteY3" fmla="*/ 3112 h 123185"/>
              <a:gd name="connsiteX4" fmla="*/ 1191491 w 1727200"/>
              <a:gd name="connsiteY4" fmla="*/ 12348 h 123185"/>
              <a:gd name="connsiteX5" fmla="*/ 1514763 w 1727200"/>
              <a:gd name="connsiteY5" fmla="*/ 30821 h 123185"/>
              <a:gd name="connsiteX6" fmla="*/ 1727200 w 1727200"/>
              <a:gd name="connsiteY6" fmla="*/ 86239 h 12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7200" h="123185">
                <a:moveTo>
                  <a:pt x="0" y="123185"/>
                </a:moveTo>
                <a:cubicBezTo>
                  <a:pt x="127769" y="91627"/>
                  <a:pt x="255539" y="60069"/>
                  <a:pt x="369454" y="40057"/>
                </a:cubicBezTo>
                <a:cubicBezTo>
                  <a:pt x="483369" y="20045"/>
                  <a:pt x="588049" y="9269"/>
                  <a:pt x="683491" y="3112"/>
                </a:cubicBezTo>
                <a:cubicBezTo>
                  <a:pt x="778934" y="-3046"/>
                  <a:pt x="857442" y="1573"/>
                  <a:pt x="942109" y="3112"/>
                </a:cubicBezTo>
                <a:cubicBezTo>
                  <a:pt x="1026776" y="4651"/>
                  <a:pt x="1191491" y="12348"/>
                  <a:pt x="1191491" y="12348"/>
                </a:cubicBezTo>
                <a:cubicBezTo>
                  <a:pt x="1286933" y="16966"/>
                  <a:pt x="1425478" y="18506"/>
                  <a:pt x="1514763" y="30821"/>
                </a:cubicBezTo>
                <a:cubicBezTo>
                  <a:pt x="1604048" y="43136"/>
                  <a:pt x="1665624" y="64687"/>
                  <a:pt x="1727200" y="86239"/>
                </a:cubicBezTo>
              </a:path>
            </a:pathLst>
          </a:custGeom>
          <a:ln w="19050">
            <a:solidFill>
              <a:srgbClr val="0000FF"/>
            </a:solidFill>
            <a:prstDash val="sysDot"/>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sz="1600"/>
          </a:p>
        </p:txBody>
      </p:sp>
      <p:cxnSp>
        <p:nvCxnSpPr>
          <p:cNvPr id="194" name="直接箭头连接符 193">
            <a:extLst>
              <a:ext uri="{FF2B5EF4-FFF2-40B4-BE49-F238E27FC236}">
                <a16:creationId xmlns:a16="http://schemas.microsoft.com/office/drawing/2014/main" id="{1F60721C-F5CE-B7DC-B6DB-05C6D41D429A}"/>
              </a:ext>
            </a:extLst>
          </p:cNvPr>
          <p:cNvCxnSpPr/>
          <p:nvPr/>
        </p:nvCxnSpPr>
        <p:spPr>
          <a:xfrm flipH="1">
            <a:off x="3661833" y="2284406"/>
            <a:ext cx="844924" cy="0"/>
          </a:xfrm>
          <a:prstGeom prst="straightConnector1">
            <a:avLst/>
          </a:prstGeom>
          <a:ln w="38100">
            <a:solidFill>
              <a:srgbClr val="000066"/>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 name="Line 154">
            <a:extLst>
              <a:ext uri="{FF2B5EF4-FFF2-40B4-BE49-F238E27FC236}">
                <a16:creationId xmlns:a16="http://schemas.microsoft.com/office/drawing/2014/main" id="{79DE6755-236B-A3D7-60F4-9618F31994EF}"/>
              </a:ext>
            </a:extLst>
          </p:cNvPr>
          <p:cNvSpPr>
            <a:spLocks noChangeShapeType="1"/>
          </p:cNvSpPr>
          <p:nvPr/>
        </p:nvSpPr>
        <p:spPr bwMode="auto">
          <a:xfrm flipV="1">
            <a:off x="2682671" y="2206984"/>
            <a:ext cx="2864649"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206">
            <a:extLst>
              <a:ext uri="{FF2B5EF4-FFF2-40B4-BE49-F238E27FC236}">
                <a16:creationId xmlns:a16="http://schemas.microsoft.com/office/drawing/2014/main" id="{90B161FC-BDDF-BD4E-E36F-BD60FBD9B411}"/>
              </a:ext>
            </a:extLst>
          </p:cNvPr>
          <p:cNvGrpSpPr>
            <a:grpSpLocks/>
          </p:cNvGrpSpPr>
          <p:nvPr/>
        </p:nvGrpSpPr>
        <p:grpSpPr bwMode="auto">
          <a:xfrm>
            <a:off x="1771322" y="1934014"/>
            <a:ext cx="1107971" cy="508496"/>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 name="Oval 207">
              <a:extLst>
                <a:ext uri="{FF2B5EF4-FFF2-40B4-BE49-F238E27FC236}">
                  <a16:creationId xmlns:a16="http://schemas.microsoft.com/office/drawing/2014/main" id="{F64E63B4-F98C-E088-EA8B-253E95E9B80C}"/>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 name="Oval 208">
              <a:extLst>
                <a:ext uri="{FF2B5EF4-FFF2-40B4-BE49-F238E27FC236}">
                  <a16:creationId xmlns:a16="http://schemas.microsoft.com/office/drawing/2014/main" id="{C9F4569F-29A6-388F-7682-0EDC861447F4}"/>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 name="Oval 209">
              <a:extLst>
                <a:ext uri="{FF2B5EF4-FFF2-40B4-BE49-F238E27FC236}">
                  <a16:creationId xmlns:a16="http://schemas.microsoft.com/office/drawing/2014/main" id="{05A5787F-50F7-F663-32BC-129FE099B2B3}"/>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 name="Oval 210">
              <a:extLst>
                <a:ext uri="{FF2B5EF4-FFF2-40B4-BE49-F238E27FC236}">
                  <a16:creationId xmlns:a16="http://schemas.microsoft.com/office/drawing/2014/main" id="{828BBD8D-2BC6-0E2A-C83D-0A3481E37E4D}"/>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 name="Oval 211">
              <a:extLst>
                <a:ext uri="{FF2B5EF4-FFF2-40B4-BE49-F238E27FC236}">
                  <a16:creationId xmlns:a16="http://schemas.microsoft.com/office/drawing/2014/main" id="{0FE4F4A4-D46C-50A0-320B-662DD6BE94E7}"/>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 name="Oval 212">
              <a:extLst>
                <a:ext uri="{FF2B5EF4-FFF2-40B4-BE49-F238E27FC236}">
                  <a16:creationId xmlns:a16="http://schemas.microsoft.com/office/drawing/2014/main" id="{844E04E5-D70C-5309-EC04-E435F99A8C4D}"/>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 name="Oval 213">
              <a:extLst>
                <a:ext uri="{FF2B5EF4-FFF2-40B4-BE49-F238E27FC236}">
                  <a16:creationId xmlns:a16="http://schemas.microsoft.com/office/drawing/2014/main" id="{204E16FA-8E3F-2D2B-0DF9-6E2CA500B4FC}"/>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 name="Oval 214">
              <a:extLst>
                <a:ext uri="{FF2B5EF4-FFF2-40B4-BE49-F238E27FC236}">
                  <a16:creationId xmlns:a16="http://schemas.microsoft.com/office/drawing/2014/main" id="{A521A405-6936-A5AB-BE4C-94FC5A6C9B93}"/>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 name="Oval 215">
              <a:extLst>
                <a:ext uri="{FF2B5EF4-FFF2-40B4-BE49-F238E27FC236}">
                  <a16:creationId xmlns:a16="http://schemas.microsoft.com/office/drawing/2014/main" id="{6A20F03A-7854-3AA1-D3B0-2C2180A95F14}"/>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0" name="Group 216">
              <a:extLst>
                <a:ext uri="{FF2B5EF4-FFF2-40B4-BE49-F238E27FC236}">
                  <a16:creationId xmlns:a16="http://schemas.microsoft.com/office/drawing/2014/main" id="{44D4F782-C417-4BCF-25E6-12FE8FEB894B}"/>
                </a:ext>
              </a:extLst>
            </p:cNvPr>
            <p:cNvGrpSpPr>
              <a:grpSpLocks/>
            </p:cNvGrpSpPr>
            <p:nvPr/>
          </p:nvGrpSpPr>
          <p:grpSpPr bwMode="auto">
            <a:xfrm>
              <a:off x="912" y="768"/>
              <a:ext cx="2386" cy="1553"/>
              <a:chOff x="912" y="768"/>
              <a:chExt cx="2386" cy="1553"/>
            </a:xfrm>
            <a:grpFill/>
          </p:grpSpPr>
          <p:sp>
            <p:nvSpPr>
              <p:cNvPr id="31" name="Oval 217">
                <a:extLst>
                  <a:ext uri="{FF2B5EF4-FFF2-40B4-BE49-F238E27FC236}">
                    <a16:creationId xmlns:a16="http://schemas.microsoft.com/office/drawing/2014/main" id="{85E03D7A-D26F-CC5D-7BD1-4D1BA1F83608}"/>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 name="Oval 218">
                <a:extLst>
                  <a:ext uri="{FF2B5EF4-FFF2-40B4-BE49-F238E27FC236}">
                    <a16:creationId xmlns:a16="http://schemas.microsoft.com/office/drawing/2014/main" id="{EFE06E6F-D0BA-DA68-B8D5-4AD2E35FEC5E}"/>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 name="Oval 219">
                <a:extLst>
                  <a:ext uri="{FF2B5EF4-FFF2-40B4-BE49-F238E27FC236}">
                    <a16:creationId xmlns:a16="http://schemas.microsoft.com/office/drawing/2014/main" id="{84C6D91C-4358-B292-7369-9FD984FE645C}"/>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 name="Oval 220">
                <a:extLst>
                  <a:ext uri="{FF2B5EF4-FFF2-40B4-BE49-F238E27FC236}">
                    <a16:creationId xmlns:a16="http://schemas.microsoft.com/office/drawing/2014/main" id="{AD05B87A-509E-CF51-7B94-292972C242D1}"/>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 name="Oval 221">
                <a:extLst>
                  <a:ext uri="{FF2B5EF4-FFF2-40B4-BE49-F238E27FC236}">
                    <a16:creationId xmlns:a16="http://schemas.microsoft.com/office/drawing/2014/main" id="{A648451D-6F2F-84DC-820A-BF428C0E306B}"/>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 name="Oval 222">
                <a:extLst>
                  <a:ext uri="{FF2B5EF4-FFF2-40B4-BE49-F238E27FC236}">
                    <a16:creationId xmlns:a16="http://schemas.microsoft.com/office/drawing/2014/main" id="{40FBBD43-7703-FF51-E53A-F93268A39B70}"/>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 name="Oval 223">
                <a:extLst>
                  <a:ext uri="{FF2B5EF4-FFF2-40B4-BE49-F238E27FC236}">
                    <a16:creationId xmlns:a16="http://schemas.microsoft.com/office/drawing/2014/main" id="{DB16CED6-A99C-83CB-00C1-A821B3D642ED}"/>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 name="Oval 224">
                <a:extLst>
                  <a:ext uri="{FF2B5EF4-FFF2-40B4-BE49-F238E27FC236}">
                    <a16:creationId xmlns:a16="http://schemas.microsoft.com/office/drawing/2014/main" id="{50393F6F-7193-D14D-C5C7-809815523D19}"/>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Oval 225">
                <a:extLst>
                  <a:ext uri="{FF2B5EF4-FFF2-40B4-BE49-F238E27FC236}">
                    <a16:creationId xmlns:a16="http://schemas.microsoft.com/office/drawing/2014/main" id="{5C7FBF91-9BD3-8855-989E-B299A97D92D5}"/>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0" name="Group 206">
            <a:extLst>
              <a:ext uri="{FF2B5EF4-FFF2-40B4-BE49-F238E27FC236}">
                <a16:creationId xmlns:a16="http://schemas.microsoft.com/office/drawing/2014/main" id="{C0D66FFB-6A96-AAFE-22F3-D7BFF92802E6}"/>
              </a:ext>
            </a:extLst>
          </p:cNvPr>
          <p:cNvGrpSpPr>
            <a:grpSpLocks/>
          </p:cNvGrpSpPr>
          <p:nvPr/>
        </p:nvGrpSpPr>
        <p:grpSpPr bwMode="auto">
          <a:xfrm>
            <a:off x="5287550" y="1934014"/>
            <a:ext cx="1235703" cy="54714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61" name="Oval 207">
              <a:extLst>
                <a:ext uri="{FF2B5EF4-FFF2-40B4-BE49-F238E27FC236}">
                  <a16:creationId xmlns:a16="http://schemas.microsoft.com/office/drawing/2014/main" id="{68A2E479-3C43-C9D0-294D-4AAC690DA466}"/>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Oval 208">
              <a:extLst>
                <a:ext uri="{FF2B5EF4-FFF2-40B4-BE49-F238E27FC236}">
                  <a16:creationId xmlns:a16="http://schemas.microsoft.com/office/drawing/2014/main" id="{54194979-F6F7-A9BA-0DAB-A3DA0FC01D41}"/>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Oval 209">
              <a:extLst>
                <a:ext uri="{FF2B5EF4-FFF2-40B4-BE49-F238E27FC236}">
                  <a16:creationId xmlns:a16="http://schemas.microsoft.com/office/drawing/2014/main" id="{FBBD97F6-03FF-C032-DC65-A2946A77BB8A}"/>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Oval 210">
              <a:extLst>
                <a:ext uri="{FF2B5EF4-FFF2-40B4-BE49-F238E27FC236}">
                  <a16:creationId xmlns:a16="http://schemas.microsoft.com/office/drawing/2014/main" id="{BA495C7E-4AF2-1194-C9AC-764CBFED149E}"/>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Oval 211">
              <a:extLst>
                <a:ext uri="{FF2B5EF4-FFF2-40B4-BE49-F238E27FC236}">
                  <a16:creationId xmlns:a16="http://schemas.microsoft.com/office/drawing/2014/main" id="{3ED5EA13-BC65-DAA7-63D9-8F74465E886D}"/>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6" name="Oval 212">
              <a:extLst>
                <a:ext uri="{FF2B5EF4-FFF2-40B4-BE49-F238E27FC236}">
                  <a16:creationId xmlns:a16="http://schemas.microsoft.com/office/drawing/2014/main" id="{2EEC86B6-F8CE-8391-9006-551545DD4B1B}"/>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7" name="Oval 213">
              <a:extLst>
                <a:ext uri="{FF2B5EF4-FFF2-40B4-BE49-F238E27FC236}">
                  <a16:creationId xmlns:a16="http://schemas.microsoft.com/office/drawing/2014/main" id="{BAAAE151-4A0E-75F7-81F8-A76A5C54F716}"/>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 name="Oval 214">
              <a:extLst>
                <a:ext uri="{FF2B5EF4-FFF2-40B4-BE49-F238E27FC236}">
                  <a16:creationId xmlns:a16="http://schemas.microsoft.com/office/drawing/2014/main" id="{3F603235-E774-FD5F-B0E5-9BA917E3A555}"/>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9" name="Oval 215">
              <a:extLst>
                <a:ext uri="{FF2B5EF4-FFF2-40B4-BE49-F238E27FC236}">
                  <a16:creationId xmlns:a16="http://schemas.microsoft.com/office/drawing/2014/main" id="{24AF91C1-52D0-D773-C007-AF7A49F7B682}"/>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70" name="Group 216">
              <a:extLst>
                <a:ext uri="{FF2B5EF4-FFF2-40B4-BE49-F238E27FC236}">
                  <a16:creationId xmlns:a16="http://schemas.microsoft.com/office/drawing/2014/main" id="{DDA60510-E495-AF31-8297-32A8D3D27161}"/>
                </a:ext>
              </a:extLst>
            </p:cNvPr>
            <p:cNvGrpSpPr>
              <a:grpSpLocks/>
            </p:cNvGrpSpPr>
            <p:nvPr/>
          </p:nvGrpSpPr>
          <p:grpSpPr bwMode="auto">
            <a:xfrm>
              <a:off x="912" y="768"/>
              <a:ext cx="2386" cy="1553"/>
              <a:chOff x="912" y="768"/>
              <a:chExt cx="2386" cy="1553"/>
            </a:xfrm>
            <a:grpFill/>
          </p:grpSpPr>
          <p:sp>
            <p:nvSpPr>
              <p:cNvPr id="71" name="Oval 217">
                <a:extLst>
                  <a:ext uri="{FF2B5EF4-FFF2-40B4-BE49-F238E27FC236}">
                    <a16:creationId xmlns:a16="http://schemas.microsoft.com/office/drawing/2014/main" id="{755C6351-301F-409E-71A2-9A607161C1AA}"/>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2" name="Oval 218">
                <a:extLst>
                  <a:ext uri="{FF2B5EF4-FFF2-40B4-BE49-F238E27FC236}">
                    <a16:creationId xmlns:a16="http://schemas.microsoft.com/office/drawing/2014/main" id="{0308F647-7898-D8D3-59DA-1A889EA95CB0}"/>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3" name="Oval 219">
                <a:extLst>
                  <a:ext uri="{FF2B5EF4-FFF2-40B4-BE49-F238E27FC236}">
                    <a16:creationId xmlns:a16="http://schemas.microsoft.com/office/drawing/2014/main" id="{F67681F6-34EF-CEC2-5468-898168512F49}"/>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4" name="Oval 220">
                <a:extLst>
                  <a:ext uri="{FF2B5EF4-FFF2-40B4-BE49-F238E27FC236}">
                    <a16:creationId xmlns:a16="http://schemas.microsoft.com/office/drawing/2014/main" id="{20612794-C8D5-2ED4-D984-3CE60B918039}"/>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Oval 221">
                <a:extLst>
                  <a:ext uri="{FF2B5EF4-FFF2-40B4-BE49-F238E27FC236}">
                    <a16:creationId xmlns:a16="http://schemas.microsoft.com/office/drawing/2014/main" id="{DA512488-08EF-A948-5C09-2C4710E0E1BD}"/>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6" name="Oval 222">
                <a:extLst>
                  <a:ext uri="{FF2B5EF4-FFF2-40B4-BE49-F238E27FC236}">
                    <a16:creationId xmlns:a16="http://schemas.microsoft.com/office/drawing/2014/main" id="{EF0149E2-E82A-B3DB-8605-80157A197352}"/>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7" name="Oval 223">
                <a:extLst>
                  <a:ext uri="{FF2B5EF4-FFF2-40B4-BE49-F238E27FC236}">
                    <a16:creationId xmlns:a16="http://schemas.microsoft.com/office/drawing/2014/main" id="{32C683F9-ED49-C14C-9365-B6F025952295}"/>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8" name="Oval 224">
                <a:extLst>
                  <a:ext uri="{FF2B5EF4-FFF2-40B4-BE49-F238E27FC236}">
                    <a16:creationId xmlns:a16="http://schemas.microsoft.com/office/drawing/2014/main" id="{CD1A98C7-7664-67B2-7B11-F5A0C3811246}"/>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9" name="Oval 225">
                <a:extLst>
                  <a:ext uri="{FF2B5EF4-FFF2-40B4-BE49-F238E27FC236}">
                    <a16:creationId xmlns:a16="http://schemas.microsoft.com/office/drawing/2014/main" id="{2B9BAF75-5873-797A-4444-BD36A1C6D40D}"/>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1" name="Text Box 174">
            <a:extLst>
              <a:ext uri="{FF2B5EF4-FFF2-40B4-BE49-F238E27FC236}">
                <a16:creationId xmlns:a16="http://schemas.microsoft.com/office/drawing/2014/main" id="{392C4032-ECF9-58B4-D606-E67EE24D6F4D}"/>
              </a:ext>
            </a:extLst>
          </p:cNvPr>
          <p:cNvSpPr txBox="1">
            <a:spLocks noChangeArrowheads="1"/>
          </p:cNvSpPr>
          <p:nvPr/>
        </p:nvSpPr>
        <p:spPr bwMode="auto">
          <a:xfrm>
            <a:off x="5742507" y="2042719"/>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AS</a:t>
            </a:r>
            <a:r>
              <a:rPr lang="en-US" altLang="zh-CN" sz="1400" b="1" baseline="-25000">
                <a:latin typeface="微软雅黑" panose="020B0503020204020204" pitchFamily="34" charset="-122"/>
                <a:ea typeface="微软雅黑" panose="020B0503020204020204" pitchFamily="34" charset="-122"/>
              </a:rPr>
              <a:t>3</a:t>
            </a:r>
          </a:p>
        </p:txBody>
      </p:sp>
      <p:sp>
        <p:nvSpPr>
          <p:cNvPr id="82" name="Text Box 175">
            <a:extLst>
              <a:ext uri="{FF2B5EF4-FFF2-40B4-BE49-F238E27FC236}">
                <a16:creationId xmlns:a16="http://schemas.microsoft.com/office/drawing/2014/main" id="{D62D8D57-5E8C-829B-2D38-8F657124E1CB}"/>
              </a:ext>
            </a:extLst>
          </p:cNvPr>
          <p:cNvSpPr txBox="1">
            <a:spLocks noChangeArrowheads="1"/>
          </p:cNvSpPr>
          <p:nvPr/>
        </p:nvSpPr>
        <p:spPr bwMode="auto">
          <a:xfrm>
            <a:off x="2097111" y="2042719"/>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Tree>
    <p:extLst>
      <p:ext uri="{BB962C8B-B14F-4D97-AF65-F5344CB8AC3E}">
        <p14:creationId xmlns:p14="http://schemas.microsoft.com/office/powerpoint/2010/main" val="1670976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97">
                                            <p:txEl>
                                              <p:pRg st="0" end="0"/>
                                            </p:txEl>
                                          </p:spTgt>
                                        </p:tgtEl>
                                        <p:attrNameLst>
                                          <p:attrName>style.visibility</p:attrName>
                                        </p:attrNameLst>
                                      </p:cBhvr>
                                      <p:to>
                                        <p:strVal val="visible"/>
                                      </p:to>
                                    </p:set>
                                    <p:animEffect transition="in" filter="fade">
                                      <p:cBhvr>
                                        <p:cTn id="7" dur="1000"/>
                                        <p:tgtEl>
                                          <p:spTgt spid="197">
                                            <p:txEl>
                                              <p:pRg st="0" end="0"/>
                                            </p:txEl>
                                          </p:spTgt>
                                        </p:tgtEl>
                                      </p:cBhvr>
                                    </p:animEffect>
                                    <p:anim calcmode="lin" valueType="num">
                                      <p:cBhvr>
                                        <p:cTn id="8" dur="1000" fill="hold"/>
                                        <p:tgtEl>
                                          <p:spTgt spid="19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9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97">
                                            <p:txEl>
                                              <p:pRg st="1" end="1"/>
                                            </p:txEl>
                                          </p:spTgt>
                                        </p:tgtEl>
                                        <p:attrNameLst>
                                          <p:attrName>style.visibility</p:attrName>
                                        </p:attrNameLst>
                                      </p:cBhvr>
                                      <p:to>
                                        <p:strVal val="visible"/>
                                      </p:to>
                                    </p:set>
                                    <p:animEffect transition="in" filter="fade">
                                      <p:cBhvr>
                                        <p:cTn id="14" dur="1000"/>
                                        <p:tgtEl>
                                          <p:spTgt spid="197">
                                            <p:txEl>
                                              <p:pRg st="1" end="1"/>
                                            </p:txEl>
                                          </p:spTgt>
                                        </p:tgtEl>
                                      </p:cBhvr>
                                    </p:animEffect>
                                    <p:anim calcmode="lin" valueType="num">
                                      <p:cBhvr>
                                        <p:cTn id="15" dur="1000" fill="hold"/>
                                        <p:tgtEl>
                                          <p:spTgt spid="197">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197">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grpId="0" nodeType="clickEffect">
                                  <p:stCondLst>
                                    <p:cond delay="0"/>
                                  </p:stCondLst>
                                  <p:childTnLst>
                                    <p:anim calcmode="discrete" valueType="str">
                                      <p:cBhvr>
                                        <p:cTn id="20" dur="1000" fill="hold"/>
                                        <p:tgtEl>
                                          <p:spTgt spid="82"/>
                                        </p:tgtEl>
                                        <p:attrNameLst>
                                          <p:attrName>style.visibility</p:attrName>
                                        </p:attrNameLst>
                                      </p:cBhvr>
                                      <p:tavLst>
                                        <p:tav tm="0">
                                          <p:val>
                                            <p:strVal val="hidden"/>
                                          </p:val>
                                        </p:tav>
                                        <p:tav tm="50000">
                                          <p:val>
                                            <p:strVal val="visible"/>
                                          </p:val>
                                        </p:tav>
                                      </p:tavLst>
                                    </p:anim>
                                  </p:childTnLst>
                                </p:cTn>
                              </p:par>
                              <p:par>
                                <p:cTn id="21" presetID="35" presetClass="emph" presetSubtype="0" repeatCount="3000" fill="hold" grpId="0" nodeType="withEffect">
                                  <p:stCondLst>
                                    <p:cond delay="0"/>
                                  </p:stCondLst>
                                  <p:childTnLst>
                                    <p:anim calcmode="discrete" valueType="str">
                                      <p:cBhvr>
                                        <p:cTn id="22" dur="1000" fill="hold"/>
                                        <p:tgtEl>
                                          <p:spTgt spid="8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uiExpand="1" build="p"/>
      <p:bldP spid="81" grpId="0"/>
      <p:bldP spid="82" grpId="0"/>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 name="圆角矩形 153"/>
          <p:cNvSpPr/>
          <p:nvPr/>
        </p:nvSpPr>
        <p:spPr>
          <a:xfrm>
            <a:off x="545145" y="1052857"/>
            <a:ext cx="8053712" cy="215216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5845"/>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263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三种不同的自治系统 </a:t>
            </a:r>
            <a:r>
              <a:rPr lang="en-US" altLang="zh-CN" sz="2000" b="1" dirty="0">
                <a:solidFill>
                  <a:schemeClr val="bg1"/>
                </a:solidFill>
                <a:latin typeface="微软雅黑" pitchFamily="34" charset="-122"/>
                <a:ea typeface="微软雅黑" pitchFamily="34" charset="-122"/>
              </a:rPr>
              <a:t>AS</a:t>
            </a:r>
            <a:endParaRPr lang="zh-CN" altLang="en-US" sz="2000" b="1" dirty="0">
              <a:solidFill>
                <a:schemeClr val="bg1"/>
              </a:solidFill>
              <a:latin typeface="微软雅黑" pitchFamily="34" charset="-122"/>
              <a:ea typeface="微软雅黑" pitchFamily="34" charset="-122"/>
            </a:endParaRPr>
          </a:p>
        </p:txBody>
      </p:sp>
      <p:sp>
        <p:nvSpPr>
          <p:cNvPr id="197" name="矩形 196"/>
          <p:cNvSpPr/>
          <p:nvPr/>
        </p:nvSpPr>
        <p:spPr>
          <a:xfrm>
            <a:off x="631134" y="3226779"/>
            <a:ext cx="8125998" cy="12899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285750" indent="-285750">
              <a:lnSpc>
                <a:spcPct val="150000"/>
              </a:lnSpc>
              <a:buFont typeface="Wingdings" panose="05000000000000000000" pitchFamily="2" charset="2"/>
              <a:buChar char="l"/>
            </a:pPr>
            <a:r>
              <a:rPr kumimoji="1" lang="en-US" altLang="zh-CN" b="1" kern="500" dirty="0">
                <a:solidFill>
                  <a:srgbClr val="0000FF"/>
                </a:solidFill>
                <a:latin typeface="微软雅黑" panose="020B0503020204020204" pitchFamily="34" charset="-122"/>
                <a:ea typeface="微软雅黑" panose="020B0503020204020204" pitchFamily="34" charset="-122"/>
              </a:rPr>
              <a:t>BGP</a:t>
            </a:r>
            <a:r>
              <a:rPr kumimoji="1" lang="zh-CN" altLang="en-US" b="1" kern="500" dirty="0">
                <a:solidFill>
                  <a:srgbClr val="0000FF"/>
                </a:solidFill>
                <a:latin typeface="微软雅黑" panose="020B0503020204020204" pitchFamily="34" charset="-122"/>
                <a:ea typeface="微软雅黑" panose="020B0503020204020204" pitchFamily="34" charset="-122"/>
              </a:rPr>
              <a:t>路由必须避免兜圈子的出现。</a:t>
            </a:r>
            <a:endParaRPr kumimoji="1" lang="en-US" altLang="zh-CN" b="1" kern="500" dirty="0">
              <a:latin typeface="微软雅黑" panose="020B0503020204020204" pitchFamily="34" charset="-122"/>
              <a:ea typeface="微软雅黑" panose="020B0503020204020204" pitchFamily="34" charset="-122"/>
            </a:endParaRPr>
          </a:p>
          <a:p>
            <a:pPr marL="285750" indent="-285750">
              <a:lnSpc>
                <a:spcPct val="150000"/>
              </a:lnSpc>
              <a:buFont typeface="Wingdings" panose="05000000000000000000" pitchFamily="2" charset="2"/>
              <a:buChar char="l"/>
            </a:pPr>
            <a:r>
              <a:rPr kumimoji="1" lang="zh-CN" altLang="en-US" b="1" kern="500" dirty="0">
                <a:solidFill>
                  <a:srgbClr val="C00000"/>
                </a:solidFill>
                <a:latin typeface="微软雅黑" panose="020B0503020204020204" pitchFamily="34" charset="-122"/>
                <a:ea typeface="微软雅黑" panose="020B0503020204020204" pitchFamily="34" charset="-122"/>
              </a:rPr>
              <a:t>在属性</a:t>
            </a:r>
            <a:r>
              <a:rPr kumimoji="1" lang="en-US" altLang="zh-CN" b="1" kern="500" dirty="0">
                <a:solidFill>
                  <a:srgbClr val="C00000"/>
                </a:solidFill>
                <a:latin typeface="微软雅黑" panose="020B0503020204020204" pitchFamily="34" charset="-122"/>
                <a:ea typeface="微软雅黑" panose="020B0503020204020204" pitchFamily="34" charset="-122"/>
              </a:rPr>
              <a:t>AS-PATH</a:t>
            </a:r>
            <a:r>
              <a:rPr kumimoji="1" lang="zh-CN" altLang="en-US" b="1" kern="500" dirty="0">
                <a:solidFill>
                  <a:srgbClr val="C00000"/>
                </a:solidFill>
                <a:latin typeface="微软雅黑" panose="020B0503020204020204" pitchFamily="34" charset="-122"/>
                <a:ea typeface="微软雅黑" panose="020B0503020204020204" pitchFamily="34" charset="-122"/>
              </a:rPr>
              <a:t>中不允许出现两个相同的</a:t>
            </a:r>
            <a:r>
              <a:rPr kumimoji="1" lang="en-US" altLang="zh-CN" b="1" kern="500" dirty="0">
                <a:solidFill>
                  <a:srgbClr val="C00000"/>
                </a:solidFill>
                <a:latin typeface="微软雅黑" panose="020B0503020204020204" pitchFamily="34" charset="-122"/>
                <a:ea typeface="微软雅黑" panose="020B0503020204020204" pitchFamily="34" charset="-122"/>
              </a:rPr>
              <a:t>AS</a:t>
            </a:r>
            <a:r>
              <a:rPr kumimoji="1" lang="zh-CN" altLang="en-US" b="1" kern="500" dirty="0">
                <a:solidFill>
                  <a:srgbClr val="C00000"/>
                </a:solidFill>
                <a:latin typeface="微软雅黑" panose="020B0503020204020204" pitchFamily="34" charset="-122"/>
                <a:ea typeface="微软雅黑" panose="020B0503020204020204" pitchFamily="34" charset="-122"/>
              </a:rPr>
              <a:t>。</a:t>
            </a:r>
            <a:r>
              <a:rPr kumimoji="1" lang="zh-CN" altLang="en-US" b="1" kern="500" dirty="0">
                <a:latin typeface="微软雅黑" panose="020B0503020204020204" pitchFamily="34" charset="-122"/>
                <a:ea typeface="微软雅黑" panose="020B0503020204020204" pitchFamily="34" charset="-122"/>
              </a:rPr>
              <a:t>因此</a:t>
            </a:r>
            <a:r>
              <a:rPr kumimoji="1" lang="en-US" altLang="zh-CN" b="1" kern="500" dirty="0">
                <a:latin typeface="微软雅黑" panose="020B0503020204020204" pitchFamily="34" charset="-122"/>
                <a:ea typeface="微软雅黑" panose="020B0503020204020204" pitchFamily="34" charset="-122"/>
              </a:rPr>
              <a:t>AS</a:t>
            </a:r>
            <a:r>
              <a:rPr kumimoji="1" lang="en-US" altLang="zh-CN" b="1" kern="500" baseline="-25000" dirty="0">
                <a:latin typeface="微软雅黑" panose="020B0503020204020204" pitchFamily="34" charset="-122"/>
                <a:ea typeface="微软雅黑" panose="020B0503020204020204" pitchFamily="34" charset="-122"/>
              </a:rPr>
              <a:t>3</a:t>
            </a:r>
            <a:r>
              <a:rPr kumimoji="1" lang="zh-CN" altLang="en-US" b="1" kern="500" dirty="0">
                <a:latin typeface="微软雅黑" panose="020B0503020204020204" pitchFamily="34" charset="-122"/>
                <a:ea typeface="微软雅黑" panose="020B0503020204020204" pitchFamily="34" charset="-122"/>
              </a:rPr>
              <a:t>应删除</a:t>
            </a:r>
            <a:r>
              <a:rPr kumimoji="1" lang="pt-BR" altLang="zh-CN" b="1" kern="500" dirty="0">
                <a:latin typeface="微软雅黑" panose="020B0503020204020204" pitchFamily="34" charset="-122"/>
                <a:ea typeface="微软雅黑" panose="020B0503020204020204" pitchFamily="34" charset="-122"/>
              </a:rPr>
              <a:t>[AS</a:t>
            </a:r>
            <a:r>
              <a:rPr kumimoji="1" lang="pt-BR" altLang="zh-CN" b="1" kern="500" baseline="-25000" dirty="0">
                <a:latin typeface="微软雅黑" panose="020B0503020204020204" pitchFamily="34" charset="-122"/>
                <a:ea typeface="微软雅黑" panose="020B0503020204020204" pitchFamily="34" charset="-122"/>
              </a:rPr>
              <a:t>3</a:t>
            </a:r>
            <a:r>
              <a:rPr kumimoji="1" lang="pt-BR" altLang="zh-CN" b="1" kern="500" dirty="0">
                <a:latin typeface="微软雅黑" panose="020B0503020204020204" pitchFamily="34" charset="-122"/>
                <a:ea typeface="微软雅黑" panose="020B0503020204020204" pitchFamily="34" charset="-122"/>
              </a:rPr>
              <a:t> AS</a:t>
            </a:r>
            <a:r>
              <a:rPr kumimoji="1" lang="pt-BR" altLang="zh-CN" b="1" kern="500" baseline="-25000" dirty="0">
                <a:latin typeface="微软雅黑" panose="020B0503020204020204" pitchFamily="34" charset="-122"/>
                <a:ea typeface="微软雅黑" panose="020B0503020204020204" pitchFamily="34" charset="-122"/>
              </a:rPr>
              <a:t>2</a:t>
            </a:r>
            <a:r>
              <a:rPr kumimoji="1" lang="pt-BR" altLang="zh-CN" b="1" kern="500" dirty="0">
                <a:latin typeface="微软雅黑" panose="020B0503020204020204" pitchFamily="34" charset="-122"/>
                <a:ea typeface="微软雅黑" panose="020B0503020204020204" pitchFamily="34" charset="-122"/>
              </a:rPr>
              <a:t> AS</a:t>
            </a:r>
            <a:r>
              <a:rPr kumimoji="1" lang="pt-BR" altLang="zh-CN" b="1" kern="500" baseline="-25000" dirty="0">
                <a:latin typeface="微软雅黑" panose="020B0503020204020204" pitchFamily="34" charset="-122"/>
                <a:ea typeface="微软雅黑" panose="020B0503020204020204" pitchFamily="34" charset="-122"/>
              </a:rPr>
              <a:t>1</a:t>
            </a:r>
            <a:r>
              <a:rPr kumimoji="1" lang="pt-BR" altLang="zh-CN" b="1" kern="500" dirty="0">
                <a:latin typeface="微软雅黑" panose="020B0503020204020204" pitchFamily="34" charset="-122"/>
                <a:ea typeface="微软雅黑" panose="020B0503020204020204" pitchFamily="34" charset="-122"/>
              </a:rPr>
              <a:t> AS</a:t>
            </a:r>
            <a:r>
              <a:rPr kumimoji="1" lang="pt-BR" altLang="zh-CN" b="1" kern="500" baseline="-25000" dirty="0">
                <a:latin typeface="微软雅黑" panose="020B0503020204020204" pitchFamily="34" charset="-122"/>
                <a:ea typeface="微软雅黑" panose="020B0503020204020204" pitchFamily="34" charset="-122"/>
              </a:rPr>
              <a:t>3</a:t>
            </a:r>
            <a:r>
              <a:rPr kumimoji="1" lang="pt-BR" altLang="zh-CN" b="1" kern="500" dirty="0">
                <a:latin typeface="微软雅黑" panose="020B0503020204020204" pitchFamily="34" charset="-122"/>
                <a:ea typeface="微软雅黑" panose="020B0503020204020204" pitchFamily="34" charset="-122"/>
              </a:rPr>
              <a:t> AS</a:t>
            </a:r>
            <a:r>
              <a:rPr kumimoji="1" lang="pt-BR" altLang="zh-CN" b="1" kern="500" baseline="-25000" dirty="0">
                <a:latin typeface="微软雅黑" panose="020B0503020204020204" pitchFamily="34" charset="-122"/>
                <a:ea typeface="微软雅黑" panose="020B0503020204020204" pitchFamily="34" charset="-122"/>
              </a:rPr>
              <a:t>6</a:t>
            </a:r>
            <a:r>
              <a:rPr kumimoji="1" lang="pt-BR" altLang="zh-CN" b="1" kern="500" dirty="0">
                <a:latin typeface="微软雅黑" panose="020B0503020204020204" pitchFamily="34" charset="-122"/>
                <a:ea typeface="微软雅黑" panose="020B0503020204020204" pitchFamily="34" charset="-122"/>
              </a:rPr>
              <a:t>]</a:t>
            </a:r>
            <a:r>
              <a:rPr kumimoji="1" lang="zh-CN" altLang="en-US" b="1" kern="500" dirty="0">
                <a:latin typeface="微软雅黑" panose="020B0503020204020204" pitchFamily="34" charset="-122"/>
                <a:ea typeface="微软雅黑" panose="020B0503020204020204" pitchFamily="34" charset="-122"/>
              </a:rPr>
              <a:t>这样的</a:t>
            </a:r>
            <a:r>
              <a:rPr kumimoji="1" lang="en-US" altLang="zh-CN" b="1" kern="500" dirty="0">
                <a:latin typeface="微软雅黑" panose="020B0503020204020204" pitchFamily="34" charset="-122"/>
                <a:ea typeface="微软雅黑" panose="020B0503020204020204" pitchFamily="34" charset="-122"/>
              </a:rPr>
              <a:t>BGP</a:t>
            </a:r>
            <a:r>
              <a:rPr kumimoji="1" lang="zh-CN" altLang="en-US" b="1" kern="500" dirty="0">
                <a:latin typeface="微软雅黑" panose="020B0503020204020204" pitchFamily="34" charset="-122"/>
                <a:ea typeface="微软雅黑" panose="020B0503020204020204" pitchFamily="34" charset="-122"/>
              </a:rPr>
              <a:t>路由。</a:t>
            </a:r>
            <a:endParaRPr kumimoji="1" lang="en-US" altLang="zh-CN" b="1" kern="500" dirty="0">
              <a:latin typeface="微软雅黑" panose="020B0503020204020204" pitchFamily="34" charset="-122"/>
              <a:ea typeface="微软雅黑" panose="020B0503020204020204" pitchFamily="34" charset="-122"/>
            </a:endParaRPr>
          </a:p>
        </p:txBody>
      </p:sp>
      <p:sp>
        <p:nvSpPr>
          <p:cNvPr id="5" name="Line 154"/>
          <p:cNvSpPr>
            <a:spLocks noChangeShapeType="1"/>
          </p:cNvSpPr>
          <p:nvPr/>
        </p:nvSpPr>
        <p:spPr bwMode="auto">
          <a:xfrm flipV="1">
            <a:off x="4635971" y="1495571"/>
            <a:ext cx="1237138" cy="543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154"/>
          <p:cNvSpPr>
            <a:spLocks noChangeShapeType="1"/>
          </p:cNvSpPr>
          <p:nvPr/>
        </p:nvSpPr>
        <p:spPr bwMode="auto">
          <a:xfrm>
            <a:off x="2553503" y="1440011"/>
            <a:ext cx="1106535" cy="1099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 name="Line 154"/>
          <p:cNvSpPr>
            <a:spLocks noChangeShapeType="1"/>
          </p:cNvSpPr>
          <p:nvPr/>
        </p:nvSpPr>
        <p:spPr bwMode="auto">
          <a:xfrm>
            <a:off x="2682671" y="2316896"/>
            <a:ext cx="1367740" cy="5483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54"/>
          <p:cNvSpPr>
            <a:spLocks noChangeShapeType="1"/>
          </p:cNvSpPr>
          <p:nvPr/>
        </p:nvSpPr>
        <p:spPr bwMode="auto">
          <a:xfrm flipV="1">
            <a:off x="2292298" y="2316896"/>
            <a:ext cx="66019" cy="49279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54"/>
          <p:cNvSpPr>
            <a:spLocks noChangeShapeType="1"/>
          </p:cNvSpPr>
          <p:nvPr/>
        </p:nvSpPr>
        <p:spPr bwMode="auto">
          <a:xfrm flipH="1" flipV="1">
            <a:off x="5937693" y="2372456"/>
            <a:ext cx="66019" cy="4372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4"/>
          <p:cNvSpPr>
            <a:spLocks noChangeShapeType="1"/>
          </p:cNvSpPr>
          <p:nvPr/>
        </p:nvSpPr>
        <p:spPr bwMode="auto">
          <a:xfrm flipV="1">
            <a:off x="4310182" y="2316896"/>
            <a:ext cx="1432325" cy="5483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55"/>
          <p:cNvSpPr>
            <a:spLocks noChangeShapeType="1"/>
          </p:cNvSpPr>
          <p:nvPr/>
        </p:nvSpPr>
        <p:spPr bwMode="auto">
          <a:xfrm>
            <a:off x="4716342" y="1607131"/>
            <a:ext cx="961581" cy="49114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54"/>
          <p:cNvSpPr>
            <a:spLocks noChangeShapeType="1"/>
          </p:cNvSpPr>
          <p:nvPr/>
        </p:nvSpPr>
        <p:spPr bwMode="auto">
          <a:xfrm flipV="1">
            <a:off x="2553503" y="1604276"/>
            <a:ext cx="1040516" cy="49400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0" name="Group 206"/>
          <p:cNvGrpSpPr>
            <a:grpSpLocks/>
          </p:cNvGrpSpPr>
          <p:nvPr/>
        </p:nvGrpSpPr>
        <p:grpSpPr bwMode="auto">
          <a:xfrm>
            <a:off x="3203646" y="1274539"/>
            <a:ext cx="1758114" cy="60270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50" name="Group 216"/>
            <p:cNvGrpSpPr>
              <a:grpSpLocks/>
            </p:cNvGrpSpPr>
            <p:nvPr/>
          </p:nvGrpSpPr>
          <p:grpSpPr bwMode="auto">
            <a:xfrm>
              <a:off x="912" y="768"/>
              <a:ext cx="2386" cy="1553"/>
              <a:chOff x="912" y="768"/>
              <a:chExt cx="2386" cy="1553"/>
            </a:xfrm>
            <a:grpFill/>
          </p:grpSpPr>
          <p:sp>
            <p:nvSpPr>
              <p:cNvPr id="5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0" name="Text Box 173"/>
          <p:cNvSpPr txBox="1">
            <a:spLocks noChangeArrowheads="1"/>
          </p:cNvSpPr>
          <p:nvPr/>
        </p:nvSpPr>
        <p:spPr bwMode="auto">
          <a:xfrm>
            <a:off x="3912602" y="1360763"/>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cxnSp>
        <p:nvCxnSpPr>
          <p:cNvPr id="83" name="直接箭头连接符 329"/>
          <p:cNvCxnSpPr>
            <a:cxnSpLocks noChangeShapeType="1"/>
          </p:cNvCxnSpPr>
          <p:nvPr/>
        </p:nvCxnSpPr>
        <p:spPr bwMode="auto">
          <a:xfrm flipV="1">
            <a:off x="2928089" y="2093802"/>
            <a:ext cx="2419739" cy="7247"/>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grpSp>
        <p:nvGrpSpPr>
          <p:cNvPr id="84" name="Group 206"/>
          <p:cNvGrpSpPr>
            <a:grpSpLocks/>
          </p:cNvGrpSpPr>
          <p:nvPr/>
        </p:nvGrpSpPr>
        <p:grpSpPr bwMode="auto">
          <a:xfrm>
            <a:off x="1901925" y="2700986"/>
            <a:ext cx="650143"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85"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1"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2"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3"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94" name="Group 216"/>
            <p:cNvGrpSpPr>
              <a:grpSpLocks/>
            </p:cNvGrpSpPr>
            <p:nvPr/>
          </p:nvGrpSpPr>
          <p:grpSpPr bwMode="auto">
            <a:xfrm>
              <a:off x="912" y="768"/>
              <a:ext cx="2386" cy="1553"/>
              <a:chOff x="912" y="768"/>
              <a:chExt cx="2386" cy="1553"/>
            </a:xfrm>
            <a:grpFill/>
          </p:grpSpPr>
          <p:sp>
            <p:nvSpPr>
              <p:cNvPr id="95"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6"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7"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8"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9"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0"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1"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2"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3"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4" name="Group 206"/>
          <p:cNvGrpSpPr>
            <a:grpSpLocks/>
          </p:cNvGrpSpPr>
          <p:nvPr/>
        </p:nvGrpSpPr>
        <p:grpSpPr bwMode="auto">
          <a:xfrm>
            <a:off x="3789206" y="2700986"/>
            <a:ext cx="651579"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05"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6"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7"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8"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9"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0"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1"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2"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3"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14" name="Group 216"/>
            <p:cNvGrpSpPr>
              <a:grpSpLocks/>
            </p:cNvGrpSpPr>
            <p:nvPr/>
          </p:nvGrpSpPr>
          <p:grpSpPr bwMode="auto">
            <a:xfrm>
              <a:off x="912" y="768"/>
              <a:ext cx="2386" cy="1553"/>
              <a:chOff x="912" y="768"/>
              <a:chExt cx="2386" cy="1553"/>
            </a:xfrm>
            <a:grpFill/>
          </p:grpSpPr>
          <p:sp>
            <p:nvSpPr>
              <p:cNvPr id="115"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6"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7"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8"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9"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0"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1"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2"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3"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4" name="Group 206"/>
          <p:cNvGrpSpPr>
            <a:grpSpLocks/>
          </p:cNvGrpSpPr>
          <p:nvPr/>
        </p:nvGrpSpPr>
        <p:grpSpPr bwMode="auto">
          <a:xfrm>
            <a:off x="5677923" y="2700986"/>
            <a:ext cx="650144"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25"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6"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7"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8"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9"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0"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1"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2"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3"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34" name="Group 216"/>
            <p:cNvGrpSpPr>
              <a:grpSpLocks/>
            </p:cNvGrpSpPr>
            <p:nvPr/>
          </p:nvGrpSpPr>
          <p:grpSpPr bwMode="auto">
            <a:xfrm>
              <a:off x="912" y="768"/>
              <a:ext cx="2386" cy="1553"/>
              <a:chOff x="912" y="768"/>
              <a:chExt cx="2386" cy="1553"/>
            </a:xfrm>
            <a:grpFill/>
          </p:grpSpPr>
          <p:sp>
            <p:nvSpPr>
              <p:cNvPr id="135"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6"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7"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8"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9"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0"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1"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2"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3"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44" name="Text Box 174"/>
          <p:cNvSpPr txBox="1">
            <a:spLocks noChangeArrowheads="1"/>
          </p:cNvSpPr>
          <p:nvPr/>
        </p:nvSpPr>
        <p:spPr bwMode="auto">
          <a:xfrm>
            <a:off x="5792738" y="2695445"/>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6</a:t>
            </a:r>
          </a:p>
        </p:txBody>
      </p:sp>
      <p:sp>
        <p:nvSpPr>
          <p:cNvPr id="145" name="Text Box 174"/>
          <p:cNvSpPr txBox="1">
            <a:spLocks noChangeArrowheads="1"/>
          </p:cNvSpPr>
          <p:nvPr/>
        </p:nvSpPr>
        <p:spPr bwMode="auto">
          <a:xfrm>
            <a:off x="3885921" y="2711857"/>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146" name="Text Box 174"/>
          <p:cNvSpPr txBox="1">
            <a:spLocks noChangeArrowheads="1"/>
          </p:cNvSpPr>
          <p:nvPr/>
        </p:nvSpPr>
        <p:spPr bwMode="auto">
          <a:xfrm>
            <a:off x="1992899" y="2716333"/>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sp>
        <p:nvSpPr>
          <p:cNvPr id="147" name="Text Box 173"/>
          <p:cNvSpPr txBox="1">
            <a:spLocks noChangeArrowheads="1"/>
          </p:cNvSpPr>
          <p:nvPr/>
        </p:nvSpPr>
        <p:spPr bwMode="auto">
          <a:xfrm>
            <a:off x="3247748" y="1918525"/>
            <a:ext cx="1846074" cy="307777"/>
          </a:xfrm>
          <a:prstGeom prst="rect">
            <a:avLst/>
          </a:prstGeom>
          <a:solidFill>
            <a:srgbClr val="C3E3F9"/>
          </a:solidFill>
          <a:ln>
            <a:noFill/>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solidFill>
                  <a:srgbClr val="C00000"/>
                </a:solidFill>
                <a:latin typeface="微软雅黑" panose="020B0503020204020204" pitchFamily="34" charset="-122"/>
                <a:ea typeface="微软雅黑" panose="020B0503020204020204" pitchFamily="34" charset="-122"/>
              </a:rPr>
              <a:t>对等 </a:t>
            </a:r>
            <a:r>
              <a:rPr lang="en-US" altLang="zh-CN" sz="1400" b="1" dirty="0">
                <a:solidFill>
                  <a:srgbClr val="C00000"/>
                </a:solidFill>
                <a:latin typeface="微软雅黑" panose="020B0503020204020204" pitchFamily="34" charset="-122"/>
                <a:ea typeface="微软雅黑" panose="020B0503020204020204" pitchFamily="34" charset="-122"/>
              </a:rPr>
              <a:t>AS</a:t>
            </a:r>
            <a:r>
              <a:rPr lang="en-US" altLang="zh-CN" sz="14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(Peering AS)</a:t>
            </a:r>
          </a:p>
        </p:txBody>
      </p:sp>
      <p:sp>
        <p:nvSpPr>
          <p:cNvPr id="148" name="Text Box 173"/>
          <p:cNvSpPr txBox="1">
            <a:spLocks noChangeArrowheads="1"/>
          </p:cNvSpPr>
          <p:nvPr/>
        </p:nvSpPr>
        <p:spPr bwMode="auto">
          <a:xfrm>
            <a:off x="4352328" y="1127761"/>
            <a:ext cx="2124745"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0000FF"/>
                </a:solidFill>
                <a:latin typeface="微软雅黑" panose="020B0503020204020204" pitchFamily="34" charset="-122"/>
                <a:ea typeface="微软雅黑" panose="020B0503020204020204" pitchFamily="34" charset="-122"/>
              </a:rPr>
              <a:t>穿越 </a:t>
            </a:r>
            <a:r>
              <a:rPr lang="en-US" altLang="zh-CN" sz="1400" b="1" dirty="0">
                <a:solidFill>
                  <a:srgbClr val="0000FF"/>
                </a:solidFill>
                <a:latin typeface="微软雅黑" panose="020B0503020204020204" pitchFamily="34" charset="-122"/>
                <a:ea typeface="微软雅黑" panose="020B0503020204020204" pitchFamily="34" charset="-122"/>
              </a:rPr>
              <a:t>AS </a:t>
            </a:r>
            <a:r>
              <a:rPr lang="en-US" altLang="zh-CN" sz="1400" b="1" dirty="0">
                <a:latin typeface="微软雅黑" panose="020B0503020204020204" pitchFamily="34" charset="-122"/>
                <a:ea typeface="微软雅黑" panose="020B0503020204020204" pitchFamily="34" charset="-122"/>
              </a:rPr>
              <a:t>(transit AS)</a:t>
            </a:r>
          </a:p>
        </p:txBody>
      </p:sp>
      <p:sp>
        <p:nvSpPr>
          <p:cNvPr id="149" name="Text Box 173"/>
          <p:cNvSpPr txBox="1">
            <a:spLocks noChangeArrowheads="1"/>
          </p:cNvSpPr>
          <p:nvPr/>
        </p:nvSpPr>
        <p:spPr bwMode="auto">
          <a:xfrm>
            <a:off x="1115438" y="2740845"/>
            <a:ext cx="846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a:t>
            </a:r>
          </a:p>
        </p:txBody>
      </p:sp>
      <p:sp>
        <p:nvSpPr>
          <p:cNvPr id="150" name="Text Box 173"/>
          <p:cNvSpPr txBox="1">
            <a:spLocks noChangeArrowheads="1"/>
          </p:cNvSpPr>
          <p:nvPr/>
        </p:nvSpPr>
        <p:spPr bwMode="auto">
          <a:xfrm>
            <a:off x="6274779" y="2727557"/>
            <a:ext cx="1733143"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 </a:t>
            </a:r>
            <a:r>
              <a:rPr lang="en-US" altLang="zh-CN" sz="1400" b="1" dirty="0">
                <a:latin typeface="微软雅黑" panose="020B0503020204020204" pitchFamily="34" charset="-122"/>
                <a:ea typeface="微软雅黑" panose="020B0503020204020204" pitchFamily="34" charset="-122"/>
              </a:rPr>
              <a:t>(stub AS)</a:t>
            </a:r>
          </a:p>
        </p:txBody>
      </p:sp>
      <p:sp>
        <p:nvSpPr>
          <p:cNvPr id="151" name="Text Box 173"/>
          <p:cNvSpPr txBox="1">
            <a:spLocks noChangeArrowheads="1"/>
          </p:cNvSpPr>
          <p:nvPr/>
        </p:nvSpPr>
        <p:spPr bwMode="auto">
          <a:xfrm>
            <a:off x="3016030" y="2775870"/>
            <a:ext cx="846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a:t>
            </a:r>
          </a:p>
        </p:txBody>
      </p:sp>
      <p:sp>
        <p:nvSpPr>
          <p:cNvPr id="152" name="Text Box 173"/>
          <p:cNvSpPr txBox="1">
            <a:spLocks noChangeArrowheads="1"/>
          </p:cNvSpPr>
          <p:nvPr/>
        </p:nvSpPr>
        <p:spPr bwMode="auto">
          <a:xfrm>
            <a:off x="4367590" y="2772248"/>
            <a:ext cx="11151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660033"/>
                </a:solidFill>
                <a:latin typeface="微软雅黑" panose="020B0503020204020204" pitchFamily="34" charset="-122"/>
                <a:ea typeface="微软雅黑" panose="020B0503020204020204" pitchFamily="34" charset="-122"/>
              </a:rPr>
              <a:t>多归属 </a:t>
            </a:r>
            <a:r>
              <a:rPr lang="en-US" altLang="zh-CN" sz="1400" b="1" dirty="0">
                <a:solidFill>
                  <a:srgbClr val="660033"/>
                </a:solidFill>
                <a:latin typeface="微软雅黑" panose="020B0503020204020204" pitchFamily="34" charset="-122"/>
                <a:ea typeface="微软雅黑" panose="020B0503020204020204" pitchFamily="34" charset="-122"/>
              </a:rPr>
              <a:t>AS</a:t>
            </a:r>
          </a:p>
        </p:txBody>
      </p:sp>
      <p:sp>
        <p:nvSpPr>
          <p:cNvPr id="193" name="任意多边形 192"/>
          <p:cNvSpPr/>
          <p:nvPr/>
        </p:nvSpPr>
        <p:spPr>
          <a:xfrm>
            <a:off x="3385758" y="1618819"/>
            <a:ext cx="1469785" cy="94945"/>
          </a:xfrm>
          <a:custGeom>
            <a:avLst/>
            <a:gdLst>
              <a:gd name="connsiteX0" fmla="*/ 0 w 1727200"/>
              <a:gd name="connsiteY0" fmla="*/ 123185 h 123185"/>
              <a:gd name="connsiteX1" fmla="*/ 369454 w 1727200"/>
              <a:gd name="connsiteY1" fmla="*/ 40057 h 123185"/>
              <a:gd name="connsiteX2" fmla="*/ 683491 w 1727200"/>
              <a:gd name="connsiteY2" fmla="*/ 3112 h 123185"/>
              <a:gd name="connsiteX3" fmla="*/ 942109 w 1727200"/>
              <a:gd name="connsiteY3" fmla="*/ 3112 h 123185"/>
              <a:gd name="connsiteX4" fmla="*/ 1191491 w 1727200"/>
              <a:gd name="connsiteY4" fmla="*/ 12348 h 123185"/>
              <a:gd name="connsiteX5" fmla="*/ 1514763 w 1727200"/>
              <a:gd name="connsiteY5" fmla="*/ 30821 h 123185"/>
              <a:gd name="connsiteX6" fmla="*/ 1727200 w 1727200"/>
              <a:gd name="connsiteY6" fmla="*/ 86239 h 12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7200" h="123185">
                <a:moveTo>
                  <a:pt x="0" y="123185"/>
                </a:moveTo>
                <a:cubicBezTo>
                  <a:pt x="127769" y="91627"/>
                  <a:pt x="255539" y="60069"/>
                  <a:pt x="369454" y="40057"/>
                </a:cubicBezTo>
                <a:cubicBezTo>
                  <a:pt x="483369" y="20045"/>
                  <a:pt x="588049" y="9269"/>
                  <a:pt x="683491" y="3112"/>
                </a:cubicBezTo>
                <a:cubicBezTo>
                  <a:pt x="778934" y="-3046"/>
                  <a:pt x="857442" y="1573"/>
                  <a:pt x="942109" y="3112"/>
                </a:cubicBezTo>
                <a:cubicBezTo>
                  <a:pt x="1026776" y="4651"/>
                  <a:pt x="1191491" y="12348"/>
                  <a:pt x="1191491" y="12348"/>
                </a:cubicBezTo>
                <a:cubicBezTo>
                  <a:pt x="1286933" y="16966"/>
                  <a:pt x="1425478" y="18506"/>
                  <a:pt x="1514763" y="30821"/>
                </a:cubicBezTo>
                <a:cubicBezTo>
                  <a:pt x="1604048" y="43136"/>
                  <a:pt x="1665624" y="64687"/>
                  <a:pt x="1727200" y="86239"/>
                </a:cubicBezTo>
              </a:path>
            </a:pathLst>
          </a:custGeom>
          <a:ln w="19050">
            <a:solidFill>
              <a:srgbClr val="0000FF"/>
            </a:solidFill>
            <a:prstDash val="sysDot"/>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sz="1600"/>
          </a:p>
        </p:txBody>
      </p:sp>
      <p:sp>
        <p:nvSpPr>
          <p:cNvPr id="19" name="Line 154"/>
          <p:cNvSpPr>
            <a:spLocks noChangeShapeType="1"/>
          </p:cNvSpPr>
          <p:nvPr/>
        </p:nvSpPr>
        <p:spPr bwMode="auto">
          <a:xfrm flipV="1">
            <a:off x="2682671" y="2206984"/>
            <a:ext cx="2864649"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206"/>
          <p:cNvGrpSpPr>
            <a:grpSpLocks/>
          </p:cNvGrpSpPr>
          <p:nvPr/>
        </p:nvGrpSpPr>
        <p:grpSpPr bwMode="auto">
          <a:xfrm>
            <a:off x="1771322" y="1934014"/>
            <a:ext cx="1107971" cy="508496"/>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0" name="Group 216"/>
            <p:cNvGrpSpPr>
              <a:grpSpLocks/>
            </p:cNvGrpSpPr>
            <p:nvPr/>
          </p:nvGrpSpPr>
          <p:grpSpPr bwMode="auto">
            <a:xfrm>
              <a:off x="912" y="768"/>
              <a:ext cx="2386" cy="1553"/>
              <a:chOff x="912" y="768"/>
              <a:chExt cx="2386" cy="1553"/>
            </a:xfrm>
            <a:grpFill/>
          </p:grpSpPr>
          <p:sp>
            <p:nvSpPr>
              <p:cNvPr id="3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0" name="Group 206"/>
          <p:cNvGrpSpPr>
            <a:grpSpLocks/>
          </p:cNvGrpSpPr>
          <p:nvPr/>
        </p:nvGrpSpPr>
        <p:grpSpPr bwMode="auto">
          <a:xfrm>
            <a:off x="5287550" y="1934014"/>
            <a:ext cx="1235703" cy="54714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6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70" name="Group 216"/>
            <p:cNvGrpSpPr>
              <a:grpSpLocks/>
            </p:cNvGrpSpPr>
            <p:nvPr/>
          </p:nvGrpSpPr>
          <p:grpSpPr bwMode="auto">
            <a:xfrm>
              <a:off x="912" y="768"/>
              <a:ext cx="2386" cy="1553"/>
              <a:chOff x="912" y="768"/>
              <a:chExt cx="2386" cy="1553"/>
            </a:xfrm>
            <a:grpFill/>
          </p:grpSpPr>
          <p:sp>
            <p:nvSpPr>
              <p:cNvPr id="7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1" name="Text Box 174"/>
          <p:cNvSpPr txBox="1">
            <a:spLocks noChangeArrowheads="1"/>
          </p:cNvSpPr>
          <p:nvPr/>
        </p:nvSpPr>
        <p:spPr bwMode="auto">
          <a:xfrm>
            <a:off x="5742507" y="2042719"/>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AS</a:t>
            </a:r>
            <a:r>
              <a:rPr lang="en-US" altLang="zh-CN" sz="1400" b="1" baseline="-25000">
                <a:latin typeface="微软雅黑" panose="020B0503020204020204" pitchFamily="34" charset="-122"/>
                <a:ea typeface="微软雅黑" panose="020B0503020204020204" pitchFamily="34" charset="-122"/>
              </a:rPr>
              <a:t>3</a:t>
            </a:r>
          </a:p>
        </p:txBody>
      </p:sp>
      <p:sp>
        <p:nvSpPr>
          <p:cNvPr id="82" name="Text Box 175"/>
          <p:cNvSpPr txBox="1">
            <a:spLocks noChangeArrowheads="1"/>
          </p:cNvSpPr>
          <p:nvPr/>
        </p:nvSpPr>
        <p:spPr bwMode="auto">
          <a:xfrm>
            <a:off x="2097111" y="2042719"/>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grpSp>
        <p:nvGrpSpPr>
          <p:cNvPr id="8" name="组合 214">
            <a:extLst>
              <a:ext uri="{FF2B5EF4-FFF2-40B4-BE49-F238E27FC236}">
                <a16:creationId xmlns:a16="http://schemas.microsoft.com/office/drawing/2014/main" id="{E20E1EF2-2419-5ABE-8105-94258327F962}"/>
              </a:ext>
            </a:extLst>
          </p:cNvPr>
          <p:cNvGrpSpPr>
            <a:grpSpLocks/>
          </p:cNvGrpSpPr>
          <p:nvPr/>
        </p:nvGrpSpPr>
        <p:grpSpPr bwMode="auto">
          <a:xfrm rot="1503689">
            <a:off x="5062195" y="1742789"/>
            <a:ext cx="561975" cy="73025"/>
            <a:chOff x="6732241" y="2663758"/>
            <a:chExt cx="562040" cy="72008"/>
          </a:xfrm>
        </p:grpSpPr>
        <p:cxnSp>
          <p:nvCxnSpPr>
            <p:cNvPr id="9" name="直接箭头连接符 329">
              <a:extLst>
                <a:ext uri="{FF2B5EF4-FFF2-40B4-BE49-F238E27FC236}">
                  <a16:creationId xmlns:a16="http://schemas.microsoft.com/office/drawing/2014/main" id="{34F4CBBE-6E9E-99C3-E35B-1C3F90C3272B}"/>
                </a:ext>
              </a:extLst>
            </p:cNvPr>
            <p:cNvCxnSpPr>
              <a:cxnSpLocks noChangeShapeType="1"/>
            </p:cNvCxnSpPr>
            <p:nvPr/>
          </p:nvCxnSpPr>
          <p:spPr bwMode="auto">
            <a:xfrm flipH="1">
              <a:off x="6732241" y="2708920"/>
              <a:ext cx="288031" cy="0"/>
            </a:xfrm>
            <a:prstGeom prst="straightConnector1">
              <a:avLst/>
            </a:prstGeom>
            <a:noFill/>
            <a:ln w="9525" algn="ctr">
              <a:solidFill>
                <a:srgbClr val="000000"/>
              </a:solidFill>
              <a:round/>
              <a:headEnd/>
              <a:tailEnd type="triangle" w="sm" len="med"/>
            </a:ln>
            <a:extLst>
              <a:ext uri="{909E8E84-426E-40DD-AFC4-6F175D3DCCD1}">
                <a14:hiddenFill xmlns:a14="http://schemas.microsoft.com/office/drawing/2010/main">
                  <a:noFill/>
                </a14:hiddenFill>
              </a:ext>
            </a:extLst>
          </p:spPr>
        </p:cxnSp>
        <p:sp>
          <p:nvSpPr>
            <p:cNvPr id="10" name="矩形 9">
              <a:extLst>
                <a:ext uri="{FF2B5EF4-FFF2-40B4-BE49-F238E27FC236}">
                  <a16:creationId xmlns:a16="http://schemas.microsoft.com/office/drawing/2014/main" id="{AC842FE8-F5B4-7C91-6B87-C55834AC2817}"/>
                </a:ext>
              </a:extLst>
            </p:cNvPr>
            <p:cNvSpPr/>
            <p:nvPr/>
          </p:nvSpPr>
          <p:spPr bwMode="auto">
            <a:xfrm>
              <a:off x="6933877" y="2663758"/>
              <a:ext cx="360404" cy="72008"/>
            </a:xfrm>
            <a:prstGeom prst="rect">
              <a:avLst/>
            </a:prstGeom>
            <a:solidFill>
              <a:srgbClr val="FFC000"/>
            </a:solidFill>
            <a:ln w="9525" cap="flat" cmpd="sng" algn="ctr">
              <a:solidFill>
                <a:srgbClr val="000000"/>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7" name="对话气泡: 圆角矩形 6">
            <a:extLst>
              <a:ext uri="{FF2B5EF4-FFF2-40B4-BE49-F238E27FC236}">
                <a16:creationId xmlns:a16="http://schemas.microsoft.com/office/drawing/2014/main" id="{395B6696-0F0A-294E-3D1A-1385E435B858}"/>
              </a:ext>
            </a:extLst>
          </p:cNvPr>
          <p:cNvSpPr/>
          <p:nvPr/>
        </p:nvSpPr>
        <p:spPr>
          <a:xfrm>
            <a:off x="6003713" y="1521074"/>
            <a:ext cx="991720" cy="327548"/>
          </a:xfrm>
          <a:prstGeom prst="wedgeRoundRectCallout">
            <a:avLst>
              <a:gd name="adj1" fmla="val -96940"/>
              <a:gd name="adj2" fmla="val 44853"/>
              <a:gd name="adj3" fmla="val 16667"/>
            </a:avLst>
          </a:prstGeom>
        </p:spPr>
        <p:style>
          <a:lnRef idx="1">
            <a:schemeClr val="accent6"/>
          </a:lnRef>
          <a:fillRef idx="2">
            <a:schemeClr val="accent6"/>
          </a:fillRef>
          <a:effectRef idx="1">
            <a:schemeClr val="accent6"/>
          </a:effectRef>
          <a:fontRef idx="minor">
            <a:schemeClr val="dk1"/>
          </a:fontRef>
        </p:style>
        <p:txBody>
          <a:bodyPr tIns="36000" rtlCol="0" anchor="ctr"/>
          <a:lstStyle/>
          <a:p>
            <a:pPr algn="ctr"/>
            <a:r>
              <a:rPr lang="en-US" altLang="zh-CN" dirty="0"/>
              <a:t>[AS</a:t>
            </a:r>
            <a:r>
              <a:rPr lang="en-US" altLang="zh-CN" baseline="-25000" dirty="0"/>
              <a:t>3</a:t>
            </a:r>
            <a:r>
              <a:rPr lang="en-US" altLang="zh-CN" dirty="0"/>
              <a:t> AS</a:t>
            </a:r>
            <a:r>
              <a:rPr lang="en-US" altLang="zh-CN" baseline="-25000" dirty="0"/>
              <a:t>6</a:t>
            </a:r>
            <a:r>
              <a:rPr lang="en-US" altLang="zh-CN" dirty="0"/>
              <a:t>]</a:t>
            </a:r>
            <a:endParaRPr lang="zh-CN" altLang="en-US" dirty="0"/>
          </a:p>
        </p:txBody>
      </p:sp>
      <p:grpSp>
        <p:nvGrpSpPr>
          <p:cNvPr id="165" name="组合 214">
            <a:extLst>
              <a:ext uri="{FF2B5EF4-FFF2-40B4-BE49-F238E27FC236}">
                <a16:creationId xmlns:a16="http://schemas.microsoft.com/office/drawing/2014/main" id="{0C2F3C4F-4BF6-0DA9-307C-46E6C7B33445}"/>
              </a:ext>
            </a:extLst>
          </p:cNvPr>
          <p:cNvGrpSpPr>
            <a:grpSpLocks/>
          </p:cNvGrpSpPr>
          <p:nvPr/>
        </p:nvGrpSpPr>
        <p:grpSpPr bwMode="auto">
          <a:xfrm rot="20149037">
            <a:off x="2616353" y="1773385"/>
            <a:ext cx="561975" cy="73025"/>
            <a:chOff x="6732241" y="2663758"/>
            <a:chExt cx="562040" cy="72008"/>
          </a:xfrm>
        </p:grpSpPr>
        <p:cxnSp>
          <p:nvCxnSpPr>
            <p:cNvPr id="166" name="直接箭头连接符 329">
              <a:extLst>
                <a:ext uri="{FF2B5EF4-FFF2-40B4-BE49-F238E27FC236}">
                  <a16:creationId xmlns:a16="http://schemas.microsoft.com/office/drawing/2014/main" id="{27D747F9-6696-6196-26EB-EE3CFDCC264D}"/>
                </a:ext>
              </a:extLst>
            </p:cNvPr>
            <p:cNvCxnSpPr>
              <a:cxnSpLocks noChangeShapeType="1"/>
            </p:cNvCxnSpPr>
            <p:nvPr/>
          </p:nvCxnSpPr>
          <p:spPr bwMode="auto">
            <a:xfrm flipH="1">
              <a:off x="6732241" y="2708920"/>
              <a:ext cx="288031" cy="0"/>
            </a:xfrm>
            <a:prstGeom prst="straightConnector1">
              <a:avLst/>
            </a:prstGeom>
            <a:noFill/>
            <a:ln w="9525" algn="ctr">
              <a:solidFill>
                <a:srgbClr val="000000"/>
              </a:solidFill>
              <a:round/>
              <a:headEnd/>
              <a:tailEnd type="triangle" w="sm" len="med"/>
            </a:ln>
            <a:extLst>
              <a:ext uri="{909E8E84-426E-40DD-AFC4-6F175D3DCCD1}">
                <a14:hiddenFill xmlns:a14="http://schemas.microsoft.com/office/drawing/2010/main">
                  <a:noFill/>
                </a14:hiddenFill>
              </a:ext>
            </a:extLst>
          </p:spPr>
        </p:cxnSp>
        <p:sp>
          <p:nvSpPr>
            <p:cNvPr id="168" name="矩形 167">
              <a:extLst>
                <a:ext uri="{FF2B5EF4-FFF2-40B4-BE49-F238E27FC236}">
                  <a16:creationId xmlns:a16="http://schemas.microsoft.com/office/drawing/2014/main" id="{F4AD54B2-1D45-09AA-F57D-3DC32A25CBEC}"/>
                </a:ext>
              </a:extLst>
            </p:cNvPr>
            <p:cNvSpPr/>
            <p:nvPr/>
          </p:nvSpPr>
          <p:spPr bwMode="auto">
            <a:xfrm>
              <a:off x="6933877" y="2663758"/>
              <a:ext cx="360404" cy="72008"/>
            </a:xfrm>
            <a:prstGeom prst="rect">
              <a:avLst/>
            </a:prstGeom>
            <a:solidFill>
              <a:srgbClr val="FFC000"/>
            </a:solidFill>
            <a:ln w="9525" cap="flat" cmpd="sng" algn="ctr">
              <a:solidFill>
                <a:srgbClr val="000000"/>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170" name="对话气泡: 圆角矩形 169">
            <a:extLst>
              <a:ext uri="{FF2B5EF4-FFF2-40B4-BE49-F238E27FC236}">
                <a16:creationId xmlns:a16="http://schemas.microsoft.com/office/drawing/2014/main" id="{77F7DA44-F3C1-4C9A-3261-209F40EE7D9C}"/>
              </a:ext>
            </a:extLst>
          </p:cNvPr>
          <p:cNvSpPr/>
          <p:nvPr/>
        </p:nvSpPr>
        <p:spPr>
          <a:xfrm>
            <a:off x="1115437" y="1366616"/>
            <a:ext cx="1333299" cy="327548"/>
          </a:xfrm>
          <a:prstGeom prst="wedgeRoundRectCallout">
            <a:avLst>
              <a:gd name="adj1" fmla="val 83374"/>
              <a:gd name="adj2" fmla="val 78546"/>
              <a:gd name="adj3" fmla="val 16667"/>
            </a:avLst>
          </a:prstGeom>
        </p:spPr>
        <p:style>
          <a:lnRef idx="1">
            <a:schemeClr val="accent6"/>
          </a:lnRef>
          <a:fillRef idx="2">
            <a:schemeClr val="accent6"/>
          </a:fillRef>
          <a:effectRef idx="1">
            <a:schemeClr val="accent6"/>
          </a:effectRef>
          <a:fontRef idx="minor">
            <a:schemeClr val="dk1"/>
          </a:fontRef>
        </p:style>
        <p:txBody>
          <a:bodyPr tIns="36000" rtlCol="0" anchor="ctr"/>
          <a:lstStyle/>
          <a:p>
            <a:pPr algn="ctr"/>
            <a:r>
              <a:rPr lang="en-US" altLang="zh-CN" dirty="0"/>
              <a:t>[AS</a:t>
            </a:r>
            <a:r>
              <a:rPr lang="en-US" altLang="zh-CN" baseline="-25000" dirty="0"/>
              <a:t>1</a:t>
            </a:r>
            <a:r>
              <a:rPr lang="en-US" altLang="zh-CN" dirty="0"/>
              <a:t> AS</a:t>
            </a:r>
            <a:r>
              <a:rPr lang="en-US" altLang="zh-CN" baseline="-25000" dirty="0"/>
              <a:t>3</a:t>
            </a:r>
            <a:r>
              <a:rPr lang="en-US" altLang="zh-CN" dirty="0"/>
              <a:t> AS</a:t>
            </a:r>
            <a:r>
              <a:rPr lang="en-US" altLang="zh-CN" baseline="-25000" dirty="0"/>
              <a:t>6</a:t>
            </a:r>
            <a:r>
              <a:rPr lang="en-US" altLang="zh-CN" dirty="0"/>
              <a:t>]</a:t>
            </a:r>
            <a:endParaRPr lang="zh-CN" altLang="en-US" dirty="0"/>
          </a:p>
        </p:txBody>
      </p:sp>
      <p:grpSp>
        <p:nvGrpSpPr>
          <p:cNvPr id="173" name="组合 214">
            <a:extLst>
              <a:ext uri="{FF2B5EF4-FFF2-40B4-BE49-F238E27FC236}">
                <a16:creationId xmlns:a16="http://schemas.microsoft.com/office/drawing/2014/main" id="{C2E2D4A4-90CF-E24B-4284-EB9C4C0BD894}"/>
              </a:ext>
            </a:extLst>
          </p:cNvPr>
          <p:cNvGrpSpPr>
            <a:grpSpLocks/>
          </p:cNvGrpSpPr>
          <p:nvPr/>
        </p:nvGrpSpPr>
        <p:grpSpPr bwMode="auto">
          <a:xfrm rot="10800000">
            <a:off x="3809724" y="2286693"/>
            <a:ext cx="561975" cy="73025"/>
            <a:chOff x="6732241" y="2663758"/>
            <a:chExt cx="562040" cy="72008"/>
          </a:xfrm>
        </p:grpSpPr>
        <p:cxnSp>
          <p:nvCxnSpPr>
            <p:cNvPr id="174" name="直接箭头连接符 329">
              <a:extLst>
                <a:ext uri="{FF2B5EF4-FFF2-40B4-BE49-F238E27FC236}">
                  <a16:creationId xmlns:a16="http://schemas.microsoft.com/office/drawing/2014/main" id="{2311C486-C893-152B-02EC-024D3B49C5D6}"/>
                </a:ext>
              </a:extLst>
            </p:cNvPr>
            <p:cNvCxnSpPr>
              <a:cxnSpLocks noChangeShapeType="1"/>
            </p:cNvCxnSpPr>
            <p:nvPr/>
          </p:nvCxnSpPr>
          <p:spPr bwMode="auto">
            <a:xfrm flipH="1">
              <a:off x="6732241" y="2708920"/>
              <a:ext cx="288031" cy="0"/>
            </a:xfrm>
            <a:prstGeom prst="straightConnector1">
              <a:avLst/>
            </a:prstGeom>
            <a:noFill/>
            <a:ln w="9525" algn="ctr">
              <a:solidFill>
                <a:srgbClr val="000000"/>
              </a:solidFill>
              <a:round/>
              <a:headEnd/>
              <a:tailEnd type="triangle" w="sm" len="med"/>
            </a:ln>
            <a:extLst>
              <a:ext uri="{909E8E84-426E-40DD-AFC4-6F175D3DCCD1}">
                <a14:hiddenFill xmlns:a14="http://schemas.microsoft.com/office/drawing/2010/main">
                  <a:noFill/>
                </a14:hiddenFill>
              </a:ext>
            </a:extLst>
          </p:spPr>
        </p:cxnSp>
        <p:sp>
          <p:nvSpPr>
            <p:cNvPr id="175" name="矩形 174">
              <a:extLst>
                <a:ext uri="{FF2B5EF4-FFF2-40B4-BE49-F238E27FC236}">
                  <a16:creationId xmlns:a16="http://schemas.microsoft.com/office/drawing/2014/main" id="{98022E90-1845-ABED-5694-F11E2CDB83D0}"/>
                </a:ext>
              </a:extLst>
            </p:cNvPr>
            <p:cNvSpPr/>
            <p:nvPr/>
          </p:nvSpPr>
          <p:spPr bwMode="auto">
            <a:xfrm>
              <a:off x="6933877" y="2663758"/>
              <a:ext cx="360404" cy="72008"/>
            </a:xfrm>
            <a:prstGeom prst="rect">
              <a:avLst/>
            </a:prstGeom>
            <a:solidFill>
              <a:srgbClr val="FFC000"/>
            </a:solidFill>
            <a:ln w="9525" cap="flat" cmpd="sng" algn="ctr">
              <a:solidFill>
                <a:srgbClr val="000000"/>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176" name="对话气泡: 圆角矩形 175">
            <a:extLst>
              <a:ext uri="{FF2B5EF4-FFF2-40B4-BE49-F238E27FC236}">
                <a16:creationId xmlns:a16="http://schemas.microsoft.com/office/drawing/2014/main" id="{EBE4A30D-D6BD-4BFD-03D5-73DBBFDC62DB}"/>
              </a:ext>
            </a:extLst>
          </p:cNvPr>
          <p:cNvSpPr/>
          <p:nvPr/>
        </p:nvSpPr>
        <p:spPr>
          <a:xfrm>
            <a:off x="1715037" y="2437949"/>
            <a:ext cx="1712889" cy="327548"/>
          </a:xfrm>
          <a:prstGeom prst="wedgeRoundRectCallout">
            <a:avLst>
              <a:gd name="adj1" fmla="val 85496"/>
              <a:gd name="adj2" fmla="val -86707"/>
              <a:gd name="adj3" fmla="val 16667"/>
            </a:avLst>
          </a:prstGeom>
        </p:spPr>
        <p:style>
          <a:lnRef idx="1">
            <a:schemeClr val="accent6"/>
          </a:lnRef>
          <a:fillRef idx="2">
            <a:schemeClr val="accent6"/>
          </a:fillRef>
          <a:effectRef idx="1">
            <a:schemeClr val="accent6"/>
          </a:effectRef>
          <a:fontRef idx="minor">
            <a:schemeClr val="dk1"/>
          </a:fontRef>
        </p:style>
        <p:txBody>
          <a:bodyPr tIns="36000" rtlCol="0" anchor="ctr"/>
          <a:lstStyle/>
          <a:p>
            <a:pPr algn="ctr"/>
            <a:r>
              <a:rPr lang="en-US" altLang="zh-CN" dirty="0"/>
              <a:t>[AS</a:t>
            </a:r>
            <a:r>
              <a:rPr lang="en-US" altLang="zh-CN" baseline="-25000" dirty="0"/>
              <a:t>2</a:t>
            </a:r>
            <a:r>
              <a:rPr lang="en-US" altLang="zh-CN" dirty="0"/>
              <a:t> AS</a:t>
            </a:r>
            <a:r>
              <a:rPr lang="en-US" altLang="zh-CN" baseline="-25000" dirty="0"/>
              <a:t>1</a:t>
            </a:r>
            <a:r>
              <a:rPr lang="en-US" altLang="zh-CN" dirty="0"/>
              <a:t> AS</a:t>
            </a:r>
            <a:r>
              <a:rPr lang="en-US" altLang="zh-CN" baseline="-25000" dirty="0"/>
              <a:t>3</a:t>
            </a:r>
            <a:r>
              <a:rPr lang="en-US" altLang="zh-CN" dirty="0"/>
              <a:t> AS</a:t>
            </a:r>
            <a:r>
              <a:rPr lang="en-US" altLang="zh-CN" baseline="-25000" dirty="0"/>
              <a:t>6</a:t>
            </a:r>
            <a:r>
              <a:rPr lang="en-US" altLang="zh-CN" dirty="0"/>
              <a:t>]</a:t>
            </a:r>
            <a:endParaRPr lang="zh-CN" altLang="en-US" dirty="0"/>
          </a:p>
        </p:txBody>
      </p:sp>
      <p:sp>
        <p:nvSpPr>
          <p:cNvPr id="177" name="椭圆 176">
            <a:extLst>
              <a:ext uri="{FF2B5EF4-FFF2-40B4-BE49-F238E27FC236}">
                <a16:creationId xmlns:a16="http://schemas.microsoft.com/office/drawing/2014/main" id="{F82380B4-8ACB-4A0F-276C-C8BD16CAF87F}"/>
              </a:ext>
            </a:extLst>
          </p:cNvPr>
          <p:cNvSpPr/>
          <p:nvPr/>
        </p:nvSpPr>
        <p:spPr>
          <a:xfrm>
            <a:off x="2552583" y="2463474"/>
            <a:ext cx="384759" cy="357672"/>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878994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97">
                                            <p:txEl>
                                              <p:pRg st="0" end="0"/>
                                            </p:txEl>
                                          </p:spTgt>
                                        </p:tgtEl>
                                        <p:attrNameLst>
                                          <p:attrName>style.visibility</p:attrName>
                                        </p:attrNameLst>
                                      </p:cBhvr>
                                      <p:to>
                                        <p:strVal val="visible"/>
                                      </p:to>
                                    </p:set>
                                    <p:animEffect transition="in" filter="fade">
                                      <p:cBhvr>
                                        <p:cTn id="7" dur="1000"/>
                                        <p:tgtEl>
                                          <p:spTgt spid="197">
                                            <p:txEl>
                                              <p:pRg st="0" end="0"/>
                                            </p:txEl>
                                          </p:spTgt>
                                        </p:tgtEl>
                                      </p:cBhvr>
                                    </p:animEffect>
                                    <p:anim calcmode="lin" valueType="num">
                                      <p:cBhvr>
                                        <p:cTn id="8" dur="1000" fill="hold"/>
                                        <p:tgtEl>
                                          <p:spTgt spid="19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9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wipe(right)">
                                      <p:cBhvr>
                                        <p:cTn id="14" dur="500"/>
                                        <p:tgtEl>
                                          <p:spTgt spid="8"/>
                                        </p:tgtEl>
                                      </p:cBhvr>
                                    </p:animEffect>
                                  </p:childTnLst>
                                </p:cTn>
                              </p:par>
                            </p:childTnLst>
                          </p:cTn>
                        </p:par>
                        <p:par>
                          <p:cTn id="15" fill="hold">
                            <p:stCondLst>
                              <p:cond delay="500"/>
                            </p:stCondLst>
                            <p:childTnLst>
                              <p:par>
                                <p:cTn id="16" presetID="53" presetClass="entr" presetSubtype="16" fill="hold" grpId="0" nodeType="after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fltVal val="0"/>
                                          </p:val>
                                        </p:tav>
                                        <p:tav tm="100000">
                                          <p:val>
                                            <p:strVal val="#ppt_w"/>
                                          </p:val>
                                        </p:tav>
                                      </p:tavLst>
                                    </p:anim>
                                    <p:anim calcmode="lin" valueType="num">
                                      <p:cBhvr>
                                        <p:cTn id="19" dur="500" fill="hold"/>
                                        <p:tgtEl>
                                          <p:spTgt spid="7"/>
                                        </p:tgtEl>
                                        <p:attrNameLst>
                                          <p:attrName>ppt_h</p:attrName>
                                        </p:attrNameLst>
                                      </p:cBhvr>
                                      <p:tavLst>
                                        <p:tav tm="0">
                                          <p:val>
                                            <p:fltVal val="0"/>
                                          </p:val>
                                        </p:tav>
                                        <p:tav tm="100000">
                                          <p:val>
                                            <p:strVal val="#ppt_h"/>
                                          </p:val>
                                        </p:tav>
                                      </p:tavLst>
                                    </p:anim>
                                    <p:animEffect transition="in" filter="fade">
                                      <p:cBhvr>
                                        <p:cTn id="20" dur="5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2" fill="hold" nodeType="clickEffect">
                                  <p:stCondLst>
                                    <p:cond delay="0"/>
                                  </p:stCondLst>
                                  <p:childTnLst>
                                    <p:set>
                                      <p:cBhvr>
                                        <p:cTn id="24" dur="1" fill="hold">
                                          <p:stCondLst>
                                            <p:cond delay="0"/>
                                          </p:stCondLst>
                                        </p:cTn>
                                        <p:tgtEl>
                                          <p:spTgt spid="165"/>
                                        </p:tgtEl>
                                        <p:attrNameLst>
                                          <p:attrName>style.visibility</p:attrName>
                                        </p:attrNameLst>
                                      </p:cBhvr>
                                      <p:to>
                                        <p:strVal val="visible"/>
                                      </p:to>
                                    </p:set>
                                    <p:animEffect transition="in" filter="wipe(right)">
                                      <p:cBhvr>
                                        <p:cTn id="25" dur="500"/>
                                        <p:tgtEl>
                                          <p:spTgt spid="165"/>
                                        </p:tgtEl>
                                      </p:cBhvr>
                                    </p:animEffect>
                                  </p:childTnLst>
                                </p:cTn>
                              </p:par>
                            </p:childTnLst>
                          </p:cTn>
                        </p:par>
                        <p:par>
                          <p:cTn id="26" fill="hold">
                            <p:stCondLst>
                              <p:cond delay="500"/>
                            </p:stCondLst>
                            <p:childTnLst>
                              <p:par>
                                <p:cTn id="27" presetID="53" presetClass="entr" presetSubtype="16" fill="hold" grpId="0" nodeType="afterEffect">
                                  <p:stCondLst>
                                    <p:cond delay="0"/>
                                  </p:stCondLst>
                                  <p:childTnLst>
                                    <p:set>
                                      <p:cBhvr>
                                        <p:cTn id="28" dur="1" fill="hold">
                                          <p:stCondLst>
                                            <p:cond delay="0"/>
                                          </p:stCondLst>
                                        </p:cTn>
                                        <p:tgtEl>
                                          <p:spTgt spid="170"/>
                                        </p:tgtEl>
                                        <p:attrNameLst>
                                          <p:attrName>style.visibility</p:attrName>
                                        </p:attrNameLst>
                                      </p:cBhvr>
                                      <p:to>
                                        <p:strVal val="visible"/>
                                      </p:to>
                                    </p:set>
                                    <p:anim calcmode="lin" valueType="num">
                                      <p:cBhvr>
                                        <p:cTn id="29" dur="500" fill="hold"/>
                                        <p:tgtEl>
                                          <p:spTgt spid="170"/>
                                        </p:tgtEl>
                                        <p:attrNameLst>
                                          <p:attrName>ppt_w</p:attrName>
                                        </p:attrNameLst>
                                      </p:cBhvr>
                                      <p:tavLst>
                                        <p:tav tm="0">
                                          <p:val>
                                            <p:fltVal val="0"/>
                                          </p:val>
                                        </p:tav>
                                        <p:tav tm="100000">
                                          <p:val>
                                            <p:strVal val="#ppt_w"/>
                                          </p:val>
                                        </p:tav>
                                      </p:tavLst>
                                    </p:anim>
                                    <p:anim calcmode="lin" valueType="num">
                                      <p:cBhvr>
                                        <p:cTn id="30" dur="500" fill="hold"/>
                                        <p:tgtEl>
                                          <p:spTgt spid="170"/>
                                        </p:tgtEl>
                                        <p:attrNameLst>
                                          <p:attrName>ppt_h</p:attrName>
                                        </p:attrNameLst>
                                      </p:cBhvr>
                                      <p:tavLst>
                                        <p:tav tm="0">
                                          <p:val>
                                            <p:fltVal val="0"/>
                                          </p:val>
                                        </p:tav>
                                        <p:tav tm="100000">
                                          <p:val>
                                            <p:strVal val="#ppt_h"/>
                                          </p:val>
                                        </p:tav>
                                      </p:tavLst>
                                    </p:anim>
                                    <p:animEffect transition="in" filter="fade">
                                      <p:cBhvr>
                                        <p:cTn id="31" dur="500"/>
                                        <p:tgtEl>
                                          <p:spTgt spid="170"/>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73"/>
                                        </p:tgtEl>
                                        <p:attrNameLst>
                                          <p:attrName>style.visibility</p:attrName>
                                        </p:attrNameLst>
                                      </p:cBhvr>
                                      <p:to>
                                        <p:strVal val="visible"/>
                                      </p:to>
                                    </p:set>
                                    <p:animEffect transition="in" filter="wipe(left)">
                                      <p:cBhvr>
                                        <p:cTn id="36" dur="500"/>
                                        <p:tgtEl>
                                          <p:spTgt spid="173"/>
                                        </p:tgtEl>
                                      </p:cBhvr>
                                    </p:animEffect>
                                  </p:childTnLst>
                                </p:cTn>
                              </p:par>
                            </p:childTnLst>
                          </p:cTn>
                        </p:par>
                        <p:par>
                          <p:cTn id="37" fill="hold">
                            <p:stCondLst>
                              <p:cond delay="500"/>
                            </p:stCondLst>
                            <p:childTnLst>
                              <p:par>
                                <p:cTn id="38" presetID="53" presetClass="entr" presetSubtype="16" fill="hold" grpId="0" nodeType="afterEffect">
                                  <p:stCondLst>
                                    <p:cond delay="0"/>
                                  </p:stCondLst>
                                  <p:childTnLst>
                                    <p:set>
                                      <p:cBhvr>
                                        <p:cTn id="39" dur="1" fill="hold">
                                          <p:stCondLst>
                                            <p:cond delay="0"/>
                                          </p:stCondLst>
                                        </p:cTn>
                                        <p:tgtEl>
                                          <p:spTgt spid="176"/>
                                        </p:tgtEl>
                                        <p:attrNameLst>
                                          <p:attrName>style.visibility</p:attrName>
                                        </p:attrNameLst>
                                      </p:cBhvr>
                                      <p:to>
                                        <p:strVal val="visible"/>
                                      </p:to>
                                    </p:set>
                                    <p:anim calcmode="lin" valueType="num">
                                      <p:cBhvr>
                                        <p:cTn id="40" dur="500" fill="hold"/>
                                        <p:tgtEl>
                                          <p:spTgt spid="176"/>
                                        </p:tgtEl>
                                        <p:attrNameLst>
                                          <p:attrName>ppt_w</p:attrName>
                                        </p:attrNameLst>
                                      </p:cBhvr>
                                      <p:tavLst>
                                        <p:tav tm="0">
                                          <p:val>
                                            <p:fltVal val="0"/>
                                          </p:val>
                                        </p:tav>
                                        <p:tav tm="100000">
                                          <p:val>
                                            <p:strVal val="#ppt_w"/>
                                          </p:val>
                                        </p:tav>
                                      </p:tavLst>
                                    </p:anim>
                                    <p:anim calcmode="lin" valueType="num">
                                      <p:cBhvr>
                                        <p:cTn id="41" dur="500" fill="hold"/>
                                        <p:tgtEl>
                                          <p:spTgt spid="176"/>
                                        </p:tgtEl>
                                        <p:attrNameLst>
                                          <p:attrName>ppt_h</p:attrName>
                                        </p:attrNameLst>
                                      </p:cBhvr>
                                      <p:tavLst>
                                        <p:tav tm="0">
                                          <p:val>
                                            <p:fltVal val="0"/>
                                          </p:val>
                                        </p:tav>
                                        <p:tav tm="100000">
                                          <p:val>
                                            <p:strVal val="#ppt_h"/>
                                          </p:val>
                                        </p:tav>
                                      </p:tavLst>
                                    </p:anim>
                                    <p:animEffect transition="in" filter="fade">
                                      <p:cBhvr>
                                        <p:cTn id="42" dur="500"/>
                                        <p:tgtEl>
                                          <p:spTgt spid="176"/>
                                        </p:tgtEl>
                                      </p:cBhvr>
                                    </p:animEffec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77"/>
                                        </p:tgtEl>
                                        <p:attrNameLst>
                                          <p:attrName>style.visibility</p:attrName>
                                        </p:attrNameLst>
                                      </p:cBhvr>
                                      <p:to>
                                        <p:strVal val="visible"/>
                                      </p:to>
                                    </p:set>
                                  </p:childTnLst>
                                </p:cTn>
                              </p:par>
                              <p:par>
                                <p:cTn id="47" presetID="35" presetClass="emph" presetSubtype="0" repeatCount="3000" fill="hold" grpId="1" nodeType="withEffect">
                                  <p:stCondLst>
                                    <p:cond delay="500"/>
                                  </p:stCondLst>
                                  <p:childTnLst>
                                    <p:anim calcmode="discrete" valueType="str">
                                      <p:cBhvr>
                                        <p:cTn id="48" dur="1000" fill="hold"/>
                                        <p:tgtEl>
                                          <p:spTgt spid="177"/>
                                        </p:tgtEl>
                                        <p:attrNameLst>
                                          <p:attrName>style.visibility</p:attrName>
                                        </p:attrNameLst>
                                      </p:cBhvr>
                                      <p:tavLst>
                                        <p:tav tm="0">
                                          <p:val>
                                            <p:strVal val="hidden"/>
                                          </p:val>
                                        </p:tav>
                                        <p:tav tm="50000">
                                          <p:val>
                                            <p:strVal val="visible"/>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nodeType="clickEffect">
                                  <p:stCondLst>
                                    <p:cond delay="0"/>
                                  </p:stCondLst>
                                  <p:childTnLst>
                                    <p:set>
                                      <p:cBhvr>
                                        <p:cTn id="52" dur="1" fill="hold">
                                          <p:stCondLst>
                                            <p:cond delay="0"/>
                                          </p:stCondLst>
                                        </p:cTn>
                                        <p:tgtEl>
                                          <p:spTgt spid="197">
                                            <p:txEl>
                                              <p:pRg st="1" end="1"/>
                                            </p:txEl>
                                          </p:spTgt>
                                        </p:tgtEl>
                                        <p:attrNameLst>
                                          <p:attrName>style.visibility</p:attrName>
                                        </p:attrNameLst>
                                      </p:cBhvr>
                                      <p:to>
                                        <p:strVal val="visible"/>
                                      </p:to>
                                    </p:set>
                                    <p:animEffect transition="in" filter="fade">
                                      <p:cBhvr>
                                        <p:cTn id="53" dur="1000"/>
                                        <p:tgtEl>
                                          <p:spTgt spid="197">
                                            <p:txEl>
                                              <p:pRg st="1" end="1"/>
                                            </p:txEl>
                                          </p:spTgt>
                                        </p:tgtEl>
                                      </p:cBhvr>
                                    </p:animEffect>
                                    <p:anim calcmode="lin" valueType="num">
                                      <p:cBhvr>
                                        <p:cTn id="54" dur="1000" fill="hold"/>
                                        <p:tgtEl>
                                          <p:spTgt spid="197">
                                            <p:txEl>
                                              <p:pRg st="1" end="1"/>
                                            </p:txEl>
                                          </p:spTgt>
                                        </p:tgtEl>
                                        <p:attrNameLst>
                                          <p:attrName>ppt_x</p:attrName>
                                        </p:attrNameLst>
                                      </p:cBhvr>
                                      <p:tavLst>
                                        <p:tav tm="0">
                                          <p:val>
                                            <p:strVal val="#ppt_x"/>
                                          </p:val>
                                        </p:tav>
                                        <p:tav tm="100000">
                                          <p:val>
                                            <p:strVal val="#ppt_x"/>
                                          </p:val>
                                        </p:tav>
                                      </p:tavLst>
                                    </p:anim>
                                    <p:anim calcmode="lin" valueType="num">
                                      <p:cBhvr>
                                        <p:cTn id="55" dur="1000" fill="hold"/>
                                        <p:tgtEl>
                                          <p:spTgt spid="197">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uiExpand="1" build="p"/>
      <p:bldP spid="7" grpId="0" animBg="1"/>
      <p:bldP spid="170" grpId="0" animBg="1"/>
      <p:bldP spid="176" grpId="0" animBg="1"/>
      <p:bldP spid="177" grpId="0" animBg="1"/>
      <p:bldP spid="177" grpId="1"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293F2D-3E3F-CE55-E4D9-23DE905DB553}"/>
            </a:ext>
          </a:extLst>
        </p:cNvPr>
        <p:cNvGrpSpPr/>
        <p:nvPr/>
      </p:nvGrpSpPr>
      <p:grpSpPr>
        <a:xfrm>
          <a:off x="0" y="0"/>
          <a:ext cx="0" cy="0"/>
          <a:chOff x="0" y="0"/>
          <a:chExt cx="0" cy="0"/>
        </a:xfrm>
      </p:grpSpPr>
      <p:sp>
        <p:nvSpPr>
          <p:cNvPr id="154" name="圆角矩形 153">
            <a:extLst>
              <a:ext uri="{FF2B5EF4-FFF2-40B4-BE49-F238E27FC236}">
                <a16:creationId xmlns:a16="http://schemas.microsoft.com/office/drawing/2014/main" id="{3DB03F63-6F78-B94E-B645-D994AA081713}"/>
              </a:ext>
            </a:extLst>
          </p:cNvPr>
          <p:cNvSpPr/>
          <p:nvPr/>
        </p:nvSpPr>
        <p:spPr>
          <a:xfrm>
            <a:off x="545145" y="1052857"/>
            <a:ext cx="8053712" cy="215216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a:extLst>
              <a:ext uri="{FF2B5EF4-FFF2-40B4-BE49-F238E27FC236}">
                <a16:creationId xmlns:a16="http://schemas.microsoft.com/office/drawing/2014/main" id="{B07BDA65-11D4-F957-4ABF-A0FEAE4DF1E0}"/>
              </a:ext>
            </a:extLst>
          </p:cNvPr>
          <p:cNvSpPr>
            <a:spLocks noChangeArrowheads="1"/>
          </p:cNvSpPr>
          <p:nvPr/>
        </p:nvSpPr>
        <p:spPr bwMode="auto">
          <a:xfrm>
            <a:off x="545144" y="615845"/>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EFA9F625-2C4A-85C9-BB3F-E41BFC2133BB}"/>
              </a:ext>
            </a:extLst>
          </p:cNvPr>
          <p:cNvSpPr>
            <a:spLocks noChangeArrowheads="1"/>
          </p:cNvSpPr>
          <p:nvPr/>
        </p:nvSpPr>
        <p:spPr bwMode="auto">
          <a:xfrm>
            <a:off x="1941968" y="58263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三种不同的自治系统 </a:t>
            </a:r>
            <a:r>
              <a:rPr lang="en-US" altLang="zh-CN" sz="2000" b="1" dirty="0">
                <a:solidFill>
                  <a:schemeClr val="bg1"/>
                </a:solidFill>
                <a:latin typeface="微软雅黑" pitchFamily="34" charset="-122"/>
                <a:ea typeface="微软雅黑" pitchFamily="34" charset="-122"/>
              </a:rPr>
              <a:t>AS</a:t>
            </a:r>
            <a:endParaRPr lang="zh-CN" altLang="en-US" sz="2000" b="1" dirty="0">
              <a:solidFill>
                <a:schemeClr val="bg1"/>
              </a:solidFill>
              <a:latin typeface="微软雅黑" pitchFamily="34" charset="-122"/>
              <a:ea typeface="微软雅黑" pitchFamily="34" charset="-122"/>
            </a:endParaRPr>
          </a:p>
        </p:txBody>
      </p:sp>
      <p:sp>
        <p:nvSpPr>
          <p:cNvPr id="197" name="矩形 196">
            <a:extLst>
              <a:ext uri="{FF2B5EF4-FFF2-40B4-BE49-F238E27FC236}">
                <a16:creationId xmlns:a16="http://schemas.microsoft.com/office/drawing/2014/main" id="{83C78141-458B-66A7-D938-DD9BCB7E0D29}"/>
              </a:ext>
            </a:extLst>
          </p:cNvPr>
          <p:cNvSpPr/>
          <p:nvPr/>
        </p:nvSpPr>
        <p:spPr>
          <a:xfrm>
            <a:off x="631134" y="3226779"/>
            <a:ext cx="8125998" cy="12899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285750" indent="-285750">
              <a:lnSpc>
                <a:spcPct val="150000"/>
              </a:lnSpc>
              <a:buFont typeface="Wingdings" panose="05000000000000000000" pitchFamily="2" charset="2"/>
              <a:buChar char="l"/>
            </a:pPr>
            <a:r>
              <a:rPr kumimoji="1" lang="en-US" altLang="zh-CN" b="1" kern="500" dirty="0">
                <a:latin typeface="微软雅黑" panose="020B0503020204020204" pitchFamily="34" charset="-122"/>
                <a:ea typeface="微软雅黑" panose="020B0503020204020204" pitchFamily="34" charset="-122"/>
              </a:rPr>
              <a:t>AS</a:t>
            </a:r>
            <a:r>
              <a:rPr kumimoji="1" lang="zh-CN" altLang="en-US" b="1" kern="500" dirty="0">
                <a:latin typeface="微软雅黑" panose="020B0503020204020204" pitchFamily="34" charset="-122"/>
                <a:ea typeface="微软雅黑" panose="020B0503020204020204" pitchFamily="34" charset="-122"/>
              </a:rPr>
              <a:t>可能会获得多条</a:t>
            </a:r>
            <a:r>
              <a:rPr kumimoji="1" lang="en-US" altLang="zh-CN" b="1" kern="500" dirty="0">
                <a:latin typeface="微软雅黑" panose="020B0503020204020204" pitchFamily="34" charset="-122"/>
                <a:ea typeface="微软雅黑" panose="020B0503020204020204" pitchFamily="34" charset="-122"/>
              </a:rPr>
              <a:t>BGP</a:t>
            </a:r>
            <a:r>
              <a:rPr kumimoji="1" lang="zh-CN" altLang="en-US" b="1" kern="500" dirty="0">
                <a:latin typeface="微软雅黑" panose="020B0503020204020204" pitchFamily="34" charset="-122"/>
                <a:ea typeface="微软雅黑" panose="020B0503020204020204" pitchFamily="34" charset="-122"/>
              </a:rPr>
              <a:t>路由。</a:t>
            </a:r>
            <a:endParaRPr kumimoji="1" lang="en-US" altLang="zh-CN" b="1" kern="500" dirty="0">
              <a:latin typeface="微软雅黑" panose="020B0503020204020204" pitchFamily="34" charset="-122"/>
              <a:ea typeface="微软雅黑" panose="020B0503020204020204" pitchFamily="34" charset="-122"/>
            </a:endParaRPr>
          </a:p>
          <a:p>
            <a:pPr marL="285750" indent="-285750">
              <a:lnSpc>
                <a:spcPct val="150000"/>
              </a:lnSpc>
              <a:buFont typeface="Wingdings" panose="05000000000000000000" pitchFamily="2" charset="2"/>
              <a:buChar char="l"/>
            </a:pPr>
            <a:r>
              <a:rPr kumimoji="1" lang="zh-CN" altLang="en-US" b="1" kern="500" dirty="0">
                <a:latin typeface="微软雅黑" panose="020B0503020204020204" pitchFamily="34" charset="-122"/>
                <a:ea typeface="微软雅黑" panose="020B0503020204020204" pitchFamily="34" charset="-122"/>
              </a:rPr>
              <a:t>例如，</a:t>
            </a:r>
            <a:r>
              <a:rPr kumimoji="1" lang="en-US" altLang="zh-CN" b="1" kern="500" dirty="0">
                <a:latin typeface="微软雅黑" panose="020B0503020204020204" pitchFamily="34" charset="-122"/>
                <a:ea typeface="微软雅黑" panose="020B0503020204020204" pitchFamily="34" charset="-122"/>
              </a:rPr>
              <a:t>AS</a:t>
            </a:r>
            <a:r>
              <a:rPr kumimoji="1" lang="en-US" altLang="zh-CN" b="1" kern="500" baseline="-25000" dirty="0">
                <a:latin typeface="微软雅黑" panose="020B0503020204020204" pitchFamily="34" charset="-122"/>
                <a:ea typeface="微软雅黑" panose="020B0503020204020204" pitchFamily="34" charset="-122"/>
              </a:rPr>
              <a:t>2</a:t>
            </a:r>
            <a:r>
              <a:rPr kumimoji="1" lang="zh-CN" altLang="en-US" b="1" kern="500" dirty="0">
                <a:latin typeface="微软雅黑" panose="020B0503020204020204" pitchFamily="34" charset="-122"/>
                <a:ea typeface="微软雅黑" panose="020B0503020204020204" pitchFamily="34" charset="-122"/>
              </a:rPr>
              <a:t>获得两条</a:t>
            </a:r>
            <a:r>
              <a:rPr kumimoji="1" lang="en-US" altLang="zh-CN" b="1" kern="500" dirty="0">
                <a:latin typeface="微软雅黑" panose="020B0503020204020204" pitchFamily="34" charset="-122"/>
                <a:ea typeface="微软雅黑" panose="020B0503020204020204" pitchFamily="34" charset="-122"/>
              </a:rPr>
              <a:t>BGP</a:t>
            </a:r>
            <a:r>
              <a:rPr kumimoji="1" lang="zh-CN" altLang="en-US" b="1" kern="500" dirty="0">
                <a:latin typeface="微软雅黑" panose="020B0503020204020204" pitchFamily="34" charset="-122"/>
                <a:ea typeface="微软雅黑" panose="020B0503020204020204" pitchFamily="34" charset="-122"/>
              </a:rPr>
              <a:t>路由可到达</a:t>
            </a:r>
            <a:r>
              <a:rPr kumimoji="1" lang="en-US" altLang="zh-CN" b="1" kern="500" dirty="0">
                <a:latin typeface="微软雅黑" panose="020B0503020204020204" pitchFamily="34" charset="-122"/>
                <a:ea typeface="微软雅黑" panose="020B0503020204020204" pitchFamily="34" charset="-122"/>
              </a:rPr>
              <a:t>AS</a:t>
            </a:r>
            <a:r>
              <a:rPr kumimoji="1" lang="en-US" altLang="zh-CN" b="1" kern="500" baseline="-25000" dirty="0">
                <a:latin typeface="微软雅黑" panose="020B0503020204020204" pitchFamily="34" charset="-122"/>
                <a:ea typeface="微软雅黑" panose="020B0503020204020204" pitchFamily="34" charset="-122"/>
              </a:rPr>
              <a:t>6</a:t>
            </a:r>
            <a:r>
              <a:rPr kumimoji="1" lang="zh-CN" altLang="en-US" b="1" kern="500" dirty="0">
                <a:latin typeface="微软雅黑" panose="020B0503020204020204" pitchFamily="34" charset="-122"/>
                <a:ea typeface="微软雅黑" panose="020B0503020204020204" pitchFamily="34" charset="-122"/>
              </a:rPr>
              <a:t>：</a:t>
            </a:r>
            <a:r>
              <a:rPr kumimoji="1" lang="en-US" altLang="zh-CN" b="1" kern="500" dirty="0">
                <a:latin typeface="微软雅黑" panose="020B0503020204020204" pitchFamily="34" charset="-122"/>
                <a:ea typeface="微软雅黑" panose="020B0503020204020204" pitchFamily="34" charset="-122"/>
              </a:rPr>
              <a:t>[AS</a:t>
            </a:r>
            <a:r>
              <a:rPr kumimoji="1" lang="en-US" altLang="zh-CN" b="1" kern="500" baseline="-25000" dirty="0">
                <a:latin typeface="微软雅黑" panose="020B0503020204020204" pitchFamily="34" charset="-122"/>
                <a:ea typeface="微软雅黑" panose="020B0503020204020204" pitchFamily="34" charset="-122"/>
              </a:rPr>
              <a:t>2</a:t>
            </a:r>
            <a:r>
              <a:rPr kumimoji="1" lang="en-US" altLang="zh-CN" b="1" kern="500" dirty="0">
                <a:latin typeface="微软雅黑" panose="020B0503020204020204" pitchFamily="34" charset="-122"/>
                <a:ea typeface="微软雅黑" panose="020B0503020204020204" pitchFamily="34" charset="-122"/>
              </a:rPr>
              <a:t> AS</a:t>
            </a:r>
            <a:r>
              <a:rPr kumimoji="1" lang="en-US" altLang="zh-CN" b="1" kern="500" baseline="-25000" dirty="0">
                <a:latin typeface="微软雅黑" panose="020B0503020204020204" pitchFamily="34" charset="-122"/>
                <a:ea typeface="微软雅黑" panose="020B0503020204020204" pitchFamily="34" charset="-122"/>
              </a:rPr>
              <a:t>1</a:t>
            </a:r>
            <a:r>
              <a:rPr kumimoji="1" lang="en-US" altLang="zh-CN" b="1" kern="500" dirty="0">
                <a:latin typeface="微软雅黑" panose="020B0503020204020204" pitchFamily="34" charset="-122"/>
                <a:ea typeface="微软雅黑" panose="020B0503020204020204" pitchFamily="34" charset="-122"/>
              </a:rPr>
              <a:t> AS</a:t>
            </a:r>
            <a:r>
              <a:rPr kumimoji="1" lang="en-US" altLang="zh-CN" b="1" kern="500" baseline="-25000" dirty="0">
                <a:latin typeface="微软雅黑" panose="020B0503020204020204" pitchFamily="34" charset="-122"/>
                <a:ea typeface="微软雅黑" panose="020B0503020204020204" pitchFamily="34" charset="-122"/>
              </a:rPr>
              <a:t>3</a:t>
            </a:r>
            <a:r>
              <a:rPr kumimoji="1" lang="en-US" altLang="zh-CN" b="1" kern="500" dirty="0">
                <a:latin typeface="微软雅黑" panose="020B0503020204020204" pitchFamily="34" charset="-122"/>
                <a:ea typeface="微软雅黑" panose="020B0503020204020204" pitchFamily="34" charset="-122"/>
              </a:rPr>
              <a:t> AS</a:t>
            </a:r>
            <a:r>
              <a:rPr kumimoji="1" lang="en-US" altLang="zh-CN" b="1" kern="500" baseline="-25000" dirty="0">
                <a:latin typeface="微软雅黑" panose="020B0503020204020204" pitchFamily="34" charset="-122"/>
                <a:ea typeface="微软雅黑" panose="020B0503020204020204" pitchFamily="34" charset="-122"/>
              </a:rPr>
              <a:t>6</a:t>
            </a:r>
            <a:r>
              <a:rPr kumimoji="1" lang="en-US" altLang="zh-CN" b="1" kern="500" dirty="0">
                <a:latin typeface="微软雅黑" panose="020B0503020204020204" pitchFamily="34" charset="-122"/>
                <a:ea typeface="微软雅黑" panose="020B0503020204020204" pitchFamily="34" charset="-122"/>
              </a:rPr>
              <a:t>]</a:t>
            </a:r>
            <a:r>
              <a:rPr kumimoji="1" lang="zh-CN" altLang="en-US" b="1" kern="500" dirty="0">
                <a:latin typeface="微软雅黑" panose="020B0503020204020204" pitchFamily="34" charset="-122"/>
                <a:ea typeface="微软雅黑" panose="020B0503020204020204" pitchFamily="34" charset="-122"/>
              </a:rPr>
              <a:t>和</a:t>
            </a:r>
            <a:r>
              <a:rPr kumimoji="1" lang="en-US" altLang="zh-CN" b="1" kern="500" dirty="0">
                <a:latin typeface="微软雅黑" panose="020B0503020204020204" pitchFamily="34" charset="-122"/>
                <a:ea typeface="微软雅黑" panose="020B0503020204020204" pitchFamily="34" charset="-122"/>
              </a:rPr>
              <a:t>[AS</a:t>
            </a:r>
            <a:r>
              <a:rPr kumimoji="1" lang="en-US" altLang="zh-CN" b="1" kern="500" baseline="-25000" dirty="0">
                <a:latin typeface="微软雅黑" panose="020B0503020204020204" pitchFamily="34" charset="-122"/>
                <a:ea typeface="微软雅黑" panose="020B0503020204020204" pitchFamily="34" charset="-122"/>
              </a:rPr>
              <a:t>2</a:t>
            </a:r>
            <a:r>
              <a:rPr kumimoji="1" lang="en-US" altLang="zh-CN" b="1" kern="500" dirty="0">
                <a:latin typeface="微软雅黑" panose="020B0503020204020204" pitchFamily="34" charset="-122"/>
                <a:ea typeface="微软雅黑" panose="020B0503020204020204" pitchFamily="34" charset="-122"/>
              </a:rPr>
              <a:t> AS</a:t>
            </a:r>
            <a:r>
              <a:rPr kumimoji="1" lang="en-US" altLang="zh-CN" b="1" kern="500" baseline="-25000" dirty="0">
                <a:latin typeface="微软雅黑" panose="020B0503020204020204" pitchFamily="34" charset="-122"/>
                <a:ea typeface="微软雅黑" panose="020B0503020204020204" pitchFamily="34" charset="-122"/>
              </a:rPr>
              <a:t>3</a:t>
            </a:r>
            <a:r>
              <a:rPr kumimoji="1" lang="en-US" altLang="zh-CN" b="1" kern="500" dirty="0">
                <a:latin typeface="微软雅黑" panose="020B0503020204020204" pitchFamily="34" charset="-122"/>
                <a:ea typeface="微软雅黑" panose="020B0503020204020204" pitchFamily="34" charset="-122"/>
              </a:rPr>
              <a:t> AS</a:t>
            </a:r>
            <a:r>
              <a:rPr kumimoji="1" lang="en-US" altLang="zh-CN" b="1" kern="500" baseline="-25000" dirty="0">
                <a:latin typeface="微软雅黑" panose="020B0503020204020204" pitchFamily="34" charset="-122"/>
                <a:ea typeface="微软雅黑" panose="020B0503020204020204" pitchFamily="34" charset="-122"/>
              </a:rPr>
              <a:t>6</a:t>
            </a:r>
            <a:r>
              <a:rPr kumimoji="1" lang="en-US" altLang="zh-CN" b="1" kern="500" dirty="0">
                <a:latin typeface="微软雅黑" panose="020B0503020204020204" pitchFamily="34" charset="-122"/>
                <a:ea typeface="微软雅黑" panose="020B0503020204020204" pitchFamily="34" charset="-122"/>
              </a:rPr>
              <a:t>]</a:t>
            </a:r>
            <a:r>
              <a:rPr kumimoji="1" lang="zh-CN" altLang="en-US" b="1" kern="500" dirty="0">
                <a:latin typeface="微软雅黑" panose="020B0503020204020204" pitchFamily="34" charset="-122"/>
                <a:ea typeface="微软雅黑" panose="020B0503020204020204" pitchFamily="34" charset="-122"/>
              </a:rPr>
              <a:t>。</a:t>
            </a:r>
            <a:endParaRPr kumimoji="1" lang="en-US" altLang="zh-CN" b="1" kern="500" dirty="0">
              <a:latin typeface="微软雅黑" panose="020B0503020204020204" pitchFamily="34" charset="-122"/>
              <a:ea typeface="微软雅黑" panose="020B0503020204020204" pitchFamily="34" charset="-122"/>
            </a:endParaRPr>
          </a:p>
        </p:txBody>
      </p:sp>
      <p:sp>
        <p:nvSpPr>
          <p:cNvPr id="5" name="Line 154">
            <a:extLst>
              <a:ext uri="{FF2B5EF4-FFF2-40B4-BE49-F238E27FC236}">
                <a16:creationId xmlns:a16="http://schemas.microsoft.com/office/drawing/2014/main" id="{99C2FBB4-362F-B7B6-0FDB-04E662E437CB}"/>
              </a:ext>
            </a:extLst>
          </p:cNvPr>
          <p:cNvSpPr>
            <a:spLocks noChangeShapeType="1"/>
          </p:cNvSpPr>
          <p:nvPr/>
        </p:nvSpPr>
        <p:spPr bwMode="auto">
          <a:xfrm flipV="1">
            <a:off x="4635971" y="1495571"/>
            <a:ext cx="1237138" cy="543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154">
            <a:extLst>
              <a:ext uri="{FF2B5EF4-FFF2-40B4-BE49-F238E27FC236}">
                <a16:creationId xmlns:a16="http://schemas.microsoft.com/office/drawing/2014/main" id="{CD5D97CD-2FD0-7A6A-2DD6-75D3BA0C6F83}"/>
              </a:ext>
            </a:extLst>
          </p:cNvPr>
          <p:cNvSpPr>
            <a:spLocks noChangeShapeType="1"/>
          </p:cNvSpPr>
          <p:nvPr/>
        </p:nvSpPr>
        <p:spPr bwMode="auto">
          <a:xfrm>
            <a:off x="2553503" y="1440011"/>
            <a:ext cx="1106535" cy="1099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 name="Line 154">
            <a:extLst>
              <a:ext uri="{FF2B5EF4-FFF2-40B4-BE49-F238E27FC236}">
                <a16:creationId xmlns:a16="http://schemas.microsoft.com/office/drawing/2014/main" id="{2F452F7A-F6C0-8B48-B643-ECD6A9BFEE94}"/>
              </a:ext>
            </a:extLst>
          </p:cNvPr>
          <p:cNvSpPr>
            <a:spLocks noChangeShapeType="1"/>
          </p:cNvSpPr>
          <p:nvPr/>
        </p:nvSpPr>
        <p:spPr bwMode="auto">
          <a:xfrm>
            <a:off x="2682671" y="2316896"/>
            <a:ext cx="1367740" cy="5483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54">
            <a:extLst>
              <a:ext uri="{FF2B5EF4-FFF2-40B4-BE49-F238E27FC236}">
                <a16:creationId xmlns:a16="http://schemas.microsoft.com/office/drawing/2014/main" id="{68FD8CC6-0759-E845-D527-7142C69698CD}"/>
              </a:ext>
            </a:extLst>
          </p:cNvPr>
          <p:cNvSpPr>
            <a:spLocks noChangeShapeType="1"/>
          </p:cNvSpPr>
          <p:nvPr/>
        </p:nvSpPr>
        <p:spPr bwMode="auto">
          <a:xfrm flipV="1">
            <a:off x="2292298" y="2316896"/>
            <a:ext cx="66019" cy="49279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54">
            <a:extLst>
              <a:ext uri="{FF2B5EF4-FFF2-40B4-BE49-F238E27FC236}">
                <a16:creationId xmlns:a16="http://schemas.microsoft.com/office/drawing/2014/main" id="{4447E4AA-2100-3774-D218-4597F04C6E6B}"/>
              </a:ext>
            </a:extLst>
          </p:cNvPr>
          <p:cNvSpPr>
            <a:spLocks noChangeShapeType="1"/>
          </p:cNvSpPr>
          <p:nvPr/>
        </p:nvSpPr>
        <p:spPr bwMode="auto">
          <a:xfrm flipH="1" flipV="1">
            <a:off x="5937693" y="2372456"/>
            <a:ext cx="66019" cy="4372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4">
            <a:extLst>
              <a:ext uri="{FF2B5EF4-FFF2-40B4-BE49-F238E27FC236}">
                <a16:creationId xmlns:a16="http://schemas.microsoft.com/office/drawing/2014/main" id="{FB197918-D319-95EF-CAAB-571DAED52B34}"/>
              </a:ext>
            </a:extLst>
          </p:cNvPr>
          <p:cNvSpPr>
            <a:spLocks noChangeShapeType="1"/>
          </p:cNvSpPr>
          <p:nvPr/>
        </p:nvSpPr>
        <p:spPr bwMode="auto">
          <a:xfrm flipV="1">
            <a:off x="4310182" y="2316896"/>
            <a:ext cx="1432325" cy="5483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55">
            <a:extLst>
              <a:ext uri="{FF2B5EF4-FFF2-40B4-BE49-F238E27FC236}">
                <a16:creationId xmlns:a16="http://schemas.microsoft.com/office/drawing/2014/main" id="{8414C49F-C6A1-5341-9BF3-E53DD6CA6FC7}"/>
              </a:ext>
            </a:extLst>
          </p:cNvPr>
          <p:cNvSpPr>
            <a:spLocks noChangeShapeType="1"/>
          </p:cNvSpPr>
          <p:nvPr/>
        </p:nvSpPr>
        <p:spPr bwMode="auto">
          <a:xfrm>
            <a:off x="4716342" y="1607131"/>
            <a:ext cx="961581" cy="49114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54">
            <a:extLst>
              <a:ext uri="{FF2B5EF4-FFF2-40B4-BE49-F238E27FC236}">
                <a16:creationId xmlns:a16="http://schemas.microsoft.com/office/drawing/2014/main" id="{BA752222-86A1-CE21-09C6-A3326AE1440F}"/>
              </a:ext>
            </a:extLst>
          </p:cNvPr>
          <p:cNvSpPr>
            <a:spLocks noChangeShapeType="1"/>
          </p:cNvSpPr>
          <p:nvPr/>
        </p:nvSpPr>
        <p:spPr bwMode="auto">
          <a:xfrm flipV="1">
            <a:off x="2553503" y="1604276"/>
            <a:ext cx="1040516" cy="49400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0" name="Group 206">
            <a:extLst>
              <a:ext uri="{FF2B5EF4-FFF2-40B4-BE49-F238E27FC236}">
                <a16:creationId xmlns:a16="http://schemas.microsoft.com/office/drawing/2014/main" id="{57FD3A65-EE47-4E10-AE72-CB8B65EFBFFB}"/>
              </a:ext>
            </a:extLst>
          </p:cNvPr>
          <p:cNvGrpSpPr>
            <a:grpSpLocks/>
          </p:cNvGrpSpPr>
          <p:nvPr/>
        </p:nvGrpSpPr>
        <p:grpSpPr bwMode="auto">
          <a:xfrm>
            <a:off x="3203646" y="1274539"/>
            <a:ext cx="1758114" cy="60270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 name="Oval 207">
              <a:extLst>
                <a:ext uri="{FF2B5EF4-FFF2-40B4-BE49-F238E27FC236}">
                  <a16:creationId xmlns:a16="http://schemas.microsoft.com/office/drawing/2014/main" id="{AC84E355-0D9D-CB3F-36F6-594AE40712E4}"/>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2" name="Oval 208">
              <a:extLst>
                <a:ext uri="{FF2B5EF4-FFF2-40B4-BE49-F238E27FC236}">
                  <a16:creationId xmlns:a16="http://schemas.microsoft.com/office/drawing/2014/main" id="{5A82BC6C-5D84-D818-278C-CFE7B43F89BF}"/>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3" name="Oval 209">
              <a:extLst>
                <a:ext uri="{FF2B5EF4-FFF2-40B4-BE49-F238E27FC236}">
                  <a16:creationId xmlns:a16="http://schemas.microsoft.com/office/drawing/2014/main" id="{D6EFC7B1-5BA6-322C-9D03-09F9E82FBA9A}"/>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4" name="Oval 210">
              <a:extLst>
                <a:ext uri="{FF2B5EF4-FFF2-40B4-BE49-F238E27FC236}">
                  <a16:creationId xmlns:a16="http://schemas.microsoft.com/office/drawing/2014/main" id="{FE69FB99-9AD1-C0D7-9466-54B1AF8704B3}"/>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Oval 211">
              <a:extLst>
                <a:ext uri="{FF2B5EF4-FFF2-40B4-BE49-F238E27FC236}">
                  <a16:creationId xmlns:a16="http://schemas.microsoft.com/office/drawing/2014/main" id="{4E6DD075-C316-9C40-6029-780795115908}"/>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Oval 212">
              <a:extLst>
                <a:ext uri="{FF2B5EF4-FFF2-40B4-BE49-F238E27FC236}">
                  <a16:creationId xmlns:a16="http://schemas.microsoft.com/office/drawing/2014/main" id="{C10085B8-CEF2-B0CA-6734-91B3B9A8D72B}"/>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7" name="Oval 213">
              <a:extLst>
                <a:ext uri="{FF2B5EF4-FFF2-40B4-BE49-F238E27FC236}">
                  <a16:creationId xmlns:a16="http://schemas.microsoft.com/office/drawing/2014/main" id="{FF781F42-DB8E-3F45-C7FF-C8696CD8C358}"/>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8" name="Oval 214">
              <a:extLst>
                <a:ext uri="{FF2B5EF4-FFF2-40B4-BE49-F238E27FC236}">
                  <a16:creationId xmlns:a16="http://schemas.microsoft.com/office/drawing/2014/main" id="{3A80286A-23BC-0645-32C0-274C252108ED}"/>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 name="Oval 215">
              <a:extLst>
                <a:ext uri="{FF2B5EF4-FFF2-40B4-BE49-F238E27FC236}">
                  <a16:creationId xmlns:a16="http://schemas.microsoft.com/office/drawing/2014/main" id="{AB9BF596-1CC3-36D8-1A02-7EB41177EE87}"/>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50" name="Group 216">
              <a:extLst>
                <a:ext uri="{FF2B5EF4-FFF2-40B4-BE49-F238E27FC236}">
                  <a16:creationId xmlns:a16="http://schemas.microsoft.com/office/drawing/2014/main" id="{C1804C2A-DAB1-63F4-AF53-0A9FF268F37E}"/>
                </a:ext>
              </a:extLst>
            </p:cNvPr>
            <p:cNvGrpSpPr>
              <a:grpSpLocks/>
            </p:cNvGrpSpPr>
            <p:nvPr/>
          </p:nvGrpSpPr>
          <p:grpSpPr bwMode="auto">
            <a:xfrm>
              <a:off x="912" y="768"/>
              <a:ext cx="2386" cy="1553"/>
              <a:chOff x="912" y="768"/>
              <a:chExt cx="2386" cy="1553"/>
            </a:xfrm>
            <a:grpFill/>
          </p:grpSpPr>
          <p:sp>
            <p:nvSpPr>
              <p:cNvPr id="51" name="Oval 217">
                <a:extLst>
                  <a:ext uri="{FF2B5EF4-FFF2-40B4-BE49-F238E27FC236}">
                    <a16:creationId xmlns:a16="http://schemas.microsoft.com/office/drawing/2014/main" id="{67ED3DBD-5A67-60E1-7039-69D15F51182E}"/>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2" name="Oval 218">
                <a:extLst>
                  <a:ext uri="{FF2B5EF4-FFF2-40B4-BE49-F238E27FC236}">
                    <a16:creationId xmlns:a16="http://schemas.microsoft.com/office/drawing/2014/main" id="{2AB186C4-D7CB-3C82-CC6B-FD4349A6F11C}"/>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3" name="Oval 219">
                <a:extLst>
                  <a:ext uri="{FF2B5EF4-FFF2-40B4-BE49-F238E27FC236}">
                    <a16:creationId xmlns:a16="http://schemas.microsoft.com/office/drawing/2014/main" id="{935A59F6-260C-2348-303D-3FF5124B185B}"/>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4" name="Oval 220">
                <a:extLst>
                  <a:ext uri="{FF2B5EF4-FFF2-40B4-BE49-F238E27FC236}">
                    <a16:creationId xmlns:a16="http://schemas.microsoft.com/office/drawing/2014/main" id="{23C2607E-8E55-F0B2-2F69-02948EF5CE30}"/>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5" name="Oval 221">
                <a:extLst>
                  <a:ext uri="{FF2B5EF4-FFF2-40B4-BE49-F238E27FC236}">
                    <a16:creationId xmlns:a16="http://schemas.microsoft.com/office/drawing/2014/main" id="{A34D7D6A-AC9F-6DF3-0F97-5B1A17D8B99E}"/>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6" name="Oval 222">
                <a:extLst>
                  <a:ext uri="{FF2B5EF4-FFF2-40B4-BE49-F238E27FC236}">
                    <a16:creationId xmlns:a16="http://schemas.microsoft.com/office/drawing/2014/main" id="{5425B525-A1B3-B862-0CD4-CA9D5BB97FE7}"/>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7" name="Oval 223">
                <a:extLst>
                  <a:ext uri="{FF2B5EF4-FFF2-40B4-BE49-F238E27FC236}">
                    <a16:creationId xmlns:a16="http://schemas.microsoft.com/office/drawing/2014/main" id="{99293567-88D1-0647-DE8C-FCDE709F9591}"/>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 name="Oval 224">
                <a:extLst>
                  <a:ext uri="{FF2B5EF4-FFF2-40B4-BE49-F238E27FC236}">
                    <a16:creationId xmlns:a16="http://schemas.microsoft.com/office/drawing/2014/main" id="{FAC412C1-AAE2-DA52-5EFB-5EDAB280BEF4}"/>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9" name="Oval 225">
                <a:extLst>
                  <a:ext uri="{FF2B5EF4-FFF2-40B4-BE49-F238E27FC236}">
                    <a16:creationId xmlns:a16="http://schemas.microsoft.com/office/drawing/2014/main" id="{8504B789-14CD-89CB-5FAE-C415921486E2}"/>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0" name="Text Box 173">
            <a:extLst>
              <a:ext uri="{FF2B5EF4-FFF2-40B4-BE49-F238E27FC236}">
                <a16:creationId xmlns:a16="http://schemas.microsoft.com/office/drawing/2014/main" id="{57E910D7-B249-C0EB-D14D-F797FF11F34B}"/>
              </a:ext>
            </a:extLst>
          </p:cNvPr>
          <p:cNvSpPr txBox="1">
            <a:spLocks noChangeArrowheads="1"/>
          </p:cNvSpPr>
          <p:nvPr/>
        </p:nvSpPr>
        <p:spPr bwMode="auto">
          <a:xfrm>
            <a:off x="3912602" y="1360763"/>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cxnSp>
        <p:nvCxnSpPr>
          <p:cNvPr id="83" name="直接箭头连接符 329">
            <a:extLst>
              <a:ext uri="{FF2B5EF4-FFF2-40B4-BE49-F238E27FC236}">
                <a16:creationId xmlns:a16="http://schemas.microsoft.com/office/drawing/2014/main" id="{B964E43D-98E1-7283-6779-F312C680D03B}"/>
              </a:ext>
            </a:extLst>
          </p:cNvPr>
          <p:cNvCxnSpPr>
            <a:cxnSpLocks noChangeShapeType="1"/>
          </p:cNvCxnSpPr>
          <p:nvPr/>
        </p:nvCxnSpPr>
        <p:spPr bwMode="auto">
          <a:xfrm flipV="1">
            <a:off x="2928089" y="2093802"/>
            <a:ext cx="2419739" cy="7247"/>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grpSp>
        <p:nvGrpSpPr>
          <p:cNvPr id="84" name="Group 206">
            <a:extLst>
              <a:ext uri="{FF2B5EF4-FFF2-40B4-BE49-F238E27FC236}">
                <a16:creationId xmlns:a16="http://schemas.microsoft.com/office/drawing/2014/main" id="{9B5BBBD4-2FD1-D0F8-68B3-16C6F15C9516}"/>
              </a:ext>
            </a:extLst>
          </p:cNvPr>
          <p:cNvGrpSpPr>
            <a:grpSpLocks/>
          </p:cNvGrpSpPr>
          <p:nvPr/>
        </p:nvGrpSpPr>
        <p:grpSpPr bwMode="auto">
          <a:xfrm>
            <a:off x="1901925" y="2700986"/>
            <a:ext cx="650143"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85" name="Oval 207">
              <a:extLst>
                <a:ext uri="{FF2B5EF4-FFF2-40B4-BE49-F238E27FC236}">
                  <a16:creationId xmlns:a16="http://schemas.microsoft.com/office/drawing/2014/main" id="{9E68437C-049B-BD31-21BA-0FE8EE200F89}"/>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Oval 208">
              <a:extLst>
                <a:ext uri="{FF2B5EF4-FFF2-40B4-BE49-F238E27FC236}">
                  <a16:creationId xmlns:a16="http://schemas.microsoft.com/office/drawing/2014/main" id="{88BD1F4E-FCBD-AEA0-3603-1C08F447FCDB}"/>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Oval 209">
              <a:extLst>
                <a:ext uri="{FF2B5EF4-FFF2-40B4-BE49-F238E27FC236}">
                  <a16:creationId xmlns:a16="http://schemas.microsoft.com/office/drawing/2014/main" id="{6BF2B934-FCB1-D05C-A7A7-872C9537EE30}"/>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Oval 210">
              <a:extLst>
                <a:ext uri="{FF2B5EF4-FFF2-40B4-BE49-F238E27FC236}">
                  <a16:creationId xmlns:a16="http://schemas.microsoft.com/office/drawing/2014/main" id="{71C56317-5052-06FB-E2F3-E23985024E55}"/>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Oval 211">
              <a:extLst>
                <a:ext uri="{FF2B5EF4-FFF2-40B4-BE49-F238E27FC236}">
                  <a16:creationId xmlns:a16="http://schemas.microsoft.com/office/drawing/2014/main" id="{0C3DFD20-B230-6AFD-635D-51EF22311100}"/>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Oval 212">
              <a:extLst>
                <a:ext uri="{FF2B5EF4-FFF2-40B4-BE49-F238E27FC236}">
                  <a16:creationId xmlns:a16="http://schemas.microsoft.com/office/drawing/2014/main" id="{296BF726-B141-A178-FB01-E751C31BB401}"/>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1" name="Oval 213">
              <a:extLst>
                <a:ext uri="{FF2B5EF4-FFF2-40B4-BE49-F238E27FC236}">
                  <a16:creationId xmlns:a16="http://schemas.microsoft.com/office/drawing/2014/main" id="{BA05298B-1029-AB49-41AB-A6BC379AD504}"/>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2" name="Oval 214">
              <a:extLst>
                <a:ext uri="{FF2B5EF4-FFF2-40B4-BE49-F238E27FC236}">
                  <a16:creationId xmlns:a16="http://schemas.microsoft.com/office/drawing/2014/main" id="{DFAD8050-CF5F-ECB5-7BF8-6D85F43EB894}"/>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3" name="Oval 215">
              <a:extLst>
                <a:ext uri="{FF2B5EF4-FFF2-40B4-BE49-F238E27FC236}">
                  <a16:creationId xmlns:a16="http://schemas.microsoft.com/office/drawing/2014/main" id="{2EE027F1-BD3E-9A0D-EB67-C484027C9217}"/>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94" name="Group 216">
              <a:extLst>
                <a:ext uri="{FF2B5EF4-FFF2-40B4-BE49-F238E27FC236}">
                  <a16:creationId xmlns:a16="http://schemas.microsoft.com/office/drawing/2014/main" id="{6EE52484-92DD-DF7A-9140-ED7C768BC7B9}"/>
                </a:ext>
              </a:extLst>
            </p:cNvPr>
            <p:cNvGrpSpPr>
              <a:grpSpLocks/>
            </p:cNvGrpSpPr>
            <p:nvPr/>
          </p:nvGrpSpPr>
          <p:grpSpPr bwMode="auto">
            <a:xfrm>
              <a:off x="912" y="768"/>
              <a:ext cx="2386" cy="1553"/>
              <a:chOff x="912" y="768"/>
              <a:chExt cx="2386" cy="1553"/>
            </a:xfrm>
            <a:grpFill/>
          </p:grpSpPr>
          <p:sp>
            <p:nvSpPr>
              <p:cNvPr id="95" name="Oval 217">
                <a:extLst>
                  <a:ext uri="{FF2B5EF4-FFF2-40B4-BE49-F238E27FC236}">
                    <a16:creationId xmlns:a16="http://schemas.microsoft.com/office/drawing/2014/main" id="{9DC4FC8B-E263-7050-2850-72A12A6671CF}"/>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6" name="Oval 218">
                <a:extLst>
                  <a:ext uri="{FF2B5EF4-FFF2-40B4-BE49-F238E27FC236}">
                    <a16:creationId xmlns:a16="http://schemas.microsoft.com/office/drawing/2014/main" id="{30CDFF6E-ED6D-1AE6-91C6-59343C73FD1B}"/>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7" name="Oval 219">
                <a:extLst>
                  <a:ext uri="{FF2B5EF4-FFF2-40B4-BE49-F238E27FC236}">
                    <a16:creationId xmlns:a16="http://schemas.microsoft.com/office/drawing/2014/main" id="{BD7CA852-8E48-C90E-4162-015C4BB393DD}"/>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8" name="Oval 220">
                <a:extLst>
                  <a:ext uri="{FF2B5EF4-FFF2-40B4-BE49-F238E27FC236}">
                    <a16:creationId xmlns:a16="http://schemas.microsoft.com/office/drawing/2014/main" id="{4728CCBA-C199-8992-7AE7-178FCB97B68B}"/>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9" name="Oval 221">
                <a:extLst>
                  <a:ext uri="{FF2B5EF4-FFF2-40B4-BE49-F238E27FC236}">
                    <a16:creationId xmlns:a16="http://schemas.microsoft.com/office/drawing/2014/main" id="{07F8BBFB-B4BC-19D9-7954-32A2F2E44D16}"/>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0" name="Oval 222">
                <a:extLst>
                  <a:ext uri="{FF2B5EF4-FFF2-40B4-BE49-F238E27FC236}">
                    <a16:creationId xmlns:a16="http://schemas.microsoft.com/office/drawing/2014/main" id="{B9F8F22B-0A20-074F-957E-8BF29F9A1B81}"/>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1" name="Oval 223">
                <a:extLst>
                  <a:ext uri="{FF2B5EF4-FFF2-40B4-BE49-F238E27FC236}">
                    <a16:creationId xmlns:a16="http://schemas.microsoft.com/office/drawing/2014/main" id="{76AE50BF-0D5D-9AC6-8DFE-610EB07CC7F2}"/>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2" name="Oval 224">
                <a:extLst>
                  <a:ext uri="{FF2B5EF4-FFF2-40B4-BE49-F238E27FC236}">
                    <a16:creationId xmlns:a16="http://schemas.microsoft.com/office/drawing/2014/main" id="{BA04665F-C70B-9F41-FBD2-A64EB88AF2E0}"/>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3" name="Oval 225">
                <a:extLst>
                  <a:ext uri="{FF2B5EF4-FFF2-40B4-BE49-F238E27FC236}">
                    <a16:creationId xmlns:a16="http://schemas.microsoft.com/office/drawing/2014/main" id="{9CFFA0EC-DEEC-7190-4EE6-F068E60EF95E}"/>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04" name="Group 206">
            <a:extLst>
              <a:ext uri="{FF2B5EF4-FFF2-40B4-BE49-F238E27FC236}">
                <a16:creationId xmlns:a16="http://schemas.microsoft.com/office/drawing/2014/main" id="{8C32CF70-85C0-B48A-9D12-E69E3F6C661E}"/>
              </a:ext>
            </a:extLst>
          </p:cNvPr>
          <p:cNvGrpSpPr>
            <a:grpSpLocks/>
          </p:cNvGrpSpPr>
          <p:nvPr/>
        </p:nvGrpSpPr>
        <p:grpSpPr bwMode="auto">
          <a:xfrm>
            <a:off x="3789206" y="2700986"/>
            <a:ext cx="651579"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05" name="Oval 207">
              <a:extLst>
                <a:ext uri="{FF2B5EF4-FFF2-40B4-BE49-F238E27FC236}">
                  <a16:creationId xmlns:a16="http://schemas.microsoft.com/office/drawing/2014/main" id="{CFFE6AF4-982F-EC89-1153-16C7231445CA}"/>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6" name="Oval 208">
              <a:extLst>
                <a:ext uri="{FF2B5EF4-FFF2-40B4-BE49-F238E27FC236}">
                  <a16:creationId xmlns:a16="http://schemas.microsoft.com/office/drawing/2014/main" id="{49076B07-3EF7-994A-6218-E682B8CA4BA3}"/>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7" name="Oval 209">
              <a:extLst>
                <a:ext uri="{FF2B5EF4-FFF2-40B4-BE49-F238E27FC236}">
                  <a16:creationId xmlns:a16="http://schemas.microsoft.com/office/drawing/2014/main" id="{692ECB90-4B72-8961-11EB-A78635600FCD}"/>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8" name="Oval 210">
              <a:extLst>
                <a:ext uri="{FF2B5EF4-FFF2-40B4-BE49-F238E27FC236}">
                  <a16:creationId xmlns:a16="http://schemas.microsoft.com/office/drawing/2014/main" id="{371A8009-2FD7-0165-7EF9-D098492C511F}"/>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9" name="Oval 211">
              <a:extLst>
                <a:ext uri="{FF2B5EF4-FFF2-40B4-BE49-F238E27FC236}">
                  <a16:creationId xmlns:a16="http://schemas.microsoft.com/office/drawing/2014/main" id="{389B9CD1-9C1E-783D-76AC-E1934CD25A96}"/>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0" name="Oval 212">
              <a:extLst>
                <a:ext uri="{FF2B5EF4-FFF2-40B4-BE49-F238E27FC236}">
                  <a16:creationId xmlns:a16="http://schemas.microsoft.com/office/drawing/2014/main" id="{ECA648AB-D211-D415-8B83-19E9A80D5C2A}"/>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1" name="Oval 213">
              <a:extLst>
                <a:ext uri="{FF2B5EF4-FFF2-40B4-BE49-F238E27FC236}">
                  <a16:creationId xmlns:a16="http://schemas.microsoft.com/office/drawing/2014/main" id="{8096D302-F67C-13EA-00EC-49103C7E185D}"/>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2" name="Oval 214">
              <a:extLst>
                <a:ext uri="{FF2B5EF4-FFF2-40B4-BE49-F238E27FC236}">
                  <a16:creationId xmlns:a16="http://schemas.microsoft.com/office/drawing/2014/main" id="{917EE4EB-0EAB-C6B9-05CE-09BAB7FDEEDE}"/>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3" name="Oval 215">
              <a:extLst>
                <a:ext uri="{FF2B5EF4-FFF2-40B4-BE49-F238E27FC236}">
                  <a16:creationId xmlns:a16="http://schemas.microsoft.com/office/drawing/2014/main" id="{597A138A-2CA4-F391-649E-4034F5A91407}"/>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14" name="Group 216">
              <a:extLst>
                <a:ext uri="{FF2B5EF4-FFF2-40B4-BE49-F238E27FC236}">
                  <a16:creationId xmlns:a16="http://schemas.microsoft.com/office/drawing/2014/main" id="{3E7E6C8F-3BE7-BE70-036F-44888C6D0353}"/>
                </a:ext>
              </a:extLst>
            </p:cNvPr>
            <p:cNvGrpSpPr>
              <a:grpSpLocks/>
            </p:cNvGrpSpPr>
            <p:nvPr/>
          </p:nvGrpSpPr>
          <p:grpSpPr bwMode="auto">
            <a:xfrm>
              <a:off x="912" y="768"/>
              <a:ext cx="2386" cy="1553"/>
              <a:chOff x="912" y="768"/>
              <a:chExt cx="2386" cy="1553"/>
            </a:xfrm>
            <a:grpFill/>
          </p:grpSpPr>
          <p:sp>
            <p:nvSpPr>
              <p:cNvPr id="115" name="Oval 217">
                <a:extLst>
                  <a:ext uri="{FF2B5EF4-FFF2-40B4-BE49-F238E27FC236}">
                    <a16:creationId xmlns:a16="http://schemas.microsoft.com/office/drawing/2014/main" id="{3104418D-B5E4-C88C-D5A2-7B9129E5B0A5}"/>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6" name="Oval 218">
                <a:extLst>
                  <a:ext uri="{FF2B5EF4-FFF2-40B4-BE49-F238E27FC236}">
                    <a16:creationId xmlns:a16="http://schemas.microsoft.com/office/drawing/2014/main" id="{69FE8EEF-B89C-E359-6660-948113EE1CB1}"/>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7" name="Oval 219">
                <a:extLst>
                  <a:ext uri="{FF2B5EF4-FFF2-40B4-BE49-F238E27FC236}">
                    <a16:creationId xmlns:a16="http://schemas.microsoft.com/office/drawing/2014/main" id="{FFD2006C-0AD8-9353-0CF1-BF2ADBF81943}"/>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8" name="Oval 220">
                <a:extLst>
                  <a:ext uri="{FF2B5EF4-FFF2-40B4-BE49-F238E27FC236}">
                    <a16:creationId xmlns:a16="http://schemas.microsoft.com/office/drawing/2014/main" id="{B2044A5B-AF33-7E11-FB86-0D384350B849}"/>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9" name="Oval 221">
                <a:extLst>
                  <a:ext uri="{FF2B5EF4-FFF2-40B4-BE49-F238E27FC236}">
                    <a16:creationId xmlns:a16="http://schemas.microsoft.com/office/drawing/2014/main" id="{CCD92795-F9CD-5EFF-6090-5B447D2B471F}"/>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0" name="Oval 222">
                <a:extLst>
                  <a:ext uri="{FF2B5EF4-FFF2-40B4-BE49-F238E27FC236}">
                    <a16:creationId xmlns:a16="http://schemas.microsoft.com/office/drawing/2014/main" id="{CF465787-1890-29C8-1CDA-32BBB7349A9D}"/>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1" name="Oval 223">
                <a:extLst>
                  <a:ext uri="{FF2B5EF4-FFF2-40B4-BE49-F238E27FC236}">
                    <a16:creationId xmlns:a16="http://schemas.microsoft.com/office/drawing/2014/main" id="{225FFFF8-A9E1-D07F-048B-F35E45F63192}"/>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2" name="Oval 224">
                <a:extLst>
                  <a:ext uri="{FF2B5EF4-FFF2-40B4-BE49-F238E27FC236}">
                    <a16:creationId xmlns:a16="http://schemas.microsoft.com/office/drawing/2014/main" id="{635046B8-1EAB-E302-C82A-F1DA90EBC5B2}"/>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3" name="Oval 225">
                <a:extLst>
                  <a:ext uri="{FF2B5EF4-FFF2-40B4-BE49-F238E27FC236}">
                    <a16:creationId xmlns:a16="http://schemas.microsoft.com/office/drawing/2014/main" id="{9674605E-C647-3023-42A1-791CBFA95E7C}"/>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4" name="Group 206">
            <a:extLst>
              <a:ext uri="{FF2B5EF4-FFF2-40B4-BE49-F238E27FC236}">
                <a16:creationId xmlns:a16="http://schemas.microsoft.com/office/drawing/2014/main" id="{5AB8A288-72BB-5FD7-92B9-B2316E16209E}"/>
              </a:ext>
            </a:extLst>
          </p:cNvPr>
          <p:cNvGrpSpPr>
            <a:grpSpLocks/>
          </p:cNvGrpSpPr>
          <p:nvPr/>
        </p:nvGrpSpPr>
        <p:grpSpPr bwMode="auto">
          <a:xfrm>
            <a:off x="5677923" y="2700986"/>
            <a:ext cx="650144" cy="328530"/>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125" name="Oval 207">
              <a:extLst>
                <a:ext uri="{FF2B5EF4-FFF2-40B4-BE49-F238E27FC236}">
                  <a16:creationId xmlns:a16="http://schemas.microsoft.com/office/drawing/2014/main" id="{2D2FDF2B-9598-A073-9633-D448669D8044}"/>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6" name="Oval 208">
              <a:extLst>
                <a:ext uri="{FF2B5EF4-FFF2-40B4-BE49-F238E27FC236}">
                  <a16:creationId xmlns:a16="http://schemas.microsoft.com/office/drawing/2014/main" id="{EC663A4F-6558-2D3B-76B2-72DA758DBC9F}"/>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7" name="Oval 209">
              <a:extLst>
                <a:ext uri="{FF2B5EF4-FFF2-40B4-BE49-F238E27FC236}">
                  <a16:creationId xmlns:a16="http://schemas.microsoft.com/office/drawing/2014/main" id="{F37FEB17-7A86-4C0A-4645-E4B48D22ABA7}"/>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8" name="Oval 210">
              <a:extLst>
                <a:ext uri="{FF2B5EF4-FFF2-40B4-BE49-F238E27FC236}">
                  <a16:creationId xmlns:a16="http://schemas.microsoft.com/office/drawing/2014/main" id="{EFE34A15-E31B-49AA-D637-DBF10C5D6FD9}"/>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9" name="Oval 211">
              <a:extLst>
                <a:ext uri="{FF2B5EF4-FFF2-40B4-BE49-F238E27FC236}">
                  <a16:creationId xmlns:a16="http://schemas.microsoft.com/office/drawing/2014/main" id="{9ABE16BE-FC30-870A-2CA2-26041DF4F218}"/>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0" name="Oval 212">
              <a:extLst>
                <a:ext uri="{FF2B5EF4-FFF2-40B4-BE49-F238E27FC236}">
                  <a16:creationId xmlns:a16="http://schemas.microsoft.com/office/drawing/2014/main" id="{BB58DA4F-3A6C-69AE-69AB-9972C8943182}"/>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1" name="Oval 213">
              <a:extLst>
                <a:ext uri="{FF2B5EF4-FFF2-40B4-BE49-F238E27FC236}">
                  <a16:creationId xmlns:a16="http://schemas.microsoft.com/office/drawing/2014/main" id="{EAD8732E-8172-D241-9E72-6A6C40C5B4F8}"/>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2" name="Oval 214">
              <a:extLst>
                <a:ext uri="{FF2B5EF4-FFF2-40B4-BE49-F238E27FC236}">
                  <a16:creationId xmlns:a16="http://schemas.microsoft.com/office/drawing/2014/main" id="{8A0BB014-1B78-0662-1D0E-0DC0925BEDE6}"/>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3" name="Oval 215">
              <a:extLst>
                <a:ext uri="{FF2B5EF4-FFF2-40B4-BE49-F238E27FC236}">
                  <a16:creationId xmlns:a16="http://schemas.microsoft.com/office/drawing/2014/main" id="{B6572CDF-6E06-DB1C-3B3C-A311FC8434D8}"/>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34" name="Group 216">
              <a:extLst>
                <a:ext uri="{FF2B5EF4-FFF2-40B4-BE49-F238E27FC236}">
                  <a16:creationId xmlns:a16="http://schemas.microsoft.com/office/drawing/2014/main" id="{FEAECDA7-1F6B-101B-424B-3BC161C0D61C}"/>
                </a:ext>
              </a:extLst>
            </p:cNvPr>
            <p:cNvGrpSpPr>
              <a:grpSpLocks/>
            </p:cNvGrpSpPr>
            <p:nvPr/>
          </p:nvGrpSpPr>
          <p:grpSpPr bwMode="auto">
            <a:xfrm>
              <a:off x="912" y="768"/>
              <a:ext cx="2386" cy="1553"/>
              <a:chOff x="912" y="768"/>
              <a:chExt cx="2386" cy="1553"/>
            </a:xfrm>
            <a:grpFill/>
          </p:grpSpPr>
          <p:sp>
            <p:nvSpPr>
              <p:cNvPr id="135" name="Oval 217">
                <a:extLst>
                  <a:ext uri="{FF2B5EF4-FFF2-40B4-BE49-F238E27FC236}">
                    <a16:creationId xmlns:a16="http://schemas.microsoft.com/office/drawing/2014/main" id="{56781524-B4B0-AB9B-72C0-CC07343F510E}"/>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6" name="Oval 218">
                <a:extLst>
                  <a:ext uri="{FF2B5EF4-FFF2-40B4-BE49-F238E27FC236}">
                    <a16:creationId xmlns:a16="http://schemas.microsoft.com/office/drawing/2014/main" id="{9032389C-E145-C07F-89C1-5644935C819E}"/>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7" name="Oval 219">
                <a:extLst>
                  <a:ext uri="{FF2B5EF4-FFF2-40B4-BE49-F238E27FC236}">
                    <a16:creationId xmlns:a16="http://schemas.microsoft.com/office/drawing/2014/main" id="{6190967A-307A-1BFC-3DD9-A78E98A4657D}"/>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8" name="Oval 220">
                <a:extLst>
                  <a:ext uri="{FF2B5EF4-FFF2-40B4-BE49-F238E27FC236}">
                    <a16:creationId xmlns:a16="http://schemas.microsoft.com/office/drawing/2014/main" id="{0BFA6C52-8427-60A5-D4E8-59F39A2EA464}"/>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9" name="Oval 221">
                <a:extLst>
                  <a:ext uri="{FF2B5EF4-FFF2-40B4-BE49-F238E27FC236}">
                    <a16:creationId xmlns:a16="http://schemas.microsoft.com/office/drawing/2014/main" id="{B0A1BF40-3395-8BF2-7C46-79F904E386B2}"/>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0" name="Oval 222">
                <a:extLst>
                  <a:ext uri="{FF2B5EF4-FFF2-40B4-BE49-F238E27FC236}">
                    <a16:creationId xmlns:a16="http://schemas.microsoft.com/office/drawing/2014/main" id="{852EE986-A3BC-E590-BDE0-82B423B0FE24}"/>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1" name="Oval 223">
                <a:extLst>
                  <a:ext uri="{FF2B5EF4-FFF2-40B4-BE49-F238E27FC236}">
                    <a16:creationId xmlns:a16="http://schemas.microsoft.com/office/drawing/2014/main" id="{BF4E0E76-F018-3971-4CC3-717D0ACB16D4}"/>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2" name="Oval 224">
                <a:extLst>
                  <a:ext uri="{FF2B5EF4-FFF2-40B4-BE49-F238E27FC236}">
                    <a16:creationId xmlns:a16="http://schemas.microsoft.com/office/drawing/2014/main" id="{CB0F7B06-E218-D74A-4533-EA1593EA8682}"/>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3" name="Oval 225">
                <a:extLst>
                  <a:ext uri="{FF2B5EF4-FFF2-40B4-BE49-F238E27FC236}">
                    <a16:creationId xmlns:a16="http://schemas.microsoft.com/office/drawing/2014/main" id="{7955FF94-2A26-4967-E20F-041AA44E4745}"/>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44" name="Text Box 174">
            <a:extLst>
              <a:ext uri="{FF2B5EF4-FFF2-40B4-BE49-F238E27FC236}">
                <a16:creationId xmlns:a16="http://schemas.microsoft.com/office/drawing/2014/main" id="{8F2D5F12-EE90-04BF-2CCD-344A6D974865}"/>
              </a:ext>
            </a:extLst>
          </p:cNvPr>
          <p:cNvSpPr txBox="1">
            <a:spLocks noChangeArrowheads="1"/>
          </p:cNvSpPr>
          <p:nvPr/>
        </p:nvSpPr>
        <p:spPr bwMode="auto">
          <a:xfrm>
            <a:off x="5792738" y="2695445"/>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6</a:t>
            </a:r>
          </a:p>
        </p:txBody>
      </p:sp>
      <p:sp>
        <p:nvSpPr>
          <p:cNvPr id="145" name="Text Box 174">
            <a:extLst>
              <a:ext uri="{FF2B5EF4-FFF2-40B4-BE49-F238E27FC236}">
                <a16:creationId xmlns:a16="http://schemas.microsoft.com/office/drawing/2014/main" id="{EB81A0CF-2119-2D18-5A17-BC2F52E300FF}"/>
              </a:ext>
            </a:extLst>
          </p:cNvPr>
          <p:cNvSpPr txBox="1">
            <a:spLocks noChangeArrowheads="1"/>
          </p:cNvSpPr>
          <p:nvPr/>
        </p:nvSpPr>
        <p:spPr bwMode="auto">
          <a:xfrm>
            <a:off x="3885921" y="2711857"/>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146" name="Text Box 174">
            <a:extLst>
              <a:ext uri="{FF2B5EF4-FFF2-40B4-BE49-F238E27FC236}">
                <a16:creationId xmlns:a16="http://schemas.microsoft.com/office/drawing/2014/main" id="{81FC9B39-31B7-4F7F-D1C7-760D268599C2}"/>
              </a:ext>
            </a:extLst>
          </p:cNvPr>
          <p:cNvSpPr txBox="1">
            <a:spLocks noChangeArrowheads="1"/>
          </p:cNvSpPr>
          <p:nvPr/>
        </p:nvSpPr>
        <p:spPr bwMode="auto">
          <a:xfrm>
            <a:off x="1992899" y="2716333"/>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sp>
        <p:nvSpPr>
          <p:cNvPr id="147" name="Text Box 173">
            <a:extLst>
              <a:ext uri="{FF2B5EF4-FFF2-40B4-BE49-F238E27FC236}">
                <a16:creationId xmlns:a16="http://schemas.microsoft.com/office/drawing/2014/main" id="{516038C4-CD1D-CFA9-A98D-B8885A623E96}"/>
              </a:ext>
            </a:extLst>
          </p:cNvPr>
          <p:cNvSpPr txBox="1">
            <a:spLocks noChangeArrowheads="1"/>
          </p:cNvSpPr>
          <p:nvPr/>
        </p:nvSpPr>
        <p:spPr bwMode="auto">
          <a:xfrm>
            <a:off x="3247748" y="1918525"/>
            <a:ext cx="1846074" cy="307777"/>
          </a:xfrm>
          <a:prstGeom prst="rect">
            <a:avLst/>
          </a:prstGeom>
          <a:solidFill>
            <a:srgbClr val="C3E3F9"/>
          </a:solidFill>
          <a:ln>
            <a:noFill/>
          </a:ln>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solidFill>
                  <a:srgbClr val="C00000"/>
                </a:solidFill>
                <a:latin typeface="微软雅黑" panose="020B0503020204020204" pitchFamily="34" charset="-122"/>
                <a:ea typeface="微软雅黑" panose="020B0503020204020204" pitchFamily="34" charset="-122"/>
              </a:rPr>
              <a:t>对等 </a:t>
            </a:r>
            <a:r>
              <a:rPr lang="en-US" altLang="zh-CN" sz="1400" b="1" dirty="0">
                <a:solidFill>
                  <a:srgbClr val="C00000"/>
                </a:solidFill>
                <a:latin typeface="微软雅黑" panose="020B0503020204020204" pitchFamily="34" charset="-122"/>
                <a:ea typeface="微软雅黑" panose="020B0503020204020204" pitchFamily="34" charset="-122"/>
              </a:rPr>
              <a:t>AS</a:t>
            </a:r>
            <a:r>
              <a:rPr lang="en-US" altLang="zh-CN" sz="14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(Peering AS)</a:t>
            </a:r>
          </a:p>
        </p:txBody>
      </p:sp>
      <p:sp>
        <p:nvSpPr>
          <p:cNvPr id="148" name="Text Box 173">
            <a:extLst>
              <a:ext uri="{FF2B5EF4-FFF2-40B4-BE49-F238E27FC236}">
                <a16:creationId xmlns:a16="http://schemas.microsoft.com/office/drawing/2014/main" id="{8FE758A3-D9B9-3732-4037-EB6F32974112}"/>
              </a:ext>
            </a:extLst>
          </p:cNvPr>
          <p:cNvSpPr txBox="1">
            <a:spLocks noChangeArrowheads="1"/>
          </p:cNvSpPr>
          <p:nvPr/>
        </p:nvSpPr>
        <p:spPr bwMode="auto">
          <a:xfrm>
            <a:off x="4352328" y="1127761"/>
            <a:ext cx="2124745"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0000FF"/>
                </a:solidFill>
                <a:latin typeface="微软雅黑" panose="020B0503020204020204" pitchFamily="34" charset="-122"/>
                <a:ea typeface="微软雅黑" panose="020B0503020204020204" pitchFamily="34" charset="-122"/>
              </a:rPr>
              <a:t>穿越 </a:t>
            </a:r>
            <a:r>
              <a:rPr lang="en-US" altLang="zh-CN" sz="1400" b="1" dirty="0">
                <a:solidFill>
                  <a:srgbClr val="0000FF"/>
                </a:solidFill>
                <a:latin typeface="微软雅黑" panose="020B0503020204020204" pitchFamily="34" charset="-122"/>
                <a:ea typeface="微软雅黑" panose="020B0503020204020204" pitchFamily="34" charset="-122"/>
              </a:rPr>
              <a:t>AS </a:t>
            </a:r>
            <a:r>
              <a:rPr lang="en-US" altLang="zh-CN" sz="1400" b="1" dirty="0">
                <a:latin typeface="微软雅黑" panose="020B0503020204020204" pitchFamily="34" charset="-122"/>
                <a:ea typeface="微软雅黑" panose="020B0503020204020204" pitchFamily="34" charset="-122"/>
              </a:rPr>
              <a:t>(transit AS)</a:t>
            </a:r>
          </a:p>
        </p:txBody>
      </p:sp>
      <p:sp>
        <p:nvSpPr>
          <p:cNvPr id="149" name="Text Box 173">
            <a:extLst>
              <a:ext uri="{FF2B5EF4-FFF2-40B4-BE49-F238E27FC236}">
                <a16:creationId xmlns:a16="http://schemas.microsoft.com/office/drawing/2014/main" id="{A39DF7F6-0D2A-9695-4011-84AC0DEB32AD}"/>
              </a:ext>
            </a:extLst>
          </p:cNvPr>
          <p:cNvSpPr txBox="1">
            <a:spLocks noChangeArrowheads="1"/>
          </p:cNvSpPr>
          <p:nvPr/>
        </p:nvSpPr>
        <p:spPr bwMode="auto">
          <a:xfrm>
            <a:off x="1115438" y="2740845"/>
            <a:ext cx="846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a:t>
            </a:r>
          </a:p>
        </p:txBody>
      </p:sp>
      <p:sp>
        <p:nvSpPr>
          <p:cNvPr id="150" name="Text Box 173">
            <a:extLst>
              <a:ext uri="{FF2B5EF4-FFF2-40B4-BE49-F238E27FC236}">
                <a16:creationId xmlns:a16="http://schemas.microsoft.com/office/drawing/2014/main" id="{AA6D6694-B370-9AA2-5FAC-B2CF4C519D10}"/>
              </a:ext>
            </a:extLst>
          </p:cNvPr>
          <p:cNvSpPr txBox="1">
            <a:spLocks noChangeArrowheads="1"/>
          </p:cNvSpPr>
          <p:nvPr/>
        </p:nvSpPr>
        <p:spPr bwMode="auto">
          <a:xfrm>
            <a:off x="6274779" y="2727557"/>
            <a:ext cx="1733143"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 </a:t>
            </a:r>
            <a:r>
              <a:rPr lang="en-US" altLang="zh-CN" sz="1400" b="1" dirty="0">
                <a:latin typeface="微软雅黑" panose="020B0503020204020204" pitchFamily="34" charset="-122"/>
                <a:ea typeface="微软雅黑" panose="020B0503020204020204" pitchFamily="34" charset="-122"/>
              </a:rPr>
              <a:t>(stub AS)</a:t>
            </a:r>
          </a:p>
        </p:txBody>
      </p:sp>
      <p:sp>
        <p:nvSpPr>
          <p:cNvPr id="151" name="Text Box 173">
            <a:extLst>
              <a:ext uri="{FF2B5EF4-FFF2-40B4-BE49-F238E27FC236}">
                <a16:creationId xmlns:a16="http://schemas.microsoft.com/office/drawing/2014/main" id="{76E48481-A848-218F-D5F6-E9C49B6D9C0F}"/>
              </a:ext>
            </a:extLst>
          </p:cNvPr>
          <p:cNvSpPr txBox="1">
            <a:spLocks noChangeArrowheads="1"/>
          </p:cNvSpPr>
          <p:nvPr/>
        </p:nvSpPr>
        <p:spPr bwMode="auto">
          <a:xfrm>
            <a:off x="3016030" y="2775870"/>
            <a:ext cx="846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990099"/>
                </a:solidFill>
                <a:latin typeface="微软雅黑" panose="020B0503020204020204" pitchFamily="34" charset="-122"/>
                <a:ea typeface="微软雅黑" panose="020B0503020204020204" pitchFamily="34" charset="-122"/>
              </a:rPr>
              <a:t>末梢 </a:t>
            </a:r>
            <a:r>
              <a:rPr lang="en-US" altLang="zh-CN" sz="1400" b="1" dirty="0">
                <a:solidFill>
                  <a:srgbClr val="990099"/>
                </a:solidFill>
                <a:latin typeface="微软雅黑" panose="020B0503020204020204" pitchFamily="34" charset="-122"/>
                <a:ea typeface="微软雅黑" panose="020B0503020204020204" pitchFamily="34" charset="-122"/>
              </a:rPr>
              <a:t>AS</a:t>
            </a:r>
          </a:p>
        </p:txBody>
      </p:sp>
      <p:sp>
        <p:nvSpPr>
          <p:cNvPr id="152" name="Text Box 173">
            <a:extLst>
              <a:ext uri="{FF2B5EF4-FFF2-40B4-BE49-F238E27FC236}">
                <a16:creationId xmlns:a16="http://schemas.microsoft.com/office/drawing/2014/main" id="{D1D85498-5ED8-B234-8BE4-1F349C317CE3}"/>
              </a:ext>
            </a:extLst>
          </p:cNvPr>
          <p:cNvSpPr txBox="1">
            <a:spLocks noChangeArrowheads="1"/>
          </p:cNvSpPr>
          <p:nvPr/>
        </p:nvSpPr>
        <p:spPr bwMode="auto">
          <a:xfrm>
            <a:off x="4367590" y="2772248"/>
            <a:ext cx="11151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solidFill>
                  <a:srgbClr val="660033"/>
                </a:solidFill>
                <a:latin typeface="微软雅黑" panose="020B0503020204020204" pitchFamily="34" charset="-122"/>
                <a:ea typeface="微软雅黑" panose="020B0503020204020204" pitchFamily="34" charset="-122"/>
              </a:rPr>
              <a:t>多归属 </a:t>
            </a:r>
            <a:r>
              <a:rPr lang="en-US" altLang="zh-CN" sz="1400" b="1" dirty="0">
                <a:solidFill>
                  <a:srgbClr val="660033"/>
                </a:solidFill>
                <a:latin typeface="微软雅黑" panose="020B0503020204020204" pitchFamily="34" charset="-122"/>
                <a:ea typeface="微软雅黑" panose="020B0503020204020204" pitchFamily="34" charset="-122"/>
              </a:rPr>
              <a:t>AS</a:t>
            </a:r>
          </a:p>
        </p:txBody>
      </p:sp>
      <p:sp>
        <p:nvSpPr>
          <p:cNvPr id="193" name="任意多边形 192">
            <a:extLst>
              <a:ext uri="{FF2B5EF4-FFF2-40B4-BE49-F238E27FC236}">
                <a16:creationId xmlns:a16="http://schemas.microsoft.com/office/drawing/2014/main" id="{ADEB9854-3E99-8ACB-B8BC-5101B70E0710}"/>
              </a:ext>
            </a:extLst>
          </p:cNvPr>
          <p:cNvSpPr/>
          <p:nvPr/>
        </p:nvSpPr>
        <p:spPr>
          <a:xfrm>
            <a:off x="3385758" y="1618819"/>
            <a:ext cx="1469785" cy="94945"/>
          </a:xfrm>
          <a:custGeom>
            <a:avLst/>
            <a:gdLst>
              <a:gd name="connsiteX0" fmla="*/ 0 w 1727200"/>
              <a:gd name="connsiteY0" fmla="*/ 123185 h 123185"/>
              <a:gd name="connsiteX1" fmla="*/ 369454 w 1727200"/>
              <a:gd name="connsiteY1" fmla="*/ 40057 h 123185"/>
              <a:gd name="connsiteX2" fmla="*/ 683491 w 1727200"/>
              <a:gd name="connsiteY2" fmla="*/ 3112 h 123185"/>
              <a:gd name="connsiteX3" fmla="*/ 942109 w 1727200"/>
              <a:gd name="connsiteY3" fmla="*/ 3112 h 123185"/>
              <a:gd name="connsiteX4" fmla="*/ 1191491 w 1727200"/>
              <a:gd name="connsiteY4" fmla="*/ 12348 h 123185"/>
              <a:gd name="connsiteX5" fmla="*/ 1514763 w 1727200"/>
              <a:gd name="connsiteY5" fmla="*/ 30821 h 123185"/>
              <a:gd name="connsiteX6" fmla="*/ 1727200 w 1727200"/>
              <a:gd name="connsiteY6" fmla="*/ 86239 h 12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7200" h="123185">
                <a:moveTo>
                  <a:pt x="0" y="123185"/>
                </a:moveTo>
                <a:cubicBezTo>
                  <a:pt x="127769" y="91627"/>
                  <a:pt x="255539" y="60069"/>
                  <a:pt x="369454" y="40057"/>
                </a:cubicBezTo>
                <a:cubicBezTo>
                  <a:pt x="483369" y="20045"/>
                  <a:pt x="588049" y="9269"/>
                  <a:pt x="683491" y="3112"/>
                </a:cubicBezTo>
                <a:cubicBezTo>
                  <a:pt x="778934" y="-3046"/>
                  <a:pt x="857442" y="1573"/>
                  <a:pt x="942109" y="3112"/>
                </a:cubicBezTo>
                <a:cubicBezTo>
                  <a:pt x="1026776" y="4651"/>
                  <a:pt x="1191491" y="12348"/>
                  <a:pt x="1191491" y="12348"/>
                </a:cubicBezTo>
                <a:cubicBezTo>
                  <a:pt x="1286933" y="16966"/>
                  <a:pt x="1425478" y="18506"/>
                  <a:pt x="1514763" y="30821"/>
                </a:cubicBezTo>
                <a:cubicBezTo>
                  <a:pt x="1604048" y="43136"/>
                  <a:pt x="1665624" y="64687"/>
                  <a:pt x="1727200" y="86239"/>
                </a:cubicBezTo>
              </a:path>
            </a:pathLst>
          </a:custGeom>
          <a:ln w="19050">
            <a:solidFill>
              <a:srgbClr val="0000FF"/>
            </a:solidFill>
            <a:prstDash val="sysDot"/>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sz="1600"/>
          </a:p>
        </p:txBody>
      </p:sp>
      <p:sp>
        <p:nvSpPr>
          <p:cNvPr id="19" name="Line 154">
            <a:extLst>
              <a:ext uri="{FF2B5EF4-FFF2-40B4-BE49-F238E27FC236}">
                <a16:creationId xmlns:a16="http://schemas.microsoft.com/office/drawing/2014/main" id="{EB879259-1EA8-2B0B-0307-933B3B8F3AB0}"/>
              </a:ext>
            </a:extLst>
          </p:cNvPr>
          <p:cNvSpPr>
            <a:spLocks noChangeShapeType="1"/>
          </p:cNvSpPr>
          <p:nvPr/>
        </p:nvSpPr>
        <p:spPr bwMode="auto">
          <a:xfrm flipV="1">
            <a:off x="2682671" y="2206984"/>
            <a:ext cx="2864649"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206">
            <a:extLst>
              <a:ext uri="{FF2B5EF4-FFF2-40B4-BE49-F238E27FC236}">
                <a16:creationId xmlns:a16="http://schemas.microsoft.com/office/drawing/2014/main" id="{664B033A-D429-5058-2D32-5F18CC6AC0A3}"/>
              </a:ext>
            </a:extLst>
          </p:cNvPr>
          <p:cNvGrpSpPr>
            <a:grpSpLocks/>
          </p:cNvGrpSpPr>
          <p:nvPr/>
        </p:nvGrpSpPr>
        <p:grpSpPr bwMode="auto">
          <a:xfrm>
            <a:off x="1771322" y="1934014"/>
            <a:ext cx="1107971" cy="508496"/>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1" name="Oval 207">
              <a:extLst>
                <a:ext uri="{FF2B5EF4-FFF2-40B4-BE49-F238E27FC236}">
                  <a16:creationId xmlns:a16="http://schemas.microsoft.com/office/drawing/2014/main" id="{D0BC4A41-3F0B-D843-315D-88C9F58D8C07}"/>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2" name="Oval 208">
              <a:extLst>
                <a:ext uri="{FF2B5EF4-FFF2-40B4-BE49-F238E27FC236}">
                  <a16:creationId xmlns:a16="http://schemas.microsoft.com/office/drawing/2014/main" id="{0300AC9E-1FE5-4C3F-D7B5-EEA22D65433D}"/>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3" name="Oval 209">
              <a:extLst>
                <a:ext uri="{FF2B5EF4-FFF2-40B4-BE49-F238E27FC236}">
                  <a16:creationId xmlns:a16="http://schemas.microsoft.com/office/drawing/2014/main" id="{E07221AF-4FB7-C839-3BE6-5EBCA81CBBFA}"/>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 name="Oval 210">
              <a:extLst>
                <a:ext uri="{FF2B5EF4-FFF2-40B4-BE49-F238E27FC236}">
                  <a16:creationId xmlns:a16="http://schemas.microsoft.com/office/drawing/2014/main" id="{06050FBE-1ACB-60A0-3D3C-C564E108E3FB}"/>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5" name="Oval 211">
              <a:extLst>
                <a:ext uri="{FF2B5EF4-FFF2-40B4-BE49-F238E27FC236}">
                  <a16:creationId xmlns:a16="http://schemas.microsoft.com/office/drawing/2014/main" id="{4CD2F540-17C0-8E12-04B8-47EDF27A8B0C}"/>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6" name="Oval 212">
              <a:extLst>
                <a:ext uri="{FF2B5EF4-FFF2-40B4-BE49-F238E27FC236}">
                  <a16:creationId xmlns:a16="http://schemas.microsoft.com/office/drawing/2014/main" id="{604D0A1D-1DBE-77FA-CFEA-92286645965A}"/>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 name="Oval 213">
              <a:extLst>
                <a:ext uri="{FF2B5EF4-FFF2-40B4-BE49-F238E27FC236}">
                  <a16:creationId xmlns:a16="http://schemas.microsoft.com/office/drawing/2014/main" id="{F3CA80CB-84B4-8AEE-8C52-A6A5A67A10D3}"/>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 name="Oval 214">
              <a:extLst>
                <a:ext uri="{FF2B5EF4-FFF2-40B4-BE49-F238E27FC236}">
                  <a16:creationId xmlns:a16="http://schemas.microsoft.com/office/drawing/2014/main" id="{F2854CCC-9BEC-2190-2712-F7B45324E8CF}"/>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 name="Oval 215">
              <a:extLst>
                <a:ext uri="{FF2B5EF4-FFF2-40B4-BE49-F238E27FC236}">
                  <a16:creationId xmlns:a16="http://schemas.microsoft.com/office/drawing/2014/main" id="{39F2471A-17C1-2EF3-383A-6526484D067D}"/>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0" name="Group 216">
              <a:extLst>
                <a:ext uri="{FF2B5EF4-FFF2-40B4-BE49-F238E27FC236}">
                  <a16:creationId xmlns:a16="http://schemas.microsoft.com/office/drawing/2014/main" id="{83072E36-5484-86AA-3725-BA438AE2AAD6}"/>
                </a:ext>
              </a:extLst>
            </p:cNvPr>
            <p:cNvGrpSpPr>
              <a:grpSpLocks/>
            </p:cNvGrpSpPr>
            <p:nvPr/>
          </p:nvGrpSpPr>
          <p:grpSpPr bwMode="auto">
            <a:xfrm>
              <a:off x="912" y="768"/>
              <a:ext cx="2386" cy="1553"/>
              <a:chOff x="912" y="768"/>
              <a:chExt cx="2386" cy="1553"/>
            </a:xfrm>
            <a:grpFill/>
          </p:grpSpPr>
          <p:sp>
            <p:nvSpPr>
              <p:cNvPr id="31" name="Oval 217">
                <a:extLst>
                  <a:ext uri="{FF2B5EF4-FFF2-40B4-BE49-F238E27FC236}">
                    <a16:creationId xmlns:a16="http://schemas.microsoft.com/office/drawing/2014/main" id="{5846B00A-68E4-AA2E-4026-8158755E835C}"/>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 name="Oval 218">
                <a:extLst>
                  <a:ext uri="{FF2B5EF4-FFF2-40B4-BE49-F238E27FC236}">
                    <a16:creationId xmlns:a16="http://schemas.microsoft.com/office/drawing/2014/main" id="{3C58E8CC-5770-BDB0-8AD6-D087F456837A}"/>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 name="Oval 219">
                <a:extLst>
                  <a:ext uri="{FF2B5EF4-FFF2-40B4-BE49-F238E27FC236}">
                    <a16:creationId xmlns:a16="http://schemas.microsoft.com/office/drawing/2014/main" id="{F87EDC86-B135-281F-BBEA-7FD508F48560}"/>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4" name="Oval 220">
                <a:extLst>
                  <a:ext uri="{FF2B5EF4-FFF2-40B4-BE49-F238E27FC236}">
                    <a16:creationId xmlns:a16="http://schemas.microsoft.com/office/drawing/2014/main" id="{1EB3D32B-5A28-7EB9-8934-BD7E9BD3E510}"/>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 name="Oval 221">
                <a:extLst>
                  <a:ext uri="{FF2B5EF4-FFF2-40B4-BE49-F238E27FC236}">
                    <a16:creationId xmlns:a16="http://schemas.microsoft.com/office/drawing/2014/main" id="{F63AB655-94A2-19E9-65B4-0DA592E297D2}"/>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6" name="Oval 222">
                <a:extLst>
                  <a:ext uri="{FF2B5EF4-FFF2-40B4-BE49-F238E27FC236}">
                    <a16:creationId xmlns:a16="http://schemas.microsoft.com/office/drawing/2014/main" id="{AA4A691B-290D-2EFF-B08D-257DA0026402}"/>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 name="Oval 223">
                <a:extLst>
                  <a:ext uri="{FF2B5EF4-FFF2-40B4-BE49-F238E27FC236}">
                    <a16:creationId xmlns:a16="http://schemas.microsoft.com/office/drawing/2014/main" id="{8952D9A6-CF7F-9F28-5C4A-059F37814C7C}"/>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8" name="Oval 224">
                <a:extLst>
                  <a:ext uri="{FF2B5EF4-FFF2-40B4-BE49-F238E27FC236}">
                    <a16:creationId xmlns:a16="http://schemas.microsoft.com/office/drawing/2014/main" id="{C0C6C1FA-A962-6172-762D-2E04A728F868}"/>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Oval 225">
                <a:extLst>
                  <a:ext uri="{FF2B5EF4-FFF2-40B4-BE49-F238E27FC236}">
                    <a16:creationId xmlns:a16="http://schemas.microsoft.com/office/drawing/2014/main" id="{0C441641-7EF1-8E2A-A763-481209CD231D}"/>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0" name="Group 206">
            <a:extLst>
              <a:ext uri="{FF2B5EF4-FFF2-40B4-BE49-F238E27FC236}">
                <a16:creationId xmlns:a16="http://schemas.microsoft.com/office/drawing/2014/main" id="{A9FA39B0-F05D-8222-59AC-D853A25F5872}"/>
              </a:ext>
            </a:extLst>
          </p:cNvPr>
          <p:cNvGrpSpPr>
            <a:grpSpLocks/>
          </p:cNvGrpSpPr>
          <p:nvPr/>
        </p:nvGrpSpPr>
        <p:grpSpPr bwMode="auto">
          <a:xfrm>
            <a:off x="5287550" y="1934014"/>
            <a:ext cx="1235703" cy="54714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61" name="Oval 207">
              <a:extLst>
                <a:ext uri="{FF2B5EF4-FFF2-40B4-BE49-F238E27FC236}">
                  <a16:creationId xmlns:a16="http://schemas.microsoft.com/office/drawing/2014/main" id="{F3801B2E-A3F6-7DCB-8A28-C02EEF8BE824}"/>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Oval 208">
              <a:extLst>
                <a:ext uri="{FF2B5EF4-FFF2-40B4-BE49-F238E27FC236}">
                  <a16:creationId xmlns:a16="http://schemas.microsoft.com/office/drawing/2014/main" id="{535EAE3C-1310-72BD-A398-12D6CB8E601D}"/>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Oval 209">
              <a:extLst>
                <a:ext uri="{FF2B5EF4-FFF2-40B4-BE49-F238E27FC236}">
                  <a16:creationId xmlns:a16="http://schemas.microsoft.com/office/drawing/2014/main" id="{2EDD3AD8-0F9D-48C8-8405-310420337815}"/>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Oval 210">
              <a:extLst>
                <a:ext uri="{FF2B5EF4-FFF2-40B4-BE49-F238E27FC236}">
                  <a16:creationId xmlns:a16="http://schemas.microsoft.com/office/drawing/2014/main" id="{1787AB8D-DE11-5B75-8C4A-E6D4DE91347D}"/>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Oval 211">
              <a:extLst>
                <a:ext uri="{FF2B5EF4-FFF2-40B4-BE49-F238E27FC236}">
                  <a16:creationId xmlns:a16="http://schemas.microsoft.com/office/drawing/2014/main" id="{7F23005C-9C54-D17C-5A12-E1FF107261D2}"/>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6" name="Oval 212">
              <a:extLst>
                <a:ext uri="{FF2B5EF4-FFF2-40B4-BE49-F238E27FC236}">
                  <a16:creationId xmlns:a16="http://schemas.microsoft.com/office/drawing/2014/main" id="{72383C35-C2F1-AB17-8C15-670AB9445245}"/>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7" name="Oval 213">
              <a:extLst>
                <a:ext uri="{FF2B5EF4-FFF2-40B4-BE49-F238E27FC236}">
                  <a16:creationId xmlns:a16="http://schemas.microsoft.com/office/drawing/2014/main" id="{4FC86526-464E-7878-FB8A-4D46ECB3D7DB}"/>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8" name="Oval 214">
              <a:extLst>
                <a:ext uri="{FF2B5EF4-FFF2-40B4-BE49-F238E27FC236}">
                  <a16:creationId xmlns:a16="http://schemas.microsoft.com/office/drawing/2014/main" id="{8AA606FA-9FE7-17D0-105B-1F75C9AD4048}"/>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9" name="Oval 215">
              <a:extLst>
                <a:ext uri="{FF2B5EF4-FFF2-40B4-BE49-F238E27FC236}">
                  <a16:creationId xmlns:a16="http://schemas.microsoft.com/office/drawing/2014/main" id="{021B86C9-ECA3-C063-04FA-A4C48F752CB8}"/>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70" name="Group 216">
              <a:extLst>
                <a:ext uri="{FF2B5EF4-FFF2-40B4-BE49-F238E27FC236}">
                  <a16:creationId xmlns:a16="http://schemas.microsoft.com/office/drawing/2014/main" id="{9EADBBA9-D808-5432-A94A-A4EC45EC02A8}"/>
                </a:ext>
              </a:extLst>
            </p:cNvPr>
            <p:cNvGrpSpPr>
              <a:grpSpLocks/>
            </p:cNvGrpSpPr>
            <p:nvPr/>
          </p:nvGrpSpPr>
          <p:grpSpPr bwMode="auto">
            <a:xfrm>
              <a:off x="912" y="768"/>
              <a:ext cx="2386" cy="1553"/>
              <a:chOff x="912" y="768"/>
              <a:chExt cx="2386" cy="1553"/>
            </a:xfrm>
            <a:grpFill/>
          </p:grpSpPr>
          <p:sp>
            <p:nvSpPr>
              <p:cNvPr id="71" name="Oval 217">
                <a:extLst>
                  <a:ext uri="{FF2B5EF4-FFF2-40B4-BE49-F238E27FC236}">
                    <a16:creationId xmlns:a16="http://schemas.microsoft.com/office/drawing/2014/main" id="{AB679BBD-466D-2087-22D0-632F98129F9C}"/>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2" name="Oval 218">
                <a:extLst>
                  <a:ext uri="{FF2B5EF4-FFF2-40B4-BE49-F238E27FC236}">
                    <a16:creationId xmlns:a16="http://schemas.microsoft.com/office/drawing/2014/main" id="{193BD72F-474E-E57B-A39E-F07A2E9D0CFA}"/>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3" name="Oval 219">
                <a:extLst>
                  <a:ext uri="{FF2B5EF4-FFF2-40B4-BE49-F238E27FC236}">
                    <a16:creationId xmlns:a16="http://schemas.microsoft.com/office/drawing/2014/main" id="{04CA00C3-BC0D-0D9F-5EFA-09DD3D3A9549}"/>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4" name="Oval 220">
                <a:extLst>
                  <a:ext uri="{FF2B5EF4-FFF2-40B4-BE49-F238E27FC236}">
                    <a16:creationId xmlns:a16="http://schemas.microsoft.com/office/drawing/2014/main" id="{6C6BE1BB-5269-CCD2-9B37-BD805E359069}"/>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Oval 221">
                <a:extLst>
                  <a:ext uri="{FF2B5EF4-FFF2-40B4-BE49-F238E27FC236}">
                    <a16:creationId xmlns:a16="http://schemas.microsoft.com/office/drawing/2014/main" id="{59EFF1D6-E0BD-69B4-F0E9-020B3FDAB531}"/>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6" name="Oval 222">
                <a:extLst>
                  <a:ext uri="{FF2B5EF4-FFF2-40B4-BE49-F238E27FC236}">
                    <a16:creationId xmlns:a16="http://schemas.microsoft.com/office/drawing/2014/main" id="{D8718DF5-4029-11C1-39D9-78D64EA08871}"/>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7" name="Oval 223">
                <a:extLst>
                  <a:ext uri="{FF2B5EF4-FFF2-40B4-BE49-F238E27FC236}">
                    <a16:creationId xmlns:a16="http://schemas.microsoft.com/office/drawing/2014/main" id="{B5725067-2BAD-4AD4-3A85-C9FEB4B2DF4E}"/>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8" name="Oval 224">
                <a:extLst>
                  <a:ext uri="{FF2B5EF4-FFF2-40B4-BE49-F238E27FC236}">
                    <a16:creationId xmlns:a16="http://schemas.microsoft.com/office/drawing/2014/main" id="{5B922C56-03FC-DB64-1519-059C8BBBFA1B}"/>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9" name="Oval 225">
                <a:extLst>
                  <a:ext uri="{FF2B5EF4-FFF2-40B4-BE49-F238E27FC236}">
                    <a16:creationId xmlns:a16="http://schemas.microsoft.com/office/drawing/2014/main" id="{4619DC64-32B3-1A60-35AA-8F294E16BCE9}"/>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1" name="Text Box 174">
            <a:extLst>
              <a:ext uri="{FF2B5EF4-FFF2-40B4-BE49-F238E27FC236}">
                <a16:creationId xmlns:a16="http://schemas.microsoft.com/office/drawing/2014/main" id="{C1A6C931-3B3D-8285-970A-D9D447D6087B}"/>
              </a:ext>
            </a:extLst>
          </p:cNvPr>
          <p:cNvSpPr txBox="1">
            <a:spLocks noChangeArrowheads="1"/>
          </p:cNvSpPr>
          <p:nvPr/>
        </p:nvSpPr>
        <p:spPr bwMode="auto">
          <a:xfrm>
            <a:off x="5742507" y="2042719"/>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AS</a:t>
            </a:r>
            <a:r>
              <a:rPr lang="en-US" altLang="zh-CN" sz="1400" b="1" baseline="-25000">
                <a:latin typeface="微软雅黑" panose="020B0503020204020204" pitchFamily="34" charset="-122"/>
                <a:ea typeface="微软雅黑" panose="020B0503020204020204" pitchFamily="34" charset="-122"/>
              </a:rPr>
              <a:t>3</a:t>
            </a:r>
          </a:p>
        </p:txBody>
      </p:sp>
      <p:sp>
        <p:nvSpPr>
          <p:cNvPr id="82" name="Text Box 175">
            <a:extLst>
              <a:ext uri="{FF2B5EF4-FFF2-40B4-BE49-F238E27FC236}">
                <a16:creationId xmlns:a16="http://schemas.microsoft.com/office/drawing/2014/main" id="{CB1CFF38-8CB2-B6B2-7510-7BD4DA7AA1AD}"/>
              </a:ext>
            </a:extLst>
          </p:cNvPr>
          <p:cNvSpPr txBox="1">
            <a:spLocks noChangeArrowheads="1"/>
          </p:cNvSpPr>
          <p:nvPr/>
        </p:nvSpPr>
        <p:spPr bwMode="auto">
          <a:xfrm>
            <a:off x="2097111" y="2042719"/>
            <a:ext cx="500458" cy="327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grpSp>
        <p:nvGrpSpPr>
          <p:cNvPr id="8" name="组合 214">
            <a:extLst>
              <a:ext uri="{FF2B5EF4-FFF2-40B4-BE49-F238E27FC236}">
                <a16:creationId xmlns:a16="http://schemas.microsoft.com/office/drawing/2014/main" id="{F9C15F25-69CC-C085-39D2-B9FD1B60E082}"/>
              </a:ext>
            </a:extLst>
          </p:cNvPr>
          <p:cNvGrpSpPr>
            <a:grpSpLocks/>
          </p:cNvGrpSpPr>
          <p:nvPr/>
        </p:nvGrpSpPr>
        <p:grpSpPr bwMode="auto">
          <a:xfrm rot="1503689">
            <a:off x="5062195" y="1742789"/>
            <a:ext cx="561975" cy="73025"/>
            <a:chOff x="6732241" y="2663758"/>
            <a:chExt cx="562040" cy="72008"/>
          </a:xfrm>
        </p:grpSpPr>
        <p:cxnSp>
          <p:nvCxnSpPr>
            <p:cNvPr id="9" name="直接箭头连接符 329">
              <a:extLst>
                <a:ext uri="{FF2B5EF4-FFF2-40B4-BE49-F238E27FC236}">
                  <a16:creationId xmlns:a16="http://schemas.microsoft.com/office/drawing/2014/main" id="{4483419D-F75D-B24A-9EB6-AE99EDD7EFA6}"/>
                </a:ext>
              </a:extLst>
            </p:cNvPr>
            <p:cNvCxnSpPr>
              <a:cxnSpLocks noChangeShapeType="1"/>
            </p:cNvCxnSpPr>
            <p:nvPr/>
          </p:nvCxnSpPr>
          <p:spPr bwMode="auto">
            <a:xfrm flipH="1">
              <a:off x="6732241" y="2708920"/>
              <a:ext cx="288031" cy="0"/>
            </a:xfrm>
            <a:prstGeom prst="straightConnector1">
              <a:avLst/>
            </a:prstGeom>
            <a:noFill/>
            <a:ln w="9525" algn="ctr">
              <a:solidFill>
                <a:srgbClr val="000000"/>
              </a:solidFill>
              <a:round/>
              <a:headEnd/>
              <a:tailEnd type="triangle" w="sm" len="med"/>
            </a:ln>
            <a:extLst>
              <a:ext uri="{909E8E84-426E-40DD-AFC4-6F175D3DCCD1}">
                <a14:hiddenFill xmlns:a14="http://schemas.microsoft.com/office/drawing/2010/main">
                  <a:noFill/>
                </a14:hiddenFill>
              </a:ext>
            </a:extLst>
          </p:spPr>
        </p:cxnSp>
        <p:sp>
          <p:nvSpPr>
            <p:cNvPr id="10" name="矩形 9">
              <a:extLst>
                <a:ext uri="{FF2B5EF4-FFF2-40B4-BE49-F238E27FC236}">
                  <a16:creationId xmlns:a16="http://schemas.microsoft.com/office/drawing/2014/main" id="{40626AA1-7A3E-3414-6A55-5584804EB450}"/>
                </a:ext>
              </a:extLst>
            </p:cNvPr>
            <p:cNvSpPr/>
            <p:nvPr/>
          </p:nvSpPr>
          <p:spPr bwMode="auto">
            <a:xfrm>
              <a:off x="6933877" y="2663758"/>
              <a:ext cx="360404" cy="72008"/>
            </a:xfrm>
            <a:prstGeom prst="rect">
              <a:avLst/>
            </a:prstGeom>
            <a:solidFill>
              <a:srgbClr val="FFC000"/>
            </a:solidFill>
            <a:ln w="9525" cap="flat" cmpd="sng" algn="ctr">
              <a:solidFill>
                <a:srgbClr val="000000"/>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7" name="对话气泡: 圆角矩形 6">
            <a:extLst>
              <a:ext uri="{FF2B5EF4-FFF2-40B4-BE49-F238E27FC236}">
                <a16:creationId xmlns:a16="http://schemas.microsoft.com/office/drawing/2014/main" id="{6FD16009-E5B6-E6CA-EF73-30B2031ECA82}"/>
              </a:ext>
            </a:extLst>
          </p:cNvPr>
          <p:cNvSpPr/>
          <p:nvPr/>
        </p:nvSpPr>
        <p:spPr>
          <a:xfrm>
            <a:off x="6003713" y="1521074"/>
            <a:ext cx="991720" cy="327548"/>
          </a:xfrm>
          <a:prstGeom prst="wedgeRoundRectCallout">
            <a:avLst>
              <a:gd name="adj1" fmla="val -96940"/>
              <a:gd name="adj2" fmla="val 44853"/>
              <a:gd name="adj3" fmla="val 16667"/>
            </a:avLst>
          </a:prstGeom>
        </p:spPr>
        <p:style>
          <a:lnRef idx="1">
            <a:schemeClr val="accent6"/>
          </a:lnRef>
          <a:fillRef idx="2">
            <a:schemeClr val="accent6"/>
          </a:fillRef>
          <a:effectRef idx="1">
            <a:schemeClr val="accent6"/>
          </a:effectRef>
          <a:fontRef idx="minor">
            <a:schemeClr val="dk1"/>
          </a:fontRef>
        </p:style>
        <p:txBody>
          <a:bodyPr tIns="36000" rtlCol="0" anchor="ctr"/>
          <a:lstStyle/>
          <a:p>
            <a:pPr algn="ctr"/>
            <a:r>
              <a:rPr lang="en-US" altLang="zh-CN" dirty="0"/>
              <a:t>[AS</a:t>
            </a:r>
            <a:r>
              <a:rPr lang="en-US" altLang="zh-CN" baseline="-25000" dirty="0"/>
              <a:t>3</a:t>
            </a:r>
            <a:r>
              <a:rPr lang="en-US" altLang="zh-CN" dirty="0"/>
              <a:t> AS</a:t>
            </a:r>
            <a:r>
              <a:rPr lang="en-US" altLang="zh-CN" baseline="-25000" dirty="0"/>
              <a:t>6</a:t>
            </a:r>
            <a:r>
              <a:rPr lang="en-US" altLang="zh-CN" dirty="0"/>
              <a:t>]</a:t>
            </a:r>
            <a:endParaRPr lang="zh-CN" altLang="en-US" dirty="0"/>
          </a:p>
        </p:txBody>
      </p:sp>
      <p:grpSp>
        <p:nvGrpSpPr>
          <p:cNvPr id="165" name="组合 214">
            <a:extLst>
              <a:ext uri="{FF2B5EF4-FFF2-40B4-BE49-F238E27FC236}">
                <a16:creationId xmlns:a16="http://schemas.microsoft.com/office/drawing/2014/main" id="{66A2439C-E4FB-7875-8E4D-7164C1CAE2DB}"/>
              </a:ext>
            </a:extLst>
          </p:cNvPr>
          <p:cNvGrpSpPr>
            <a:grpSpLocks/>
          </p:cNvGrpSpPr>
          <p:nvPr/>
        </p:nvGrpSpPr>
        <p:grpSpPr bwMode="auto">
          <a:xfrm rot="20149037">
            <a:off x="2616353" y="1773385"/>
            <a:ext cx="561975" cy="73025"/>
            <a:chOff x="6732241" y="2663758"/>
            <a:chExt cx="562040" cy="72008"/>
          </a:xfrm>
        </p:grpSpPr>
        <p:cxnSp>
          <p:nvCxnSpPr>
            <p:cNvPr id="166" name="直接箭头连接符 329">
              <a:extLst>
                <a:ext uri="{FF2B5EF4-FFF2-40B4-BE49-F238E27FC236}">
                  <a16:creationId xmlns:a16="http://schemas.microsoft.com/office/drawing/2014/main" id="{D2E4546F-B3C5-CCF8-4D52-F36C85F9AB62}"/>
                </a:ext>
              </a:extLst>
            </p:cNvPr>
            <p:cNvCxnSpPr>
              <a:cxnSpLocks noChangeShapeType="1"/>
            </p:cNvCxnSpPr>
            <p:nvPr/>
          </p:nvCxnSpPr>
          <p:spPr bwMode="auto">
            <a:xfrm flipH="1">
              <a:off x="6732241" y="2708920"/>
              <a:ext cx="288031" cy="0"/>
            </a:xfrm>
            <a:prstGeom prst="straightConnector1">
              <a:avLst/>
            </a:prstGeom>
            <a:noFill/>
            <a:ln w="9525" algn="ctr">
              <a:solidFill>
                <a:srgbClr val="000000"/>
              </a:solidFill>
              <a:round/>
              <a:headEnd/>
              <a:tailEnd type="triangle" w="sm" len="med"/>
            </a:ln>
            <a:extLst>
              <a:ext uri="{909E8E84-426E-40DD-AFC4-6F175D3DCCD1}">
                <a14:hiddenFill xmlns:a14="http://schemas.microsoft.com/office/drawing/2010/main">
                  <a:noFill/>
                </a14:hiddenFill>
              </a:ext>
            </a:extLst>
          </p:spPr>
        </p:cxnSp>
        <p:sp>
          <p:nvSpPr>
            <p:cNvPr id="168" name="矩形 167">
              <a:extLst>
                <a:ext uri="{FF2B5EF4-FFF2-40B4-BE49-F238E27FC236}">
                  <a16:creationId xmlns:a16="http://schemas.microsoft.com/office/drawing/2014/main" id="{6B1D883B-A132-E2AA-EC77-A79BB29BB690}"/>
                </a:ext>
              </a:extLst>
            </p:cNvPr>
            <p:cNvSpPr/>
            <p:nvPr/>
          </p:nvSpPr>
          <p:spPr bwMode="auto">
            <a:xfrm>
              <a:off x="6933877" y="2663758"/>
              <a:ext cx="360404" cy="72008"/>
            </a:xfrm>
            <a:prstGeom prst="rect">
              <a:avLst/>
            </a:prstGeom>
            <a:solidFill>
              <a:srgbClr val="FFC000"/>
            </a:solidFill>
            <a:ln w="9525" cap="flat" cmpd="sng" algn="ctr">
              <a:solidFill>
                <a:srgbClr val="000000"/>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170" name="对话气泡: 圆角矩形 169">
            <a:extLst>
              <a:ext uri="{FF2B5EF4-FFF2-40B4-BE49-F238E27FC236}">
                <a16:creationId xmlns:a16="http://schemas.microsoft.com/office/drawing/2014/main" id="{D213F9DB-3F50-6DB3-4B97-4649BCBC6AC2}"/>
              </a:ext>
            </a:extLst>
          </p:cNvPr>
          <p:cNvSpPr/>
          <p:nvPr/>
        </p:nvSpPr>
        <p:spPr>
          <a:xfrm>
            <a:off x="1115437" y="1366616"/>
            <a:ext cx="1333299" cy="327548"/>
          </a:xfrm>
          <a:prstGeom prst="wedgeRoundRectCallout">
            <a:avLst>
              <a:gd name="adj1" fmla="val 83374"/>
              <a:gd name="adj2" fmla="val 78546"/>
              <a:gd name="adj3" fmla="val 16667"/>
            </a:avLst>
          </a:prstGeom>
        </p:spPr>
        <p:style>
          <a:lnRef idx="1">
            <a:schemeClr val="accent6"/>
          </a:lnRef>
          <a:fillRef idx="2">
            <a:schemeClr val="accent6"/>
          </a:fillRef>
          <a:effectRef idx="1">
            <a:schemeClr val="accent6"/>
          </a:effectRef>
          <a:fontRef idx="minor">
            <a:schemeClr val="dk1"/>
          </a:fontRef>
        </p:style>
        <p:txBody>
          <a:bodyPr tIns="36000" rtlCol="0" anchor="ctr"/>
          <a:lstStyle/>
          <a:p>
            <a:pPr algn="ctr"/>
            <a:r>
              <a:rPr lang="en-US" altLang="zh-CN" dirty="0"/>
              <a:t>[AS</a:t>
            </a:r>
            <a:r>
              <a:rPr lang="en-US" altLang="zh-CN" baseline="-25000" dirty="0"/>
              <a:t>1</a:t>
            </a:r>
            <a:r>
              <a:rPr lang="en-US" altLang="zh-CN" dirty="0"/>
              <a:t> AS</a:t>
            </a:r>
            <a:r>
              <a:rPr lang="en-US" altLang="zh-CN" baseline="-25000" dirty="0"/>
              <a:t>3</a:t>
            </a:r>
            <a:r>
              <a:rPr lang="en-US" altLang="zh-CN" dirty="0"/>
              <a:t> AS</a:t>
            </a:r>
            <a:r>
              <a:rPr lang="en-US" altLang="zh-CN" baseline="-25000" dirty="0"/>
              <a:t>6</a:t>
            </a:r>
            <a:r>
              <a:rPr lang="en-US" altLang="zh-CN" dirty="0"/>
              <a:t>]</a:t>
            </a:r>
            <a:endParaRPr lang="zh-CN" altLang="en-US" dirty="0"/>
          </a:p>
        </p:txBody>
      </p:sp>
      <p:grpSp>
        <p:nvGrpSpPr>
          <p:cNvPr id="173" name="组合 214">
            <a:extLst>
              <a:ext uri="{FF2B5EF4-FFF2-40B4-BE49-F238E27FC236}">
                <a16:creationId xmlns:a16="http://schemas.microsoft.com/office/drawing/2014/main" id="{D6B726CA-E070-F16B-4048-2DB96D4F0E09}"/>
              </a:ext>
            </a:extLst>
          </p:cNvPr>
          <p:cNvGrpSpPr>
            <a:grpSpLocks/>
          </p:cNvGrpSpPr>
          <p:nvPr/>
        </p:nvGrpSpPr>
        <p:grpSpPr bwMode="auto">
          <a:xfrm>
            <a:off x="3809724" y="2286693"/>
            <a:ext cx="561975" cy="73025"/>
            <a:chOff x="6732241" y="2663758"/>
            <a:chExt cx="562040" cy="72008"/>
          </a:xfrm>
        </p:grpSpPr>
        <p:cxnSp>
          <p:nvCxnSpPr>
            <p:cNvPr id="174" name="直接箭头连接符 329">
              <a:extLst>
                <a:ext uri="{FF2B5EF4-FFF2-40B4-BE49-F238E27FC236}">
                  <a16:creationId xmlns:a16="http://schemas.microsoft.com/office/drawing/2014/main" id="{EF42838B-3B00-E36C-799B-E46E5C8DBA7A}"/>
                </a:ext>
              </a:extLst>
            </p:cNvPr>
            <p:cNvCxnSpPr>
              <a:cxnSpLocks noChangeShapeType="1"/>
            </p:cNvCxnSpPr>
            <p:nvPr/>
          </p:nvCxnSpPr>
          <p:spPr bwMode="auto">
            <a:xfrm flipH="1">
              <a:off x="6732241" y="2708920"/>
              <a:ext cx="288031" cy="0"/>
            </a:xfrm>
            <a:prstGeom prst="straightConnector1">
              <a:avLst/>
            </a:prstGeom>
            <a:noFill/>
            <a:ln w="9525" algn="ctr">
              <a:solidFill>
                <a:srgbClr val="000000"/>
              </a:solidFill>
              <a:round/>
              <a:headEnd/>
              <a:tailEnd type="triangle" w="sm" len="med"/>
            </a:ln>
            <a:extLst>
              <a:ext uri="{909E8E84-426E-40DD-AFC4-6F175D3DCCD1}">
                <a14:hiddenFill xmlns:a14="http://schemas.microsoft.com/office/drawing/2010/main">
                  <a:noFill/>
                </a14:hiddenFill>
              </a:ext>
            </a:extLst>
          </p:spPr>
        </p:cxnSp>
        <p:sp>
          <p:nvSpPr>
            <p:cNvPr id="175" name="矩形 174">
              <a:extLst>
                <a:ext uri="{FF2B5EF4-FFF2-40B4-BE49-F238E27FC236}">
                  <a16:creationId xmlns:a16="http://schemas.microsoft.com/office/drawing/2014/main" id="{C640D7AA-1930-33D1-4DE8-0E3DE127AFF0}"/>
                </a:ext>
              </a:extLst>
            </p:cNvPr>
            <p:cNvSpPr/>
            <p:nvPr/>
          </p:nvSpPr>
          <p:spPr bwMode="auto">
            <a:xfrm>
              <a:off x="6933877" y="2663758"/>
              <a:ext cx="360404" cy="72008"/>
            </a:xfrm>
            <a:prstGeom prst="rect">
              <a:avLst/>
            </a:prstGeom>
            <a:solidFill>
              <a:srgbClr val="FFC000"/>
            </a:solidFill>
            <a:ln w="9525" cap="flat" cmpd="sng" algn="ctr">
              <a:solidFill>
                <a:srgbClr val="000000"/>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176" name="对话气泡: 圆角矩形 175">
            <a:extLst>
              <a:ext uri="{FF2B5EF4-FFF2-40B4-BE49-F238E27FC236}">
                <a16:creationId xmlns:a16="http://schemas.microsoft.com/office/drawing/2014/main" id="{A2B609B9-C4AE-8524-2FD8-BFC1477C8AE1}"/>
              </a:ext>
            </a:extLst>
          </p:cNvPr>
          <p:cNvSpPr/>
          <p:nvPr/>
        </p:nvSpPr>
        <p:spPr>
          <a:xfrm>
            <a:off x="4635971" y="2444700"/>
            <a:ext cx="967206" cy="327548"/>
          </a:xfrm>
          <a:prstGeom prst="wedgeRoundRectCallout">
            <a:avLst>
              <a:gd name="adj1" fmla="val -80317"/>
              <a:gd name="adj2" fmla="val -88311"/>
              <a:gd name="adj3" fmla="val 16667"/>
            </a:avLst>
          </a:prstGeom>
        </p:spPr>
        <p:style>
          <a:lnRef idx="1">
            <a:schemeClr val="accent6"/>
          </a:lnRef>
          <a:fillRef idx="2">
            <a:schemeClr val="accent6"/>
          </a:fillRef>
          <a:effectRef idx="1">
            <a:schemeClr val="accent6"/>
          </a:effectRef>
          <a:fontRef idx="minor">
            <a:schemeClr val="dk1"/>
          </a:fontRef>
        </p:style>
        <p:txBody>
          <a:bodyPr tIns="36000" rtlCol="0" anchor="ctr"/>
          <a:lstStyle/>
          <a:p>
            <a:pPr algn="ctr"/>
            <a:r>
              <a:rPr lang="en-US" altLang="zh-CN" dirty="0"/>
              <a:t>[AS</a:t>
            </a:r>
            <a:r>
              <a:rPr lang="en-US" altLang="zh-CN" baseline="-25000" dirty="0"/>
              <a:t>3</a:t>
            </a:r>
            <a:r>
              <a:rPr lang="en-US" altLang="zh-CN" dirty="0"/>
              <a:t> AS</a:t>
            </a:r>
            <a:r>
              <a:rPr lang="en-US" altLang="zh-CN" baseline="-25000" dirty="0"/>
              <a:t>6</a:t>
            </a:r>
            <a:r>
              <a:rPr lang="en-US" altLang="zh-CN" dirty="0"/>
              <a:t>]</a:t>
            </a:r>
            <a:endParaRPr lang="zh-CN" altLang="en-US" dirty="0"/>
          </a:p>
        </p:txBody>
      </p:sp>
      <p:sp>
        <p:nvSpPr>
          <p:cNvPr id="2" name="任意多边形: 形状 1">
            <a:extLst>
              <a:ext uri="{FF2B5EF4-FFF2-40B4-BE49-F238E27FC236}">
                <a16:creationId xmlns:a16="http://schemas.microsoft.com/office/drawing/2014/main" id="{0306755C-7445-0693-C838-057F44C5CC53}"/>
              </a:ext>
            </a:extLst>
          </p:cNvPr>
          <p:cNvSpPr/>
          <p:nvPr/>
        </p:nvSpPr>
        <p:spPr>
          <a:xfrm>
            <a:off x="2543503" y="1608045"/>
            <a:ext cx="3074276" cy="494024"/>
          </a:xfrm>
          <a:custGeom>
            <a:avLst/>
            <a:gdLst>
              <a:gd name="connsiteX0" fmla="*/ 0 w 3074276"/>
              <a:gd name="connsiteY0" fmla="*/ 494024 h 494024"/>
              <a:gd name="connsiteX1" fmla="*/ 1597573 w 3074276"/>
              <a:gd name="connsiteY1" fmla="*/ 38 h 494024"/>
              <a:gd name="connsiteX2" fmla="*/ 3074276 w 3074276"/>
              <a:gd name="connsiteY2" fmla="*/ 473003 h 494024"/>
            </a:gdLst>
            <a:ahLst/>
            <a:cxnLst>
              <a:cxn ang="0">
                <a:pos x="connsiteX0" y="connsiteY0"/>
              </a:cxn>
              <a:cxn ang="0">
                <a:pos x="connsiteX1" y="connsiteY1"/>
              </a:cxn>
              <a:cxn ang="0">
                <a:pos x="connsiteX2" y="connsiteY2"/>
              </a:cxn>
            </a:cxnLst>
            <a:rect l="l" t="t" r="r" b="b"/>
            <a:pathLst>
              <a:path w="3074276" h="494024">
                <a:moveTo>
                  <a:pt x="0" y="494024"/>
                </a:moveTo>
                <a:cubicBezTo>
                  <a:pt x="542597" y="248783"/>
                  <a:pt x="1085194" y="3542"/>
                  <a:pt x="1597573" y="38"/>
                </a:cubicBezTo>
                <a:cubicBezTo>
                  <a:pt x="2109952" y="-3466"/>
                  <a:pt x="2592114" y="234768"/>
                  <a:pt x="3074276" y="473003"/>
                </a:cubicBezTo>
              </a:path>
            </a:pathLst>
          </a:cu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solidFill>
                <a:schemeClr val="tx1"/>
              </a:solidFill>
            </a:endParaRPr>
          </a:p>
        </p:txBody>
      </p:sp>
      <p:cxnSp>
        <p:nvCxnSpPr>
          <p:cNvPr id="12" name="直接箭头连接符 11">
            <a:extLst>
              <a:ext uri="{FF2B5EF4-FFF2-40B4-BE49-F238E27FC236}">
                <a16:creationId xmlns:a16="http://schemas.microsoft.com/office/drawing/2014/main" id="{EFF9C08B-5880-A713-C75F-41A6C92C746A}"/>
              </a:ext>
            </a:extLst>
          </p:cNvPr>
          <p:cNvCxnSpPr>
            <a:cxnSpLocks/>
            <a:stCxn id="82" idx="3"/>
            <a:endCxn id="79" idx="2"/>
          </p:cNvCxnSpPr>
          <p:nvPr/>
        </p:nvCxnSpPr>
        <p:spPr>
          <a:xfrm flipV="1">
            <a:off x="2597569" y="2204824"/>
            <a:ext cx="2913437" cy="1669"/>
          </a:xfrm>
          <a:prstGeom prst="straightConnector1">
            <a:avLst/>
          </a:pr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cxnSp>
    </p:spTree>
    <p:extLst>
      <p:ext uri="{BB962C8B-B14F-4D97-AF65-F5344CB8AC3E}">
        <p14:creationId xmlns:p14="http://schemas.microsoft.com/office/powerpoint/2010/main" val="4285845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173"/>
                                        </p:tgtEl>
                                        <p:attrNameLst>
                                          <p:attrName>style.visibility</p:attrName>
                                        </p:attrNameLst>
                                      </p:cBhvr>
                                      <p:to>
                                        <p:strVal val="visible"/>
                                      </p:to>
                                    </p:set>
                                    <p:animEffect transition="in" filter="wipe(right)">
                                      <p:cBhvr>
                                        <p:cTn id="7" dur="500"/>
                                        <p:tgtEl>
                                          <p:spTgt spid="173"/>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176"/>
                                        </p:tgtEl>
                                        <p:attrNameLst>
                                          <p:attrName>style.visibility</p:attrName>
                                        </p:attrNameLst>
                                      </p:cBhvr>
                                      <p:to>
                                        <p:strVal val="visible"/>
                                      </p:to>
                                    </p:set>
                                    <p:anim calcmode="lin" valueType="num">
                                      <p:cBhvr>
                                        <p:cTn id="11" dur="500" fill="hold"/>
                                        <p:tgtEl>
                                          <p:spTgt spid="176"/>
                                        </p:tgtEl>
                                        <p:attrNameLst>
                                          <p:attrName>ppt_w</p:attrName>
                                        </p:attrNameLst>
                                      </p:cBhvr>
                                      <p:tavLst>
                                        <p:tav tm="0">
                                          <p:val>
                                            <p:fltVal val="0"/>
                                          </p:val>
                                        </p:tav>
                                        <p:tav tm="100000">
                                          <p:val>
                                            <p:strVal val="#ppt_w"/>
                                          </p:val>
                                        </p:tav>
                                      </p:tavLst>
                                    </p:anim>
                                    <p:anim calcmode="lin" valueType="num">
                                      <p:cBhvr>
                                        <p:cTn id="12" dur="500" fill="hold"/>
                                        <p:tgtEl>
                                          <p:spTgt spid="176"/>
                                        </p:tgtEl>
                                        <p:attrNameLst>
                                          <p:attrName>ppt_h</p:attrName>
                                        </p:attrNameLst>
                                      </p:cBhvr>
                                      <p:tavLst>
                                        <p:tav tm="0">
                                          <p:val>
                                            <p:fltVal val="0"/>
                                          </p:val>
                                        </p:tav>
                                        <p:tav tm="100000">
                                          <p:val>
                                            <p:strVal val="#ppt_h"/>
                                          </p:val>
                                        </p:tav>
                                      </p:tavLst>
                                    </p:anim>
                                    <p:animEffect transition="in" filter="fade">
                                      <p:cBhvr>
                                        <p:cTn id="13" dur="500"/>
                                        <p:tgtEl>
                                          <p:spTgt spid="176"/>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nodeType="click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wipe(left)">
                                      <p:cBhvr>
                                        <p:cTn id="18" dur="1000"/>
                                        <p:tgtEl>
                                          <p:spTgt spid="12"/>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left)">
                                      <p:cBhvr>
                                        <p:cTn id="21"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6" grpId="0" animBg="1"/>
      <p:bldP spid="2" grpId="0" animBg="1"/>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4. BGP </a:t>
            </a:r>
            <a:r>
              <a:rPr lang="zh-CN" altLang="en-US" sz="2000" b="1" dirty="0">
                <a:solidFill>
                  <a:schemeClr val="bg1"/>
                </a:solidFill>
                <a:latin typeface="微软雅黑" pitchFamily="34" charset="-122"/>
                <a:ea typeface="微软雅黑" pitchFamily="34" charset="-122"/>
              </a:rPr>
              <a:t>的路由选择</a:t>
            </a:r>
          </a:p>
        </p:txBody>
      </p:sp>
      <p:graphicFrame>
        <p:nvGraphicFramePr>
          <p:cNvPr id="2" name="图示 1"/>
          <p:cNvGraphicFramePr/>
          <p:nvPr>
            <p:extLst>
              <p:ext uri="{D42A27DB-BD31-4B8C-83A1-F6EECF244321}">
                <p14:modId xmlns:p14="http://schemas.microsoft.com/office/powerpoint/2010/main" val="3334360837"/>
              </p:ext>
            </p:extLst>
          </p:nvPr>
        </p:nvGraphicFramePr>
        <p:xfrm>
          <a:off x="1228436" y="1145306"/>
          <a:ext cx="6862618" cy="326967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6" name="矩形: 圆角 5">
            <a:extLst>
              <a:ext uri="{FF2B5EF4-FFF2-40B4-BE49-F238E27FC236}">
                <a16:creationId xmlns:a16="http://schemas.microsoft.com/office/drawing/2014/main" id="{0C7847B6-5170-3712-79FE-E86B5AE09C91}"/>
              </a:ext>
            </a:extLst>
          </p:cNvPr>
          <p:cNvSpPr/>
          <p:nvPr/>
        </p:nvSpPr>
        <p:spPr>
          <a:xfrm>
            <a:off x="1886607" y="1145306"/>
            <a:ext cx="6204447" cy="604666"/>
          </a:xfrm>
          <a:prstGeom prst="round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40014692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4" name="圆角矩形 161">
            <a:extLst>
              <a:ext uri="{FF2B5EF4-FFF2-40B4-BE49-F238E27FC236}">
                <a16:creationId xmlns:a16="http://schemas.microsoft.com/office/drawing/2014/main" id="{3890B2CF-1AC8-BF5B-DF76-EE01E3B98423}"/>
              </a:ext>
            </a:extLst>
          </p:cNvPr>
          <p:cNvSpPr/>
          <p:nvPr/>
        </p:nvSpPr>
        <p:spPr>
          <a:xfrm>
            <a:off x="545145" y="1052857"/>
            <a:ext cx="8053712" cy="253117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4" name="Line 154">
            <a:extLst>
              <a:ext uri="{FF2B5EF4-FFF2-40B4-BE49-F238E27FC236}">
                <a16:creationId xmlns:a16="http://schemas.microsoft.com/office/drawing/2014/main" id="{02757BED-FA5C-F5BB-67C7-83EE34C43395}"/>
              </a:ext>
            </a:extLst>
          </p:cNvPr>
          <p:cNvSpPr>
            <a:spLocks noChangeShapeType="1"/>
          </p:cNvSpPr>
          <p:nvPr/>
        </p:nvSpPr>
        <p:spPr bwMode="auto">
          <a:xfrm flipV="1">
            <a:off x="3392032" y="2775338"/>
            <a:ext cx="1592263" cy="714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5" name="Line 154">
            <a:extLst>
              <a:ext uri="{FF2B5EF4-FFF2-40B4-BE49-F238E27FC236}">
                <a16:creationId xmlns:a16="http://schemas.microsoft.com/office/drawing/2014/main" id="{1EE43AEF-4A14-047B-3A16-D8B94027499E}"/>
              </a:ext>
            </a:extLst>
          </p:cNvPr>
          <p:cNvSpPr>
            <a:spLocks noChangeShapeType="1"/>
          </p:cNvSpPr>
          <p:nvPr/>
        </p:nvSpPr>
        <p:spPr bwMode="auto">
          <a:xfrm flipV="1">
            <a:off x="3376157" y="1906975"/>
            <a:ext cx="1457325"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6" name="Line 154">
            <a:extLst>
              <a:ext uri="{FF2B5EF4-FFF2-40B4-BE49-F238E27FC236}">
                <a16:creationId xmlns:a16="http://schemas.microsoft.com/office/drawing/2014/main" id="{A28FAC92-550D-E36D-7EEC-D030CB933C4B}"/>
              </a:ext>
            </a:extLst>
          </p:cNvPr>
          <p:cNvSpPr>
            <a:spLocks noChangeShapeType="1"/>
          </p:cNvSpPr>
          <p:nvPr/>
        </p:nvSpPr>
        <p:spPr bwMode="auto">
          <a:xfrm flipV="1">
            <a:off x="5306557" y="2411800"/>
            <a:ext cx="950913" cy="358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7" name="Line 154">
            <a:extLst>
              <a:ext uri="{FF2B5EF4-FFF2-40B4-BE49-F238E27FC236}">
                <a16:creationId xmlns:a16="http://schemas.microsoft.com/office/drawing/2014/main" id="{4373698D-172B-57FB-2770-F938CE3A498D}"/>
              </a:ext>
            </a:extLst>
          </p:cNvPr>
          <p:cNvSpPr>
            <a:spLocks noChangeShapeType="1"/>
          </p:cNvSpPr>
          <p:nvPr/>
        </p:nvSpPr>
        <p:spPr bwMode="auto">
          <a:xfrm>
            <a:off x="5104945" y="1980000"/>
            <a:ext cx="1079500" cy="287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431" name="Group 206">
            <a:extLst>
              <a:ext uri="{FF2B5EF4-FFF2-40B4-BE49-F238E27FC236}">
                <a16:creationId xmlns:a16="http://schemas.microsoft.com/office/drawing/2014/main" id="{E01C7B09-242B-D0C1-8D29-97F812AAC95F}"/>
              </a:ext>
            </a:extLst>
          </p:cNvPr>
          <p:cNvGrpSpPr>
            <a:grpSpLocks/>
          </p:cNvGrpSpPr>
          <p:nvPr/>
        </p:nvGrpSpPr>
        <p:grpSpPr bwMode="auto">
          <a:xfrm>
            <a:off x="4886129" y="2411800"/>
            <a:ext cx="920893" cy="631357"/>
            <a:chOff x="912" y="768"/>
            <a:chExt cx="2400" cy="1584"/>
          </a:xfrm>
        </p:grpSpPr>
        <p:sp>
          <p:nvSpPr>
            <p:cNvPr id="432" name="Oval 207">
              <a:extLst>
                <a:ext uri="{FF2B5EF4-FFF2-40B4-BE49-F238E27FC236}">
                  <a16:creationId xmlns:a16="http://schemas.microsoft.com/office/drawing/2014/main" id="{2C3C5677-F7B8-2A85-1F82-21AE9B0734D9}"/>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33" name="Oval 208">
              <a:extLst>
                <a:ext uri="{FF2B5EF4-FFF2-40B4-BE49-F238E27FC236}">
                  <a16:creationId xmlns:a16="http://schemas.microsoft.com/office/drawing/2014/main" id="{24114A72-22C2-636C-CDF5-0344F6A82AB3}"/>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34" name="Oval 209">
              <a:extLst>
                <a:ext uri="{FF2B5EF4-FFF2-40B4-BE49-F238E27FC236}">
                  <a16:creationId xmlns:a16="http://schemas.microsoft.com/office/drawing/2014/main" id="{37311F06-59CC-58BF-F620-FF7F828B6FCA}"/>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35" name="Oval 210">
              <a:extLst>
                <a:ext uri="{FF2B5EF4-FFF2-40B4-BE49-F238E27FC236}">
                  <a16:creationId xmlns:a16="http://schemas.microsoft.com/office/drawing/2014/main" id="{478EC24E-38BA-B33B-AF42-A4F7522D438C}"/>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36" name="Oval 211">
              <a:extLst>
                <a:ext uri="{FF2B5EF4-FFF2-40B4-BE49-F238E27FC236}">
                  <a16:creationId xmlns:a16="http://schemas.microsoft.com/office/drawing/2014/main" id="{4278F938-8FB5-5CE8-67B3-BD18C16D1531}"/>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37" name="Oval 212">
              <a:extLst>
                <a:ext uri="{FF2B5EF4-FFF2-40B4-BE49-F238E27FC236}">
                  <a16:creationId xmlns:a16="http://schemas.microsoft.com/office/drawing/2014/main" id="{0D22F37F-1EB9-661F-8DDE-30DEA93E4443}"/>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38" name="Oval 213">
              <a:extLst>
                <a:ext uri="{FF2B5EF4-FFF2-40B4-BE49-F238E27FC236}">
                  <a16:creationId xmlns:a16="http://schemas.microsoft.com/office/drawing/2014/main" id="{462B3860-FF4A-F6FE-711B-7159643DAE9E}"/>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39" name="Oval 214">
              <a:extLst>
                <a:ext uri="{FF2B5EF4-FFF2-40B4-BE49-F238E27FC236}">
                  <a16:creationId xmlns:a16="http://schemas.microsoft.com/office/drawing/2014/main" id="{60D1ED50-A216-D3A6-506F-DEE836DF6F44}"/>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40" name="Oval 215">
              <a:extLst>
                <a:ext uri="{FF2B5EF4-FFF2-40B4-BE49-F238E27FC236}">
                  <a16:creationId xmlns:a16="http://schemas.microsoft.com/office/drawing/2014/main" id="{FFA8E768-B05F-CADF-1E01-2105F110C128}"/>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441" name="Group 216">
              <a:extLst>
                <a:ext uri="{FF2B5EF4-FFF2-40B4-BE49-F238E27FC236}">
                  <a16:creationId xmlns:a16="http://schemas.microsoft.com/office/drawing/2014/main" id="{DDF6A381-1A89-496D-51C5-A0FE2E638A35}"/>
                </a:ext>
              </a:extLst>
            </p:cNvPr>
            <p:cNvGrpSpPr>
              <a:grpSpLocks/>
            </p:cNvGrpSpPr>
            <p:nvPr/>
          </p:nvGrpSpPr>
          <p:grpSpPr bwMode="auto">
            <a:xfrm>
              <a:off x="912" y="768"/>
              <a:ext cx="2386" cy="1553"/>
              <a:chOff x="912" y="768"/>
              <a:chExt cx="2386" cy="1553"/>
            </a:xfrm>
          </p:grpSpPr>
          <p:sp>
            <p:nvSpPr>
              <p:cNvPr id="442" name="Oval 217">
                <a:extLst>
                  <a:ext uri="{FF2B5EF4-FFF2-40B4-BE49-F238E27FC236}">
                    <a16:creationId xmlns:a16="http://schemas.microsoft.com/office/drawing/2014/main" id="{18FD6779-D44B-DDBF-951C-E13A9574767B}"/>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43" name="Oval 218">
                <a:extLst>
                  <a:ext uri="{FF2B5EF4-FFF2-40B4-BE49-F238E27FC236}">
                    <a16:creationId xmlns:a16="http://schemas.microsoft.com/office/drawing/2014/main" id="{BC06CF19-B43C-BBEA-A2EB-48769D1A84B8}"/>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44" name="Oval 219">
                <a:extLst>
                  <a:ext uri="{FF2B5EF4-FFF2-40B4-BE49-F238E27FC236}">
                    <a16:creationId xmlns:a16="http://schemas.microsoft.com/office/drawing/2014/main" id="{0BC1998B-5589-D86A-1960-5CCCD60F0241}"/>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45" name="Oval 220">
                <a:extLst>
                  <a:ext uri="{FF2B5EF4-FFF2-40B4-BE49-F238E27FC236}">
                    <a16:creationId xmlns:a16="http://schemas.microsoft.com/office/drawing/2014/main" id="{0287C269-47D0-FFA8-E088-87A8680163AB}"/>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46" name="Oval 221">
                <a:extLst>
                  <a:ext uri="{FF2B5EF4-FFF2-40B4-BE49-F238E27FC236}">
                    <a16:creationId xmlns:a16="http://schemas.microsoft.com/office/drawing/2014/main" id="{893EA88A-68CA-40AF-A3E4-3E7D1538EFF9}"/>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47" name="Oval 222">
                <a:extLst>
                  <a:ext uri="{FF2B5EF4-FFF2-40B4-BE49-F238E27FC236}">
                    <a16:creationId xmlns:a16="http://schemas.microsoft.com/office/drawing/2014/main" id="{92D6C982-57F3-AC27-C0B7-53018AB518FC}"/>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48" name="Oval 223">
                <a:extLst>
                  <a:ext uri="{FF2B5EF4-FFF2-40B4-BE49-F238E27FC236}">
                    <a16:creationId xmlns:a16="http://schemas.microsoft.com/office/drawing/2014/main" id="{4038D51B-6DB8-0F7B-827D-160830DFD4DD}"/>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49" name="Oval 224">
                <a:extLst>
                  <a:ext uri="{FF2B5EF4-FFF2-40B4-BE49-F238E27FC236}">
                    <a16:creationId xmlns:a16="http://schemas.microsoft.com/office/drawing/2014/main" id="{1E84472D-F354-C872-4B41-FBDD0688E52A}"/>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0" name="Oval 225">
                <a:extLst>
                  <a:ext uri="{FF2B5EF4-FFF2-40B4-BE49-F238E27FC236}">
                    <a16:creationId xmlns:a16="http://schemas.microsoft.com/office/drawing/2014/main" id="{0B2F080E-D59A-FE04-128E-BBCCBCE8E47E}"/>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grpSp>
        <p:nvGrpSpPr>
          <p:cNvPr id="451" name="Group 206">
            <a:extLst>
              <a:ext uri="{FF2B5EF4-FFF2-40B4-BE49-F238E27FC236}">
                <a16:creationId xmlns:a16="http://schemas.microsoft.com/office/drawing/2014/main" id="{29BC3544-409F-3CAA-1612-7CA23A8A4EF1}"/>
              </a:ext>
            </a:extLst>
          </p:cNvPr>
          <p:cNvGrpSpPr>
            <a:grpSpLocks/>
          </p:cNvGrpSpPr>
          <p:nvPr/>
        </p:nvGrpSpPr>
        <p:grpSpPr bwMode="auto">
          <a:xfrm>
            <a:off x="4765568" y="1591546"/>
            <a:ext cx="989370" cy="631357"/>
            <a:chOff x="912" y="768"/>
            <a:chExt cx="2400" cy="1584"/>
          </a:xfrm>
        </p:grpSpPr>
        <p:sp>
          <p:nvSpPr>
            <p:cNvPr id="452" name="Oval 207">
              <a:extLst>
                <a:ext uri="{FF2B5EF4-FFF2-40B4-BE49-F238E27FC236}">
                  <a16:creationId xmlns:a16="http://schemas.microsoft.com/office/drawing/2014/main" id="{F6986027-A6B0-7B09-F231-BC3946B1F8ED}"/>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3" name="Oval 208">
              <a:extLst>
                <a:ext uri="{FF2B5EF4-FFF2-40B4-BE49-F238E27FC236}">
                  <a16:creationId xmlns:a16="http://schemas.microsoft.com/office/drawing/2014/main" id="{B3078283-C684-368E-93E6-7D16977FF418}"/>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4" name="Oval 209">
              <a:extLst>
                <a:ext uri="{FF2B5EF4-FFF2-40B4-BE49-F238E27FC236}">
                  <a16:creationId xmlns:a16="http://schemas.microsoft.com/office/drawing/2014/main" id="{4FDA0127-2D43-5703-0849-22974E3C2C14}"/>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5" name="Oval 210">
              <a:extLst>
                <a:ext uri="{FF2B5EF4-FFF2-40B4-BE49-F238E27FC236}">
                  <a16:creationId xmlns:a16="http://schemas.microsoft.com/office/drawing/2014/main" id="{1FE77FF6-A87C-D7C4-5E3D-436A9CB935AE}"/>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6" name="Oval 211">
              <a:extLst>
                <a:ext uri="{FF2B5EF4-FFF2-40B4-BE49-F238E27FC236}">
                  <a16:creationId xmlns:a16="http://schemas.microsoft.com/office/drawing/2014/main" id="{78C9A3DB-2AEA-8EA3-B061-3FB4E85C2105}"/>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7" name="Oval 212">
              <a:extLst>
                <a:ext uri="{FF2B5EF4-FFF2-40B4-BE49-F238E27FC236}">
                  <a16:creationId xmlns:a16="http://schemas.microsoft.com/office/drawing/2014/main" id="{95B01779-35DD-00EE-95A5-068B7252018B}"/>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8" name="Oval 213">
              <a:extLst>
                <a:ext uri="{FF2B5EF4-FFF2-40B4-BE49-F238E27FC236}">
                  <a16:creationId xmlns:a16="http://schemas.microsoft.com/office/drawing/2014/main" id="{3FAF7FF7-13E3-935C-5593-AC54B80B4572}"/>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9" name="Oval 214">
              <a:extLst>
                <a:ext uri="{FF2B5EF4-FFF2-40B4-BE49-F238E27FC236}">
                  <a16:creationId xmlns:a16="http://schemas.microsoft.com/office/drawing/2014/main" id="{17587B8A-FF5B-C76C-ACD2-A32C80D1C6D8}"/>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60" name="Oval 215">
              <a:extLst>
                <a:ext uri="{FF2B5EF4-FFF2-40B4-BE49-F238E27FC236}">
                  <a16:creationId xmlns:a16="http://schemas.microsoft.com/office/drawing/2014/main" id="{88BEC1BE-74E8-5F32-7502-D6E307B81E92}"/>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461" name="Group 216">
              <a:extLst>
                <a:ext uri="{FF2B5EF4-FFF2-40B4-BE49-F238E27FC236}">
                  <a16:creationId xmlns:a16="http://schemas.microsoft.com/office/drawing/2014/main" id="{FA197182-1B6E-6FB4-F50C-673C04D15841}"/>
                </a:ext>
              </a:extLst>
            </p:cNvPr>
            <p:cNvGrpSpPr>
              <a:grpSpLocks/>
            </p:cNvGrpSpPr>
            <p:nvPr/>
          </p:nvGrpSpPr>
          <p:grpSpPr bwMode="auto">
            <a:xfrm>
              <a:off x="912" y="768"/>
              <a:ext cx="2386" cy="1553"/>
              <a:chOff x="912" y="768"/>
              <a:chExt cx="2386" cy="1553"/>
            </a:xfrm>
          </p:grpSpPr>
          <p:sp>
            <p:nvSpPr>
              <p:cNvPr id="462" name="Oval 217">
                <a:extLst>
                  <a:ext uri="{FF2B5EF4-FFF2-40B4-BE49-F238E27FC236}">
                    <a16:creationId xmlns:a16="http://schemas.microsoft.com/office/drawing/2014/main" id="{60A633C9-BFD4-957F-29E8-BE6156EEDC8E}"/>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63" name="Oval 218">
                <a:extLst>
                  <a:ext uri="{FF2B5EF4-FFF2-40B4-BE49-F238E27FC236}">
                    <a16:creationId xmlns:a16="http://schemas.microsoft.com/office/drawing/2014/main" id="{F1014599-5C58-D4B5-3863-D2EFD7DC9109}"/>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64" name="Oval 219">
                <a:extLst>
                  <a:ext uri="{FF2B5EF4-FFF2-40B4-BE49-F238E27FC236}">
                    <a16:creationId xmlns:a16="http://schemas.microsoft.com/office/drawing/2014/main" id="{F1C8F4AA-8264-F780-6CD9-498492BE65BE}"/>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65" name="Oval 220">
                <a:extLst>
                  <a:ext uri="{FF2B5EF4-FFF2-40B4-BE49-F238E27FC236}">
                    <a16:creationId xmlns:a16="http://schemas.microsoft.com/office/drawing/2014/main" id="{E54F7043-F4E4-0E4D-331C-A2E283E78333}"/>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66" name="Oval 221">
                <a:extLst>
                  <a:ext uri="{FF2B5EF4-FFF2-40B4-BE49-F238E27FC236}">
                    <a16:creationId xmlns:a16="http://schemas.microsoft.com/office/drawing/2014/main" id="{968886B2-D537-5802-6FE4-F8DC42F63B99}"/>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67" name="Oval 222">
                <a:extLst>
                  <a:ext uri="{FF2B5EF4-FFF2-40B4-BE49-F238E27FC236}">
                    <a16:creationId xmlns:a16="http://schemas.microsoft.com/office/drawing/2014/main" id="{7B056037-F933-52C9-3F61-7A81E58BFF5D}"/>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68" name="Oval 223">
                <a:extLst>
                  <a:ext uri="{FF2B5EF4-FFF2-40B4-BE49-F238E27FC236}">
                    <a16:creationId xmlns:a16="http://schemas.microsoft.com/office/drawing/2014/main" id="{C747AE89-4637-47CA-D9E2-F39008DBD2AE}"/>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69" name="Oval 224">
                <a:extLst>
                  <a:ext uri="{FF2B5EF4-FFF2-40B4-BE49-F238E27FC236}">
                    <a16:creationId xmlns:a16="http://schemas.microsoft.com/office/drawing/2014/main" id="{BA7BBB2D-18D3-E36C-B46E-DEDFA6DB4E79}"/>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70" name="Oval 225">
                <a:extLst>
                  <a:ext uri="{FF2B5EF4-FFF2-40B4-BE49-F238E27FC236}">
                    <a16:creationId xmlns:a16="http://schemas.microsoft.com/office/drawing/2014/main" id="{CEB368CB-037E-86A1-0EE8-2695870F7F7E}"/>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grpSp>
        <p:nvGrpSpPr>
          <p:cNvPr id="471" name="Group 206">
            <a:extLst>
              <a:ext uri="{FF2B5EF4-FFF2-40B4-BE49-F238E27FC236}">
                <a16:creationId xmlns:a16="http://schemas.microsoft.com/office/drawing/2014/main" id="{F05B2F99-500B-EA5D-14A9-BB331554258F}"/>
              </a:ext>
            </a:extLst>
          </p:cNvPr>
          <p:cNvGrpSpPr>
            <a:grpSpLocks/>
          </p:cNvGrpSpPr>
          <p:nvPr/>
        </p:nvGrpSpPr>
        <p:grpSpPr bwMode="auto">
          <a:xfrm>
            <a:off x="5895520" y="1957776"/>
            <a:ext cx="1036052" cy="675180"/>
            <a:chOff x="912" y="768"/>
            <a:chExt cx="2400" cy="1584"/>
          </a:xfrm>
        </p:grpSpPr>
        <p:sp>
          <p:nvSpPr>
            <p:cNvPr id="472" name="Oval 207">
              <a:extLst>
                <a:ext uri="{FF2B5EF4-FFF2-40B4-BE49-F238E27FC236}">
                  <a16:creationId xmlns:a16="http://schemas.microsoft.com/office/drawing/2014/main" id="{BFEFEDAB-C182-3211-F985-6BAF9D07AF6D}"/>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73" name="Oval 208">
              <a:extLst>
                <a:ext uri="{FF2B5EF4-FFF2-40B4-BE49-F238E27FC236}">
                  <a16:creationId xmlns:a16="http://schemas.microsoft.com/office/drawing/2014/main" id="{C7C52AC0-0005-9790-1F1E-A85B69555E6B}"/>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74" name="Oval 209">
              <a:extLst>
                <a:ext uri="{FF2B5EF4-FFF2-40B4-BE49-F238E27FC236}">
                  <a16:creationId xmlns:a16="http://schemas.microsoft.com/office/drawing/2014/main" id="{802269D9-F9DC-E3BD-E456-9F6B08A7AC14}"/>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75" name="Oval 210">
              <a:extLst>
                <a:ext uri="{FF2B5EF4-FFF2-40B4-BE49-F238E27FC236}">
                  <a16:creationId xmlns:a16="http://schemas.microsoft.com/office/drawing/2014/main" id="{0727B076-A077-82A5-C010-4BABC9AF9D35}"/>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76" name="Oval 211">
              <a:extLst>
                <a:ext uri="{FF2B5EF4-FFF2-40B4-BE49-F238E27FC236}">
                  <a16:creationId xmlns:a16="http://schemas.microsoft.com/office/drawing/2014/main" id="{7453FB86-75F0-F3D2-3597-A017B25EF81B}"/>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77" name="Oval 212">
              <a:extLst>
                <a:ext uri="{FF2B5EF4-FFF2-40B4-BE49-F238E27FC236}">
                  <a16:creationId xmlns:a16="http://schemas.microsoft.com/office/drawing/2014/main" id="{899224D5-2CED-A9D5-0348-E57DA5D83492}"/>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78" name="Oval 213">
              <a:extLst>
                <a:ext uri="{FF2B5EF4-FFF2-40B4-BE49-F238E27FC236}">
                  <a16:creationId xmlns:a16="http://schemas.microsoft.com/office/drawing/2014/main" id="{BF999F75-809E-5C0B-3BA4-EBF3A754FFF0}"/>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79" name="Oval 214">
              <a:extLst>
                <a:ext uri="{FF2B5EF4-FFF2-40B4-BE49-F238E27FC236}">
                  <a16:creationId xmlns:a16="http://schemas.microsoft.com/office/drawing/2014/main" id="{729F816D-184F-F786-4229-2234BF7D1C75}"/>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80" name="Oval 215">
              <a:extLst>
                <a:ext uri="{FF2B5EF4-FFF2-40B4-BE49-F238E27FC236}">
                  <a16:creationId xmlns:a16="http://schemas.microsoft.com/office/drawing/2014/main" id="{1B9641CF-1098-6891-49D3-816EB9F1BA33}"/>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481" name="Group 216">
              <a:extLst>
                <a:ext uri="{FF2B5EF4-FFF2-40B4-BE49-F238E27FC236}">
                  <a16:creationId xmlns:a16="http://schemas.microsoft.com/office/drawing/2014/main" id="{64C18C42-1D72-3652-13E8-7519BD6F2E59}"/>
                </a:ext>
              </a:extLst>
            </p:cNvPr>
            <p:cNvGrpSpPr>
              <a:grpSpLocks/>
            </p:cNvGrpSpPr>
            <p:nvPr/>
          </p:nvGrpSpPr>
          <p:grpSpPr bwMode="auto">
            <a:xfrm>
              <a:off x="912" y="768"/>
              <a:ext cx="2386" cy="1553"/>
              <a:chOff x="912" y="768"/>
              <a:chExt cx="2386" cy="1553"/>
            </a:xfrm>
          </p:grpSpPr>
          <p:sp>
            <p:nvSpPr>
              <p:cNvPr id="482" name="Oval 217">
                <a:extLst>
                  <a:ext uri="{FF2B5EF4-FFF2-40B4-BE49-F238E27FC236}">
                    <a16:creationId xmlns:a16="http://schemas.microsoft.com/office/drawing/2014/main" id="{38CC5C45-156C-BBCF-A205-37AD9932E3DD}"/>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83" name="Oval 218">
                <a:extLst>
                  <a:ext uri="{FF2B5EF4-FFF2-40B4-BE49-F238E27FC236}">
                    <a16:creationId xmlns:a16="http://schemas.microsoft.com/office/drawing/2014/main" id="{EE045439-E7CD-43F2-F9FC-D891593B0DDB}"/>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84" name="Oval 219">
                <a:extLst>
                  <a:ext uri="{FF2B5EF4-FFF2-40B4-BE49-F238E27FC236}">
                    <a16:creationId xmlns:a16="http://schemas.microsoft.com/office/drawing/2014/main" id="{66EC2A5F-5EE3-2969-4BE0-21DEC0A50417}"/>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85" name="Oval 220">
                <a:extLst>
                  <a:ext uri="{FF2B5EF4-FFF2-40B4-BE49-F238E27FC236}">
                    <a16:creationId xmlns:a16="http://schemas.microsoft.com/office/drawing/2014/main" id="{FC3649BB-81FD-6771-4F09-9CFF336141B2}"/>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86" name="Oval 221">
                <a:extLst>
                  <a:ext uri="{FF2B5EF4-FFF2-40B4-BE49-F238E27FC236}">
                    <a16:creationId xmlns:a16="http://schemas.microsoft.com/office/drawing/2014/main" id="{A7BF1789-646D-5DA9-C5A1-8BAA88699906}"/>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87" name="Oval 222">
                <a:extLst>
                  <a:ext uri="{FF2B5EF4-FFF2-40B4-BE49-F238E27FC236}">
                    <a16:creationId xmlns:a16="http://schemas.microsoft.com/office/drawing/2014/main" id="{618C3380-293A-3B46-5D0E-9EE7F9E64AE5}"/>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88" name="Oval 223">
                <a:extLst>
                  <a:ext uri="{FF2B5EF4-FFF2-40B4-BE49-F238E27FC236}">
                    <a16:creationId xmlns:a16="http://schemas.microsoft.com/office/drawing/2014/main" id="{68055EB6-3B8B-E08C-937D-D7EC54568ABA}"/>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89" name="Oval 224">
                <a:extLst>
                  <a:ext uri="{FF2B5EF4-FFF2-40B4-BE49-F238E27FC236}">
                    <a16:creationId xmlns:a16="http://schemas.microsoft.com/office/drawing/2014/main" id="{12082FA1-1F31-2397-4498-F7E6B41D5C60}"/>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90" name="Oval 225">
                <a:extLst>
                  <a:ext uri="{FF2B5EF4-FFF2-40B4-BE49-F238E27FC236}">
                    <a16:creationId xmlns:a16="http://schemas.microsoft.com/office/drawing/2014/main" id="{E8E5AD17-A46B-25F7-6C51-5061AABAC226}"/>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grpSp>
        <p:nvGrpSpPr>
          <p:cNvPr id="412" name="Group 206">
            <a:extLst>
              <a:ext uri="{FF2B5EF4-FFF2-40B4-BE49-F238E27FC236}">
                <a16:creationId xmlns:a16="http://schemas.microsoft.com/office/drawing/2014/main" id="{69087AF3-1612-3444-CC72-F244ADA499A7}"/>
              </a:ext>
            </a:extLst>
          </p:cNvPr>
          <p:cNvGrpSpPr>
            <a:grpSpLocks/>
          </p:cNvGrpSpPr>
          <p:nvPr/>
        </p:nvGrpSpPr>
        <p:grpSpPr bwMode="auto">
          <a:xfrm>
            <a:off x="1785726" y="1591526"/>
            <a:ext cx="2036539" cy="1540999"/>
            <a:chOff x="912" y="768"/>
            <a:chExt cx="2400" cy="1584"/>
          </a:xfrm>
        </p:grpSpPr>
        <p:sp>
          <p:nvSpPr>
            <p:cNvPr id="413" name="Oval 207">
              <a:extLst>
                <a:ext uri="{FF2B5EF4-FFF2-40B4-BE49-F238E27FC236}">
                  <a16:creationId xmlns:a16="http://schemas.microsoft.com/office/drawing/2014/main" id="{9D09A04C-6807-7A0B-DD38-255C71291A85}"/>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14" name="Oval 208">
              <a:extLst>
                <a:ext uri="{FF2B5EF4-FFF2-40B4-BE49-F238E27FC236}">
                  <a16:creationId xmlns:a16="http://schemas.microsoft.com/office/drawing/2014/main" id="{2CC90755-A20E-70A7-C814-B2D6A3497905}"/>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15" name="Oval 209">
              <a:extLst>
                <a:ext uri="{FF2B5EF4-FFF2-40B4-BE49-F238E27FC236}">
                  <a16:creationId xmlns:a16="http://schemas.microsoft.com/office/drawing/2014/main" id="{0ACEBB40-82A6-778E-7B89-19A3145930AC}"/>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4" name="Oval 210">
              <a:extLst>
                <a:ext uri="{FF2B5EF4-FFF2-40B4-BE49-F238E27FC236}">
                  <a16:creationId xmlns:a16="http://schemas.microsoft.com/office/drawing/2014/main" id="{D0220F77-BB1A-3F6D-BB20-DC4CBB73ADAD}"/>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16" name="Oval 211">
              <a:extLst>
                <a:ext uri="{FF2B5EF4-FFF2-40B4-BE49-F238E27FC236}">
                  <a16:creationId xmlns:a16="http://schemas.microsoft.com/office/drawing/2014/main" id="{69FB3101-7898-A34E-FDA3-6FE6F57D6FE0}"/>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17" name="Oval 212">
              <a:extLst>
                <a:ext uri="{FF2B5EF4-FFF2-40B4-BE49-F238E27FC236}">
                  <a16:creationId xmlns:a16="http://schemas.microsoft.com/office/drawing/2014/main" id="{809CED66-BC85-3170-8C67-3545A1D7A1AF}"/>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18" name="Oval 213">
              <a:extLst>
                <a:ext uri="{FF2B5EF4-FFF2-40B4-BE49-F238E27FC236}">
                  <a16:creationId xmlns:a16="http://schemas.microsoft.com/office/drawing/2014/main" id="{12BA32A0-DCDA-005C-9A65-65C9B5339E7A}"/>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19" name="Oval 214">
              <a:extLst>
                <a:ext uri="{FF2B5EF4-FFF2-40B4-BE49-F238E27FC236}">
                  <a16:creationId xmlns:a16="http://schemas.microsoft.com/office/drawing/2014/main" id="{7B73FC8C-EE69-63FF-4FF0-D0BB6355191C}"/>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20" name="Oval 215">
              <a:extLst>
                <a:ext uri="{FF2B5EF4-FFF2-40B4-BE49-F238E27FC236}">
                  <a16:creationId xmlns:a16="http://schemas.microsoft.com/office/drawing/2014/main" id="{F535B671-FAAF-ECA3-145A-6A23BD112F25}"/>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421" name="Group 216">
              <a:extLst>
                <a:ext uri="{FF2B5EF4-FFF2-40B4-BE49-F238E27FC236}">
                  <a16:creationId xmlns:a16="http://schemas.microsoft.com/office/drawing/2014/main" id="{C580381B-36AC-393D-7502-9AC20940F025}"/>
                </a:ext>
              </a:extLst>
            </p:cNvPr>
            <p:cNvGrpSpPr>
              <a:grpSpLocks/>
            </p:cNvGrpSpPr>
            <p:nvPr/>
          </p:nvGrpSpPr>
          <p:grpSpPr bwMode="auto">
            <a:xfrm>
              <a:off x="912" y="768"/>
              <a:ext cx="2386" cy="1553"/>
              <a:chOff x="912" y="768"/>
              <a:chExt cx="2386" cy="1553"/>
            </a:xfrm>
          </p:grpSpPr>
          <p:sp>
            <p:nvSpPr>
              <p:cNvPr id="422" name="Oval 217">
                <a:extLst>
                  <a:ext uri="{FF2B5EF4-FFF2-40B4-BE49-F238E27FC236}">
                    <a16:creationId xmlns:a16="http://schemas.microsoft.com/office/drawing/2014/main" id="{F0A4D50A-C0EA-76DB-B658-FC87FF055004}"/>
                  </a:ext>
                </a:extLst>
              </p:cNvPr>
              <p:cNvSpPr>
                <a:spLocks noChangeArrowheads="1"/>
              </p:cNvSpPr>
              <p:nvPr/>
            </p:nvSpPr>
            <p:spPr bwMode="auto">
              <a:xfrm>
                <a:off x="1736" y="768"/>
                <a:ext cx="1027"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23" name="Oval 218">
                <a:extLst>
                  <a:ext uri="{FF2B5EF4-FFF2-40B4-BE49-F238E27FC236}">
                    <a16:creationId xmlns:a16="http://schemas.microsoft.com/office/drawing/2014/main" id="{30884E3D-4E48-CB09-3C19-276D06FEEED6}"/>
                  </a:ext>
                </a:extLst>
              </p:cNvPr>
              <p:cNvSpPr>
                <a:spLocks noChangeArrowheads="1"/>
              </p:cNvSpPr>
              <p:nvPr/>
            </p:nvSpPr>
            <p:spPr bwMode="auto">
              <a:xfrm>
                <a:off x="1158" y="941"/>
                <a:ext cx="781" cy="62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24" name="Oval 219">
                <a:extLst>
                  <a:ext uri="{FF2B5EF4-FFF2-40B4-BE49-F238E27FC236}">
                    <a16:creationId xmlns:a16="http://schemas.microsoft.com/office/drawing/2014/main" id="{ECCBB984-B04B-CD5B-4AD3-8A253BD93060}"/>
                  </a:ext>
                </a:extLst>
              </p:cNvPr>
              <p:cNvSpPr>
                <a:spLocks noChangeArrowheads="1"/>
              </p:cNvSpPr>
              <p:nvPr/>
            </p:nvSpPr>
            <p:spPr bwMode="auto">
              <a:xfrm>
                <a:off x="912" y="1333"/>
                <a:ext cx="520" cy="50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25" name="Oval 220">
                <a:extLst>
                  <a:ext uri="{FF2B5EF4-FFF2-40B4-BE49-F238E27FC236}">
                    <a16:creationId xmlns:a16="http://schemas.microsoft.com/office/drawing/2014/main" id="{B40D16B2-5DA8-EEED-CB34-63749A05F1E5}"/>
                  </a:ext>
                </a:extLst>
              </p:cNvPr>
              <p:cNvSpPr>
                <a:spLocks noChangeArrowheads="1"/>
              </p:cNvSpPr>
              <p:nvPr/>
            </p:nvSpPr>
            <p:spPr bwMode="auto">
              <a:xfrm>
                <a:off x="1071" y="1568"/>
                <a:ext cx="795" cy="5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26" name="Oval 221">
                <a:extLst>
                  <a:ext uri="{FF2B5EF4-FFF2-40B4-BE49-F238E27FC236}">
                    <a16:creationId xmlns:a16="http://schemas.microsoft.com/office/drawing/2014/main" id="{12C54473-B580-FEDB-2CB6-F13C083D5F07}"/>
                  </a:ext>
                </a:extLst>
              </p:cNvPr>
              <p:cNvSpPr>
                <a:spLocks noChangeArrowheads="1"/>
              </p:cNvSpPr>
              <p:nvPr/>
            </p:nvSpPr>
            <p:spPr bwMode="auto">
              <a:xfrm>
                <a:off x="1649" y="1662"/>
                <a:ext cx="1200" cy="65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27" name="Oval 222">
                <a:extLst>
                  <a:ext uri="{FF2B5EF4-FFF2-40B4-BE49-F238E27FC236}">
                    <a16:creationId xmlns:a16="http://schemas.microsoft.com/office/drawing/2014/main" id="{97DA3B09-2949-B60E-844A-3CFAD6EB2A1C}"/>
                  </a:ext>
                </a:extLst>
              </p:cNvPr>
              <p:cNvSpPr>
                <a:spLocks noChangeArrowheads="1"/>
              </p:cNvSpPr>
              <p:nvPr/>
            </p:nvSpPr>
            <p:spPr bwMode="auto">
              <a:xfrm>
                <a:off x="2430" y="95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28" name="Oval 223">
                <a:extLst>
                  <a:ext uri="{FF2B5EF4-FFF2-40B4-BE49-F238E27FC236}">
                    <a16:creationId xmlns:a16="http://schemas.microsoft.com/office/drawing/2014/main" id="{E9C46E05-7F8F-480A-2781-79CD95115BFA}"/>
                  </a:ext>
                </a:extLst>
              </p:cNvPr>
              <p:cNvSpPr>
                <a:spLocks noChangeArrowheads="1"/>
              </p:cNvSpPr>
              <p:nvPr/>
            </p:nvSpPr>
            <p:spPr bwMode="auto">
              <a:xfrm>
                <a:off x="2546" y="1286"/>
                <a:ext cx="752" cy="48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29" name="Oval 224">
                <a:extLst>
                  <a:ext uri="{FF2B5EF4-FFF2-40B4-BE49-F238E27FC236}">
                    <a16:creationId xmlns:a16="http://schemas.microsoft.com/office/drawing/2014/main" id="{235F77F8-7AB4-E7D3-B58C-DBB3FC411322}"/>
                  </a:ext>
                </a:extLst>
              </p:cNvPr>
              <p:cNvSpPr>
                <a:spLocks noChangeArrowheads="1"/>
              </p:cNvSpPr>
              <p:nvPr/>
            </p:nvSpPr>
            <p:spPr bwMode="auto">
              <a:xfrm>
                <a:off x="2473" y="1395"/>
                <a:ext cx="752"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30" name="Oval 225">
                <a:extLst>
                  <a:ext uri="{FF2B5EF4-FFF2-40B4-BE49-F238E27FC236}">
                    <a16:creationId xmlns:a16="http://schemas.microsoft.com/office/drawing/2014/main" id="{F3D2CCD4-7B97-6582-8AC9-A8D766574ECE}"/>
                  </a:ext>
                </a:extLst>
              </p:cNvPr>
              <p:cNvSpPr>
                <a:spLocks noChangeArrowheads="1"/>
              </p:cNvSpPr>
              <p:nvPr/>
            </p:nvSpPr>
            <p:spPr bwMode="auto">
              <a:xfrm>
                <a:off x="1346" y="1144"/>
                <a:ext cx="1547" cy="81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1"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优先选择偏好值高的 </a:t>
            </a: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路由</a:t>
            </a:r>
          </a:p>
        </p:txBody>
      </p:sp>
      <p:sp>
        <p:nvSpPr>
          <p:cNvPr id="313" name="Text Box 173">
            <a:extLst>
              <a:ext uri="{FF2B5EF4-FFF2-40B4-BE49-F238E27FC236}">
                <a16:creationId xmlns:a16="http://schemas.microsoft.com/office/drawing/2014/main" id="{67B8F319-49DA-0379-476F-24E29BA60036}"/>
              </a:ext>
            </a:extLst>
          </p:cNvPr>
          <p:cNvSpPr txBox="1">
            <a:spLocks noChangeArrowheads="1"/>
          </p:cNvSpPr>
          <p:nvPr/>
        </p:nvSpPr>
        <p:spPr bwMode="auto">
          <a:xfrm>
            <a:off x="2007732" y="2051438"/>
            <a:ext cx="5277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r>
              <a:rPr kumimoji="1" lang="en-US" altLang="zh-CN" sz="1600" b="0"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1</a:t>
            </a:r>
          </a:p>
        </p:txBody>
      </p:sp>
      <p:sp>
        <p:nvSpPr>
          <p:cNvPr id="315" name="Text Box 174">
            <a:extLst>
              <a:ext uri="{FF2B5EF4-FFF2-40B4-BE49-F238E27FC236}">
                <a16:creationId xmlns:a16="http://schemas.microsoft.com/office/drawing/2014/main" id="{1D1FEF75-D8B5-A05E-2AFB-70CADF1518DE}"/>
              </a:ext>
            </a:extLst>
          </p:cNvPr>
          <p:cNvSpPr txBox="1">
            <a:spLocks noChangeArrowheads="1"/>
          </p:cNvSpPr>
          <p:nvPr/>
        </p:nvSpPr>
        <p:spPr bwMode="auto">
          <a:xfrm>
            <a:off x="6184445" y="2124463"/>
            <a:ext cx="5277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AS</a:t>
            </a:r>
            <a:r>
              <a:rPr kumimoji="1" lang="en-US" altLang="zh-CN" sz="1600" b="0"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4</a:t>
            </a:r>
          </a:p>
        </p:txBody>
      </p:sp>
      <p:sp>
        <p:nvSpPr>
          <p:cNvPr id="393" name="Text Box 175">
            <a:extLst>
              <a:ext uri="{FF2B5EF4-FFF2-40B4-BE49-F238E27FC236}">
                <a16:creationId xmlns:a16="http://schemas.microsoft.com/office/drawing/2014/main" id="{90C896CF-6A4B-167F-5081-5A84E5CE82C2}"/>
              </a:ext>
            </a:extLst>
          </p:cNvPr>
          <p:cNvSpPr txBox="1">
            <a:spLocks noChangeArrowheads="1"/>
          </p:cNvSpPr>
          <p:nvPr/>
        </p:nvSpPr>
        <p:spPr bwMode="auto">
          <a:xfrm>
            <a:off x="5031920" y="1691075"/>
            <a:ext cx="5277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AS</a:t>
            </a:r>
            <a:r>
              <a:rPr kumimoji="1" lang="en-US" altLang="zh-CN" sz="1600" b="0"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2</a:t>
            </a:r>
          </a:p>
        </p:txBody>
      </p:sp>
      <p:pic>
        <p:nvPicPr>
          <p:cNvPr id="397" name="Picture 16">
            <a:extLst>
              <a:ext uri="{FF2B5EF4-FFF2-40B4-BE49-F238E27FC236}">
                <a16:creationId xmlns:a16="http://schemas.microsoft.com/office/drawing/2014/main" id="{96D8E943-0F77-34F9-C9C4-C1AD32643C5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60257" y="1835538"/>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98" name="Picture 16">
            <a:extLst>
              <a:ext uri="{FF2B5EF4-FFF2-40B4-BE49-F238E27FC236}">
                <a16:creationId xmlns:a16="http://schemas.microsoft.com/office/drawing/2014/main" id="{1A5DCC4F-4CCB-E7AE-C1DB-D8315D0CCF7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50732" y="2759463"/>
            <a:ext cx="29686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399" name="Line 154">
            <a:extLst>
              <a:ext uri="{FF2B5EF4-FFF2-40B4-BE49-F238E27FC236}">
                <a16:creationId xmlns:a16="http://schemas.microsoft.com/office/drawing/2014/main" id="{944178DA-CFAF-D763-F914-C642F80BF467}"/>
              </a:ext>
            </a:extLst>
          </p:cNvPr>
          <p:cNvSpPr>
            <a:spLocks noChangeShapeType="1"/>
          </p:cNvSpPr>
          <p:nvPr/>
        </p:nvSpPr>
        <p:spPr bwMode="auto">
          <a:xfrm flipH="1">
            <a:off x="3304720" y="1980000"/>
            <a:ext cx="0" cy="792163"/>
          </a:xfrm>
          <a:prstGeom prst="line">
            <a:avLst/>
          </a:prstGeom>
          <a:noFill/>
          <a:ln w="9525">
            <a:solidFill>
              <a:srgbClr val="000000"/>
            </a:solidFill>
            <a:prstDash val="dash"/>
            <a:round/>
            <a:headEnd type="triangle" w="sm" len="lg"/>
            <a:tailEnd type="triangle" w="sm" len="lg"/>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00" name="Text Box 173">
            <a:extLst>
              <a:ext uri="{FF2B5EF4-FFF2-40B4-BE49-F238E27FC236}">
                <a16:creationId xmlns:a16="http://schemas.microsoft.com/office/drawing/2014/main" id="{B7D45445-9A9C-01BF-6D6A-D080BFE445E1}"/>
              </a:ext>
            </a:extLst>
          </p:cNvPr>
          <p:cNvSpPr txBox="1">
            <a:spLocks noChangeArrowheads="1"/>
          </p:cNvSpPr>
          <p:nvPr/>
        </p:nvSpPr>
        <p:spPr bwMode="auto">
          <a:xfrm>
            <a:off x="2728457" y="2195900"/>
            <a:ext cx="63976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iBGP</a:t>
            </a:r>
            <a:endParaRPr kumimoji="1" lang="en-US" altLang="zh-CN" sz="1600" b="0"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03" name="Text Box 173">
            <a:extLst>
              <a:ext uri="{FF2B5EF4-FFF2-40B4-BE49-F238E27FC236}">
                <a16:creationId xmlns:a16="http://schemas.microsoft.com/office/drawing/2014/main" id="{3D6739A5-C635-C6F6-A881-7B47A5BF3673}"/>
              </a:ext>
            </a:extLst>
          </p:cNvPr>
          <p:cNvSpPr txBox="1">
            <a:spLocks noChangeArrowheads="1"/>
          </p:cNvSpPr>
          <p:nvPr/>
        </p:nvSpPr>
        <p:spPr bwMode="auto">
          <a:xfrm>
            <a:off x="2799895" y="1619638"/>
            <a:ext cx="3994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0"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1</a:t>
            </a:r>
          </a:p>
        </p:txBody>
      </p:sp>
      <p:sp>
        <p:nvSpPr>
          <p:cNvPr id="404" name="Text Box 173">
            <a:extLst>
              <a:ext uri="{FF2B5EF4-FFF2-40B4-BE49-F238E27FC236}">
                <a16:creationId xmlns:a16="http://schemas.microsoft.com/office/drawing/2014/main" id="{68419B5D-9454-E679-66EC-14B98F066917}"/>
              </a:ext>
            </a:extLst>
          </p:cNvPr>
          <p:cNvSpPr txBox="1">
            <a:spLocks noChangeArrowheads="1"/>
          </p:cNvSpPr>
          <p:nvPr/>
        </p:nvSpPr>
        <p:spPr bwMode="auto">
          <a:xfrm>
            <a:off x="2799895" y="2627700"/>
            <a:ext cx="3994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R</a:t>
            </a:r>
            <a:r>
              <a:rPr kumimoji="1" lang="en-US" altLang="zh-CN" sz="1600" b="0"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rPr>
              <a:t>2</a:t>
            </a:r>
          </a:p>
        </p:txBody>
      </p:sp>
      <p:sp>
        <p:nvSpPr>
          <p:cNvPr id="405" name="Text Box 173">
            <a:extLst>
              <a:ext uri="{FF2B5EF4-FFF2-40B4-BE49-F238E27FC236}">
                <a16:creationId xmlns:a16="http://schemas.microsoft.com/office/drawing/2014/main" id="{57EC0996-4A07-D8B4-355F-3EE801FB5B08}"/>
              </a:ext>
            </a:extLst>
          </p:cNvPr>
          <p:cNvSpPr txBox="1">
            <a:spLocks noChangeArrowheads="1"/>
          </p:cNvSpPr>
          <p:nvPr/>
        </p:nvSpPr>
        <p:spPr bwMode="auto">
          <a:xfrm>
            <a:off x="3674607" y="1892688"/>
            <a:ext cx="10064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高速链路</a:t>
            </a:r>
            <a:endParaRPr kumimoji="1" lang="en-US" altLang="zh-CN" sz="1600" b="0"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06" name="Text Box 173">
            <a:extLst>
              <a:ext uri="{FF2B5EF4-FFF2-40B4-BE49-F238E27FC236}">
                <a16:creationId xmlns:a16="http://schemas.microsoft.com/office/drawing/2014/main" id="{0CDBA2EE-43C0-30C4-40EA-85087B556651}"/>
              </a:ext>
            </a:extLst>
          </p:cNvPr>
          <p:cNvSpPr txBox="1">
            <a:spLocks noChangeArrowheads="1"/>
          </p:cNvSpPr>
          <p:nvPr/>
        </p:nvSpPr>
        <p:spPr bwMode="auto">
          <a:xfrm rot="21368070">
            <a:off x="3754611" y="2462474"/>
            <a:ext cx="10064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低速链路</a:t>
            </a:r>
            <a:endParaRPr kumimoji="1" lang="en-US" altLang="zh-CN" sz="1600" b="0" i="0" u="none" strike="noStrike" kern="0" cap="none" spc="0" normalizeH="0" baseline="-2500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499" name="组合 498">
            <a:extLst>
              <a:ext uri="{FF2B5EF4-FFF2-40B4-BE49-F238E27FC236}">
                <a16:creationId xmlns:a16="http://schemas.microsoft.com/office/drawing/2014/main" id="{446079DD-9AFF-A7B7-FBBF-00088E94EBDD}"/>
              </a:ext>
            </a:extLst>
          </p:cNvPr>
          <p:cNvGrpSpPr/>
          <p:nvPr/>
        </p:nvGrpSpPr>
        <p:grpSpPr>
          <a:xfrm>
            <a:off x="2080757" y="1187838"/>
            <a:ext cx="2143124" cy="617537"/>
            <a:chOff x="2080757" y="1187838"/>
            <a:chExt cx="2143124" cy="617537"/>
          </a:xfrm>
        </p:grpSpPr>
        <p:sp>
          <p:nvSpPr>
            <p:cNvPr id="395" name="TextBox 158">
              <a:extLst>
                <a:ext uri="{FF2B5EF4-FFF2-40B4-BE49-F238E27FC236}">
                  <a16:creationId xmlns:a16="http://schemas.microsoft.com/office/drawing/2014/main" id="{3992BFF8-6554-A33B-A28E-444F0890580F}"/>
                </a:ext>
              </a:extLst>
            </p:cNvPr>
            <p:cNvSpPr txBox="1">
              <a:spLocks noChangeArrowheads="1"/>
            </p:cNvSpPr>
            <p:nvPr/>
          </p:nvSpPr>
          <p:spPr bwMode="auto">
            <a:xfrm>
              <a:off x="2080757" y="1187838"/>
              <a:ext cx="2143124" cy="338554"/>
            </a:xfrm>
            <a:prstGeom prst="rect">
              <a:avLst/>
            </a:prstGeom>
            <a:ln>
              <a:headEnd/>
              <a:tailEnd/>
            </a:ln>
          </p:spPr>
          <p:style>
            <a:lnRef idx="1">
              <a:schemeClr val="accent2"/>
            </a:lnRef>
            <a:fillRef idx="2">
              <a:schemeClr val="accent2"/>
            </a:fillRef>
            <a:effectRef idx="1">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LOCAL-PREF = 300</a:t>
              </a:r>
              <a:endPar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407" name="直接箭头连接符 139">
              <a:extLst>
                <a:ext uri="{FF2B5EF4-FFF2-40B4-BE49-F238E27FC236}">
                  <a16:creationId xmlns:a16="http://schemas.microsoft.com/office/drawing/2014/main" id="{D5D05E87-F9C4-6E50-A40A-8FF58E72DE2A}"/>
                </a:ext>
              </a:extLst>
            </p:cNvPr>
            <p:cNvCxnSpPr>
              <a:cxnSpLocks noChangeShapeType="1"/>
            </p:cNvCxnSpPr>
            <p:nvPr/>
          </p:nvCxnSpPr>
          <p:spPr bwMode="auto">
            <a:xfrm>
              <a:off x="3805502" y="1526392"/>
              <a:ext cx="259630" cy="278983"/>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grpSp>
      <p:grpSp>
        <p:nvGrpSpPr>
          <p:cNvPr id="498" name="组合 497">
            <a:extLst>
              <a:ext uri="{FF2B5EF4-FFF2-40B4-BE49-F238E27FC236}">
                <a16:creationId xmlns:a16="http://schemas.microsoft.com/office/drawing/2014/main" id="{8560E4FE-9A9D-03A7-84F5-CF31E487112E}"/>
              </a:ext>
            </a:extLst>
          </p:cNvPr>
          <p:cNvGrpSpPr/>
          <p:nvPr/>
        </p:nvGrpSpPr>
        <p:grpSpPr>
          <a:xfrm>
            <a:off x="2106157" y="2943613"/>
            <a:ext cx="2117725" cy="556737"/>
            <a:chOff x="2106157" y="2943613"/>
            <a:chExt cx="2117725" cy="556737"/>
          </a:xfrm>
        </p:grpSpPr>
        <p:sp>
          <p:nvSpPr>
            <p:cNvPr id="396" name="TextBox 158">
              <a:extLst>
                <a:ext uri="{FF2B5EF4-FFF2-40B4-BE49-F238E27FC236}">
                  <a16:creationId xmlns:a16="http://schemas.microsoft.com/office/drawing/2014/main" id="{B177FAEE-8ECF-BC65-AC91-28779E9BE815}"/>
                </a:ext>
              </a:extLst>
            </p:cNvPr>
            <p:cNvSpPr txBox="1">
              <a:spLocks noChangeArrowheads="1"/>
            </p:cNvSpPr>
            <p:nvPr/>
          </p:nvSpPr>
          <p:spPr bwMode="auto">
            <a:xfrm>
              <a:off x="2106157" y="3161796"/>
              <a:ext cx="2071687" cy="338554"/>
            </a:xfrm>
            <a:prstGeom prst="rect">
              <a:avLst/>
            </a:prstGeom>
            <a:ln>
              <a:headEnd/>
              <a:tailEnd/>
            </a:ln>
          </p:spPr>
          <p:style>
            <a:lnRef idx="1">
              <a:schemeClr val="accent2"/>
            </a:lnRef>
            <a:fillRef idx="2">
              <a:schemeClr val="accent2"/>
            </a:fillRef>
            <a:effectRef idx="1">
              <a:schemeClr val="accent2"/>
            </a:effectRef>
            <a:fontRef idx="minor">
              <a:schemeClr val="dk1"/>
            </a:fontRef>
          </p:style>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rPr>
                <a:t>LOCAL-PREF = 200</a:t>
              </a:r>
              <a:endParaRPr kumimoji="1" lang="zh-CN" altLang="en-US" sz="16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408" name="直接箭头连接符 143">
              <a:extLst>
                <a:ext uri="{FF2B5EF4-FFF2-40B4-BE49-F238E27FC236}">
                  <a16:creationId xmlns:a16="http://schemas.microsoft.com/office/drawing/2014/main" id="{64AA3EA6-441B-3174-6D0E-8D9751E24554}"/>
                </a:ext>
              </a:extLst>
            </p:cNvPr>
            <p:cNvCxnSpPr>
              <a:cxnSpLocks noChangeShapeType="1"/>
            </p:cNvCxnSpPr>
            <p:nvPr/>
          </p:nvCxnSpPr>
          <p:spPr bwMode="auto">
            <a:xfrm flipV="1">
              <a:off x="3983334" y="2943613"/>
              <a:ext cx="240548" cy="218183"/>
            </a:xfrm>
            <a:prstGeom prst="straightConnector1">
              <a:avLst/>
            </a:prstGeom>
            <a:noFill/>
            <a:ln w="9525" algn="ctr">
              <a:solidFill>
                <a:srgbClr val="000000"/>
              </a:solidFill>
              <a:round/>
              <a:headEnd/>
              <a:tailEnd type="triangle" w="sm" len="lg"/>
            </a:ln>
            <a:extLst>
              <a:ext uri="{909E8E84-426E-40DD-AFC4-6F175D3DCCD1}">
                <a14:hiddenFill xmlns:a14="http://schemas.microsoft.com/office/drawing/2010/main">
                  <a:noFill/>
                </a14:hiddenFill>
              </a:ext>
            </a:extLst>
          </p:spPr>
        </p:cxnSp>
      </p:grpSp>
      <p:sp>
        <p:nvSpPr>
          <p:cNvPr id="410" name="弧形 409">
            <a:extLst>
              <a:ext uri="{FF2B5EF4-FFF2-40B4-BE49-F238E27FC236}">
                <a16:creationId xmlns:a16="http://schemas.microsoft.com/office/drawing/2014/main" id="{C3ADEAF1-AB4D-1217-A754-9CD130696C4A}"/>
              </a:ext>
            </a:extLst>
          </p:cNvPr>
          <p:cNvSpPr/>
          <p:nvPr/>
        </p:nvSpPr>
        <p:spPr bwMode="auto">
          <a:xfrm rot="21390544">
            <a:off x="2296657" y="1835538"/>
            <a:ext cx="2735263" cy="288925"/>
          </a:xfrm>
          <a:prstGeom prst="arc">
            <a:avLst>
              <a:gd name="adj1" fmla="val 12561311"/>
              <a:gd name="adj2" fmla="val 6870"/>
            </a:avLst>
          </a:prstGeom>
          <a:noFill/>
          <a:ln w="28575" cap="flat" cmpd="sng" algn="ctr">
            <a:solidFill>
              <a:srgbClr val="000000"/>
            </a:solidFill>
            <a:prstDash val="solid"/>
            <a:round/>
            <a:headEnd type="none" w="med" len="med"/>
            <a:tailEnd type="triangle" w="sm" len="lg"/>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11" name="弧形 106">
            <a:extLst>
              <a:ext uri="{FF2B5EF4-FFF2-40B4-BE49-F238E27FC236}">
                <a16:creationId xmlns:a16="http://schemas.microsoft.com/office/drawing/2014/main" id="{9E8BCF08-B871-5825-ED75-36B3FF119368}"/>
              </a:ext>
            </a:extLst>
          </p:cNvPr>
          <p:cNvSpPr>
            <a:spLocks/>
          </p:cNvSpPr>
          <p:nvPr/>
        </p:nvSpPr>
        <p:spPr bwMode="auto">
          <a:xfrm flipV="1">
            <a:off x="3272970" y="2778513"/>
            <a:ext cx="1895475" cy="184150"/>
          </a:xfrm>
          <a:custGeom>
            <a:avLst/>
            <a:gdLst>
              <a:gd name="T0" fmla="*/ 0 w 1895614"/>
              <a:gd name="T1" fmla="*/ 64001 h 183016"/>
              <a:gd name="T2" fmla="*/ 611367 w 1895614"/>
              <a:gd name="T3" fmla="*/ 22 h 183016"/>
              <a:gd name="T4" fmla="*/ 1895336 w 1895614"/>
              <a:gd name="T5" fmla="*/ 126073 h 183016"/>
              <a:gd name="T6" fmla="*/ 0 60000 65536"/>
              <a:gd name="T7" fmla="*/ 0 60000 65536"/>
              <a:gd name="T8" fmla="*/ 0 60000 65536"/>
            </a:gdLst>
            <a:ahLst/>
            <a:cxnLst>
              <a:cxn ang="T6">
                <a:pos x="T0" y="T1"/>
              </a:cxn>
              <a:cxn ang="T7">
                <a:pos x="T2" y="T3"/>
              </a:cxn>
              <a:cxn ang="T8">
                <a:pos x="T4" y="T5"/>
              </a:cxn>
            </a:cxnLst>
            <a:rect l="0" t="0" r="r" b="b"/>
            <a:pathLst>
              <a:path w="1895614" h="183016" stroke="0">
                <a:moveTo>
                  <a:pt x="10275" y="16981"/>
                </a:moveTo>
                <a:cubicBezTo>
                  <a:pt x="198501" y="5389"/>
                  <a:pt x="404006" y="-408"/>
                  <a:pt x="611457" y="22"/>
                </a:cubicBezTo>
                <a:cubicBezTo>
                  <a:pt x="1194789" y="1233"/>
                  <a:pt x="1709163" y="51103"/>
                  <a:pt x="1895614" y="124525"/>
                </a:cubicBezTo>
                <a:lnTo>
                  <a:pt x="589929" y="183016"/>
                </a:lnTo>
                <a:lnTo>
                  <a:pt x="10275" y="16981"/>
                </a:lnTo>
                <a:close/>
              </a:path>
              <a:path w="1895614" h="183016" fill="none">
                <a:moveTo>
                  <a:pt x="0" y="63215"/>
                </a:moveTo>
                <a:cubicBezTo>
                  <a:pt x="188226" y="51623"/>
                  <a:pt x="404006" y="-408"/>
                  <a:pt x="611457" y="22"/>
                </a:cubicBezTo>
                <a:cubicBezTo>
                  <a:pt x="1194789" y="1233"/>
                  <a:pt x="1709163" y="51103"/>
                  <a:pt x="1895614" y="124525"/>
                </a:cubicBezTo>
              </a:path>
            </a:pathLst>
          </a:custGeom>
          <a:noFill/>
          <a:ln w="28575" cap="flat" cmpd="sng" algn="ctr">
            <a:solidFill>
              <a:srgbClr val="000000"/>
            </a:solidFill>
            <a:prstDash val="solid"/>
            <a:round/>
            <a:headEnd type="none" w="med" len="med"/>
            <a:tailEnd type="triangle" w="sm" len="lg"/>
          </a:ln>
          <a:extLst>
            <a:ext uri="{909E8E84-426E-40DD-AFC4-6F175D3DCCD1}">
              <a14:hiddenFill xmlns:a14="http://schemas.microsoft.com/office/drawing/2010/main">
                <a:solidFill>
                  <a:srgbClr val="FFFFFF"/>
                </a:solid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1" lang="zh-CN" altLang="en-US" sz="2400" b="0" i="0" u="none" strike="noStrike" kern="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91" name="矩形 490">
            <a:extLst>
              <a:ext uri="{FF2B5EF4-FFF2-40B4-BE49-F238E27FC236}">
                <a16:creationId xmlns:a16="http://schemas.microsoft.com/office/drawing/2014/main" id="{D9D98FBC-D067-D107-1DEA-D682B426F2C7}"/>
              </a:ext>
            </a:extLst>
          </p:cNvPr>
          <p:cNvSpPr/>
          <p:nvPr/>
        </p:nvSpPr>
        <p:spPr>
          <a:xfrm>
            <a:off x="708340" y="3661088"/>
            <a:ext cx="812599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285750" indent="-285750">
              <a:buFont typeface="Wingdings" panose="05000000000000000000" pitchFamily="2" charset="2"/>
              <a:buChar char="l"/>
            </a:pPr>
            <a:r>
              <a:rPr kumimoji="1" lang="en-US" altLang="zh-CN" b="1" kern="500" dirty="0">
                <a:latin typeface="微软雅黑" panose="020B0503020204020204" pitchFamily="34" charset="-122"/>
                <a:ea typeface="微软雅黑" panose="020B0503020204020204" pitchFamily="34" charset="-122"/>
              </a:rPr>
              <a:t>BGP</a:t>
            </a:r>
            <a:r>
              <a:rPr kumimoji="1" lang="zh-CN" altLang="en-US" b="1" kern="500" dirty="0">
                <a:latin typeface="微软雅黑" panose="020B0503020204020204" pitchFamily="34" charset="-122"/>
                <a:ea typeface="微软雅黑" panose="020B0503020204020204" pitchFamily="34" charset="-122"/>
              </a:rPr>
              <a:t>路由有一个本地偏好选项，记为</a:t>
            </a:r>
            <a:r>
              <a:rPr kumimoji="1" lang="en-US" altLang="zh-CN" b="1" kern="500" dirty="0">
                <a:latin typeface="微软雅黑" panose="020B0503020204020204" pitchFamily="34" charset="-122"/>
                <a:ea typeface="微软雅黑" panose="020B0503020204020204" pitchFamily="34" charset="-122"/>
              </a:rPr>
              <a:t>LOCAL-PREF</a:t>
            </a:r>
            <a:r>
              <a:rPr kumimoji="1" lang="zh-CN" altLang="en-US" b="1" kern="500" dirty="0">
                <a:latin typeface="微软雅黑" panose="020B0503020204020204" pitchFamily="34" charset="-122"/>
                <a:ea typeface="微软雅黑" panose="020B0503020204020204" pitchFamily="34" charset="-122"/>
              </a:rPr>
              <a:t>，可由网络管理员根据政治上或经济上的策略来设置为不同的数值。</a:t>
            </a:r>
            <a:endParaRPr kumimoji="1" lang="en-US" altLang="zh-CN" b="1" kern="500" dirty="0">
              <a:latin typeface="微软雅黑" panose="020B0503020204020204" pitchFamily="34" charset="-122"/>
              <a:ea typeface="微软雅黑" panose="020B0503020204020204" pitchFamily="34" charset="-122"/>
            </a:endParaRPr>
          </a:p>
          <a:p>
            <a:pPr marL="285750" indent="-285750">
              <a:buFont typeface="Wingdings" panose="05000000000000000000" pitchFamily="2" charset="2"/>
              <a:buChar char="l"/>
            </a:pPr>
            <a:r>
              <a:rPr kumimoji="1" lang="zh-CN" altLang="en-US" b="1" kern="500" dirty="0">
                <a:latin typeface="微软雅黑" panose="020B0503020204020204" pitchFamily="34" charset="-122"/>
                <a:ea typeface="微软雅黑" panose="020B0503020204020204" pitchFamily="34" charset="-122"/>
              </a:rPr>
              <a:t>本地偏好值最高的</a:t>
            </a:r>
            <a:r>
              <a:rPr kumimoji="1" lang="en-US" altLang="zh-CN" b="1" kern="500" dirty="0">
                <a:latin typeface="微软雅黑" panose="020B0503020204020204" pitchFamily="34" charset="-122"/>
                <a:ea typeface="微软雅黑" panose="020B0503020204020204" pitchFamily="34" charset="-122"/>
              </a:rPr>
              <a:t>BGP</a:t>
            </a:r>
            <a:r>
              <a:rPr kumimoji="1" lang="zh-CN" altLang="en-US" b="1" kern="500" dirty="0">
                <a:latin typeface="微软雅黑" panose="020B0503020204020204" pitchFamily="34" charset="-122"/>
                <a:ea typeface="微软雅黑" panose="020B0503020204020204" pitchFamily="34" charset="-122"/>
              </a:rPr>
              <a:t>路由应优先选用。</a:t>
            </a:r>
          </a:p>
        </p:txBody>
      </p:sp>
      <p:sp>
        <p:nvSpPr>
          <p:cNvPr id="492" name="Text Box 174">
            <a:extLst>
              <a:ext uri="{FF2B5EF4-FFF2-40B4-BE49-F238E27FC236}">
                <a16:creationId xmlns:a16="http://schemas.microsoft.com/office/drawing/2014/main" id="{3307994B-8E3C-A0A0-1C97-FD733FCF07BE}"/>
              </a:ext>
            </a:extLst>
          </p:cNvPr>
          <p:cNvSpPr txBox="1">
            <a:spLocks noChangeArrowheads="1"/>
          </p:cNvSpPr>
          <p:nvPr/>
        </p:nvSpPr>
        <p:spPr bwMode="auto">
          <a:xfrm>
            <a:off x="5138881" y="2561686"/>
            <a:ext cx="5277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1600" b="0"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rPr>
              <a:t>AS</a:t>
            </a:r>
            <a:r>
              <a:rPr kumimoji="1" lang="en-US" altLang="zh-CN" sz="1600" b="0" i="0" u="none" strike="noStrike" kern="0" cap="none" spc="0" normalizeH="0" baseline="-25000" noProof="0" dirty="0">
                <a:ln>
                  <a:noFill/>
                </a:ln>
                <a:solidFill>
                  <a:srgbClr val="000000"/>
                </a:solidFill>
                <a:effectLst/>
                <a:uLnTx/>
                <a:uFillTx/>
                <a:latin typeface="微软雅黑" panose="020B0503020204020204" pitchFamily="34" charset="-122"/>
                <a:ea typeface="微软雅黑" panose="020B0503020204020204" pitchFamily="34" charset="-122"/>
              </a:rPr>
              <a:t>3</a:t>
            </a:r>
          </a:p>
        </p:txBody>
      </p:sp>
      <p:sp>
        <p:nvSpPr>
          <p:cNvPr id="497" name="任意多边形: 形状 496">
            <a:extLst>
              <a:ext uri="{FF2B5EF4-FFF2-40B4-BE49-F238E27FC236}">
                <a16:creationId xmlns:a16="http://schemas.microsoft.com/office/drawing/2014/main" id="{670541B0-83C5-E144-D748-AC93E7267D59}"/>
              </a:ext>
            </a:extLst>
          </p:cNvPr>
          <p:cNvSpPr/>
          <p:nvPr/>
        </p:nvSpPr>
        <p:spPr>
          <a:xfrm>
            <a:off x="2616355" y="1819082"/>
            <a:ext cx="3789700" cy="955649"/>
          </a:xfrm>
          <a:custGeom>
            <a:avLst/>
            <a:gdLst>
              <a:gd name="connsiteX0" fmla="*/ 721 w 3789700"/>
              <a:gd name="connsiteY0" fmla="*/ 955649 h 955649"/>
              <a:gd name="connsiteX1" fmla="*/ 132100 w 3789700"/>
              <a:gd name="connsiteY1" fmla="*/ 361815 h 955649"/>
              <a:gd name="connsiteX2" fmla="*/ 820528 w 3789700"/>
              <a:gd name="connsiteY2" fmla="*/ 57015 h 955649"/>
              <a:gd name="connsiteX3" fmla="*/ 2528459 w 3789700"/>
              <a:gd name="connsiteY3" fmla="*/ 41249 h 955649"/>
              <a:gd name="connsiteX4" fmla="*/ 3789700 w 3789700"/>
              <a:gd name="connsiteY4" fmla="*/ 493194 h 955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9700" h="955649">
                <a:moveTo>
                  <a:pt x="721" y="955649"/>
                </a:moveTo>
                <a:cubicBezTo>
                  <a:pt x="-1907" y="733618"/>
                  <a:pt x="-4534" y="511587"/>
                  <a:pt x="132100" y="361815"/>
                </a:cubicBezTo>
                <a:cubicBezTo>
                  <a:pt x="268734" y="212043"/>
                  <a:pt x="421135" y="110443"/>
                  <a:pt x="820528" y="57015"/>
                </a:cubicBezTo>
                <a:cubicBezTo>
                  <a:pt x="1219921" y="3587"/>
                  <a:pt x="2033597" y="-31448"/>
                  <a:pt x="2528459" y="41249"/>
                </a:cubicBezTo>
                <a:cubicBezTo>
                  <a:pt x="3023321" y="113945"/>
                  <a:pt x="3406510" y="303569"/>
                  <a:pt x="3789700" y="493194"/>
                </a:cubicBezTo>
              </a:path>
            </a:pathLst>
          </a:cu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solidFill>
                <a:schemeClr val="tx1"/>
              </a:solidFill>
            </a:endParaRPr>
          </a:p>
        </p:txBody>
      </p:sp>
    </p:spTree>
    <p:extLst>
      <p:ext uri="{BB962C8B-B14F-4D97-AF65-F5344CB8AC3E}">
        <p14:creationId xmlns:p14="http://schemas.microsoft.com/office/powerpoint/2010/main" val="28511178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91">
                                            <p:txEl>
                                              <p:pRg st="0" end="0"/>
                                            </p:txEl>
                                          </p:spTgt>
                                        </p:tgtEl>
                                        <p:attrNameLst>
                                          <p:attrName>style.visibility</p:attrName>
                                        </p:attrNameLst>
                                      </p:cBhvr>
                                      <p:to>
                                        <p:strVal val="visible"/>
                                      </p:to>
                                    </p:set>
                                    <p:animEffect transition="in" filter="fade">
                                      <p:cBhvr>
                                        <p:cTn id="7" dur="1000"/>
                                        <p:tgtEl>
                                          <p:spTgt spid="491">
                                            <p:txEl>
                                              <p:pRg st="0" end="0"/>
                                            </p:txEl>
                                          </p:spTgt>
                                        </p:tgtEl>
                                      </p:cBhvr>
                                    </p:animEffect>
                                    <p:anim calcmode="lin" valueType="num">
                                      <p:cBhvr>
                                        <p:cTn id="8" dur="1000" fill="hold"/>
                                        <p:tgtEl>
                                          <p:spTgt spid="491">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91">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91">
                                            <p:txEl>
                                              <p:pRg st="1" end="1"/>
                                            </p:txEl>
                                          </p:spTgt>
                                        </p:tgtEl>
                                        <p:attrNameLst>
                                          <p:attrName>style.visibility</p:attrName>
                                        </p:attrNameLst>
                                      </p:cBhvr>
                                      <p:to>
                                        <p:strVal val="visible"/>
                                      </p:to>
                                    </p:set>
                                    <p:animEffect transition="in" filter="fade">
                                      <p:cBhvr>
                                        <p:cTn id="14" dur="1000"/>
                                        <p:tgtEl>
                                          <p:spTgt spid="491">
                                            <p:txEl>
                                              <p:pRg st="1" end="1"/>
                                            </p:txEl>
                                          </p:spTgt>
                                        </p:tgtEl>
                                      </p:cBhvr>
                                    </p:animEffect>
                                    <p:anim calcmode="lin" valueType="num">
                                      <p:cBhvr>
                                        <p:cTn id="15" dur="1000" fill="hold"/>
                                        <p:tgtEl>
                                          <p:spTgt spid="491">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91">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nodeType="clickEffect">
                                  <p:stCondLst>
                                    <p:cond delay="0"/>
                                  </p:stCondLst>
                                  <p:childTnLst>
                                    <p:anim calcmode="discrete" valueType="str">
                                      <p:cBhvr>
                                        <p:cTn id="20" dur="1000" fill="hold"/>
                                        <p:tgtEl>
                                          <p:spTgt spid="499"/>
                                        </p:tgtEl>
                                        <p:attrNameLst>
                                          <p:attrName>style.visibility</p:attrName>
                                        </p:attrNameLst>
                                      </p:cBhvr>
                                      <p:tavLst>
                                        <p:tav tm="0">
                                          <p:val>
                                            <p:strVal val="hidden"/>
                                          </p:val>
                                        </p:tav>
                                        <p:tav tm="50000">
                                          <p:val>
                                            <p:strVal val="visible"/>
                                          </p:val>
                                        </p:tav>
                                      </p:tavLst>
                                    </p:anim>
                                  </p:childTnLst>
                                </p:cTn>
                              </p:par>
                            </p:childTnLst>
                          </p:cTn>
                        </p:par>
                      </p:childTnLst>
                    </p:cTn>
                  </p:par>
                  <p:par>
                    <p:cTn id="21" fill="hold">
                      <p:stCondLst>
                        <p:cond delay="indefinite"/>
                      </p:stCondLst>
                      <p:childTnLst>
                        <p:par>
                          <p:cTn id="22" fill="hold">
                            <p:stCondLst>
                              <p:cond delay="0"/>
                            </p:stCondLst>
                            <p:childTnLst>
                              <p:par>
                                <p:cTn id="23" presetID="35" presetClass="emph" presetSubtype="0" repeatCount="3000" fill="hold" nodeType="clickEffect">
                                  <p:stCondLst>
                                    <p:cond delay="0"/>
                                  </p:stCondLst>
                                  <p:childTnLst>
                                    <p:anim calcmode="discrete" valueType="str">
                                      <p:cBhvr>
                                        <p:cTn id="24" dur="1000" fill="hold"/>
                                        <p:tgtEl>
                                          <p:spTgt spid="498"/>
                                        </p:tgtEl>
                                        <p:attrNameLst>
                                          <p:attrName>style.visibility</p:attrName>
                                        </p:attrNameLst>
                                      </p:cBhvr>
                                      <p:tavLst>
                                        <p:tav tm="0">
                                          <p:val>
                                            <p:strVal val="hidden"/>
                                          </p:val>
                                        </p:tav>
                                        <p:tav tm="50000">
                                          <p:val>
                                            <p:strVal val="visible"/>
                                          </p:val>
                                        </p:tav>
                                      </p:tavLst>
                                    </p:anim>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497"/>
                                        </p:tgtEl>
                                        <p:attrNameLst>
                                          <p:attrName>style.visibility</p:attrName>
                                        </p:attrNameLst>
                                      </p:cBhvr>
                                      <p:to>
                                        <p:strVal val="visible"/>
                                      </p:to>
                                    </p:set>
                                    <p:animEffect transition="in" filter="wipe(left)">
                                      <p:cBhvr>
                                        <p:cTn id="29" dur="1000"/>
                                        <p:tgtEl>
                                          <p:spTgt spid="4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 grpId="0" uiExpand="1" build="p"/>
      <p:bldP spid="497" grpId="0" animBg="1"/>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BF06AF-3AB5-196C-774A-71A7A7FB0FF1}"/>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5FA5B538-27CD-BD48-06CA-709C10ECF72B}"/>
              </a:ext>
            </a:extLst>
          </p:cNvPr>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48B19945-87D5-2323-2383-9D1FBF17A9CE}"/>
              </a:ext>
            </a:extLst>
          </p:cNvPr>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4. BGP </a:t>
            </a:r>
            <a:r>
              <a:rPr lang="zh-CN" altLang="en-US" sz="2000" b="1" dirty="0">
                <a:solidFill>
                  <a:schemeClr val="bg1"/>
                </a:solidFill>
                <a:latin typeface="微软雅黑" pitchFamily="34" charset="-122"/>
                <a:ea typeface="微软雅黑" pitchFamily="34" charset="-122"/>
              </a:rPr>
              <a:t>的路由选择</a:t>
            </a:r>
          </a:p>
        </p:txBody>
      </p:sp>
      <p:graphicFrame>
        <p:nvGraphicFramePr>
          <p:cNvPr id="2" name="图示 1">
            <a:extLst>
              <a:ext uri="{FF2B5EF4-FFF2-40B4-BE49-F238E27FC236}">
                <a16:creationId xmlns:a16="http://schemas.microsoft.com/office/drawing/2014/main" id="{2A7BC02F-E8C2-33FD-3C07-1287267DC909}"/>
              </a:ext>
            </a:extLst>
          </p:cNvPr>
          <p:cNvGraphicFramePr/>
          <p:nvPr>
            <p:extLst>
              <p:ext uri="{D42A27DB-BD31-4B8C-83A1-F6EECF244321}">
                <p14:modId xmlns:p14="http://schemas.microsoft.com/office/powerpoint/2010/main" val="2875113972"/>
              </p:ext>
            </p:extLst>
          </p:nvPr>
        </p:nvGraphicFramePr>
        <p:xfrm>
          <a:off x="1228436" y="1145306"/>
          <a:ext cx="6862618" cy="326967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6" name="矩形: 圆角 5">
            <a:extLst>
              <a:ext uri="{FF2B5EF4-FFF2-40B4-BE49-F238E27FC236}">
                <a16:creationId xmlns:a16="http://schemas.microsoft.com/office/drawing/2014/main" id="{2BD5C168-F695-94D7-FAFB-7AECD4093308}"/>
              </a:ext>
            </a:extLst>
          </p:cNvPr>
          <p:cNvSpPr/>
          <p:nvPr/>
        </p:nvSpPr>
        <p:spPr>
          <a:xfrm>
            <a:off x="1886607" y="1928326"/>
            <a:ext cx="6204447" cy="604666"/>
          </a:xfrm>
          <a:prstGeom prst="round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481627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选择最小代价路径（</a:t>
            </a:r>
            <a:r>
              <a:rPr lang="en-US" altLang="zh-CN" sz="2000" b="1" dirty="0">
                <a:solidFill>
                  <a:schemeClr val="bg1"/>
                </a:solidFill>
                <a:latin typeface="微软雅黑" pitchFamily="34" charset="-122"/>
                <a:ea typeface="微软雅黑" pitchFamily="34" charset="-122"/>
              </a:rPr>
              <a:t>AS </a:t>
            </a:r>
            <a:r>
              <a:rPr lang="zh-CN" altLang="en-US" sz="2000" b="1" dirty="0">
                <a:solidFill>
                  <a:schemeClr val="bg1"/>
                </a:solidFill>
                <a:latin typeface="微软雅黑" pitchFamily="34" charset="-122"/>
                <a:ea typeface="微软雅黑" pitchFamily="34" charset="-122"/>
              </a:rPr>
              <a:t>跳数最少的路径）</a:t>
            </a:r>
            <a:endParaRPr lang="en-US" altLang="zh-CN" sz="2000" b="1" dirty="0">
              <a:solidFill>
                <a:schemeClr val="bg1"/>
              </a:solidFill>
              <a:latin typeface="微软雅黑" pitchFamily="34" charset="-122"/>
              <a:ea typeface="微软雅黑" pitchFamily="34" charset="-122"/>
            </a:endParaRPr>
          </a:p>
        </p:txBody>
      </p:sp>
      <p:sp>
        <p:nvSpPr>
          <p:cNvPr id="329" name="Text Box 174"/>
          <p:cNvSpPr txBox="1">
            <a:spLocks noChangeArrowheads="1"/>
          </p:cNvSpPr>
          <p:nvPr/>
        </p:nvSpPr>
        <p:spPr bwMode="auto">
          <a:xfrm>
            <a:off x="1356648" y="3381918"/>
            <a:ext cx="6285929" cy="1064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600"/>
              </a:lnSpc>
            </a:pPr>
            <a:r>
              <a:rPr lang="en-US" altLang="zh-CN" sz="1800" b="1" dirty="0">
                <a:solidFill>
                  <a:srgbClr val="0000FF"/>
                </a:solidFill>
                <a:latin typeface="微软雅黑" panose="020B0503020204020204" pitchFamily="34" charset="-122"/>
                <a:ea typeface="微软雅黑" panose="020B0503020204020204" pitchFamily="34" charset="-122"/>
              </a:rPr>
              <a:t>AS</a:t>
            </a:r>
            <a:r>
              <a:rPr lang="en-US" altLang="zh-CN" sz="1800" b="1" baseline="-25000" dirty="0">
                <a:solidFill>
                  <a:srgbClr val="0000FF"/>
                </a:solidFill>
                <a:latin typeface="微软雅黑" panose="020B0503020204020204" pitchFamily="34" charset="-122"/>
                <a:ea typeface="微软雅黑" panose="020B0503020204020204" pitchFamily="34" charset="-122"/>
              </a:rPr>
              <a:t>1</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选择通过</a:t>
            </a:r>
            <a:r>
              <a:rPr lang="en-US" altLang="zh-CN" sz="1800" b="1" dirty="0">
                <a:solidFill>
                  <a:srgbClr val="0000FF"/>
                </a:solidFill>
                <a:latin typeface="微软雅黑" panose="020B0503020204020204" pitchFamily="34" charset="-122"/>
                <a:ea typeface="微软雅黑" panose="020B0503020204020204" pitchFamily="34" charset="-122"/>
              </a:rPr>
              <a:t>[AS</a:t>
            </a:r>
            <a:r>
              <a:rPr lang="en-US" altLang="zh-CN" sz="1800" b="1" baseline="-25000" dirty="0">
                <a:solidFill>
                  <a:srgbClr val="0000FF"/>
                </a:solidFill>
                <a:latin typeface="微软雅黑" panose="020B0503020204020204" pitchFamily="34" charset="-122"/>
                <a:ea typeface="微软雅黑" panose="020B0503020204020204" pitchFamily="34" charset="-122"/>
              </a:rPr>
              <a:t>4</a:t>
            </a:r>
            <a:r>
              <a:rPr lang="en-US" altLang="zh-CN" sz="1800" b="1" dirty="0">
                <a:solidFill>
                  <a:srgbClr val="0000FF"/>
                </a:solidFill>
                <a:latin typeface="微软雅黑" panose="020B0503020204020204" pitchFamily="34" charset="-122"/>
                <a:ea typeface="微软雅黑" panose="020B0503020204020204" pitchFamily="34" charset="-122"/>
              </a:rPr>
              <a:t> AS</a:t>
            </a:r>
            <a:r>
              <a:rPr lang="en-US" altLang="zh-CN" sz="1800" b="1" baseline="-25000" dirty="0">
                <a:solidFill>
                  <a:srgbClr val="0000FF"/>
                </a:solidFill>
                <a:latin typeface="微软雅黑" panose="020B0503020204020204" pitchFamily="34" charset="-122"/>
                <a:ea typeface="微软雅黑" panose="020B0503020204020204" pitchFamily="34" charset="-122"/>
              </a:rPr>
              <a:t>5</a:t>
            </a:r>
            <a:r>
              <a:rPr lang="en-US" altLang="zh-CN" sz="1800" b="1" dirty="0">
                <a:solidFill>
                  <a:srgbClr val="0000FF"/>
                </a:solidFill>
                <a:latin typeface="微软雅黑" panose="020B0503020204020204" pitchFamily="34" charset="-122"/>
                <a:ea typeface="微软雅黑" panose="020B0503020204020204" pitchFamily="34" charset="-122"/>
              </a:rPr>
              <a:t>]</a:t>
            </a:r>
            <a:r>
              <a:rPr lang="zh-CN" altLang="en-US" sz="1800" b="1" dirty="0">
                <a:solidFill>
                  <a:srgbClr val="0000FF"/>
                </a:solidFill>
                <a:latin typeface="微软雅黑" panose="020B0503020204020204" pitchFamily="34" charset="-122"/>
                <a:ea typeface="微软雅黑" panose="020B0503020204020204" pitchFamily="34" charset="-122"/>
              </a:rPr>
              <a:t>到达 </a:t>
            </a:r>
            <a:r>
              <a:rPr lang="en-US" altLang="zh-CN" sz="1800" b="1" dirty="0">
                <a:solidFill>
                  <a:srgbClr val="0000FF"/>
                </a:solidFill>
                <a:latin typeface="微软雅黑" panose="020B0503020204020204" pitchFamily="34" charset="-122"/>
                <a:ea typeface="微软雅黑" panose="020B0503020204020204" pitchFamily="34" charset="-122"/>
              </a:rPr>
              <a:t>X </a:t>
            </a:r>
            <a:r>
              <a:rPr lang="zh-CN" altLang="en-US" sz="1800" b="1" dirty="0">
                <a:solidFill>
                  <a:srgbClr val="0000FF"/>
                </a:solidFill>
                <a:latin typeface="微软雅黑" panose="020B0503020204020204" pitchFamily="34" charset="-122"/>
                <a:ea typeface="微软雅黑" panose="020B0503020204020204" pitchFamily="34" charset="-122"/>
              </a:rPr>
              <a:t>的 </a:t>
            </a:r>
            <a:r>
              <a:rPr lang="en-US" altLang="zh-CN" sz="1800" b="1" dirty="0">
                <a:solidFill>
                  <a:srgbClr val="0000FF"/>
                </a:solidFill>
                <a:latin typeface="微软雅黑" panose="020B0503020204020204" pitchFamily="34" charset="-122"/>
                <a:ea typeface="微软雅黑" panose="020B0503020204020204" pitchFamily="34" charset="-122"/>
              </a:rPr>
              <a:t>BGP </a:t>
            </a:r>
            <a:r>
              <a:rPr lang="zh-CN" altLang="en-US" sz="1800" b="1" dirty="0">
                <a:solidFill>
                  <a:srgbClr val="0000FF"/>
                </a:solidFill>
                <a:latin typeface="微软雅黑" panose="020B0503020204020204" pitchFamily="34" charset="-122"/>
                <a:ea typeface="微软雅黑" panose="020B0503020204020204" pitchFamily="34" charset="-122"/>
              </a:rPr>
              <a:t>路由。</a:t>
            </a:r>
            <a:endParaRPr lang="en-US" altLang="zh-CN" sz="1800" b="1" dirty="0">
              <a:solidFill>
                <a:srgbClr val="0000FF"/>
              </a:solidFill>
              <a:latin typeface="微软雅黑" panose="020B0503020204020204" pitchFamily="34" charset="-122"/>
              <a:ea typeface="微软雅黑" panose="020B0503020204020204" pitchFamily="34" charset="-122"/>
            </a:endParaRPr>
          </a:p>
          <a:p>
            <a:pPr eaLnBrk="1" hangingPunct="1">
              <a:lnSpc>
                <a:spcPts val="2600"/>
              </a:lnSpc>
            </a:pPr>
            <a:r>
              <a:rPr lang="zh-CN" altLang="en-US" sz="1800" b="1" dirty="0">
                <a:latin typeface="微软雅黑" panose="020B0503020204020204" pitchFamily="34" charset="-122"/>
                <a:ea typeface="微软雅黑" panose="020B0503020204020204" pitchFamily="34" charset="-122"/>
              </a:rPr>
              <a:t>但事实上，分组在 </a:t>
            </a:r>
            <a:r>
              <a:rPr lang="en-US" altLang="zh-CN" sz="1800" b="1" dirty="0">
                <a:latin typeface="微软雅黑" panose="020B0503020204020204" pitchFamily="34" charset="-122"/>
                <a:ea typeface="微软雅黑" panose="020B0503020204020204" pitchFamily="34" charset="-122"/>
              </a:rPr>
              <a:t>AS</a:t>
            </a:r>
            <a:r>
              <a:rPr lang="en-US" altLang="zh-CN" sz="1800" b="1" baseline="-25000" dirty="0">
                <a:latin typeface="微软雅黑" panose="020B0503020204020204" pitchFamily="34" charset="-122"/>
                <a:ea typeface="微软雅黑" panose="020B0503020204020204" pitchFamily="34" charset="-122"/>
              </a:rPr>
              <a:t>4</a:t>
            </a:r>
            <a:r>
              <a:rPr lang="en-US" altLang="zh-CN" sz="1800" b="1" dirty="0">
                <a:latin typeface="微软雅黑" panose="020B0503020204020204" pitchFamily="34" charset="-122"/>
                <a:ea typeface="微软雅黑" panose="020B0503020204020204" pitchFamily="34" charset="-122"/>
              </a:rPr>
              <a:t> </a:t>
            </a:r>
            <a:r>
              <a:rPr lang="zh-CN" altLang="en-US" sz="1800" b="1" dirty="0">
                <a:latin typeface="微软雅黑" panose="020B0503020204020204" pitchFamily="34" charset="-122"/>
                <a:ea typeface="微软雅黑" panose="020B0503020204020204" pitchFamily="34" charset="-122"/>
              </a:rPr>
              <a:t>中反而要经过更多次数的转发。</a:t>
            </a:r>
            <a:endParaRPr lang="en-US" altLang="zh-CN" sz="1800" b="1" dirty="0">
              <a:latin typeface="微软雅黑" panose="020B0503020204020204" pitchFamily="34" charset="-122"/>
              <a:ea typeface="微软雅黑" panose="020B0503020204020204" pitchFamily="34" charset="-122"/>
            </a:endParaRPr>
          </a:p>
          <a:p>
            <a:pPr eaLnBrk="1" hangingPunct="1">
              <a:lnSpc>
                <a:spcPts val="2600"/>
              </a:lnSpc>
            </a:pPr>
            <a:r>
              <a:rPr lang="zh-CN" altLang="en-US" sz="1800" b="1" dirty="0">
                <a:latin typeface="微软雅黑" panose="020B0503020204020204" pitchFamily="34" charset="-122"/>
                <a:ea typeface="微软雅黑" panose="020B0503020204020204" pitchFamily="34" charset="-122"/>
              </a:rPr>
              <a:t>说明协议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无法选择出真正的最佳路由。</a:t>
            </a:r>
            <a:endParaRPr lang="en-US" altLang="zh-CN" sz="1800" b="1" dirty="0">
              <a:latin typeface="微软雅黑" panose="020B0503020204020204" pitchFamily="34" charset="-122"/>
              <a:ea typeface="微软雅黑" panose="020B0503020204020204" pitchFamily="34" charset="-122"/>
            </a:endParaRPr>
          </a:p>
        </p:txBody>
      </p:sp>
      <p:sp>
        <p:nvSpPr>
          <p:cNvPr id="265" name="圆角矩形 264"/>
          <p:cNvSpPr/>
          <p:nvPr/>
        </p:nvSpPr>
        <p:spPr>
          <a:xfrm>
            <a:off x="545145" y="1052857"/>
            <a:ext cx="8053712" cy="23572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67" name="Line 155"/>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8" name="Line 155"/>
          <p:cNvSpPr>
            <a:spLocks noChangeShapeType="1"/>
          </p:cNvSpPr>
          <p:nvPr/>
        </p:nvSpPr>
        <p:spPr bwMode="auto">
          <a:xfrm>
            <a:off x="3952711" y="1669599"/>
            <a:ext cx="1100449" cy="3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9" name="Oval 207"/>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0" name="Oval 208"/>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1" name="Oval 209"/>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2" name="Oval 210"/>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3" name="Oval 211"/>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4" name="Oval 212"/>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Oval 213"/>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6" name="Oval 214"/>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Oval 215"/>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8" name="Group 216"/>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7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88" name="Group 206"/>
          <p:cNvGrpSpPr>
            <a:grpSpLocks/>
          </p:cNvGrpSpPr>
          <p:nvPr/>
        </p:nvGrpSpPr>
        <p:grpSpPr bwMode="auto">
          <a:xfrm>
            <a:off x="2983987"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8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0" name="Group 216"/>
            <p:cNvGrpSpPr>
              <a:grpSpLocks/>
            </p:cNvGrpSpPr>
            <p:nvPr/>
          </p:nvGrpSpPr>
          <p:grpSpPr bwMode="auto">
            <a:xfrm>
              <a:off x="912" y="768"/>
              <a:ext cx="2386" cy="1553"/>
              <a:chOff x="912" y="768"/>
              <a:chExt cx="2386" cy="1553"/>
            </a:xfrm>
            <a:grpFill/>
          </p:grpSpPr>
          <p:sp>
            <p:nvSpPr>
              <p:cNvPr id="31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20" name="Group 206"/>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2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52" name="Group 216"/>
            <p:cNvGrpSpPr>
              <a:grpSpLocks/>
            </p:cNvGrpSpPr>
            <p:nvPr/>
          </p:nvGrpSpPr>
          <p:grpSpPr bwMode="auto">
            <a:xfrm>
              <a:off x="912" y="768"/>
              <a:ext cx="2386" cy="1553"/>
              <a:chOff x="912" y="768"/>
              <a:chExt cx="2386" cy="1553"/>
            </a:xfrm>
            <a:grpFill/>
          </p:grpSpPr>
          <p:sp>
            <p:nvSpPr>
              <p:cNvPr id="390"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5"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6"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0"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401" name="Line 154"/>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2" name="Line 167"/>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3" name="Line 169"/>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4" name="Line 170"/>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173"/>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406" name="Text Box 174"/>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407" name="Text Box 175"/>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408" name="Text Box 173"/>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409"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0"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1"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2"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13" name="Text Box 173"/>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414" name="Text Box 173"/>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415" name="Text Box 173"/>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416" name="椭圆 274"/>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7" name="Text Box 173"/>
          <p:cNvSpPr txBox="1">
            <a:spLocks noChangeArrowheads="1"/>
          </p:cNvSpPr>
          <p:nvPr/>
        </p:nvSpPr>
        <p:spPr bwMode="auto">
          <a:xfrm>
            <a:off x="2705135" y="1414455"/>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IP</a:t>
            </a:r>
            <a:r>
              <a:rPr lang="en-US" altLang="zh-CN" sz="1400" b="1" baseline="-25000" dirty="0">
                <a:latin typeface="微软雅黑" panose="020B0503020204020204" pitchFamily="34" charset="-122"/>
                <a:ea typeface="微软雅黑" panose="020B0503020204020204" pitchFamily="34" charset="-122"/>
              </a:rPr>
              <a:t>2a</a:t>
            </a:r>
          </a:p>
        </p:txBody>
      </p:sp>
      <p:grpSp>
        <p:nvGrpSpPr>
          <p:cNvPr id="418" name="Group 206"/>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5"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6"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7"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428" name="Group 216"/>
            <p:cNvGrpSpPr>
              <a:grpSpLocks/>
            </p:cNvGrpSpPr>
            <p:nvPr/>
          </p:nvGrpSpPr>
          <p:grpSpPr bwMode="auto">
            <a:xfrm>
              <a:off x="912" y="768"/>
              <a:ext cx="2386" cy="1553"/>
              <a:chOff x="912" y="768"/>
              <a:chExt cx="2386" cy="1553"/>
            </a:xfrm>
            <a:grpFill/>
          </p:grpSpPr>
          <p:sp>
            <p:nvSpPr>
              <p:cNvPr id="42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438" name="Line 154"/>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39" name="Line 154"/>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0" name="Line 154"/>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1" name="Line 154"/>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2" name="Line 154"/>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3" name="Line 154"/>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4" name="Text Box 174"/>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44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6"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9"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51" name="Line 154"/>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2" name="椭圆 273"/>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3" name="Text Box 173"/>
          <p:cNvSpPr txBox="1">
            <a:spLocks noChangeArrowheads="1"/>
          </p:cNvSpPr>
          <p:nvPr/>
        </p:nvSpPr>
        <p:spPr bwMode="auto">
          <a:xfrm>
            <a:off x="2720432" y="2291494"/>
            <a:ext cx="5986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IP</a:t>
            </a:r>
            <a:r>
              <a:rPr lang="en-US" altLang="zh-CN" sz="1400" b="1" baseline="-25000" dirty="0">
                <a:latin typeface="微软雅黑" panose="020B0503020204020204" pitchFamily="34" charset="-122"/>
                <a:ea typeface="微软雅黑" panose="020B0503020204020204" pitchFamily="34" charset="-122"/>
              </a:rPr>
              <a:t>4a</a:t>
            </a:r>
          </a:p>
        </p:txBody>
      </p:sp>
      <p:pic>
        <p:nvPicPr>
          <p:cNvPr id="454"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5"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56" name="Line 155"/>
          <p:cNvSpPr>
            <a:spLocks noChangeShapeType="1"/>
          </p:cNvSpPr>
          <p:nvPr/>
        </p:nvSpPr>
        <p:spPr bwMode="auto">
          <a:xfrm>
            <a:off x="5742693" y="1809940"/>
            <a:ext cx="558807" cy="34775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45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458" name="组合 457"/>
          <p:cNvGrpSpPr/>
          <p:nvPr/>
        </p:nvGrpSpPr>
        <p:grpSpPr>
          <a:xfrm>
            <a:off x="7139909" y="2180331"/>
            <a:ext cx="1195784" cy="475254"/>
            <a:chOff x="7199673" y="2544678"/>
            <a:chExt cx="1195784" cy="475254"/>
          </a:xfrm>
        </p:grpSpPr>
        <p:sp>
          <p:nvSpPr>
            <p:cNvPr id="459"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60"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1"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2"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3"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4"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5"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6"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7"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8"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469" name="Group 257"/>
            <p:cNvGrpSpPr>
              <a:grpSpLocks/>
            </p:cNvGrpSpPr>
            <p:nvPr/>
          </p:nvGrpSpPr>
          <p:grpSpPr bwMode="auto">
            <a:xfrm>
              <a:off x="7200799" y="2545949"/>
              <a:ext cx="481775" cy="369898"/>
              <a:chOff x="3063" y="302"/>
              <a:chExt cx="856" cy="582"/>
            </a:xfrm>
            <a:solidFill>
              <a:schemeClr val="bg1"/>
            </a:solidFill>
          </p:grpSpPr>
          <p:sp>
            <p:nvSpPr>
              <p:cNvPr id="473"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4"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5"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6"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7"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8"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9"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0"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1"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2"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3"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4"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5"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6"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7"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8"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470" name="Text Box 173"/>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471" name="Text Box 42"/>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472"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cxnSp>
        <p:nvCxnSpPr>
          <p:cNvPr id="490" name="直接箭头连接符 489"/>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91" name="直接箭头连接符 490"/>
          <p:cNvCxnSpPr/>
          <p:nvPr/>
        </p:nvCxnSpPr>
        <p:spPr>
          <a:xfrm flipH="1">
            <a:off x="1623514" y="2637020"/>
            <a:ext cx="177015" cy="396996"/>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492" name="Group 206"/>
          <p:cNvGrpSpPr>
            <a:grpSpLocks/>
          </p:cNvGrpSpPr>
          <p:nvPr/>
        </p:nvGrpSpPr>
        <p:grpSpPr bwMode="auto">
          <a:xfrm>
            <a:off x="4690551"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93"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4"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5"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6"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7"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8"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99"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0"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502" name="Group 216"/>
            <p:cNvGrpSpPr>
              <a:grpSpLocks/>
            </p:cNvGrpSpPr>
            <p:nvPr/>
          </p:nvGrpSpPr>
          <p:grpSpPr bwMode="auto">
            <a:xfrm>
              <a:off x="912" y="768"/>
              <a:ext cx="2386" cy="1553"/>
              <a:chOff x="912" y="768"/>
              <a:chExt cx="2386" cy="1553"/>
            </a:xfrm>
            <a:grpFill/>
          </p:grpSpPr>
          <p:sp>
            <p:nvSpPr>
              <p:cNvPr id="503"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4"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5"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6"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7"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8"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09"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0"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11"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512" name="Text Box 175"/>
          <p:cNvSpPr txBox="1">
            <a:spLocks noChangeArrowheads="1"/>
          </p:cNvSpPr>
          <p:nvPr/>
        </p:nvSpPr>
        <p:spPr bwMode="auto">
          <a:xfrm>
            <a:off x="5038693"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3</a:t>
            </a:r>
          </a:p>
        </p:txBody>
      </p:sp>
      <p:sp>
        <p:nvSpPr>
          <p:cNvPr id="513" name="Text Box 173"/>
          <p:cNvSpPr txBox="1">
            <a:spLocks noChangeArrowheads="1"/>
          </p:cNvSpPr>
          <p:nvPr/>
        </p:nvSpPr>
        <p:spPr bwMode="auto">
          <a:xfrm>
            <a:off x="882387" y="3014631"/>
            <a:ext cx="38064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4</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 IP</a:t>
            </a:r>
            <a:r>
              <a:rPr lang="en-US" altLang="zh-CN" sz="1400" b="1" baseline="-25000" dirty="0">
                <a:solidFill>
                  <a:srgbClr val="C00000"/>
                </a:solidFill>
                <a:latin typeface="微软雅黑" panose="020B0503020204020204" pitchFamily="34" charset="-122"/>
                <a:ea typeface="微软雅黑" panose="020B0503020204020204" pitchFamily="34" charset="-122"/>
              </a:rPr>
              <a:t>4a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
        <p:nvSpPr>
          <p:cNvPr id="514" name="Text Box 173"/>
          <p:cNvSpPr txBox="1">
            <a:spLocks noChangeArrowheads="1"/>
          </p:cNvSpPr>
          <p:nvPr/>
        </p:nvSpPr>
        <p:spPr bwMode="auto">
          <a:xfrm>
            <a:off x="877725" y="1126614"/>
            <a:ext cx="41302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2</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3</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IP</a:t>
            </a:r>
            <a:r>
              <a:rPr lang="en-US" altLang="zh-CN" sz="1400" b="1" baseline="-25000" dirty="0">
                <a:solidFill>
                  <a:srgbClr val="C00000"/>
                </a:solidFill>
                <a:latin typeface="微软雅黑" panose="020B0503020204020204" pitchFamily="34" charset="-122"/>
                <a:ea typeface="微软雅黑" panose="020B0503020204020204" pitchFamily="34" charset="-122"/>
              </a:rPr>
              <a:t>2a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
        <p:nvSpPr>
          <p:cNvPr id="5" name="任意多边形: 形状 4">
            <a:extLst>
              <a:ext uri="{FF2B5EF4-FFF2-40B4-BE49-F238E27FC236}">
                <a16:creationId xmlns:a16="http://schemas.microsoft.com/office/drawing/2014/main" id="{814D0EF1-BECE-FA69-61AA-A2FDDBDD876F}"/>
              </a:ext>
            </a:extLst>
          </p:cNvPr>
          <p:cNvSpPr/>
          <p:nvPr/>
        </p:nvSpPr>
        <p:spPr>
          <a:xfrm>
            <a:off x="1213945" y="2144110"/>
            <a:ext cx="6043448" cy="493990"/>
          </a:xfrm>
          <a:custGeom>
            <a:avLst/>
            <a:gdLst>
              <a:gd name="connsiteX0" fmla="*/ 0 w 6043448"/>
              <a:gd name="connsiteY0" fmla="*/ 0 h 493990"/>
              <a:gd name="connsiteX1" fmla="*/ 667407 w 6043448"/>
              <a:gd name="connsiteY1" fmla="*/ 273269 h 493990"/>
              <a:gd name="connsiteX2" fmla="*/ 1818289 w 6043448"/>
              <a:gd name="connsiteY2" fmla="*/ 467711 h 493990"/>
              <a:gd name="connsiteX3" fmla="*/ 4377558 w 6043448"/>
              <a:gd name="connsiteY3" fmla="*/ 457200 h 493990"/>
              <a:gd name="connsiteX4" fmla="*/ 5023945 w 6043448"/>
              <a:gd name="connsiteY4" fmla="*/ 147145 h 493990"/>
              <a:gd name="connsiteX5" fmla="*/ 5244662 w 6043448"/>
              <a:gd name="connsiteY5" fmla="*/ 63062 h 493990"/>
              <a:gd name="connsiteX6" fmla="*/ 6043448 w 6043448"/>
              <a:gd name="connsiteY6" fmla="*/ 189187 h 49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3448" h="493990">
                <a:moveTo>
                  <a:pt x="0" y="0"/>
                </a:moveTo>
                <a:cubicBezTo>
                  <a:pt x="182179" y="97658"/>
                  <a:pt x="364359" y="195317"/>
                  <a:pt x="667407" y="273269"/>
                </a:cubicBezTo>
                <a:cubicBezTo>
                  <a:pt x="970455" y="351221"/>
                  <a:pt x="1199931" y="437056"/>
                  <a:pt x="1818289" y="467711"/>
                </a:cubicBezTo>
                <a:cubicBezTo>
                  <a:pt x="2436647" y="498366"/>
                  <a:pt x="3843282" y="510628"/>
                  <a:pt x="4377558" y="457200"/>
                </a:cubicBezTo>
                <a:cubicBezTo>
                  <a:pt x="4911834" y="403772"/>
                  <a:pt x="4879428" y="212835"/>
                  <a:pt x="5023945" y="147145"/>
                </a:cubicBezTo>
                <a:cubicBezTo>
                  <a:pt x="5168462" y="81455"/>
                  <a:pt x="5074745" y="56055"/>
                  <a:pt x="5244662" y="63062"/>
                </a:cubicBezTo>
                <a:cubicBezTo>
                  <a:pt x="5414579" y="70069"/>
                  <a:pt x="5729013" y="129628"/>
                  <a:pt x="6043448" y="189187"/>
                </a:cubicBezTo>
              </a:path>
            </a:pathLst>
          </a:cu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solidFill>
                <a:schemeClr val="tx1"/>
              </a:solidFill>
            </a:endParaRPr>
          </a:p>
        </p:txBody>
      </p:sp>
    </p:spTree>
    <p:extLst>
      <p:ext uri="{BB962C8B-B14F-4D97-AF65-F5344CB8AC3E}">
        <p14:creationId xmlns:p14="http://schemas.microsoft.com/office/powerpoint/2010/main" val="39880558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514"/>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513"/>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10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nodeType="clickEffect">
                                  <p:stCondLst>
                                    <p:cond delay="0"/>
                                  </p:stCondLst>
                                  <p:childTnLst>
                                    <p:set>
                                      <p:cBhvr>
                                        <p:cTn id="19" dur="1" fill="hold">
                                          <p:stCondLst>
                                            <p:cond delay="0"/>
                                          </p:stCondLst>
                                        </p:cTn>
                                        <p:tgtEl>
                                          <p:spTgt spid="329">
                                            <p:txEl>
                                              <p:pRg st="2" end="2"/>
                                            </p:txEl>
                                          </p:spTgt>
                                        </p:tgtEl>
                                        <p:attrNameLst>
                                          <p:attrName>style.visibility</p:attrName>
                                        </p:attrNameLst>
                                      </p:cBhvr>
                                      <p:to>
                                        <p:strVal val="visible"/>
                                      </p:to>
                                    </p:set>
                                    <p:animEffect transition="in" filter="fade">
                                      <p:cBhvr>
                                        <p:cTn id="20" dur="1000"/>
                                        <p:tgtEl>
                                          <p:spTgt spid="329">
                                            <p:txEl>
                                              <p:pRg st="2" end="2"/>
                                            </p:txEl>
                                          </p:spTgt>
                                        </p:tgtEl>
                                      </p:cBhvr>
                                    </p:animEffect>
                                    <p:anim calcmode="lin" valueType="num">
                                      <p:cBhvr>
                                        <p:cTn id="21" dur="1000" fill="hold"/>
                                        <p:tgtEl>
                                          <p:spTgt spid="329">
                                            <p:txEl>
                                              <p:pRg st="2" end="2"/>
                                            </p:txEl>
                                          </p:spTgt>
                                        </p:tgtEl>
                                        <p:attrNameLst>
                                          <p:attrName>ppt_x</p:attrName>
                                        </p:attrNameLst>
                                      </p:cBhvr>
                                      <p:tavLst>
                                        <p:tav tm="0">
                                          <p:val>
                                            <p:strVal val="#ppt_x"/>
                                          </p:val>
                                        </p:tav>
                                        <p:tav tm="100000">
                                          <p:val>
                                            <p:strVal val="#ppt_x"/>
                                          </p:val>
                                        </p:tav>
                                      </p:tavLst>
                                    </p:anim>
                                    <p:anim calcmode="lin" valueType="num">
                                      <p:cBhvr>
                                        <p:cTn id="22" dur="1000" fill="hold"/>
                                        <p:tgtEl>
                                          <p:spTgt spid="329">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3" grpId="0"/>
      <p:bldP spid="514" grpId="0"/>
      <p:bldP spid="5" grpId="0" animBg="1"/>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F9C0AB-8909-DD04-861D-DE1D8151E393}"/>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FADC53C2-5D62-E938-E26D-0F5D621DDF07}"/>
              </a:ext>
            </a:extLst>
          </p:cNvPr>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9C93D6C7-E18D-8226-7130-3396BF1497A8}"/>
              </a:ext>
            </a:extLst>
          </p:cNvPr>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4. BGP </a:t>
            </a:r>
            <a:r>
              <a:rPr lang="zh-CN" altLang="en-US" sz="2000" b="1" dirty="0">
                <a:solidFill>
                  <a:schemeClr val="bg1"/>
                </a:solidFill>
                <a:latin typeface="微软雅黑" pitchFamily="34" charset="-122"/>
                <a:ea typeface="微软雅黑" pitchFamily="34" charset="-122"/>
              </a:rPr>
              <a:t>的路由选择</a:t>
            </a:r>
          </a:p>
        </p:txBody>
      </p:sp>
      <p:graphicFrame>
        <p:nvGraphicFramePr>
          <p:cNvPr id="2" name="图示 1">
            <a:extLst>
              <a:ext uri="{FF2B5EF4-FFF2-40B4-BE49-F238E27FC236}">
                <a16:creationId xmlns:a16="http://schemas.microsoft.com/office/drawing/2014/main" id="{69F391AD-99DC-CD4F-3232-0C1013ABB3B8}"/>
              </a:ext>
            </a:extLst>
          </p:cNvPr>
          <p:cNvGraphicFramePr/>
          <p:nvPr>
            <p:extLst>
              <p:ext uri="{D42A27DB-BD31-4B8C-83A1-F6EECF244321}">
                <p14:modId xmlns:p14="http://schemas.microsoft.com/office/powerpoint/2010/main" val="234243755"/>
              </p:ext>
            </p:extLst>
          </p:nvPr>
        </p:nvGraphicFramePr>
        <p:xfrm>
          <a:off x="1228436" y="1145306"/>
          <a:ext cx="6862618" cy="326967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6" name="矩形: 圆角 5">
            <a:extLst>
              <a:ext uri="{FF2B5EF4-FFF2-40B4-BE49-F238E27FC236}">
                <a16:creationId xmlns:a16="http://schemas.microsoft.com/office/drawing/2014/main" id="{CCDB6D9B-D7C9-E53A-2205-0E5724DD233C}"/>
              </a:ext>
            </a:extLst>
          </p:cNvPr>
          <p:cNvSpPr/>
          <p:nvPr/>
        </p:nvSpPr>
        <p:spPr>
          <a:xfrm>
            <a:off x="1886607" y="2711350"/>
            <a:ext cx="6204447" cy="604666"/>
          </a:xfrm>
          <a:prstGeom prst="round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824334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8039"/>
            <a:ext cx="604589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热土豆路由算法（使分组尽快从本 </a:t>
            </a:r>
            <a:r>
              <a:rPr lang="en-US" altLang="zh-CN" sz="2000" b="1" dirty="0">
                <a:solidFill>
                  <a:schemeClr val="bg1"/>
                </a:solidFill>
                <a:latin typeface="微软雅黑" pitchFamily="34" charset="-122"/>
                <a:ea typeface="微软雅黑" pitchFamily="34" charset="-122"/>
              </a:rPr>
              <a:t>AS </a:t>
            </a:r>
            <a:r>
              <a:rPr lang="zh-CN" altLang="en-US" sz="2000" b="1" dirty="0">
                <a:solidFill>
                  <a:schemeClr val="bg1"/>
                </a:solidFill>
                <a:latin typeface="微软雅黑" pitchFamily="34" charset="-122"/>
                <a:ea typeface="微软雅黑" pitchFamily="34" charset="-122"/>
              </a:rPr>
              <a:t>转发出去）</a:t>
            </a:r>
          </a:p>
          <a:p>
            <a:pPr algn="ctr"/>
            <a:endParaRPr lang="zh-CN" altLang="en-US" sz="2000" b="1" dirty="0">
              <a:solidFill>
                <a:schemeClr val="bg1"/>
              </a:solidFill>
              <a:latin typeface="微软雅黑" pitchFamily="34" charset="-122"/>
              <a:ea typeface="微软雅黑" pitchFamily="34" charset="-122"/>
            </a:endParaRPr>
          </a:p>
        </p:txBody>
      </p:sp>
      <p:sp>
        <p:nvSpPr>
          <p:cNvPr id="329" name="Text Box 174"/>
          <p:cNvSpPr txBox="1">
            <a:spLocks noChangeArrowheads="1"/>
          </p:cNvSpPr>
          <p:nvPr/>
        </p:nvSpPr>
        <p:spPr bwMode="auto">
          <a:xfrm>
            <a:off x="1218428" y="3423958"/>
            <a:ext cx="6909572" cy="1064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285750" indent="-285750" eaLnBrk="1" hangingPunct="1">
              <a:lnSpc>
                <a:spcPts val="2600"/>
              </a:lnSpc>
              <a:buFont typeface="Wingdings" panose="05000000000000000000" pitchFamily="2" charset="2"/>
              <a:buChar char="l"/>
            </a:pPr>
            <a:r>
              <a:rPr lang="zh-CN" altLang="en-US" sz="1800" b="1" dirty="0">
                <a:solidFill>
                  <a:srgbClr val="0000FF"/>
                </a:solidFill>
                <a:latin typeface="微软雅黑" panose="020B0503020204020204" pitchFamily="34" charset="-122"/>
                <a:ea typeface="微软雅黑" panose="020B0503020204020204" pitchFamily="34" charset="-122"/>
              </a:rPr>
              <a:t>热土豆路由选择算法：</a:t>
            </a:r>
            <a:r>
              <a:rPr lang="zh-CN" altLang="en-US" sz="1800" b="1" dirty="0">
                <a:latin typeface="微软雅黑" panose="020B0503020204020204" pitchFamily="34" charset="-122"/>
                <a:ea typeface="微软雅黑" panose="020B0503020204020204" pitchFamily="34" charset="-122"/>
              </a:rPr>
              <a:t>使分组尽快离开本 </a:t>
            </a:r>
            <a:r>
              <a:rPr lang="en-US" altLang="zh-CN" sz="1800" b="1" dirty="0">
                <a:latin typeface="微软雅黑" panose="020B0503020204020204" pitchFamily="34" charset="-122"/>
                <a:ea typeface="微软雅黑" panose="020B0503020204020204" pitchFamily="34" charset="-122"/>
              </a:rPr>
              <a:t>AS</a:t>
            </a:r>
            <a:r>
              <a:rPr lang="zh-CN" altLang="en-US" sz="1800" b="1" dirty="0">
                <a:latin typeface="微软雅黑" panose="020B0503020204020204" pitchFamily="34" charset="-122"/>
                <a:ea typeface="微软雅黑" panose="020B0503020204020204" pitchFamily="34" charset="-122"/>
              </a:rPr>
              <a:t>。</a:t>
            </a:r>
          </a:p>
          <a:p>
            <a:pPr marL="285750" indent="-285750" eaLnBrk="1" hangingPunct="1">
              <a:lnSpc>
                <a:spcPts val="2600"/>
              </a:lnSpc>
              <a:buFont typeface="Wingdings" panose="05000000000000000000" pitchFamily="2" charset="2"/>
              <a:buChar char="l"/>
            </a:pPr>
            <a:r>
              <a:rPr lang="zh-CN" altLang="en-US" sz="1800" b="1" dirty="0">
                <a:latin typeface="微软雅黑" panose="020B0503020204020204" pitchFamily="34" charset="-122"/>
                <a:ea typeface="微软雅黑" panose="020B0503020204020204" pitchFamily="34" charset="-122"/>
              </a:rPr>
              <a:t>要使用内部网关协议（如协议</a:t>
            </a:r>
            <a:r>
              <a:rPr lang="en-US" altLang="zh-CN" sz="1800" b="1" dirty="0">
                <a:latin typeface="微软雅黑" panose="020B0503020204020204" pitchFamily="34" charset="-122"/>
                <a:ea typeface="微软雅黑" panose="020B0503020204020204" pitchFamily="34" charset="-122"/>
              </a:rPr>
              <a:t>OSPF</a:t>
            </a:r>
            <a:r>
              <a:rPr lang="zh-CN" altLang="en-US" sz="1800" b="1" dirty="0">
                <a:latin typeface="微软雅黑" panose="020B0503020204020204" pitchFamily="34" charset="-122"/>
                <a:ea typeface="微软雅黑" panose="020B0503020204020204" pitchFamily="34" charset="-122"/>
              </a:rPr>
              <a:t>或</a:t>
            </a:r>
            <a:r>
              <a:rPr lang="en-US" altLang="zh-CN" sz="1800" b="1" dirty="0">
                <a:latin typeface="微软雅黑" panose="020B0503020204020204" pitchFamily="34" charset="-122"/>
                <a:ea typeface="微软雅黑" panose="020B0503020204020204" pitchFamily="34" charset="-122"/>
              </a:rPr>
              <a:t>RIP</a:t>
            </a:r>
            <a:r>
              <a:rPr lang="zh-CN" altLang="en-US" sz="1800" b="1" dirty="0">
                <a:latin typeface="微软雅黑" panose="020B0503020204020204" pitchFamily="34" charset="-122"/>
                <a:ea typeface="微软雅黑" panose="020B0503020204020204" pitchFamily="34" charset="-122"/>
              </a:rPr>
              <a:t>）找出一条离开本</a:t>
            </a:r>
            <a:r>
              <a:rPr lang="en-US" altLang="zh-CN" sz="1800" b="1" dirty="0">
                <a:latin typeface="微软雅黑" panose="020B0503020204020204" pitchFamily="34" charset="-122"/>
                <a:ea typeface="微软雅黑" panose="020B0503020204020204" pitchFamily="34" charset="-122"/>
              </a:rPr>
              <a:t>AS</a:t>
            </a:r>
            <a:r>
              <a:rPr lang="zh-CN" altLang="en-US" sz="1800" b="1" dirty="0">
                <a:latin typeface="微软雅黑" panose="020B0503020204020204" pitchFamily="34" charset="-122"/>
                <a:ea typeface="微软雅黑" panose="020B0503020204020204" pitchFamily="34" charset="-122"/>
              </a:rPr>
              <a:t>的最小代价路径。</a:t>
            </a:r>
          </a:p>
        </p:txBody>
      </p:sp>
      <p:sp>
        <p:nvSpPr>
          <p:cNvPr id="265" name="圆角矩形 264"/>
          <p:cNvSpPr/>
          <p:nvPr/>
        </p:nvSpPr>
        <p:spPr>
          <a:xfrm>
            <a:off x="545145" y="1052857"/>
            <a:ext cx="8053712" cy="23572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67" name="Line 155"/>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8" name="Line 155"/>
          <p:cNvSpPr>
            <a:spLocks noChangeShapeType="1"/>
          </p:cNvSpPr>
          <p:nvPr/>
        </p:nvSpPr>
        <p:spPr bwMode="auto">
          <a:xfrm>
            <a:off x="3952711" y="1669599"/>
            <a:ext cx="2400528" cy="5280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9" name="Oval 207"/>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0" name="Oval 208"/>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1" name="Oval 209"/>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2" name="Oval 210"/>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3" name="Oval 211"/>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4" name="Oval 212"/>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Oval 213"/>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6" name="Oval 214"/>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Oval 215"/>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8" name="Group 216"/>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7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88" name="Group 206"/>
          <p:cNvGrpSpPr>
            <a:grpSpLocks/>
          </p:cNvGrpSpPr>
          <p:nvPr/>
        </p:nvGrpSpPr>
        <p:grpSpPr bwMode="auto">
          <a:xfrm>
            <a:off x="2983987"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8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9"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0" name="Group 216"/>
            <p:cNvGrpSpPr>
              <a:grpSpLocks/>
            </p:cNvGrpSpPr>
            <p:nvPr/>
          </p:nvGrpSpPr>
          <p:grpSpPr bwMode="auto">
            <a:xfrm>
              <a:off x="912" y="768"/>
              <a:ext cx="2386" cy="1553"/>
              <a:chOff x="912" y="768"/>
              <a:chExt cx="2386" cy="1553"/>
            </a:xfrm>
            <a:grpFill/>
          </p:grpSpPr>
          <p:sp>
            <p:nvSpPr>
              <p:cNvPr id="311"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4"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5"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9"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20" name="Group 206"/>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21"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2"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3"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4"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5"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6"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7"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8"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52" name="Group 216"/>
            <p:cNvGrpSpPr>
              <a:grpSpLocks/>
            </p:cNvGrpSpPr>
            <p:nvPr/>
          </p:nvGrpSpPr>
          <p:grpSpPr bwMode="auto">
            <a:xfrm>
              <a:off x="912" y="768"/>
              <a:ext cx="2386" cy="1553"/>
              <a:chOff x="912" y="768"/>
              <a:chExt cx="2386" cy="1553"/>
            </a:xfrm>
            <a:grpFill/>
          </p:grpSpPr>
          <p:sp>
            <p:nvSpPr>
              <p:cNvPr id="390"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2"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3"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5"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6"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0"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401" name="Line 154"/>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2" name="Line 167"/>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3" name="Line 169"/>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4" name="Line 170"/>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173"/>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406" name="Text Box 174"/>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407" name="Text Box 175"/>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408" name="Text Box 173"/>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409"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0"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1"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2"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13" name="Text Box 173"/>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414" name="Text Box 173"/>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415" name="Text Box 173"/>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1a</a:t>
            </a:r>
          </a:p>
        </p:txBody>
      </p:sp>
      <p:sp>
        <p:nvSpPr>
          <p:cNvPr id="416" name="椭圆 274"/>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7" name="Text Box 173"/>
          <p:cNvSpPr txBox="1">
            <a:spLocks noChangeArrowheads="1"/>
          </p:cNvSpPr>
          <p:nvPr/>
        </p:nvSpPr>
        <p:spPr bwMode="auto">
          <a:xfrm>
            <a:off x="2673336" y="1446875"/>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IP</a:t>
            </a:r>
            <a:r>
              <a:rPr lang="en-US" altLang="zh-CN" sz="1400" b="1" baseline="-25000" dirty="0">
                <a:latin typeface="微软雅黑" panose="020B0503020204020204" pitchFamily="34" charset="-122"/>
                <a:ea typeface="微软雅黑" panose="020B0503020204020204" pitchFamily="34" charset="-122"/>
              </a:rPr>
              <a:t>2a</a:t>
            </a:r>
          </a:p>
        </p:txBody>
      </p:sp>
      <p:grpSp>
        <p:nvGrpSpPr>
          <p:cNvPr id="418" name="Group 206"/>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9" name="Oval 207"/>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0" name="Oval 208"/>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1" name="Oval 209"/>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2" name="Oval 210"/>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3" name="Oval 211"/>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4" name="Oval 212"/>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5" name="Oval 213"/>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6" name="Oval 214"/>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7" name="Oval 215"/>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428" name="Group 216"/>
            <p:cNvGrpSpPr>
              <a:grpSpLocks/>
            </p:cNvGrpSpPr>
            <p:nvPr/>
          </p:nvGrpSpPr>
          <p:grpSpPr bwMode="auto">
            <a:xfrm>
              <a:off x="912" y="768"/>
              <a:ext cx="2386" cy="1553"/>
              <a:chOff x="912" y="768"/>
              <a:chExt cx="2386" cy="1553"/>
            </a:xfrm>
            <a:grpFill/>
          </p:grpSpPr>
          <p:sp>
            <p:nvSpPr>
              <p:cNvPr id="429" name="Oval 217"/>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0" name="Oval 218"/>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1" name="Oval 219"/>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2" name="Oval 220"/>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3" name="Oval 221"/>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4" name="Oval 222"/>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5" name="Oval 223"/>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6" name="Oval 224"/>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7" name="Oval 225"/>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438" name="Line 154"/>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39" name="Line 154"/>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0" name="Line 154"/>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1" name="Line 154"/>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2" name="Line 154"/>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3" name="Line 154"/>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4" name="Text Box 174"/>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44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6"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9"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51" name="Line 154"/>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2" name="椭圆 273"/>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3" name="Text Box 173"/>
          <p:cNvSpPr txBox="1">
            <a:spLocks noChangeArrowheads="1"/>
          </p:cNvSpPr>
          <p:nvPr/>
        </p:nvSpPr>
        <p:spPr bwMode="auto">
          <a:xfrm>
            <a:off x="2762480" y="2296781"/>
            <a:ext cx="54735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IP</a:t>
            </a:r>
            <a:r>
              <a:rPr lang="en-US" altLang="zh-CN" sz="1400" b="1" baseline="-25000">
                <a:latin typeface="微软雅黑" panose="020B0503020204020204" pitchFamily="34" charset="-122"/>
                <a:ea typeface="微软雅黑" panose="020B0503020204020204" pitchFamily="34" charset="-122"/>
              </a:rPr>
              <a:t>4a</a:t>
            </a:r>
          </a:p>
        </p:txBody>
      </p:sp>
      <p:pic>
        <p:nvPicPr>
          <p:cNvPr id="454"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5"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458" name="组合 457"/>
          <p:cNvGrpSpPr/>
          <p:nvPr/>
        </p:nvGrpSpPr>
        <p:grpSpPr>
          <a:xfrm>
            <a:off x="7139909" y="2180331"/>
            <a:ext cx="1195784" cy="475254"/>
            <a:chOff x="7199673" y="2544678"/>
            <a:chExt cx="1195784" cy="475254"/>
          </a:xfrm>
        </p:grpSpPr>
        <p:sp>
          <p:nvSpPr>
            <p:cNvPr id="459" name="AutoShape 229"/>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60" name="Oval 231"/>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1" name="Oval 232"/>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2" name="Oval 233"/>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3" name="Oval 234"/>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4" name="Oval 235"/>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5" name="Oval 236"/>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6" name="Oval 237"/>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7" name="Oval 238"/>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8" name="Oval 239"/>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469" name="Group 257"/>
            <p:cNvGrpSpPr>
              <a:grpSpLocks/>
            </p:cNvGrpSpPr>
            <p:nvPr/>
          </p:nvGrpSpPr>
          <p:grpSpPr bwMode="auto">
            <a:xfrm>
              <a:off x="7200799" y="2545949"/>
              <a:ext cx="481775" cy="369898"/>
              <a:chOff x="3063" y="302"/>
              <a:chExt cx="856" cy="582"/>
            </a:xfrm>
            <a:solidFill>
              <a:schemeClr val="bg1"/>
            </a:solidFill>
          </p:grpSpPr>
          <p:sp>
            <p:nvSpPr>
              <p:cNvPr id="473" name="Freeform 241"/>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4" name="Arc 242"/>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5" name="Freeform 243"/>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6" name="Arc 244"/>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7" name="Freeform 245"/>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8" name="Arc 246"/>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9" name="Freeform 247"/>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0" name="Arc 248"/>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1" name="Freeform 249"/>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2" name="Arc 250"/>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3" name="Freeform 251"/>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4" name="Arc 252"/>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5" name="Freeform 253"/>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6" name="Arc 254"/>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7" name="Freeform 255"/>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8" name="Arc 256"/>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470" name="Text Box 173"/>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471" name="Text Box 42"/>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472" name="直接箭头连接符 331"/>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cxnSp>
        <p:nvCxnSpPr>
          <p:cNvPr id="490" name="直接箭头连接符 489"/>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91" name="直接箭头连接符 490"/>
          <p:cNvCxnSpPr/>
          <p:nvPr/>
        </p:nvCxnSpPr>
        <p:spPr>
          <a:xfrm flipH="1">
            <a:off x="1623514" y="2637020"/>
            <a:ext cx="177015" cy="396996"/>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0" name="Text Box 173"/>
          <p:cNvSpPr txBox="1">
            <a:spLocks noChangeArrowheads="1"/>
          </p:cNvSpPr>
          <p:nvPr/>
        </p:nvSpPr>
        <p:spPr bwMode="auto">
          <a:xfrm>
            <a:off x="882387" y="3014631"/>
            <a:ext cx="36622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4</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 IP</a:t>
            </a:r>
            <a:r>
              <a:rPr lang="en-US" altLang="zh-CN" sz="1400" b="1" baseline="-25000" dirty="0">
                <a:solidFill>
                  <a:srgbClr val="C00000"/>
                </a:solidFill>
                <a:latin typeface="微软雅黑" panose="020B0503020204020204" pitchFamily="34" charset="-122"/>
                <a:ea typeface="微软雅黑" panose="020B0503020204020204" pitchFamily="34" charset="-122"/>
              </a:rPr>
              <a:t>4a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
        <p:nvSpPr>
          <p:cNvPr id="181" name="Text Box 173"/>
          <p:cNvSpPr txBox="1">
            <a:spLocks noChangeArrowheads="1"/>
          </p:cNvSpPr>
          <p:nvPr/>
        </p:nvSpPr>
        <p:spPr bwMode="auto">
          <a:xfrm>
            <a:off x="877725" y="1126614"/>
            <a:ext cx="3626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2</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IP</a:t>
            </a:r>
            <a:r>
              <a:rPr lang="en-US" altLang="zh-CN" sz="1400" b="1" baseline="-25000" dirty="0">
                <a:solidFill>
                  <a:srgbClr val="C00000"/>
                </a:solidFill>
                <a:latin typeface="微软雅黑" panose="020B0503020204020204" pitchFamily="34" charset="-122"/>
                <a:ea typeface="微软雅黑" panose="020B0503020204020204" pitchFamily="34" charset="-122"/>
              </a:rPr>
              <a:t>2a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367981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81"/>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180"/>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29">
                                            <p:txEl>
                                              <p:pRg st="0" end="0"/>
                                            </p:txEl>
                                          </p:spTgt>
                                        </p:tgtEl>
                                        <p:attrNameLst>
                                          <p:attrName>style.visibility</p:attrName>
                                        </p:attrNameLst>
                                      </p:cBhvr>
                                      <p:to>
                                        <p:strVal val="visible"/>
                                      </p:to>
                                    </p:set>
                                    <p:animEffect transition="in" filter="fade">
                                      <p:cBhvr>
                                        <p:cTn id="15" dur="1000"/>
                                        <p:tgtEl>
                                          <p:spTgt spid="329">
                                            <p:txEl>
                                              <p:pRg st="0" end="0"/>
                                            </p:txEl>
                                          </p:spTgt>
                                        </p:tgtEl>
                                      </p:cBhvr>
                                    </p:animEffect>
                                    <p:anim calcmode="lin" valueType="num">
                                      <p:cBhvr>
                                        <p:cTn id="16" dur="1000" fill="hold"/>
                                        <p:tgtEl>
                                          <p:spTgt spid="329">
                                            <p:txEl>
                                              <p:pRg st="0" end="0"/>
                                            </p:txEl>
                                          </p:spTgt>
                                        </p:tgtEl>
                                        <p:attrNameLst>
                                          <p:attrName>ppt_x</p:attrName>
                                        </p:attrNameLst>
                                      </p:cBhvr>
                                      <p:tavLst>
                                        <p:tav tm="0">
                                          <p:val>
                                            <p:strVal val="#ppt_x"/>
                                          </p:val>
                                        </p:tav>
                                        <p:tav tm="100000">
                                          <p:val>
                                            <p:strVal val="#ppt_x"/>
                                          </p:val>
                                        </p:tav>
                                      </p:tavLst>
                                    </p:anim>
                                    <p:anim calcmode="lin" valueType="num">
                                      <p:cBhvr>
                                        <p:cTn id="17" dur="1000" fill="hold"/>
                                        <p:tgtEl>
                                          <p:spTgt spid="32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329">
                                            <p:txEl>
                                              <p:pRg st="1" end="1"/>
                                            </p:txEl>
                                          </p:spTgt>
                                        </p:tgtEl>
                                        <p:attrNameLst>
                                          <p:attrName>style.visibility</p:attrName>
                                        </p:attrNameLst>
                                      </p:cBhvr>
                                      <p:to>
                                        <p:strVal val="visible"/>
                                      </p:to>
                                    </p:set>
                                    <p:animEffect transition="in" filter="fade">
                                      <p:cBhvr>
                                        <p:cTn id="22" dur="1000"/>
                                        <p:tgtEl>
                                          <p:spTgt spid="329">
                                            <p:txEl>
                                              <p:pRg st="1" end="1"/>
                                            </p:txEl>
                                          </p:spTgt>
                                        </p:tgtEl>
                                      </p:cBhvr>
                                    </p:animEffect>
                                    <p:anim calcmode="lin" valueType="num">
                                      <p:cBhvr>
                                        <p:cTn id="23" dur="1000" fill="hold"/>
                                        <p:tgtEl>
                                          <p:spTgt spid="329">
                                            <p:txEl>
                                              <p:pRg st="1" end="1"/>
                                            </p:txEl>
                                          </p:spTgt>
                                        </p:tgtEl>
                                        <p:attrNameLst>
                                          <p:attrName>ppt_x</p:attrName>
                                        </p:attrNameLst>
                                      </p:cBhvr>
                                      <p:tavLst>
                                        <p:tav tm="0">
                                          <p:val>
                                            <p:strVal val="#ppt_x"/>
                                          </p:val>
                                        </p:tav>
                                        <p:tav tm="100000">
                                          <p:val>
                                            <p:strVal val="#ppt_x"/>
                                          </p:val>
                                        </p:tav>
                                      </p:tavLst>
                                    </p:anim>
                                    <p:anim calcmode="lin" valueType="num">
                                      <p:cBhvr>
                                        <p:cTn id="24" dur="1000" fill="hold"/>
                                        <p:tgtEl>
                                          <p:spTgt spid="329">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9" grpId="0" uiExpand="1" build="p"/>
      <p:bldP spid="180" grpId="0"/>
      <p:bldP spid="181" grpId="0"/>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3C723E-B206-8E48-15AA-D3070C05F892}"/>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6D7321BE-829F-B8F7-156D-D2F859E2999B}"/>
              </a:ext>
            </a:extLst>
          </p:cNvPr>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07F13FE3-F5D5-3190-D0CF-1548617F6985}"/>
              </a:ext>
            </a:extLst>
          </p:cNvPr>
          <p:cNvSpPr>
            <a:spLocks noChangeArrowheads="1"/>
          </p:cNvSpPr>
          <p:nvPr/>
        </p:nvSpPr>
        <p:spPr bwMode="auto">
          <a:xfrm>
            <a:off x="1941968" y="588039"/>
            <a:ext cx="604589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热土豆路由算法（使分组尽快从本 </a:t>
            </a:r>
            <a:r>
              <a:rPr lang="en-US" altLang="zh-CN" sz="2000" b="1" dirty="0">
                <a:solidFill>
                  <a:schemeClr val="bg1"/>
                </a:solidFill>
                <a:latin typeface="微软雅黑" pitchFamily="34" charset="-122"/>
                <a:ea typeface="微软雅黑" pitchFamily="34" charset="-122"/>
              </a:rPr>
              <a:t>AS </a:t>
            </a:r>
            <a:r>
              <a:rPr lang="zh-CN" altLang="en-US" sz="2000" b="1" dirty="0">
                <a:solidFill>
                  <a:schemeClr val="bg1"/>
                </a:solidFill>
                <a:latin typeface="微软雅黑" pitchFamily="34" charset="-122"/>
                <a:ea typeface="微软雅黑" pitchFamily="34" charset="-122"/>
              </a:rPr>
              <a:t>转发出去）</a:t>
            </a:r>
          </a:p>
          <a:p>
            <a:pPr algn="ctr"/>
            <a:endParaRPr lang="zh-CN" altLang="en-US" sz="2000" b="1" dirty="0">
              <a:solidFill>
                <a:schemeClr val="bg1"/>
              </a:solidFill>
              <a:latin typeface="微软雅黑" pitchFamily="34" charset="-122"/>
              <a:ea typeface="微软雅黑" pitchFamily="34" charset="-122"/>
            </a:endParaRPr>
          </a:p>
        </p:txBody>
      </p:sp>
      <p:sp>
        <p:nvSpPr>
          <p:cNvPr id="329" name="Text Box 174">
            <a:extLst>
              <a:ext uri="{FF2B5EF4-FFF2-40B4-BE49-F238E27FC236}">
                <a16:creationId xmlns:a16="http://schemas.microsoft.com/office/drawing/2014/main" id="{38302947-DDA0-7632-786C-E7404F6F7835}"/>
              </a:ext>
            </a:extLst>
          </p:cNvPr>
          <p:cNvSpPr txBox="1">
            <a:spLocks noChangeArrowheads="1"/>
          </p:cNvSpPr>
          <p:nvPr/>
        </p:nvSpPr>
        <p:spPr bwMode="auto">
          <a:xfrm>
            <a:off x="1218428" y="3381918"/>
            <a:ext cx="6909572" cy="1426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2600"/>
              </a:lnSpc>
            </a:pP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1a</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选择 </a:t>
            </a: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1c</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作为离开 </a:t>
            </a:r>
            <a:r>
              <a:rPr lang="en-US" altLang="zh-CN" sz="1800" b="1" dirty="0">
                <a:solidFill>
                  <a:srgbClr val="0000FF"/>
                </a:solidFill>
                <a:latin typeface="微软雅黑" panose="020B0503020204020204" pitchFamily="34" charset="-122"/>
                <a:ea typeface="微软雅黑" panose="020B0503020204020204" pitchFamily="34" charset="-122"/>
              </a:rPr>
              <a:t>AS</a:t>
            </a:r>
            <a:r>
              <a:rPr lang="en-US" altLang="zh-CN" sz="1800" b="1" baseline="-25000" dirty="0">
                <a:solidFill>
                  <a:srgbClr val="0000FF"/>
                </a:solidFill>
                <a:latin typeface="微软雅黑" panose="020B0503020204020204" pitchFamily="34" charset="-122"/>
                <a:ea typeface="微软雅黑" panose="020B0503020204020204" pitchFamily="34" charset="-122"/>
              </a:rPr>
              <a:t>1</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的最佳选择，</a:t>
            </a:r>
            <a:r>
              <a:rPr lang="zh-CN" altLang="en-US" sz="1800" b="1" dirty="0">
                <a:latin typeface="微软雅黑" panose="020B0503020204020204" pitchFamily="34" charset="-122"/>
                <a:ea typeface="微软雅黑" panose="020B0503020204020204" pitchFamily="34" charset="-122"/>
              </a:rPr>
              <a:t>其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转发表中对应的项目应当是：（匹配前缀 </a:t>
            </a:r>
            <a:r>
              <a:rPr lang="en-US" altLang="zh-CN" sz="1800" b="1" dirty="0">
                <a:latin typeface="微软雅黑" panose="020B0503020204020204" pitchFamily="34" charset="-122"/>
                <a:ea typeface="微软雅黑" panose="020B0503020204020204" pitchFamily="34" charset="-122"/>
              </a:rPr>
              <a:t>X</a:t>
            </a:r>
            <a:r>
              <a:rPr lang="zh-CN" altLang="en-US" sz="1800" b="1" dirty="0">
                <a:latin typeface="微软雅黑" panose="020B0503020204020204" pitchFamily="34" charset="-122"/>
                <a:ea typeface="微软雅黑" panose="020B0503020204020204" pitchFamily="34" charset="-122"/>
              </a:rPr>
              <a:t>，下一跳路由器 </a:t>
            </a:r>
            <a:r>
              <a:rPr lang="en-US" altLang="zh-CN" sz="1800" b="1" dirty="0">
                <a:latin typeface="微软雅黑" panose="020B0503020204020204" pitchFamily="34" charset="-122"/>
                <a:ea typeface="微软雅黑" panose="020B0503020204020204" pitchFamily="34" charset="-122"/>
              </a:rPr>
              <a:t>R</a:t>
            </a:r>
            <a:r>
              <a:rPr lang="en-US" altLang="zh-CN" sz="1800" b="1" baseline="-25000" dirty="0">
                <a:latin typeface="微软雅黑" panose="020B0503020204020204" pitchFamily="34" charset="-122"/>
                <a:ea typeface="微软雅黑" panose="020B0503020204020204" pitchFamily="34" charset="-122"/>
              </a:rPr>
              <a:t>1c</a:t>
            </a:r>
            <a:r>
              <a:rPr lang="zh-CN" altLang="en-US" sz="1800" b="1" dirty="0">
                <a:latin typeface="微软雅黑" panose="020B0503020204020204" pitchFamily="34" charset="-122"/>
                <a:ea typeface="微软雅黑" panose="020B0503020204020204" pitchFamily="34" charset="-122"/>
              </a:rPr>
              <a:t>）。</a:t>
            </a:r>
          </a:p>
          <a:p>
            <a:pPr eaLnBrk="1" hangingPunct="1">
              <a:lnSpc>
                <a:spcPts val="2600"/>
              </a:lnSpc>
            </a:pP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1b</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选择 </a:t>
            </a:r>
            <a:r>
              <a:rPr lang="en-US" altLang="zh-CN" sz="1800" b="1" dirty="0">
                <a:solidFill>
                  <a:srgbClr val="0000FF"/>
                </a:solidFill>
                <a:latin typeface="微软雅黑" panose="020B0503020204020204" pitchFamily="34" charset="-122"/>
                <a:ea typeface="微软雅黑" panose="020B0503020204020204" pitchFamily="34" charset="-122"/>
              </a:rPr>
              <a:t>R</a:t>
            </a:r>
            <a:r>
              <a:rPr lang="en-US" altLang="zh-CN" sz="1800" b="1" baseline="-25000" dirty="0">
                <a:solidFill>
                  <a:srgbClr val="0000FF"/>
                </a:solidFill>
                <a:latin typeface="微软雅黑" panose="020B0503020204020204" pitchFamily="34" charset="-122"/>
                <a:ea typeface="微软雅黑" panose="020B0503020204020204" pitchFamily="34" charset="-122"/>
              </a:rPr>
              <a:t>1d</a:t>
            </a:r>
            <a:r>
              <a:rPr lang="en-US" altLang="zh-CN" sz="1800" b="1" dirty="0">
                <a:solidFill>
                  <a:srgbClr val="0000FF"/>
                </a:solidFill>
                <a:latin typeface="微软雅黑" panose="020B0503020204020204" pitchFamily="34" charset="-122"/>
                <a:ea typeface="微软雅黑" panose="020B0503020204020204" pitchFamily="34" charset="-122"/>
              </a:rPr>
              <a:t> </a:t>
            </a:r>
            <a:r>
              <a:rPr lang="zh-CN" altLang="en-US" sz="1800" b="1" dirty="0">
                <a:solidFill>
                  <a:srgbClr val="0000FF"/>
                </a:solidFill>
                <a:latin typeface="微软雅黑" panose="020B0503020204020204" pitchFamily="34" charset="-122"/>
                <a:ea typeface="微软雅黑" panose="020B0503020204020204" pitchFamily="34" charset="-122"/>
              </a:rPr>
              <a:t>作为离开 </a:t>
            </a:r>
            <a:r>
              <a:rPr lang="en-US" altLang="zh-CN" sz="1800" b="1" dirty="0">
                <a:solidFill>
                  <a:srgbClr val="0000FF"/>
                </a:solidFill>
                <a:latin typeface="微软雅黑" panose="020B0503020204020204" pitchFamily="34" charset="-122"/>
                <a:ea typeface="微软雅黑" panose="020B0503020204020204" pitchFamily="34" charset="-122"/>
              </a:rPr>
              <a:t>AS</a:t>
            </a:r>
            <a:r>
              <a:rPr lang="en-US" altLang="zh-CN" sz="1800" b="1" baseline="-25000" dirty="0">
                <a:solidFill>
                  <a:srgbClr val="0000FF"/>
                </a:solidFill>
                <a:latin typeface="微软雅黑" panose="020B0503020204020204" pitchFamily="34" charset="-122"/>
                <a:ea typeface="微软雅黑" panose="020B0503020204020204" pitchFamily="34" charset="-122"/>
              </a:rPr>
              <a:t>1 </a:t>
            </a:r>
            <a:r>
              <a:rPr lang="zh-CN" altLang="en-US" sz="1800" b="1" dirty="0">
                <a:solidFill>
                  <a:srgbClr val="0000FF"/>
                </a:solidFill>
                <a:latin typeface="微软雅黑" panose="020B0503020204020204" pitchFamily="34" charset="-122"/>
                <a:ea typeface="微软雅黑" panose="020B0503020204020204" pitchFamily="34" charset="-122"/>
              </a:rPr>
              <a:t>的最佳选择，</a:t>
            </a:r>
            <a:r>
              <a:rPr lang="zh-CN" altLang="en-US" sz="1800" b="1" dirty="0">
                <a:latin typeface="微软雅黑" panose="020B0503020204020204" pitchFamily="34" charset="-122"/>
                <a:ea typeface="微软雅黑" panose="020B0503020204020204" pitchFamily="34" charset="-122"/>
              </a:rPr>
              <a:t>其 </a:t>
            </a:r>
            <a:r>
              <a:rPr lang="en-US" altLang="zh-CN" sz="1800" b="1" dirty="0">
                <a:latin typeface="微软雅黑" panose="020B0503020204020204" pitchFamily="34" charset="-122"/>
                <a:ea typeface="微软雅黑" panose="020B0503020204020204" pitchFamily="34" charset="-122"/>
              </a:rPr>
              <a:t>BGP </a:t>
            </a:r>
            <a:r>
              <a:rPr lang="zh-CN" altLang="en-US" sz="1800" b="1" dirty="0">
                <a:latin typeface="微软雅黑" panose="020B0503020204020204" pitchFamily="34" charset="-122"/>
                <a:ea typeface="微软雅黑" panose="020B0503020204020204" pitchFamily="34" charset="-122"/>
              </a:rPr>
              <a:t>转发表中对应的项目应当是：（匹配前缀 </a:t>
            </a:r>
            <a:r>
              <a:rPr lang="en-US" altLang="zh-CN" sz="1800" b="1" dirty="0">
                <a:latin typeface="微软雅黑" panose="020B0503020204020204" pitchFamily="34" charset="-122"/>
                <a:ea typeface="微软雅黑" panose="020B0503020204020204" pitchFamily="34" charset="-122"/>
              </a:rPr>
              <a:t>X</a:t>
            </a:r>
            <a:r>
              <a:rPr lang="zh-CN" altLang="en-US" sz="1800" b="1" dirty="0">
                <a:latin typeface="微软雅黑" panose="020B0503020204020204" pitchFamily="34" charset="-122"/>
                <a:ea typeface="微软雅黑" panose="020B0503020204020204" pitchFamily="34" charset="-122"/>
              </a:rPr>
              <a:t>，下一跳路由器 </a:t>
            </a:r>
            <a:r>
              <a:rPr lang="en-US" altLang="zh-CN" sz="1800" b="1" dirty="0">
                <a:latin typeface="微软雅黑" panose="020B0503020204020204" pitchFamily="34" charset="-122"/>
                <a:ea typeface="微软雅黑" panose="020B0503020204020204" pitchFamily="34" charset="-122"/>
              </a:rPr>
              <a:t>R</a:t>
            </a:r>
            <a:r>
              <a:rPr lang="en-US" altLang="zh-CN" sz="1800" b="1" baseline="-25000" dirty="0">
                <a:latin typeface="微软雅黑" panose="020B0503020204020204" pitchFamily="34" charset="-122"/>
                <a:ea typeface="微软雅黑" panose="020B0503020204020204" pitchFamily="34" charset="-122"/>
              </a:rPr>
              <a:t>1d</a:t>
            </a:r>
            <a:r>
              <a:rPr lang="zh-CN" altLang="en-US" sz="1800" b="1" dirty="0">
                <a:latin typeface="微软雅黑" panose="020B0503020204020204" pitchFamily="34" charset="-122"/>
                <a:ea typeface="微软雅黑" panose="020B0503020204020204" pitchFamily="34" charset="-122"/>
              </a:rPr>
              <a:t>）。</a:t>
            </a:r>
          </a:p>
        </p:txBody>
      </p:sp>
      <p:sp>
        <p:nvSpPr>
          <p:cNvPr id="265" name="圆角矩形 264">
            <a:extLst>
              <a:ext uri="{FF2B5EF4-FFF2-40B4-BE49-F238E27FC236}">
                <a16:creationId xmlns:a16="http://schemas.microsoft.com/office/drawing/2014/main" id="{929AC87B-C9AC-F123-00D3-2AE871270877}"/>
              </a:ext>
            </a:extLst>
          </p:cNvPr>
          <p:cNvSpPr/>
          <p:nvPr/>
        </p:nvSpPr>
        <p:spPr>
          <a:xfrm>
            <a:off x="545145" y="1052857"/>
            <a:ext cx="8053712" cy="23572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67" name="Line 155">
            <a:extLst>
              <a:ext uri="{FF2B5EF4-FFF2-40B4-BE49-F238E27FC236}">
                <a16:creationId xmlns:a16="http://schemas.microsoft.com/office/drawing/2014/main" id="{3813DD4F-A016-4AC0-B84A-712AD61C732B}"/>
              </a:ext>
            </a:extLst>
          </p:cNvPr>
          <p:cNvSpPr>
            <a:spLocks noChangeShapeType="1"/>
          </p:cNvSpPr>
          <p:nvPr/>
        </p:nvSpPr>
        <p:spPr bwMode="auto">
          <a:xfrm flipV="1">
            <a:off x="5803187" y="2219399"/>
            <a:ext cx="586018" cy="4703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8" name="Line 155">
            <a:extLst>
              <a:ext uri="{FF2B5EF4-FFF2-40B4-BE49-F238E27FC236}">
                <a16:creationId xmlns:a16="http://schemas.microsoft.com/office/drawing/2014/main" id="{C0CED37D-E67C-BEB0-D71F-B88AB68AE8B4}"/>
              </a:ext>
            </a:extLst>
          </p:cNvPr>
          <p:cNvSpPr>
            <a:spLocks noChangeShapeType="1"/>
          </p:cNvSpPr>
          <p:nvPr/>
        </p:nvSpPr>
        <p:spPr bwMode="auto">
          <a:xfrm>
            <a:off x="3952711" y="1669599"/>
            <a:ext cx="2400528" cy="5280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9" name="Oval 207">
            <a:extLst>
              <a:ext uri="{FF2B5EF4-FFF2-40B4-BE49-F238E27FC236}">
                <a16:creationId xmlns:a16="http://schemas.microsoft.com/office/drawing/2014/main" id="{2F2A46D6-5F3F-DDED-B083-2614D7DFFD78}"/>
              </a:ext>
            </a:extLst>
          </p:cNvPr>
          <p:cNvSpPr>
            <a:spLocks noChangeArrowheads="1"/>
          </p:cNvSpPr>
          <p:nvPr/>
        </p:nvSpPr>
        <p:spPr bwMode="auto">
          <a:xfrm>
            <a:off x="1571206" y="1825356"/>
            <a:ext cx="541333"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0" name="Oval 208">
            <a:extLst>
              <a:ext uri="{FF2B5EF4-FFF2-40B4-BE49-F238E27FC236}">
                <a16:creationId xmlns:a16="http://schemas.microsoft.com/office/drawing/2014/main" id="{28CF9C36-614F-E3D0-DFD8-A86FE48F8B7F}"/>
              </a:ext>
            </a:extLst>
          </p:cNvPr>
          <p:cNvSpPr>
            <a:spLocks noChangeArrowheads="1"/>
          </p:cNvSpPr>
          <p:nvPr/>
        </p:nvSpPr>
        <p:spPr bwMode="auto">
          <a:xfrm>
            <a:off x="1264653" y="1890626"/>
            <a:ext cx="412386" cy="239324"/>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1" name="Oval 209">
            <a:extLst>
              <a:ext uri="{FF2B5EF4-FFF2-40B4-BE49-F238E27FC236}">
                <a16:creationId xmlns:a16="http://schemas.microsoft.com/office/drawing/2014/main" id="{18FA4F5B-690C-2AD4-52AE-1F88B997E828}"/>
              </a:ext>
            </a:extLst>
          </p:cNvPr>
          <p:cNvSpPr>
            <a:spLocks noChangeArrowheads="1"/>
          </p:cNvSpPr>
          <p:nvPr/>
        </p:nvSpPr>
        <p:spPr bwMode="auto">
          <a:xfrm>
            <a:off x="1134489" y="2040506"/>
            <a:ext cx="276141" cy="19097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2" name="Oval 210">
            <a:extLst>
              <a:ext uri="{FF2B5EF4-FFF2-40B4-BE49-F238E27FC236}">
                <a16:creationId xmlns:a16="http://schemas.microsoft.com/office/drawing/2014/main" id="{ED5DF0A6-5775-5A24-9D86-01D26382A22A}"/>
              </a:ext>
            </a:extLst>
          </p:cNvPr>
          <p:cNvSpPr>
            <a:spLocks noChangeArrowheads="1"/>
          </p:cNvSpPr>
          <p:nvPr/>
        </p:nvSpPr>
        <p:spPr bwMode="auto">
          <a:xfrm>
            <a:off x="1218427" y="2129950"/>
            <a:ext cx="420902" cy="20910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3" name="Oval 211">
            <a:extLst>
              <a:ext uri="{FF2B5EF4-FFF2-40B4-BE49-F238E27FC236}">
                <a16:creationId xmlns:a16="http://schemas.microsoft.com/office/drawing/2014/main" id="{1519CFF2-3007-5E50-3FB7-E4EECA2470CD}"/>
              </a:ext>
            </a:extLst>
          </p:cNvPr>
          <p:cNvSpPr>
            <a:spLocks noChangeArrowheads="1"/>
          </p:cNvSpPr>
          <p:nvPr/>
        </p:nvSpPr>
        <p:spPr bwMode="auto">
          <a:xfrm>
            <a:off x="1524980" y="2165003"/>
            <a:ext cx="633785" cy="25141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4" name="Oval 212">
            <a:extLst>
              <a:ext uri="{FF2B5EF4-FFF2-40B4-BE49-F238E27FC236}">
                <a16:creationId xmlns:a16="http://schemas.microsoft.com/office/drawing/2014/main" id="{13C36771-4D51-CB73-5D35-BA8CAB2FED6F}"/>
              </a:ext>
            </a:extLst>
          </p:cNvPr>
          <p:cNvSpPr>
            <a:spLocks noChangeArrowheads="1"/>
          </p:cNvSpPr>
          <p:nvPr/>
        </p:nvSpPr>
        <p:spPr bwMode="auto">
          <a:xfrm>
            <a:off x="1937366" y="1896670"/>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5" name="Oval 213">
            <a:extLst>
              <a:ext uri="{FF2B5EF4-FFF2-40B4-BE49-F238E27FC236}">
                <a16:creationId xmlns:a16="http://schemas.microsoft.com/office/drawing/2014/main" id="{067A7143-1862-0BA5-D253-7981F83BD051}"/>
              </a:ext>
            </a:extLst>
          </p:cNvPr>
          <p:cNvSpPr>
            <a:spLocks noChangeArrowheads="1"/>
          </p:cNvSpPr>
          <p:nvPr/>
        </p:nvSpPr>
        <p:spPr bwMode="auto">
          <a:xfrm>
            <a:off x="1998190" y="2022376"/>
            <a:ext cx="397789" cy="1849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6" name="Oval 214">
            <a:extLst>
              <a:ext uri="{FF2B5EF4-FFF2-40B4-BE49-F238E27FC236}">
                <a16:creationId xmlns:a16="http://schemas.microsoft.com/office/drawing/2014/main" id="{1211D363-B5BB-BA0A-2DAE-670F1C3D6104}"/>
              </a:ext>
            </a:extLst>
          </p:cNvPr>
          <p:cNvSpPr>
            <a:spLocks noChangeArrowheads="1"/>
          </p:cNvSpPr>
          <p:nvPr/>
        </p:nvSpPr>
        <p:spPr bwMode="auto">
          <a:xfrm>
            <a:off x="1960479" y="2064680"/>
            <a:ext cx="397788"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7" name="Oval 215">
            <a:extLst>
              <a:ext uri="{FF2B5EF4-FFF2-40B4-BE49-F238E27FC236}">
                <a16:creationId xmlns:a16="http://schemas.microsoft.com/office/drawing/2014/main" id="{4D2206EE-4B42-9B55-AEE3-BFD82DDAB305}"/>
              </a:ext>
            </a:extLst>
          </p:cNvPr>
          <p:cNvSpPr>
            <a:spLocks noChangeArrowheads="1"/>
          </p:cNvSpPr>
          <p:nvPr/>
        </p:nvSpPr>
        <p:spPr bwMode="auto">
          <a:xfrm>
            <a:off x="1364404" y="1969192"/>
            <a:ext cx="817474" cy="3094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278" name="Group 216">
            <a:extLst>
              <a:ext uri="{FF2B5EF4-FFF2-40B4-BE49-F238E27FC236}">
                <a16:creationId xmlns:a16="http://schemas.microsoft.com/office/drawing/2014/main" id="{C2B7E8C2-0A9B-AED1-C7A4-85AFCE6A53A3}"/>
              </a:ext>
            </a:extLst>
          </p:cNvPr>
          <p:cNvGrpSpPr>
            <a:grpSpLocks/>
          </p:cNvGrpSpPr>
          <p:nvPr/>
        </p:nvGrpSpPr>
        <p:grpSpPr bwMode="auto">
          <a:xfrm>
            <a:off x="1127190" y="1813269"/>
            <a:ext cx="1261489" cy="591058"/>
            <a:chOff x="912" y="768"/>
            <a:chExt cx="2386" cy="1553"/>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79" name="Oval 217">
              <a:extLst>
                <a:ext uri="{FF2B5EF4-FFF2-40B4-BE49-F238E27FC236}">
                  <a16:creationId xmlns:a16="http://schemas.microsoft.com/office/drawing/2014/main" id="{0A5DBB73-E865-CBA4-D45B-81FEC57F7BF8}"/>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0" name="Oval 218">
              <a:extLst>
                <a:ext uri="{FF2B5EF4-FFF2-40B4-BE49-F238E27FC236}">
                  <a16:creationId xmlns:a16="http://schemas.microsoft.com/office/drawing/2014/main" id="{DF98B833-69B3-DFE4-53AD-3B46236878E2}"/>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1" name="Oval 219">
              <a:extLst>
                <a:ext uri="{FF2B5EF4-FFF2-40B4-BE49-F238E27FC236}">
                  <a16:creationId xmlns:a16="http://schemas.microsoft.com/office/drawing/2014/main" id="{5528D1FA-2B5A-9A28-FFA1-A360396EBBD9}"/>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2" name="Oval 220">
              <a:extLst>
                <a:ext uri="{FF2B5EF4-FFF2-40B4-BE49-F238E27FC236}">
                  <a16:creationId xmlns:a16="http://schemas.microsoft.com/office/drawing/2014/main" id="{5B814290-1454-E846-B0A7-7F5261B58FB9}"/>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3" name="Oval 221">
              <a:extLst>
                <a:ext uri="{FF2B5EF4-FFF2-40B4-BE49-F238E27FC236}">
                  <a16:creationId xmlns:a16="http://schemas.microsoft.com/office/drawing/2014/main" id="{9FD05C19-FF21-49A5-2AF0-A23FEBB5BEEA}"/>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4" name="Oval 222">
              <a:extLst>
                <a:ext uri="{FF2B5EF4-FFF2-40B4-BE49-F238E27FC236}">
                  <a16:creationId xmlns:a16="http://schemas.microsoft.com/office/drawing/2014/main" id="{C25AF210-BC7B-048F-E881-D4186F8DF5B0}"/>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5" name="Oval 223">
              <a:extLst>
                <a:ext uri="{FF2B5EF4-FFF2-40B4-BE49-F238E27FC236}">
                  <a16:creationId xmlns:a16="http://schemas.microsoft.com/office/drawing/2014/main" id="{EE819DA5-9973-4D80-6116-39048CE6ED62}"/>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6" name="Oval 224">
              <a:extLst>
                <a:ext uri="{FF2B5EF4-FFF2-40B4-BE49-F238E27FC236}">
                  <a16:creationId xmlns:a16="http://schemas.microsoft.com/office/drawing/2014/main" id="{5347E1BB-2CA8-41C9-9896-5731ABD8C173}"/>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7" name="Oval 225">
              <a:extLst>
                <a:ext uri="{FF2B5EF4-FFF2-40B4-BE49-F238E27FC236}">
                  <a16:creationId xmlns:a16="http://schemas.microsoft.com/office/drawing/2014/main" id="{C42D589C-4599-98F7-5964-D9DEA96EE5A3}"/>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nvGrpSpPr>
          <p:cNvPr id="288" name="Group 206">
            <a:extLst>
              <a:ext uri="{FF2B5EF4-FFF2-40B4-BE49-F238E27FC236}">
                <a16:creationId xmlns:a16="http://schemas.microsoft.com/office/drawing/2014/main" id="{218CEE39-D662-AB15-73E0-D500A5CE57EC}"/>
              </a:ext>
            </a:extLst>
          </p:cNvPr>
          <p:cNvGrpSpPr>
            <a:grpSpLocks/>
          </p:cNvGrpSpPr>
          <p:nvPr/>
        </p:nvGrpSpPr>
        <p:grpSpPr bwMode="auto">
          <a:xfrm>
            <a:off x="2983987" y="1420562"/>
            <a:ext cx="1157263" cy="512974"/>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289" name="Oval 207">
              <a:extLst>
                <a:ext uri="{FF2B5EF4-FFF2-40B4-BE49-F238E27FC236}">
                  <a16:creationId xmlns:a16="http://schemas.microsoft.com/office/drawing/2014/main" id="{4BB6F410-7717-F868-20CD-BA031A65413E}"/>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0" name="Oval 208">
              <a:extLst>
                <a:ext uri="{FF2B5EF4-FFF2-40B4-BE49-F238E27FC236}">
                  <a16:creationId xmlns:a16="http://schemas.microsoft.com/office/drawing/2014/main" id="{47B06847-AA6E-DB95-6EDC-C77B44B59E78}"/>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1" name="Oval 209">
              <a:extLst>
                <a:ext uri="{FF2B5EF4-FFF2-40B4-BE49-F238E27FC236}">
                  <a16:creationId xmlns:a16="http://schemas.microsoft.com/office/drawing/2014/main" id="{C9AE04DF-A569-3883-E2B8-2DEFF45E76A8}"/>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2" name="Oval 210">
              <a:extLst>
                <a:ext uri="{FF2B5EF4-FFF2-40B4-BE49-F238E27FC236}">
                  <a16:creationId xmlns:a16="http://schemas.microsoft.com/office/drawing/2014/main" id="{2F223591-324F-7E4F-F21A-87FA7A889CA8}"/>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3" name="Oval 211">
              <a:extLst>
                <a:ext uri="{FF2B5EF4-FFF2-40B4-BE49-F238E27FC236}">
                  <a16:creationId xmlns:a16="http://schemas.microsoft.com/office/drawing/2014/main" id="{A1C0234E-D28F-128A-A370-F5564E1954E5}"/>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94" name="Oval 212">
              <a:extLst>
                <a:ext uri="{FF2B5EF4-FFF2-40B4-BE49-F238E27FC236}">
                  <a16:creationId xmlns:a16="http://schemas.microsoft.com/office/drawing/2014/main" id="{FA55F6A4-2BC2-C271-F8B3-DE3E5AC37AEA}"/>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7" name="Oval 213">
              <a:extLst>
                <a:ext uri="{FF2B5EF4-FFF2-40B4-BE49-F238E27FC236}">
                  <a16:creationId xmlns:a16="http://schemas.microsoft.com/office/drawing/2014/main" id="{16252B5A-3617-9F26-79C6-091F9CBAB058}"/>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8" name="Oval 214">
              <a:extLst>
                <a:ext uri="{FF2B5EF4-FFF2-40B4-BE49-F238E27FC236}">
                  <a16:creationId xmlns:a16="http://schemas.microsoft.com/office/drawing/2014/main" id="{91279369-FF7C-A561-351B-18F008CB5357}"/>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09" name="Oval 215">
              <a:extLst>
                <a:ext uri="{FF2B5EF4-FFF2-40B4-BE49-F238E27FC236}">
                  <a16:creationId xmlns:a16="http://schemas.microsoft.com/office/drawing/2014/main" id="{80EE3A6D-94A9-2D2A-697F-358D9FB5EE1F}"/>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10" name="Group 216">
              <a:extLst>
                <a:ext uri="{FF2B5EF4-FFF2-40B4-BE49-F238E27FC236}">
                  <a16:creationId xmlns:a16="http://schemas.microsoft.com/office/drawing/2014/main" id="{0B4B3C34-CF24-CD85-B90E-E2052225C044}"/>
                </a:ext>
              </a:extLst>
            </p:cNvPr>
            <p:cNvGrpSpPr>
              <a:grpSpLocks/>
            </p:cNvGrpSpPr>
            <p:nvPr/>
          </p:nvGrpSpPr>
          <p:grpSpPr bwMode="auto">
            <a:xfrm>
              <a:off x="912" y="768"/>
              <a:ext cx="2386" cy="1553"/>
              <a:chOff x="912" y="768"/>
              <a:chExt cx="2386" cy="1553"/>
            </a:xfrm>
            <a:grpFill/>
          </p:grpSpPr>
          <p:sp>
            <p:nvSpPr>
              <p:cNvPr id="311" name="Oval 217">
                <a:extLst>
                  <a:ext uri="{FF2B5EF4-FFF2-40B4-BE49-F238E27FC236}">
                    <a16:creationId xmlns:a16="http://schemas.microsoft.com/office/drawing/2014/main" id="{49DE8813-3E40-D5E1-1F0B-70E8564D7C8A}"/>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2" name="Oval 218">
                <a:extLst>
                  <a:ext uri="{FF2B5EF4-FFF2-40B4-BE49-F238E27FC236}">
                    <a16:creationId xmlns:a16="http://schemas.microsoft.com/office/drawing/2014/main" id="{13224756-80A5-1804-71AC-B541FB71FC35}"/>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3" name="Oval 219">
                <a:extLst>
                  <a:ext uri="{FF2B5EF4-FFF2-40B4-BE49-F238E27FC236}">
                    <a16:creationId xmlns:a16="http://schemas.microsoft.com/office/drawing/2014/main" id="{DFFC9FF5-2D73-6720-5C88-4774917BDF07}"/>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4" name="Oval 220">
                <a:extLst>
                  <a:ext uri="{FF2B5EF4-FFF2-40B4-BE49-F238E27FC236}">
                    <a16:creationId xmlns:a16="http://schemas.microsoft.com/office/drawing/2014/main" id="{B218AEF5-11F8-0EFB-DB9E-8F2D25479FA5}"/>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5" name="Oval 221">
                <a:extLst>
                  <a:ext uri="{FF2B5EF4-FFF2-40B4-BE49-F238E27FC236}">
                    <a16:creationId xmlns:a16="http://schemas.microsoft.com/office/drawing/2014/main" id="{7840F8BD-AB75-F6C5-F0C5-3DC08D921EBA}"/>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6" name="Oval 222">
                <a:extLst>
                  <a:ext uri="{FF2B5EF4-FFF2-40B4-BE49-F238E27FC236}">
                    <a16:creationId xmlns:a16="http://schemas.microsoft.com/office/drawing/2014/main" id="{F03293D7-621E-0A22-8E1C-7031D3B4AD55}"/>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7" name="Oval 223">
                <a:extLst>
                  <a:ext uri="{FF2B5EF4-FFF2-40B4-BE49-F238E27FC236}">
                    <a16:creationId xmlns:a16="http://schemas.microsoft.com/office/drawing/2014/main" id="{25CF0EC5-7223-8F97-2989-8306AC12F434}"/>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8" name="Oval 224">
                <a:extLst>
                  <a:ext uri="{FF2B5EF4-FFF2-40B4-BE49-F238E27FC236}">
                    <a16:creationId xmlns:a16="http://schemas.microsoft.com/office/drawing/2014/main" id="{0A848BDB-052E-416F-3A31-151A0042DD72}"/>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19" name="Oval 225">
                <a:extLst>
                  <a:ext uri="{FF2B5EF4-FFF2-40B4-BE49-F238E27FC236}">
                    <a16:creationId xmlns:a16="http://schemas.microsoft.com/office/drawing/2014/main" id="{7938ADFE-02B8-BEE1-3032-8E38298AE9AD}"/>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20" name="Group 206">
            <a:extLst>
              <a:ext uri="{FF2B5EF4-FFF2-40B4-BE49-F238E27FC236}">
                <a16:creationId xmlns:a16="http://schemas.microsoft.com/office/drawing/2014/main" id="{B77F858F-CDC2-A778-28B0-41EA5D353D7A}"/>
              </a:ext>
            </a:extLst>
          </p:cNvPr>
          <p:cNvGrpSpPr>
            <a:grpSpLocks/>
          </p:cNvGrpSpPr>
          <p:nvPr/>
        </p:nvGrpSpPr>
        <p:grpSpPr bwMode="auto">
          <a:xfrm>
            <a:off x="6275132" y="1867661"/>
            <a:ext cx="1355429" cy="603145"/>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321" name="Oval 207">
              <a:extLst>
                <a:ext uri="{FF2B5EF4-FFF2-40B4-BE49-F238E27FC236}">
                  <a16:creationId xmlns:a16="http://schemas.microsoft.com/office/drawing/2014/main" id="{CBD71311-29CC-56F0-249E-506625CD152F}"/>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2" name="Oval 208">
              <a:extLst>
                <a:ext uri="{FF2B5EF4-FFF2-40B4-BE49-F238E27FC236}">
                  <a16:creationId xmlns:a16="http://schemas.microsoft.com/office/drawing/2014/main" id="{8A57C5D9-CD3E-4F8E-4717-5E68AFC1E639}"/>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3" name="Oval 209">
              <a:extLst>
                <a:ext uri="{FF2B5EF4-FFF2-40B4-BE49-F238E27FC236}">
                  <a16:creationId xmlns:a16="http://schemas.microsoft.com/office/drawing/2014/main" id="{9E2EFE5B-7EE7-711E-F454-6600B4A2FF66}"/>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4" name="Oval 210">
              <a:extLst>
                <a:ext uri="{FF2B5EF4-FFF2-40B4-BE49-F238E27FC236}">
                  <a16:creationId xmlns:a16="http://schemas.microsoft.com/office/drawing/2014/main" id="{16AB25FD-2B99-2DD2-7E29-A34695718A89}"/>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5" name="Oval 211">
              <a:extLst>
                <a:ext uri="{FF2B5EF4-FFF2-40B4-BE49-F238E27FC236}">
                  <a16:creationId xmlns:a16="http://schemas.microsoft.com/office/drawing/2014/main" id="{FD9359D5-E556-7199-98AB-6BEEA3A5567B}"/>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6" name="Oval 212">
              <a:extLst>
                <a:ext uri="{FF2B5EF4-FFF2-40B4-BE49-F238E27FC236}">
                  <a16:creationId xmlns:a16="http://schemas.microsoft.com/office/drawing/2014/main" id="{9017BB2B-1671-6C3B-BE7A-8FE4DB48912B}"/>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7" name="Oval 213">
              <a:extLst>
                <a:ext uri="{FF2B5EF4-FFF2-40B4-BE49-F238E27FC236}">
                  <a16:creationId xmlns:a16="http://schemas.microsoft.com/office/drawing/2014/main" id="{1748C48D-1AB2-E67B-5958-3FE1E3A54D03}"/>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28" name="Oval 214">
              <a:extLst>
                <a:ext uri="{FF2B5EF4-FFF2-40B4-BE49-F238E27FC236}">
                  <a16:creationId xmlns:a16="http://schemas.microsoft.com/office/drawing/2014/main" id="{1FD8C3DC-8D06-0214-E0DE-C312B95A461B}"/>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31" name="Oval 215">
              <a:extLst>
                <a:ext uri="{FF2B5EF4-FFF2-40B4-BE49-F238E27FC236}">
                  <a16:creationId xmlns:a16="http://schemas.microsoft.com/office/drawing/2014/main" id="{A40ACCD2-2D9C-47AC-B6B7-346832F27371}"/>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352" name="Group 216">
              <a:extLst>
                <a:ext uri="{FF2B5EF4-FFF2-40B4-BE49-F238E27FC236}">
                  <a16:creationId xmlns:a16="http://schemas.microsoft.com/office/drawing/2014/main" id="{587718E1-94E9-D317-3321-B62FDD9727CE}"/>
                </a:ext>
              </a:extLst>
            </p:cNvPr>
            <p:cNvGrpSpPr>
              <a:grpSpLocks/>
            </p:cNvGrpSpPr>
            <p:nvPr/>
          </p:nvGrpSpPr>
          <p:grpSpPr bwMode="auto">
            <a:xfrm>
              <a:off x="912" y="768"/>
              <a:ext cx="2386" cy="1553"/>
              <a:chOff x="912" y="768"/>
              <a:chExt cx="2386" cy="1553"/>
            </a:xfrm>
            <a:grpFill/>
          </p:grpSpPr>
          <p:sp>
            <p:nvSpPr>
              <p:cNvPr id="390" name="Oval 217">
                <a:extLst>
                  <a:ext uri="{FF2B5EF4-FFF2-40B4-BE49-F238E27FC236}">
                    <a16:creationId xmlns:a16="http://schemas.microsoft.com/office/drawing/2014/main" id="{0A992DFF-B76A-8CD2-6E09-3CD14CF474F2}"/>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2" name="Oval 218">
                <a:extLst>
                  <a:ext uri="{FF2B5EF4-FFF2-40B4-BE49-F238E27FC236}">
                    <a16:creationId xmlns:a16="http://schemas.microsoft.com/office/drawing/2014/main" id="{55AE6FE7-089C-19C5-F13E-C6D68D9B7AC9}"/>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3" name="Oval 219">
                <a:extLst>
                  <a:ext uri="{FF2B5EF4-FFF2-40B4-BE49-F238E27FC236}">
                    <a16:creationId xmlns:a16="http://schemas.microsoft.com/office/drawing/2014/main" id="{563A45DC-5934-85C8-B61C-B23369C55B8A}"/>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5" name="Oval 220">
                <a:extLst>
                  <a:ext uri="{FF2B5EF4-FFF2-40B4-BE49-F238E27FC236}">
                    <a16:creationId xmlns:a16="http://schemas.microsoft.com/office/drawing/2014/main" id="{28116619-D479-4CF2-3C8C-BC49FC3F0071}"/>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6" name="Oval 221">
                <a:extLst>
                  <a:ext uri="{FF2B5EF4-FFF2-40B4-BE49-F238E27FC236}">
                    <a16:creationId xmlns:a16="http://schemas.microsoft.com/office/drawing/2014/main" id="{3FEC004D-D7B9-A084-F6A2-9FDB0672D93D}"/>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7" name="Oval 222">
                <a:extLst>
                  <a:ext uri="{FF2B5EF4-FFF2-40B4-BE49-F238E27FC236}">
                    <a16:creationId xmlns:a16="http://schemas.microsoft.com/office/drawing/2014/main" id="{13F84519-5E3E-0B60-5994-7450AA9577B9}"/>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8" name="Oval 223">
                <a:extLst>
                  <a:ext uri="{FF2B5EF4-FFF2-40B4-BE49-F238E27FC236}">
                    <a16:creationId xmlns:a16="http://schemas.microsoft.com/office/drawing/2014/main" id="{9064D9A4-B564-552B-FB1D-4E87D1A59295}"/>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9" name="Oval 224">
                <a:extLst>
                  <a:ext uri="{FF2B5EF4-FFF2-40B4-BE49-F238E27FC236}">
                    <a16:creationId xmlns:a16="http://schemas.microsoft.com/office/drawing/2014/main" id="{1C3A79D2-9B61-DB5F-82D0-C603726F16E8}"/>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0" name="Oval 225">
                <a:extLst>
                  <a:ext uri="{FF2B5EF4-FFF2-40B4-BE49-F238E27FC236}">
                    <a16:creationId xmlns:a16="http://schemas.microsoft.com/office/drawing/2014/main" id="{61061FCF-88FF-BF5C-549E-E954CC904473}"/>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401" name="Line 154">
            <a:extLst>
              <a:ext uri="{FF2B5EF4-FFF2-40B4-BE49-F238E27FC236}">
                <a16:creationId xmlns:a16="http://schemas.microsoft.com/office/drawing/2014/main" id="{BE5EC738-59A0-7446-C655-22A02341BD6E}"/>
              </a:ext>
            </a:extLst>
          </p:cNvPr>
          <p:cNvSpPr>
            <a:spLocks noChangeShapeType="1"/>
          </p:cNvSpPr>
          <p:nvPr/>
        </p:nvSpPr>
        <p:spPr bwMode="auto">
          <a:xfrm flipV="1">
            <a:off x="2403277" y="1758877"/>
            <a:ext cx="599725" cy="19255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2" name="Line 167">
            <a:extLst>
              <a:ext uri="{FF2B5EF4-FFF2-40B4-BE49-F238E27FC236}">
                <a16:creationId xmlns:a16="http://schemas.microsoft.com/office/drawing/2014/main" id="{4CF35BA9-6B75-7FF0-7DE1-7FA436F41759}"/>
              </a:ext>
            </a:extLst>
          </p:cNvPr>
          <p:cNvSpPr>
            <a:spLocks noChangeShapeType="1"/>
          </p:cNvSpPr>
          <p:nvPr/>
        </p:nvSpPr>
        <p:spPr bwMode="auto">
          <a:xfrm>
            <a:off x="1197746" y="2171046"/>
            <a:ext cx="645951" cy="2453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3" name="Line 169">
            <a:extLst>
              <a:ext uri="{FF2B5EF4-FFF2-40B4-BE49-F238E27FC236}">
                <a16:creationId xmlns:a16="http://schemas.microsoft.com/office/drawing/2014/main" id="{04E81929-AD57-E666-53E1-3D383D1831BE}"/>
              </a:ext>
            </a:extLst>
          </p:cNvPr>
          <p:cNvSpPr>
            <a:spLocks noChangeShapeType="1"/>
          </p:cNvSpPr>
          <p:nvPr/>
        </p:nvSpPr>
        <p:spPr bwMode="auto">
          <a:xfrm flipV="1">
            <a:off x="1181932" y="1906340"/>
            <a:ext cx="496324" cy="23569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4" name="Line 170">
            <a:extLst>
              <a:ext uri="{FF2B5EF4-FFF2-40B4-BE49-F238E27FC236}">
                <a16:creationId xmlns:a16="http://schemas.microsoft.com/office/drawing/2014/main" id="{6989000C-3BC2-BC6B-4565-E734C8D4478F}"/>
              </a:ext>
            </a:extLst>
          </p:cNvPr>
          <p:cNvSpPr>
            <a:spLocks noChangeShapeType="1"/>
          </p:cNvSpPr>
          <p:nvPr/>
        </p:nvSpPr>
        <p:spPr bwMode="auto">
          <a:xfrm>
            <a:off x="1788955" y="1851947"/>
            <a:ext cx="491567" cy="9548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173">
            <a:extLst>
              <a:ext uri="{FF2B5EF4-FFF2-40B4-BE49-F238E27FC236}">
                <a16:creationId xmlns:a16="http://schemas.microsoft.com/office/drawing/2014/main" id="{979D44BC-03F8-5494-9425-3A87C37E47A8}"/>
              </a:ext>
            </a:extLst>
          </p:cNvPr>
          <p:cNvSpPr txBox="1">
            <a:spLocks noChangeArrowheads="1"/>
          </p:cNvSpPr>
          <p:nvPr/>
        </p:nvSpPr>
        <p:spPr bwMode="auto">
          <a:xfrm>
            <a:off x="1623514" y="197015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1</a:t>
            </a:r>
          </a:p>
        </p:txBody>
      </p:sp>
      <p:sp>
        <p:nvSpPr>
          <p:cNvPr id="406" name="Text Box 174">
            <a:extLst>
              <a:ext uri="{FF2B5EF4-FFF2-40B4-BE49-F238E27FC236}">
                <a16:creationId xmlns:a16="http://schemas.microsoft.com/office/drawing/2014/main" id="{B0C206D8-5DFA-8922-9E29-0FB7BAC73D3C}"/>
              </a:ext>
            </a:extLst>
          </p:cNvPr>
          <p:cNvSpPr txBox="1">
            <a:spLocks noChangeArrowheads="1"/>
          </p:cNvSpPr>
          <p:nvPr/>
        </p:nvSpPr>
        <p:spPr bwMode="auto">
          <a:xfrm>
            <a:off x="6723498" y="20163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5</a:t>
            </a:r>
          </a:p>
        </p:txBody>
      </p:sp>
      <p:sp>
        <p:nvSpPr>
          <p:cNvPr id="407" name="Text Box 175">
            <a:extLst>
              <a:ext uri="{FF2B5EF4-FFF2-40B4-BE49-F238E27FC236}">
                <a16:creationId xmlns:a16="http://schemas.microsoft.com/office/drawing/2014/main" id="{262AFCB0-A50B-124A-7E10-04A873A45E78}"/>
              </a:ext>
            </a:extLst>
          </p:cNvPr>
          <p:cNvSpPr txBox="1">
            <a:spLocks noChangeArrowheads="1"/>
          </p:cNvSpPr>
          <p:nvPr/>
        </p:nvSpPr>
        <p:spPr bwMode="auto">
          <a:xfrm>
            <a:off x="3332129" y="1522932"/>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2</a:t>
            </a:r>
          </a:p>
        </p:txBody>
      </p:sp>
      <p:sp>
        <p:nvSpPr>
          <p:cNvPr id="408" name="Text Box 173">
            <a:extLst>
              <a:ext uri="{FF2B5EF4-FFF2-40B4-BE49-F238E27FC236}">
                <a16:creationId xmlns:a16="http://schemas.microsoft.com/office/drawing/2014/main" id="{E393F541-8734-44BA-94C1-0762AB7C7A18}"/>
              </a:ext>
            </a:extLst>
          </p:cNvPr>
          <p:cNvSpPr txBox="1">
            <a:spLocks noChangeArrowheads="1"/>
          </p:cNvSpPr>
          <p:nvPr/>
        </p:nvSpPr>
        <p:spPr bwMode="auto">
          <a:xfrm>
            <a:off x="2153899" y="1639833"/>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1d</a:t>
            </a:r>
          </a:p>
        </p:txBody>
      </p:sp>
      <p:pic>
        <p:nvPicPr>
          <p:cNvPr id="409" name="Picture 52">
            <a:extLst>
              <a:ext uri="{FF2B5EF4-FFF2-40B4-BE49-F238E27FC236}">
                <a16:creationId xmlns:a16="http://schemas.microsoft.com/office/drawing/2014/main" id="{DC030E3E-7F7F-4EBE-C0C2-99C6C01CFF8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1232" y="2087646"/>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0" name="Picture 16">
            <a:extLst>
              <a:ext uri="{FF2B5EF4-FFF2-40B4-BE49-F238E27FC236}">
                <a16:creationId xmlns:a16="http://schemas.microsoft.com/office/drawing/2014/main" id="{6488B270-C771-4CCC-3620-6A820BF3057E}"/>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3514" y="179634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1" name="Picture 52">
            <a:extLst>
              <a:ext uri="{FF2B5EF4-FFF2-40B4-BE49-F238E27FC236}">
                <a16:creationId xmlns:a16="http://schemas.microsoft.com/office/drawing/2014/main" id="{DD69DB51-63B1-2AF0-5D6D-8874674B0B3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64074" y="1703277"/>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12" name="Picture 52">
            <a:extLst>
              <a:ext uri="{FF2B5EF4-FFF2-40B4-BE49-F238E27FC236}">
                <a16:creationId xmlns:a16="http://schemas.microsoft.com/office/drawing/2014/main" id="{2BE97CAF-8D24-3F0E-2C3E-56BF07A9FC11}"/>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0538" y="1897288"/>
            <a:ext cx="226265"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13" name="Text Box 173">
            <a:extLst>
              <a:ext uri="{FF2B5EF4-FFF2-40B4-BE49-F238E27FC236}">
                <a16:creationId xmlns:a16="http://schemas.microsoft.com/office/drawing/2014/main" id="{EC6F9DFC-0992-DC80-9F59-AD4D8A56001F}"/>
              </a:ext>
            </a:extLst>
          </p:cNvPr>
          <p:cNvSpPr txBox="1">
            <a:spLocks noChangeArrowheads="1"/>
          </p:cNvSpPr>
          <p:nvPr/>
        </p:nvSpPr>
        <p:spPr bwMode="auto">
          <a:xfrm>
            <a:off x="1732997" y="2399492"/>
            <a:ext cx="445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1c</a:t>
            </a:r>
          </a:p>
        </p:txBody>
      </p:sp>
      <p:sp>
        <p:nvSpPr>
          <p:cNvPr id="414" name="Text Box 173">
            <a:extLst>
              <a:ext uri="{FF2B5EF4-FFF2-40B4-BE49-F238E27FC236}">
                <a16:creationId xmlns:a16="http://schemas.microsoft.com/office/drawing/2014/main" id="{6D4147C4-BA07-168F-AA48-9816DE5AB163}"/>
              </a:ext>
            </a:extLst>
          </p:cNvPr>
          <p:cNvSpPr txBox="1">
            <a:spLocks noChangeArrowheads="1"/>
          </p:cNvSpPr>
          <p:nvPr/>
        </p:nvSpPr>
        <p:spPr bwMode="auto">
          <a:xfrm>
            <a:off x="1567556" y="1577571"/>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a:latin typeface="微软雅黑" panose="020B0503020204020204" pitchFamily="34" charset="-122"/>
                <a:ea typeface="微软雅黑" panose="020B0503020204020204" pitchFamily="34" charset="-122"/>
              </a:rPr>
              <a:t>R</a:t>
            </a:r>
            <a:r>
              <a:rPr lang="en-US" altLang="zh-CN" sz="1400" b="1" baseline="-25000">
                <a:latin typeface="微软雅黑" panose="020B0503020204020204" pitchFamily="34" charset="-122"/>
                <a:ea typeface="微软雅黑" panose="020B0503020204020204" pitchFamily="34" charset="-122"/>
              </a:rPr>
              <a:t>1b</a:t>
            </a:r>
          </a:p>
        </p:txBody>
      </p:sp>
      <p:sp>
        <p:nvSpPr>
          <p:cNvPr id="415" name="Text Box 173">
            <a:extLst>
              <a:ext uri="{FF2B5EF4-FFF2-40B4-BE49-F238E27FC236}">
                <a16:creationId xmlns:a16="http://schemas.microsoft.com/office/drawing/2014/main" id="{11850F67-7CF9-1D75-0A34-B8BB189AFED2}"/>
              </a:ext>
            </a:extLst>
          </p:cNvPr>
          <p:cNvSpPr txBox="1">
            <a:spLocks noChangeArrowheads="1"/>
          </p:cNvSpPr>
          <p:nvPr/>
        </p:nvSpPr>
        <p:spPr bwMode="auto">
          <a:xfrm>
            <a:off x="851050" y="1851947"/>
            <a:ext cx="4523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R</a:t>
            </a:r>
            <a:r>
              <a:rPr lang="en-US" altLang="zh-CN" sz="1400" b="1" baseline="-25000" dirty="0">
                <a:latin typeface="微软雅黑" panose="020B0503020204020204" pitchFamily="34" charset="-122"/>
                <a:ea typeface="微软雅黑" panose="020B0503020204020204" pitchFamily="34" charset="-122"/>
              </a:rPr>
              <a:t>1a</a:t>
            </a:r>
          </a:p>
        </p:txBody>
      </p:sp>
      <p:sp>
        <p:nvSpPr>
          <p:cNvPr id="416" name="椭圆 274">
            <a:extLst>
              <a:ext uri="{FF2B5EF4-FFF2-40B4-BE49-F238E27FC236}">
                <a16:creationId xmlns:a16="http://schemas.microsoft.com/office/drawing/2014/main" id="{592FBDE1-BA37-F073-6EA6-E12FAF69E95A}"/>
              </a:ext>
            </a:extLst>
          </p:cNvPr>
          <p:cNvSpPr>
            <a:spLocks noChangeArrowheads="1"/>
          </p:cNvSpPr>
          <p:nvPr/>
        </p:nvSpPr>
        <p:spPr bwMode="auto">
          <a:xfrm>
            <a:off x="2882570" y="1744373"/>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17" name="Text Box 173">
            <a:extLst>
              <a:ext uri="{FF2B5EF4-FFF2-40B4-BE49-F238E27FC236}">
                <a16:creationId xmlns:a16="http://schemas.microsoft.com/office/drawing/2014/main" id="{D5C5D69A-F3FE-A726-B135-2CA06E55D0B1}"/>
              </a:ext>
            </a:extLst>
          </p:cNvPr>
          <p:cNvSpPr txBox="1">
            <a:spLocks noChangeArrowheads="1"/>
          </p:cNvSpPr>
          <p:nvPr/>
        </p:nvSpPr>
        <p:spPr bwMode="auto">
          <a:xfrm>
            <a:off x="2689101" y="1457385"/>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IP</a:t>
            </a:r>
            <a:r>
              <a:rPr lang="en-US" altLang="zh-CN" sz="1400" b="1" baseline="-25000" dirty="0">
                <a:latin typeface="微软雅黑" panose="020B0503020204020204" pitchFamily="34" charset="-122"/>
                <a:ea typeface="微软雅黑" panose="020B0503020204020204" pitchFamily="34" charset="-122"/>
              </a:rPr>
              <a:t>2a</a:t>
            </a:r>
          </a:p>
        </p:txBody>
      </p:sp>
      <p:grpSp>
        <p:nvGrpSpPr>
          <p:cNvPr id="418" name="Group 206">
            <a:extLst>
              <a:ext uri="{FF2B5EF4-FFF2-40B4-BE49-F238E27FC236}">
                <a16:creationId xmlns:a16="http://schemas.microsoft.com/office/drawing/2014/main" id="{4DCD3112-FC16-4687-E28C-0278DE5F6874}"/>
              </a:ext>
            </a:extLst>
          </p:cNvPr>
          <p:cNvGrpSpPr>
            <a:grpSpLocks/>
          </p:cNvGrpSpPr>
          <p:nvPr/>
        </p:nvGrpSpPr>
        <p:grpSpPr bwMode="auto">
          <a:xfrm>
            <a:off x="2912774" y="2117278"/>
            <a:ext cx="2951162" cy="935037"/>
            <a:chOff x="912" y="768"/>
            <a:chExt cx="2400" cy="1584"/>
          </a:xfrm>
          <a:solidFill>
            <a:srgbClr val="66FF66"/>
          </a:solidFill>
          <a:effectLst>
            <a:glow rad="63500">
              <a:schemeClr val="accent1">
                <a:satMod val="175000"/>
                <a:alpha val="40000"/>
              </a:schemeClr>
            </a:glow>
            <a:outerShdw blurRad="50800" dist="38100" dir="2700000" algn="tl" rotWithShape="0">
              <a:prstClr val="black">
                <a:alpha val="40000"/>
              </a:prstClr>
            </a:outerShdw>
          </a:effectLst>
        </p:grpSpPr>
        <p:sp>
          <p:nvSpPr>
            <p:cNvPr id="419" name="Oval 207">
              <a:extLst>
                <a:ext uri="{FF2B5EF4-FFF2-40B4-BE49-F238E27FC236}">
                  <a16:creationId xmlns:a16="http://schemas.microsoft.com/office/drawing/2014/main" id="{7C16C299-7ED2-AFAC-976B-7E84D2FF5BC9}"/>
                </a:ext>
              </a:extLst>
            </p:cNvPr>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0" name="Oval 208">
              <a:extLst>
                <a:ext uri="{FF2B5EF4-FFF2-40B4-BE49-F238E27FC236}">
                  <a16:creationId xmlns:a16="http://schemas.microsoft.com/office/drawing/2014/main" id="{35ABD844-028F-7F97-A372-F509FB6DC71E}"/>
                </a:ext>
              </a:extLst>
            </p:cNvPr>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1" name="Oval 209">
              <a:extLst>
                <a:ext uri="{FF2B5EF4-FFF2-40B4-BE49-F238E27FC236}">
                  <a16:creationId xmlns:a16="http://schemas.microsoft.com/office/drawing/2014/main" id="{5BFD261E-6A88-0B35-1A21-9E4F20468F69}"/>
                </a:ext>
              </a:extLst>
            </p:cNvPr>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2" name="Oval 210">
              <a:extLst>
                <a:ext uri="{FF2B5EF4-FFF2-40B4-BE49-F238E27FC236}">
                  <a16:creationId xmlns:a16="http://schemas.microsoft.com/office/drawing/2014/main" id="{3C942C7A-C068-8778-232A-45D54C0B1E28}"/>
                </a:ext>
              </a:extLst>
            </p:cNvPr>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3" name="Oval 211">
              <a:extLst>
                <a:ext uri="{FF2B5EF4-FFF2-40B4-BE49-F238E27FC236}">
                  <a16:creationId xmlns:a16="http://schemas.microsoft.com/office/drawing/2014/main" id="{97F391F8-97B8-4AC6-D9F2-93D0AA94D3B3}"/>
                </a:ext>
              </a:extLst>
            </p:cNvPr>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4" name="Oval 212">
              <a:extLst>
                <a:ext uri="{FF2B5EF4-FFF2-40B4-BE49-F238E27FC236}">
                  <a16:creationId xmlns:a16="http://schemas.microsoft.com/office/drawing/2014/main" id="{970AE4CE-CFF7-18DA-2660-34016D555261}"/>
                </a:ext>
              </a:extLst>
            </p:cNvPr>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5" name="Oval 213">
              <a:extLst>
                <a:ext uri="{FF2B5EF4-FFF2-40B4-BE49-F238E27FC236}">
                  <a16:creationId xmlns:a16="http://schemas.microsoft.com/office/drawing/2014/main" id="{58664CFF-6AFF-225D-A0D3-3D86A376DF4F}"/>
                </a:ext>
              </a:extLst>
            </p:cNvPr>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6" name="Oval 214">
              <a:extLst>
                <a:ext uri="{FF2B5EF4-FFF2-40B4-BE49-F238E27FC236}">
                  <a16:creationId xmlns:a16="http://schemas.microsoft.com/office/drawing/2014/main" id="{DF9D09F3-3122-6082-A16B-32EF5B68EB89}"/>
                </a:ext>
              </a:extLst>
            </p:cNvPr>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27" name="Oval 215">
              <a:extLst>
                <a:ext uri="{FF2B5EF4-FFF2-40B4-BE49-F238E27FC236}">
                  <a16:creationId xmlns:a16="http://schemas.microsoft.com/office/drawing/2014/main" id="{042E4452-1D7F-89E6-E22B-02A4240BAB77}"/>
                </a:ext>
              </a:extLst>
            </p:cNvPr>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nvGrpSpPr>
            <p:cNvPr id="428" name="Group 216">
              <a:extLst>
                <a:ext uri="{FF2B5EF4-FFF2-40B4-BE49-F238E27FC236}">
                  <a16:creationId xmlns:a16="http://schemas.microsoft.com/office/drawing/2014/main" id="{E40FE118-876F-AC88-4228-0CEB09957775}"/>
                </a:ext>
              </a:extLst>
            </p:cNvPr>
            <p:cNvGrpSpPr>
              <a:grpSpLocks/>
            </p:cNvGrpSpPr>
            <p:nvPr/>
          </p:nvGrpSpPr>
          <p:grpSpPr bwMode="auto">
            <a:xfrm>
              <a:off x="912" y="768"/>
              <a:ext cx="2386" cy="1553"/>
              <a:chOff x="912" y="768"/>
              <a:chExt cx="2386" cy="1553"/>
            </a:xfrm>
            <a:grpFill/>
          </p:grpSpPr>
          <p:sp>
            <p:nvSpPr>
              <p:cNvPr id="429" name="Oval 217">
                <a:extLst>
                  <a:ext uri="{FF2B5EF4-FFF2-40B4-BE49-F238E27FC236}">
                    <a16:creationId xmlns:a16="http://schemas.microsoft.com/office/drawing/2014/main" id="{FA6C5B92-4318-6701-1EAD-B0F5F9067C0C}"/>
                  </a:ext>
                </a:extLst>
              </p:cNvPr>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0" name="Oval 218">
                <a:extLst>
                  <a:ext uri="{FF2B5EF4-FFF2-40B4-BE49-F238E27FC236}">
                    <a16:creationId xmlns:a16="http://schemas.microsoft.com/office/drawing/2014/main" id="{89E41CC9-4943-5D2E-9566-16B1BB7B7F30}"/>
                  </a:ext>
                </a:extLst>
              </p:cNvPr>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1" name="Oval 219">
                <a:extLst>
                  <a:ext uri="{FF2B5EF4-FFF2-40B4-BE49-F238E27FC236}">
                    <a16:creationId xmlns:a16="http://schemas.microsoft.com/office/drawing/2014/main" id="{ECC1E463-DD67-C2B9-39B2-557ECD224701}"/>
                  </a:ext>
                </a:extLst>
              </p:cNvPr>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2" name="Oval 220">
                <a:extLst>
                  <a:ext uri="{FF2B5EF4-FFF2-40B4-BE49-F238E27FC236}">
                    <a16:creationId xmlns:a16="http://schemas.microsoft.com/office/drawing/2014/main" id="{FC6615CB-D2BE-63AE-F0E3-075D7CD3797C}"/>
                  </a:ext>
                </a:extLst>
              </p:cNvPr>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3" name="Oval 221">
                <a:extLst>
                  <a:ext uri="{FF2B5EF4-FFF2-40B4-BE49-F238E27FC236}">
                    <a16:creationId xmlns:a16="http://schemas.microsoft.com/office/drawing/2014/main" id="{028673F9-16DA-8A0F-A963-BBBA2FE663B8}"/>
                  </a:ext>
                </a:extLst>
              </p:cNvPr>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4" name="Oval 222">
                <a:extLst>
                  <a:ext uri="{FF2B5EF4-FFF2-40B4-BE49-F238E27FC236}">
                    <a16:creationId xmlns:a16="http://schemas.microsoft.com/office/drawing/2014/main" id="{62814BDA-440A-A508-E19D-D691C9E90BCF}"/>
                  </a:ext>
                </a:extLst>
              </p:cNvPr>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5" name="Oval 223">
                <a:extLst>
                  <a:ext uri="{FF2B5EF4-FFF2-40B4-BE49-F238E27FC236}">
                    <a16:creationId xmlns:a16="http://schemas.microsoft.com/office/drawing/2014/main" id="{259205E8-7842-E854-B658-59A2424958FB}"/>
                  </a:ext>
                </a:extLst>
              </p:cNvPr>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6" name="Oval 224">
                <a:extLst>
                  <a:ext uri="{FF2B5EF4-FFF2-40B4-BE49-F238E27FC236}">
                    <a16:creationId xmlns:a16="http://schemas.microsoft.com/office/drawing/2014/main" id="{4684B314-C25C-E394-7AEA-C0901CC89591}"/>
                  </a:ext>
                </a:extLst>
              </p:cNvPr>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437" name="Oval 225">
                <a:extLst>
                  <a:ext uri="{FF2B5EF4-FFF2-40B4-BE49-F238E27FC236}">
                    <a16:creationId xmlns:a16="http://schemas.microsoft.com/office/drawing/2014/main" id="{7D9E8325-2056-9558-227A-34AD891CE636}"/>
                  </a:ext>
                </a:extLst>
              </p:cNvPr>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b="1">
                  <a:latin typeface="微软雅黑" panose="020B0503020204020204" pitchFamily="34" charset="-122"/>
                  <a:ea typeface="微软雅黑" panose="020B0503020204020204" pitchFamily="34" charset="-122"/>
                </a:endParaRPr>
              </a:p>
            </p:txBody>
          </p:sp>
        </p:grpSp>
      </p:grpSp>
      <p:sp>
        <p:nvSpPr>
          <p:cNvPr id="438" name="Line 154">
            <a:extLst>
              <a:ext uri="{FF2B5EF4-FFF2-40B4-BE49-F238E27FC236}">
                <a16:creationId xmlns:a16="http://schemas.microsoft.com/office/drawing/2014/main" id="{75CCEFDF-2981-1D01-9AA6-DFA63EA1BA6B}"/>
              </a:ext>
            </a:extLst>
          </p:cNvPr>
          <p:cNvSpPr>
            <a:spLocks noChangeShapeType="1"/>
          </p:cNvSpPr>
          <p:nvPr/>
        </p:nvSpPr>
        <p:spPr bwMode="auto">
          <a:xfrm flipV="1">
            <a:off x="3200111" y="2404615"/>
            <a:ext cx="504825" cy="2159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39" name="Line 154">
            <a:extLst>
              <a:ext uri="{FF2B5EF4-FFF2-40B4-BE49-F238E27FC236}">
                <a16:creationId xmlns:a16="http://schemas.microsoft.com/office/drawing/2014/main" id="{90723DB8-D402-A9D0-99C9-B8E112941AC5}"/>
              </a:ext>
            </a:extLst>
          </p:cNvPr>
          <p:cNvSpPr>
            <a:spLocks noChangeShapeType="1"/>
          </p:cNvSpPr>
          <p:nvPr/>
        </p:nvSpPr>
        <p:spPr bwMode="auto">
          <a:xfrm>
            <a:off x="3759394" y="2460227"/>
            <a:ext cx="377342" cy="30475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0" name="Line 154">
            <a:extLst>
              <a:ext uri="{FF2B5EF4-FFF2-40B4-BE49-F238E27FC236}">
                <a16:creationId xmlns:a16="http://schemas.microsoft.com/office/drawing/2014/main" id="{36E47E77-4219-F632-5A7A-1C0C55DF7EFB}"/>
              </a:ext>
            </a:extLst>
          </p:cNvPr>
          <p:cNvSpPr>
            <a:spLocks noChangeShapeType="1"/>
          </p:cNvSpPr>
          <p:nvPr/>
        </p:nvSpPr>
        <p:spPr bwMode="auto">
          <a:xfrm>
            <a:off x="5363277" y="2399491"/>
            <a:ext cx="429222" cy="2924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1" name="Line 154">
            <a:extLst>
              <a:ext uri="{FF2B5EF4-FFF2-40B4-BE49-F238E27FC236}">
                <a16:creationId xmlns:a16="http://schemas.microsoft.com/office/drawing/2014/main" id="{6F36A72E-E71E-A15F-4A1B-7CB13B774D2A}"/>
              </a:ext>
            </a:extLst>
          </p:cNvPr>
          <p:cNvSpPr>
            <a:spLocks noChangeShapeType="1"/>
          </p:cNvSpPr>
          <p:nvPr/>
        </p:nvSpPr>
        <p:spPr bwMode="auto">
          <a:xfrm flipV="1">
            <a:off x="4902276" y="2393499"/>
            <a:ext cx="331423" cy="3530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2" name="Line 154">
            <a:extLst>
              <a:ext uri="{FF2B5EF4-FFF2-40B4-BE49-F238E27FC236}">
                <a16:creationId xmlns:a16="http://schemas.microsoft.com/office/drawing/2014/main" id="{8C32C776-CC7D-17D9-EF02-92458C220DBB}"/>
              </a:ext>
            </a:extLst>
          </p:cNvPr>
          <p:cNvSpPr>
            <a:spLocks noChangeShapeType="1"/>
          </p:cNvSpPr>
          <p:nvPr/>
        </p:nvSpPr>
        <p:spPr bwMode="auto">
          <a:xfrm flipV="1">
            <a:off x="4117686" y="2364928"/>
            <a:ext cx="354013" cy="4111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3" name="Line 154">
            <a:extLst>
              <a:ext uri="{FF2B5EF4-FFF2-40B4-BE49-F238E27FC236}">
                <a16:creationId xmlns:a16="http://schemas.microsoft.com/office/drawing/2014/main" id="{438FF134-5032-28B4-63FE-0C7F06F05DBA}"/>
              </a:ext>
            </a:extLst>
          </p:cNvPr>
          <p:cNvSpPr>
            <a:spLocks noChangeShapeType="1"/>
          </p:cNvSpPr>
          <p:nvPr/>
        </p:nvSpPr>
        <p:spPr bwMode="auto">
          <a:xfrm flipH="1" flipV="1">
            <a:off x="4539960" y="2404614"/>
            <a:ext cx="288361" cy="371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4" name="Text Box 174">
            <a:extLst>
              <a:ext uri="{FF2B5EF4-FFF2-40B4-BE49-F238E27FC236}">
                <a16:creationId xmlns:a16="http://schemas.microsoft.com/office/drawing/2014/main" id="{F20CF196-D26E-46FB-B648-BA5F0706BAC1}"/>
              </a:ext>
            </a:extLst>
          </p:cNvPr>
          <p:cNvSpPr txBox="1">
            <a:spLocks noChangeArrowheads="1"/>
          </p:cNvSpPr>
          <p:nvPr/>
        </p:nvSpPr>
        <p:spPr bwMode="auto">
          <a:xfrm>
            <a:off x="5071774" y="2549078"/>
            <a:ext cx="500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AS</a:t>
            </a:r>
            <a:r>
              <a:rPr lang="en-US" altLang="zh-CN" sz="1400" b="1" baseline="-25000" dirty="0">
                <a:latin typeface="微软雅黑" panose="020B0503020204020204" pitchFamily="34" charset="-122"/>
                <a:ea typeface="微软雅黑" panose="020B0503020204020204" pitchFamily="34" charset="-122"/>
              </a:rPr>
              <a:t>4</a:t>
            </a:r>
          </a:p>
        </p:txBody>
      </p:sp>
      <p:pic>
        <p:nvPicPr>
          <p:cNvPr id="445" name="Picture 46">
            <a:extLst>
              <a:ext uri="{FF2B5EF4-FFF2-40B4-BE49-F238E27FC236}">
                <a16:creationId xmlns:a16="http://schemas.microsoft.com/office/drawing/2014/main" id="{78459A6F-81A3-9F59-337F-0511E188C8C4}"/>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2274" y="2691953"/>
            <a:ext cx="29686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6" name="Picture 46">
            <a:extLst>
              <a:ext uri="{FF2B5EF4-FFF2-40B4-BE49-F238E27FC236}">
                <a16:creationId xmlns:a16="http://schemas.microsoft.com/office/drawing/2014/main" id="{2A62223D-EEC9-A24D-9658-97412925E7B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60474" y="2333178"/>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7" name="Picture 46">
            <a:extLst>
              <a:ext uri="{FF2B5EF4-FFF2-40B4-BE49-F238E27FC236}">
                <a16:creationId xmlns:a16="http://schemas.microsoft.com/office/drawing/2014/main" id="{50521846-46CF-CAB0-ADED-F4F6CD62B364}"/>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2636" y="2260153"/>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8" name="Picture 46">
            <a:extLst>
              <a:ext uri="{FF2B5EF4-FFF2-40B4-BE49-F238E27FC236}">
                <a16:creationId xmlns:a16="http://schemas.microsoft.com/office/drawing/2014/main" id="{7B4B213E-B127-2C24-6933-C241230EBDD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44799" y="2290311"/>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49" name="Picture 46">
            <a:extLst>
              <a:ext uri="{FF2B5EF4-FFF2-40B4-BE49-F238E27FC236}">
                <a16:creationId xmlns:a16="http://schemas.microsoft.com/office/drawing/2014/main" id="{44FE9C95-9906-4DF9-FDBC-9F156B74154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48036" y="2620515"/>
            <a:ext cx="296863"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0" name="Picture 46">
            <a:extLst>
              <a:ext uri="{FF2B5EF4-FFF2-40B4-BE49-F238E27FC236}">
                <a16:creationId xmlns:a16="http://schemas.microsoft.com/office/drawing/2014/main" id="{07A158EE-16B9-AF12-24B1-4B8B363500C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12999" y="269440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51" name="Line 154">
            <a:extLst>
              <a:ext uri="{FF2B5EF4-FFF2-40B4-BE49-F238E27FC236}">
                <a16:creationId xmlns:a16="http://schemas.microsoft.com/office/drawing/2014/main" id="{498C7FA9-C2A6-1617-60E9-A369D51704DF}"/>
              </a:ext>
            </a:extLst>
          </p:cNvPr>
          <p:cNvSpPr>
            <a:spLocks noChangeShapeType="1"/>
          </p:cNvSpPr>
          <p:nvPr/>
        </p:nvSpPr>
        <p:spPr bwMode="auto">
          <a:xfrm>
            <a:off x="1893572" y="2427293"/>
            <a:ext cx="1183459" cy="2116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2" name="椭圆 273">
            <a:extLst>
              <a:ext uri="{FF2B5EF4-FFF2-40B4-BE49-F238E27FC236}">
                <a16:creationId xmlns:a16="http://schemas.microsoft.com/office/drawing/2014/main" id="{496B215D-2E55-7B6B-9337-6C11916C5BF5}"/>
              </a:ext>
            </a:extLst>
          </p:cNvPr>
          <p:cNvSpPr>
            <a:spLocks noChangeArrowheads="1"/>
          </p:cNvSpPr>
          <p:nvPr/>
        </p:nvSpPr>
        <p:spPr bwMode="auto">
          <a:xfrm>
            <a:off x="2956193" y="2593070"/>
            <a:ext cx="76638" cy="76148"/>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3" name="Text Box 173">
            <a:extLst>
              <a:ext uri="{FF2B5EF4-FFF2-40B4-BE49-F238E27FC236}">
                <a16:creationId xmlns:a16="http://schemas.microsoft.com/office/drawing/2014/main" id="{4A2AEF34-21F5-E5A2-C4B5-E61C9D4A0A20}"/>
              </a:ext>
            </a:extLst>
          </p:cNvPr>
          <p:cNvSpPr txBox="1">
            <a:spLocks noChangeArrowheads="1"/>
          </p:cNvSpPr>
          <p:nvPr/>
        </p:nvSpPr>
        <p:spPr bwMode="auto">
          <a:xfrm>
            <a:off x="2767736" y="2286271"/>
            <a:ext cx="5305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IP</a:t>
            </a:r>
            <a:r>
              <a:rPr lang="en-US" altLang="zh-CN" sz="1400" b="1" baseline="-25000" dirty="0">
                <a:latin typeface="微软雅黑" panose="020B0503020204020204" pitchFamily="34" charset="-122"/>
                <a:ea typeface="微软雅黑" panose="020B0503020204020204" pitchFamily="34" charset="-122"/>
              </a:rPr>
              <a:t>4a</a:t>
            </a:r>
          </a:p>
        </p:txBody>
      </p:sp>
      <p:pic>
        <p:nvPicPr>
          <p:cNvPr id="454" name="Picture 47">
            <a:extLst>
              <a:ext uri="{FF2B5EF4-FFF2-40B4-BE49-F238E27FC236}">
                <a16:creationId xmlns:a16="http://schemas.microsoft.com/office/drawing/2014/main" id="{BF53E800-D5F8-D5ED-80D9-23F6DE056FB1}"/>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0666" y="2564061"/>
            <a:ext cx="227482"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5" name="Picture 16">
            <a:extLst>
              <a:ext uri="{FF2B5EF4-FFF2-40B4-BE49-F238E27FC236}">
                <a16:creationId xmlns:a16="http://schemas.microsoft.com/office/drawing/2014/main" id="{CA3A502A-D5EC-A77F-525D-1FC504C42785}"/>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4214" y="2345100"/>
            <a:ext cx="227481" cy="12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457" name="Picture 46">
            <a:extLst>
              <a:ext uri="{FF2B5EF4-FFF2-40B4-BE49-F238E27FC236}">
                <a16:creationId xmlns:a16="http://schemas.microsoft.com/office/drawing/2014/main" id="{369C3D8C-E51B-24FF-3930-0A874F6EDC09}"/>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2474" y="2147013"/>
            <a:ext cx="296862"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458" name="组合 457">
            <a:extLst>
              <a:ext uri="{FF2B5EF4-FFF2-40B4-BE49-F238E27FC236}">
                <a16:creationId xmlns:a16="http://schemas.microsoft.com/office/drawing/2014/main" id="{521011B4-6B57-9E06-9687-BA7608B08F04}"/>
              </a:ext>
            </a:extLst>
          </p:cNvPr>
          <p:cNvGrpSpPr/>
          <p:nvPr/>
        </p:nvGrpSpPr>
        <p:grpSpPr>
          <a:xfrm>
            <a:off x="7139909" y="2180331"/>
            <a:ext cx="1195784" cy="475254"/>
            <a:chOff x="7199673" y="2544678"/>
            <a:chExt cx="1195784" cy="475254"/>
          </a:xfrm>
        </p:grpSpPr>
        <p:sp>
          <p:nvSpPr>
            <p:cNvPr id="459" name="AutoShape 229">
              <a:extLst>
                <a:ext uri="{FF2B5EF4-FFF2-40B4-BE49-F238E27FC236}">
                  <a16:creationId xmlns:a16="http://schemas.microsoft.com/office/drawing/2014/main" id="{43DC6411-0A4F-E917-B03B-31B86EC91166}"/>
                </a:ext>
              </a:extLst>
            </p:cNvPr>
            <p:cNvSpPr>
              <a:spLocks noChangeAspect="1" noChangeArrowheads="1" noTextEdit="1"/>
            </p:cNvSpPr>
            <p:nvPr/>
          </p:nvSpPr>
          <p:spPr bwMode="auto">
            <a:xfrm>
              <a:off x="7199673" y="2544678"/>
              <a:ext cx="485152" cy="374983"/>
            </a:xfrm>
            <a:prstGeom prst="rect">
              <a:avLst/>
            </a:prstGeom>
            <a:noFill/>
            <a:ln>
              <a:noFill/>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60" name="Oval 231">
              <a:extLst>
                <a:ext uri="{FF2B5EF4-FFF2-40B4-BE49-F238E27FC236}">
                  <a16:creationId xmlns:a16="http://schemas.microsoft.com/office/drawing/2014/main" id="{CDA1286A-7EE4-C61E-9C13-6C672832FDEB}"/>
                </a:ext>
              </a:extLst>
            </p:cNvPr>
            <p:cNvSpPr>
              <a:spLocks noChangeArrowheads="1"/>
            </p:cNvSpPr>
            <p:nvPr/>
          </p:nvSpPr>
          <p:spPr bwMode="auto">
            <a:xfrm>
              <a:off x="7365705" y="2549127"/>
              <a:ext cx="208807" cy="15126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1" name="Oval 232">
              <a:extLst>
                <a:ext uri="{FF2B5EF4-FFF2-40B4-BE49-F238E27FC236}">
                  <a16:creationId xmlns:a16="http://schemas.microsoft.com/office/drawing/2014/main" id="{2FC81D4E-7EB1-4C99-1F7E-4DEF2FD31D4D}"/>
                </a:ext>
              </a:extLst>
            </p:cNvPr>
            <p:cNvSpPr>
              <a:spLocks noChangeArrowheads="1"/>
            </p:cNvSpPr>
            <p:nvPr/>
          </p:nvSpPr>
          <p:spPr bwMode="auto">
            <a:xfrm>
              <a:off x="7250890" y="2588532"/>
              <a:ext cx="159841" cy="151900"/>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2" name="Oval 233">
              <a:extLst>
                <a:ext uri="{FF2B5EF4-FFF2-40B4-BE49-F238E27FC236}">
                  <a16:creationId xmlns:a16="http://schemas.microsoft.com/office/drawing/2014/main" id="{3C7536A6-1BC4-E28C-2C7A-820A9E2C9057}"/>
                </a:ext>
              </a:extLst>
            </p:cNvPr>
            <p:cNvSpPr>
              <a:spLocks noChangeArrowheads="1"/>
            </p:cNvSpPr>
            <p:nvPr/>
          </p:nvSpPr>
          <p:spPr bwMode="auto">
            <a:xfrm>
              <a:off x="7201924" y="2680053"/>
              <a:ext cx="108062" cy="123299"/>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3" name="Oval 234">
              <a:extLst>
                <a:ext uri="{FF2B5EF4-FFF2-40B4-BE49-F238E27FC236}">
                  <a16:creationId xmlns:a16="http://schemas.microsoft.com/office/drawing/2014/main" id="{9EC78E2B-95BF-FFA6-7E7E-4D1F3B0A5A53}"/>
                </a:ext>
              </a:extLst>
            </p:cNvPr>
            <p:cNvSpPr>
              <a:spLocks noChangeArrowheads="1"/>
            </p:cNvSpPr>
            <p:nvPr/>
          </p:nvSpPr>
          <p:spPr bwMode="auto">
            <a:xfrm>
              <a:off x="7234568" y="2734076"/>
              <a:ext cx="162655" cy="13410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4" name="Oval 235">
              <a:extLst>
                <a:ext uri="{FF2B5EF4-FFF2-40B4-BE49-F238E27FC236}">
                  <a16:creationId xmlns:a16="http://schemas.microsoft.com/office/drawing/2014/main" id="{BF956CFA-8915-FE7B-167C-78B6AD500489}"/>
                </a:ext>
              </a:extLst>
            </p:cNvPr>
            <p:cNvSpPr>
              <a:spLocks noChangeArrowheads="1"/>
            </p:cNvSpPr>
            <p:nvPr/>
          </p:nvSpPr>
          <p:spPr bwMode="auto">
            <a:xfrm>
              <a:off x="7349383" y="2756321"/>
              <a:ext cx="242576" cy="15889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5" name="Oval 236">
              <a:extLst>
                <a:ext uri="{FF2B5EF4-FFF2-40B4-BE49-F238E27FC236}">
                  <a16:creationId xmlns:a16="http://schemas.microsoft.com/office/drawing/2014/main" id="{A3D420B7-06FD-236E-1479-CE0904B91BEC}"/>
                </a:ext>
              </a:extLst>
            </p:cNvPr>
            <p:cNvSpPr>
              <a:spLocks noChangeArrowheads="1"/>
            </p:cNvSpPr>
            <p:nvPr/>
          </p:nvSpPr>
          <p:spPr bwMode="auto">
            <a:xfrm>
              <a:off x="7503597" y="2592981"/>
              <a:ext cx="155902" cy="119486"/>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6" name="Oval 237">
              <a:extLst>
                <a:ext uri="{FF2B5EF4-FFF2-40B4-BE49-F238E27FC236}">
                  <a16:creationId xmlns:a16="http://schemas.microsoft.com/office/drawing/2014/main" id="{F4A67E9E-2A9F-BCAB-419D-41D8D75428E2}"/>
                </a:ext>
              </a:extLst>
            </p:cNvPr>
            <p:cNvSpPr>
              <a:spLocks noChangeArrowheads="1"/>
            </p:cNvSpPr>
            <p:nvPr/>
          </p:nvSpPr>
          <p:spPr bwMode="auto">
            <a:xfrm>
              <a:off x="7527235" y="2669884"/>
              <a:ext cx="154213" cy="118851"/>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7" name="Oval 238">
              <a:extLst>
                <a:ext uri="{FF2B5EF4-FFF2-40B4-BE49-F238E27FC236}">
                  <a16:creationId xmlns:a16="http://schemas.microsoft.com/office/drawing/2014/main" id="{B540E540-4D72-1BB0-F312-AD29B3770DA5}"/>
                </a:ext>
              </a:extLst>
            </p:cNvPr>
            <p:cNvSpPr>
              <a:spLocks noChangeArrowheads="1"/>
            </p:cNvSpPr>
            <p:nvPr/>
          </p:nvSpPr>
          <p:spPr bwMode="auto">
            <a:xfrm>
              <a:off x="7513164" y="2694671"/>
              <a:ext cx="15308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sp>
          <p:nvSpPr>
            <p:cNvPr id="468" name="Oval 239">
              <a:extLst>
                <a:ext uri="{FF2B5EF4-FFF2-40B4-BE49-F238E27FC236}">
                  <a16:creationId xmlns:a16="http://schemas.microsoft.com/office/drawing/2014/main" id="{C02EEF2B-0DC4-F00A-2470-F44FA97021D5}"/>
                </a:ext>
              </a:extLst>
            </p:cNvPr>
            <p:cNvSpPr>
              <a:spLocks noChangeArrowheads="1"/>
            </p:cNvSpPr>
            <p:nvPr/>
          </p:nvSpPr>
          <p:spPr bwMode="auto">
            <a:xfrm>
              <a:off x="7289162" y="2635564"/>
              <a:ext cx="310677" cy="195754"/>
            </a:xfrm>
            <a:prstGeom prst="ellipse">
              <a:avLst/>
            </a:prstGeom>
            <a:solidFill>
              <a:schemeClr val="bg1"/>
            </a:solidFill>
            <a:ln>
              <a:noFill/>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2000" b="1">
                <a:latin typeface="微软雅黑" panose="020B0503020204020204" pitchFamily="34" charset="-122"/>
                <a:ea typeface="微软雅黑" panose="020B0503020204020204" pitchFamily="34" charset="-122"/>
              </a:endParaRPr>
            </a:p>
          </p:txBody>
        </p:sp>
        <p:grpSp>
          <p:nvGrpSpPr>
            <p:cNvPr id="469" name="Group 257">
              <a:extLst>
                <a:ext uri="{FF2B5EF4-FFF2-40B4-BE49-F238E27FC236}">
                  <a16:creationId xmlns:a16="http://schemas.microsoft.com/office/drawing/2014/main" id="{82730FD0-2C2B-E9B7-3EDC-59E1E0613381}"/>
                </a:ext>
              </a:extLst>
            </p:cNvPr>
            <p:cNvGrpSpPr>
              <a:grpSpLocks/>
            </p:cNvGrpSpPr>
            <p:nvPr/>
          </p:nvGrpSpPr>
          <p:grpSpPr bwMode="auto">
            <a:xfrm>
              <a:off x="7200799" y="2545949"/>
              <a:ext cx="481775" cy="369898"/>
              <a:chOff x="3063" y="302"/>
              <a:chExt cx="856" cy="582"/>
            </a:xfrm>
            <a:solidFill>
              <a:schemeClr val="bg1"/>
            </a:solidFill>
          </p:grpSpPr>
          <p:sp>
            <p:nvSpPr>
              <p:cNvPr id="473" name="Freeform 241">
                <a:extLst>
                  <a:ext uri="{FF2B5EF4-FFF2-40B4-BE49-F238E27FC236}">
                    <a16:creationId xmlns:a16="http://schemas.microsoft.com/office/drawing/2014/main" id="{19FAFED6-A634-DE95-B6C6-9D8CD4744295}"/>
                  </a:ext>
                </a:extLst>
              </p:cNvPr>
              <p:cNvSpPr>
                <a:spLocks/>
              </p:cNvSpPr>
              <p:nvPr/>
            </p:nvSpPr>
            <p:spPr bwMode="auto">
              <a:xfrm>
                <a:off x="3364" y="302"/>
                <a:ext cx="353" cy="123"/>
              </a:xfrm>
              <a:custGeom>
                <a:avLst/>
                <a:gdLst>
                  <a:gd name="T0" fmla="*/ 2147483647 w 171"/>
                  <a:gd name="T1" fmla="*/ 2147483647 h 53"/>
                  <a:gd name="T2" fmla="*/ 1516289415 w 171"/>
                  <a:gd name="T3" fmla="*/ 247646291 h 53"/>
                  <a:gd name="T4" fmla="*/ 0 w 171"/>
                  <a:gd name="T5" fmla="*/ 2147483647 h 53"/>
                  <a:gd name="T6" fmla="*/ 1516289415 w 171"/>
                  <a:gd name="T7" fmla="*/ 2147483647 h 53"/>
                  <a:gd name="T8" fmla="*/ 2147483647 w 171"/>
                  <a:gd name="T9" fmla="*/ 2147483647 h 53"/>
                  <a:gd name="T10" fmla="*/ 0 60000 65536"/>
                  <a:gd name="T11" fmla="*/ 0 60000 65536"/>
                  <a:gd name="T12" fmla="*/ 0 60000 65536"/>
                  <a:gd name="T13" fmla="*/ 0 60000 65536"/>
                  <a:gd name="T14" fmla="*/ 0 60000 65536"/>
                  <a:gd name="T15" fmla="*/ 0 w 171"/>
                  <a:gd name="T16" fmla="*/ 0 h 53"/>
                  <a:gd name="T17" fmla="*/ 171 w 171"/>
                  <a:gd name="T18" fmla="*/ 53 h 53"/>
                </a:gdLst>
                <a:ahLst/>
                <a:cxnLst>
                  <a:cxn ang="T10">
                    <a:pos x="T0" y="T1"/>
                  </a:cxn>
                  <a:cxn ang="T11">
                    <a:pos x="T2" y="T3"/>
                  </a:cxn>
                  <a:cxn ang="T12">
                    <a:pos x="T4" y="T5"/>
                  </a:cxn>
                  <a:cxn ang="T13">
                    <a:pos x="T6" y="T7"/>
                  </a:cxn>
                  <a:cxn ang="T14">
                    <a:pos x="T8" y="T9"/>
                  </a:cxn>
                </a:cxnLst>
                <a:rect l="T15" t="T16" r="T17" b="T18"/>
                <a:pathLst>
                  <a:path w="171" h="53">
                    <a:moveTo>
                      <a:pt x="171" y="33"/>
                    </a:moveTo>
                    <a:cubicBezTo>
                      <a:pt x="157" y="13"/>
                      <a:pt x="124" y="1"/>
                      <a:pt x="87" y="1"/>
                    </a:cubicBezTo>
                    <a:cubicBezTo>
                      <a:pt x="47" y="0"/>
                      <a:pt x="13" y="15"/>
                      <a:pt x="0" y="36"/>
                    </a:cubicBezTo>
                    <a:lnTo>
                      <a:pt x="87" y="53"/>
                    </a:lnTo>
                    <a:lnTo>
                      <a:pt x="171"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4" name="Arc 242">
                <a:extLst>
                  <a:ext uri="{FF2B5EF4-FFF2-40B4-BE49-F238E27FC236}">
                    <a16:creationId xmlns:a16="http://schemas.microsoft.com/office/drawing/2014/main" id="{3B71CDAC-FE0F-8393-927E-EFED7E454F5F}"/>
                  </a:ext>
                </a:extLst>
              </p:cNvPr>
              <p:cNvSpPr>
                <a:spLocks/>
              </p:cNvSpPr>
              <p:nvPr/>
            </p:nvSpPr>
            <p:spPr bwMode="auto">
              <a:xfrm>
                <a:off x="3368" y="307"/>
                <a:ext cx="347" cy="118"/>
              </a:xfrm>
              <a:custGeom>
                <a:avLst/>
                <a:gdLst>
                  <a:gd name="T0" fmla="*/ 0 w 40450"/>
                  <a:gd name="T1" fmla="*/ 0 h 21600"/>
                  <a:gd name="T2" fmla="*/ 0 w 40450"/>
                  <a:gd name="T3" fmla="*/ 0 h 21600"/>
                  <a:gd name="T4" fmla="*/ 0 w 40450"/>
                  <a:gd name="T5" fmla="*/ 0 h 21600"/>
                  <a:gd name="T6" fmla="*/ 0 60000 65536"/>
                  <a:gd name="T7" fmla="*/ 0 60000 65536"/>
                  <a:gd name="T8" fmla="*/ 0 60000 65536"/>
                  <a:gd name="T9" fmla="*/ 0 w 40450"/>
                  <a:gd name="T10" fmla="*/ 0 h 21600"/>
                  <a:gd name="T11" fmla="*/ 40450 w 40450"/>
                  <a:gd name="T12" fmla="*/ 21600 h 21600"/>
                </a:gdLst>
                <a:ahLst/>
                <a:cxnLst>
                  <a:cxn ang="T6">
                    <a:pos x="T0" y="T1"/>
                  </a:cxn>
                  <a:cxn ang="T7">
                    <a:pos x="T2" y="T3"/>
                  </a:cxn>
                  <a:cxn ang="T8">
                    <a:pos x="T4" y="T5"/>
                  </a:cxn>
                </a:cxnLst>
                <a:rect l="T9" t="T10" r="T11" b="T12"/>
                <a:pathLst>
                  <a:path w="40450" h="21600" fill="none" extrusionOk="0">
                    <a:moveTo>
                      <a:pt x="-1" y="14640"/>
                    </a:moveTo>
                    <a:cubicBezTo>
                      <a:pt x="2979" y="5886"/>
                      <a:pt x="11200" y="-1"/>
                      <a:pt x="20448" y="0"/>
                    </a:cubicBezTo>
                    <a:cubicBezTo>
                      <a:pt x="29229" y="0"/>
                      <a:pt x="37136" y="5316"/>
                      <a:pt x="40450" y="13447"/>
                    </a:cubicBezTo>
                  </a:path>
                  <a:path w="40450" h="21600" stroke="0" extrusionOk="0">
                    <a:moveTo>
                      <a:pt x="-1" y="14640"/>
                    </a:moveTo>
                    <a:cubicBezTo>
                      <a:pt x="2979" y="5886"/>
                      <a:pt x="11200" y="-1"/>
                      <a:pt x="20448" y="0"/>
                    </a:cubicBezTo>
                    <a:cubicBezTo>
                      <a:pt x="29229" y="0"/>
                      <a:pt x="37136" y="5316"/>
                      <a:pt x="40450" y="13447"/>
                    </a:cubicBezTo>
                    <a:lnTo>
                      <a:pt x="20448"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5" name="Freeform 243">
                <a:extLst>
                  <a:ext uri="{FF2B5EF4-FFF2-40B4-BE49-F238E27FC236}">
                    <a16:creationId xmlns:a16="http://schemas.microsoft.com/office/drawing/2014/main" id="{2460D30C-C213-111E-F2C3-DD7FBE1537FE}"/>
                  </a:ext>
                </a:extLst>
              </p:cNvPr>
              <p:cNvSpPr>
                <a:spLocks/>
              </p:cNvSpPr>
              <p:nvPr/>
            </p:nvSpPr>
            <p:spPr bwMode="auto">
              <a:xfrm>
                <a:off x="3150" y="367"/>
                <a:ext cx="220" cy="146"/>
              </a:xfrm>
              <a:custGeom>
                <a:avLst/>
                <a:gdLst>
                  <a:gd name="T0" fmla="*/ 1693384537 w 107"/>
                  <a:gd name="T1" fmla="*/ 1713152276 h 63"/>
                  <a:gd name="T2" fmla="*/ 1109914767 w 107"/>
                  <a:gd name="T3" fmla="*/ 0 h 63"/>
                  <a:gd name="T4" fmla="*/ 14279267 w 107"/>
                  <a:gd name="T5" fmla="*/ 2147483647 h 63"/>
                  <a:gd name="T6" fmla="*/ 29359234 w 107"/>
                  <a:gd name="T7" fmla="*/ 2147483647 h 63"/>
                  <a:gd name="T8" fmla="*/ 1109914767 w 107"/>
                  <a:gd name="T9" fmla="*/ 2147483647 h 63"/>
                  <a:gd name="T10" fmla="*/ 1693384537 w 107"/>
                  <a:gd name="T11" fmla="*/ 1713152276 h 63"/>
                  <a:gd name="T12" fmla="*/ 0 60000 65536"/>
                  <a:gd name="T13" fmla="*/ 0 60000 65536"/>
                  <a:gd name="T14" fmla="*/ 0 60000 65536"/>
                  <a:gd name="T15" fmla="*/ 0 60000 65536"/>
                  <a:gd name="T16" fmla="*/ 0 60000 65536"/>
                  <a:gd name="T17" fmla="*/ 0 60000 65536"/>
                  <a:gd name="T18" fmla="*/ 0 w 107"/>
                  <a:gd name="T19" fmla="*/ 0 h 63"/>
                  <a:gd name="T20" fmla="*/ 107 w 107"/>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07" h="63">
                    <a:moveTo>
                      <a:pt x="107" y="7"/>
                    </a:moveTo>
                    <a:cubicBezTo>
                      <a:pt x="96" y="2"/>
                      <a:pt x="83" y="0"/>
                      <a:pt x="70" y="0"/>
                    </a:cubicBezTo>
                    <a:cubicBezTo>
                      <a:pt x="32" y="0"/>
                      <a:pt x="1" y="23"/>
                      <a:pt x="1" y="52"/>
                    </a:cubicBezTo>
                    <a:cubicBezTo>
                      <a:pt x="0" y="55"/>
                      <a:pt x="1" y="59"/>
                      <a:pt x="2" y="63"/>
                    </a:cubicBezTo>
                    <a:lnTo>
                      <a:pt x="70" y="52"/>
                    </a:lnTo>
                    <a:lnTo>
                      <a:pt x="10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6" name="Arc 244">
                <a:extLst>
                  <a:ext uri="{FF2B5EF4-FFF2-40B4-BE49-F238E27FC236}">
                    <a16:creationId xmlns:a16="http://schemas.microsoft.com/office/drawing/2014/main" id="{677427CC-DA87-BE61-403D-357D91676320}"/>
                  </a:ext>
                </a:extLst>
              </p:cNvPr>
              <p:cNvSpPr>
                <a:spLocks/>
              </p:cNvSpPr>
              <p:nvPr/>
            </p:nvSpPr>
            <p:spPr bwMode="auto">
              <a:xfrm>
                <a:off x="3154" y="369"/>
                <a:ext cx="215" cy="143"/>
              </a:xfrm>
              <a:custGeom>
                <a:avLst/>
                <a:gdLst>
                  <a:gd name="T0" fmla="*/ 0 w 32964"/>
                  <a:gd name="T1" fmla="*/ 0 h 26102"/>
                  <a:gd name="T2" fmla="*/ 0 w 32964"/>
                  <a:gd name="T3" fmla="*/ 0 h 26102"/>
                  <a:gd name="T4" fmla="*/ 0 w 32964"/>
                  <a:gd name="T5" fmla="*/ 0 h 26102"/>
                  <a:gd name="T6" fmla="*/ 0 60000 65536"/>
                  <a:gd name="T7" fmla="*/ 0 60000 65536"/>
                  <a:gd name="T8" fmla="*/ 0 60000 65536"/>
                  <a:gd name="T9" fmla="*/ 0 w 32964"/>
                  <a:gd name="T10" fmla="*/ 0 h 26102"/>
                  <a:gd name="T11" fmla="*/ 32964 w 32964"/>
                  <a:gd name="T12" fmla="*/ 26102 h 26102"/>
                </a:gdLst>
                <a:ahLst/>
                <a:cxnLst>
                  <a:cxn ang="T6">
                    <a:pos x="T0" y="T1"/>
                  </a:cxn>
                  <a:cxn ang="T7">
                    <a:pos x="T2" y="T3"/>
                  </a:cxn>
                  <a:cxn ang="T8">
                    <a:pos x="T4" y="T5"/>
                  </a:cxn>
                </a:cxnLst>
                <a:rect l="T9" t="T10" r="T11" b="T12"/>
                <a:pathLst>
                  <a:path w="32964" h="26102" fill="none" extrusionOk="0">
                    <a:moveTo>
                      <a:pt x="474" y="26101"/>
                    </a:moveTo>
                    <a:cubicBezTo>
                      <a:pt x="158" y="24622"/>
                      <a:pt x="0" y="23113"/>
                      <a:pt x="0" y="21600"/>
                    </a:cubicBezTo>
                    <a:cubicBezTo>
                      <a:pt x="0" y="9670"/>
                      <a:pt x="9670" y="0"/>
                      <a:pt x="21600" y="0"/>
                    </a:cubicBezTo>
                    <a:cubicBezTo>
                      <a:pt x="25614" y="-1"/>
                      <a:pt x="29549" y="1118"/>
                      <a:pt x="32963" y="3231"/>
                    </a:cubicBezTo>
                  </a:path>
                  <a:path w="32964" h="26102" stroke="0" extrusionOk="0">
                    <a:moveTo>
                      <a:pt x="474" y="26101"/>
                    </a:moveTo>
                    <a:cubicBezTo>
                      <a:pt x="158" y="24622"/>
                      <a:pt x="0" y="23113"/>
                      <a:pt x="0" y="21600"/>
                    </a:cubicBezTo>
                    <a:cubicBezTo>
                      <a:pt x="0" y="9670"/>
                      <a:pt x="9670" y="0"/>
                      <a:pt x="21600" y="0"/>
                    </a:cubicBezTo>
                    <a:cubicBezTo>
                      <a:pt x="25614" y="-1"/>
                      <a:pt x="29549" y="1118"/>
                      <a:pt x="32963" y="3231"/>
                    </a:cubicBezTo>
                    <a:lnTo>
                      <a:pt x="21600"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7" name="Freeform 245">
                <a:extLst>
                  <a:ext uri="{FF2B5EF4-FFF2-40B4-BE49-F238E27FC236}">
                    <a16:creationId xmlns:a16="http://schemas.microsoft.com/office/drawing/2014/main" id="{EF37CEDE-4607-BE0C-3D59-3DDC87DA2F74}"/>
                  </a:ext>
                </a:extLst>
              </p:cNvPr>
              <p:cNvSpPr>
                <a:spLocks/>
              </p:cNvSpPr>
              <p:nvPr/>
            </p:nvSpPr>
            <p:spPr bwMode="auto">
              <a:xfrm>
                <a:off x="3121" y="696"/>
                <a:ext cx="220" cy="115"/>
              </a:xfrm>
              <a:custGeom>
                <a:avLst/>
                <a:gdLst>
                  <a:gd name="T0" fmla="*/ 0 w 107"/>
                  <a:gd name="T1" fmla="*/ 0 h 50"/>
                  <a:gd name="T2" fmla="*/ 0 w 107"/>
                  <a:gd name="T3" fmla="*/ 476470799 h 50"/>
                  <a:gd name="T4" fmla="*/ 1139293797 w 107"/>
                  <a:gd name="T5" fmla="*/ 2147483647 h 50"/>
                  <a:gd name="T6" fmla="*/ 1693384537 w 107"/>
                  <a:gd name="T7" fmla="*/ 2147483647 h 50"/>
                  <a:gd name="T8" fmla="*/ 1139293797 w 107"/>
                  <a:gd name="T9" fmla="*/ 635978878 h 50"/>
                  <a:gd name="T10" fmla="*/ 0 w 107"/>
                  <a:gd name="T11" fmla="*/ 0 h 50"/>
                  <a:gd name="T12" fmla="*/ 0 60000 65536"/>
                  <a:gd name="T13" fmla="*/ 0 60000 65536"/>
                  <a:gd name="T14" fmla="*/ 0 60000 65536"/>
                  <a:gd name="T15" fmla="*/ 0 60000 65536"/>
                  <a:gd name="T16" fmla="*/ 0 60000 65536"/>
                  <a:gd name="T17" fmla="*/ 0 60000 65536"/>
                  <a:gd name="T18" fmla="*/ 0 w 107"/>
                  <a:gd name="T19" fmla="*/ 0 h 50"/>
                  <a:gd name="T20" fmla="*/ 107 w 10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07" h="50">
                    <a:moveTo>
                      <a:pt x="0" y="0"/>
                    </a:moveTo>
                    <a:cubicBezTo>
                      <a:pt x="0" y="1"/>
                      <a:pt x="0" y="2"/>
                      <a:pt x="0" y="2"/>
                    </a:cubicBezTo>
                    <a:cubicBezTo>
                      <a:pt x="0" y="28"/>
                      <a:pt x="32" y="50"/>
                      <a:pt x="72" y="50"/>
                    </a:cubicBezTo>
                    <a:cubicBezTo>
                      <a:pt x="84" y="49"/>
                      <a:pt x="96" y="47"/>
                      <a:pt x="107" y="44"/>
                    </a:cubicBezTo>
                    <a:lnTo>
                      <a:pt x="7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8" name="Arc 246">
                <a:extLst>
                  <a:ext uri="{FF2B5EF4-FFF2-40B4-BE49-F238E27FC236}">
                    <a16:creationId xmlns:a16="http://schemas.microsoft.com/office/drawing/2014/main" id="{DC33C0BF-C42D-366C-DDC2-1BC5A2D4AD83}"/>
                  </a:ext>
                </a:extLst>
              </p:cNvPr>
              <p:cNvSpPr>
                <a:spLocks/>
              </p:cNvSpPr>
              <p:nvPr/>
            </p:nvSpPr>
            <p:spPr bwMode="auto">
              <a:xfrm>
                <a:off x="3123" y="698"/>
                <a:ext cx="217" cy="111"/>
              </a:xfrm>
              <a:custGeom>
                <a:avLst/>
                <a:gdLst>
                  <a:gd name="T0" fmla="*/ 0 w 32042"/>
                  <a:gd name="T1" fmla="*/ 0 h 22613"/>
                  <a:gd name="T2" fmla="*/ 0 w 32042"/>
                  <a:gd name="T3" fmla="*/ 0 h 22613"/>
                  <a:gd name="T4" fmla="*/ 0 w 32042"/>
                  <a:gd name="T5" fmla="*/ 0 h 22613"/>
                  <a:gd name="T6" fmla="*/ 0 60000 65536"/>
                  <a:gd name="T7" fmla="*/ 0 60000 65536"/>
                  <a:gd name="T8" fmla="*/ 0 60000 65536"/>
                  <a:gd name="T9" fmla="*/ 0 w 32042"/>
                  <a:gd name="T10" fmla="*/ 0 h 22613"/>
                  <a:gd name="T11" fmla="*/ 32042 w 32042"/>
                  <a:gd name="T12" fmla="*/ 22613 h 22613"/>
                </a:gdLst>
                <a:ahLst/>
                <a:cxnLst>
                  <a:cxn ang="T6">
                    <a:pos x="T0" y="T1"/>
                  </a:cxn>
                  <a:cxn ang="T7">
                    <a:pos x="T2" y="T3"/>
                  </a:cxn>
                  <a:cxn ang="T8">
                    <a:pos x="T4" y="T5"/>
                  </a:cxn>
                </a:cxnLst>
                <a:rect l="T9" t="T10" r="T11" b="T12"/>
                <a:pathLst>
                  <a:path w="32042" h="22613" fill="none" extrusionOk="0">
                    <a:moveTo>
                      <a:pt x="32042" y="19921"/>
                    </a:moveTo>
                    <a:cubicBezTo>
                      <a:pt x="28844" y="21686"/>
                      <a:pt x="25252" y="22612"/>
                      <a:pt x="21600" y="22613"/>
                    </a:cubicBezTo>
                    <a:cubicBezTo>
                      <a:pt x="9670" y="22613"/>
                      <a:pt x="0" y="12942"/>
                      <a:pt x="0" y="1013"/>
                    </a:cubicBezTo>
                    <a:cubicBezTo>
                      <a:pt x="-1" y="675"/>
                      <a:pt x="7" y="337"/>
                      <a:pt x="23" y="-1"/>
                    </a:cubicBezTo>
                  </a:path>
                  <a:path w="32042" h="22613" stroke="0" extrusionOk="0">
                    <a:moveTo>
                      <a:pt x="32042" y="19921"/>
                    </a:moveTo>
                    <a:cubicBezTo>
                      <a:pt x="28844" y="21686"/>
                      <a:pt x="25252" y="22612"/>
                      <a:pt x="21600" y="22613"/>
                    </a:cubicBezTo>
                    <a:cubicBezTo>
                      <a:pt x="9670" y="22613"/>
                      <a:pt x="0" y="12942"/>
                      <a:pt x="0" y="1013"/>
                    </a:cubicBezTo>
                    <a:cubicBezTo>
                      <a:pt x="-1" y="675"/>
                      <a:pt x="7" y="337"/>
                      <a:pt x="23" y="-1"/>
                    </a:cubicBezTo>
                    <a:lnTo>
                      <a:pt x="21600" y="1013"/>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79" name="Freeform 247">
                <a:extLst>
                  <a:ext uri="{FF2B5EF4-FFF2-40B4-BE49-F238E27FC236}">
                    <a16:creationId xmlns:a16="http://schemas.microsoft.com/office/drawing/2014/main" id="{CF895BC3-6008-18AC-987F-ECA2148BE95E}"/>
                  </a:ext>
                </a:extLst>
              </p:cNvPr>
              <p:cNvSpPr>
                <a:spLocks/>
              </p:cNvSpPr>
              <p:nvPr/>
            </p:nvSpPr>
            <p:spPr bwMode="auto">
              <a:xfrm>
                <a:off x="3713" y="372"/>
                <a:ext cx="167" cy="141"/>
              </a:xfrm>
              <a:custGeom>
                <a:avLst/>
                <a:gdLst>
                  <a:gd name="T0" fmla="*/ 1211487246 w 81"/>
                  <a:gd name="T1" fmla="*/ 2147483647 h 61"/>
                  <a:gd name="T2" fmla="*/ 1365605509 w 81"/>
                  <a:gd name="T3" fmla="*/ 2147483647 h 61"/>
                  <a:gd name="T4" fmla="*/ 239314720 w 81"/>
                  <a:gd name="T5" fmla="*/ 230421347 h 61"/>
                  <a:gd name="T6" fmla="*/ 0 w 81"/>
                  <a:gd name="T7" fmla="*/ 230421347 h 61"/>
                  <a:gd name="T8" fmla="*/ 239314720 w 81"/>
                  <a:gd name="T9" fmla="*/ 2147483647 h 61"/>
                  <a:gd name="T10" fmla="*/ 1211487246 w 81"/>
                  <a:gd name="T11" fmla="*/ 2147483647 h 61"/>
                  <a:gd name="T12" fmla="*/ 0 60000 65536"/>
                  <a:gd name="T13" fmla="*/ 0 60000 65536"/>
                  <a:gd name="T14" fmla="*/ 0 60000 65536"/>
                  <a:gd name="T15" fmla="*/ 0 60000 65536"/>
                  <a:gd name="T16" fmla="*/ 0 60000 65536"/>
                  <a:gd name="T17" fmla="*/ 0 60000 65536"/>
                  <a:gd name="T18" fmla="*/ 0 w 81"/>
                  <a:gd name="T19" fmla="*/ 0 h 61"/>
                  <a:gd name="T20" fmla="*/ 81 w 81"/>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81" h="61">
                    <a:moveTo>
                      <a:pt x="72" y="61"/>
                    </a:moveTo>
                    <a:cubicBezTo>
                      <a:pt x="77" y="55"/>
                      <a:pt x="81" y="48"/>
                      <a:pt x="81" y="41"/>
                    </a:cubicBezTo>
                    <a:cubicBezTo>
                      <a:pt x="81" y="19"/>
                      <a:pt x="51" y="1"/>
                      <a:pt x="14" y="1"/>
                    </a:cubicBezTo>
                    <a:cubicBezTo>
                      <a:pt x="9" y="0"/>
                      <a:pt x="4" y="1"/>
                      <a:pt x="0" y="1"/>
                    </a:cubicBezTo>
                    <a:lnTo>
                      <a:pt x="14" y="41"/>
                    </a:lnTo>
                    <a:lnTo>
                      <a:pt x="72"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0" name="Arc 248">
                <a:extLst>
                  <a:ext uri="{FF2B5EF4-FFF2-40B4-BE49-F238E27FC236}">
                    <a16:creationId xmlns:a16="http://schemas.microsoft.com/office/drawing/2014/main" id="{8D3118AC-12C9-584C-9337-3D84F57EDCEB}"/>
                  </a:ext>
                </a:extLst>
              </p:cNvPr>
              <p:cNvSpPr>
                <a:spLocks/>
              </p:cNvSpPr>
              <p:nvPr/>
            </p:nvSpPr>
            <p:spPr bwMode="auto">
              <a:xfrm>
                <a:off x="3714" y="376"/>
                <a:ext cx="164" cy="137"/>
              </a:xfrm>
              <a:custGeom>
                <a:avLst/>
                <a:gdLst>
                  <a:gd name="T0" fmla="*/ 0 w 25979"/>
                  <a:gd name="T1" fmla="*/ 0 h 32433"/>
                  <a:gd name="T2" fmla="*/ 0 w 25979"/>
                  <a:gd name="T3" fmla="*/ 0 h 32433"/>
                  <a:gd name="T4" fmla="*/ 0 w 25979"/>
                  <a:gd name="T5" fmla="*/ 0 h 32433"/>
                  <a:gd name="T6" fmla="*/ 0 60000 65536"/>
                  <a:gd name="T7" fmla="*/ 0 60000 65536"/>
                  <a:gd name="T8" fmla="*/ 0 60000 65536"/>
                  <a:gd name="T9" fmla="*/ 0 w 25979"/>
                  <a:gd name="T10" fmla="*/ 0 h 32433"/>
                  <a:gd name="T11" fmla="*/ 25979 w 25979"/>
                  <a:gd name="T12" fmla="*/ 32433 h 32433"/>
                </a:gdLst>
                <a:ahLst/>
                <a:cxnLst>
                  <a:cxn ang="T6">
                    <a:pos x="T0" y="T1"/>
                  </a:cxn>
                  <a:cxn ang="T7">
                    <a:pos x="T2" y="T3"/>
                  </a:cxn>
                  <a:cxn ang="T8">
                    <a:pos x="T4" y="T5"/>
                  </a:cxn>
                </a:cxnLst>
                <a:rect l="T9" t="T10" r="T11" b="T12"/>
                <a:pathLst>
                  <a:path w="25979" h="32433" fill="none" extrusionOk="0">
                    <a:moveTo>
                      <a:pt x="0" y="448"/>
                    </a:moveTo>
                    <a:cubicBezTo>
                      <a:pt x="1440" y="150"/>
                      <a:pt x="2907" y="-1"/>
                      <a:pt x="4379" y="0"/>
                    </a:cubicBezTo>
                    <a:cubicBezTo>
                      <a:pt x="16308" y="0"/>
                      <a:pt x="25979" y="9670"/>
                      <a:pt x="25979" y="21600"/>
                    </a:cubicBezTo>
                    <a:cubicBezTo>
                      <a:pt x="25979" y="25404"/>
                      <a:pt x="24974" y="29141"/>
                      <a:pt x="23066" y="32433"/>
                    </a:cubicBezTo>
                  </a:path>
                  <a:path w="25979" h="32433" stroke="0" extrusionOk="0">
                    <a:moveTo>
                      <a:pt x="0" y="448"/>
                    </a:moveTo>
                    <a:cubicBezTo>
                      <a:pt x="1440" y="150"/>
                      <a:pt x="2907" y="-1"/>
                      <a:pt x="4379" y="0"/>
                    </a:cubicBezTo>
                    <a:cubicBezTo>
                      <a:pt x="16308" y="0"/>
                      <a:pt x="25979" y="9670"/>
                      <a:pt x="25979" y="21600"/>
                    </a:cubicBezTo>
                    <a:cubicBezTo>
                      <a:pt x="25979" y="25404"/>
                      <a:pt x="24974" y="29141"/>
                      <a:pt x="23066" y="32433"/>
                    </a:cubicBezTo>
                    <a:lnTo>
                      <a:pt x="4379" y="2160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1" name="Freeform 249">
                <a:extLst>
                  <a:ext uri="{FF2B5EF4-FFF2-40B4-BE49-F238E27FC236}">
                    <a16:creationId xmlns:a16="http://schemas.microsoft.com/office/drawing/2014/main" id="{C0547C27-C56F-6E2A-4FED-AD609BB5D91C}"/>
                  </a:ext>
                </a:extLst>
              </p:cNvPr>
              <p:cNvSpPr>
                <a:spLocks/>
              </p:cNvSpPr>
              <p:nvPr/>
            </p:nvSpPr>
            <p:spPr bwMode="auto">
              <a:xfrm>
                <a:off x="3760" y="511"/>
                <a:ext cx="159" cy="138"/>
              </a:xfrm>
              <a:custGeom>
                <a:avLst/>
                <a:gdLst>
                  <a:gd name="T0" fmla="*/ 1082302279 w 77"/>
                  <a:gd name="T1" fmla="*/ 2147483647 h 60"/>
                  <a:gd name="T2" fmla="*/ 1344976453 w 77"/>
                  <a:gd name="T3" fmla="*/ 2147483647 h 60"/>
                  <a:gd name="T4" fmla="*/ 835832256 w 77"/>
                  <a:gd name="T5" fmla="*/ 0 h 60"/>
                  <a:gd name="T6" fmla="*/ 0 w 77"/>
                  <a:gd name="T7" fmla="*/ 2147483647 h 60"/>
                  <a:gd name="T8" fmla="*/ 1082302279 w 77"/>
                  <a:gd name="T9" fmla="*/ 2147483647 h 60"/>
                  <a:gd name="T10" fmla="*/ 0 60000 65536"/>
                  <a:gd name="T11" fmla="*/ 0 60000 65536"/>
                  <a:gd name="T12" fmla="*/ 0 60000 65536"/>
                  <a:gd name="T13" fmla="*/ 0 60000 65536"/>
                  <a:gd name="T14" fmla="*/ 0 60000 65536"/>
                  <a:gd name="T15" fmla="*/ 0 w 77"/>
                  <a:gd name="T16" fmla="*/ 0 h 60"/>
                  <a:gd name="T17" fmla="*/ 77 w 77"/>
                  <a:gd name="T18" fmla="*/ 60 h 60"/>
                </a:gdLst>
                <a:ahLst/>
                <a:cxnLst>
                  <a:cxn ang="T10">
                    <a:pos x="T0" y="T1"/>
                  </a:cxn>
                  <a:cxn ang="T11">
                    <a:pos x="T2" y="T3"/>
                  </a:cxn>
                  <a:cxn ang="T12">
                    <a:pos x="T4" y="T5"/>
                  </a:cxn>
                  <a:cxn ang="T13">
                    <a:pos x="T6" y="T7"/>
                  </a:cxn>
                  <a:cxn ang="T14">
                    <a:pos x="T8" y="T9"/>
                  </a:cxn>
                </a:cxnLst>
                <a:rect l="T15" t="T16" r="T17" b="T18"/>
                <a:pathLst>
                  <a:path w="77" h="60">
                    <a:moveTo>
                      <a:pt x="62" y="60"/>
                    </a:moveTo>
                    <a:cubicBezTo>
                      <a:pt x="71" y="53"/>
                      <a:pt x="77" y="44"/>
                      <a:pt x="77" y="35"/>
                    </a:cubicBezTo>
                    <a:cubicBezTo>
                      <a:pt x="77" y="21"/>
                      <a:pt x="66" y="9"/>
                      <a:pt x="48" y="0"/>
                    </a:cubicBezTo>
                    <a:lnTo>
                      <a:pt x="0" y="35"/>
                    </a:lnTo>
                    <a:lnTo>
                      <a:pt x="6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2" name="Arc 250">
                <a:extLst>
                  <a:ext uri="{FF2B5EF4-FFF2-40B4-BE49-F238E27FC236}">
                    <a16:creationId xmlns:a16="http://schemas.microsoft.com/office/drawing/2014/main" id="{5ADABF95-3D52-AE45-BAE0-708F21D3D61F}"/>
                  </a:ext>
                </a:extLst>
              </p:cNvPr>
              <p:cNvSpPr>
                <a:spLocks/>
              </p:cNvSpPr>
              <p:nvPr/>
            </p:nvSpPr>
            <p:spPr bwMode="auto">
              <a:xfrm>
                <a:off x="3760" y="514"/>
                <a:ext cx="157" cy="136"/>
              </a:xfrm>
              <a:custGeom>
                <a:avLst/>
                <a:gdLst>
                  <a:gd name="T0" fmla="*/ 0 w 21600"/>
                  <a:gd name="T1" fmla="*/ 0 h 29604"/>
                  <a:gd name="T2" fmla="*/ 0 w 21600"/>
                  <a:gd name="T3" fmla="*/ 0 h 29604"/>
                  <a:gd name="T4" fmla="*/ 0 w 21600"/>
                  <a:gd name="T5" fmla="*/ 0 h 29604"/>
                  <a:gd name="T6" fmla="*/ 0 60000 65536"/>
                  <a:gd name="T7" fmla="*/ 0 60000 65536"/>
                  <a:gd name="T8" fmla="*/ 0 60000 65536"/>
                  <a:gd name="T9" fmla="*/ 0 w 21600"/>
                  <a:gd name="T10" fmla="*/ 0 h 29604"/>
                  <a:gd name="T11" fmla="*/ 21600 w 21600"/>
                  <a:gd name="T12" fmla="*/ 29604 h 29604"/>
                </a:gdLst>
                <a:ahLst/>
                <a:cxnLst>
                  <a:cxn ang="T6">
                    <a:pos x="T0" y="T1"/>
                  </a:cxn>
                  <a:cxn ang="T7">
                    <a:pos x="T2" y="T3"/>
                  </a:cxn>
                  <a:cxn ang="T8">
                    <a:pos x="T4" y="T5"/>
                  </a:cxn>
                </a:cxnLst>
                <a:rect l="T9" t="T10" r="T11" b="T12"/>
                <a:pathLst>
                  <a:path w="21600" h="29604" fill="none" extrusionOk="0">
                    <a:moveTo>
                      <a:pt x="13445" y="-1"/>
                    </a:moveTo>
                    <a:cubicBezTo>
                      <a:pt x="18597" y="4097"/>
                      <a:pt x="21600" y="10321"/>
                      <a:pt x="21600" y="16905"/>
                    </a:cubicBezTo>
                    <a:cubicBezTo>
                      <a:pt x="21600" y="21467"/>
                      <a:pt x="20155" y="25913"/>
                      <a:pt x="17472" y="29603"/>
                    </a:cubicBezTo>
                  </a:path>
                  <a:path w="21600" h="29604" stroke="0" extrusionOk="0">
                    <a:moveTo>
                      <a:pt x="13445" y="-1"/>
                    </a:moveTo>
                    <a:cubicBezTo>
                      <a:pt x="18597" y="4097"/>
                      <a:pt x="21600" y="10321"/>
                      <a:pt x="21600" y="16905"/>
                    </a:cubicBezTo>
                    <a:cubicBezTo>
                      <a:pt x="21600" y="21467"/>
                      <a:pt x="20155" y="25913"/>
                      <a:pt x="17472" y="29603"/>
                    </a:cubicBezTo>
                    <a:lnTo>
                      <a:pt x="0" y="16905"/>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3" name="Freeform 251">
                <a:extLst>
                  <a:ext uri="{FF2B5EF4-FFF2-40B4-BE49-F238E27FC236}">
                    <a16:creationId xmlns:a16="http://schemas.microsoft.com/office/drawing/2014/main" id="{A612ACC7-4C48-D7CF-C561-764C94044901}"/>
                  </a:ext>
                </a:extLst>
              </p:cNvPr>
              <p:cNvSpPr>
                <a:spLocks/>
              </p:cNvSpPr>
              <p:nvPr/>
            </p:nvSpPr>
            <p:spPr bwMode="auto">
              <a:xfrm>
                <a:off x="3706" y="647"/>
                <a:ext cx="188" cy="201"/>
              </a:xfrm>
              <a:custGeom>
                <a:avLst/>
                <a:gdLst>
                  <a:gd name="T0" fmla="*/ 0 w 91"/>
                  <a:gd name="T1" fmla="*/ 2147483647 h 87"/>
                  <a:gd name="T2" fmla="*/ 411749049 w 91"/>
                  <a:gd name="T3" fmla="*/ 2147483647 h 87"/>
                  <a:gd name="T4" fmla="*/ 1608817485 w 91"/>
                  <a:gd name="T5" fmla="*/ 2147483647 h 87"/>
                  <a:gd name="T6" fmla="*/ 1558612064 w 91"/>
                  <a:gd name="T7" fmla="*/ 0 h 87"/>
                  <a:gd name="T8" fmla="*/ 411749049 w 91"/>
                  <a:gd name="T9" fmla="*/ 2147483647 h 87"/>
                  <a:gd name="T10" fmla="*/ 0 w 91"/>
                  <a:gd name="T11" fmla="*/ 2147483647 h 87"/>
                  <a:gd name="T12" fmla="*/ 0 60000 65536"/>
                  <a:gd name="T13" fmla="*/ 0 60000 65536"/>
                  <a:gd name="T14" fmla="*/ 0 60000 65536"/>
                  <a:gd name="T15" fmla="*/ 0 60000 65536"/>
                  <a:gd name="T16" fmla="*/ 0 60000 65536"/>
                  <a:gd name="T17" fmla="*/ 0 60000 65536"/>
                  <a:gd name="T18" fmla="*/ 0 w 91"/>
                  <a:gd name="T19" fmla="*/ 0 h 87"/>
                  <a:gd name="T20" fmla="*/ 91 w 91"/>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91" h="87">
                    <a:moveTo>
                      <a:pt x="0" y="83"/>
                    </a:moveTo>
                    <a:cubicBezTo>
                      <a:pt x="8" y="85"/>
                      <a:pt x="15" y="86"/>
                      <a:pt x="23" y="86"/>
                    </a:cubicBezTo>
                    <a:cubicBezTo>
                      <a:pt x="60" y="87"/>
                      <a:pt x="91" y="57"/>
                      <a:pt x="91" y="20"/>
                    </a:cubicBezTo>
                    <a:cubicBezTo>
                      <a:pt x="91" y="13"/>
                      <a:pt x="90" y="7"/>
                      <a:pt x="88" y="0"/>
                    </a:cubicBezTo>
                    <a:lnTo>
                      <a:pt x="23" y="20"/>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4" name="Arc 252">
                <a:extLst>
                  <a:ext uri="{FF2B5EF4-FFF2-40B4-BE49-F238E27FC236}">
                    <a16:creationId xmlns:a16="http://schemas.microsoft.com/office/drawing/2014/main" id="{A1EBB43C-C887-CB00-3CAA-23F291C683E2}"/>
                  </a:ext>
                </a:extLst>
              </p:cNvPr>
              <p:cNvSpPr>
                <a:spLocks/>
              </p:cNvSpPr>
              <p:nvPr/>
            </p:nvSpPr>
            <p:spPr bwMode="auto">
              <a:xfrm>
                <a:off x="3709" y="650"/>
                <a:ext cx="183" cy="196"/>
              </a:xfrm>
              <a:custGeom>
                <a:avLst/>
                <a:gdLst>
                  <a:gd name="T0" fmla="*/ 0 w 28618"/>
                  <a:gd name="T1" fmla="*/ 0 h 27702"/>
                  <a:gd name="T2" fmla="*/ 0 w 28618"/>
                  <a:gd name="T3" fmla="*/ 0 h 27702"/>
                  <a:gd name="T4" fmla="*/ 0 w 28618"/>
                  <a:gd name="T5" fmla="*/ 0 h 27702"/>
                  <a:gd name="T6" fmla="*/ 0 60000 65536"/>
                  <a:gd name="T7" fmla="*/ 0 60000 65536"/>
                  <a:gd name="T8" fmla="*/ 0 60000 65536"/>
                  <a:gd name="T9" fmla="*/ 0 w 28618"/>
                  <a:gd name="T10" fmla="*/ 0 h 27702"/>
                  <a:gd name="T11" fmla="*/ 28618 w 28618"/>
                  <a:gd name="T12" fmla="*/ 27702 h 27702"/>
                </a:gdLst>
                <a:ahLst/>
                <a:cxnLst>
                  <a:cxn ang="T6">
                    <a:pos x="T0" y="T1"/>
                  </a:cxn>
                  <a:cxn ang="T7">
                    <a:pos x="T2" y="T3"/>
                  </a:cxn>
                  <a:cxn ang="T8">
                    <a:pos x="T4" y="T5"/>
                  </a:cxn>
                </a:cxnLst>
                <a:rect l="T9" t="T10" r="T11" b="T12"/>
                <a:pathLst>
                  <a:path w="28618" h="27702" fill="none" extrusionOk="0">
                    <a:moveTo>
                      <a:pt x="27738" y="-1"/>
                    </a:moveTo>
                    <a:cubicBezTo>
                      <a:pt x="28321" y="1981"/>
                      <a:pt x="28618" y="4036"/>
                      <a:pt x="28618" y="6102"/>
                    </a:cubicBezTo>
                    <a:cubicBezTo>
                      <a:pt x="28618" y="18031"/>
                      <a:pt x="18947" y="27702"/>
                      <a:pt x="7018" y="27702"/>
                    </a:cubicBezTo>
                    <a:cubicBezTo>
                      <a:pt x="4629" y="27702"/>
                      <a:pt x="2258" y="27305"/>
                      <a:pt x="-1" y="26530"/>
                    </a:cubicBezTo>
                  </a:path>
                  <a:path w="28618" h="27702" stroke="0" extrusionOk="0">
                    <a:moveTo>
                      <a:pt x="27738" y="-1"/>
                    </a:moveTo>
                    <a:cubicBezTo>
                      <a:pt x="28321" y="1981"/>
                      <a:pt x="28618" y="4036"/>
                      <a:pt x="28618" y="6102"/>
                    </a:cubicBezTo>
                    <a:cubicBezTo>
                      <a:pt x="28618" y="18031"/>
                      <a:pt x="18947" y="27702"/>
                      <a:pt x="7018" y="27702"/>
                    </a:cubicBezTo>
                    <a:cubicBezTo>
                      <a:pt x="4629" y="27702"/>
                      <a:pt x="2258" y="27305"/>
                      <a:pt x="-1" y="26530"/>
                    </a:cubicBezTo>
                    <a:lnTo>
                      <a:pt x="7018" y="610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5" name="Freeform 253">
                <a:extLst>
                  <a:ext uri="{FF2B5EF4-FFF2-40B4-BE49-F238E27FC236}">
                    <a16:creationId xmlns:a16="http://schemas.microsoft.com/office/drawing/2014/main" id="{0D9C9EE5-0A90-7453-AD14-D15D2097220E}"/>
                  </a:ext>
                </a:extLst>
              </p:cNvPr>
              <p:cNvSpPr>
                <a:spLocks/>
              </p:cNvSpPr>
              <p:nvPr/>
            </p:nvSpPr>
            <p:spPr bwMode="auto">
              <a:xfrm>
                <a:off x="3063" y="511"/>
                <a:ext cx="103" cy="189"/>
              </a:xfrm>
              <a:custGeom>
                <a:avLst/>
                <a:gdLst>
                  <a:gd name="T0" fmla="*/ 780520248 w 50"/>
                  <a:gd name="T1" fmla="*/ 0 h 82"/>
                  <a:gd name="T2" fmla="*/ 14698957 w 50"/>
                  <a:gd name="T3" fmla="*/ 2147483647 h 82"/>
                  <a:gd name="T4" fmla="*/ 500253939 w 50"/>
                  <a:gd name="T5" fmla="*/ 2147483647 h 82"/>
                  <a:gd name="T6" fmla="*/ 827327125 w 50"/>
                  <a:gd name="T7" fmla="*/ 2147483647 h 82"/>
                  <a:gd name="T8" fmla="*/ 780520248 w 50"/>
                  <a:gd name="T9" fmla="*/ 0 h 82"/>
                  <a:gd name="T10" fmla="*/ 0 60000 65536"/>
                  <a:gd name="T11" fmla="*/ 0 60000 65536"/>
                  <a:gd name="T12" fmla="*/ 0 60000 65536"/>
                  <a:gd name="T13" fmla="*/ 0 60000 65536"/>
                  <a:gd name="T14" fmla="*/ 0 60000 65536"/>
                  <a:gd name="T15" fmla="*/ 0 w 50"/>
                  <a:gd name="T16" fmla="*/ 0 h 82"/>
                  <a:gd name="T17" fmla="*/ 50 w 50"/>
                  <a:gd name="T18" fmla="*/ 82 h 82"/>
                </a:gdLst>
                <a:ahLst/>
                <a:cxnLst>
                  <a:cxn ang="T10">
                    <a:pos x="T0" y="T1"/>
                  </a:cxn>
                  <a:cxn ang="T11">
                    <a:pos x="T2" y="T3"/>
                  </a:cxn>
                  <a:cxn ang="T12">
                    <a:pos x="T4" y="T5"/>
                  </a:cxn>
                  <a:cxn ang="T13">
                    <a:pos x="T6" y="T7"/>
                  </a:cxn>
                  <a:cxn ang="T14">
                    <a:pos x="T8" y="T9"/>
                  </a:cxn>
                </a:cxnLst>
                <a:rect l="T15" t="T16" r="T17" b="T18"/>
                <a:pathLst>
                  <a:path w="50" h="82">
                    <a:moveTo>
                      <a:pt x="47" y="0"/>
                    </a:moveTo>
                    <a:cubicBezTo>
                      <a:pt x="21" y="1"/>
                      <a:pt x="1" y="20"/>
                      <a:pt x="1" y="42"/>
                    </a:cubicBezTo>
                    <a:cubicBezTo>
                      <a:pt x="0" y="59"/>
                      <a:pt x="12" y="75"/>
                      <a:pt x="30" y="82"/>
                    </a:cubicBezTo>
                    <a:lnTo>
                      <a:pt x="50" y="43"/>
                    </a:lnTo>
                    <a:lnTo>
                      <a:pt x="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6" name="Arc 254">
                <a:extLst>
                  <a:ext uri="{FF2B5EF4-FFF2-40B4-BE49-F238E27FC236}">
                    <a16:creationId xmlns:a16="http://schemas.microsoft.com/office/drawing/2014/main" id="{E18AAE55-4E85-6941-E085-77B7D87906FB}"/>
                  </a:ext>
                </a:extLst>
              </p:cNvPr>
              <p:cNvSpPr>
                <a:spLocks/>
              </p:cNvSpPr>
              <p:nvPr/>
            </p:nvSpPr>
            <p:spPr bwMode="auto">
              <a:xfrm>
                <a:off x="3067" y="514"/>
                <a:ext cx="99" cy="186"/>
              </a:xfrm>
              <a:custGeom>
                <a:avLst/>
                <a:gdLst>
                  <a:gd name="T0" fmla="*/ 0 w 21600"/>
                  <a:gd name="T1" fmla="*/ 0 h 41306"/>
                  <a:gd name="T2" fmla="*/ 0 w 21600"/>
                  <a:gd name="T3" fmla="*/ 0 h 41306"/>
                  <a:gd name="T4" fmla="*/ 0 w 21600"/>
                  <a:gd name="T5" fmla="*/ 0 h 41306"/>
                  <a:gd name="T6" fmla="*/ 0 60000 65536"/>
                  <a:gd name="T7" fmla="*/ 0 60000 65536"/>
                  <a:gd name="T8" fmla="*/ 0 60000 65536"/>
                  <a:gd name="T9" fmla="*/ 0 w 21600"/>
                  <a:gd name="T10" fmla="*/ 0 h 41306"/>
                  <a:gd name="T11" fmla="*/ 21600 w 21600"/>
                  <a:gd name="T12" fmla="*/ 41306 h 41306"/>
                </a:gdLst>
                <a:ahLst/>
                <a:cxnLst>
                  <a:cxn ang="T6">
                    <a:pos x="T0" y="T1"/>
                  </a:cxn>
                  <a:cxn ang="T7">
                    <a:pos x="T2" y="T3"/>
                  </a:cxn>
                  <a:cxn ang="T8">
                    <a:pos x="T4" y="T5"/>
                  </a:cxn>
                </a:cxnLst>
                <a:rect l="T9" t="T10" r="T11" b="T12"/>
                <a:pathLst>
                  <a:path w="21600" h="41306" fill="none" extrusionOk="0">
                    <a:moveTo>
                      <a:pt x="12839" y="41305"/>
                    </a:moveTo>
                    <a:cubicBezTo>
                      <a:pt x="5032" y="37841"/>
                      <a:pt x="0" y="30102"/>
                      <a:pt x="0" y="21562"/>
                    </a:cubicBezTo>
                    <a:cubicBezTo>
                      <a:pt x="-1" y="10127"/>
                      <a:pt x="8911" y="674"/>
                      <a:pt x="20325" y="-1"/>
                    </a:cubicBezTo>
                  </a:path>
                  <a:path w="21600" h="41306" stroke="0" extrusionOk="0">
                    <a:moveTo>
                      <a:pt x="12839" y="41305"/>
                    </a:moveTo>
                    <a:cubicBezTo>
                      <a:pt x="5032" y="37841"/>
                      <a:pt x="0" y="30102"/>
                      <a:pt x="0" y="21562"/>
                    </a:cubicBezTo>
                    <a:cubicBezTo>
                      <a:pt x="-1" y="10127"/>
                      <a:pt x="8911" y="674"/>
                      <a:pt x="20325" y="-1"/>
                    </a:cubicBezTo>
                    <a:lnTo>
                      <a:pt x="21600" y="21562"/>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7" name="Freeform 255">
                <a:extLst>
                  <a:ext uri="{FF2B5EF4-FFF2-40B4-BE49-F238E27FC236}">
                    <a16:creationId xmlns:a16="http://schemas.microsoft.com/office/drawing/2014/main" id="{8950AC29-AF41-F90D-5F65-1C002A670E3F}"/>
                  </a:ext>
                </a:extLst>
              </p:cNvPr>
              <p:cNvSpPr>
                <a:spLocks/>
              </p:cNvSpPr>
              <p:nvPr/>
            </p:nvSpPr>
            <p:spPr bwMode="auto">
              <a:xfrm>
                <a:off x="3333" y="770"/>
                <a:ext cx="380" cy="113"/>
              </a:xfrm>
              <a:custGeom>
                <a:avLst/>
                <a:gdLst>
                  <a:gd name="T0" fmla="*/ 0 w 184"/>
                  <a:gd name="T1" fmla="*/ 2147483647 h 49"/>
                  <a:gd name="T2" fmla="*/ 1757541845 w 184"/>
                  <a:gd name="T3" fmla="*/ 2147483647 h 49"/>
                  <a:gd name="T4" fmla="*/ 2147483647 w 184"/>
                  <a:gd name="T5" fmla="*/ 2147483647 h 49"/>
                  <a:gd name="T6" fmla="*/ 1757541845 w 184"/>
                  <a:gd name="T7" fmla="*/ 0 h 49"/>
                  <a:gd name="T8" fmla="*/ 0 w 184"/>
                  <a:gd name="T9" fmla="*/ 2147483647 h 49"/>
                  <a:gd name="T10" fmla="*/ 0 60000 65536"/>
                  <a:gd name="T11" fmla="*/ 0 60000 65536"/>
                  <a:gd name="T12" fmla="*/ 0 60000 65536"/>
                  <a:gd name="T13" fmla="*/ 0 60000 65536"/>
                  <a:gd name="T14" fmla="*/ 0 60000 65536"/>
                  <a:gd name="T15" fmla="*/ 0 w 184"/>
                  <a:gd name="T16" fmla="*/ 0 h 49"/>
                  <a:gd name="T17" fmla="*/ 184 w 184"/>
                  <a:gd name="T18" fmla="*/ 49 h 49"/>
                </a:gdLst>
                <a:ahLst/>
                <a:cxnLst>
                  <a:cxn ang="T10">
                    <a:pos x="T0" y="T1"/>
                  </a:cxn>
                  <a:cxn ang="T11">
                    <a:pos x="T2" y="T3"/>
                  </a:cxn>
                  <a:cxn ang="T12">
                    <a:pos x="T4" y="T5"/>
                  </a:cxn>
                  <a:cxn ang="T13">
                    <a:pos x="T6" y="T7"/>
                  </a:cxn>
                  <a:cxn ang="T14">
                    <a:pos x="T8" y="T9"/>
                  </a:cxn>
                </a:cxnLst>
                <a:rect l="T15" t="T16" r="T17" b="T18"/>
                <a:pathLst>
                  <a:path w="184" h="49">
                    <a:moveTo>
                      <a:pt x="0" y="10"/>
                    </a:moveTo>
                    <a:cubicBezTo>
                      <a:pt x="9" y="33"/>
                      <a:pt x="51" y="49"/>
                      <a:pt x="100" y="49"/>
                    </a:cubicBezTo>
                    <a:cubicBezTo>
                      <a:pt x="134" y="49"/>
                      <a:pt x="165" y="41"/>
                      <a:pt x="184" y="28"/>
                    </a:cubicBezTo>
                    <a:lnTo>
                      <a:pt x="10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488" name="Arc 256">
                <a:extLst>
                  <a:ext uri="{FF2B5EF4-FFF2-40B4-BE49-F238E27FC236}">
                    <a16:creationId xmlns:a16="http://schemas.microsoft.com/office/drawing/2014/main" id="{5E788470-1252-1293-B01D-5E1BE76BB296}"/>
                  </a:ext>
                </a:extLst>
              </p:cNvPr>
              <p:cNvSpPr>
                <a:spLocks/>
              </p:cNvSpPr>
              <p:nvPr/>
            </p:nvSpPr>
            <p:spPr bwMode="auto">
              <a:xfrm>
                <a:off x="3336" y="770"/>
                <a:ext cx="377" cy="114"/>
              </a:xfrm>
              <a:custGeom>
                <a:avLst/>
                <a:gdLst>
                  <a:gd name="T0" fmla="*/ 0 w 38893"/>
                  <a:gd name="T1" fmla="*/ 0 h 21600"/>
                  <a:gd name="T2" fmla="*/ 0 w 38893"/>
                  <a:gd name="T3" fmla="*/ 0 h 21600"/>
                  <a:gd name="T4" fmla="*/ 0 w 38893"/>
                  <a:gd name="T5" fmla="*/ 0 h 21600"/>
                  <a:gd name="T6" fmla="*/ 0 60000 65536"/>
                  <a:gd name="T7" fmla="*/ 0 60000 65536"/>
                  <a:gd name="T8" fmla="*/ 0 60000 65536"/>
                  <a:gd name="T9" fmla="*/ 0 w 38893"/>
                  <a:gd name="T10" fmla="*/ 0 h 21600"/>
                  <a:gd name="T11" fmla="*/ 38893 w 38893"/>
                  <a:gd name="T12" fmla="*/ 21600 h 21600"/>
                </a:gdLst>
                <a:ahLst/>
                <a:cxnLst>
                  <a:cxn ang="T6">
                    <a:pos x="T0" y="T1"/>
                  </a:cxn>
                  <a:cxn ang="T7">
                    <a:pos x="T2" y="T3"/>
                  </a:cxn>
                  <a:cxn ang="T8">
                    <a:pos x="T4" y="T5"/>
                  </a:cxn>
                </a:cxnLst>
                <a:rect l="T9" t="T10" r="T11" b="T12"/>
                <a:pathLst>
                  <a:path w="38893" h="21600" fill="none" extrusionOk="0">
                    <a:moveTo>
                      <a:pt x="38892" y="12325"/>
                    </a:moveTo>
                    <a:cubicBezTo>
                      <a:pt x="34855" y="18135"/>
                      <a:pt x="28229" y="21599"/>
                      <a:pt x="21155" y="21600"/>
                    </a:cubicBezTo>
                    <a:cubicBezTo>
                      <a:pt x="10906" y="21600"/>
                      <a:pt x="2068" y="14397"/>
                      <a:pt x="-1" y="4360"/>
                    </a:cubicBezTo>
                  </a:path>
                  <a:path w="38893" h="21600" stroke="0" extrusionOk="0">
                    <a:moveTo>
                      <a:pt x="38892" y="12325"/>
                    </a:moveTo>
                    <a:cubicBezTo>
                      <a:pt x="34855" y="18135"/>
                      <a:pt x="28229" y="21599"/>
                      <a:pt x="21155" y="21600"/>
                    </a:cubicBezTo>
                    <a:cubicBezTo>
                      <a:pt x="10906" y="21600"/>
                      <a:pt x="2068" y="14397"/>
                      <a:pt x="-1" y="4360"/>
                    </a:cubicBezTo>
                    <a:lnTo>
                      <a:pt x="21155" y="0"/>
                    </a:lnTo>
                    <a:close/>
                  </a:path>
                </a:pathLst>
              </a:custGeom>
              <a:grpFill/>
              <a:ln w="6350">
                <a:solidFill>
                  <a:srgbClr val="805D00"/>
                </a:solidFill>
                <a:round/>
                <a:headEnd/>
                <a:tailEnd/>
              </a:ln>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470" name="Text Box 173">
              <a:extLst>
                <a:ext uri="{FF2B5EF4-FFF2-40B4-BE49-F238E27FC236}">
                  <a16:creationId xmlns:a16="http://schemas.microsoft.com/office/drawing/2014/main" id="{47244594-56A0-BB7D-7082-3FA36772A5D9}"/>
                </a:ext>
              </a:extLst>
            </p:cNvPr>
            <p:cNvSpPr txBox="1">
              <a:spLocks noChangeArrowheads="1"/>
            </p:cNvSpPr>
            <p:nvPr/>
          </p:nvSpPr>
          <p:spPr bwMode="auto">
            <a:xfrm>
              <a:off x="7293022" y="2580347"/>
              <a:ext cx="309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X</a:t>
              </a:r>
            </a:p>
          </p:txBody>
        </p:sp>
        <p:sp>
          <p:nvSpPr>
            <p:cNvPr id="471" name="Text Box 42">
              <a:extLst>
                <a:ext uri="{FF2B5EF4-FFF2-40B4-BE49-F238E27FC236}">
                  <a16:creationId xmlns:a16="http://schemas.microsoft.com/office/drawing/2014/main" id="{FCD8AA49-BB37-3B19-0A55-F4573A058BB8}"/>
                </a:ext>
              </a:extLst>
            </p:cNvPr>
            <p:cNvSpPr txBox="1">
              <a:spLocks noChangeArrowheads="1"/>
            </p:cNvSpPr>
            <p:nvPr/>
          </p:nvSpPr>
          <p:spPr bwMode="auto">
            <a:xfrm>
              <a:off x="7851718" y="2712155"/>
              <a:ext cx="5437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前缀</a:t>
              </a:r>
            </a:p>
          </p:txBody>
        </p:sp>
        <p:cxnSp>
          <p:nvCxnSpPr>
            <p:cNvPr id="472" name="直接箭头连接符 331">
              <a:extLst>
                <a:ext uri="{FF2B5EF4-FFF2-40B4-BE49-F238E27FC236}">
                  <a16:creationId xmlns:a16="http://schemas.microsoft.com/office/drawing/2014/main" id="{89B88A61-1458-8FDB-D85F-2D750F124624}"/>
                </a:ext>
              </a:extLst>
            </p:cNvPr>
            <p:cNvCxnSpPr>
              <a:cxnSpLocks noChangeShapeType="1"/>
            </p:cNvCxnSpPr>
            <p:nvPr/>
          </p:nvCxnSpPr>
          <p:spPr bwMode="auto">
            <a:xfrm flipH="1" flipV="1">
              <a:off x="7526757" y="2746845"/>
              <a:ext cx="373781" cy="94158"/>
            </a:xfrm>
            <a:prstGeom prst="straightConnector1">
              <a:avLst/>
            </a:prstGeom>
            <a:noFill/>
            <a:ln w="9525" algn="ctr">
              <a:solidFill>
                <a:schemeClr val="tx1"/>
              </a:solidFill>
              <a:round/>
              <a:headEnd/>
              <a:tailEnd type="triangle" w="sm" len="lg"/>
            </a:ln>
            <a:extLst>
              <a:ext uri="{909E8E84-426E-40DD-AFC4-6F175D3DCCD1}">
                <a14:hiddenFill xmlns:a14="http://schemas.microsoft.com/office/drawing/2010/main">
                  <a:noFill/>
                </a14:hiddenFill>
              </a:ext>
            </a:extLst>
          </p:spPr>
        </p:cxnSp>
      </p:grpSp>
      <p:cxnSp>
        <p:nvCxnSpPr>
          <p:cNvPr id="490" name="直接箭头连接符 489">
            <a:extLst>
              <a:ext uri="{FF2B5EF4-FFF2-40B4-BE49-F238E27FC236}">
                <a16:creationId xmlns:a16="http://schemas.microsoft.com/office/drawing/2014/main" id="{401A36C4-4406-9D73-62E1-A4B6DC6AD4B1}"/>
              </a:ext>
            </a:extLst>
          </p:cNvPr>
          <p:cNvCxnSpPr/>
          <p:nvPr/>
        </p:nvCxnSpPr>
        <p:spPr>
          <a:xfrm flipH="1" flipV="1">
            <a:off x="2001976" y="1383251"/>
            <a:ext cx="233259" cy="319045"/>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91" name="直接箭头连接符 490">
            <a:extLst>
              <a:ext uri="{FF2B5EF4-FFF2-40B4-BE49-F238E27FC236}">
                <a16:creationId xmlns:a16="http://schemas.microsoft.com/office/drawing/2014/main" id="{28206096-CA1E-EB1C-3D1C-C3C24A2ADE1D}"/>
              </a:ext>
            </a:extLst>
          </p:cNvPr>
          <p:cNvCxnSpPr/>
          <p:nvPr/>
        </p:nvCxnSpPr>
        <p:spPr>
          <a:xfrm flipH="1">
            <a:off x="1623514" y="2637020"/>
            <a:ext cx="177015" cy="396996"/>
          </a:xfrm>
          <a:prstGeom prst="straightConnector1">
            <a:avLst/>
          </a:prstGeom>
          <a:ln w="127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80" name="Text Box 173">
            <a:extLst>
              <a:ext uri="{FF2B5EF4-FFF2-40B4-BE49-F238E27FC236}">
                <a16:creationId xmlns:a16="http://schemas.microsoft.com/office/drawing/2014/main" id="{22678B32-6FCD-C67D-C697-B56EA6E56D4C}"/>
              </a:ext>
            </a:extLst>
          </p:cNvPr>
          <p:cNvSpPr txBox="1">
            <a:spLocks noChangeArrowheads="1"/>
          </p:cNvSpPr>
          <p:nvPr/>
        </p:nvSpPr>
        <p:spPr bwMode="auto">
          <a:xfrm>
            <a:off x="882387" y="3014631"/>
            <a:ext cx="36622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4</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 IP</a:t>
            </a:r>
            <a:r>
              <a:rPr lang="en-US" altLang="zh-CN" sz="1400" b="1" baseline="-25000" dirty="0">
                <a:solidFill>
                  <a:srgbClr val="C00000"/>
                </a:solidFill>
                <a:latin typeface="微软雅黑" panose="020B0503020204020204" pitchFamily="34" charset="-122"/>
                <a:ea typeface="微软雅黑" panose="020B0503020204020204" pitchFamily="34" charset="-122"/>
              </a:rPr>
              <a:t>4a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
        <p:nvSpPr>
          <p:cNvPr id="181" name="Text Box 173">
            <a:extLst>
              <a:ext uri="{FF2B5EF4-FFF2-40B4-BE49-F238E27FC236}">
                <a16:creationId xmlns:a16="http://schemas.microsoft.com/office/drawing/2014/main" id="{D8EF6443-7BC7-AEBB-BF8C-2398FC1016C0}"/>
              </a:ext>
            </a:extLst>
          </p:cNvPr>
          <p:cNvSpPr txBox="1">
            <a:spLocks noChangeArrowheads="1"/>
          </p:cNvSpPr>
          <p:nvPr/>
        </p:nvSpPr>
        <p:spPr bwMode="auto">
          <a:xfrm>
            <a:off x="877725" y="1126614"/>
            <a:ext cx="3626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solidFill>
                  <a:srgbClr val="C00000"/>
                </a:solidFill>
                <a:latin typeface="微软雅黑" panose="020B0503020204020204" pitchFamily="34" charset="-122"/>
                <a:ea typeface="微软雅黑" panose="020B0503020204020204" pitchFamily="34" charset="-122"/>
              </a:rPr>
              <a:t>[ X, AS</a:t>
            </a:r>
            <a:r>
              <a:rPr lang="en-US" altLang="zh-CN" sz="1400" b="1" baseline="-25000" dirty="0">
                <a:solidFill>
                  <a:srgbClr val="C00000"/>
                </a:solidFill>
                <a:latin typeface="微软雅黑" panose="020B0503020204020204" pitchFamily="34" charset="-122"/>
                <a:ea typeface="微软雅黑" panose="020B0503020204020204" pitchFamily="34" charset="-122"/>
              </a:rPr>
              <a:t>2</a:t>
            </a:r>
            <a:r>
              <a:rPr lang="en-US" altLang="zh-CN" sz="1400" b="1" dirty="0">
                <a:solidFill>
                  <a:srgbClr val="C00000"/>
                </a:solidFill>
                <a:latin typeface="微软雅黑" panose="020B0503020204020204" pitchFamily="34" charset="-122"/>
                <a:ea typeface="微软雅黑" panose="020B0503020204020204" pitchFamily="34" charset="-122"/>
              </a:rPr>
              <a:t> AS</a:t>
            </a:r>
            <a:r>
              <a:rPr lang="en-US" altLang="zh-CN" sz="1400" b="1" baseline="-25000" dirty="0">
                <a:solidFill>
                  <a:srgbClr val="C00000"/>
                </a:solidFill>
                <a:latin typeface="微软雅黑" panose="020B0503020204020204" pitchFamily="34" charset="-122"/>
                <a:ea typeface="微软雅黑" panose="020B0503020204020204" pitchFamily="34" charset="-122"/>
              </a:rPr>
              <a:t>5</a:t>
            </a:r>
            <a:r>
              <a:rPr lang="en-US" altLang="zh-CN" sz="1400" b="1" dirty="0">
                <a:solidFill>
                  <a:srgbClr val="C00000"/>
                </a:solidFill>
                <a:latin typeface="微软雅黑" panose="020B0503020204020204" pitchFamily="34" charset="-122"/>
                <a:ea typeface="微软雅黑" panose="020B0503020204020204" pitchFamily="34" charset="-122"/>
              </a:rPr>
              <a:t> , LOCAL-PREF = 100, IP</a:t>
            </a:r>
            <a:r>
              <a:rPr lang="en-US" altLang="zh-CN" sz="1400" b="1" baseline="-25000" dirty="0">
                <a:solidFill>
                  <a:srgbClr val="C00000"/>
                </a:solidFill>
                <a:latin typeface="微软雅黑" panose="020B0503020204020204" pitchFamily="34" charset="-122"/>
                <a:ea typeface="微软雅黑" panose="020B0503020204020204" pitchFamily="34" charset="-122"/>
              </a:rPr>
              <a:t>2a</a:t>
            </a:r>
            <a:r>
              <a:rPr lang="en-US" altLang="zh-CN" sz="1400" b="1" dirty="0">
                <a:solidFill>
                  <a:srgbClr val="C00000"/>
                </a:solidFill>
                <a:latin typeface="微软雅黑" panose="020B0503020204020204" pitchFamily="34" charset="-122"/>
                <a:ea typeface="微软雅黑" panose="020B0503020204020204" pitchFamily="34" charset="-122"/>
              </a:rPr>
              <a:t> ]</a:t>
            </a:r>
            <a:endParaRPr lang="en-US" altLang="zh-CN" sz="1400" b="1" baseline="-25000" dirty="0">
              <a:solidFill>
                <a:srgbClr val="C00000"/>
              </a:solidFill>
              <a:latin typeface="微软雅黑" panose="020B0503020204020204" pitchFamily="34" charset="-122"/>
              <a:ea typeface="微软雅黑" panose="020B0503020204020204" pitchFamily="34" charset="-122"/>
            </a:endParaRPr>
          </a:p>
        </p:txBody>
      </p:sp>
      <p:sp>
        <p:nvSpPr>
          <p:cNvPr id="7" name="任意多边形: 形状 6">
            <a:extLst>
              <a:ext uri="{FF2B5EF4-FFF2-40B4-BE49-F238E27FC236}">
                <a16:creationId xmlns:a16="http://schemas.microsoft.com/office/drawing/2014/main" id="{5E56B914-0E15-DD85-94C3-45EDC1068CF7}"/>
              </a:ext>
            </a:extLst>
          </p:cNvPr>
          <p:cNvSpPr/>
          <p:nvPr/>
        </p:nvSpPr>
        <p:spPr>
          <a:xfrm>
            <a:off x="1171903" y="2133600"/>
            <a:ext cx="6085490" cy="600112"/>
          </a:xfrm>
          <a:custGeom>
            <a:avLst/>
            <a:gdLst>
              <a:gd name="connsiteX0" fmla="*/ 0 w 6085490"/>
              <a:gd name="connsiteY0" fmla="*/ 0 h 600112"/>
              <a:gd name="connsiteX1" fmla="*/ 677918 w 6085490"/>
              <a:gd name="connsiteY1" fmla="*/ 278524 h 600112"/>
              <a:gd name="connsiteX2" fmla="*/ 1944414 w 6085490"/>
              <a:gd name="connsiteY2" fmla="*/ 493986 h 600112"/>
              <a:gd name="connsiteX3" fmla="*/ 4477407 w 6085490"/>
              <a:gd name="connsiteY3" fmla="*/ 578069 h 600112"/>
              <a:gd name="connsiteX4" fmla="*/ 5213131 w 6085490"/>
              <a:gd name="connsiteY4" fmla="*/ 94593 h 600112"/>
              <a:gd name="connsiteX5" fmla="*/ 6085490 w 6085490"/>
              <a:gd name="connsiteY5" fmla="*/ 199697 h 600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85490" h="600112">
                <a:moveTo>
                  <a:pt x="0" y="0"/>
                </a:moveTo>
                <a:cubicBezTo>
                  <a:pt x="176924" y="98096"/>
                  <a:pt x="353849" y="196193"/>
                  <a:pt x="677918" y="278524"/>
                </a:cubicBezTo>
                <a:cubicBezTo>
                  <a:pt x="1001987" y="360855"/>
                  <a:pt x="1311166" y="444062"/>
                  <a:pt x="1944414" y="493986"/>
                </a:cubicBezTo>
                <a:cubicBezTo>
                  <a:pt x="2577662" y="543910"/>
                  <a:pt x="3932621" y="644634"/>
                  <a:pt x="4477407" y="578069"/>
                </a:cubicBezTo>
                <a:cubicBezTo>
                  <a:pt x="5022193" y="511504"/>
                  <a:pt x="4945117" y="157655"/>
                  <a:pt x="5213131" y="94593"/>
                </a:cubicBezTo>
                <a:cubicBezTo>
                  <a:pt x="5481145" y="31531"/>
                  <a:pt x="5783317" y="115614"/>
                  <a:pt x="6085490" y="199697"/>
                </a:cubicBezTo>
              </a:path>
            </a:pathLst>
          </a:custGeom>
          <a:ln>
            <a:headEnd type="none" w="med" len="med"/>
            <a:tailEnd type="triangl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solidFill>
                <a:schemeClr val="tx1"/>
              </a:solidFill>
            </a:endParaRPr>
          </a:p>
        </p:txBody>
      </p:sp>
      <p:sp>
        <p:nvSpPr>
          <p:cNvPr id="8" name="任意多边形: 形状 7">
            <a:extLst>
              <a:ext uri="{FF2B5EF4-FFF2-40B4-BE49-F238E27FC236}">
                <a16:creationId xmlns:a16="http://schemas.microsoft.com/office/drawing/2014/main" id="{370C84D2-3364-E06A-49A3-1F081BD7A793}"/>
              </a:ext>
            </a:extLst>
          </p:cNvPr>
          <p:cNvSpPr/>
          <p:nvPr/>
        </p:nvSpPr>
        <p:spPr>
          <a:xfrm>
            <a:off x="1728952" y="1685087"/>
            <a:ext cx="5475889" cy="684995"/>
          </a:xfrm>
          <a:custGeom>
            <a:avLst/>
            <a:gdLst>
              <a:gd name="connsiteX0" fmla="*/ 0 w 5475889"/>
              <a:gd name="connsiteY0" fmla="*/ 169988 h 684995"/>
              <a:gd name="connsiteX1" fmla="*/ 583324 w 5475889"/>
              <a:gd name="connsiteY1" fmla="*/ 264581 h 684995"/>
              <a:gd name="connsiteX2" fmla="*/ 1329558 w 5475889"/>
              <a:gd name="connsiteY2" fmla="*/ 75395 h 684995"/>
              <a:gd name="connsiteX3" fmla="*/ 2322786 w 5475889"/>
              <a:gd name="connsiteY3" fmla="*/ 33354 h 684995"/>
              <a:gd name="connsiteX4" fmla="*/ 4635062 w 5475889"/>
              <a:gd name="connsiteY4" fmla="*/ 553616 h 684995"/>
              <a:gd name="connsiteX5" fmla="*/ 5475889 w 5475889"/>
              <a:gd name="connsiteY5" fmla="*/ 684995 h 684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5889" h="684995">
                <a:moveTo>
                  <a:pt x="0" y="169988"/>
                </a:moveTo>
                <a:cubicBezTo>
                  <a:pt x="180865" y="225167"/>
                  <a:pt x="361731" y="280346"/>
                  <a:pt x="583324" y="264581"/>
                </a:cubicBezTo>
                <a:cubicBezTo>
                  <a:pt x="804917" y="248816"/>
                  <a:pt x="1039648" y="113933"/>
                  <a:pt x="1329558" y="75395"/>
                </a:cubicBezTo>
                <a:cubicBezTo>
                  <a:pt x="1619468" y="36857"/>
                  <a:pt x="1771869" y="-46349"/>
                  <a:pt x="2322786" y="33354"/>
                </a:cubicBezTo>
                <a:cubicBezTo>
                  <a:pt x="2873703" y="113057"/>
                  <a:pt x="4109545" y="445009"/>
                  <a:pt x="4635062" y="553616"/>
                </a:cubicBezTo>
                <a:cubicBezTo>
                  <a:pt x="5160579" y="662223"/>
                  <a:pt x="5318234" y="673609"/>
                  <a:pt x="5475889" y="684995"/>
                </a:cubicBezTo>
              </a:path>
            </a:pathLst>
          </a:custGeom>
          <a:ln>
            <a:solidFill>
              <a:srgbClr val="FFFF00"/>
            </a:solidFill>
            <a:headEnd type="none" w="med" len="med"/>
            <a:tailEnd type="triangle" w="med" len="med"/>
          </a:ln>
        </p:spPr>
        <p:style>
          <a:lnRef idx="3">
            <a:schemeClr val="accent6"/>
          </a:lnRef>
          <a:fillRef idx="0">
            <a:schemeClr val="accent6"/>
          </a:fillRef>
          <a:effectRef idx="2">
            <a:schemeClr val="accent6"/>
          </a:effectRef>
          <a:fontRef idx="minor">
            <a:schemeClr val="tx1"/>
          </a:fontRef>
        </p:style>
        <p:txBody>
          <a:bodyPr rtlCol="0" anchor="ctr"/>
          <a:lstStyle/>
          <a:p>
            <a:pPr algn="ctr"/>
            <a:endParaRPr lang="zh-CN" altLang="en-US"/>
          </a:p>
        </p:txBody>
      </p:sp>
    </p:spTree>
    <p:extLst>
      <p:ext uri="{BB962C8B-B14F-4D97-AF65-F5344CB8AC3E}">
        <p14:creationId xmlns:p14="http://schemas.microsoft.com/office/powerpoint/2010/main" val="36884274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0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wipe(left)">
                                      <p:cBhvr>
                                        <p:cTn id="12" dur="10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35" presetClass="emph" presetSubtype="0" repeatCount="3000" fill="hold" grpId="0" nodeType="clickEffect">
                                  <p:stCondLst>
                                    <p:cond delay="0"/>
                                  </p:stCondLst>
                                  <p:childTnLst>
                                    <p:anim calcmode="discrete" valueType="str">
                                      <p:cBhvr>
                                        <p:cTn id="16" dur="1000" fill="hold"/>
                                        <p:tgtEl>
                                          <p:spTgt spid="415"/>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grpId="0" nodeType="clickEffect">
                                  <p:stCondLst>
                                    <p:cond delay="0"/>
                                  </p:stCondLst>
                                  <p:childTnLst>
                                    <p:anim calcmode="discrete" valueType="str">
                                      <p:cBhvr>
                                        <p:cTn id="20" dur="1000" fill="hold"/>
                                        <p:tgtEl>
                                          <p:spTgt spid="41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4" grpId="0"/>
      <p:bldP spid="415" grpId="0"/>
      <p:bldP spid="7" grpId="0" animBg="1"/>
      <p:bldP spid="8" grpId="0" animBg="1"/>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12DA9A-3DC1-DAF5-DA04-42E2510FB32C}"/>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4AA019A2-B9BD-11EB-EB06-CA50DF3A6084}"/>
              </a:ext>
            </a:extLst>
          </p:cNvPr>
          <p:cNvSpPr>
            <a:spLocks noChangeArrowheads="1"/>
          </p:cNvSpPr>
          <p:nvPr/>
        </p:nvSpPr>
        <p:spPr bwMode="auto">
          <a:xfrm>
            <a:off x="545145" y="621250"/>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2CBB3E3A-65B3-764E-3827-BBE46D9AB411}"/>
              </a:ext>
            </a:extLst>
          </p:cNvPr>
          <p:cNvSpPr>
            <a:spLocks noChangeArrowheads="1"/>
          </p:cNvSpPr>
          <p:nvPr/>
        </p:nvSpPr>
        <p:spPr bwMode="auto">
          <a:xfrm>
            <a:off x="1941968" y="58803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4. BGP </a:t>
            </a:r>
            <a:r>
              <a:rPr lang="zh-CN" altLang="en-US" sz="2000" b="1" dirty="0">
                <a:solidFill>
                  <a:schemeClr val="bg1"/>
                </a:solidFill>
                <a:latin typeface="微软雅黑" pitchFamily="34" charset="-122"/>
                <a:ea typeface="微软雅黑" pitchFamily="34" charset="-122"/>
              </a:rPr>
              <a:t>的路由选择</a:t>
            </a:r>
          </a:p>
        </p:txBody>
      </p:sp>
      <p:graphicFrame>
        <p:nvGraphicFramePr>
          <p:cNvPr id="2" name="图示 1">
            <a:extLst>
              <a:ext uri="{FF2B5EF4-FFF2-40B4-BE49-F238E27FC236}">
                <a16:creationId xmlns:a16="http://schemas.microsoft.com/office/drawing/2014/main" id="{EBB8246F-998D-28E7-AEE3-B79F6A6A38DE}"/>
              </a:ext>
            </a:extLst>
          </p:cNvPr>
          <p:cNvGraphicFramePr/>
          <p:nvPr/>
        </p:nvGraphicFramePr>
        <p:xfrm>
          <a:off x="1228436" y="1145306"/>
          <a:ext cx="6862618" cy="326967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6" name="矩形: 圆角 5">
            <a:extLst>
              <a:ext uri="{FF2B5EF4-FFF2-40B4-BE49-F238E27FC236}">
                <a16:creationId xmlns:a16="http://schemas.microsoft.com/office/drawing/2014/main" id="{5ACADDB7-DED9-C1D4-8126-7B917C55EFB1}"/>
              </a:ext>
            </a:extLst>
          </p:cNvPr>
          <p:cNvSpPr/>
          <p:nvPr/>
        </p:nvSpPr>
        <p:spPr>
          <a:xfrm>
            <a:off x="1886607" y="3483863"/>
            <a:ext cx="6204447" cy="604666"/>
          </a:xfrm>
          <a:prstGeom prst="round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534551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组合 17">
            <a:extLst>
              <a:ext uri="{FF2B5EF4-FFF2-40B4-BE49-F238E27FC236}">
                <a16:creationId xmlns:a16="http://schemas.microsoft.com/office/drawing/2014/main" id="{F82C46F1-6095-7F0E-C329-01F4F8D0E269}"/>
              </a:ext>
            </a:extLst>
          </p:cNvPr>
          <p:cNvGrpSpPr/>
          <p:nvPr/>
        </p:nvGrpSpPr>
        <p:grpSpPr>
          <a:xfrm>
            <a:off x="971264" y="1140001"/>
            <a:ext cx="2630147" cy="3127993"/>
            <a:chOff x="1122218" y="1290039"/>
            <a:chExt cx="2630147" cy="3127993"/>
          </a:xfrm>
        </p:grpSpPr>
        <p:sp>
          <p:nvSpPr>
            <p:cNvPr id="14" name="任意多边形: 形状 13">
              <a:extLst>
                <a:ext uri="{FF2B5EF4-FFF2-40B4-BE49-F238E27FC236}">
                  <a16:creationId xmlns:a16="http://schemas.microsoft.com/office/drawing/2014/main" id="{43689C02-DB4B-1E76-EE5C-A2D94F9853BA}"/>
                </a:ext>
              </a:extLst>
            </p:cNvPr>
            <p:cNvSpPr/>
            <p:nvPr/>
          </p:nvSpPr>
          <p:spPr>
            <a:xfrm>
              <a:off x="1122218" y="1290039"/>
              <a:ext cx="2630147" cy="753733"/>
            </a:xfrm>
            <a:custGeom>
              <a:avLst/>
              <a:gdLst>
                <a:gd name="connsiteX0" fmla="*/ 0 w 2630147"/>
                <a:gd name="connsiteY0" fmla="*/ 125625 h 753733"/>
                <a:gd name="connsiteX1" fmla="*/ 125625 w 2630147"/>
                <a:gd name="connsiteY1" fmla="*/ 0 h 753733"/>
                <a:gd name="connsiteX2" fmla="*/ 2504522 w 2630147"/>
                <a:gd name="connsiteY2" fmla="*/ 0 h 753733"/>
                <a:gd name="connsiteX3" fmla="*/ 2630147 w 2630147"/>
                <a:gd name="connsiteY3" fmla="*/ 125625 h 753733"/>
                <a:gd name="connsiteX4" fmla="*/ 2630147 w 2630147"/>
                <a:gd name="connsiteY4" fmla="*/ 628108 h 753733"/>
                <a:gd name="connsiteX5" fmla="*/ 2504522 w 2630147"/>
                <a:gd name="connsiteY5" fmla="*/ 753733 h 753733"/>
                <a:gd name="connsiteX6" fmla="*/ 125625 w 2630147"/>
                <a:gd name="connsiteY6" fmla="*/ 753733 h 753733"/>
                <a:gd name="connsiteX7" fmla="*/ 0 w 2630147"/>
                <a:gd name="connsiteY7" fmla="*/ 628108 h 753733"/>
                <a:gd name="connsiteX8" fmla="*/ 0 w 2630147"/>
                <a:gd name="connsiteY8" fmla="*/ 125625 h 7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30147" h="753733">
                  <a:moveTo>
                    <a:pt x="0" y="125625"/>
                  </a:moveTo>
                  <a:cubicBezTo>
                    <a:pt x="0" y="56244"/>
                    <a:pt x="56244" y="0"/>
                    <a:pt x="125625" y="0"/>
                  </a:cubicBezTo>
                  <a:lnTo>
                    <a:pt x="2504522" y="0"/>
                  </a:lnTo>
                  <a:cubicBezTo>
                    <a:pt x="2573903" y="0"/>
                    <a:pt x="2630147" y="56244"/>
                    <a:pt x="2630147" y="125625"/>
                  </a:cubicBezTo>
                  <a:lnTo>
                    <a:pt x="2630147" y="628108"/>
                  </a:lnTo>
                  <a:cubicBezTo>
                    <a:pt x="2630147" y="697489"/>
                    <a:pt x="2573903" y="753733"/>
                    <a:pt x="2504522" y="753733"/>
                  </a:cubicBezTo>
                  <a:lnTo>
                    <a:pt x="125625" y="753733"/>
                  </a:lnTo>
                  <a:cubicBezTo>
                    <a:pt x="56244" y="753733"/>
                    <a:pt x="0" y="697489"/>
                    <a:pt x="0" y="628108"/>
                  </a:cubicBezTo>
                  <a:lnTo>
                    <a:pt x="0" y="125625"/>
                  </a:lnTo>
                  <a:close/>
                </a:path>
              </a:pathLst>
            </a:custGeom>
            <a:solidFill>
              <a:schemeClr val="bg1">
                <a:lumMod val="75000"/>
              </a:schemeClr>
            </a:solidFill>
          </p:spPr>
          <p:style>
            <a:lnRef idx="0">
              <a:schemeClr val="lt1">
                <a:hueOff val="0"/>
                <a:satOff val="0"/>
                <a:lumOff val="0"/>
                <a:alphaOff val="0"/>
              </a:schemeClr>
            </a:lnRef>
            <a:fillRef idx="3">
              <a:schemeClr val="accent4">
                <a:hueOff val="0"/>
                <a:satOff val="0"/>
                <a:lumOff val="0"/>
                <a:alphaOff val="0"/>
              </a:schemeClr>
            </a:fillRef>
            <a:effectRef idx="2">
              <a:schemeClr val="accent4">
                <a:hueOff val="0"/>
                <a:satOff val="0"/>
                <a:lumOff val="0"/>
                <a:alphaOff val="0"/>
              </a:schemeClr>
            </a:effectRef>
            <a:fontRef idx="minor">
              <a:schemeClr val="lt1"/>
            </a:fontRef>
          </p:style>
          <p:txBody>
            <a:bodyPr spcFirstLastPara="0" vert="horz" wrap="square" lIns="97754" tIns="67274" rIns="97754" bIns="67274"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OPEN (</a:t>
              </a:r>
              <a:r>
                <a:rPr lang="zh-CN" altLang="en-US" sz="1600" b="1" kern="1200" dirty="0">
                  <a:latin typeface="微软雅黑" panose="020B0503020204020204" pitchFamily="34" charset="-122"/>
                  <a:ea typeface="微软雅黑" panose="020B0503020204020204" pitchFamily="34" charset="-122"/>
                </a:rPr>
                <a:t>打开</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p:txBody>
        </p:sp>
        <p:sp>
          <p:nvSpPr>
            <p:cNvPr id="15" name="任意多边形: 形状 14">
              <a:extLst>
                <a:ext uri="{FF2B5EF4-FFF2-40B4-BE49-F238E27FC236}">
                  <a16:creationId xmlns:a16="http://schemas.microsoft.com/office/drawing/2014/main" id="{737DFDFA-E9CB-9F4B-005E-24FD66D41F77}"/>
                </a:ext>
              </a:extLst>
            </p:cNvPr>
            <p:cNvSpPr/>
            <p:nvPr/>
          </p:nvSpPr>
          <p:spPr>
            <a:xfrm>
              <a:off x="1122218" y="2081459"/>
              <a:ext cx="2630147" cy="753733"/>
            </a:xfrm>
            <a:custGeom>
              <a:avLst/>
              <a:gdLst>
                <a:gd name="connsiteX0" fmla="*/ 0 w 2630147"/>
                <a:gd name="connsiteY0" fmla="*/ 125625 h 753733"/>
                <a:gd name="connsiteX1" fmla="*/ 125625 w 2630147"/>
                <a:gd name="connsiteY1" fmla="*/ 0 h 753733"/>
                <a:gd name="connsiteX2" fmla="*/ 2504522 w 2630147"/>
                <a:gd name="connsiteY2" fmla="*/ 0 h 753733"/>
                <a:gd name="connsiteX3" fmla="*/ 2630147 w 2630147"/>
                <a:gd name="connsiteY3" fmla="*/ 125625 h 753733"/>
                <a:gd name="connsiteX4" fmla="*/ 2630147 w 2630147"/>
                <a:gd name="connsiteY4" fmla="*/ 628108 h 753733"/>
                <a:gd name="connsiteX5" fmla="*/ 2504522 w 2630147"/>
                <a:gd name="connsiteY5" fmla="*/ 753733 h 753733"/>
                <a:gd name="connsiteX6" fmla="*/ 125625 w 2630147"/>
                <a:gd name="connsiteY6" fmla="*/ 753733 h 753733"/>
                <a:gd name="connsiteX7" fmla="*/ 0 w 2630147"/>
                <a:gd name="connsiteY7" fmla="*/ 628108 h 753733"/>
                <a:gd name="connsiteX8" fmla="*/ 0 w 2630147"/>
                <a:gd name="connsiteY8" fmla="*/ 125625 h 7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30147" h="753733">
                  <a:moveTo>
                    <a:pt x="0" y="125625"/>
                  </a:moveTo>
                  <a:cubicBezTo>
                    <a:pt x="0" y="56244"/>
                    <a:pt x="56244" y="0"/>
                    <a:pt x="125625" y="0"/>
                  </a:cubicBezTo>
                  <a:lnTo>
                    <a:pt x="2504522" y="0"/>
                  </a:lnTo>
                  <a:cubicBezTo>
                    <a:pt x="2573903" y="0"/>
                    <a:pt x="2630147" y="56244"/>
                    <a:pt x="2630147" y="125625"/>
                  </a:cubicBezTo>
                  <a:lnTo>
                    <a:pt x="2630147" y="628108"/>
                  </a:lnTo>
                  <a:cubicBezTo>
                    <a:pt x="2630147" y="697489"/>
                    <a:pt x="2573903" y="753733"/>
                    <a:pt x="2504522" y="753733"/>
                  </a:cubicBezTo>
                  <a:lnTo>
                    <a:pt x="125625" y="753733"/>
                  </a:lnTo>
                  <a:cubicBezTo>
                    <a:pt x="56244" y="753733"/>
                    <a:pt x="0" y="697489"/>
                    <a:pt x="0" y="628108"/>
                  </a:cubicBezTo>
                  <a:lnTo>
                    <a:pt x="0" y="125625"/>
                  </a:lnTo>
                  <a:close/>
                </a:path>
              </a:pathLst>
            </a:custGeom>
            <a:solidFill>
              <a:schemeClr val="bg1">
                <a:lumMod val="75000"/>
              </a:schemeClr>
            </a:solidFill>
          </p:spPr>
          <p:style>
            <a:lnRef idx="0">
              <a:schemeClr val="lt1">
                <a:hueOff val="0"/>
                <a:satOff val="0"/>
                <a:lumOff val="0"/>
                <a:alphaOff val="0"/>
              </a:schemeClr>
            </a:lnRef>
            <a:fillRef idx="3">
              <a:schemeClr val="accent4">
                <a:hueOff val="-1488257"/>
                <a:satOff val="8966"/>
                <a:lumOff val="719"/>
                <a:alphaOff val="0"/>
              </a:schemeClr>
            </a:fillRef>
            <a:effectRef idx="2">
              <a:schemeClr val="accent4">
                <a:hueOff val="-1488257"/>
                <a:satOff val="8966"/>
                <a:lumOff val="719"/>
                <a:alphaOff val="0"/>
              </a:schemeClr>
            </a:effectRef>
            <a:fontRef idx="minor">
              <a:schemeClr val="lt1"/>
            </a:fontRef>
          </p:style>
          <p:txBody>
            <a:bodyPr spcFirstLastPara="0" vert="horz" wrap="square" lIns="97754" tIns="67274" rIns="97754" bIns="67274"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UPDATE (</a:t>
              </a:r>
              <a:r>
                <a:rPr lang="zh-CN" altLang="en-US" sz="1600" b="1" kern="1200" dirty="0">
                  <a:latin typeface="微软雅黑" panose="020B0503020204020204" pitchFamily="34" charset="-122"/>
                  <a:ea typeface="微软雅黑" panose="020B0503020204020204" pitchFamily="34" charset="-122"/>
                </a:rPr>
                <a:t>更新</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p:txBody>
        </p:sp>
        <p:sp>
          <p:nvSpPr>
            <p:cNvPr id="16" name="任意多边形: 形状 15">
              <a:extLst>
                <a:ext uri="{FF2B5EF4-FFF2-40B4-BE49-F238E27FC236}">
                  <a16:creationId xmlns:a16="http://schemas.microsoft.com/office/drawing/2014/main" id="{250924AD-C0DD-F85F-6083-0E18E02EBD43}"/>
                </a:ext>
              </a:extLst>
            </p:cNvPr>
            <p:cNvSpPr/>
            <p:nvPr/>
          </p:nvSpPr>
          <p:spPr>
            <a:xfrm>
              <a:off x="1122218" y="2872879"/>
              <a:ext cx="2630147" cy="753733"/>
            </a:xfrm>
            <a:custGeom>
              <a:avLst/>
              <a:gdLst>
                <a:gd name="connsiteX0" fmla="*/ 0 w 2630147"/>
                <a:gd name="connsiteY0" fmla="*/ 125625 h 753733"/>
                <a:gd name="connsiteX1" fmla="*/ 125625 w 2630147"/>
                <a:gd name="connsiteY1" fmla="*/ 0 h 753733"/>
                <a:gd name="connsiteX2" fmla="*/ 2504522 w 2630147"/>
                <a:gd name="connsiteY2" fmla="*/ 0 h 753733"/>
                <a:gd name="connsiteX3" fmla="*/ 2630147 w 2630147"/>
                <a:gd name="connsiteY3" fmla="*/ 125625 h 753733"/>
                <a:gd name="connsiteX4" fmla="*/ 2630147 w 2630147"/>
                <a:gd name="connsiteY4" fmla="*/ 628108 h 753733"/>
                <a:gd name="connsiteX5" fmla="*/ 2504522 w 2630147"/>
                <a:gd name="connsiteY5" fmla="*/ 753733 h 753733"/>
                <a:gd name="connsiteX6" fmla="*/ 125625 w 2630147"/>
                <a:gd name="connsiteY6" fmla="*/ 753733 h 753733"/>
                <a:gd name="connsiteX7" fmla="*/ 0 w 2630147"/>
                <a:gd name="connsiteY7" fmla="*/ 628108 h 753733"/>
                <a:gd name="connsiteX8" fmla="*/ 0 w 2630147"/>
                <a:gd name="connsiteY8" fmla="*/ 125625 h 7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30147" h="753733">
                  <a:moveTo>
                    <a:pt x="0" y="125625"/>
                  </a:moveTo>
                  <a:cubicBezTo>
                    <a:pt x="0" y="56244"/>
                    <a:pt x="56244" y="0"/>
                    <a:pt x="125625" y="0"/>
                  </a:cubicBezTo>
                  <a:lnTo>
                    <a:pt x="2504522" y="0"/>
                  </a:lnTo>
                  <a:cubicBezTo>
                    <a:pt x="2573903" y="0"/>
                    <a:pt x="2630147" y="56244"/>
                    <a:pt x="2630147" y="125625"/>
                  </a:cubicBezTo>
                  <a:lnTo>
                    <a:pt x="2630147" y="628108"/>
                  </a:lnTo>
                  <a:cubicBezTo>
                    <a:pt x="2630147" y="697489"/>
                    <a:pt x="2573903" y="753733"/>
                    <a:pt x="2504522" y="753733"/>
                  </a:cubicBezTo>
                  <a:lnTo>
                    <a:pt x="125625" y="753733"/>
                  </a:lnTo>
                  <a:cubicBezTo>
                    <a:pt x="56244" y="753733"/>
                    <a:pt x="0" y="697489"/>
                    <a:pt x="0" y="628108"/>
                  </a:cubicBezTo>
                  <a:lnTo>
                    <a:pt x="0" y="125625"/>
                  </a:lnTo>
                  <a:close/>
                </a:path>
              </a:pathLst>
            </a:custGeom>
            <a:solidFill>
              <a:schemeClr val="bg1">
                <a:lumMod val="75000"/>
              </a:schemeClr>
            </a:solidFill>
          </p:spPr>
          <p:style>
            <a:lnRef idx="0">
              <a:schemeClr val="lt1">
                <a:hueOff val="0"/>
                <a:satOff val="0"/>
                <a:lumOff val="0"/>
                <a:alphaOff val="0"/>
              </a:schemeClr>
            </a:lnRef>
            <a:fillRef idx="3">
              <a:schemeClr val="accent4">
                <a:hueOff val="-2976513"/>
                <a:satOff val="17933"/>
                <a:lumOff val="1437"/>
                <a:alphaOff val="0"/>
              </a:schemeClr>
            </a:fillRef>
            <a:effectRef idx="2">
              <a:schemeClr val="accent4">
                <a:hueOff val="-2976513"/>
                <a:satOff val="17933"/>
                <a:lumOff val="1437"/>
                <a:alphaOff val="0"/>
              </a:schemeClr>
            </a:effectRef>
            <a:fontRef idx="minor">
              <a:schemeClr val="lt1"/>
            </a:fontRef>
          </p:style>
          <p:txBody>
            <a:bodyPr spcFirstLastPara="0" vert="horz" wrap="square" lIns="97754" tIns="67274" rIns="97754" bIns="67274"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KEEPALIVE (</a:t>
              </a:r>
              <a:r>
                <a:rPr lang="zh-CN" altLang="en-US" sz="1600" b="1" kern="1200" dirty="0">
                  <a:latin typeface="微软雅黑" panose="020B0503020204020204" pitchFamily="34" charset="-122"/>
                  <a:ea typeface="微软雅黑" panose="020B0503020204020204" pitchFamily="34" charset="-122"/>
                </a:rPr>
                <a:t>保活</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p:txBody>
        </p:sp>
        <p:sp>
          <p:nvSpPr>
            <p:cNvPr id="17" name="任意多边形: 形状 16">
              <a:extLst>
                <a:ext uri="{FF2B5EF4-FFF2-40B4-BE49-F238E27FC236}">
                  <a16:creationId xmlns:a16="http://schemas.microsoft.com/office/drawing/2014/main" id="{707D2FA0-B973-2AA9-309E-8BED8E70C71B}"/>
                </a:ext>
              </a:extLst>
            </p:cNvPr>
            <p:cNvSpPr/>
            <p:nvPr/>
          </p:nvSpPr>
          <p:spPr>
            <a:xfrm>
              <a:off x="1122218" y="3664299"/>
              <a:ext cx="2630147" cy="753733"/>
            </a:xfrm>
            <a:custGeom>
              <a:avLst/>
              <a:gdLst>
                <a:gd name="connsiteX0" fmla="*/ 0 w 2630147"/>
                <a:gd name="connsiteY0" fmla="*/ 125625 h 753733"/>
                <a:gd name="connsiteX1" fmla="*/ 125625 w 2630147"/>
                <a:gd name="connsiteY1" fmla="*/ 0 h 753733"/>
                <a:gd name="connsiteX2" fmla="*/ 2504522 w 2630147"/>
                <a:gd name="connsiteY2" fmla="*/ 0 h 753733"/>
                <a:gd name="connsiteX3" fmla="*/ 2630147 w 2630147"/>
                <a:gd name="connsiteY3" fmla="*/ 125625 h 753733"/>
                <a:gd name="connsiteX4" fmla="*/ 2630147 w 2630147"/>
                <a:gd name="connsiteY4" fmla="*/ 628108 h 753733"/>
                <a:gd name="connsiteX5" fmla="*/ 2504522 w 2630147"/>
                <a:gd name="connsiteY5" fmla="*/ 753733 h 753733"/>
                <a:gd name="connsiteX6" fmla="*/ 125625 w 2630147"/>
                <a:gd name="connsiteY6" fmla="*/ 753733 h 753733"/>
                <a:gd name="connsiteX7" fmla="*/ 0 w 2630147"/>
                <a:gd name="connsiteY7" fmla="*/ 628108 h 753733"/>
                <a:gd name="connsiteX8" fmla="*/ 0 w 2630147"/>
                <a:gd name="connsiteY8" fmla="*/ 125625 h 7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30147" h="753733">
                  <a:moveTo>
                    <a:pt x="0" y="125625"/>
                  </a:moveTo>
                  <a:cubicBezTo>
                    <a:pt x="0" y="56244"/>
                    <a:pt x="56244" y="0"/>
                    <a:pt x="125625" y="0"/>
                  </a:cubicBezTo>
                  <a:lnTo>
                    <a:pt x="2504522" y="0"/>
                  </a:lnTo>
                  <a:cubicBezTo>
                    <a:pt x="2573903" y="0"/>
                    <a:pt x="2630147" y="56244"/>
                    <a:pt x="2630147" y="125625"/>
                  </a:cubicBezTo>
                  <a:lnTo>
                    <a:pt x="2630147" y="628108"/>
                  </a:lnTo>
                  <a:cubicBezTo>
                    <a:pt x="2630147" y="697489"/>
                    <a:pt x="2573903" y="753733"/>
                    <a:pt x="2504522" y="753733"/>
                  </a:cubicBezTo>
                  <a:lnTo>
                    <a:pt x="125625" y="753733"/>
                  </a:lnTo>
                  <a:cubicBezTo>
                    <a:pt x="56244" y="753733"/>
                    <a:pt x="0" y="697489"/>
                    <a:pt x="0" y="628108"/>
                  </a:cubicBezTo>
                  <a:lnTo>
                    <a:pt x="0" y="125625"/>
                  </a:lnTo>
                  <a:close/>
                </a:path>
              </a:pathLst>
            </a:custGeom>
            <a:solidFill>
              <a:schemeClr val="bg1">
                <a:lumMod val="75000"/>
              </a:schemeClr>
            </a:solidFill>
          </p:spPr>
          <p:style>
            <a:lnRef idx="0">
              <a:schemeClr val="lt1">
                <a:hueOff val="0"/>
                <a:satOff val="0"/>
                <a:lumOff val="0"/>
                <a:alphaOff val="0"/>
              </a:schemeClr>
            </a:lnRef>
            <a:fillRef idx="3">
              <a:schemeClr val="accent4">
                <a:hueOff val="-4464770"/>
                <a:satOff val="26899"/>
                <a:lumOff val="2156"/>
                <a:alphaOff val="0"/>
              </a:schemeClr>
            </a:fillRef>
            <a:effectRef idx="2">
              <a:schemeClr val="accent4">
                <a:hueOff val="-4464770"/>
                <a:satOff val="26899"/>
                <a:lumOff val="2156"/>
                <a:alphaOff val="0"/>
              </a:schemeClr>
            </a:effectRef>
            <a:fontRef idx="minor">
              <a:schemeClr val="lt1"/>
            </a:fontRef>
          </p:style>
          <p:txBody>
            <a:bodyPr spcFirstLastPara="0" vert="horz" wrap="square" lIns="97754" tIns="67274" rIns="97754" bIns="67274"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NOTIFICATION (</a:t>
              </a:r>
              <a:r>
                <a:rPr lang="zh-CN" altLang="en-US" sz="1600" b="1" kern="1200" dirty="0">
                  <a:latin typeface="微软雅黑" panose="020B0503020204020204" pitchFamily="34" charset="-122"/>
                  <a:ea typeface="微软雅黑" panose="020B0503020204020204" pitchFamily="34" charset="-122"/>
                </a:rPr>
                <a:t>通知</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p:txBody>
        </p:sp>
      </p:grpSp>
      <p:sp>
        <p:nvSpPr>
          <p:cNvPr id="7" name="任意多边形: 形状 6">
            <a:extLst>
              <a:ext uri="{FF2B5EF4-FFF2-40B4-BE49-F238E27FC236}">
                <a16:creationId xmlns:a16="http://schemas.microsoft.com/office/drawing/2014/main" id="{307D0314-1350-1813-A41B-983A859B60E3}"/>
              </a:ext>
            </a:extLst>
          </p:cNvPr>
          <p:cNvSpPr/>
          <p:nvPr/>
        </p:nvSpPr>
        <p:spPr>
          <a:xfrm>
            <a:off x="969818" y="1137639"/>
            <a:ext cx="2630147" cy="753733"/>
          </a:xfrm>
          <a:custGeom>
            <a:avLst/>
            <a:gdLst>
              <a:gd name="connsiteX0" fmla="*/ 0 w 2630147"/>
              <a:gd name="connsiteY0" fmla="*/ 125625 h 753733"/>
              <a:gd name="connsiteX1" fmla="*/ 125625 w 2630147"/>
              <a:gd name="connsiteY1" fmla="*/ 0 h 753733"/>
              <a:gd name="connsiteX2" fmla="*/ 2504522 w 2630147"/>
              <a:gd name="connsiteY2" fmla="*/ 0 h 753733"/>
              <a:gd name="connsiteX3" fmla="*/ 2630147 w 2630147"/>
              <a:gd name="connsiteY3" fmla="*/ 125625 h 753733"/>
              <a:gd name="connsiteX4" fmla="*/ 2630147 w 2630147"/>
              <a:gd name="connsiteY4" fmla="*/ 628108 h 753733"/>
              <a:gd name="connsiteX5" fmla="*/ 2504522 w 2630147"/>
              <a:gd name="connsiteY5" fmla="*/ 753733 h 753733"/>
              <a:gd name="connsiteX6" fmla="*/ 125625 w 2630147"/>
              <a:gd name="connsiteY6" fmla="*/ 753733 h 753733"/>
              <a:gd name="connsiteX7" fmla="*/ 0 w 2630147"/>
              <a:gd name="connsiteY7" fmla="*/ 628108 h 753733"/>
              <a:gd name="connsiteX8" fmla="*/ 0 w 2630147"/>
              <a:gd name="connsiteY8" fmla="*/ 125625 h 7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30147" h="753733">
                <a:moveTo>
                  <a:pt x="0" y="125625"/>
                </a:moveTo>
                <a:cubicBezTo>
                  <a:pt x="0" y="56244"/>
                  <a:pt x="56244" y="0"/>
                  <a:pt x="125625" y="0"/>
                </a:cubicBezTo>
                <a:lnTo>
                  <a:pt x="2504522" y="0"/>
                </a:lnTo>
                <a:cubicBezTo>
                  <a:pt x="2573903" y="0"/>
                  <a:pt x="2630147" y="56244"/>
                  <a:pt x="2630147" y="125625"/>
                </a:cubicBezTo>
                <a:lnTo>
                  <a:pt x="2630147" y="628108"/>
                </a:lnTo>
                <a:cubicBezTo>
                  <a:pt x="2630147" y="697489"/>
                  <a:pt x="2573903" y="753733"/>
                  <a:pt x="2504522" y="753733"/>
                </a:cubicBezTo>
                <a:lnTo>
                  <a:pt x="125625" y="753733"/>
                </a:lnTo>
                <a:cubicBezTo>
                  <a:pt x="56244" y="753733"/>
                  <a:pt x="0" y="697489"/>
                  <a:pt x="0" y="628108"/>
                </a:cubicBezTo>
                <a:lnTo>
                  <a:pt x="0" y="125625"/>
                </a:lnTo>
                <a:close/>
              </a:path>
            </a:pathLst>
          </a:custGeom>
        </p:spPr>
        <p:style>
          <a:lnRef idx="0">
            <a:schemeClr val="lt1">
              <a:hueOff val="0"/>
              <a:satOff val="0"/>
              <a:lumOff val="0"/>
              <a:alphaOff val="0"/>
            </a:schemeClr>
          </a:lnRef>
          <a:fillRef idx="3">
            <a:schemeClr val="accent4">
              <a:hueOff val="0"/>
              <a:satOff val="0"/>
              <a:lumOff val="0"/>
              <a:alphaOff val="0"/>
            </a:schemeClr>
          </a:fillRef>
          <a:effectRef idx="2">
            <a:schemeClr val="accent4">
              <a:hueOff val="0"/>
              <a:satOff val="0"/>
              <a:lumOff val="0"/>
              <a:alphaOff val="0"/>
            </a:schemeClr>
          </a:effectRef>
          <a:fontRef idx="minor">
            <a:schemeClr val="lt1"/>
          </a:fontRef>
        </p:style>
        <p:txBody>
          <a:bodyPr spcFirstLastPara="0" vert="horz" wrap="square" lIns="97754" tIns="67274" rIns="97754" bIns="67274"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OPEN (</a:t>
            </a:r>
            <a:r>
              <a:rPr lang="zh-CN" altLang="en-US" sz="1600" b="1" kern="1200" dirty="0">
                <a:latin typeface="微软雅黑" panose="020B0503020204020204" pitchFamily="34" charset="-122"/>
                <a:ea typeface="微软雅黑" panose="020B0503020204020204" pitchFamily="34" charset="-122"/>
              </a:rPr>
              <a:t>打开</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45145" y="623281"/>
            <a:ext cx="805373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007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5.  BGP-4 </a:t>
            </a:r>
            <a:r>
              <a:rPr lang="zh-CN" altLang="en-US" sz="2000" b="1" dirty="0">
                <a:solidFill>
                  <a:schemeClr val="bg1"/>
                </a:solidFill>
                <a:latin typeface="微软雅黑" pitchFamily="34" charset="-122"/>
                <a:ea typeface="微软雅黑" pitchFamily="34" charset="-122"/>
              </a:rPr>
              <a:t>的四种报文</a:t>
            </a:r>
          </a:p>
        </p:txBody>
      </p:sp>
      <p:sp>
        <p:nvSpPr>
          <p:cNvPr id="6" name="任意多边形: 形状 5">
            <a:extLst>
              <a:ext uri="{FF2B5EF4-FFF2-40B4-BE49-F238E27FC236}">
                <a16:creationId xmlns:a16="http://schemas.microsoft.com/office/drawing/2014/main" id="{A839683A-4A3E-8396-D372-E626FAED3ABE}"/>
              </a:ext>
            </a:extLst>
          </p:cNvPr>
          <p:cNvSpPr/>
          <p:nvPr/>
        </p:nvSpPr>
        <p:spPr>
          <a:xfrm>
            <a:off x="3599965" y="1213013"/>
            <a:ext cx="4675816" cy="602986"/>
          </a:xfrm>
          <a:custGeom>
            <a:avLst/>
            <a:gdLst>
              <a:gd name="connsiteX0" fmla="*/ 100500 w 602986"/>
              <a:gd name="connsiteY0" fmla="*/ 0 h 4675816"/>
              <a:gd name="connsiteX1" fmla="*/ 502486 w 602986"/>
              <a:gd name="connsiteY1" fmla="*/ 0 h 4675816"/>
              <a:gd name="connsiteX2" fmla="*/ 602986 w 602986"/>
              <a:gd name="connsiteY2" fmla="*/ 100500 h 4675816"/>
              <a:gd name="connsiteX3" fmla="*/ 602986 w 602986"/>
              <a:gd name="connsiteY3" fmla="*/ 4675816 h 4675816"/>
              <a:gd name="connsiteX4" fmla="*/ 602986 w 602986"/>
              <a:gd name="connsiteY4" fmla="*/ 4675816 h 4675816"/>
              <a:gd name="connsiteX5" fmla="*/ 0 w 602986"/>
              <a:gd name="connsiteY5" fmla="*/ 4675816 h 4675816"/>
              <a:gd name="connsiteX6" fmla="*/ 0 w 602986"/>
              <a:gd name="connsiteY6" fmla="*/ 4675816 h 4675816"/>
              <a:gd name="connsiteX7" fmla="*/ 0 w 602986"/>
              <a:gd name="connsiteY7" fmla="*/ 100500 h 4675816"/>
              <a:gd name="connsiteX8" fmla="*/ 100500 w 602986"/>
              <a:gd name="connsiteY8" fmla="*/ 0 h 467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86" h="4675816">
                <a:moveTo>
                  <a:pt x="602986" y="779321"/>
                </a:moveTo>
                <a:lnTo>
                  <a:pt x="602986" y="3896495"/>
                </a:lnTo>
                <a:cubicBezTo>
                  <a:pt x="602986" y="4326905"/>
                  <a:pt x="597184" y="4675816"/>
                  <a:pt x="590026" y="4675816"/>
                </a:cubicBezTo>
                <a:lnTo>
                  <a:pt x="0" y="4675816"/>
                </a:lnTo>
                <a:lnTo>
                  <a:pt x="0" y="4675816"/>
                </a:lnTo>
                <a:lnTo>
                  <a:pt x="0" y="0"/>
                </a:lnTo>
                <a:lnTo>
                  <a:pt x="0" y="0"/>
                </a:lnTo>
                <a:lnTo>
                  <a:pt x="590026" y="0"/>
                </a:lnTo>
                <a:cubicBezTo>
                  <a:pt x="597184" y="0"/>
                  <a:pt x="602986" y="348911"/>
                  <a:pt x="602986" y="779321"/>
                </a:cubicBezTo>
                <a:close/>
              </a:path>
            </a:pathLst>
          </a:custGeom>
        </p:spPr>
        <p:style>
          <a:lnRef idx="1">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247651" tIns="153259" rIns="277084" bIns="153261"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用来与</a:t>
            </a:r>
            <a:r>
              <a:rPr lang="en-US" altLang="en-US" sz="1600" b="1" kern="1200" dirty="0">
                <a:latin typeface="微软雅黑" panose="020B0503020204020204" pitchFamily="34" charset="-122"/>
                <a:ea typeface="微软雅黑" panose="020B0503020204020204" pitchFamily="34" charset="-122"/>
              </a:rPr>
              <a:t>BGP</a:t>
            </a:r>
            <a:r>
              <a:rPr lang="zh-CN" altLang="en-US" sz="1600" b="1" kern="1200" dirty="0">
                <a:latin typeface="微软雅黑" panose="020B0503020204020204" pitchFamily="34" charset="-122"/>
                <a:ea typeface="微软雅黑" panose="020B0503020204020204" pitchFamily="34" charset="-122"/>
              </a:rPr>
              <a:t>连接对等端建立关联。</a:t>
            </a:r>
          </a:p>
        </p:txBody>
      </p:sp>
      <p:sp>
        <p:nvSpPr>
          <p:cNvPr id="8" name="任意多边形: 形状 7">
            <a:extLst>
              <a:ext uri="{FF2B5EF4-FFF2-40B4-BE49-F238E27FC236}">
                <a16:creationId xmlns:a16="http://schemas.microsoft.com/office/drawing/2014/main" id="{3052763A-E68A-5FE3-17E1-A1B93B299865}"/>
              </a:ext>
            </a:extLst>
          </p:cNvPr>
          <p:cNvSpPr/>
          <p:nvPr/>
        </p:nvSpPr>
        <p:spPr>
          <a:xfrm>
            <a:off x="3599965" y="2004433"/>
            <a:ext cx="4675816" cy="602986"/>
          </a:xfrm>
          <a:custGeom>
            <a:avLst/>
            <a:gdLst>
              <a:gd name="connsiteX0" fmla="*/ 100500 w 602986"/>
              <a:gd name="connsiteY0" fmla="*/ 0 h 4675816"/>
              <a:gd name="connsiteX1" fmla="*/ 502486 w 602986"/>
              <a:gd name="connsiteY1" fmla="*/ 0 h 4675816"/>
              <a:gd name="connsiteX2" fmla="*/ 602986 w 602986"/>
              <a:gd name="connsiteY2" fmla="*/ 100500 h 4675816"/>
              <a:gd name="connsiteX3" fmla="*/ 602986 w 602986"/>
              <a:gd name="connsiteY3" fmla="*/ 4675816 h 4675816"/>
              <a:gd name="connsiteX4" fmla="*/ 602986 w 602986"/>
              <a:gd name="connsiteY4" fmla="*/ 4675816 h 4675816"/>
              <a:gd name="connsiteX5" fmla="*/ 0 w 602986"/>
              <a:gd name="connsiteY5" fmla="*/ 4675816 h 4675816"/>
              <a:gd name="connsiteX6" fmla="*/ 0 w 602986"/>
              <a:gd name="connsiteY6" fmla="*/ 4675816 h 4675816"/>
              <a:gd name="connsiteX7" fmla="*/ 0 w 602986"/>
              <a:gd name="connsiteY7" fmla="*/ 100500 h 4675816"/>
              <a:gd name="connsiteX8" fmla="*/ 100500 w 602986"/>
              <a:gd name="connsiteY8" fmla="*/ 0 h 467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86" h="4675816">
                <a:moveTo>
                  <a:pt x="602986" y="779321"/>
                </a:moveTo>
                <a:lnTo>
                  <a:pt x="602986" y="3896495"/>
                </a:lnTo>
                <a:cubicBezTo>
                  <a:pt x="602986" y="4326905"/>
                  <a:pt x="597184" y="4675816"/>
                  <a:pt x="590026" y="4675816"/>
                </a:cubicBezTo>
                <a:lnTo>
                  <a:pt x="0" y="4675816"/>
                </a:lnTo>
                <a:lnTo>
                  <a:pt x="0" y="4675816"/>
                </a:lnTo>
                <a:lnTo>
                  <a:pt x="0" y="0"/>
                </a:lnTo>
                <a:lnTo>
                  <a:pt x="0" y="0"/>
                </a:lnTo>
                <a:lnTo>
                  <a:pt x="590026" y="0"/>
                </a:lnTo>
                <a:cubicBezTo>
                  <a:pt x="597184" y="0"/>
                  <a:pt x="602986" y="348911"/>
                  <a:pt x="602986" y="779321"/>
                </a:cubicBezTo>
                <a:close/>
              </a:path>
            </a:pathLst>
          </a:custGeom>
        </p:spPr>
        <p:style>
          <a:lnRef idx="1">
            <a:schemeClr val="accent4">
              <a:tint val="40000"/>
              <a:alpha val="90000"/>
              <a:hueOff val="-1315237"/>
              <a:satOff val="7386"/>
              <a:lumOff val="469"/>
              <a:alphaOff val="0"/>
            </a:schemeClr>
          </a:lnRef>
          <a:fillRef idx="1">
            <a:schemeClr val="accent4">
              <a:tint val="40000"/>
              <a:alpha val="90000"/>
              <a:hueOff val="-1315237"/>
              <a:satOff val="7386"/>
              <a:lumOff val="469"/>
              <a:alphaOff val="0"/>
            </a:schemeClr>
          </a:fillRef>
          <a:effectRef idx="0">
            <a:schemeClr val="accent4">
              <a:tint val="40000"/>
              <a:alpha val="90000"/>
              <a:hueOff val="-1315237"/>
              <a:satOff val="7386"/>
              <a:lumOff val="469"/>
              <a:alphaOff val="0"/>
            </a:schemeClr>
          </a:effectRef>
          <a:fontRef idx="minor">
            <a:schemeClr val="dk1">
              <a:hueOff val="0"/>
              <a:satOff val="0"/>
              <a:lumOff val="0"/>
              <a:alphaOff val="0"/>
            </a:schemeClr>
          </a:fontRef>
        </p:style>
        <p:txBody>
          <a:bodyPr spcFirstLastPara="0" vert="horz" wrap="square" lIns="247651" tIns="153259" rIns="277084" bIns="153261" numCol="1" spcCol="1270" anchor="ctr" anchorCtr="0">
            <a:noAutofit/>
          </a:bodyPr>
          <a:lstStyle/>
          <a:p>
            <a:pPr marL="171450" lvl="1" indent="-171450" algn="l" defTabSz="711200">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用来通知某一路由的信息，以及列出要撤销的路由。</a:t>
            </a:r>
          </a:p>
        </p:txBody>
      </p:sp>
      <p:sp>
        <p:nvSpPr>
          <p:cNvPr id="9" name="任意多边形: 形状 8">
            <a:extLst>
              <a:ext uri="{FF2B5EF4-FFF2-40B4-BE49-F238E27FC236}">
                <a16:creationId xmlns:a16="http://schemas.microsoft.com/office/drawing/2014/main" id="{2BCE16C8-D3CE-8606-4E22-388C21CA657E}"/>
              </a:ext>
            </a:extLst>
          </p:cNvPr>
          <p:cNvSpPr/>
          <p:nvPr/>
        </p:nvSpPr>
        <p:spPr>
          <a:xfrm>
            <a:off x="969818" y="1929059"/>
            <a:ext cx="2630147" cy="753733"/>
          </a:xfrm>
          <a:custGeom>
            <a:avLst/>
            <a:gdLst>
              <a:gd name="connsiteX0" fmla="*/ 0 w 2630147"/>
              <a:gd name="connsiteY0" fmla="*/ 125625 h 753733"/>
              <a:gd name="connsiteX1" fmla="*/ 125625 w 2630147"/>
              <a:gd name="connsiteY1" fmla="*/ 0 h 753733"/>
              <a:gd name="connsiteX2" fmla="*/ 2504522 w 2630147"/>
              <a:gd name="connsiteY2" fmla="*/ 0 h 753733"/>
              <a:gd name="connsiteX3" fmla="*/ 2630147 w 2630147"/>
              <a:gd name="connsiteY3" fmla="*/ 125625 h 753733"/>
              <a:gd name="connsiteX4" fmla="*/ 2630147 w 2630147"/>
              <a:gd name="connsiteY4" fmla="*/ 628108 h 753733"/>
              <a:gd name="connsiteX5" fmla="*/ 2504522 w 2630147"/>
              <a:gd name="connsiteY5" fmla="*/ 753733 h 753733"/>
              <a:gd name="connsiteX6" fmla="*/ 125625 w 2630147"/>
              <a:gd name="connsiteY6" fmla="*/ 753733 h 753733"/>
              <a:gd name="connsiteX7" fmla="*/ 0 w 2630147"/>
              <a:gd name="connsiteY7" fmla="*/ 628108 h 753733"/>
              <a:gd name="connsiteX8" fmla="*/ 0 w 2630147"/>
              <a:gd name="connsiteY8" fmla="*/ 125625 h 7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30147" h="753733">
                <a:moveTo>
                  <a:pt x="0" y="125625"/>
                </a:moveTo>
                <a:cubicBezTo>
                  <a:pt x="0" y="56244"/>
                  <a:pt x="56244" y="0"/>
                  <a:pt x="125625" y="0"/>
                </a:cubicBezTo>
                <a:lnTo>
                  <a:pt x="2504522" y="0"/>
                </a:lnTo>
                <a:cubicBezTo>
                  <a:pt x="2573903" y="0"/>
                  <a:pt x="2630147" y="56244"/>
                  <a:pt x="2630147" y="125625"/>
                </a:cubicBezTo>
                <a:lnTo>
                  <a:pt x="2630147" y="628108"/>
                </a:lnTo>
                <a:cubicBezTo>
                  <a:pt x="2630147" y="697489"/>
                  <a:pt x="2573903" y="753733"/>
                  <a:pt x="2504522" y="753733"/>
                </a:cubicBezTo>
                <a:lnTo>
                  <a:pt x="125625" y="753733"/>
                </a:lnTo>
                <a:cubicBezTo>
                  <a:pt x="56244" y="753733"/>
                  <a:pt x="0" y="697489"/>
                  <a:pt x="0" y="628108"/>
                </a:cubicBezTo>
                <a:lnTo>
                  <a:pt x="0" y="125625"/>
                </a:lnTo>
                <a:close/>
              </a:path>
            </a:pathLst>
          </a:custGeom>
        </p:spPr>
        <p:style>
          <a:lnRef idx="0">
            <a:schemeClr val="lt1">
              <a:hueOff val="0"/>
              <a:satOff val="0"/>
              <a:lumOff val="0"/>
              <a:alphaOff val="0"/>
            </a:schemeClr>
          </a:lnRef>
          <a:fillRef idx="3">
            <a:schemeClr val="accent4">
              <a:hueOff val="-1488257"/>
              <a:satOff val="8966"/>
              <a:lumOff val="719"/>
              <a:alphaOff val="0"/>
            </a:schemeClr>
          </a:fillRef>
          <a:effectRef idx="2">
            <a:schemeClr val="accent4">
              <a:hueOff val="-1488257"/>
              <a:satOff val="8966"/>
              <a:lumOff val="719"/>
              <a:alphaOff val="0"/>
            </a:schemeClr>
          </a:effectRef>
          <a:fontRef idx="minor">
            <a:schemeClr val="lt1"/>
          </a:fontRef>
        </p:style>
        <p:txBody>
          <a:bodyPr spcFirstLastPara="0" vert="horz" wrap="square" lIns="97754" tIns="67274" rIns="97754" bIns="67274"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UPDATE (</a:t>
            </a:r>
            <a:r>
              <a:rPr lang="zh-CN" altLang="en-US" sz="1600" b="1" kern="1200" dirty="0">
                <a:latin typeface="微软雅黑" panose="020B0503020204020204" pitchFamily="34" charset="-122"/>
                <a:ea typeface="微软雅黑" panose="020B0503020204020204" pitchFamily="34" charset="-122"/>
              </a:rPr>
              <a:t>更新</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p:txBody>
      </p:sp>
      <p:sp>
        <p:nvSpPr>
          <p:cNvPr id="10" name="任意多边形: 形状 9">
            <a:extLst>
              <a:ext uri="{FF2B5EF4-FFF2-40B4-BE49-F238E27FC236}">
                <a16:creationId xmlns:a16="http://schemas.microsoft.com/office/drawing/2014/main" id="{C51FED3A-7BBD-9083-EC05-90CDB8E2CDD2}"/>
              </a:ext>
            </a:extLst>
          </p:cNvPr>
          <p:cNvSpPr/>
          <p:nvPr/>
        </p:nvSpPr>
        <p:spPr>
          <a:xfrm>
            <a:off x="3599965" y="2795853"/>
            <a:ext cx="4675816" cy="602986"/>
          </a:xfrm>
          <a:custGeom>
            <a:avLst/>
            <a:gdLst>
              <a:gd name="connsiteX0" fmla="*/ 100500 w 602986"/>
              <a:gd name="connsiteY0" fmla="*/ 0 h 4675816"/>
              <a:gd name="connsiteX1" fmla="*/ 502486 w 602986"/>
              <a:gd name="connsiteY1" fmla="*/ 0 h 4675816"/>
              <a:gd name="connsiteX2" fmla="*/ 602986 w 602986"/>
              <a:gd name="connsiteY2" fmla="*/ 100500 h 4675816"/>
              <a:gd name="connsiteX3" fmla="*/ 602986 w 602986"/>
              <a:gd name="connsiteY3" fmla="*/ 4675816 h 4675816"/>
              <a:gd name="connsiteX4" fmla="*/ 602986 w 602986"/>
              <a:gd name="connsiteY4" fmla="*/ 4675816 h 4675816"/>
              <a:gd name="connsiteX5" fmla="*/ 0 w 602986"/>
              <a:gd name="connsiteY5" fmla="*/ 4675816 h 4675816"/>
              <a:gd name="connsiteX6" fmla="*/ 0 w 602986"/>
              <a:gd name="connsiteY6" fmla="*/ 4675816 h 4675816"/>
              <a:gd name="connsiteX7" fmla="*/ 0 w 602986"/>
              <a:gd name="connsiteY7" fmla="*/ 100500 h 4675816"/>
              <a:gd name="connsiteX8" fmla="*/ 100500 w 602986"/>
              <a:gd name="connsiteY8" fmla="*/ 0 h 467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86" h="4675816">
                <a:moveTo>
                  <a:pt x="602986" y="779321"/>
                </a:moveTo>
                <a:lnTo>
                  <a:pt x="602986" y="3896495"/>
                </a:lnTo>
                <a:cubicBezTo>
                  <a:pt x="602986" y="4326905"/>
                  <a:pt x="597184" y="4675816"/>
                  <a:pt x="590026" y="4675816"/>
                </a:cubicBezTo>
                <a:lnTo>
                  <a:pt x="0" y="4675816"/>
                </a:lnTo>
                <a:lnTo>
                  <a:pt x="0" y="4675816"/>
                </a:lnTo>
                <a:lnTo>
                  <a:pt x="0" y="0"/>
                </a:lnTo>
                <a:lnTo>
                  <a:pt x="0" y="0"/>
                </a:lnTo>
                <a:lnTo>
                  <a:pt x="590026" y="0"/>
                </a:lnTo>
                <a:cubicBezTo>
                  <a:pt x="597184" y="0"/>
                  <a:pt x="602986" y="348911"/>
                  <a:pt x="602986" y="779321"/>
                </a:cubicBezTo>
                <a:close/>
              </a:path>
            </a:pathLst>
          </a:custGeom>
        </p:spPr>
        <p:style>
          <a:lnRef idx="1">
            <a:schemeClr val="accent4">
              <a:tint val="40000"/>
              <a:alpha val="90000"/>
              <a:hueOff val="-2630473"/>
              <a:satOff val="14771"/>
              <a:lumOff val="939"/>
              <a:alphaOff val="0"/>
            </a:schemeClr>
          </a:lnRef>
          <a:fillRef idx="1">
            <a:schemeClr val="accent4">
              <a:tint val="40000"/>
              <a:alpha val="90000"/>
              <a:hueOff val="-2630473"/>
              <a:satOff val="14771"/>
              <a:lumOff val="939"/>
              <a:alphaOff val="0"/>
            </a:schemeClr>
          </a:fillRef>
          <a:effectRef idx="0">
            <a:schemeClr val="accent4">
              <a:tint val="40000"/>
              <a:alpha val="90000"/>
              <a:hueOff val="-2630473"/>
              <a:satOff val="14771"/>
              <a:lumOff val="939"/>
              <a:alphaOff val="0"/>
            </a:schemeClr>
          </a:effectRef>
          <a:fontRef idx="minor">
            <a:schemeClr val="dk1">
              <a:hueOff val="0"/>
              <a:satOff val="0"/>
              <a:lumOff val="0"/>
              <a:alphaOff val="0"/>
            </a:schemeClr>
          </a:fontRef>
        </p:style>
        <p:txBody>
          <a:bodyPr spcFirstLastPara="0" vert="horz" wrap="square" lIns="247651" tIns="153259" rIns="277084" bIns="153261"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用来周期性地证实与对等端的连通性。</a:t>
            </a:r>
          </a:p>
        </p:txBody>
      </p:sp>
      <p:sp>
        <p:nvSpPr>
          <p:cNvPr id="11" name="任意多边形: 形状 10">
            <a:extLst>
              <a:ext uri="{FF2B5EF4-FFF2-40B4-BE49-F238E27FC236}">
                <a16:creationId xmlns:a16="http://schemas.microsoft.com/office/drawing/2014/main" id="{D3D977D2-2813-E421-A213-B71D4CB6BCB6}"/>
              </a:ext>
            </a:extLst>
          </p:cNvPr>
          <p:cNvSpPr/>
          <p:nvPr/>
        </p:nvSpPr>
        <p:spPr>
          <a:xfrm>
            <a:off x="969818" y="2720479"/>
            <a:ext cx="2630147" cy="753733"/>
          </a:xfrm>
          <a:custGeom>
            <a:avLst/>
            <a:gdLst>
              <a:gd name="connsiteX0" fmla="*/ 0 w 2630147"/>
              <a:gd name="connsiteY0" fmla="*/ 125625 h 753733"/>
              <a:gd name="connsiteX1" fmla="*/ 125625 w 2630147"/>
              <a:gd name="connsiteY1" fmla="*/ 0 h 753733"/>
              <a:gd name="connsiteX2" fmla="*/ 2504522 w 2630147"/>
              <a:gd name="connsiteY2" fmla="*/ 0 h 753733"/>
              <a:gd name="connsiteX3" fmla="*/ 2630147 w 2630147"/>
              <a:gd name="connsiteY3" fmla="*/ 125625 h 753733"/>
              <a:gd name="connsiteX4" fmla="*/ 2630147 w 2630147"/>
              <a:gd name="connsiteY4" fmla="*/ 628108 h 753733"/>
              <a:gd name="connsiteX5" fmla="*/ 2504522 w 2630147"/>
              <a:gd name="connsiteY5" fmla="*/ 753733 h 753733"/>
              <a:gd name="connsiteX6" fmla="*/ 125625 w 2630147"/>
              <a:gd name="connsiteY6" fmla="*/ 753733 h 753733"/>
              <a:gd name="connsiteX7" fmla="*/ 0 w 2630147"/>
              <a:gd name="connsiteY7" fmla="*/ 628108 h 753733"/>
              <a:gd name="connsiteX8" fmla="*/ 0 w 2630147"/>
              <a:gd name="connsiteY8" fmla="*/ 125625 h 7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30147" h="753733">
                <a:moveTo>
                  <a:pt x="0" y="125625"/>
                </a:moveTo>
                <a:cubicBezTo>
                  <a:pt x="0" y="56244"/>
                  <a:pt x="56244" y="0"/>
                  <a:pt x="125625" y="0"/>
                </a:cubicBezTo>
                <a:lnTo>
                  <a:pt x="2504522" y="0"/>
                </a:lnTo>
                <a:cubicBezTo>
                  <a:pt x="2573903" y="0"/>
                  <a:pt x="2630147" y="56244"/>
                  <a:pt x="2630147" y="125625"/>
                </a:cubicBezTo>
                <a:lnTo>
                  <a:pt x="2630147" y="628108"/>
                </a:lnTo>
                <a:cubicBezTo>
                  <a:pt x="2630147" y="697489"/>
                  <a:pt x="2573903" y="753733"/>
                  <a:pt x="2504522" y="753733"/>
                </a:cubicBezTo>
                <a:lnTo>
                  <a:pt x="125625" y="753733"/>
                </a:lnTo>
                <a:cubicBezTo>
                  <a:pt x="56244" y="753733"/>
                  <a:pt x="0" y="697489"/>
                  <a:pt x="0" y="628108"/>
                </a:cubicBezTo>
                <a:lnTo>
                  <a:pt x="0" y="125625"/>
                </a:lnTo>
                <a:close/>
              </a:path>
            </a:pathLst>
          </a:custGeom>
        </p:spPr>
        <p:style>
          <a:lnRef idx="0">
            <a:schemeClr val="lt1">
              <a:hueOff val="0"/>
              <a:satOff val="0"/>
              <a:lumOff val="0"/>
              <a:alphaOff val="0"/>
            </a:schemeClr>
          </a:lnRef>
          <a:fillRef idx="3">
            <a:schemeClr val="accent4">
              <a:hueOff val="-2976513"/>
              <a:satOff val="17933"/>
              <a:lumOff val="1437"/>
              <a:alphaOff val="0"/>
            </a:schemeClr>
          </a:fillRef>
          <a:effectRef idx="2">
            <a:schemeClr val="accent4">
              <a:hueOff val="-2976513"/>
              <a:satOff val="17933"/>
              <a:lumOff val="1437"/>
              <a:alphaOff val="0"/>
            </a:schemeClr>
          </a:effectRef>
          <a:fontRef idx="minor">
            <a:schemeClr val="lt1"/>
          </a:fontRef>
        </p:style>
        <p:txBody>
          <a:bodyPr spcFirstLastPara="0" vert="horz" wrap="square" lIns="97754" tIns="67274" rIns="97754" bIns="67274"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KEEPALIVE (</a:t>
            </a:r>
            <a:r>
              <a:rPr lang="zh-CN" altLang="en-US" sz="1600" b="1" kern="1200" dirty="0">
                <a:latin typeface="微软雅黑" panose="020B0503020204020204" pitchFamily="34" charset="-122"/>
                <a:ea typeface="微软雅黑" panose="020B0503020204020204" pitchFamily="34" charset="-122"/>
              </a:rPr>
              <a:t>保活</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p:txBody>
      </p:sp>
      <p:sp>
        <p:nvSpPr>
          <p:cNvPr id="12" name="任意多边形: 形状 11">
            <a:extLst>
              <a:ext uri="{FF2B5EF4-FFF2-40B4-BE49-F238E27FC236}">
                <a16:creationId xmlns:a16="http://schemas.microsoft.com/office/drawing/2014/main" id="{98B211E8-A499-52CC-4A28-98195C83CF37}"/>
              </a:ext>
            </a:extLst>
          </p:cNvPr>
          <p:cNvSpPr/>
          <p:nvPr/>
        </p:nvSpPr>
        <p:spPr>
          <a:xfrm>
            <a:off x="3599965" y="3587272"/>
            <a:ext cx="4675816" cy="602986"/>
          </a:xfrm>
          <a:custGeom>
            <a:avLst/>
            <a:gdLst>
              <a:gd name="connsiteX0" fmla="*/ 100500 w 602986"/>
              <a:gd name="connsiteY0" fmla="*/ 0 h 4675816"/>
              <a:gd name="connsiteX1" fmla="*/ 502486 w 602986"/>
              <a:gd name="connsiteY1" fmla="*/ 0 h 4675816"/>
              <a:gd name="connsiteX2" fmla="*/ 602986 w 602986"/>
              <a:gd name="connsiteY2" fmla="*/ 100500 h 4675816"/>
              <a:gd name="connsiteX3" fmla="*/ 602986 w 602986"/>
              <a:gd name="connsiteY3" fmla="*/ 4675816 h 4675816"/>
              <a:gd name="connsiteX4" fmla="*/ 602986 w 602986"/>
              <a:gd name="connsiteY4" fmla="*/ 4675816 h 4675816"/>
              <a:gd name="connsiteX5" fmla="*/ 0 w 602986"/>
              <a:gd name="connsiteY5" fmla="*/ 4675816 h 4675816"/>
              <a:gd name="connsiteX6" fmla="*/ 0 w 602986"/>
              <a:gd name="connsiteY6" fmla="*/ 4675816 h 4675816"/>
              <a:gd name="connsiteX7" fmla="*/ 0 w 602986"/>
              <a:gd name="connsiteY7" fmla="*/ 100500 h 4675816"/>
              <a:gd name="connsiteX8" fmla="*/ 100500 w 602986"/>
              <a:gd name="connsiteY8" fmla="*/ 0 h 467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86" h="4675816">
                <a:moveTo>
                  <a:pt x="602986" y="779321"/>
                </a:moveTo>
                <a:lnTo>
                  <a:pt x="602986" y="3896495"/>
                </a:lnTo>
                <a:cubicBezTo>
                  <a:pt x="602986" y="4326905"/>
                  <a:pt x="597184" y="4675816"/>
                  <a:pt x="590026" y="4675816"/>
                </a:cubicBezTo>
                <a:lnTo>
                  <a:pt x="0" y="4675816"/>
                </a:lnTo>
                <a:lnTo>
                  <a:pt x="0" y="4675816"/>
                </a:lnTo>
                <a:lnTo>
                  <a:pt x="0" y="0"/>
                </a:lnTo>
                <a:lnTo>
                  <a:pt x="0" y="0"/>
                </a:lnTo>
                <a:lnTo>
                  <a:pt x="590026" y="0"/>
                </a:lnTo>
                <a:cubicBezTo>
                  <a:pt x="597184" y="0"/>
                  <a:pt x="602986" y="348911"/>
                  <a:pt x="602986" y="779321"/>
                </a:cubicBezTo>
                <a:close/>
              </a:path>
            </a:pathLst>
          </a:custGeom>
        </p:spPr>
        <p:style>
          <a:lnRef idx="1">
            <a:schemeClr val="accent4">
              <a:tint val="40000"/>
              <a:alpha val="90000"/>
              <a:hueOff val="-3945710"/>
              <a:satOff val="22157"/>
              <a:lumOff val="1408"/>
              <a:alphaOff val="0"/>
            </a:schemeClr>
          </a:lnRef>
          <a:fillRef idx="1">
            <a:schemeClr val="accent4">
              <a:tint val="40000"/>
              <a:alpha val="90000"/>
              <a:hueOff val="-3945710"/>
              <a:satOff val="22157"/>
              <a:lumOff val="1408"/>
              <a:alphaOff val="0"/>
            </a:schemeClr>
          </a:fillRef>
          <a:effectRef idx="0">
            <a:schemeClr val="accent4">
              <a:tint val="40000"/>
              <a:alpha val="90000"/>
              <a:hueOff val="-3945710"/>
              <a:satOff val="22157"/>
              <a:lumOff val="1408"/>
              <a:alphaOff val="0"/>
            </a:schemeClr>
          </a:effectRef>
          <a:fontRef idx="minor">
            <a:schemeClr val="dk1">
              <a:hueOff val="0"/>
              <a:satOff val="0"/>
              <a:lumOff val="0"/>
              <a:alphaOff val="0"/>
            </a:schemeClr>
          </a:fontRef>
        </p:style>
        <p:txBody>
          <a:bodyPr spcFirstLastPara="0" vert="horz" wrap="square" lIns="247651" tIns="153260" rIns="277084" bIns="153260" numCol="1" spcCol="1270" anchor="ctr"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用来发送检测到的差错。</a:t>
            </a:r>
          </a:p>
        </p:txBody>
      </p:sp>
      <p:sp>
        <p:nvSpPr>
          <p:cNvPr id="13" name="任意多边形: 形状 12">
            <a:extLst>
              <a:ext uri="{FF2B5EF4-FFF2-40B4-BE49-F238E27FC236}">
                <a16:creationId xmlns:a16="http://schemas.microsoft.com/office/drawing/2014/main" id="{BEC1B70D-FE8D-1BA5-AE35-4A190E289775}"/>
              </a:ext>
            </a:extLst>
          </p:cNvPr>
          <p:cNvSpPr/>
          <p:nvPr/>
        </p:nvSpPr>
        <p:spPr>
          <a:xfrm>
            <a:off x="969818" y="3511899"/>
            <a:ext cx="2630147" cy="753733"/>
          </a:xfrm>
          <a:custGeom>
            <a:avLst/>
            <a:gdLst>
              <a:gd name="connsiteX0" fmla="*/ 0 w 2630147"/>
              <a:gd name="connsiteY0" fmla="*/ 125625 h 753733"/>
              <a:gd name="connsiteX1" fmla="*/ 125625 w 2630147"/>
              <a:gd name="connsiteY1" fmla="*/ 0 h 753733"/>
              <a:gd name="connsiteX2" fmla="*/ 2504522 w 2630147"/>
              <a:gd name="connsiteY2" fmla="*/ 0 h 753733"/>
              <a:gd name="connsiteX3" fmla="*/ 2630147 w 2630147"/>
              <a:gd name="connsiteY3" fmla="*/ 125625 h 753733"/>
              <a:gd name="connsiteX4" fmla="*/ 2630147 w 2630147"/>
              <a:gd name="connsiteY4" fmla="*/ 628108 h 753733"/>
              <a:gd name="connsiteX5" fmla="*/ 2504522 w 2630147"/>
              <a:gd name="connsiteY5" fmla="*/ 753733 h 753733"/>
              <a:gd name="connsiteX6" fmla="*/ 125625 w 2630147"/>
              <a:gd name="connsiteY6" fmla="*/ 753733 h 753733"/>
              <a:gd name="connsiteX7" fmla="*/ 0 w 2630147"/>
              <a:gd name="connsiteY7" fmla="*/ 628108 h 753733"/>
              <a:gd name="connsiteX8" fmla="*/ 0 w 2630147"/>
              <a:gd name="connsiteY8" fmla="*/ 125625 h 7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30147" h="753733">
                <a:moveTo>
                  <a:pt x="0" y="125625"/>
                </a:moveTo>
                <a:cubicBezTo>
                  <a:pt x="0" y="56244"/>
                  <a:pt x="56244" y="0"/>
                  <a:pt x="125625" y="0"/>
                </a:cubicBezTo>
                <a:lnTo>
                  <a:pt x="2504522" y="0"/>
                </a:lnTo>
                <a:cubicBezTo>
                  <a:pt x="2573903" y="0"/>
                  <a:pt x="2630147" y="56244"/>
                  <a:pt x="2630147" y="125625"/>
                </a:cubicBezTo>
                <a:lnTo>
                  <a:pt x="2630147" y="628108"/>
                </a:lnTo>
                <a:cubicBezTo>
                  <a:pt x="2630147" y="697489"/>
                  <a:pt x="2573903" y="753733"/>
                  <a:pt x="2504522" y="753733"/>
                </a:cubicBezTo>
                <a:lnTo>
                  <a:pt x="125625" y="753733"/>
                </a:lnTo>
                <a:cubicBezTo>
                  <a:pt x="56244" y="753733"/>
                  <a:pt x="0" y="697489"/>
                  <a:pt x="0" y="628108"/>
                </a:cubicBezTo>
                <a:lnTo>
                  <a:pt x="0" y="125625"/>
                </a:lnTo>
                <a:close/>
              </a:path>
            </a:pathLst>
          </a:custGeom>
        </p:spPr>
        <p:style>
          <a:lnRef idx="0">
            <a:schemeClr val="lt1">
              <a:hueOff val="0"/>
              <a:satOff val="0"/>
              <a:lumOff val="0"/>
              <a:alphaOff val="0"/>
            </a:schemeClr>
          </a:lnRef>
          <a:fillRef idx="3">
            <a:schemeClr val="accent4">
              <a:hueOff val="-4464770"/>
              <a:satOff val="26899"/>
              <a:lumOff val="2156"/>
              <a:alphaOff val="0"/>
            </a:schemeClr>
          </a:fillRef>
          <a:effectRef idx="2">
            <a:schemeClr val="accent4">
              <a:hueOff val="-4464770"/>
              <a:satOff val="26899"/>
              <a:lumOff val="2156"/>
              <a:alphaOff val="0"/>
            </a:schemeClr>
          </a:effectRef>
          <a:fontRef idx="minor">
            <a:schemeClr val="lt1"/>
          </a:fontRef>
        </p:style>
        <p:txBody>
          <a:bodyPr spcFirstLastPara="0" vert="horz" wrap="square" lIns="97754" tIns="67274" rIns="97754" bIns="67274" numCol="1" spcCol="1270" anchor="ctr" anchorCtr="0">
            <a:noAutofit/>
          </a:bodyPr>
          <a:lstStyle/>
          <a:p>
            <a:pPr marL="0" lvl="0" indent="0" algn="ctr" defTabSz="711200">
              <a:lnSpc>
                <a:spcPct val="90000"/>
              </a:lnSpc>
              <a:spcBef>
                <a:spcPct val="0"/>
              </a:spcBef>
              <a:spcAft>
                <a:spcPct val="35000"/>
              </a:spcAft>
              <a:buNone/>
            </a:pPr>
            <a:r>
              <a:rPr lang="en-US" altLang="en-US" sz="1600" b="1" kern="1200" dirty="0">
                <a:latin typeface="微软雅黑" panose="020B0503020204020204" pitchFamily="34" charset="-122"/>
                <a:ea typeface="微软雅黑" panose="020B0503020204020204" pitchFamily="34" charset="-122"/>
              </a:rPr>
              <a:t>NOTIFICATION (</a:t>
            </a:r>
            <a:r>
              <a:rPr lang="zh-CN" altLang="en-US" sz="1600" b="1" kern="1200" dirty="0">
                <a:latin typeface="微软雅黑" panose="020B0503020204020204" pitchFamily="34" charset="-122"/>
                <a:ea typeface="微软雅黑" panose="020B0503020204020204" pitchFamily="34" charset="-122"/>
              </a:rPr>
              <a:t>通知</a:t>
            </a:r>
            <a:r>
              <a:rPr lang="en-US" altLang="en-US" sz="1600" b="1" kern="1200" dirty="0">
                <a:latin typeface="微软雅黑" panose="020B0503020204020204" pitchFamily="34" charset="-122"/>
                <a:ea typeface="微软雅黑" panose="020B0503020204020204" pitchFamily="34" charset="-122"/>
              </a:rPr>
              <a:t>) </a:t>
            </a:r>
            <a:endParaRPr lang="zh-CN" altLang="en-US" sz="1600" b="1" kern="12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413744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3000" fill="hold" grpId="0" nodeType="clickEffect">
                                  <p:stCondLst>
                                    <p:cond delay="0"/>
                                  </p:stCondLst>
                                  <p:childTnLst>
                                    <p:anim calcmode="discrete" valueType="str">
                                      <p:cBhvr>
                                        <p:cTn id="18" dur="1000" fill="hold"/>
                                        <p:tgtEl>
                                          <p:spTgt spid="1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11" grpId="0" animBg="1"/>
      <p:bldP spid="13"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2831"/>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589620"/>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BGP </a:t>
            </a:r>
            <a:r>
              <a:rPr lang="zh-CN" altLang="en-US" sz="2000" b="1" dirty="0">
                <a:solidFill>
                  <a:schemeClr val="bg1"/>
                </a:solidFill>
                <a:latin typeface="微软雅黑" pitchFamily="34" charset="-122"/>
                <a:ea typeface="微软雅黑" pitchFamily="34" charset="-122"/>
              </a:rPr>
              <a:t>报文封装在 </a:t>
            </a:r>
            <a:r>
              <a:rPr lang="en-US" altLang="zh-CN" sz="2000" b="1" dirty="0">
                <a:solidFill>
                  <a:schemeClr val="bg1"/>
                </a:solidFill>
                <a:latin typeface="微软雅黑" pitchFamily="34" charset="-122"/>
                <a:ea typeface="微软雅黑" pitchFamily="34" charset="-122"/>
              </a:rPr>
              <a:t>TCP </a:t>
            </a:r>
            <a:r>
              <a:rPr lang="zh-CN" altLang="en-US" sz="2000" b="1" dirty="0">
                <a:solidFill>
                  <a:schemeClr val="bg1"/>
                </a:solidFill>
                <a:latin typeface="微软雅黑" pitchFamily="34" charset="-122"/>
                <a:ea typeface="微软雅黑" pitchFamily="34" charset="-122"/>
              </a:rPr>
              <a:t>报文中传送</a:t>
            </a:r>
          </a:p>
        </p:txBody>
      </p:sp>
      <p:sp>
        <p:nvSpPr>
          <p:cNvPr id="4" name="圆角矩形 3"/>
          <p:cNvSpPr/>
          <p:nvPr/>
        </p:nvSpPr>
        <p:spPr>
          <a:xfrm>
            <a:off x="545144" y="1080566"/>
            <a:ext cx="8053711" cy="232478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8" name="Rectangle 40"/>
          <p:cNvSpPr>
            <a:spLocks noChangeArrowheads="1"/>
          </p:cNvSpPr>
          <p:nvPr/>
        </p:nvSpPr>
        <p:spPr bwMode="auto">
          <a:xfrm>
            <a:off x="3294530" y="1388356"/>
            <a:ext cx="4466390" cy="335667"/>
          </a:xfrm>
          <a:prstGeom prst="rect">
            <a:avLst/>
          </a:prstGeom>
          <a:solidFill>
            <a:srgbClr val="00FFFF"/>
          </a:solidFill>
          <a:ln w="9525">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33" name="Rectangle 41"/>
          <p:cNvSpPr>
            <a:spLocks noChangeArrowheads="1"/>
          </p:cNvSpPr>
          <p:nvPr/>
        </p:nvSpPr>
        <p:spPr bwMode="auto">
          <a:xfrm>
            <a:off x="3306336" y="1401635"/>
            <a:ext cx="1600959" cy="319320"/>
          </a:xfrm>
          <a:prstGeom prst="rect">
            <a:avLst/>
          </a:prstGeom>
          <a:solidFill>
            <a:srgbClr val="00FF99"/>
          </a:solidFill>
          <a:ln>
            <a:noFill/>
          </a:ln>
          <a:effectLst/>
        </p:spPr>
        <p:txBody>
          <a:bodyPr wrap="none" anchor="ctr"/>
          <a:lstStyle/>
          <a:p>
            <a:endParaRPr lang="zh-CN" altLang="en-US" sz="1400" b="1">
              <a:latin typeface="微软雅黑" pitchFamily="34" charset="-122"/>
              <a:ea typeface="微软雅黑" pitchFamily="34" charset="-122"/>
            </a:endParaRPr>
          </a:p>
        </p:txBody>
      </p:sp>
      <p:sp>
        <p:nvSpPr>
          <p:cNvPr id="35" name="AutoShape 37"/>
          <p:cNvSpPr>
            <a:spLocks noChangeArrowheads="1"/>
          </p:cNvSpPr>
          <p:nvPr/>
        </p:nvSpPr>
        <p:spPr bwMode="auto">
          <a:xfrm rot="5400000">
            <a:off x="1424565" y="2687069"/>
            <a:ext cx="202708" cy="434478"/>
          </a:xfrm>
          <a:prstGeom prst="downArrow">
            <a:avLst>
              <a:gd name="adj1" fmla="val 50000"/>
              <a:gd name="adj2" fmla="val 49462"/>
            </a:avLst>
          </a:prstGeom>
          <a:solidFill>
            <a:srgbClr val="00FF99"/>
          </a:solidFill>
          <a:ln w="9525">
            <a:solidFill>
              <a:schemeClr val="tx1"/>
            </a:solidFill>
            <a:miter lim="800000"/>
            <a:headEnd/>
            <a:tailEnd/>
          </a:ln>
          <a:effectLst/>
        </p:spPr>
        <p:txBody>
          <a:bodyPr vert="eaVert" wrap="none" anchor="ctr"/>
          <a:lstStyle/>
          <a:p>
            <a:endParaRPr lang="zh-CN" altLang="en-US" sz="1400" b="1">
              <a:latin typeface="微软雅黑" pitchFamily="34" charset="-122"/>
              <a:ea typeface="微软雅黑" pitchFamily="34" charset="-122"/>
            </a:endParaRPr>
          </a:p>
        </p:txBody>
      </p:sp>
      <p:sp>
        <p:nvSpPr>
          <p:cNvPr id="39" name="Rectangle 43"/>
          <p:cNvSpPr>
            <a:spLocks noChangeArrowheads="1"/>
          </p:cNvSpPr>
          <p:nvPr/>
        </p:nvSpPr>
        <p:spPr bwMode="auto">
          <a:xfrm>
            <a:off x="5426779" y="1419960"/>
            <a:ext cx="169277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a:latin typeface="微软雅黑" pitchFamily="34" charset="-122"/>
                <a:ea typeface="微软雅黑" pitchFamily="34" charset="-122"/>
              </a:rPr>
              <a:t>BGP </a:t>
            </a:r>
            <a:r>
              <a:rPr kumimoji="1" lang="zh-CN" altLang="en-US" sz="1400" b="1">
                <a:latin typeface="微软雅黑" pitchFamily="34" charset="-122"/>
                <a:ea typeface="微软雅黑" pitchFamily="34" charset="-122"/>
              </a:rPr>
              <a:t>报文主体部分</a:t>
            </a:r>
          </a:p>
        </p:txBody>
      </p:sp>
      <p:sp>
        <p:nvSpPr>
          <p:cNvPr id="40" name="Line 44"/>
          <p:cNvSpPr>
            <a:spLocks noChangeShapeType="1"/>
          </p:cNvSpPr>
          <p:nvPr/>
        </p:nvSpPr>
        <p:spPr bwMode="auto">
          <a:xfrm>
            <a:off x="4907295" y="1386177"/>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7" name="Rectangle 63"/>
          <p:cNvSpPr>
            <a:spLocks noChangeArrowheads="1"/>
          </p:cNvSpPr>
          <p:nvPr/>
        </p:nvSpPr>
        <p:spPr bwMode="auto">
          <a:xfrm>
            <a:off x="2486966" y="2061871"/>
            <a:ext cx="5273954" cy="336757"/>
          </a:xfrm>
          <a:prstGeom prst="rect">
            <a:avLst/>
          </a:prstGeom>
          <a:solidFill>
            <a:srgbClr val="FF99FF"/>
          </a:solidFill>
          <a:ln w="9525">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58" name="Line 64"/>
          <p:cNvSpPr>
            <a:spLocks noChangeShapeType="1"/>
          </p:cNvSpPr>
          <p:nvPr/>
        </p:nvSpPr>
        <p:spPr bwMode="auto">
          <a:xfrm>
            <a:off x="3294530" y="2060780"/>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9" name="Rectangle 65"/>
          <p:cNvSpPr>
            <a:spLocks noChangeArrowheads="1"/>
          </p:cNvSpPr>
          <p:nvPr/>
        </p:nvSpPr>
        <p:spPr bwMode="auto">
          <a:xfrm>
            <a:off x="2433556" y="2112002"/>
            <a:ext cx="938784"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TCP </a:t>
            </a:r>
            <a:r>
              <a:rPr kumimoji="1" lang="zh-CN" altLang="en-US" sz="1400" b="1" dirty="0">
                <a:latin typeface="微软雅黑" pitchFamily="34" charset="-122"/>
                <a:ea typeface="微软雅黑" pitchFamily="34" charset="-122"/>
              </a:rPr>
              <a:t>首部</a:t>
            </a:r>
          </a:p>
        </p:txBody>
      </p:sp>
      <p:sp>
        <p:nvSpPr>
          <p:cNvPr id="60" name="AutoShape 66"/>
          <p:cNvSpPr>
            <a:spLocks noChangeArrowheads="1"/>
          </p:cNvSpPr>
          <p:nvPr/>
        </p:nvSpPr>
        <p:spPr bwMode="auto">
          <a:xfrm>
            <a:off x="5279198" y="1656454"/>
            <a:ext cx="185362" cy="472986"/>
          </a:xfrm>
          <a:prstGeom prst="downArrow">
            <a:avLst>
              <a:gd name="adj1" fmla="val 50000"/>
              <a:gd name="adj2" fmla="val 69108"/>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latin typeface="微软雅黑" pitchFamily="34" charset="-122"/>
              <a:ea typeface="微软雅黑" pitchFamily="34" charset="-122"/>
            </a:endParaRPr>
          </a:p>
        </p:txBody>
      </p:sp>
      <p:sp>
        <p:nvSpPr>
          <p:cNvPr id="61" name="Rectangle 67"/>
          <p:cNvSpPr>
            <a:spLocks noChangeArrowheads="1"/>
          </p:cNvSpPr>
          <p:nvPr/>
        </p:nvSpPr>
        <p:spPr bwMode="auto">
          <a:xfrm>
            <a:off x="1680584" y="2737564"/>
            <a:ext cx="6080336" cy="336757"/>
          </a:xfrm>
          <a:prstGeom prst="rect">
            <a:avLst/>
          </a:prstGeom>
          <a:solidFill>
            <a:srgbClr val="FFFF99"/>
          </a:solidFill>
          <a:ln w="9525">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63" name="Line 69"/>
          <p:cNvSpPr>
            <a:spLocks noChangeShapeType="1"/>
          </p:cNvSpPr>
          <p:nvPr/>
        </p:nvSpPr>
        <p:spPr bwMode="auto">
          <a:xfrm>
            <a:off x="2486966" y="2736474"/>
            <a:ext cx="0" cy="3378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5" name="Rectangle 71"/>
          <p:cNvSpPr>
            <a:spLocks noChangeArrowheads="1"/>
          </p:cNvSpPr>
          <p:nvPr/>
        </p:nvSpPr>
        <p:spPr bwMode="auto">
          <a:xfrm>
            <a:off x="4947437" y="2085846"/>
            <a:ext cx="974627"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a:latin typeface="微软雅黑" pitchFamily="34" charset="-122"/>
                <a:ea typeface="微软雅黑" pitchFamily="34" charset="-122"/>
              </a:rPr>
              <a:t>BGP </a:t>
            </a:r>
            <a:r>
              <a:rPr kumimoji="1" lang="zh-CN" altLang="en-US" sz="1400" b="1">
                <a:latin typeface="微软雅黑" pitchFamily="34" charset="-122"/>
                <a:ea typeface="微软雅黑" pitchFamily="34" charset="-122"/>
              </a:rPr>
              <a:t>报文</a:t>
            </a:r>
          </a:p>
        </p:txBody>
      </p:sp>
      <p:cxnSp>
        <p:nvCxnSpPr>
          <p:cNvPr id="67" name="直接连接符 66"/>
          <p:cNvCxnSpPr/>
          <p:nvPr/>
        </p:nvCxnSpPr>
        <p:spPr bwMode="auto">
          <a:xfrm>
            <a:off x="3306336" y="1724024"/>
            <a:ext cx="0" cy="33675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8" name="直接连接符 67"/>
          <p:cNvCxnSpPr/>
          <p:nvPr/>
        </p:nvCxnSpPr>
        <p:spPr bwMode="auto">
          <a:xfrm>
            <a:off x="7760920" y="1724024"/>
            <a:ext cx="0" cy="33675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69"/>
          <p:cNvCxnSpPr/>
          <p:nvPr/>
        </p:nvCxnSpPr>
        <p:spPr bwMode="auto">
          <a:xfrm>
            <a:off x="7760920" y="2424783"/>
            <a:ext cx="0" cy="33675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1" name="直接连接符 70"/>
          <p:cNvCxnSpPr/>
          <p:nvPr/>
        </p:nvCxnSpPr>
        <p:spPr bwMode="auto">
          <a:xfrm>
            <a:off x="2495586" y="2424783"/>
            <a:ext cx="0" cy="33675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 name="Rectangle 42"/>
          <p:cNvSpPr>
            <a:spLocks noChangeArrowheads="1"/>
          </p:cNvSpPr>
          <p:nvPr/>
        </p:nvSpPr>
        <p:spPr bwMode="auto">
          <a:xfrm>
            <a:off x="3434890" y="1419960"/>
            <a:ext cx="1333699"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BGP </a:t>
            </a:r>
            <a:r>
              <a:rPr kumimoji="1" lang="zh-CN" altLang="en-US" sz="1400" b="1" dirty="0">
                <a:latin typeface="微软雅黑" pitchFamily="34" charset="-122"/>
                <a:ea typeface="微软雅黑" pitchFamily="34" charset="-122"/>
              </a:rPr>
              <a:t>报文首部</a:t>
            </a:r>
          </a:p>
        </p:txBody>
      </p:sp>
      <p:sp>
        <p:nvSpPr>
          <p:cNvPr id="5" name="矩形 4"/>
          <p:cNvSpPr/>
          <p:nvPr/>
        </p:nvSpPr>
        <p:spPr>
          <a:xfrm>
            <a:off x="2512444" y="2753763"/>
            <a:ext cx="5220000" cy="30240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Rectangle 68"/>
          <p:cNvSpPr>
            <a:spLocks noChangeArrowheads="1"/>
          </p:cNvSpPr>
          <p:nvPr/>
        </p:nvSpPr>
        <p:spPr bwMode="auto">
          <a:xfrm>
            <a:off x="1677719" y="2769109"/>
            <a:ext cx="77425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IP </a:t>
            </a:r>
            <a:r>
              <a:rPr kumimoji="1" lang="zh-CN" altLang="en-US" sz="1400" b="1" dirty="0">
                <a:latin typeface="微软雅黑" pitchFamily="34" charset="-122"/>
                <a:ea typeface="微软雅黑" pitchFamily="34" charset="-122"/>
              </a:rPr>
              <a:t>首部</a:t>
            </a:r>
          </a:p>
        </p:txBody>
      </p:sp>
      <p:sp>
        <p:nvSpPr>
          <p:cNvPr id="64" name="AutoShape 70"/>
          <p:cNvSpPr>
            <a:spLocks noChangeArrowheads="1"/>
          </p:cNvSpPr>
          <p:nvPr/>
        </p:nvSpPr>
        <p:spPr bwMode="auto">
          <a:xfrm>
            <a:off x="5031262" y="2332148"/>
            <a:ext cx="186542" cy="472986"/>
          </a:xfrm>
          <a:prstGeom prst="downArrow">
            <a:avLst>
              <a:gd name="adj1" fmla="val 50000"/>
              <a:gd name="adj2" fmla="val 68671"/>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b="1">
              <a:latin typeface="微软雅黑" pitchFamily="34" charset="-122"/>
              <a:ea typeface="微软雅黑" pitchFamily="34" charset="-122"/>
            </a:endParaRPr>
          </a:p>
        </p:txBody>
      </p:sp>
      <p:sp>
        <p:nvSpPr>
          <p:cNvPr id="66" name="Rectangle 72"/>
          <p:cNvSpPr>
            <a:spLocks noChangeArrowheads="1"/>
          </p:cNvSpPr>
          <p:nvPr/>
        </p:nvSpPr>
        <p:spPr bwMode="auto">
          <a:xfrm>
            <a:off x="4720752" y="2761540"/>
            <a:ext cx="938784"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400" b="1" dirty="0">
                <a:latin typeface="微软雅黑" pitchFamily="34" charset="-122"/>
                <a:ea typeface="微软雅黑" pitchFamily="34" charset="-122"/>
              </a:rPr>
              <a:t>TCP </a:t>
            </a:r>
            <a:r>
              <a:rPr kumimoji="1" lang="zh-CN" altLang="en-US" sz="1400" b="1" dirty="0">
                <a:latin typeface="微软雅黑" pitchFamily="34" charset="-122"/>
                <a:ea typeface="微软雅黑" pitchFamily="34" charset="-122"/>
              </a:rPr>
              <a:t>报文</a:t>
            </a:r>
          </a:p>
        </p:txBody>
      </p:sp>
      <p:sp>
        <p:nvSpPr>
          <p:cNvPr id="7" name="文本框 6">
            <a:extLst>
              <a:ext uri="{FF2B5EF4-FFF2-40B4-BE49-F238E27FC236}">
                <a16:creationId xmlns:a16="http://schemas.microsoft.com/office/drawing/2014/main" id="{335C701D-4950-60AA-3E4E-702C3C64155C}"/>
              </a:ext>
            </a:extLst>
          </p:cNvPr>
          <p:cNvSpPr txBox="1"/>
          <p:nvPr/>
        </p:nvSpPr>
        <p:spPr>
          <a:xfrm>
            <a:off x="1135898" y="3331299"/>
            <a:ext cx="6642395" cy="1397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marL="285750" indent="-285750">
              <a:lnSpc>
                <a:spcPts val="2600"/>
              </a:lnSpc>
              <a:buFont typeface="Wingdings" panose="05000000000000000000" pitchFamily="2" charset="2"/>
              <a:buChar char="l"/>
              <a:defRPr kumimoji="1" b="1">
                <a:solidFill>
                  <a:srgbClr val="0000FF"/>
                </a:solidFill>
                <a:latin typeface="微软雅黑" panose="020B0503020204020204" pitchFamily="34" charset="-122"/>
                <a:ea typeface="微软雅黑" panose="020B0503020204020204" pitchFamily="34" charset="-122"/>
              </a:defRPr>
            </a:lvl1pPr>
            <a:lvl2pPr marL="742950" indent="-285750" eaLnBrk="0" hangingPunct="0">
              <a:defRPr kumimoji="1" sz="2400">
                <a:latin typeface="Times New Roman" panose="02020603050405020304" pitchFamily="18" charset="0"/>
                <a:ea typeface="宋体" panose="02010600030101010101" pitchFamily="2" charset="-122"/>
              </a:defRPr>
            </a:lvl2pPr>
            <a:lvl3pPr marL="1143000" indent="-228600" eaLnBrk="0" hangingPunct="0">
              <a:defRPr kumimoji="1" sz="2400">
                <a:latin typeface="Times New Roman" panose="02020603050405020304" pitchFamily="18" charset="0"/>
                <a:ea typeface="宋体" panose="02010600030101010101" pitchFamily="2" charset="-122"/>
              </a:defRPr>
            </a:lvl3pPr>
            <a:lvl4pPr marL="1600200" indent="-228600" eaLnBrk="0" hangingPunct="0">
              <a:defRPr kumimoji="1" sz="2400">
                <a:latin typeface="Times New Roman" panose="02020603050405020304" pitchFamily="18" charset="0"/>
                <a:ea typeface="宋体" panose="02010600030101010101" pitchFamily="2" charset="-122"/>
              </a:defRPr>
            </a:lvl4pPr>
            <a:lvl5pPr marL="2057400" indent="-228600" eaLnBrk="0" hangingPunct="0">
              <a:defRPr kumimoji="1" sz="2400">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9pPr>
          </a:lstStyle>
          <a:p>
            <a:r>
              <a:rPr lang="en-US" altLang="zh-CN" dirty="0">
                <a:solidFill>
                  <a:schemeClr val="tx1"/>
                </a:solidFill>
              </a:rPr>
              <a:t>BGP </a:t>
            </a:r>
            <a:r>
              <a:rPr lang="zh-CN" altLang="en-US" dirty="0">
                <a:solidFill>
                  <a:schemeClr val="tx1"/>
                </a:solidFill>
              </a:rPr>
              <a:t>报文是作为 </a:t>
            </a:r>
            <a:r>
              <a:rPr lang="en-US" altLang="zh-CN" dirty="0">
                <a:solidFill>
                  <a:schemeClr val="tx1"/>
                </a:solidFill>
              </a:rPr>
              <a:t>TCP </a:t>
            </a:r>
            <a:r>
              <a:rPr lang="zh-CN" altLang="en-US" dirty="0">
                <a:solidFill>
                  <a:schemeClr val="tx1"/>
                </a:solidFill>
              </a:rPr>
              <a:t>报文的数据部分来传送的。</a:t>
            </a:r>
            <a:endParaRPr lang="en-US" altLang="zh-CN" dirty="0">
              <a:solidFill>
                <a:schemeClr val="tx1"/>
              </a:solidFill>
            </a:endParaRPr>
          </a:p>
          <a:p>
            <a:r>
              <a:rPr lang="zh-CN" altLang="en-US" dirty="0">
                <a:solidFill>
                  <a:schemeClr val="tx1"/>
                </a:solidFill>
              </a:rPr>
              <a:t>四种类型的 </a:t>
            </a:r>
            <a:r>
              <a:rPr lang="en-US" altLang="zh-CN" dirty="0">
                <a:solidFill>
                  <a:schemeClr val="tx1"/>
                </a:solidFill>
              </a:rPr>
              <a:t>BGP </a:t>
            </a:r>
            <a:r>
              <a:rPr lang="zh-CN" altLang="en-US" dirty="0">
                <a:solidFill>
                  <a:schemeClr val="tx1"/>
                </a:solidFill>
              </a:rPr>
              <a:t>报文具有同样的首部。</a:t>
            </a:r>
            <a:endParaRPr lang="en-US" altLang="zh-CN" dirty="0">
              <a:solidFill>
                <a:schemeClr val="tx1"/>
              </a:solidFill>
            </a:endParaRPr>
          </a:p>
          <a:p>
            <a:r>
              <a:rPr lang="zh-CN" altLang="en-US" dirty="0">
                <a:solidFill>
                  <a:schemeClr val="tx1"/>
                </a:solidFill>
              </a:rPr>
              <a:t>协议 </a:t>
            </a:r>
            <a:r>
              <a:rPr lang="en-US" altLang="zh-CN" dirty="0">
                <a:solidFill>
                  <a:schemeClr val="tx1"/>
                </a:solidFill>
              </a:rPr>
              <a:t>BGP </a:t>
            </a:r>
            <a:r>
              <a:rPr lang="zh-CN" altLang="en-US" dirty="0">
                <a:solidFill>
                  <a:schemeClr val="tx1"/>
                </a:solidFill>
              </a:rPr>
              <a:t>的位置是在最高的应用层，但 </a:t>
            </a:r>
            <a:r>
              <a:rPr lang="en-US" altLang="zh-CN" dirty="0">
                <a:solidFill>
                  <a:schemeClr val="tx1"/>
                </a:solidFill>
              </a:rPr>
              <a:t>BGP </a:t>
            </a:r>
            <a:r>
              <a:rPr lang="zh-CN" altLang="en-US" dirty="0">
                <a:solidFill>
                  <a:schemeClr val="tx1"/>
                </a:solidFill>
              </a:rPr>
              <a:t>是网络层的控制协议，可以认为 </a:t>
            </a:r>
            <a:r>
              <a:rPr lang="en-US" altLang="zh-CN" dirty="0">
                <a:solidFill>
                  <a:schemeClr val="tx1"/>
                </a:solidFill>
              </a:rPr>
              <a:t>BGP </a:t>
            </a:r>
            <a:r>
              <a:rPr lang="zh-CN" altLang="en-US" dirty="0">
                <a:solidFill>
                  <a:schemeClr val="tx1"/>
                </a:solidFill>
              </a:rPr>
              <a:t>就是个网络层协议。</a:t>
            </a:r>
          </a:p>
        </p:txBody>
      </p:sp>
    </p:spTree>
    <p:extLst>
      <p:ext uri="{BB962C8B-B14F-4D97-AF65-F5344CB8AC3E}">
        <p14:creationId xmlns:p14="http://schemas.microsoft.com/office/powerpoint/2010/main" val="10916274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64"/>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73"/>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7">
                                            <p:txEl>
                                              <p:pRg st="2" end="2"/>
                                            </p:txEl>
                                          </p:spTgt>
                                        </p:tgtEl>
                                        <p:attrNameLst>
                                          <p:attrName>style.visibility</p:attrName>
                                        </p:attrNameLst>
                                      </p:cBhvr>
                                      <p:to>
                                        <p:strVal val="visible"/>
                                      </p:to>
                                    </p:set>
                                    <p:animEffect transition="in" filter="fade">
                                      <p:cBhvr>
                                        <p:cTn id="15" dur="1000"/>
                                        <p:tgtEl>
                                          <p:spTgt spid="7">
                                            <p:txEl>
                                              <p:pRg st="2" end="2"/>
                                            </p:txEl>
                                          </p:spTgt>
                                        </p:tgtEl>
                                      </p:cBhvr>
                                    </p:animEffect>
                                    <p:anim calcmode="lin" valueType="num">
                                      <p:cBhvr>
                                        <p:cTn id="16" dur="1000" fill="hold"/>
                                        <p:tgtEl>
                                          <p:spTgt spid="7">
                                            <p:txEl>
                                              <p:pRg st="2" end="2"/>
                                            </p:txEl>
                                          </p:spTgt>
                                        </p:tgtEl>
                                        <p:attrNameLst>
                                          <p:attrName>ppt_x</p:attrName>
                                        </p:attrNameLst>
                                      </p:cBhvr>
                                      <p:tavLst>
                                        <p:tav tm="0">
                                          <p:val>
                                            <p:strVal val="#ppt_x"/>
                                          </p:val>
                                        </p:tav>
                                        <p:tav tm="100000">
                                          <p:val>
                                            <p:strVal val="#ppt_x"/>
                                          </p:val>
                                        </p:tav>
                                      </p:tavLst>
                                    </p:anim>
                                    <p:anim calcmode="lin" valueType="num">
                                      <p:cBhvr>
                                        <p:cTn id="17" dur="1000" fill="hold"/>
                                        <p:tgtEl>
                                          <p:spTgt spid="7">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p:bldP spid="64" grpId="0" animBg="1"/>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CEC315-6E52-1819-4D07-23C0D8E43E5E}"/>
            </a:ext>
          </a:extLst>
        </p:cNvPr>
        <p:cNvGrpSpPr/>
        <p:nvPr/>
      </p:nvGrpSpPr>
      <p:grpSpPr>
        <a:xfrm>
          <a:off x="0" y="0"/>
          <a:ext cx="0" cy="0"/>
          <a:chOff x="0" y="0"/>
          <a:chExt cx="0" cy="0"/>
        </a:xfrm>
      </p:grpSpPr>
      <p:sp>
        <p:nvSpPr>
          <p:cNvPr id="2" name="Rectangle 9">
            <a:extLst>
              <a:ext uri="{FF2B5EF4-FFF2-40B4-BE49-F238E27FC236}">
                <a16:creationId xmlns:a16="http://schemas.microsoft.com/office/drawing/2014/main" id="{E8D486C5-904D-570A-6117-B80CAD302295}"/>
              </a:ext>
            </a:extLst>
          </p:cNvPr>
          <p:cNvSpPr>
            <a:spLocks noChangeArrowheads="1"/>
          </p:cNvSpPr>
          <p:nvPr/>
        </p:nvSpPr>
        <p:spPr bwMode="auto">
          <a:xfrm>
            <a:off x="2629135" y="1058909"/>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a:extLst>
              <a:ext uri="{FF2B5EF4-FFF2-40B4-BE49-F238E27FC236}">
                <a16:creationId xmlns:a16="http://schemas.microsoft.com/office/drawing/2014/main" id="{563DF05F-D7C4-DADF-8472-712A4867B2EC}"/>
              </a:ext>
            </a:extLst>
          </p:cNvPr>
          <p:cNvSpPr>
            <a:spLocks noChangeArrowheads="1"/>
          </p:cNvSpPr>
          <p:nvPr/>
        </p:nvSpPr>
        <p:spPr bwMode="auto">
          <a:xfrm>
            <a:off x="2629135" y="1665334"/>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 name="Rectangle 27">
            <a:extLst>
              <a:ext uri="{FF2B5EF4-FFF2-40B4-BE49-F238E27FC236}">
                <a16:creationId xmlns:a16="http://schemas.microsoft.com/office/drawing/2014/main" id="{670B3407-5615-A464-1409-F8938C6DCC15}"/>
              </a:ext>
            </a:extLst>
          </p:cNvPr>
          <p:cNvSpPr>
            <a:spLocks noChangeArrowheads="1"/>
          </p:cNvSpPr>
          <p:nvPr/>
        </p:nvSpPr>
        <p:spPr bwMode="auto">
          <a:xfrm>
            <a:off x="639730" y="1058909"/>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7" name="Rectangle 29">
            <a:extLst>
              <a:ext uri="{FF2B5EF4-FFF2-40B4-BE49-F238E27FC236}">
                <a16:creationId xmlns:a16="http://schemas.microsoft.com/office/drawing/2014/main" id="{C3830C23-BCE1-7D20-C4A7-8E141B08957A}"/>
              </a:ext>
            </a:extLst>
          </p:cNvPr>
          <p:cNvSpPr>
            <a:spLocks noChangeArrowheads="1"/>
          </p:cNvSpPr>
          <p:nvPr/>
        </p:nvSpPr>
        <p:spPr bwMode="auto">
          <a:xfrm>
            <a:off x="648619" y="1153841"/>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a:t>
            </a:r>
            <a:r>
              <a:rPr lang="en-US" altLang="zh-CN" sz="2000" b="1" dirty="0">
                <a:solidFill>
                  <a:srgbClr val="FFFF00"/>
                </a:solidFill>
                <a:latin typeface="微软雅黑" pitchFamily="34" charset="-122"/>
                <a:ea typeface="微软雅黑" pitchFamily="34" charset="-122"/>
              </a:rPr>
              <a:t>7</a:t>
            </a:r>
            <a:endParaRPr lang="fr-FR" altLang="zh-CN" sz="2000" b="1" dirty="0">
              <a:solidFill>
                <a:srgbClr val="FFFF00"/>
              </a:solidFill>
              <a:latin typeface="微软雅黑" pitchFamily="34" charset="-122"/>
              <a:ea typeface="微软雅黑" pitchFamily="34" charset="-122"/>
            </a:endParaRPr>
          </a:p>
          <a:p>
            <a:r>
              <a:rPr lang="zh-CN" altLang="en-US" sz="2000" b="1" dirty="0">
                <a:solidFill>
                  <a:schemeClr val="bg1"/>
                </a:solidFill>
                <a:latin typeface="微软雅黑" pitchFamily="34" charset="-122"/>
                <a:ea typeface="微软雅黑" pitchFamily="34" charset="-122"/>
              </a:rPr>
              <a:t>路由器的构成</a:t>
            </a:r>
          </a:p>
        </p:txBody>
      </p:sp>
      <p:sp>
        <p:nvSpPr>
          <p:cNvPr id="4" name="Line 16">
            <a:extLst>
              <a:ext uri="{FF2B5EF4-FFF2-40B4-BE49-F238E27FC236}">
                <a16:creationId xmlns:a16="http://schemas.microsoft.com/office/drawing/2014/main" id="{A3E98C53-93FE-4007-AF3D-5B12B04AAE34}"/>
              </a:ext>
            </a:extLst>
          </p:cNvPr>
          <p:cNvSpPr>
            <a:spLocks noChangeShapeType="1"/>
          </p:cNvSpPr>
          <p:nvPr/>
        </p:nvSpPr>
        <p:spPr bwMode="auto">
          <a:xfrm>
            <a:off x="3637198" y="987472"/>
            <a:ext cx="0" cy="2963298"/>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 name="Rectangle 8">
            <a:extLst>
              <a:ext uri="{FF2B5EF4-FFF2-40B4-BE49-F238E27FC236}">
                <a16:creationId xmlns:a16="http://schemas.microsoft.com/office/drawing/2014/main" id="{C95D95EA-BC92-CC09-3032-90A523C63EE3}"/>
              </a:ext>
            </a:extLst>
          </p:cNvPr>
          <p:cNvSpPr>
            <a:spLocks noChangeArrowheads="1"/>
          </p:cNvSpPr>
          <p:nvPr/>
        </p:nvSpPr>
        <p:spPr bwMode="auto">
          <a:xfrm>
            <a:off x="2700573" y="1024365"/>
            <a:ext cx="5574294"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dist"/>
            <a:r>
              <a:rPr lang="en-US" altLang="zh-CN" sz="2000" b="1" dirty="0">
                <a:solidFill>
                  <a:schemeClr val="bg1"/>
                </a:solidFill>
                <a:latin typeface="微软雅黑" pitchFamily="34" charset="-122"/>
                <a:ea typeface="微软雅黑" pitchFamily="34" charset="-122"/>
              </a:rPr>
              <a:t>4.7.1                                          </a:t>
            </a:r>
            <a:r>
              <a:rPr lang="zh-CN" altLang="en-US" sz="2000" b="1" dirty="0">
                <a:solidFill>
                  <a:schemeClr val="bg1"/>
                </a:solidFill>
                <a:latin typeface="微软雅黑" pitchFamily="34" charset="-122"/>
                <a:ea typeface="微软雅黑" pitchFamily="34" charset="-122"/>
              </a:rPr>
              <a:t>路由器的结构</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pPr algn="dist"/>
            <a:r>
              <a:rPr lang="en-US" altLang="zh-CN" sz="2000" b="1" dirty="0">
                <a:solidFill>
                  <a:schemeClr val="bg1"/>
                </a:solidFill>
                <a:latin typeface="微软雅黑" pitchFamily="34" charset="-122"/>
                <a:ea typeface="微软雅黑" pitchFamily="34" charset="-122"/>
              </a:rPr>
              <a:t>4.7.2                                                </a:t>
            </a:r>
            <a:r>
              <a:rPr lang="zh-CN" altLang="en-US" sz="2000" b="1" dirty="0">
                <a:solidFill>
                  <a:schemeClr val="bg1"/>
                </a:solidFill>
                <a:latin typeface="微软雅黑" pitchFamily="34" charset="-122"/>
                <a:ea typeface="微软雅黑" pitchFamily="34" charset="-122"/>
              </a:rPr>
              <a:t>交换结构</a:t>
            </a:r>
            <a:endParaRPr lang="en-US" altLang="zh-CN"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894703739"/>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6540"/>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080214" y="575677"/>
            <a:ext cx="29835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4.7.1  </a:t>
            </a:r>
            <a:r>
              <a:rPr lang="zh-CN" altLang="en-US" sz="2400" b="1" dirty="0">
                <a:solidFill>
                  <a:schemeClr val="bg1"/>
                </a:solidFill>
                <a:latin typeface="微软雅黑" pitchFamily="34" charset="-122"/>
                <a:ea typeface="微软雅黑" pitchFamily="34" charset="-122"/>
              </a:rPr>
              <a:t>路由器的结构</a:t>
            </a:r>
          </a:p>
        </p:txBody>
      </p:sp>
      <p:sp>
        <p:nvSpPr>
          <p:cNvPr id="4" name="Rectangle 8"/>
          <p:cNvSpPr>
            <a:spLocks noChangeArrowheads="1"/>
          </p:cNvSpPr>
          <p:nvPr/>
        </p:nvSpPr>
        <p:spPr bwMode="auto">
          <a:xfrm>
            <a:off x="545144" y="1014310"/>
            <a:ext cx="8192456"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路由器转发主机之间传送的分组时，分组所经过的路由器都工作在协议栈的下三层。</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但是当路由器之间使用</a:t>
            </a:r>
            <a:r>
              <a:rPr lang="en-US" altLang="zh-CN" sz="2000" b="1" dirty="0">
                <a:latin typeface="微软雅黑" pitchFamily="34" charset="-122"/>
                <a:ea typeface="微软雅黑" pitchFamily="34" charset="-122"/>
              </a:rPr>
              <a:t>RIP</a:t>
            </a:r>
            <a:r>
              <a:rPr lang="zh-CN" altLang="en-US" sz="2000" b="1" dirty="0">
                <a:latin typeface="微软雅黑" pitchFamily="34" charset="-122"/>
                <a:ea typeface="微软雅黑" pitchFamily="34" charset="-122"/>
              </a:rPr>
              <a:t>或</a:t>
            </a:r>
            <a:r>
              <a:rPr lang="en-US" altLang="zh-CN" sz="2000" b="1" dirty="0">
                <a:latin typeface="微软雅黑" pitchFamily="34" charset="-122"/>
                <a:ea typeface="微软雅黑" pitchFamily="34" charset="-122"/>
              </a:rPr>
              <a:t>BGP</a:t>
            </a:r>
            <a:r>
              <a:rPr lang="zh-CN" altLang="en-US" sz="2000" b="1" dirty="0">
                <a:latin typeface="微软雅黑" pitchFamily="34" charset="-122"/>
                <a:ea typeface="微软雅黑" pitchFamily="34" charset="-122"/>
              </a:rPr>
              <a:t>路由协议交换路由信息时，这两个协议都是工作在应用层。这时整个</a:t>
            </a:r>
            <a:r>
              <a:rPr lang="en-US" altLang="zh-CN" sz="2000" b="1" dirty="0">
                <a:latin typeface="微软雅黑" pitchFamily="34" charset="-122"/>
                <a:ea typeface="微软雅黑" pitchFamily="34" charset="-122"/>
              </a:rPr>
              <a:t>5</a:t>
            </a:r>
            <a:r>
              <a:rPr lang="zh-CN" altLang="en-US" sz="2000" b="1" dirty="0">
                <a:latin typeface="微软雅黑" pitchFamily="34" charset="-122"/>
                <a:ea typeface="微软雅黑" pitchFamily="34" charset="-122"/>
              </a:rPr>
              <a:t>层协议栈的功能都会使用到，而不只使用协议栈的下三层。</a:t>
            </a:r>
          </a:p>
        </p:txBody>
      </p:sp>
      <p:sp>
        <p:nvSpPr>
          <p:cNvPr id="5" name="Text Box 582">
            <a:extLst>
              <a:ext uri="{FF2B5EF4-FFF2-40B4-BE49-F238E27FC236}">
                <a16:creationId xmlns:a16="http://schemas.microsoft.com/office/drawing/2014/main" id="{F0DB9BF1-D7E0-92FF-391D-08C8ABEF2A24}"/>
              </a:ext>
            </a:extLst>
          </p:cNvPr>
          <p:cNvSpPr txBox="1">
            <a:spLocks noChangeArrowheads="1"/>
          </p:cNvSpPr>
          <p:nvPr/>
        </p:nvSpPr>
        <p:spPr bwMode="auto">
          <a:xfrm>
            <a:off x="3060407" y="3274157"/>
            <a:ext cx="315471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solidFill>
                  <a:srgbClr val="CC00CC"/>
                </a:solidFill>
                <a:latin typeface="微软雅黑" pitchFamily="34" charset="-122"/>
                <a:ea typeface="微软雅黑" pitchFamily="34" charset="-122"/>
              </a:rPr>
              <a:t>路由器转发分组时仅使用下三层</a:t>
            </a:r>
          </a:p>
        </p:txBody>
      </p:sp>
      <p:grpSp>
        <p:nvGrpSpPr>
          <p:cNvPr id="6" name="组合 5">
            <a:extLst>
              <a:ext uri="{FF2B5EF4-FFF2-40B4-BE49-F238E27FC236}">
                <a16:creationId xmlns:a16="http://schemas.microsoft.com/office/drawing/2014/main" id="{784C633E-1039-0A65-A49F-F4C9D2452238}"/>
              </a:ext>
            </a:extLst>
          </p:cNvPr>
          <p:cNvGrpSpPr/>
          <p:nvPr/>
        </p:nvGrpSpPr>
        <p:grpSpPr>
          <a:xfrm>
            <a:off x="1622421" y="3133212"/>
            <a:ext cx="5863486" cy="1474581"/>
            <a:chOff x="1636416" y="2454021"/>
            <a:chExt cx="5863486" cy="1474581"/>
          </a:xfrm>
        </p:grpSpPr>
        <p:grpSp>
          <p:nvGrpSpPr>
            <p:cNvPr id="7" name="组合 6">
              <a:extLst>
                <a:ext uri="{FF2B5EF4-FFF2-40B4-BE49-F238E27FC236}">
                  <a16:creationId xmlns:a16="http://schemas.microsoft.com/office/drawing/2014/main" id="{A50D2403-1579-E2D6-9A21-8F22CCF1D970}"/>
                </a:ext>
              </a:extLst>
            </p:cNvPr>
            <p:cNvGrpSpPr/>
            <p:nvPr/>
          </p:nvGrpSpPr>
          <p:grpSpPr>
            <a:xfrm>
              <a:off x="1655027" y="2454021"/>
              <a:ext cx="5784905" cy="1474581"/>
              <a:chOff x="1655027" y="2454021"/>
              <a:chExt cx="5784905" cy="1474581"/>
            </a:xfrm>
          </p:grpSpPr>
          <p:sp>
            <p:nvSpPr>
              <p:cNvPr id="27" name="AutoShape 524">
                <a:extLst>
                  <a:ext uri="{FF2B5EF4-FFF2-40B4-BE49-F238E27FC236}">
                    <a16:creationId xmlns:a16="http://schemas.microsoft.com/office/drawing/2014/main" id="{D607C29E-D42F-B98A-12B7-177B61C05B3E}"/>
                  </a:ext>
                </a:extLst>
              </p:cNvPr>
              <p:cNvSpPr>
                <a:spLocks noChangeArrowheads="1"/>
              </p:cNvSpPr>
              <p:nvPr/>
            </p:nvSpPr>
            <p:spPr bwMode="auto">
              <a:xfrm>
                <a:off x="1655027" y="2691672"/>
                <a:ext cx="583152" cy="1091858"/>
              </a:xfrm>
              <a:prstGeom prst="cube">
                <a:avLst>
                  <a:gd name="adj" fmla="val 9250"/>
                </a:avLst>
              </a:prstGeom>
              <a:solidFill>
                <a:srgbClr val="FFFF00"/>
              </a:solidFill>
              <a:ln w="12700">
                <a:solidFill>
                  <a:srgbClr val="007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28" name="Freeform 525">
                <a:extLst>
                  <a:ext uri="{FF2B5EF4-FFF2-40B4-BE49-F238E27FC236}">
                    <a16:creationId xmlns:a16="http://schemas.microsoft.com/office/drawing/2014/main" id="{C1E0536C-CC41-7E55-DB5F-75C457BABF79}"/>
                  </a:ext>
                </a:extLst>
              </p:cNvPr>
              <p:cNvSpPr>
                <a:spLocks/>
              </p:cNvSpPr>
              <p:nvPr/>
            </p:nvSpPr>
            <p:spPr bwMode="auto">
              <a:xfrm>
                <a:off x="1655027" y="3510565"/>
                <a:ext cx="583152" cy="71582"/>
              </a:xfrm>
              <a:custGeom>
                <a:avLst/>
                <a:gdLst>
                  <a:gd name="T0" fmla="*/ 0 w 1200"/>
                  <a:gd name="T1" fmla="*/ 120 h 120"/>
                  <a:gd name="T2" fmla="*/ 1080 w 1200"/>
                  <a:gd name="T3" fmla="*/ 120 h 120"/>
                  <a:gd name="T4" fmla="*/ 1200 w 1200"/>
                  <a:gd name="T5" fmla="*/ 0 h 120"/>
                </a:gdLst>
                <a:ahLst/>
                <a:cxnLst>
                  <a:cxn ang="0">
                    <a:pos x="T0" y="T1"/>
                  </a:cxn>
                  <a:cxn ang="0">
                    <a:pos x="T2" y="T3"/>
                  </a:cxn>
                  <a:cxn ang="0">
                    <a:pos x="T4" y="T5"/>
                  </a:cxn>
                </a:cxnLst>
                <a:rect l="0" t="0" r="r" b="b"/>
                <a:pathLst>
                  <a:path w="1200" h="120">
                    <a:moveTo>
                      <a:pt x="0" y="120"/>
                    </a:moveTo>
                    <a:lnTo>
                      <a:pt x="1080" y="120"/>
                    </a:lnTo>
                    <a:lnTo>
                      <a:pt x="1200" y="0"/>
                    </a:lnTo>
                  </a:path>
                </a:pathLst>
              </a:custGeom>
              <a:noFill/>
              <a:ln w="12700" cmpd="sng">
                <a:solidFill>
                  <a:srgbClr val="0070C0"/>
                </a:solidFill>
                <a:round/>
                <a:headEnd/>
                <a:tailEnd/>
              </a:ln>
              <a:effectLst/>
              <a:extLst>
                <a:ext uri="{909E8E84-426E-40DD-AFC4-6F175D3DCCD1}">
                  <a14:hiddenFill xmlns:a14="http://schemas.microsoft.com/office/drawing/2010/main">
                    <a:solidFill>
                      <a:srgbClr val="FFFF66"/>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29" name="Freeform 528">
                <a:extLst>
                  <a:ext uri="{FF2B5EF4-FFF2-40B4-BE49-F238E27FC236}">
                    <a16:creationId xmlns:a16="http://schemas.microsoft.com/office/drawing/2014/main" id="{B85712D7-C091-7F4A-A9A9-6512D79E6378}"/>
                  </a:ext>
                </a:extLst>
              </p:cNvPr>
              <p:cNvSpPr>
                <a:spLocks/>
              </p:cNvSpPr>
              <p:nvPr/>
            </p:nvSpPr>
            <p:spPr bwMode="auto">
              <a:xfrm>
                <a:off x="1655027" y="2893055"/>
                <a:ext cx="583152" cy="71582"/>
              </a:xfrm>
              <a:custGeom>
                <a:avLst/>
                <a:gdLst>
                  <a:gd name="T0" fmla="*/ 0 w 1200"/>
                  <a:gd name="T1" fmla="*/ 120 h 120"/>
                  <a:gd name="T2" fmla="*/ 1080 w 1200"/>
                  <a:gd name="T3" fmla="*/ 120 h 120"/>
                  <a:gd name="T4" fmla="*/ 1200 w 1200"/>
                  <a:gd name="T5" fmla="*/ 0 h 120"/>
                </a:gdLst>
                <a:ahLst/>
                <a:cxnLst>
                  <a:cxn ang="0">
                    <a:pos x="T0" y="T1"/>
                  </a:cxn>
                  <a:cxn ang="0">
                    <a:pos x="T2" y="T3"/>
                  </a:cxn>
                  <a:cxn ang="0">
                    <a:pos x="T4" y="T5"/>
                  </a:cxn>
                </a:cxnLst>
                <a:rect l="0" t="0" r="r" b="b"/>
                <a:pathLst>
                  <a:path w="1200" h="120">
                    <a:moveTo>
                      <a:pt x="0" y="120"/>
                    </a:moveTo>
                    <a:lnTo>
                      <a:pt x="1080" y="120"/>
                    </a:lnTo>
                    <a:lnTo>
                      <a:pt x="1200" y="0"/>
                    </a:lnTo>
                  </a:path>
                </a:pathLst>
              </a:custGeom>
              <a:noFill/>
              <a:ln w="12700" cmpd="sng">
                <a:solidFill>
                  <a:srgbClr val="0070C0"/>
                </a:solidFill>
                <a:round/>
                <a:headEnd/>
                <a:tailEnd/>
              </a:ln>
              <a:effectLst/>
              <a:extLst>
                <a:ext uri="{909E8E84-426E-40DD-AFC4-6F175D3DCCD1}">
                  <a14:hiddenFill xmlns:a14="http://schemas.microsoft.com/office/drawing/2010/main">
                    <a:solidFill>
                      <a:srgbClr val="FFFF66"/>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0" name="Freeform 526">
                <a:extLst>
                  <a:ext uri="{FF2B5EF4-FFF2-40B4-BE49-F238E27FC236}">
                    <a16:creationId xmlns:a16="http://schemas.microsoft.com/office/drawing/2014/main" id="{B489DF8F-D475-859C-F848-ADF2DE6C1CBA}"/>
                  </a:ext>
                </a:extLst>
              </p:cNvPr>
              <p:cNvSpPr>
                <a:spLocks/>
              </p:cNvSpPr>
              <p:nvPr/>
            </p:nvSpPr>
            <p:spPr bwMode="auto">
              <a:xfrm>
                <a:off x="1655027" y="3302502"/>
                <a:ext cx="583152" cy="71582"/>
              </a:xfrm>
              <a:custGeom>
                <a:avLst/>
                <a:gdLst>
                  <a:gd name="T0" fmla="*/ 0 w 1200"/>
                  <a:gd name="T1" fmla="*/ 120 h 120"/>
                  <a:gd name="T2" fmla="*/ 1080 w 1200"/>
                  <a:gd name="T3" fmla="*/ 120 h 120"/>
                  <a:gd name="T4" fmla="*/ 1200 w 1200"/>
                  <a:gd name="T5" fmla="*/ 0 h 120"/>
                </a:gdLst>
                <a:ahLst/>
                <a:cxnLst>
                  <a:cxn ang="0">
                    <a:pos x="T0" y="T1"/>
                  </a:cxn>
                  <a:cxn ang="0">
                    <a:pos x="T2" y="T3"/>
                  </a:cxn>
                  <a:cxn ang="0">
                    <a:pos x="T4" y="T5"/>
                  </a:cxn>
                </a:cxnLst>
                <a:rect l="0" t="0" r="r" b="b"/>
                <a:pathLst>
                  <a:path w="1200" h="120">
                    <a:moveTo>
                      <a:pt x="0" y="120"/>
                    </a:moveTo>
                    <a:lnTo>
                      <a:pt x="1080" y="120"/>
                    </a:lnTo>
                    <a:lnTo>
                      <a:pt x="1200" y="0"/>
                    </a:lnTo>
                  </a:path>
                </a:pathLst>
              </a:custGeom>
              <a:noFill/>
              <a:ln w="12700" cmpd="sng">
                <a:solidFill>
                  <a:srgbClr val="0070C0"/>
                </a:solidFill>
                <a:round/>
                <a:headEnd/>
                <a:tailEnd/>
              </a:ln>
              <a:effectLst/>
              <a:extLst>
                <a:ext uri="{909E8E84-426E-40DD-AFC4-6F175D3DCCD1}">
                  <a14:hiddenFill xmlns:a14="http://schemas.microsoft.com/office/drawing/2010/main">
                    <a:solidFill>
                      <a:srgbClr val="FFFF66"/>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1" name="Freeform 527">
                <a:extLst>
                  <a:ext uri="{FF2B5EF4-FFF2-40B4-BE49-F238E27FC236}">
                    <a16:creationId xmlns:a16="http://schemas.microsoft.com/office/drawing/2014/main" id="{3A718E3A-A554-7D75-2586-05345A684EB2}"/>
                  </a:ext>
                </a:extLst>
              </p:cNvPr>
              <p:cNvSpPr>
                <a:spLocks/>
              </p:cNvSpPr>
              <p:nvPr/>
            </p:nvSpPr>
            <p:spPr bwMode="auto">
              <a:xfrm>
                <a:off x="1655027" y="3097301"/>
                <a:ext cx="583152" cy="72536"/>
              </a:xfrm>
              <a:custGeom>
                <a:avLst/>
                <a:gdLst>
                  <a:gd name="T0" fmla="*/ 0 w 1200"/>
                  <a:gd name="T1" fmla="*/ 120 h 120"/>
                  <a:gd name="T2" fmla="*/ 1080 w 1200"/>
                  <a:gd name="T3" fmla="*/ 120 h 120"/>
                  <a:gd name="T4" fmla="*/ 1200 w 1200"/>
                  <a:gd name="T5" fmla="*/ 0 h 120"/>
                </a:gdLst>
                <a:ahLst/>
                <a:cxnLst>
                  <a:cxn ang="0">
                    <a:pos x="T0" y="T1"/>
                  </a:cxn>
                  <a:cxn ang="0">
                    <a:pos x="T2" y="T3"/>
                  </a:cxn>
                  <a:cxn ang="0">
                    <a:pos x="T4" y="T5"/>
                  </a:cxn>
                </a:cxnLst>
                <a:rect l="0" t="0" r="r" b="b"/>
                <a:pathLst>
                  <a:path w="1200" h="120">
                    <a:moveTo>
                      <a:pt x="0" y="120"/>
                    </a:moveTo>
                    <a:lnTo>
                      <a:pt x="1080" y="120"/>
                    </a:lnTo>
                    <a:lnTo>
                      <a:pt x="1200" y="0"/>
                    </a:lnTo>
                  </a:path>
                </a:pathLst>
              </a:custGeom>
              <a:noFill/>
              <a:ln w="12700" cmpd="sng">
                <a:solidFill>
                  <a:srgbClr val="0070C0"/>
                </a:solidFill>
                <a:round/>
                <a:headEnd/>
                <a:tailEnd/>
              </a:ln>
              <a:effectLst/>
              <a:extLst>
                <a:ext uri="{909E8E84-426E-40DD-AFC4-6F175D3DCCD1}">
                  <a14:hiddenFill xmlns:a14="http://schemas.microsoft.com/office/drawing/2010/main">
                    <a:solidFill>
                      <a:srgbClr val="FFFF66"/>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2" name="Rectangle 529">
                <a:extLst>
                  <a:ext uri="{FF2B5EF4-FFF2-40B4-BE49-F238E27FC236}">
                    <a16:creationId xmlns:a16="http://schemas.microsoft.com/office/drawing/2014/main" id="{021814E2-AF5B-A3A9-1A66-0BF32E99ABEA}"/>
                  </a:ext>
                </a:extLst>
              </p:cNvPr>
              <p:cNvSpPr>
                <a:spLocks noChangeArrowheads="1"/>
              </p:cNvSpPr>
              <p:nvPr/>
            </p:nvSpPr>
            <p:spPr bwMode="auto">
              <a:xfrm>
                <a:off x="1667434" y="3388400"/>
                <a:ext cx="502503" cy="185158"/>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3" name="AutoShape 536">
                <a:extLst>
                  <a:ext uri="{FF2B5EF4-FFF2-40B4-BE49-F238E27FC236}">
                    <a16:creationId xmlns:a16="http://schemas.microsoft.com/office/drawing/2014/main" id="{AF16A489-67B9-210E-432E-C9DBA250DFF2}"/>
                  </a:ext>
                </a:extLst>
              </p:cNvPr>
              <p:cNvSpPr>
                <a:spLocks noChangeArrowheads="1"/>
              </p:cNvSpPr>
              <p:nvPr/>
            </p:nvSpPr>
            <p:spPr bwMode="auto">
              <a:xfrm>
                <a:off x="6856780" y="2691672"/>
                <a:ext cx="583152" cy="1091858"/>
              </a:xfrm>
              <a:prstGeom prst="cube">
                <a:avLst>
                  <a:gd name="adj" fmla="val 9250"/>
                </a:avLst>
              </a:prstGeom>
              <a:solidFill>
                <a:srgbClr val="FFFF00"/>
              </a:solidFill>
              <a:ln w="12700">
                <a:solidFill>
                  <a:srgbClr val="007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4" name="Freeform 537">
                <a:extLst>
                  <a:ext uri="{FF2B5EF4-FFF2-40B4-BE49-F238E27FC236}">
                    <a16:creationId xmlns:a16="http://schemas.microsoft.com/office/drawing/2014/main" id="{0EA07705-9BFC-62EF-B491-002233818500}"/>
                  </a:ext>
                </a:extLst>
              </p:cNvPr>
              <p:cNvSpPr>
                <a:spLocks/>
              </p:cNvSpPr>
              <p:nvPr/>
            </p:nvSpPr>
            <p:spPr bwMode="auto">
              <a:xfrm>
                <a:off x="6856780" y="3510565"/>
                <a:ext cx="583152" cy="71582"/>
              </a:xfrm>
              <a:custGeom>
                <a:avLst/>
                <a:gdLst>
                  <a:gd name="T0" fmla="*/ 0 w 1200"/>
                  <a:gd name="T1" fmla="*/ 120 h 120"/>
                  <a:gd name="T2" fmla="*/ 1080 w 1200"/>
                  <a:gd name="T3" fmla="*/ 120 h 120"/>
                  <a:gd name="T4" fmla="*/ 1200 w 1200"/>
                  <a:gd name="T5" fmla="*/ 0 h 120"/>
                </a:gdLst>
                <a:ahLst/>
                <a:cxnLst>
                  <a:cxn ang="0">
                    <a:pos x="T0" y="T1"/>
                  </a:cxn>
                  <a:cxn ang="0">
                    <a:pos x="T2" y="T3"/>
                  </a:cxn>
                  <a:cxn ang="0">
                    <a:pos x="T4" y="T5"/>
                  </a:cxn>
                </a:cxnLst>
                <a:rect l="0" t="0" r="r" b="b"/>
                <a:pathLst>
                  <a:path w="1200" h="120">
                    <a:moveTo>
                      <a:pt x="0" y="120"/>
                    </a:moveTo>
                    <a:lnTo>
                      <a:pt x="1080" y="120"/>
                    </a:lnTo>
                    <a:lnTo>
                      <a:pt x="1200" y="0"/>
                    </a:lnTo>
                  </a:path>
                </a:pathLst>
              </a:custGeom>
              <a:noFill/>
              <a:ln w="12700" cmpd="sng">
                <a:solidFill>
                  <a:srgbClr val="0070C0"/>
                </a:solidFill>
                <a:round/>
                <a:headEnd/>
                <a:tailEnd/>
              </a:ln>
              <a:effectLst/>
              <a:extLst>
                <a:ext uri="{909E8E84-426E-40DD-AFC4-6F175D3DCCD1}">
                  <a14:hiddenFill xmlns:a14="http://schemas.microsoft.com/office/drawing/2010/main">
                    <a:solidFill>
                      <a:srgbClr val="FFFF66"/>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5" name="Freeform 538">
                <a:extLst>
                  <a:ext uri="{FF2B5EF4-FFF2-40B4-BE49-F238E27FC236}">
                    <a16:creationId xmlns:a16="http://schemas.microsoft.com/office/drawing/2014/main" id="{4905F6C6-59A9-60C4-BDFE-6BDBA11177FE}"/>
                  </a:ext>
                </a:extLst>
              </p:cNvPr>
              <p:cNvSpPr>
                <a:spLocks/>
              </p:cNvSpPr>
              <p:nvPr/>
            </p:nvSpPr>
            <p:spPr bwMode="auto">
              <a:xfrm>
                <a:off x="6856780" y="3302502"/>
                <a:ext cx="583152" cy="71582"/>
              </a:xfrm>
              <a:custGeom>
                <a:avLst/>
                <a:gdLst>
                  <a:gd name="T0" fmla="*/ 0 w 1200"/>
                  <a:gd name="T1" fmla="*/ 120 h 120"/>
                  <a:gd name="T2" fmla="*/ 1080 w 1200"/>
                  <a:gd name="T3" fmla="*/ 120 h 120"/>
                  <a:gd name="T4" fmla="*/ 1200 w 1200"/>
                  <a:gd name="T5" fmla="*/ 0 h 120"/>
                </a:gdLst>
                <a:ahLst/>
                <a:cxnLst>
                  <a:cxn ang="0">
                    <a:pos x="T0" y="T1"/>
                  </a:cxn>
                  <a:cxn ang="0">
                    <a:pos x="T2" y="T3"/>
                  </a:cxn>
                  <a:cxn ang="0">
                    <a:pos x="T4" y="T5"/>
                  </a:cxn>
                </a:cxnLst>
                <a:rect l="0" t="0" r="r" b="b"/>
                <a:pathLst>
                  <a:path w="1200" h="120">
                    <a:moveTo>
                      <a:pt x="0" y="120"/>
                    </a:moveTo>
                    <a:lnTo>
                      <a:pt x="1080" y="120"/>
                    </a:lnTo>
                    <a:lnTo>
                      <a:pt x="1200" y="0"/>
                    </a:lnTo>
                  </a:path>
                </a:pathLst>
              </a:custGeom>
              <a:noFill/>
              <a:ln w="12700" cmpd="sng">
                <a:solidFill>
                  <a:srgbClr val="0070C0"/>
                </a:solidFill>
                <a:round/>
                <a:headEnd/>
                <a:tailEnd/>
              </a:ln>
              <a:effectLst/>
              <a:extLst>
                <a:ext uri="{909E8E84-426E-40DD-AFC4-6F175D3DCCD1}">
                  <a14:hiddenFill xmlns:a14="http://schemas.microsoft.com/office/drawing/2010/main">
                    <a:solidFill>
                      <a:srgbClr val="FFFF66"/>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6" name="Freeform 539">
                <a:extLst>
                  <a:ext uri="{FF2B5EF4-FFF2-40B4-BE49-F238E27FC236}">
                    <a16:creationId xmlns:a16="http://schemas.microsoft.com/office/drawing/2014/main" id="{6BE2677C-9AD4-803A-5A90-6B1E41EF4CFC}"/>
                  </a:ext>
                </a:extLst>
              </p:cNvPr>
              <p:cNvSpPr>
                <a:spLocks/>
              </p:cNvSpPr>
              <p:nvPr/>
            </p:nvSpPr>
            <p:spPr bwMode="auto">
              <a:xfrm>
                <a:off x="6856780" y="3097301"/>
                <a:ext cx="583152" cy="72536"/>
              </a:xfrm>
              <a:custGeom>
                <a:avLst/>
                <a:gdLst>
                  <a:gd name="T0" fmla="*/ 0 w 1200"/>
                  <a:gd name="T1" fmla="*/ 120 h 120"/>
                  <a:gd name="T2" fmla="*/ 1080 w 1200"/>
                  <a:gd name="T3" fmla="*/ 120 h 120"/>
                  <a:gd name="T4" fmla="*/ 1200 w 1200"/>
                  <a:gd name="T5" fmla="*/ 0 h 120"/>
                </a:gdLst>
                <a:ahLst/>
                <a:cxnLst>
                  <a:cxn ang="0">
                    <a:pos x="T0" y="T1"/>
                  </a:cxn>
                  <a:cxn ang="0">
                    <a:pos x="T2" y="T3"/>
                  </a:cxn>
                  <a:cxn ang="0">
                    <a:pos x="T4" y="T5"/>
                  </a:cxn>
                </a:cxnLst>
                <a:rect l="0" t="0" r="r" b="b"/>
                <a:pathLst>
                  <a:path w="1200" h="120">
                    <a:moveTo>
                      <a:pt x="0" y="120"/>
                    </a:moveTo>
                    <a:lnTo>
                      <a:pt x="1080" y="120"/>
                    </a:lnTo>
                    <a:lnTo>
                      <a:pt x="1200" y="0"/>
                    </a:lnTo>
                  </a:path>
                </a:pathLst>
              </a:custGeom>
              <a:noFill/>
              <a:ln w="12700" cmpd="sng">
                <a:solidFill>
                  <a:srgbClr val="0070C0"/>
                </a:solidFill>
                <a:round/>
                <a:headEnd/>
                <a:tailEnd/>
              </a:ln>
              <a:effectLst/>
              <a:extLst>
                <a:ext uri="{909E8E84-426E-40DD-AFC4-6F175D3DCCD1}">
                  <a14:hiddenFill xmlns:a14="http://schemas.microsoft.com/office/drawing/2010/main">
                    <a:solidFill>
                      <a:srgbClr val="FFFF66"/>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7" name="Freeform 540">
                <a:extLst>
                  <a:ext uri="{FF2B5EF4-FFF2-40B4-BE49-F238E27FC236}">
                    <a16:creationId xmlns:a16="http://schemas.microsoft.com/office/drawing/2014/main" id="{F16EA583-46E1-D632-CA22-65B6CBE1C586}"/>
                  </a:ext>
                </a:extLst>
              </p:cNvPr>
              <p:cNvSpPr>
                <a:spLocks/>
              </p:cNvSpPr>
              <p:nvPr/>
            </p:nvSpPr>
            <p:spPr bwMode="auto">
              <a:xfrm>
                <a:off x="6856780" y="2893055"/>
                <a:ext cx="583152" cy="71582"/>
              </a:xfrm>
              <a:custGeom>
                <a:avLst/>
                <a:gdLst>
                  <a:gd name="T0" fmla="*/ 0 w 1200"/>
                  <a:gd name="T1" fmla="*/ 120 h 120"/>
                  <a:gd name="T2" fmla="*/ 1080 w 1200"/>
                  <a:gd name="T3" fmla="*/ 120 h 120"/>
                  <a:gd name="T4" fmla="*/ 1200 w 1200"/>
                  <a:gd name="T5" fmla="*/ 0 h 120"/>
                </a:gdLst>
                <a:ahLst/>
                <a:cxnLst>
                  <a:cxn ang="0">
                    <a:pos x="T0" y="T1"/>
                  </a:cxn>
                  <a:cxn ang="0">
                    <a:pos x="T2" y="T3"/>
                  </a:cxn>
                  <a:cxn ang="0">
                    <a:pos x="T4" y="T5"/>
                  </a:cxn>
                </a:cxnLst>
                <a:rect l="0" t="0" r="r" b="b"/>
                <a:pathLst>
                  <a:path w="1200" h="120">
                    <a:moveTo>
                      <a:pt x="0" y="120"/>
                    </a:moveTo>
                    <a:lnTo>
                      <a:pt x="1080" y="120"/>
                    </a:lnTo>
                    <a:lnTo>
                      <a:pt x="1200" y="0"/>
                    </a:lnTo>
                  </a:path>
                </a:pathLst>
              </a:custGeom>
              <a:noFill/>
              <a:ln w="12700" cmpd="sng">
                <a:solidFill>
                  <a:srgbClr val="0070C0"/>
                </a:solidFill>
                <a:round/>
                <a:headEnd/>
                <a:tailEnd/>
              </a:ln>
              <a:effectLst/>
              <a:extLst>
                <a:ext uri="{909E8E84-426E-40DD-AFC4-6F175D3DCCD1}">
                  <a14:hiddenFill xmlns:a14="http://schemas.microsoft.com/office/drawing/2010/main">
                    <a:solidFill>
                      <a:srgbClr val="FFFF66"/>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8" name="Rectangle 541">
                <a:extLst>
                  <a:ext uri="{FF2B5EF4-FFF2-40B4-BE49-F238E27FC236}">
                    <a16:creationId xmlns:a16="http://schemas.microsoft.com/office/drawing/2014/main" id="{5475AEFB-7A72-5B72-31B2-7C8F12E98A04}"/>
                  </a:ext>
                </a:extLst>
              </p:cNvPr>
              <p:cNvSpPr>
                <a:spLocks noChangeArrowheads="1"/>
              </p:cNvSpPr>
              <p:nvPr/>
            </p:nvSpPr>
            <p:spPr bwMode="auto">
              <a:xfrm>
                <a:off x="6869188" y="3387445"/>
                <a:ext cx="502503" cy="18611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39" name="AutoShape 547">
                <a:extLst>
                  <a:ext uri="{FF2B5EF4-FFF2-40B4-BE49-F238E27FC236}">
                    <a16:creationId xmlns:a16="http://schemas.microsoft.com/office/drawing/2014/main" id="{999C92F1-08AA-A84D-0B5F-30A756D57393}"/>
                  </a:ext>
                </a:extLst>
              </p:cNvPr>
              <p:cNvSpPr>
                <a:spLocks noChangeArrowheads="1"/>
              </p:cNvSpPr>
              <p:nvPr/>
            </p:nvSpPr>
            <p:spPr bwMode="auto">
              <a:xfrm>
                <a:off x="3009307" y="3119253"/>
                <a:ext cx="583152" cy="664277"/>
              </a:xfrm>
              <a:prstGeom prst="cube">
                <a:avLst>
                  <a:gd name="adj" fmla="val 9250"/>
                </a:avLst>
              </a:prstGeom>
              <a:solidFill>
                <a:srgbClr val="00FFFF"/>
              </a:solidFill>
              <a:ln w="12700">
                <a:solidFill>
                  <a:srgbClr val="007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0" name="Freeform 548">
                <a:extLst>
                  <a:ext uri="{FF2B5EF4-FFF2-40B4-BE49-F238E27FC236}">
                    <a16:creationId xmlns:a16="http://schemas.microsoft.com/office/drawing/2014/main" id="{F031F9DD-BEBA-7331-3E68-14838B3F1CD2}"/>
                  </a:ext>
                </a:extLst>
              </p:cNvPr>
              <p:cNvSpPr>
                <a:spLocks/>
              </p:cNvSpPr>
              <p:nvPr/>
            </p:nvSpPr>
            <p:spPr bwMode="auto">
              <a:xfrm>
                <a:off x="3009307" y="3510565"/>
                <a:ext cx="583152" cy="71582"/>
              </a:xfrm>
              <a:custGeom>
                <a:avLst/>
                <a:gdLst>
                  <a:gd name="T0" fmla="*/ 0 w 1200"/>
                  <a:gd name="T1" fmla="*/ 120 h 120"/>
                  <a:gd name="T2" fmla="*/ 1080 w 1200"/>
                  <a:gd name="T3" fmla="*/ 120 h 120"/>
                  <a:gd name="T4" fmla="*/ 1200 w 1200"/>
                  <a:gd name="T5" fmla="*/ 0 h 120"/>
                </a:gdLst>
                <a:ahLst/>
                <a:cxnLst>
                  <a:cxn ang="0">
                    <a:pos x="T0" y="T1"/>
                  </a:cxn>
                  <a:cxn ang="0">
                    <a:pos x="T2" y="T3"/>
                  </a:cxn>
                  <a:cxn ang="0">
                    <a:pos x="T4" y="T5"/>
                  </a:cxn>
                </a:cxnLst>
                <a:rect l="0" t="0" r="r" b="b"/>
                <a:pathLst>
                  <a:path w="1200" h="120">
                    <a:moveTo>
                      <a:pt x="0" y="120"/>
                    </a:moveTo>
                    <a:lnTo>
                      <a:pt x="1080" y="120"/>
                    </a:lnTo>
                    <a:lnTo>
                      <a:pt x="1200" y="0"/>
                    </a:lnTo>
                  </a:path>
                </a:pathLst>
              </a:custGeom>
              <a:noFill/>
              <a:ln w="12700" cmpd="sng">
                <a:solidFill>
                  <a:srgbClr val="0070C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1" name="Rectangle 549">
                <a:extLst>
                  <a:ext uri="{FF2B5EF4-FFF2-40B4-BE49-F238E27FC236}">
                    <a16:creationId xmlns:a16="http://schemas.microsoft.com/office/drawing/2014/main" id="{A2E68104-A9F5-F553-F17B-697D819191AA}"/>
                  </a:ext>
                </a:extLst>
              </p:cNvPr>
              <p:cNvSpPr>
                <a:spLocks noChangeArrowheads="1"/>
              </p:cNvSpPr>
              <p:nvPr/>
            </p:nvSpPr>
            <p:spPr bwMode="auto">
              <a:xfrm>
                <a:off x="3035156" y="3378855"/>
                <a:ext cx="492164" cy="19470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2" name="Freeform 550">
                <a:extLst>
                  <a:ext uri="{FF2B5EF4-FFF2-40B4-BE49-F238E27FC236}">
                    <a16:creationId xmlns:a16="http://schemas.microsoft.com/office/drawing/2014/main" id="{D8146796-E146-0C07-F680-084795308EF4}"/>
                  </a:ext>
                </a:extLst>
              </p:cNvPr>
              <p:cNvSpPr>
                <a:spLocks/>
              </p:cNvSpPr>
              <p:nvPr/>
            </p:nvSpPr>
            <p:spPr bwMode="auto">
              <a:xfrm>
                <a:off x="3009307" y="3302502"/>
                <a:ext cx="583152" cy="71582"/>
              </a:xfrm>
              <a:custGeom>
                <a:avLst/>
                <a:gdLst>
                  <a:gd name="T0" fmla="*/ 0 w 1200"/>
                  <a:gd name="T1" fmla="*/ 120 h 120"/>
                  <a:gd name="T2" fmla="*/ 1080 w 1200"/>
                  <a:gd name="T3" fmla="*/ 120 h 120"/>
                  <a:gd name="T4" fmla="*/ 1200 w 1200"/>
                  <a:gd name="T5" fmla="*/ 0 h 120"/>
                </a:gdLst>
                <a:ahLst/>
                <a:cxnLst>
                  <a:cxn ang="0">
                    <a:pos x="T0" y="T1"/>
                  </a:cxn>
                  <a:cxn ang="0">
                    <a:pos x="T2" y="T3"/>
                  </a:cxn>
                  <a:cxn ang="0">
                    <a:pos x="T4" y="T5"/>
                  </a:cxn>
                </a:cxnLst>
                <a:rect l="0" t="0" r="r" b="b"/>
                <a:pathLst>
                  <a:path w="1200" h="120">
                    <a:moveTo>
                      <a:pt x="0" y="120"/>
                    </a:moveTo>
                    <a:lnTo>
                      <a:pt x="1080" y="120"/>
                    </a:lnTo>
                    <a:lnTo>
                      <a:pt x="1200" y="0"/>
                    </a:lnTo>
                  </a:path>
                </a:pathLst>
              </a:custGeom>
              <a:noFill/>
              <a:ln w="12700" cmpd="sng">
                <a:solidFill>
                  <a:srgbClr val="0070C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3" name="AutoShape 554">
                <a:extLst>
                  <a:ext uri="{FF2B5EF4-FFF2-40B4-BE49-F238E27FC236}">
                    <a16:creationId xmlns:a16="http://schemas.microsoft.com/office/drawing/2014/main" id="{162FB9CE-C475-7A54-4520-E6A6FC523CD5}"/>
                  </a:ext>
                </a:extLst>
              </p:cNvPr>
              <p:cNvSpPr>
                <a:spLocks noChangeArrowheads="1"/>
              </p:cNvSpPr>
              <p:nvPr/>
            </p:nvSpPr>
            <p:spPr bwMode="auto">
              <a:xfrm>
                <a:off x="4281160" y="3119253"/>
                <a:ext cx="583152" cy="664277"/>
              </a:xfrm>
              <a:prstGeom prst="cube">
                <a:avLst>
                  <a:gd name="adj" fmla="val 9250"/>
                </a:avLst>
              </a:prstGeom>
              <a:solidFill>
                <a:srgbClr val="00FFFF"/>
              </a:solidFill>
              <a:ln w="12700">
                <a:solidFill>
                  <a:srgbClr val="007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4" name="Freeform 555">
                <a:extLst>
                  <a:ext uri="{FF2B5EF4-FFF2-40B4-BE49-F238E27FC236}">
                    <a16:creationId xmlns:a16="http://schemas.microsoft.com/office/drawing/2014/main" id="{126FBB77-82EE-EC83-9F30-2055ACDB7692}"/>
                  </a:ext>
                </a:extLst>
              </p:cNvPr>
              <p:cNvSpPr>
                <a:spLocks/>
              </p:cNvSpPr>
              <p:nvPr/>
            </p:nvSpPr>
            <p:spPr bwMode="auto">
              <a:xfrm>
                <a:off x="4281160" y="3510565"/>
                <a:ext cx="583152" cy="71582"/>
              </a:xfrm>
              <a:custGeom>
                <a:avLst/>
                <a:gdLst>
                  <a:gd name="T0" fmla="*/ 0 w 1200"/>
                  <a:gd name="T1" fmla="*/ 120 h 120"/>
                  <a:gd name="T2" fmla="*/ 1080 w 1200"/>
                  <a:gd name="T3" fmla="*/ 120 h 120"/>
                  <a:gd name="T4" fmla="*/ 1200 w 1200"/>
                  <a:gd name="T5" fmla="*/ 0 h 120"/>
                </a:gdLst>
                <a:ahLst/>
                <a:cxnLst>
                  <a:cxn ang="0">
                    <a:pos x="T0" y="T1"/>
                  </a:cxn>
                  <a:cxn ang="0">
                    <a:pos x="T2" y="T3"/>
                  </a:cxn>
                  <a:cxn ang="0">
                    <a:pos x="T4" y="T5"/>
                  </a:cxn>
                </a:cxnLst>
                <a:rect l="0" t="0" r="r" b="b"/>
                <a:pathLst>
                  <a:path w="1200" h="120">
                    <a:moveTo>
                      <a:pt x="0" y="120"/>
                    </a:moveTo>
                    <a:lnTo>
                      <a:pt x="1080" y="120"/>
                    </a:lnTo>
                    <a:lnTo>
                      <a:pt x="1200" y="0"/>
                    </a:lnTo>
                  </a:path>
                </a:pathLst>
              </a:custGeom>
              <a:noFill/>
              <a:ln w="12700" cmpd="sng">
                <a:solidFill>
                  <a:srgbClr val="0070C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5" name="Rectangle 556">
                <a:extLst>
                  <a:ext uri="{FF2B5EF4-FFF2-40B4-BE49-F238E27FC236}">
                    <a16:creationId xmlns:a16="http://schemas.microsoft.com/office/drawing/2014/main" id="{F70265FC-B7E8-0FAE-9EBF-4C4151D16F9B}"/>
                  </a:ext>
                </a:extLst>
              </p:cNvPr>
              <p:cNvSpPr>
                <a:spLocks noChangeArrowheads="1"/>
              </p:cNvSpPr>
              <p:nvPr/>
            </p:nvSpPr>
            <p:spPr bwMode="auto">
              <a:xfrm>
                <a:off x="4293567" y="3378855"/>
                <a:ext cx="508707" cy="19470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6" name="Freeform 557">
                <a:extLst>
                  <a:ext uri="{FF2B5EF4-FFF2-40B4-BE49-F238E27FC236}">
                    <a16:creationId xmlns:a16="http://schemas.microsoft.com/office/drawing/2014/main" id="{D5F327D5-6D21-5E33-8760-2D7C269BFBE5}"/>
                  </a:ext>
                </a:extLst>
              </p:cNvPr>
              <p:cNvSpPr>
                <a:spLocks/>
              </p:cNvSpPr>
              <p:nvPr/>
            </p:nvSpPr>
            <p:spPr bwMode="auto">
              <a:xfrm>
                <a:off x="4281160" y="3302502"/>
                <a:ext cx="583152" cy="71582"/>
              </a:xfrm>
              <a:custGeom>
                <a:avLst/>
                <a:gdLst>
                  <a:gd name="T0" fmla="*/ 0 w 1200"/>
                  <a:gd name="T1" fmla="*/ 120 h 120"/>
                  <a:gd name="T2" fmla="*/ 1080 w 1200"/>
                  <a:gd name="T3" fmla="*/ 120 h 120"/>
                  <a:gd name="T4" fmla="*/ 1200 w 1200"/>
                  <a:gd name="T5" fmla="*/ 0 h 120"/>
                </a:gdLst>
                <a:ahLst/>
                <a:cxnLst>
                  <a:cxn ang="0">
                    <a:pos x="T0" y="T1"/>
                  </a:cxn>
                  <a:cxn ang="0">
                    <a:pos x="T2" y="T3"/>
                  </a:cxn>
                  <a:cxn ang="0">
                    <a:pos x="T4" y="T5"/>
                  </a:cxn>
                </a:cxnLst>
                <a:rect l="0" t="0" r="r" b="b"/>
                <a:pathLst>
                  <a:path w="1200" h="120">
                    <a:moveTo>
                      <a:pt x="0" y="120"/>
                    </a:moveTo>
                    <a:lnTo>
                      <a:pt x="1080" y="120"/>
                    </a:lnTo>
                    <a:lnTo>
                      <a:pt x="1200" y="0"/>
                    </a:lnTo>
                  </a:path>
                </a:pathLst>
              </a:custGeom>
              <a:noFill/>
              <a:ln w="12700" cmpd="sng">
                <a:solidFill>
                  <a:srgbClr val="0070C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7" name="AutoShape 561">
                <a:extLst>
                  <a:ext uri="{FF2B5EF4-FFF2-40B4-BE49-F238E27FC236}">
                    <a16:creationId xmlns:a16="http://schemas.microsoft.com/office/drawing/2014/main" id="{3D43974E-79A0-1B42-F5A0-FC921A671EE5}"/>
                  </a:ext>
                </a:extLst>
              </p:cNvPr>
              <p:cNvSpPr>
                <a:spLocks noChangeArrowheads="1"/>
              </p:cNvSpPr>
              <p:nvPr/>
            </p:nvSpPr>
            <p:spPr bwMode="auto">
              <a:xfrm>
                <a:off x="5562707" y="3119253"/>
                <a:ext cx="583152" cy="664277"/>
              </a:xfrm>
              <a:prstGeom prst="cube">
                <a:avLst>
                  <a:gd name="adj" fmla="val 9250"/>
                </a:avLst>
              </a:prstGeom>
              <a:solidFill>
                <a:srgbClr val="00FFFF"/>
              </a:solidFill>
              <a:ln w="12700">
                <a:solidFill>
                  <a:srgbClr val="007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8" name="Freeform 562">
                <a:extLst>
                  <a:ext uri="{FF2B5EF4-FFF2-40B4-BE49-F238E27FC236}">
                    <a16:creationId xmlns:a16="http://schemas.microsoft.com/office/drawing/2014/main" id="{D47E9C17-4CDC-3BCA-C4A7-977F15F76690}"/>
                  </a:ext>
                </a:extLst>
              </p:cNvPr>
              <p:cNvSpPr>
                <a:spLocks/>
              </p:cNvSpPr>
              <p:nvPr/>
            </p:nvSpPr>
            <p:spPr bwMode="auto">
              <a:xfrm>
                <a:off x="5562707" y="3510565"/>
                <a:ext cx="583152" cy="71582"/>
              </a:xfrm>
              <a:custGeom>
                <a:avLst/>
                <a:gdLst>
                  <a:gd name="T0" fmla="*/ 0 w 1200"/>
                  <a:gd name="T1" fmla="*/ 120 h 120"/>
                  <a:gd name="T2" fmla="*/ 1080 w 1200"/>
                  <a:gd name="T3" fmla="*/ 120 h 120"/>
                  <a:gd name="T4" fmla="*/ 1200 w 1200"/>
                  <a:gd name="T5" fmla="*/ 0 h 120"/>
                </a:gdLst>
                <a:ahLst/>
                <a:cxnLst>
                  <a:cxn ang="0">
                    <a:pos x="T0" y="T1"/>
                  </a:cxn>
                  <a:cxn ang="0">
                    <a:pos x="T2" y="T3"/>
                  </a:cxn>
                  <a:cxn ang="0">
                    <a:pos x="T4" y="T5"/>
                  </a:cxn>
                </a:cxnLst>
                <a:rect l="0" t="0" r="r" b="b"/>
                <a:pathLst>
                  <a:path w="1200" h="120">
                    <a:moveTo>
                      <a:pt x="0" y="120"/>
                    </a:moveTo>
                    <a:lnTo>
                      <a:pt x="1080" y="120"/>
                    </a:lnTo>
                    <a:lnTo>
                      <a:pt x="1200" y="0"/>
                    </a:lnTo>
                  </a:path>
                </a:pathLst>
              </a:custGeom>
              <a:noFill/>
              <a:ln w="12700" cmpd="sng">
                <a:solidFill>
                  <a:srgbClr val="0070C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49" name="Rectangle 563">
                <a:extLst>
                  <a:ext uri="{FF2B5EF4-FFF2-40B4-BE49-F238E27FC236}">
                    <a16:creationId xmlns:a16="http://schemas.microsoft.com/office/drawing/2014/main" id="{79A278BF-0EF9-4032-DA27-936C2ACF380D}"/>
                  </a:ext>
                </a:extLst>
              </p:cNvPr>
              <p:cNvSpPr>
                <a:spLocks noChangeArrowheads="1"/>
              </p:cNvSpPr>
              <p:nvPr/>
            </p:nvSpPr>
            <p:spPr bwMode="auto">
              <a:xfrm>
                <a:off x="5572013" y="3378855"/>
                <a:ext cx="514911" cy="19470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50" name="Freeform 564">
                <a:extLst>
                  <a:ext uri="{FF2B5EF4-FFF2-40B4-BE49-F238E27FC236}">
                    <a16:creationId xmlns:a16="http://schemas.microsoft.com/office/drawing/2014/main" id="{FB9BA633-7B7E-5007-DF92-ABCF8D432DDB}"/>
                  </a:ext>
                </a:extLst>
              </p:cNvPr>
              <p:cNvSpPr>
                <a:spLocks/>
              </p:cNvSpPr>
              <p:nvPr/>
            </p:nvSpPr>
            <p:spPr bwMode="auto">
              <a:xfrm>
                <a:off x="5562707" y="3302502"/>
                <a:ext cx="583152" cy="71582"/>
              </a:xfrm>
              <a:custGeom>
                <a:avLst/>
                <a:gdLst>
                  <a:gd name="T0" fmla="*/ 0 w 1200"/>
                  <a:gd name="T1" fmla="*/ 120 h 120"/>
                  <a:gd name="T2" fmla="*/ 1080 w 1200"/>
                  <a:gd name="T3" fmla="*/ 120 h 120"/>
                  <a:gd name="T4" fmla="*/ 1200 w 1200"/>
                  <a:gd name="T5" fmla="*/ 0 h 120"/>
                </a:gdLst>
                <a:ahLst/>
                <a:cxnLst>
                  <a:cxn ang="0">
                    <a:pos x="T0" y="T1"/>
                  </a:cxn>
                  <a:cxn ang="0">
                    <a:pos x="T2" y="T3"/>
                  </a:cxn>
                  <a:cxn ang="0">
                    <a:pos x="T4" y="T5"/>
                  </a:cxn>
                </a:cxnLst>
                <a:rect l="0" t="0" r="r" b="b"/>
                <a:pathLst>
                  <a:path w="1200" h="120">
                    <a:moveTo>
                      <a:pt x="0" y="120"/>
                    </a:moveTo>
                    <a:lnTo>
                      <a:pt x="1080" y="120"/>
                    </a:lnTo>
                    <a:lnTo>
                      <a:pt x="1200" y="0"/>
                    </a:lnTo>
                  </a:path>
                </a:pathLst>
              </a:custGeom>
              <a:noFill/>
              <a:ln w="12700" cmpd="sng">
                <a:solidFill>
                  <a:srgbClr val="0070C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solidFill>
                    <a:srgbClr val="000099"/>
                  </a:solidFill>
                  <a:latin typeface="微软雅黑" pitchFamily="34" charset="-122"/>
                  <a:ea typeface="微软雅黑" pitchFamily="34" charset="-122"/>
                </a:endParaRPr>
              </a:p>
            </p:txBody>
          </p:sp>
          <p:sp>
            <p:nvSpPr>
              <p:cNvPr id="51" name="Freeform 572">
                <a:extLst>
                  <a:ext uri="{FF2B5EF4-FFF2-40B4-BE49-F238E27FC236}">
                    <a16:creationId xmlns:a16="http://schemas.microsoft.com/office/drawing/2014/main" id="{989C843D-FF63-E763-A0E0-7F17C4EA25D6}"/>
                  </a:ext>
                </a:extLst>
              </p:cNvPr>
              <p:cNvSpPr>
                <a:spLocks/>
              </p:cNvSpPr>
              <p:nvPr/>
            </p:nvSpPr>
            <p:spPr bwMode="auto">
              <a:xfrm>
                <a:off x="2053896" y="3783530"/>
                <a:ext cx="1083383" cy="145072"/>
              </a:xfrm>
              <a:custGeom>
                <a:avLst/>
                <a:gdLst>
                  <a:gd name="T0" fmla="*/ 0 w 1072"/>
                  <a:gd name="T1" fmla="*/ 0 h 152"/>
                  <a:gd name="T2" fmla="*/ 0 w 1072"/>
                  <a:gd name="T3" fmla="*/ 152 h 152"/>
                  <a:gd name="T4" fmla="*/ 1072 w 1072"/>
                  <a:gd name="T5" fmla="*/ 152 h 152"/>
                  <a:gd name="T6" fmla="*/ 1072 w 1072"/>
                  <a:gd name="T7" fmla="*/ 8 h 152"/>
                </a:gdLst>
                <a:ahLst/>
                <a:cxnLst>
                  <a:cxn ang="0">
                    <a:pos x="T0" y="T1"/>
                  </a:cxn>
                  <a:cxn ang="0">
                    <a:pos x="T2" y="T3"/>
                  </a:cxn>
                  <a:cxn ang="0">
                    <a:pos x="T4" y="T5"/>
                  </a:cxn>
                  <a:cxn ang="0">
                    <a:pos x="T6" y="T7"/>
                  </a:cxn>
                </a:cxnLst>
                <a:rect l="0" t="0" r="r" b="b"/>
                <a:pathLst>
                  <a:path w="1072" h="152">
                    <a:moveTo>
                      <a:pt x="0" y="0"/>
                    </a:moveTo>
                    <a:lnTo>
                      <a:pt x="0" y="152"/>
                    </a:lnTo>
                    <a:lnTo>
                      <a:pt x="1072" y="152"/>
                    </a:lnTo>
                    <a:lnTo>
                      <a:pt x="1072" y="8"/>
                    </a:lnTo>
                  </a:path>
                </a:pathLst>
              </a:custGeom>
              <a:noFill/>
              <a:ln w="28575"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solidFill>
                    <a:srgbClr val="000099"/>
                  </a:solidFill>
                  <a:latin typeface="微软雅黑" pitchFamily="34" charset="-122"/>
                  <a:ea typeface="微软雅黑" pitchFamily="34" charset="-122"/>
                </a:endParaRPr>
              </a:p>
            </p:txBody>
          </p:sp>
          <p:sp>
            <p:nvSpPr>
              <p:cNvPr id="52" name="Freeform 573">
                <a:extLst>
                  <a:ext uri="{FF2B5EF4-FFF2-40B4-BE49-F238E27FC236}">
                    <a16:creationId xmlns:a16="http://schemas.microsoft.com/office/drawing/2014/main" id="{1D931527-5565-4257-AAF4-210DE5907647}"/>
                  </a:ext>
                </a:extLst>
              </p:cNvPr>
              <p:cNvSpPr>
                <a:spLocks/>
              </p:cNvSpPr>
              <p:nvPr/>
            </p:nvSpPr>
            <p:spPr bwMode="auto">
              <a:xfrm>
                <a:off x="5950559" y="3783530"/>
                <a:ext cx="1108402" cy="145072"/>
              </a:xfrm>
              <a:custGeom>
                <a:avLst/>
                <a:gdLst>
                  <a:gd name="T0" fmla="*/ 0 w 1072"/>
                  <a:gd name="T1" fmla="*/ 0 h 152"/>
                  <a:gd name="T2" fmla="*/ 0 w 1072"/>
                  <a:gd name="T3" fmla="*/ 152 h 152"/>
                  <a:gd name="T4" fmla="*/ 1072 w 1072"/>
                  <a:gd name="T5" fmla="*/ 152 h 152"/>
                  <a:gd name="T6" fmla="*/ 1072 w 1072"/>
                  <a:gd name="T7" fmla="*/ 8 h 152"/>
                </a:gdLst>
                <a:ahLst/>
                <a:cxnLst>
                  <a:cxn ang="0">
                    <a:pos x="T0" y="T1"/>
                  </a:cxn>
                  <a:cxn ang="0">
                    <a:pos x="T2" y="T3"/>
                  </a:cxn>
                  <a:cxn ang="0">
                    <a:pos x="T4" y="T5"/>
                  </a:cxn>
                  <a:cxn ang="0">
                    <a:pos x="T6" y="T7"/>
                  </a:cxn>
                </a:cxnLst>
                <a:rect l="0" t="0" r="r" b="b"/>
                <a:pathLst>
                  <a:path w="1072" h="152">
                    <a:moveTo>
                      <a:pt x="0" y="0"/>
                    </a:moveTo>
                    <a:lnTo>
                      <a:pt x="0" y="152"/>
                    </a:lnTo>
                    <a:lnTo>
                      <a:pt x="1072" y="152"/>
                    </a:lnTo>
                    <a:lnTo>
                      <a:pt x="1072" y="8"/>
                    </a:lnTo>
                  </a:path>
                </a:pathLst>
              </a:custGeom>
              <a:noFill/>
              <a:ln w="28575"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solidFill>
                    <a:srgbClr val="000099"/>
                  </a:solidFill>
                  <a:latin typeface="微软雅黑" pitchFamily="34" charset="-122"/>
                  <a:ea typeface="微软雅黑" pitchFamily="34" charset="-122"/>
                </a:endParaRPr>
              </a:p>
            </p:txBody>
          </p:sp>
          <p:sp>
            <p:nvSpPr>
              <p:cNvPr id="53" name="Freeform 574">
                <a:extLst>
                  <a:ext uri="{FF2B5EF4-FFF2-40B4-BE49-F238E27FC236}">
                    <a16:creationId xmlns:a16="http://schemas.microsoft.com/office/drawing/2014/main" id="{0A666FC1-58BA-C76A-793B-B323F2503216}"/>
                  </a:ext>
                </a:extLst>
              </p:cNvPr>
              <p:cNvSpPr>
                <a:spLocks/>
              </p:cNvSpPr>
              <p:nvPr/>
            </p:nvSpPr>
            <p:spPr bwMode="auto">
              <a:xfrm>
                <a:off x="3426993" y="3775895"/>
                <a:ext cx="951241" cy="152707"/>
              </a:xfrm>
              <a:custGeom>
                <a:avLst/>
                <a:gdLst>
                  <a:gd name="T0" fmla="*/ 0 w 1072"/>
                  <a:gd name="T1" fmla="*/ 0 h 152"/>
                  <a:gd name="T2" fmla="*/ 0 w 1072"/>
                  <a:gd name="T3" fmla="*/ 152 h 152"/>
                  <a:gd name="T4" fmla="*/ 1072 w 1072"/>
                  <a:gd name="T5" fmla="*/ 152 h 152"/>
                  <a:gd name="T6" fmla="*/ 1072 w 1072"/>
                  <a:gd name="T7" fmla="*/ 8 h 152"/>
                </a:gdLst>
                <a:ahLst/>
                <a:cxnLst>
                  <a:cxn ang="0">
                    <a:pos x="T0" y="T1"/>
                  </a:cxn>
                  <a:cxn ang="0">
                    <a:pos x="T2" y="T3"/>
                  </a:cxn>
                  <a:cxn ang="0">
                    <a:pos x="T4" y="T5"/>
                  </a:cxn>
                  <a:cxn ang="0">
                    <a:pos x="T6" y="T7"/>
                  </a:cxn>
                </a:cxnLst>
                <a:rect l="0" t="0" r="r" b="b"/>
                <a:pathLst>
                  <a:path w="1072" h="152">
                    <a:moveTo>
                      <a:pt x="0" y="0"/>
                    </a:moveTo>
                    <a:lnTo>
                      <a:pt x="0" y="152"/>
                    </a:lnTo>
                    <a:lnTo>
                      <a:pt x="1072" y="152"/>
                    </a:lnTo>
                    <a:lnTo>
                      <a:pt x="1072" y="8"/>
                    </a:lnTo>
                  </a:path>
                </a:pathLst>
              </a:custGeom>
              <a:noFill/>
              <a:ln w="28575"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solidFill>
                    <a:srgbClr val="000099"/>
                  </a:solidFill>
                  <a:latin typeface="微软雅黑" pitchFamily="34" charset="-122"/>
                  <a:ea typeface="微软雅黑" pitchFamily="34" charset="-122"/>
                </a:endParaRPr>
              </a:p>
            </p:txBody>
          </p:sp>
          <p:sp>
            <p:nvSpPr>
              <p:cNvPr id="54" name="Freeform 575">
                <a:extLst>
                  <a:ext uri="{FF2B5EF4-FFF2-40B4-BE49-F238E27FC236}">
                    <a16:creationId xmlns:a16="http://schemas.microsoft.com/office/drawing/2014/main" id="{F7EE4BBC-2683-98F3-6F29-5D82C280131F}"/>
                  </a:ext>
                </a:extLst>
              </p:cNvPr>
              <p:cNvSpPr>
                <a:spLocks/>
              </p:cNvSpPr>
              <p:nvPr/>
            </p:nvSpPr>
            <p:spPr bwMode="auto">
              <a:xfrm>
                <a:off x="4709337" y="3783530"/>
                <a:ext cx="959512" cy="145072"/>
              </a:xfrm>
              <a:custGeom>
                <a:avLst/>
                <a:gdLst>
                  <a:gd name="T0" fmla="*/ 0 w 1072"/>
                  <a:gd name="T1" fmla="*/ 0 h 152"/>
                  <a:gd name="T2" fmla="*/ 0 w 1072"/>
                  <a:gd name="T3" fmla="*/ 152 h 152"/>
                  <a:gd name="T4" fmla="*/ 1072 w 1072"/>
                  <a:gd name="T5" fmla="*/ 152 h 152"/>
                  <a:gd name="T6" fmla="*/ 1072 w 1072"/>
                  <a:gd name="T7" fmla="*/ 8 h 152"/>
                </a:gdLst>
                <a:ahLst/>
                <a:cxnLst>
                  <a:cxn ang="0">
                    <a:pos x="T0" y="T1"/>
                  </a:cxn>
                  <a:cxn ang="0">
                    <a:pos x="T2" y="T3"/>
                  </a:cxn>
                  <a:cxn ang="0">
                    <a:pos x="T4" y="T5"/>
                  </a:cxn>
                  <a:cxn ang="0">
                    <a:pos x="T6" y="T7"/>
                  </a:cxn>
                </a:cxnLst>
                <a:rect l="0" t="0" r="r" b="b"/>
                <a:pathLst>
                  <a:path w="1072" h="152">
                    <a:moveTo>
                      <a:pt x="0" y="0"/>
                    </a:moveTo>
                    <a:lnTo>
                      <a:pt x="0" y="152"/>
                    </a:lnTo>
                    <a:lnTo>
                      <a:pt x="1072" y="152"/>
                    </a:lnTo>
                    <a:lnTo>
                      <a:pt x="1072" y="8"/>
                    </a:lnTo>
                  </a:path>
                </a:pathLst>
              </a:custGeom>
              <a:noFill/>
              <a:ln w="28575"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solidFill>
                    <a:srgbClr val="000099"/>
                  </a:solidFill>
                  <a:latin typeface="微软雅黑" pitchFamily="34" charset="-122"/>
                  <a:ea typeface="微软雅黑" pitchFamily="34" charset="-122"/>
                </a:endParaRPr>
              </a:p>
            </p:txBody>
          </p:sp>
          <p:sp>
            <p:nvSpPr>
              <p:cNvPr id="55" name="Text Box 576">
                <a:extLst>
                  <a:ext uri="{FF2B5EF4-FFF2-40B4-BE49-F238E27FC236}">
                    <a16:creationId xmlns:a16="http://schemas.microsoft.com/office/drawing/2014/main" id="{D02E50D5-DBC6-5CB0-C7DE-DE06401F604D}"/>
                  </a:ext>
                </a:extLst>
              </p:cNvPr>
              <p:cNvSpPr txBox="1">
                <a:spLocks noChangeArrowheads="1"/>
              </p:cNvSpPr>
              <p:nvPr/>
            </p:nvSpPr>
            <p:spPr bwMode="auto">
              <a:xfrm>
                <a:off x="3162332" y="2886374"/>
                <a:ext cx="327764" cy="246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b="1" dirty="0">
                    <a:latin typeface="微软雅黑" pitchFamily="34" charset="-122"/>
                    <a:ea typeface="微软雅黑" pitchFamily="34" charset="-122"/>
                  </a:rPr>
                  <a:t>R</a:t>
                </a:r>
                <a:r>
                  <a:rPr kumimoji="1" lang="en-US" altLang="zh-CN" sz="1000" b="1" baseline="-25000" dirty="0">
                    <a:latin typeface="微软雅黑" pitchFamily="34" charset="-122"/>
                    <a:ea typeface="微软雅黑" pitchFamily="34" charset="-122"/>
                  </a:rPr>
                  <a:t>1</a:t>
                </a:r>
              </a:p>
            </p:txBody>
          </p:sp>
          <p:sp>
            <p:nvSpPr>
              <p:cNvPr id="56" name="Text Box 577">
                <a:extLst>
                  <a:ext uri="{FF2B5EF4-FFF2-40B4-BE49-F238E27FC236}">
                    <a16:creationId xmlns:a16="http://schemas.microsoft.com/office/drawing/2014/main" id="{89D4FA4B-06CD-BD09-3B29-488ACEAFCD69}"/>
                  </a:ext>
                </a:extLst>
              </p:cNvPr>
              <p:cNvSpPr txBox="1">
                <a:spLocks noChangeArrowheads="1"/>
              </p:cNvSpPr>
              <p:nvPr/>
            </p:nvSpPr>
            <p:spPr bwMode="auto">
              <a:xfrm>
                <a:off x="4423846" y="2886374"/>
                <a:ext cx="327764" cy="246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b="1" dirty="0">
                    <a:latin typeface="微软雅黑" pitchFamily="34" charset="-122"/>
                    <a:ea typeface="微软雅黑" pitchFamily="34" charset="-122"/>
                  </a:rPr>
                  <a:t>R</a:t>
                </a:r>
                <a:r>
                  <a:rPr kumimoji="1" lang="en-US" altLang="zh-CN" sz="1000" b="1" baseline="-25000" dirty="0">
                    <a:latin typeface="微软雅黑" pitchFamily="34" charset="-122"/>
                    <a:ea typeface="微软雅黑" pitchFamily="34" charset="-122"/>
                  </a:rPr>
                  <a:t>2</a:t>
                </a:r>
              </a:p>
            </p:txBody>
          </p:sp>
          <p:sp>
            <p:nvSpPr>
              <p:cNvPr id="57" name="Text Box 578">
                <a:extLst>
                  <a:ext uri="{FF2B5EF4-FFF2-40B4-BE49-F238E27FC236}">
                    <a16:creationId xmlns:a16="http://schemas.microsoft.com/office/drawing/2014/main" id="{77153095-2D5D-ABD0-11FF-7ABB4036B372}"/>
                  </a:ext>
                </a:extLst>
              </p:cNvPr>
              <p:cNvSpPr txBox="1">
                <a:spLocks noChangeArrowheads="1"/>
              </p:cNvSpPr>
              <p:nvPr/>
            </p:nvSpPr>
            <p:spPr bwMode="auto">
              <a:xfrm>
                <a:off x="5709529" y="2886374"/>
                <a:ext cx="327764" cy="246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b="1" dirty="0">
                    <a:latin typeface="微软雅黑" pitchFamily="34" charset="-122"/>
                    <a:ea typeface="微软雅黑" pitchFamily="34" charset="-122"/>
                  </a:rPr>
                  <a:t>R</a:t>
                </a:r>
                <a:r>
                  <a:rPr kumimoji="1" lang="en-US" altLang="zh-CN" sz="1000" b="1" baseline="-25000" dirty="0">
                    <a:latin typeface="微软雅黑" pitchFamily="34" charset="-122"/>
                    <a:ea typeface="微软雅黑" pitchFamily="34" charset="-122"/>
                  </a:rPr>
                  <a:t>3</a:t>
                </a:r>
              </a:p>
            </p:txBody>
          </p:sp>
          <p:sp>
            <p:nvSpPr>
              <p:cNvPr id="58" name="Text Box 579">
                <a:extLst>
                  <a:ext uri="{FF2B5EF4-FFF2-40B4-BE49-F238E27FC236}">
                    <a16:creationId xmlns:a16="http://schemas.microsoft.com/office/drawing/2014/main" id="{BCEDF828-50DA-9130-EB44-FF7E57E82F4B}"/>
                  </a:ext>
                </a:extLst>
              </p:cNvPr>
              <p:cNvSpPr txBox="1">
                <a:spLocks noChangeArrowheads="1"/>
              </p:cNvSpPr>
              <p:nvPr/>
            </p:nvSpPr>
            <p:spPr bwMode="auto">
              <a:xfrm>
                <a:off x="1810121" y="2454021"/>
                <a:ext cx="343274" cy="246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b="1" dirty="0">
                    <a:latin typeface="微软雅黑" pitchFamily="34" charset="-122"/>
                    <a:ea typeface="微软雅黑" pitchFamily="34" charset="-122"/>
                  </a:rPr>
                  <a:t>H</a:t>
                </a:r>
                <a:r>
                  <a:rPr kumimoji="1" lang="en-US" altLang="zh-CN" sz="1000" b="1" baseline="-25000" dirty="0">
                    <a:latin typeface="微软雅黑" pitchFamily="34" charset="-122"/>
                    <a:ea typeface="微软雅黑" pitchFamily="34" charset="-122"/>
                  </a:rPr>
                  <a:t>1</a:t>
                </a:r>
              </a:p>
            </p:txBody>
          </p:sp>
          <p:sp>
            <p:nvSpPr>
              <p:cNvPr id="59" name="Text Box 580">
                <a:extLst>
                  <a:ext uri="{FF2B5EF4-FFF2-40B4-BE49-F238E27FC236}">
                    <a16:creationId xmlns:a16="http://schemas.microsoft.com/office/drawing/2014/main" id="{AB74FF4A-D4F6-0F6F-2117-C4FC1E65C4B1}"/>
                  </a:ext>
                </a:extLst>
              </p:cNvPr>
              <p:cNvSpPr txBox="1">
                <a:spLocks noChangeArrowheads="1"/>
              </p:cNvSpPr>
              <p:nvPr/>
            </p:nvSpPr>
            <p:spPr bwMode="auto">
              <a:xfrm>
                <a:off x="6999466" y="2460702"/>
                <a:ext cx="343274" cy="246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000" b="1" dirty="0">
                    <a:latin typeface="微软雅黑" pitchFamily="34" charset="-122"/>
                    <a:ea typeface="微软雅黑" pitchFamily="34" charset="-122"/>
                  </a:rPr>
                  <a:t>H</a:t>
                </a:r>
                <a:r>
                  <a:rPr kumimoji="1" lang="en-US" altLang="zh-CN" sz="1000" b="1" baseline="-25000" dirty="0">
                    <a:latin typeface="微软雅黑" pitchFamily="34" charset="-122"/>
                    <a:ea typeface="微软雅黑" pitchFamily="34" charset="-122"/>
                  </a:rPr>
                  <a:t>2</a:t>
                </a:r>
              </a:p>
            </p:txBody>
          </p:sp>
        </p:grpSp>
        <p:sp>
          <p:nvSpPr>
            <p:cNvPr id="8" name="Text Box 530">
              <a:extLst>
                <a:ext uri="{FF2B5EF4-FFF2-40B4-BE49-F238E27FC236}">
                  <a16:creationId xmlns:a16="http://schemas.microsoft.com/office/drawing/2014/main" id="{B0919FA4-9627-D36B-69CA-48E26343631C}"/>
                </a:ext>
              </a:extLst>
            </p:cNvPr>
            <p:cNvSpPr txBox="1">
              <a:spLocks noChangeArrowheads="1"/>
            </p:cNvSpPr>
            <p:nvPr/>
          </p:nvSpPr>
          <p:spPr bwMode="auto">
            <a:xfrm>
              <a:off x="1636416" y="3350223"/>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dirty="0">
                  <a:latin typeface="微软雅黑" pitchFamily="34" charset="-122"/>
                  <a:ea typeface="微软雅黑" pitchFamily="34" charset="-122"/>
                </a:rPr>
                <a:t>链路层</a:t>
              </a:r>
            </a:p>
          </p:txBody>
        </p:sp>
        <p:sp>
          <p:nvSpPr>
            <p:cNvPr id="9" name="Text Box 531">
              <a:extLst>
                <a:ext uri="{FF2B5EF4-FFF2-40B4-BE49-F238E27FC236}">
                  <a16:creationId xmlns:a16="http://schemas.microsoft.com/office/drawing/2014/main" id="{14A0E76E-5697-0EB0-0608-C9F78E520F7E}"/>
                </a:ext>
              </a:extLst>
            </p:cNvPr>
            <p:cNvSpPr txBox="1">
              <a:spLocks noChangeArrowheads="1"/>
            </p:cNvSpPr>
            <p:nvPr/>
          </p:nvSpPr>
          <p:spPr bwMode="auto">
            <a:xfrm>
              <a:off x="1638484" y="2726986"/>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dirty="0">
                  <a:latin typeface="微软雅黑" pitchFamily="34" charset="-122"/>
                  <a:ea typeface="微软雅黑" pitchFamily="34" charset="-122"/>
                </a:rPr>
                <a:t>应用层</a:t>
              </a:r>
            </a:p>
          </p:txBody>
        </p:sp>
        <p:sp>
          <p:nvSpPr>
            <p:cNvPr id="10" name="Text Box 532">
              <a:extLst>
                <a:ext uri="{FF2B5EF4-FFF2-40B4-BE49-F238E27FC236}">
                  <a16:creationId xmlns:a16="http://schemas.microsoft.com/office/drawing/2014/main" id="{B2D5D14F-86BE-D68F-906F-CB7E4D9E460A}"/>
                </a:ext>
              </a:extLst>
            </p:cNvPr>
            <p:cNvSpPr txBox="1">
              <a:spLocks noChangeArrowheads="1"/>
            </p:cNvSpPr>
            <p:nvPr/>
          </p:nvSpPr>
          <p:spPr bwMode="auto">
            <a:xfrm>
              <a:off x="1636416" y="2934095"/>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dirty="0">
                  <a:latin typeface="微软雅黑" pitchFamily="34" charset="-122"/>
                  <a:ea typeface="微软雅黑" pitchFamily="34" charset="-122"/>
                </a:rPr>
                <a:t>传输层</a:t>
              </a:r>
            </a:p>
          </p:txBody>
        </p:sp>
        <p:sp>
          <p:nvSpPr>
            <p:cNvPr id="11" name="Text Box 533">
              <a:extLst>
                <a:ext uri="{FF2B5EF4-FFF2-40B4-BE49-F238E27FC236}">
                  <a16:creationId xmlns:a16="http://schemas.microsoft.com/office/drawing/2014/main" id="{BD4B12B4-A1E7-81F2-9040-91EC2EA60208}"/>
                </a:ext>
              </a:extLst>
            </p:cNvPr>
            <p:cNvSpPr txBox="1">
              <a:spLocks noChangeArrowheads="1"/>
            </p:cNvSpPr>
            <p:nvPr/>
          </p:nvSpPr>
          <p:spPr bwMode="auto">
            <a:xfrm>
              <a:off x="1636416" y="3142159"/>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a:latin typeface="微软雅黑" pitchFamily="34" charset="-122"/>
                  <a:ea typeface="微软雅黑" pitchFamily="34" charset="-122"/>
                </a:rPr>
                <a:t>网络层</a:t>
              </a:r>
            </a:p>
          </p:txBody>
        </p:sp>
        <p:sp>
          <p:nvSpPr>
            <p:cNvPr id="12" name="Text Box 534">
              <a:extLst>
                <a:ext uri="{FF2B5EF4-FFF2-40B4-BE49-F238E27FC236}">
                  <a16:creationId xmlns:a16="http://schemas.microsoft.com/office/drawing/2014/main" id="{534B0842-F5FC-1027-3129-FDC28FE1537A}"/>
                </a:ext>
              </a:extLst>
            </p:cNvPr>
            <p:cNvSpPr txBox="1">
              <a:spLocks noChangeArrowheads="1"/>
            </p:cNvSpPr>
            <p:nvPr/>
          </p:nvSpPr>
          <p:spPr bwMode="auto">
            <a:xfrm>
              <a:off x="1636416" y="3558287"/>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dirty="0">
                  <a:latin typeface="微软雅黑" pitchFamily="34" charset="-122"/>
                  <a:ea typeface="微软雅黑" pitchFamily="34" charset="-122"/>
                </a:rPr>
                <a:t>物理层</a:t>
              </a:r>
            </a:p>
          </p:txBody>
        </p:sp>
        <p:sp>
          <p:nvSpPr>
            <p:cNvPr id="13" name="Text Box 542">
              <a:extLst>
                <a:ext uri="{FF2B5EF4-FFF2-40B4-BE49-F238E27FC236}">
                  <a16:creationId xmlns:a16="http://schemas.microsoft.com/office/drawing/2014/main" id="{554E0DB9-1F9D-786F-132C-622E8884FB86}"/>
                </a:ext>
              </a:extLst>
            </p:cNvPr>
            <p:cNvSpPr txBox="1">
              <a:spLocks noChangeArrowheads="1"/>
            </p:cNvSpPr>
            <p:nvPr/>
          </p:nvSpPr>
          <p:spPr bwMode="auto">
            <a:xfrm>
              <a:off x="6820592" y="3358812"/>
              <a:ext cx="679310" cy="2538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050" b="1" dirty="0">
                  <a:latin typeface="微软雅黑" pitchFamily="34" charset="-122"/>
                  <a:ea typeface="微软雅黑" pitchFamily="34" charset="-122"/>
                </a:rPr>
                <a:t>链路层</a:t>
              </a:r>
            </a:p>
          </p:txBody>
        </p:sp>
        <p:sp>
          <p:nvSpPr>
            <p:cNvPr id="14" name="Text Box 543">
              <a:extLst>
                <a:ext uri="{FF2B5EF4-FFF2-40B4-BE49-F238E27FC236}">
                  <a16:creationId xmlns:a16="http://schemas.microsoft.com/office/drawing/2014/main" id="{23066382-F999-83D1-7391-07AD8A417890}"/>
                </a:ext>
              </a:extLst>
            </p:cNvPr>
            <p:cNvSpPr txBox="1">
              <a:spLocks noChangeArrowheads="1"/>
            </p:cNvSpPr>
            <p:nvPr/>
          </p:nvSpPr>
          <p:spPr bwMode="auto">
            <a:xfrm>
              <a:off x="6822660" y="2726986"/>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dirty="0">
                  <a:latin typeface="微软雅黑" pitchFamily="34" charset="-122"/>
                  <a:ea typeface="微软雅黑" pitchFamily="34" charset="-122"/>
                </a:rPr>
                <a:t>应用层</a:t>
              </a:r>
            </a:p>
          </p:txBody>
        </p:sp>
        <p:sp>
          <p:nvSpPr>
            <p:cNvPr id="15" name="Text Box 544">
              <a:extLst>
                <a:ext uri="{FF2B5EF4-FFF2-40B4-BE49-F238E27FC236}">
                  <a16:creationId xmlns:a16="http://schemas.microsoft.com/office/drawing/2014/main" id="{D53629E0-D952-4528-6063-96C1ECC633A7}"/>
                </a:ext>
              </a:extLst>
            </p:cNvPr>
            <p:cNvSpPr txBox="1">
              <a:spLocks noChangeArrowheads="1"/>
            </p:cNvSpPr>
            <p:nvPr/>
          </p:nvSpPr>
          <p:spPr bwMode="auto">
            <a:xfrm>
              <a:off x="6820592" y="2934095"/>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dirty="0">
                  <a:latin typeface="微软雅黑" pitchFamily="34" charset="-122"/>
                  <a:ea typeface="微软雅黑" pitchFamily="34" charset="-122"/>
                </a:rPr>
                <a:t>传输层</a:t>
              </a:r>
            </a:p>
          </p:txBody>
        </p:sp>
        <p:sp>
          <p:nvSpPr>
            <p:cNvPr id="16" name="Text Box 545">
              <a:extLst>
                <a:ext uri="{FF2B5EF4-FFF2-40B4-BE49-F238E27FC236}">
                  <a16:creationId xmlns:a16="http://schemas.microsoft.com/office/drawing/2014/main" id="{AB2F4C3C-1F3A-45AA-649B-372B6C77139F}"/>
                </a:ext>
              </a:extLst>
            </p:cNvPr>
            <p:cNvSpPr txBox="1">
              <a:spLocks noChangeArrowheads="1"/>
            </p:cNvSpPr>
            <p:nvPr/>
          </p:nvSpPr>
          <p:spPr bwMode="auto">
            <a:xfrm>
              <a:off x="6820592" y="3142159"/>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dirty="0">
                  <a:latin typeface="微软雅黑" pitchFamily="34" charset="-122"/>
                  <a:ea typeface="微软雅黑" pitchFamily="34" charset="-122"/>
                </a:rPr>
                <a:t>网络层</a:t>
              </a:r>
            </a:p>
          </p:txBody>
        </p:sp>
        <p:sp>
          <p:nvSpPr>
            <p:cNvPr id="17" name="Text Box 546">
              <a:extLst>
                <a:ext uri="{FF2B5EF4-FFF2-40B4-BE49-F238E27FC236}">
                  <a16:creationId xmlns:a16="http://schemas.microsoft.com/office/drawing/2014/main" id="{4EE13185-D9C4-A5A0-6ED7-9B41515DFD08}"/>
                </a:ext>
              </a:extLst>
            </p:cNvPr>
            <p:cNvSpPr txBox="1">
              <a:spLocks noChangeArrowheads="1"/>
            </p:cNvSpPr>
            <p:nvPr/>
          </p:nvSpPr>
          <p:spPr bwMode="auto">
            <a:xfrm>
              <a:off x="6820592" y="3558287"/>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a:latin typeface="微软雅黑" pitchFamily="34" charset="-122"/>
                  <a:ea typeface="微软雅黑" pitchFamily="34" charset="-122"/>
                </a:rPr>
                <a:t>物理层</a:t>
              </a:r>
            </a:p>
          </p:txBody>
        </p:sp>
        <p:sp>
          <p:nvSpPr>
            <p:cNvPr id="18" name="Text Box 551">
              <a:extLst>
                <a:ext uri="{FF2B5EF4-FFF2-40B4-BE49-F238E27FC236}">
                  <a16:creationId xmlns:a16="http://schemas.microsoft.com/office/drawing/2014/main" id="{CDEEF6FD-119F-2BBA-BC16-18ABB9E26A1B}"/>
                </a:ext>
              </a:extLst>
            </p:cNvPr>
            <p:cNvSpPr txBox="1">
              <a:spLocks noChangeArrowheads="1"/>
            </p:cNvSpPr>
            <p:nvPr/>
          </p:nvSpPr>
          <p:spPr bwMode="auto">
            <a:xfrm>
              <a:off x="3005171" y="3356904"/>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a:latin typeface="微软雅黑" pitchFamily="34" charset="-122"/>
                  <a:ea typeface="微软雅黑" pitchFamily="34" charset="-122"/>
                </a:rPr>
                <a:t>链路层</a:t>
              </a:r>
            </a:p>
          </p:txBody>
        </p:sp>
        <p:sp>
          <p:nvSpPr>
            <p:cNvPr id="19" name="Text Box 552">
              <a:extLst>
                <a:ext uri="{FF2B5EF4-FFF2-40B4-BE49-F238E27FC236}">
                  <a16:creationId xmlns:a16="http://schemas.microsoft.com/office/drawing/2014/main" id="{8F4D471D-2ABE-0AD6-08DF-0720C8F654F9}"/>
                </a:ext>
              </a:extLst>
            </p:cNvPr>
            <p:cNvSpPr txBox="1">
              <a:spLocks noChangeArrowheads="1"/>
            </p:cNvSpPr>
            <p:nvPr/>
          </p:nvSpPr>
          <p:spPr bwMode="auto">
            <a:xfrm>
              <a:off x="3005171" y="3148840"/>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a:latin typeface="微软雅黑" pitchFamily="34" charset="-122"/>
                  <a:ea typeface="微软雅黑" pitchFamily="34" charset="-122"/>
                </a:rPr>
                <a:t>网络层</a:t>
              </a:r>
            </a:p>
          </p:txBody>
        </p:sp>
        <p:sp>
          <p:nvSpPr>
            <p:cNvPr id="20" name="Text Box 553">
              <a:extLst>
                <a:ext uri="{FF2B5EF4-FFF2-40B4-BE49-F238E27FC236}">
                  <a16:creationId xmlns:a16="http://schemas.microsoft.com/office/drawing/2014/main" id="{CDC21EBE-AAA2-BEE5-576A-F731BC9C87A4}"/>
                </a:ext>
              </a:extLst>
            </p:cNvPr>
            <p:cNvSpPr txBox="1">
              <a:spLocks noChangeArrowheads="1"/>
            </p:cNvSpPr>
            <p:nvPr/>
          </p:nvSpPr>
          <p:spPr bwMode="auto">
            <a:xfrm>
              <a:off x="3005171" y="3564967"/>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dirty="0">
                  <a:latin typeface="微软雅黑" pitchFamily="34" charset="-122"/>
                  <a:ea typeface="微软雅黑" pitchFamily="34" charset="-122"/>
                </a:rPr>
                <a:t>物理层</a:t>
              </a:r>
            </a:p>
          </p:txBody>
        </p:sp>
        <p:sp>
          <p:nvSpPr>
            <p:cNvPr id="21" name="Text Box 558">
              <a:extLst>
                <a:ext uri="{FF2B5EF4-FFF2-40B4-BE49-F238E27FC236}">
                  <a16:creationId xmlns:a16="http://schemas.microsoft.com/office/drawing/2014/main" id="{CDBDDD98-1682-F382-1D80-76E59AD83C19}"/>
                </a:ext>
              </a:extLst>
            </p:cNvPr>
            <p:cNvSpPr txBox="1">
              <a:spLocks noChangeArrowheads="1"/>
            </p:cNvSpPr>
            <p:nvPr/>
          </p:nvSpPr>
          <p:spPr bwMode="auto">
            <a:xfrm>
              <a:off x="4269787" y="3356904"/>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a:latin typeface="微软雅黑" pitchFamily="34" charset="-122"/>
                  <a:ea typeface="微软雅黑" pitchFamily="34" charset="-122"/>
                </a:rPr>
                <a:t>链路层</a:t>
              </a:r>
            </a:p>
          </p:txBody>
        </p:sp>
        <p:sp>
          <p:nvSpPr>
            <p:cNvPr id="22" name="Text Box 559">
              <a:extLst>
                <a:ext uri="{FF2B5EF4-FFF2-40B4-BE49-F238E27FC236}">
                  <a16:creationId xmlns:a16="http://schemas.microsoft.com/office/drawing/2014/main" id="{43B9D145-EB60-05F4-3A48-F67E9AAE9E6C}"/>
                </a:ext>
              </a:extLst>
            </p:cNvPr>
            <p:cNvSpPr txBox="1">
              <a:spLocks noChangeArrowheads="1"/>
            </p:cNvSpPr>
            <p:nvPr/>
          </p:nvSpPr>
          <p:spPr bwMode="auto">
            <a:xfrm>
              <a:off x="4269787" y="3148840"/>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dirty="0">
                  <a:latin typeface="微软雅黑" pitchFamily="34" charset="-122"/>
                  <a:ea typeface="微软雅黑" pitchFamily="34" charset="-122"/>
                </a:rPr>
                <a:t>网络层</a:t>
              </a:r>
            </a:p>
          </p:txBody>
        </p:sp>
        <p:sp>
          <p:nvSpPr>
            <p:cNvPr id="23" name="Text Box 560">
              <a:extLst>
                <a:ext uri="{FF2B5EF4-FFF2-40B4-BE49-F238E27FC236}">
                  <a16:creationId xmlns:a16="http://schemas.microsoft.com/office/drawing/2014/main" id="{336DA81F-D900-DFEB-05CD-1A3724CE548C}"/>
                </a:ext>
              </a:extLst>
            </p:cNvPr>
            <p:cNvSpPr txBox="1">
              <a:spLocks noChangeArrowheads="1"/>
            </p:cNvSpPr>
            <p:nvPr/>
          </p:nvSpPr>
          <p:spPr bwMode="auto">
            <a:xfrm>
              <a:off x="4269787" y="3564967"/>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a:latin typeface="微软雅黑" pitchFamily="34" charset="-122"/>
                  <a:ea typeface="微软雅黑" pitchFamily="34" charset="-122"/>
                </a:rPr>
                <a:t>物理层</a:t>
              </a:r>
            </a:p>
          </p:txBody>
        </p:sp>
        <p:sp>
          <p:nvSpPr>
            <p:cNvPr id="24" name="Text Box 565">
              <a:extLst>
                <a:ext uri="{FF2B5EF4-FFF2-40B4-BE49-F238E27FC236}">
                  <a16:creationId xmlns:a16="http://schemas.microsoft.com/office/drawing/2014/main" id="{5A9E865F-CFD2-F408-6DC0-16AA6722298B}"/>
                </a:ext>
              </a:extLst>
            </p:cNvPr>
            <p:cNvSpPr txBox="1">
              <a:spLocks noChangeArrowheads="1"/>
            </p:cNvSpPr>
            <p:nvPr/>
          </p:nvSpPr>
          <p:spPr bwMode="auto">
            <a:xfrm>
              <a:off x="5538926" y="3356904"/>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a:latin typeface="微软雅黑" pitchFamily="34" charset="-122"/>
                  <a:ea typeface="微软雅黑" pitchFamily="34" charset="-122"/>
                </a:rPr>
                <a:t>链路层</a:t>
              </a:r>
            </a:p>
          </p:txBody>
        </p:sp>
        <p:sp>
          <p:nvSpPr>
            <p:cNvPr id="25" name="Text Box 566">
              <a:extLst>
                <a:ext uri="{FF2B5EF4-FFF2-40B4-BE49-F238E27FC236}">
                  <a16:creationId xmlns:a16="http://schemas.microsoft.com/office/drawing/2014/main" id="{A1F85F0F-8FE6-39E2-03ED-1DE3860B0CA7}"/>
                </a:ext>
              </a:extLst>
            </p:cNvPr>
            <p:cNvSpPr txBox="1">
              <a:spLocks noChangeArrowheads="1"/>
            </p:cNvSpPr>
            <p:nvPr/>
          </p:nvSpPr>
          <p:spPr bwMode="auto">
            <a:xfrm>
              <a:off x="5538926" y="3148840"/>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a:latin typeface="微软雅黑" pitchFamily="34" charset="-122"/>
                  <a:ea typeface="微软雅黑" pitchFamily="34" charset="-122"/>
                </a:rPr>
                <a:t>网络层</a:t>
              </a:r>
            </a:p>
          </p:txBody>
        </p:sp>
        <p:sp>
          <p:nvSpPr>
            <p:cNvPr id="26" name="Text Box 567">
              <a:extLst>
                <a:ext uri="{FF2B5EF4-FFF2-40B4-BE49-F238E27FC236}">
                  <a16:creationId xmlns:a16="http://schemas.microsoft.com/office/drawing/2014/main" id="{46FC6C80-87E1-EC7E-420B-711BC87DCF97}"/>
                </a:ext>
              </a:extLst>
            </p:cNvPr>
            <p:cNvSpPr txBox="1">
              <a:spLocks noChangeArrowheads="1"/>
            </p:cNvSpPr>
            <p:nvPr/>
          </p:nvSpPr>
          <p:spPr bwMode="auto">
            <a:xfrm>
              <a:off x="5538926" y="3564967"/>
              <a:ext cx="607967" cy="26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050" b="1">
                  <a:latin typeface="微软雅黑" pitchFamily="34" charset="-122"/>
                  <a:ea typeface="微软雅黑" pitchFamily="34" charset="-122"/>
                </a:rPr>
                <a:t>物理层</a:t>
              </a:r>
            </a:p>
          </p:txBody>
        </p:sp>
      </p:grpSp>
      <p:sp>
        <p:nvSpPr>
          <p:cNvPr id="60" name="Freeform 583">
            <a:extLst>
              <a:ext uri="{FF2B5EF4-FFF2-40B4-BE49-F238E27FC236}">
                <a16:creationId xmlns:a16="http://schemas.microsoft.com/office/drawing/2014/main" id="{FEE92837-9883-2805-98C6-46DA79A92FC2}"/>
              </a:ext>
            </a:extLst>
          </p:cNvPr>
          <p:cNvSpPr>
            <a:spLocks/>
          </p:cNvSpPr>
          <p:nvPr/>
        </p:nvSpPr>
        <p:spPr bwMode="auto">
          <a:xfrm>
            <a:off x="2155941" y="3460578"/>
            <a:ext cx="4699251" cy="1125262"/>
          </a:xfrm>
          <a:custGeom>
            <a:avLst/>
            <a:gdLst>
              <a:gd name="T0" fmla="*/ 12 w 4396"/>
              <a:gd name="T1" fmla="*/ 30 h 1179"/>
              <a:gd name="T2" fmla="*/ 12 w 4396"/>
              <a:gd name="T3" fmla="*/ 909 h 1179"/>
              <a:gd name="T4" fmla="*/ 84 w 4396"/>
              <a:gd name="T5" fmla="*/ 1137 h 1179"/>
              <a:gd name="T6" fmla="*/ 408 w 4396"/>
              <a:gd name="T7" fmla="*/ 1161 h 1179"/>
              <a:gd name="T8" fmla="*/ 567 w 4396"/>
              <a:gd name="T9" fmla="*/ 1158 h 1179"/>
              <a:gd name="T10" fmla="*/ 768 w 4396"/>
              <a:gd name="T11" fmla="*/ 1140 h 1179"/>
              <a:gd name="T12" fmla="*/ 804 w 4396"/>
              <a:gd name="T13" fmla="*/ 1050 h 1179"/>
              <a:gd name="T14" fmla="*/ 804 w 4396"/>
              <a:gd name="T15" fmla="*/ 666 h 1179"/>
              <a:gd name="T16" fmla="*/ 855 w 4396"/>
              <a:gd name="T17" fmla="*/ 477 h 1179"/>
              <a:gd name="T18" fmla="*/ 1182 w 4396"/>
              <a:gd name="T19" fmla="*/ 483 h 1179"/>
              <a:gd name="T20" fmla="*/ 1212 w 4396"/>
              <a:gd name="T21" fmla="*/ 663 h 1179"/>
              <a:gd name="T22" fmla="*/ 1209 w 4396"/>
              <a:gd name="T23" fmla="*/ 906 h 1179"/>
              <a:gd name="T24" fmla="*/ 1236 w 4396"/>
              <a:gd name="T25" fmla="*/ 1122 h 1179"/>
              <a:gd name="T26" fmla="*/ 1488 w 4396"/>
              <a:gd name="T27" fmla="*/ 1161 h 1179"/>
              <a:gd name="T28" fmla="*/ 1866 w 4396"/>
              <a:gd name="T29" fmla="*/ 1143 h 1179"/>
              <a:gd name="T30" fmla="*/ 1977 w 4396"/>
              <a:gd name="T31" fmla="*/ 1050 h 1179"/>
              <a:gd name="T32" fmla="*/ 1992 w 4396"/>
              <a:gd name="T33" fmla="*/ 750 h 1179"/>
              <a:gd name="T34" fmla="*/ 2016 w 4396"/>
              <a:gd name="T35" fmla="*/ 459 h 1179"/>
              <a:gd name="T36" fmla="*/ 2370 w 4396"/>
              <a:gd name="T37" fmla="*/ 453 h 1179"/>
              <a:gd name="T38" fmla="*/ 2409 w 4396"/>
              <a:gd name="T39" fmla="*/ 663 h 1179"/>
              <a:gd name="T40" fmla="*/ 2412 w 4396"/>
              <a:gd name="T41" fmla="*/ 867 h 1179"/>
              <a:gd name="T42" fmla="*/ 2436 w 4396"/>
              <a:gd name="T43" fmla="*/ 1098 h 1179"/>
              <a:gd name="T44" fmla="*/ 2565 w 4396"/>
              <a:gd name="T45" fmla="*/ 1158 h 1179"/>
              <a:gd name="T46" fmla="*/ 3024 w 4396"/>
              <a:gd name="T47" fmla="*/ 1146 h 1179"/>
              <a:gd name="T48" fmla="*/ 3165 w 4396"/>
              <a:gd name="T49" fmla="*/ 1041 h 1179"/>
              <a:gd name="T50" fmla="*/ 3172 w 4396"/>
              <a:gd name="T51" fmla="*/ 662 h 1179"/>
              <a:gd name="T52" fmla="*/ 3207 w 4396"/>
              <a:gd name="T53" fmla="*/ 462 h 1179"/>
              <a:gd name="T54" fmla="*/ 3492 w 4396"/>
              <a:gd name="T55" fmla="*/ 438 h 1179"/>
              <a:gd name="T56" fmla="*/ 3585 w 4396"/>
              <a:gd name="T57" fmla="*/ 540 h 1179"/>
              <a:gd name="T58" fmla="*/ 3591 w 4396"/>
              <a:gd name="T59" fmla="*/ 894 h 1179"/>
              <a:gd name="T60" fmla="*/ 3609 w 4396"/>
              <a:gd name="T61" fmla="*/ 1101 h 1179"/>
              <a:gd name="T62" fmla="*/ 3708 w 4396"/>
              <a:gd name="T63" fmla="*/ 1149 h 1179"/>
              <a:gd name="T64" fmla="*/ 4155 w 4396"/>
              <a:gd name="T65" fmla="*/ 1158 h 1179"/>
              <a:gd name="T66" fmla="*/ 4335 w 4396"/>
              <a:gd name="T67" fmla="*/ 1125 h 1179"/>
              <a:gd name="T68" fmla="*/ 4389 w 4396"/>
              <a:gd name="T69" fmla="*/ 945 h 1179"/>
              <a:gd name="T70" fmla="*/ 4380 w 4396"/>
              <a:gd name="T71" fmla="*/ 0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96" h="1179">
                <a:moveTo>
                  <a:pt x="12" y="30"/>
                </a:moveTo>
                <a:cubicBezTo>
                  <a:pt x="13" y="176"/>
                  <a:pt x="0" y="725"/>
                  <a:pt x="12" y="909"/>
                </a:cubicBezTo>
                <a:cubicBezTo>
                  <a:pt x="24" y="1093"/>
                  <a:pt x="18" y="1095"/>
                  <a:pt x="84" y="1137"/>
                </a:cubicBezTo>
                <a:cubicBezTo>
                  <a:pt x="150" y="1179"/>
                  <a:pt x="328" y="1158"/>
                  <a:pt x="408" y="1161"/>
                </a:cubicBezTo>
                <a:cubicBezTo>
                  <a:pt x="488" y="1164"/>
                  <a:pt x="507" y="1162"/>
                  <a:pt x="567" y="1158"/>
                </a:cubicBezTo>
                <a:cubicBezTo>
                  <a:pt x="627" y="1154"/>
                  <a:pt x="728" y="1158"/>
                  <a:pt x="768" y="1140"/>
                </a:cubicBezTo>
                <a:cubicBezTo>
                  <a:pt x="808" y="1122"/>
                  <a:pt x="798" y="1129"/>
                  <a:pt x="804" y="1050"/>
                </a:cubicBezTo>
                <a:cubicBezTo>
                  <a:pt x="810" y="971"/>
                  <a:pt x="796" y="761"/>
                  <a:pt x="804" y="666"/>
                </a:cubicBezTo>
                <a:cubicBezTo>
                  <a:pt x="812" y="571"/>
                  <a:pt x="792" y="507"/>
                  <a:pt x="855" y="477"/>
                </a:cubicBezTo>
                <a:cubicBezTo>
                  <a:pt x="918" y="447"/>
                  <a:pt x="1122" y="452"/>
                  <a:pt x="1182" y="483"/>
                </a:cubicBezTo>
                <a:cubicBezTo>
                  <a:pt x="1242" y="514"/>
                  <a:pt x="1208" y="592"/>
                  <a:pt x="1212" y="663"/>
                </a:cubicBezTo>
                <a:cubicBezTo>
                  <a:pt x="1216" y="734"/>
                  <a:pt x="1205" y="830"/>
                  <a:pt x="1209" y="906"/>
                </a:cubicBezTo>
                <a:cubicBezTo>
                  <a:pt x="1213" y="982"/>
                  <a:pt x="1190" y="1080"/>
                  <a:pt x="1236" y="1122"/>
                </a:cubicBezTo>
                <a:cubicBezTo>
                  <a:pt x="1282" y="1164"/>
                  <a:pt x="1383" y="1158"/>
                  <a:pt x="1488" y="1161"/>
                </a:cubicBezTo>
                <a:cubicBezTo>
                  <a:pt x="1593" y="1164"/>
                  <a:pt x="1785" y="1161"/>
                  <a:pt x="1866" y="1143"/>
                </a:cubicBezTo>
                <a:cubicBezTo>
                  <a:pt x="1947" y="1125"/>
                  <a:pt x="1956" y="1115"/>
                  <a:pt x="1977" y="1050"/>
                </a:cubicBezTo>
                <a:cubicBezTo>
                  <a:pt x="1998" y="985"/>
                  <a:pt x="1986" y="848"/>
                  <a:pt x="1992" y="750"/>
                </a:cubicBezTo>
                <a:cubicBezTo>
                  <a:pt x="1998" y="652"/>
                  <a:pt x="1953" y="508"/>
                  <a:pt x="2016" y="459"/>
                </a:cubicBezTo>
                <a:cubicBezTo>
                  <a:pt x="2079" y="410"/>
                  <a:pt x="2305" y="419"/>
                  <a:pt x="2370" y="453"/>
                </a:cubicBezTo>
                <a:cubicBezTo>
                  <a:pt x="2435" y="487"/>
                  <a:pt x="2402" y="594"/>
                  <a:pt x="2409" y="663"/>
                </a:cubicBezTo>
                <a:cubicBezTo>
                  <a:pt x="2416" y="732"/>
                  <a:pt x="2408" y="794"/>
                  <a:pt x="2412" y="867"/>
                </a:cubicBezTo>
                <a:cubicBezTo>
                  <a:pt x="2416" y="940"/>
                  <a:pt x="2411" y="1050"/>
                  <a:pt x="2436" y="1098"/>
                </a:cubicBezTo>
                <a:cubicBezTo>
                  <a:pt x="2461" y="1146"/>
                  <a:pt x="2467" y="1150"/>
                  <a:pt x="2565" y="1158"/>
                </a:cubicBezTo>
                <a:cubicBezTo>
                  <a:pt x="2663" y="1166"/>
                  <a:pt x="2924" y="1165"/>
                  <a:pt x="3024" y="1146"/>
                </a:cubicBezTo>
                <a:cubicBezTo>
                  <a:pt x="3124" y="1127"/>
                  <a:pt x="3140" y="1122"/>
                  <a:pt x="3165" y="1041"/>
                </a:cubicBezTo>
                <a:cubicBezTo>
                  <a:pt x="3190" y="960"/>
                  <a:pt x="3165" y="758"/>
                  <a:pt x="3172" y="662"/>
                </a:cubicBezTo>
                <a:cubicBezTo>
                  <a:pt x="3179" y="566"/>
                  <a:pt x="3154" y="499"/>
                  <a:pt x="3207" y="462"/>
                </a:cubicBezTo>
                <a:cubicBezTo>
                  <a:pt x="3260" y="425"/>
                  <a:pt x="3429" y="425"/>
                  <a:pt x="3492" y="438"/>
                </a:cubicBezTo>
                <a:cubicBezTo>
                  <a:pt x="3555" y="451"/>
                  <a:pt x="3568" y="464"/>
                  <a:pt x="3585" y="540"/>
                </a:cubicBezTo>
                <a:cubicBezTo>
                  <a:pt x="3602" y="616"/>
                  <a:pt x="3587" y="801"/>
                  <a:pt x="3591" y="894"/>
                </a:cubicBezTo>
                <a:cubicBezTo>
                  <a:pt x="3595" y="987"/>
                  <a:pt x="3590" y="1059"/>
                  <a:pt x="3609" y="1101"/>
                </a:cubicBezTo>
                <a:cubicBezTo>
                  <a:pt x="3628" y="1143"/>
                  <a:pt x="3617" y="1140"/>
                  <a:pt x="3708" y="1149"/>
                </a:cubicBezTo>
                <a:cubicBezTo>
                  <a:pt x="3799" y="1158"/>
                  <a:pt x="4051" y="1162"/>
                  <a:pt x="4155" y="1158"/>
                </a:cubicBezTo>
                <a:cubicBezTo>
                  <a:pt x="4259" y="1154"/>
                  <a:pt x="4296" y="1160"/>
                  <a:pt x="4335" y="1125"/>
                </a:cubicBezTo>
                <a:cubicBezTo>
                  <a:pt x="4374" y="1090"/>
                  <a:pt x="4382" y="1132"/>
                  <a:pt x="4389" y="945"/>
                </a:cubicBezTo>
                <a:cubicBezTo>
                  <a:pt x="4396" y="758"/>
                  <a:pt x="4382" y="197"/>
                  <a:pt x="4380" y="0"/>
                </a:cubicBezTo>
              </a:path>
            </a:pathLst>
          </a:custGeom>
          <a:noFill/>
          <a:ln w="38100" cmpd="sng">
            <a:solidFill>
              <a:srgbClr val="CC00CC"/>
            </a:solidFill>
            <a:prstDash val="solid"/>
            <a:round/>
            <a:headEnd type="none" w="med" len="lg"/>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solidFill>
                <a:srgbClr val="CC00CC"/>
              </a:solidFill>
              <a:latin typeface="微软雅黑" pitchFamily="34" charset="-122"/>
              <a:ea typeface="微软雅黑" pitchFamily="34" charset="-122"/>
            </a:endParaRPr>
          </a:p>
        </p:txBody>
      </p:sp>
    </p:spTree>
    <p:extLst>
      <p:ext uri="{BB962C8B-B14F-4D97-AF65-F5344CB8AC3E}">
        <p14:creationId xmlns:p14="http://schemas.microsoft.com/office/powerpoint/2010/main" val="2860662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45144" y="1038380"/>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页脚占位符 4"/>
          <p:cNvSpPr txBox="1">
            <a:spLocks/>
          </p:cNvSpPr>
          <p:nvPr/>
        </p:nvSpPr>
        <p:spPr>
          <a:xfrm>
            <a:off x="3361520" y="3975210"/>
            <a:ext cx="1947094" cy="283787"/>
          </a:xfrm>
          <a:prstGeom prst="rect">
            <a:avLst/>
          </a:prstGeom>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1200" b="1">
                <a:solidFill>
                  <a:srgbClr val="0000CC"/>
                </a:solidFill>
                <a:latin typeface="微软雅黑" pitchFamily="34" charset="-122"/>
                <a:ea typeface="微软雅黑" pitchFamily="34" charset="-122"/>
              </a:rPr>
              <a:t>课件制作人：谢希仁</a:t>
            </a:r>
          </a:p>
        </p:txBody>
      </p:sp>
      <p:sp>
        <p:nvSpPr>
          <p:cNvPr id="8" name="Rectangle 60"/>
          <p:cNvSpPr>
            <a:spLocks noChangeArrowheads="1"/>
          </p:cNvSpPr>
          <p:nvPr/>
        </p:nvSpPr>
        <p:spPr bwMode="auto">
          <a:xfrm>
            <a:off x="1260709" y="2216413"/>
            <a:ext cx="5408194" cy="202012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 name="Rectangle 3"/>
          <p:cNvSpPr>
            <a:spLocks noChangeArrowheads="1"/>
          </p:cNvSpPr>
          <p:nvPr/>
        </p:nvSpPr>
        <p:spPr bwMode="auto">
          <a:xfrm>
            <a:off x="3185386" y="1162175"/>
            <a:ext cx="1612970" cy="991284"/>
          </a:xfrm>
          <a:prstGeom prst="rect">
            <a:avLst/>
          </a:prstGeom>
          <a:solidFill>
            <a:srgbClr val="99FFCC"/>
          </a:solidFill>
          <a:ln w="12700">
            <a:solidFill>
              <a:schemeClr val="tx1"/>
            </a:solidFill>
            <a:miter lim="800000"/>
            <a:headEnd/>
            <a:tailEnd/>
          </a:ln>
          <a:effectLst/>
        </p:spPr>
        <p:txBody>
          <a:bodyPr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 name="Line 5"/>
          <p:cNvSpPr>
            <a:spLocks noChangeShapeType="1"/>
          </p:cNvSpPr>
          <p:nvPr/>
        </p:nvSpPr>
        <p:spPr bwMode="auto">
          <a:xfrm>
            <a:off x="6953145" y="1124732"/>
            <a:ext cx="0" cy="1091682"/>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1" name="Text Box 6"/>
          <p:cNvSpPr txBox="1">
            <a:spLocks noChangeArrowheads="1"/>
          </p:cNvSpPr>
          <p:nvPr/>
        </p:nvSpPr>
        <p:spPr bwMode="auto">
          <a:xfrm>
            <a:off x="6716608" y="1603739"/>
            <a:ext cx="1350698" cy="424732"/>
          </a:xfrm>
          <a:prstGeom prst="rect">
            <a:avLst/>
          </a:prstGeom>
          <a:solidFill>
            <a:srgbClr val="C3E3F9"/>
          </a:solidFill>
          <a:ln>
            <a:noFill/>
          </a:ln>
          <a:effectLst/>
        </p:spPr>
        <p:txBody>
          <a:bodyPr wrap="square">
            <a:spAutoFit/>
          </a:bodyPr>
          <a:lstStyle/>
          <a:p>
            <a:pPr>
              <a:lnSpc>
                <a:spcPct val="90000"/>
              </a:lnSpc>
            </a:pPr>
            <a:r>
              <a:rPr kumimoji="1" lang="zh-CN" altLang="en-US" sz="1200" b="1" dirty="0">
                <a:solidFill>
                  <a:srgbClr val="0000CC"/>
                </a:solidFill>
                <a:latin typeface="微软雅黑" pitchFamily="34" charset="-122"/>
                <a:ea typeface="微软雅黑" pitchFamily="34" charset="-122"/>
              </a:rPr>
              <a:t>路由选择、管理</a:t>
            </a:r>
            <a:endParaRPr kumimoji="1" lang="en-US" altLang="zh-CN" sz="1200" b="1" dirty="0">
              <a:solidFill>
                <a:srgbClr val="0000CC"/>
              </a:solidFill>
              <a:latin typeface="微软雅黑" pitchFamily="34" charset="-122"/>
              <a:ea typeface="微软雅黑" pitchFamily="34" charset="-122"/>
            </a:endParaRPr>
          </a:p>
          <a:p>
            <a:pPr>
              <a:lnSpc>
                <a:spcPct val="90000"/>
              </a:lnSpc>
            </a:pPr>
            <a:r>
              <a:rPr kumimoji="1" lang="zh-CN" altLang="en-US" sz="1200" b="1" dirty="0">
                <a:solidFill>
                  <a:srgbClr val="C00000"/>
                </a:solidFill>
                <a:latin typeface="微软雅黑" pitchFamily="34" charset="-122"/>
                <a:ea typeface="微软雅黑" pitchFamily="34" charset="-122"/>
              </a:rPr>
              <a:t>控制平面</a:t>
            </a:r>
            <a:r>
              <a:rPr kumimoji="1" lang="zh-CN" altLang="en-US" sz="1200" b="1" dirty="0">
                <a:solidFill>
                  <a:srgbClr val="0000CC"/>
                </a:solidFill>
                <a:latin typeface="微软雅黑" pitchFamily="34" charset="-122"/>
                <a:ea typeface="微软雅黑" pitchFamily="34" charset="-122"/>
              </a:rPr>
              <a:t>（软件）</a:t>
            </a:r>
          </a:p>
        </p:txBody>
      </p:sp>
      <p:grpSp>
        <p:nvGrpSpPr>
          <p:cNvPr id="52" name="组合 51">
            <a:extLst>
              <a:ext uri="{FF2B5EF4-FFF2-40B4-BE49-F238E27FC236}">
                <a16:creationId xmlns:a16="http://schemas.microsoft.com/office/drawing/2014/main" id="{D0C1FFF3-18E4-ACDF-1DC7-1E62343726FA}"/>
              </a:ext>
            </a:extLst>
          </p:cNvPr>
          <p:cNvGrpSpPr/>
          <p:nvPr/>
        </p:nvGrpSpPr>
        <p:grpSpPr>
          <a:xfrm>
            <a:off x="3221680" y="1130643"/>
            <a:ext cx="1507338" cy="912454"/>
            <a:chOff x="3221680" y="1130643"/>
            <a:chExt cx="1507338" cy="912454"/>
          </a:xfrm>
        </p:grpSpPr>
        <p:sp>
          <p:nvSpPr>
            <p:cNvPr id="12" name="Text Box 7"/>
            <p:cNvSpPr txBox="1">
              <a:spLocks noChangeArrowheads="1"/>
            </p:cNvSpPr>
            <p:nvPr/>
          </p:nvSpPr>
          <p:spPr bwMode="auto">
            <a:xfrm>
              <a:off x="3221680" y="1130643"/>
              <a:ext cx="15073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latin typeface="微软雅黑" pitchFamily="34" charset="-122"/>
                  <a:ea typeface="微软雅黑" pitchFamily="34" charset="-122"/>
                </a:rPr>
                <a:t>路由处理机</a:t>
              </a:r>
            </a:p>
          </p:txBody>
        </p:sp>
        <p:sp>
          <p:nvSpPr>
            <p:cNvPr id="13" name="Line 8"/>
            <p:cNvSpPr>
              <a:spLocks noChangeShapeType="1"/>
            </p:cNvSpPr>
            <p:nvPr/>
          </p:nvSpPr>
          <p:spPr bwMode="auto">
            <a:xfrm>
              <a:off x="3991337" y="1638110"/>
              <a:ext cx="0" cy="14682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 name="Rectangle 9"/>
            <p:cNvSpPr>
              <a:spLocks noChangeArrowheads="1"/>
            </p:cNvSpPr>
            <p:nvPr/>
          </p:nvSpPr>
          <p:spPr bwMode="auto">
            <a:xfrm>
              <a:off x="3419165" y="1455816"/>
              <a:ext cx="1144345" cy="242401"/>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200" b="1" dirty="0">
                  <a:solidFill>
                    <a:schemeClr val="bg1"/>
                  </a:solidFill>
                  <a:latin typeface="微软雅黑" pitchFamily="34" charset="-122"/>
                  <a:ea typeface="微软雅黑" pitchFamily="34" charset="-122"/>
                </a:rPr>
                <a:t>路由协议</a:t>
              </a:r>
            </a:p>
          </p:txBody>
        </p:sp>
        <p:sp>
          <p:nvSpPr>
            <p:cNvPr id="15" name="Rectangle 10"/>
            <p:cNvSpPr>
              <a:spLocks noChangeArrowheads="1"/>
            </p:cNvSpPr>
            <p:nvPr/>
          </p:nvSpPr>
          <p:spPr bwMode="auto">
            <a:xfrm>
              <a:off x="3601705" y="1786900"/>
              <a:ext cx="780331" cy="256197"/>
            </a:xfrm>
            <a:prstGeom prst="rect">
              <a:avLst/>
            </a:prstGeom>
            <a:solidFill>
              <a:srgbClr val="99FF33"/>
            </a:solidFill>
            <a:ln w="19050">
              <a:solidFill>
                <a:schemeClr val="tx1"/>
              </a:solidFill>
              <a:miter lim="800000"/>
              <a:headEnd/>
              <a:tailEnd/>
            </a:ln>
            <a:effectLst/>
          </p:spPr>
          <p:txBody>
            <a:bodyPr wrap="none" anchor="ctr"/>
            <a:lstStyle/>
            <a:p>
              <a:pPr algn="ctr"/>
              <a:r>
                <a:rPr kumimoji="1" lang="zh-CN" altLang="en-US" sz="1200" b="1" dirty="0">
                  <a:solidFill>
                    <a:srgbClr val="0000CC"/>
                  </a:solidFill>
                  <a:latin typeface="微软雅黑" pitchFamily="34" charset="-122"/>
                  <a:ea typeface="微软雅黑" pitchFamily="34" charset="-122"/>
                </a:rPr>
                <a:t>路由表</a:t>
              </a:r>
            </a:p>
          </p:txBody>
        </p:sp>
      </p:grpSp>
      <p:sp>
        <p:nvSpPr>
          <p:cNvPr id="16" name="Rectangle 11"/>
          <p:cNvSpPr>
            <a:spLocks noChangeArrowheads="1"/>
          </p:cNvSpPr>
          <p:nvPr/>
        </p:nvSpPr>
        <p:spPr bwMode="auto">
          <a:xfrm>
            <a:off x="1520109" y="2600726"/>
            <a:ext cx="1560664" cy="450314"/>
          </a:xfrm>
          <a:prstGeom prst="rect">
            <a:avLst/>
          </a:prstGeom>
          <a:solidFill>
            <a:srgbClr val="66FFFF"/>
          </a:solidFill>
          <a:ln w="12700" cmpd="sng">
            <a:solidFill>
              <a:schemeClr val="tx1"/>
            </a:solidFill>
            <a:prstDash val="dash"/>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7" name="Rectangle 12"/>
          <p:cNvSpPr>
            <a:spLocks noChangeArrowheads="1"/>
          </p:cNvSpPr>
          <p:nvPr/>
        </p:nvSpPr>
        <p:spPr bwMode="auto">
          <a:xfrm>
            <a:off x="2664453" y="2702218"/>
            <a:ext cx="313841" cy="245358"/>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18" name="Line 13"/>
          <p:cNvSpPr>
            <a:spLocks noChangeShapeType="1"/>
          </p:cNvSpPr>
          <p:nvPr/>
        </p:nvSpPr>
        <p:spPr bwMode="auto">
          <a:xfrm flipV="1">
            <a:off x="1417630" y="2825390"/>
            <a:ext cx="23911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9" name="Line 14"/>
          <p:cNvSpPr>
            <a:spLocks noChangeShapeType="1"/>
          </p:cNvSpPr>
          <p:nvPr/>
        </p:nvSpPr>
        <p:spPr bwMode="auto">
          <a:xfrm>
            <a:off x="1954900" y="2825390"/>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0" name="Line 15"/>
          <p:cNvSpPr>
            <a:spLocks noChangeShapeType="1"/>
          </p:cNvSpPr>
          <p:nvPr/>
        </p:nvSpPr>
        <p:spPr bwMode="auto">
          <a:xfrm>
            <a:off x="2466597" y="2825390"/>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1" name="Line 16"/>
          <p:cNvSpPr>
            <a:spLocks noChangeShapeType="1"/>
          </p:cNvSpPr>
          <p:nvPr/>
        </p:nvSpPr>
        <p:spPr bwMode="auto">
          <a:xfrm>
            <a:off x="2978294" y="2825390"/>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2" name="Text Box 17"/>
          <p:cNvSpPr txBox="1">
            <a:spLocks noChangeArrowheads="1"/>
          </p:cNvSpPr>
          <p:nvPr/>
        </p:nvSpPr>
        <p:spPr bwMode="auto">
          <a:xfrm>
            <a:off x="1807077" y="2346882"/>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itchFamily="34" charset="-122"/>
                <a:ea typeface="微软雅黑" pitchFamily="34" charset="-122"/>
              </a:rPr>
              <a:t>输入端口</a:t>
            </a:r>
          </a:p>
        </p:txBody>
      </p:sp>
      <p:sp>
        <p:nvSpPr>
          <p:cNvPr id="23" name="Rectangle 18"/>
          <p:cNvSpPr>
            <a:spLocks noChangeArrowheads="1"/>
          </p:cNvSpPr>
          <p:nvPr/>
        </p:nvSpPr>
        <p:spPr bwMode="auto">
          <a:xfrm>
            <a:off x="1520109" y="3577228"/>
            <a:ext cx="1560664" cy="450315"/>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Rectangle 19"/>
          <p:cNvSpPr>
            <a:spLocks noChangeArrowheads="1"/>
          </p:cNvSpPr>
          <p:nvPr/>
        </p:nvSpPr>
        <p:spPr bwMode="auto">
          <a:xfrm>
            <a:off x="2664453" y="3678722"/>
            <a:ext cx="313841" cy="246343"/>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25" name="Line 20"/>
          <p:cNvSpPr>
            <a:spLocks noChangeShapeType="1"/>
          </p:cNvSpPr>
          <p:nvPr/>
        </p:nvSpPr>
        <p:spPr bwMode="auto">
          <a:xfrm flipV="1">
            <a:off x="1417630" y="3801893"/>
            <a:ext cx="23911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6" name="Line 21"/>
          <p:cNvSpPr>
            <a:spLocks noChangeShapeType="1"/>
          </p:cNvSpPr>
          <p:nvPr/>
        </p:nvSpPr>
        <p:spPr bwMode="auto">
          <a:xfrm>
            <a:off x="1954900" y="3801893"/>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7" name="Line 22"/>
          <p:cNvSpPr>
            <a:spLocks noChangeShapeType="1"/>
          </p:cNvSpPr>
          <p:nvPr/>
        </p:nvSpPr>
        <p:spPr bwMode="auto">
          <a:xfrm>
            <a:off x="2466597" y="3801893"/>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8" name="Line 23"/>
          <p:cNvSpPr>
            <a:spLocks noChangeShapeType="1"/>
          </p:cNvSpPr>
          <p:nvPr/>
        </p:nvSpPr>
        <p:spPr bwMode="auto">
          <a:xfrm>
            <a:off x="2978294" y="3801893"/>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9" name="Rectangle 24"/>
          <p:cNvSpPr>
            <a:spLocks noChangeArrowheads="1"/>
          </p:cNvSpPr>
          <p:nvPr/>
        </p:nvSpPr>
        <p:spPr bwMode="auto">
          <a:xfrm>
            <a:off x="3185386" y="2600725"/>
            <a:ext cx="1612970" cy="1434701"/>
          </a:xfrm>
          <a:prstGeom prst="rect">
            <a:avLst/>
          </a:prstGeom>
          <a:solidFill>
            <a:srgbClr val="FFCC00"/>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0" name="Rectangle 25"/>
          <p:cNvSpPr>
            <a:spLocks noChangeArrowheads="1"/>
          </p:cNvSpPr>
          <p:nvPr/>
        </p:nvSpPr>
        <p:spPr bwMode="auto">
          <a:xfrm flipH="1">
            <a:off x="4902969" y="2600726"/>
            <a:ext cx="1558529" cy="450314"/>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Line 26"/>
          <p:cNvSpPr>
            <a:spLocks noChangeShapeType="1"/>
          </p:cNvSpPr>
          <p:nvPr/>
        </p:nvSpPr>
        <p:spPr bwMode="auto">
          <a:xfrm flipV="1">
            <a:off x="6351548" y="2825390"/>
            <a:ext cx="21456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2" name="Line 27"/>
          <p:cNvSpPr>
            <a:spLocks noChangeShapeType="1"/>
          </p:cNvSpPr>
          <p:nvPr/>
        </p:nvSpPr>
        <p:spPr bwMode="auto">
          <a:xfrm rot="10800000" flipH="1">
            <a:off x="5838087" y="2825390"/>
            <a:ext cx="20816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3" name="Line 28"/>
          <p:cNvSpPr>
            <a:spLocks noChangeShapeType="1"/>
          </p:cNvSpPr>
          <p:nvPr/>
        </p:nvSpPr>
        <p:spPr bwMode="auto">
          <a:xfrm>
            <a:off x="5335626" y="2825390"/>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4" name="Line 29"/>
          <p:cNvSpPr>
            <a:spLocks noChangeShapeType="1"/>
          </p:cNvSpPr>
          <p:nvPr/>
        </p:nvSpPr>
        <p:spPr bwMode="auto">
          <a:xfrm>
            <a:off x="4798356" y="2825390"/>
            <a:ext cx="248724"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5" name="Rectangle 30"/>
          <p:cNvSpPr>
            <a:spLocks noChangeArrowheads="1"/>
          </p:cNvSpPr>
          <p:nvPr/>
        </p:nvSpPr>
        <p:spPr bwMode="auto">
          <a:xfrm flipH="1">
            <a:off x="4902969" y="3577228"/>
            <a:ext cx="1558529" cy="450315"/>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6" name="Line 31"/>
          <p:cNvSpPr>
            <a:spLocks noChangeShapeType="1"/>
          </p:cNvSpPr>
          <p:nvPr/>
        </p:nvSpPr>
        <p:spPr bwMode="auto">
          <a:xfrm flipV="1">
            <a:off x="6351548" y="3801893"/>
            <a:ext cx="21456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Line 32"/>
          <p:cNvSpPr>
            <a:spLocks noChangeShapeType="1"/>
          </p:cNvSpPr>
          <p:nvPr/>
        </p:nvSpPr>
        <p:spPr bwMode="auto">
          <a:xfrm>
            <a:off x="5838087" y="3801893"/>
            <a:ext cx="20816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33"/>
          <p:cNvSpPr>
            <a:spLocks noChangeShapeType="1"/>
          </p:cNvSpPr>
          <p:nvPr/>
        </p:nvSpPr>
        <p:spPr bwMode="auto">
          <a:xfrm>
            <a:off x="5335626" y="3801893"/>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Line 34"/>
          <p:cNvSpPr>
            <a:spLocks noChangeShapeType="1"/>
          </p:cNvSpPr>
          <p:nvPr/>
        </p:nvSpPr>
        <p:spPr bwMode="auto">
          <a:xfrm flipV="1">
            <a:off x="4798356" y="3801893"/>
            <a:ext cx="24018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0" name="Text Box 35"/>
          <p:cNvSpPr txBox="1">
            <a:spLocks noChangeArrowheads="1"/>
          </p:cNvSpPr>
          <p:nvPr/>
        </p:nvSpPr>
        <p:spPr bwMode="auto">
          <a:xfrm>
            <a:off x="3615941" y="3212452"/>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交换结构</a:t>
            </a:r>
          </a:p>
        </p:txBody>
      </p:sp>
      <p:sp>
        <p:nvSpPr>
          <p:cNvPr id="41" name="Text Box 36"/>
          <p:cNvSpPr txBox="1">
            <a:spLocks noChangeArrowheads="1"/>
          </p:cNvSpPr>
          <p:nvPr/>
        </p:nvSpPr>
        <p:spPr bwMode="auto">
          <a:xfrm>
            <a:off x="1936427" y="3302310"/>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CC"/>
                </a:solidFill>
                <a:latin typeface="微软雅黑" pitchFamily="34" charset="-122"/>
                <a:ea typeface="微软雅黑" pitchFamily="34" charset="-122"/>
              </a:rPr>
              <a:t>输入端口</a:t>
            </a:r>
          </a:p>
        </p:txBody>
      </p:sp>
      <p:sp>
        <p:nvSpPr>
          <p:cNvPr id="42" name="Text Box 37"/>
          <p:cNvSpPr txBox="1">
            <a:spLocks noChangeArrowheads="1"/>
          </p:cNvSpPr>
          <p:nvPr/>
        </p:nvSpPr>
        <p:spPr bwMode="auto">
          <a:xfrm>
            <a:off x="5317154" y="235930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CC"/>
                </a:solidFill>
                <a:latin typeface="微软雅黑" pitchFamily="34" charset="-122"/>
                <a:ea typeface="微软雅黑" pitchFamily="34" charset="-122"/>
              </a:rPr>
              <a:t>输出端口</a:t>
            </a:r>
          </a:p>
        </p:txBody>
      </p:sp>
      <p:sp>
        <p:nvSpPr>
          <p:cNvPr id="43" name="Line 38"/>
          <p:cNvSpPr>
            <a:spLocks noChangeShapeType="1"/>
          </p:cNvSpPr>
          <p:nvPr/>
        </p:nvSpPr>
        <p:spPr bwMode="auto">
          <a:xfrm>
            <a:off x="1025236" y="2218731"/>
            <a:ext cx="7305964" cy="0"/>
          </a:xfrm>
          <a:prstGeom prst="line">
            <a:avLst/>
          </a:prstGeom>
          <a:noFill/>
          <a:ln w="28575">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4" name="Line 39"/>
          <p:cNvSpPr>
            <a:spLocks noChangeShapeType="1"/>
          </p:cNvSpPr>
          <p:nvPr/>
        </p:nvSpPr>
        <p:spPr bwMode="auto">
          <a:xfrm>
            <a:off x="6953145" y="2267578"/>
            <a:ext cx="0" cy="1968956"/>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5" name="Text Box 40"/>
          <p:cNvSpPr txBox="1">
            <a:spLocks noChangeArrowheads="1"/>
          </p:cNvSpPr>
          <p:nvPr/>
        </p:nvSpPr>
        <p:spPr bwMode="auto">
          <a:xfrm>
            <a:off x="6716608" y="3113945"/>
            <a:ext cx="1305865" cy="424732"/>
          </a:xfrm>
          <a:prstGeom prst="rect">
            <a:avLst/>
          </a:prstGeom>
          <a:solidFill>
            <a:srgbClr val="C3E3F9"/>
          </a:solidFill>
          <a:ln>
            <a:noFill/>
          </a:ln>
          <a:effectLst/>
        </p:spPr>
        <p:txBody>
          <a:bodyPr wrap="square">
            <a:spAutoFit/>
          </a:bodyPr>
          <a:lstStyle/>
          <a:p>
            <a:pPr>
              <a:lnSpc>
                <a:spcPct val="90000"/>
              </a:lnSpc>
            </a:pPr>
            <a:r>
              <a:rPr kumimoji="1" lang="zh-CN" altLang="en-US" sz="1200" b="1" dirty="0">
                <a:solidFill>
                  <a:srgbClr val="0000CC"/>
                </a:solidFill>
                <a:latin typeface="微软雅黑" pitchFamily="34" charset="-122"/>
                <a:ea typeface="微软雅黑" pitchFamily="34" charset="-122"/>
              </a:rPr>
              <a:t>分组转发</a:t>
            </a:r>
            <a:endParaRPr kumimoji="1" lang="en-US" altLang="zh-CN" sz="1200" b="1" dirty="0">
              <a:solidFill>
                <a:srgbClr val="0000CC"/>
              </a:solidFill>
              <a:latin typeface="微软雅黑" pitchFamily="34" charset="-122"/>
              <a:ea typeface="微软雅黑" pitchFamily="34" charset="-122"/>
            </a:endParaRPr>
          </a:p>
          <a:p>
            <a:pPr>
              <a:lnSpc>
                <a:spcPct val="90000"/>
              </a:lnSpc>
            </a:pPr>
            <a:r>
              <a:rPr kumimoji="1" lang="zh-CN" altLang="en-US" sz="1200" b="1" dirty="0">
                <a:solidFill>
                  <a:srgbClr val="C00000"/>
                </a:solidFill>
                <a:latin typeface="微软雅黑" pitchFamily="34" charset="-122"/>
                <a:ea typeface="微软雅黑" pitchFamily="34" charset="-122"/>
              </a:rPr>
              <a:t>数据平面</a:t>
            </a:r>
            <a:r>
              <a:rPr kumimoji="1" lang="zh-CN" altLang="en-US" sz="1200" b="1" dirty="0">
                <a:solidFill>
                  <a:srgbClr val="0000CC"/>
                </a:solidFill>
                <a:latin typeface="微软雅黑" pitchFamily="34" charset="-122"/>
                <a:ea typeface="微软雅黑" pitchFamily="34" charset="-122"/>
              </a:rPr>
              <a:t>（硬件）</a:t>
            </a:r>
          </a:p>
        </p:txBody>
      </p:sp>
      <p:sp>
        <p:nvSpPr>
          <p:cNvPr id="49" name="Text Box 44"/>
          <p:cNvSpPr txBox="1">
            <a:spLocks noChangeArrowheads="1"/>
          </p:cNvSpPr>
          <p:nvPr/>
        </p:nvSpPr>
        <p:spPr bwMode="auto">
          <a:xfrm>
            <a:off x="5317154" y="3302310"/>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CC"/>
                </a:solidFill>
                <a:latin typeface="微软雅黑" pitchFamily="34" charset="-122"/>
                <a:ea typeface="微软雅黑" pitchFamily="34" charset="-122"/>
              </a:rPr>
              <a:t>输出端口</a:t>
            </a:r>
          </a:p>
        </p:txBody>
      </p:sp>
      <p:sp>
        <p:nvSpPr>
          <p:cNvPr id="50" name="Text Box 45"/>
          <p:cNvSpPr txBox="1">
            <a:spLocks noChangeArrowheads="1"/>
          </p:cNvSpPr>
          <p:nvPr/>
        </p:nvSpPr>
        <p:spPr bwMode="auto">
          <a:xfrm rot="5400000">
            <a:off x="2250725" y="3092371"/>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t>
            </a:r>
          </a:p>
        </p:txBody>
      </p:sp>
      <p:sp>
        <p:nvSpPr>
          <p:cNvPr id="51" name="Text Box 46"/>
          <p:cNvSpPr txBox="1">
            <a:spLocks noChangeArrowheads="1"/>
          </p:cNvSpPr>
          <p:nvPr/>
        </p:nvSpPr>
        <p:spPr bwMode="auto">
          <a:xfrm rot="5400000">
            <a:off x="5615439" y="3092371"/>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t>
            </a:r>
          </a:p>
        </p:txBody>
      </p:sp>
      <p:sp>
        <p:nvSpPr>
          <p:cNvPr id="54" name="Rectangle 49"/>
          <p:cNvSpPr>
            <a:spLocks noChangeArrowheads="1"/>
          </p:cNvSpPr>
          <p:nvPr/>
        </p:nvSpPr>
        <p:spPr bwMode="auto">
          <a:xfrm>
            <a:off x="6043044" y="2744590"/>
            <a:ext cx="311706" cy="175396"/>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5" name="Rectangle 50"/>
          <p:cNvSpPr>
            <a:spLocks noChangeArrowheads="1"/>
          </p:cNvSpPr>
          <p:nvPr/>
        </p:nvSpPr>
        <p:spPr bwMode="auto">
          <a:xfrm>
            <a:off x="6059057" y="3712224"/>
            <a:ext cx="311706" cy="17736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6" name="Rectangle 51"/>
          <p:cNvSpPr>
            <a:spLocks noChangeArrowheads="1"/>
          </p:cNvSpPr>
          <p:nvPr/>
        </p:nvSpPr>
        <p:spPr bwMode="auto">
          <a:xfrm>
            <a:off x="1673826" y="3712224"/>
            <a:ext cx="311706" cy="17736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7" name="Rectangle 52"/>
          <p:cNvSpPr>
            <a:spLocks noChangeArrowheads="1"/>
          </p:cNvSpPr>
          <p:nvPr/>
        </p:nvSpPr>
        <p:spPr bwMode="auto">
          <a:xfrm flipH="1">
            <a:off x="5037473" y="2702218"/>
            <a:ext cx="311706" cy="245358"/>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58" name="Rectangle 53"/>
          <p:cNvSpPr>
            <a:spLocks noChangeArrowheads="1"/>
          </p:cNvSpPr>
          <p:nvPr/>
        </p:nvSpPr>
        <p:spPr bwMode="auto">
          <a:xfrm flipH="1">
            <a:off x="5037473" y="3678722"/>
            <a:ext cx="311706" cy="246343"/>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59" name="Rectangle 54"/>
          <p:cNvSpPr>
            <a:spLocks noChangeArrowheads="1"/>
          </p:cNvSpPr>
          <p:nvPr/>
        </p:nvSpPr>
        <p:spPr bwMode="auto">
          <a:xfrm>
            <a:off x="1673826" y="2744590"/>
            <a:ext cx="311706" cy="175396"/>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60" name="Rectangle 55"/>
          <p:cNvSpPr>
            <a:spLocks noChangeArrowheads="1"/>
          </p:cNvSpPr>
          <p:nvPr/>
        </p:nvSpPr>
        <p:spPr bwMode="auto">
          <a:xfrm>
            <a:off x="2169139" y="2723896"/>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sp>
        <p:nvSpPr>
          <p:cNvPr id="61" name="Rectangle 56"/>
          <p:cNvSpPr>
            <a:spLocks noChangeArrowheads="1"/>
          </p:cNvSpPr>
          <p:nvPr/>
        </p:nvSpPr>
        <p:spPr bwMode="auto">
          <a:xfrm>
            <a:off x="2169139" y="3699414"/>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sp>
        <p:nvSpPr>
          <p:cNvPr id="62" name="Rectangle 57"/>
          <p:cNvSpPr>
            <a:spLocks noChangeArrowheads="1"/>
          </p:cNvSpPr>
          <p:nvPr/>
        </p:nvSpPr>
        <p:spPr bwMode="auto">
          <a:xfrm flipH="1">
            <a:off x="5540259" y="2723896"/>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sp>
        <p:nvSpPr>
          <p:cNvPr id="63" name="Rectangle 58"/>
          <p:cNvSpPr>
            <a:spLocks noChangeArrowheads="1"/>
          </p:cNvSpPr>
          <p:nvPr/>
        </p:nvSpPr>
        <p:spPr bwMode="auto">
          <a:xfrm flipH="1">
            <a:off x="5547731" y="3699414"/>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sp>
        <p:nvSpPr>
          <p:cNvPr id="64" name="AutoShape 4"/>
          <p:cNvSpPr>
            <a:spLocks noChangeArrowheads="1"/>
          </p:cNvSpPr>
          <p:nvPr/>
        </p:nvSpPr>
        <p:spPr bwMode="auto">
          <a:xfrm>
            <a:off x="3835484" y="2108132"/>
            <a:ext cx="311706" cy="491701"/>
          </a:xfrm>
          <a:prstGeom prst="upDownArrow">
            <a:avLst>
              <a:gd name="adj1" fmla="val 50000"/>
              <a:gd name="adj2" fmla="val 34178"/>
            </a:avLst>
          </a:prstGeom>
          <a:solidFill>
            <a:srgbClr val="CC00CC"/>
          </a:solidFill>
          <a:ln w="2857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cxnSp>
        <p:nvCxnSpPr>
          <p:cNvPr id="67" name="肘形连接符 66"/>
          <p:cNvCxnSpPr>
            <a:cxnSpLocks/>
            <a:stCxn id="15" idx="1"/>
            <a:endCxn id="17" idx="0"/>
          </p:cNvCxnSpPr>
          <p:nvPr/>
        </p:nvCxnSpPr>
        <p:spPr>
          <a:xfrm rot="10800000" flipV="1">
            <a:off x="2821375" y="1914998"/>
            <a:ext cx="780331" cy="787219"/>
          </a:xfrm>
          <a:prstGeom prst="bentConnector2">
            <a:avLst/>
          </a:prstGeom>
          <a:ln w="12700">
            <a:prstDash val="sysDash"/>
            <a:tailEnd type="triangle" w="med" len="lg"/>
          </a:ln>
        </p:spPr>
        <p:style>
          <a:lnRef idx="1">
            <a:schemeClr val="dk1"/>
          </a:lnRef>
          <a:fillRef idx="0">
            <a:schemeClr val="dk1"/>
          </a:fillRef>
          <a:effectRef idx="0">
            <a:schemeClr val="dk1"/>
          </a:effectRef>
          <a:fontRef idx="minor">
            <a:schemeClr val="tx1"/>
          </a:fontRef>
        </p:style>
      </p:cxnSp>
      <p:sp>
        <p:nvSpPr>
          <p:cNvPr id="68" name="矩形 67"/>
          <p:cNvSpPr/>
          <p:nvPr/>
        </p:nvSpPr>
        <p:spPr>
          <a:xfrm>
            <a:off x="7013806" y="1269142"/>
            <a:ext cx="1005403"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路由部分</a:t>
            </a:r>
            <a:endParaRPr lang="en-US" altLang="zh-CN" sz="1600" b="1" dirty="0">
              <a:latin typeface="微软雅黑" panose="020B0503020204020204" pitchFamily="34" charset="-122"/>
              <a:ea typeface="微软雅黑" panose="020B0503020204020204" pitchFamily="34" charset="-122"/>
            </a:endParaRPr>
          </a:p>
        </p:txBody>
      </p:sp>
      <p:sp>
        <p:nvSpPr>
          <p:cNvPr id="69" name="矩形 68"/>
          <p:cNvSpPr/>
          <p:nvPr/>
        </p:nvSpPr>
        <p:spPr>
          <a:xfrm>
            <a:off x="7013806" y="2501155"/>
            <a:ext cx="1415772"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分组转发部分</a:t>
            </a:r>
          </a:p>
        </p:txBody>
      </p:sp>
      <p:cxnSp>
        <p:nvCxnSpPr>
          <p:cNvPr id="71" name="直接箭头连接符 70"/>
          <p:cNvCxnSpPr/>
          <p:nvPr/>
        </p:nvCxnSpPr>
        <p:spPr>
          <a:xfrm>
            <a:off x="2821373" y="2947576"/>
            <a:ext cx="0" cy="731146"/>
          </a:xfrm>
          <a:prstGeom prst="straightConnector1">
            <a:avLst/>
          </a:prstGeom>
          <a:ln w="12700">
            <a:solidFill>
              <a:schemeClr val="tx1"/>
            </a:solidFill>
            <a:prstDash val="sysDash"/>
            <a:tailEnd type="triangle" w="med" len="lg"/>
          </a:ln>
        </p:spPr>
        <p:style>
          <a:lnRef idx="1">
            <a:schemeClr val="accent1"/>
          </a:lnRef>
          <a:fillRef idx="0">
            <a:schemeClr val="accent1"/>
          </a:fillRef>
          <a:effectRef idx="0">
            <a:schemeClr val="accent1"/>
          </a:effectRef>
          <a:fontRef idx="minor">
            <a:schemeClr val="tx1"/>
          </a:fontRef>
        </p:style>
      </p:cxnSp>
      <p:sp>
        <p:nvSpPr>
          <p:cNvPr id="2" name="AutoShape 5">
            <a:extLst>
              <a:ext uri="{FF2B5EF4-FFF2-40B4-BE49-F238E27FC236}">
                <a16:creationId xmlns:a16="http://schemas.microsoft.com/office/drawing/2014/main" id="{290682B1-BF98-4FB3-4029-E127A51AB801}"/>
              </a:ext>
            </a:extLst>
          </p:cNvPr>
          <p:cNvSpPr>
            <a:spLocks noChangeArrowheads="1"/>
          </p:cNvSpPr>
          <p:nvPr/>
        </p:nvSpPr>
        <p:spPr bwMode="auto">
          <a:xfrm>
            <a:off x="545144" y="616540"/>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63FCF89E-06FF-F26C-B6B6-AAED229B9994}"/>
              </a:ext>
            </a:extLst>
          </p:cNvPr>
          <p:cNvSpPr>
            <a:spLocks noChangeArrowheads="1"/>
          </p:cNvSpPr>
          <p:nvPr/>
        </p:nvSpPr>
        <p:spPr bwMode="auto">
          <a:xfrm>
            <a:off x="3080214" y="575677"/>
            <a:ext cx="29835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4.7.1  </a:t>
            </a:r>
            <a:r>
              <a:rPr lang="zh-CN" altLang="en-US" sz="2400" b="1" dirty="0">
                <a:solidFill>
                  <a:schemeClr val="bg1"/>
                </a:solidFill>
                <a:latin typeface="微软雅黑" pitchFamily="34" charset="-122"/>
                <a:ea typeface="微软雅黑" pitchFamily="34" charset="-122"/>
              </a:rPr>
              <a:t>路由器的结构</a:t>
            </a:r>
          </a:p>
        </p:txBody>
      </p:sp>
      <p:sp>
        <p:nvSpPr>
          <p:cNvPr id="46" name="Rectangle 10">
            <a:extLst>
              <a:ext uri="{FF2B5EF4-FFF2-40B4-BE49-F238E27FC236}">
                <a16:creationId xmlns:a16="http://schemas.microsoft.com/office/drawing/2014/main" id="{D608BF6A-1CB9-9791-27A5-BAB0CE48E24E}"/>
              </a:ext>
            </a:extLst>
          </p:cNvPr>
          <p:cNvSpPr>
            <a:spLocks noChangeArrowheads="1"/>
          </p:cNvSpPr>
          <p:nvPr/>
        </p:nvSpPr>
        <p:spPr bwMode="auto">
          <a:xfrm>
            <a:off x="2534921" y="2267578"/>
            <a:ext cx="570901" cy="256197"/>
          </a:xfrm>
          <a:prstGeom prst="rect">
            <a:avLst/>
          </a:prstGeom>
          <a:solidFill>
            <a:srgbClr val="99FF33"/>
          </a:solidFill>
          <a:ln w="19050">
            <a:solidFill>
              <a:schemeClr val="tx1"/>
            </a:solidFill>
            <a:miter lim="800000"/>
            <a:headEnd/>
            <a:tailEnd/>
          </a:ln>
          <a:effectLst/>
        </p:spPr>
        <p:txBody>
          <a:bodyPr wrap="none" anchor="ctr"/>
          <a:lstStyle/>
          <a:p>
            <a:pPr algn="ctr"/>
            <a:r>
              <a:rPr kumimoji="1" lang="zh-CN" altLang="en-US" sz="1200" b="1" dirty="0">
                <a:solidFill>
                  <a:srgbClr val="0000CC"/>
                </a:solidFill>
                <a:latin typeface="微软雅黑" pitchFamily="34" charset="-122"/>
                <a:ea typeface="微软雅黑" pitchFamily="34" charset="-122"/>
              </a:rPr>
              <a:t>转发表</a:t>
            </a:r>
          </a:p>
        </p:txBody>
      </p:sp>
    </p:spTree>
    <p:extLst>
      <p:ext uri="{BB962C8B-B14F-4D97-AF65-F5344CB8AC3E}">
        <p14:creationId xmlns:p14="http://schemas.microsoft.com/office/powerpoint/2010/main" val="543701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1000" fill="hold"/>
                                        <p:tgtEl>
                                          <p:spTgt spid="45"/>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3000" fill="hold" nodeType="clickEffect">
                                  <p:stCondLst>
                                    <p:cond delay="0"/>
                                  </p:stCondLst>
                                  <p:childTnLst>
                                    <p:anim calcmode="discrete" valueType="str">
                                      <p:cBhvr>
                                        <p:cTn id="18" dur="1000" fill="hold"/>
                                        <p:tgtEl>
                                          <p:spTgt spid="5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43" grpId="0" animBg="1"/>
      <p:bldP spid="45" grpId="0" animBg="1"/>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616085" y="621023"/>
            <a:ext cx="7853464"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1047"/>
            <a:ext cx="7853464" cy="400110"/>
          </a:xfrm>
          <a:prstGeom prst="rect">
            <a:avLst/>
          </a:prstGeom>
        </p:spPr>
        <p:txBody>
          <a:bodyPr wrap="square">
            <a:spAutoFit/>
          </a:bodyPr>
          <a:lstStyle/>
          <a:p>
            <a:pPr algn="ctr"/>
            <a:r>
              <a:rPr lang="zh-CN" altLang="en-US" sz="2000" b="1" dirty="0">
                <a:latin typeface="微软雅黑" pitchFamily="34" charset="-122"/>
                <a:ea typeface="微软雅黑" pitchFamily="34" charset="-122"/>
              </a:rPr>
              <a:t>“转发”和“路由”的区别</a:t>
            </a:r>
          </a:p>
        </p:txBody>
      </p:sp>
      <p:sp>
        <p:nvSpPr>
          <p:cNvPr id="6" name="任意多边形 5"/>
          <p:cNvSpPr/>
          <p:nvPr/>
        </p:nvSpPr>
        <p:spPr>
          <a:xfrm>
            <a:off x="841380" y="1039603"/>
            <a:ext cx="3417911" cy="576000"/>
          </a:xfrm>
          <a:custGeom>
            <a:avLst/>
            <a:gdLst>
              <a:gd name="connsiteX0" fmla="*/ 0 w 3387682"/>
              <a:gd name="connsiteY0" fmla="*/ 0 h 576000"/>
              <a:gd name="connsiteX1" fmla="*/ 3387682 w 3387682"/>
              <a:gd name="connsiteY1" fmla="*/ 0 h 576000"/>
              <a:gd name="connsiteX2" fmla="*/ 3387682 w 3387682"/>
              <a:gd name="connsiteY2" fmla="*/ 576000 h 576000"/>
              <a:gd name="connsiteX3" fmla="*/ 0 w 3387682"/>
              <a:gd name="connsiteY3" fmla="*/ 576000 h 576000"/>
              <a:gd name="connsiteX4" fmla="*/ 0 w 3387682"/>
              <a:gd name="connsiteY4" fmla="*/ 0 h 5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576000">
                <a:moveTo>
                  <a:pt x="0" y="0"/>
                </a:moveTo>
                <a:lnTo>
                  <a:pt x="3387682" y="0"/>
                </a:lnTo>
                <a:lnTo>
                  <a:pt x="3387682" y="576000"/>
                </a:lnTo>
                <a:lnTo>
                  <a:pt x="0" y="576000"/>
                </a:lnTo>
                <a:lnTo>
                  <a:pt x="0" y="0"/>
                </a:lnTo>
                <a:close/>
              </a:path>
            </a:pathLst>
          </a:custGeom>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128016" tIns="73152" rIns="128016" bIns="73152" numCol="1" spcCol="1270" anchor="ctr" anchorCtr="0">
            <a:noAutofit/>
          </a:bodyPr>
          <a:lstStyle/>
          <a:p>
            <a:pPr lvl="0" algn="ctr" defTabSz="800100">
              <a:lnSpc>
                <a:spcPct val="90000"/>
              </a:lnSpc>
              <a:spcBef>
                <a:spcPct val="0"/>
              </a:spcBef>
              <a:spcAft>
                <a:spcPct val="35000"/>
              </a:spcAft>
            </a:pPr>
            <a:r>
              <a:rPr lang="zh-CN" altLang="en-US" sz="1800" b="1" kern="1200" dirty="0">
                <a:latin typeface="微软雅黑" panose="020B0503020204020204" pitchFamily="34" charset="-122"/>
                <a:ea typeface="微软雅黑" panose="020B0503020204020204" pitchFamily="34" charset="-122"/>
              </a:rPr>
              <a:t>转发</a:t>
            </a:r>
          </a:p>
        </p:txBody>
      </p:sp>
      <p:sp>
        <p:nvSpPr>
          <p:cNvPr id="7" name="任意多边形 6"/>
          <p:cNvSpPr/>
          <p:nvPr/>
        </p:nvSpPr>
        <p:spPr>
          <a:xfrm>
            <a:off x="841380" y="1615602"/>
            <a:ext cx="3417911" cy="2488295"/>
          </a:xfrm>
          <a:custGeom>
            <a:avLst/>
            <a:gdLst>
              <a:gd name="connsiteX0" fmla="*/ 0 w 3387682"/>
              <a:gd name="connsiteY0" fmla="*/ 0 h 2854800"/>
              <a:gd name="connsiteX1" fmla="*/ 3387682 w 3387682"/>
              <a:gd name="connsiteY1" fmla="*/ 0 h 2854800"/>
              <a:gd name="connsiteX2" fmla="*/ 3387682 w 3387682"/>
              <a:gd name="connsiteY2" fmla="*/ 2854800 h 2854800"/>
              <a:gd name="connsiteX3" fmla="*/ 0 w 3387682"/>
              <a:gd name="connsiteY3" fmla="*/ 2854800 h 2854800"/>
              <a:gd name="connsiteX4" fmla="*/ 0 w 3387682"/>
              <a:gd name="connsiteY4" fmla="*/ 0 h 285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2854800">
                <a:moveTo>
                  <a:pt x="0" y="0"/>
                </a:moveTo>
                <a:lnTo>
                  <a:pt x="3387682" y="0"/>
                </a:lnTo>
                <a:lnTo>
                  <a:pt x="3387682" y="2854800"/>
                </a:lnTo>
                <a:lnTo>
                  <a:pt x="0" y="2854800"/>
                </a:lnTo>
                <a:lnTo>
                  <a:pt x="0" y="0"/>
                </a:lnTo>
                <a:close/>
              </a:path>
            </a:pathLst>
          </a:custGeom>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74676" tIns="74676" rIns="99568" bIns="112014" numCol="1" spcCol="1270" anchor="t" anchorCtr="0">
            <a:noAutofit/>
          </a:bodyPr>
          <a:lstStyle/>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根据转发表将用户的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数据报从合适的端口转发出去。</a:t>
            </a:r>
          </a:p>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仅涉及到一个路由器。</a:t>
            </a:r>
          </a:p>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转发表是从路由表得出的。</a:t>
            </a:r>
          </a:p>
          <a:p>
            <a:pPr marL="114300" lvl="1" indent="-114300" defTabSz="622300">
              <a:lnSpc>
                <a:spcPts val="2400"/>
              </a:lnSpc>
              <a:spcBef>
                <a:spcPct val="0"/>
              </a:spcBef>
              <a:spcAft>
                <a:spcPct val="15000"/>
              </a:spcAft>
              <a:buChar char="••"/>
            </a:pPr>
            <a:r>
              <a:rPr lang="zh-CN" altLang="en-US" sz="1600" b="1" dirty="0">
                <a:latin typeface="微软雅黑" panose="020B0503020204020204" pitchFamily="34" charset="-122"/>
                <a:ea typeface="微软雅黑" panose="020B0503020204020204" pitchFamily="34" charset="-122"/>
              </a:rPr>
              <a:t>转发表的结构应当使查找过程最优化</a:t>
            </a:r>
            <a:r>
              <a:rPr lang="zh-CN" altLang="en-US" sz="1600" b="1" kern="1200" dirty="0">
                <a:latin typeface="微软雅黑" panose="020B0503020204020204" pitchFamily="34" charset="-122"/>
                <a:ea typeface="微软雅黑" panose="020B0503020204020204" pitchFamily="34" charset="-122"/>
              </a:rPr>
              <a:t>。</a:t>
            </a:r>
            <a:endParaRPr lang="en-US" altLang="zh-CN" sz="1600" b="1" kern="1200" dirty="0">
              <a:latin typeface="微软雅黑" panose="020B0503020204020204" pitchFamily="34" charset="-122"/>
              <a:ea typeface="微软雅黑" panose="020B0503020204020204" pitchFamily="34" charset="-122"/>
            </a:endParaRPr>
          </a:p>
          <a:p>
            <a:pPr marL="114300" lvl="1" indent="-114300" defTabSz="622300">
              <a:lnSpc>
                <a:spcPts val="2400"/>
              </a:lnSpc>
              <a:spcBef>
                <a:spcPct val="0"/>
              </a:spcBef>
              <a:spcAft>
                <a:spcPct val="15000"/>
              </a:spcAft>
              <a:buChar char="••"/>
            </a:pPr>
            <a:r>
              <a:rPr lang="zh-CN" altLang="en-US" sz="1600" b="1" dirty="0">
                <a:latin typeface="微软雅黑" panose="020B0503020204020204" pitchFamily="34" charset="-122"/>
                <a:ea typeface="微软雅黑" panose="020B0503020204020204" pitchFamily="34" charset="-122"/>
              </a:rPr>
              <a:t>转发表则可用特殊的硬件来实现</a:t>
            </a:r>
            <a:endParaRPr lang="zh-CN" altLang="en-US" sz="1600" b="1" kern="1200" dirty="0">
              <a:latin typeface="微软雅黑" panose="020B0503020204020204" pitchFamily="34" charset="-122"/>
              <a:ea typeface="微软雅黑" panose="020B0503020204020204" pitchFamily="34" charset="-122"/>
            </a:endParaRPr>
          </a:p>
          <a:p>
            <a:pPr marL="114300" lvl="1" indent="-114300" algn="l" defTabSz="622300">
              <a:lnSpc>
                <a:spcPts val="2400"/>
              </a:lnSpc>
              <a:spcBef>
                <a:spcPct val="0"/>
              </a:spcBef>
              <a:spcAft>
                <a:spcPct val="15000"/>
              </a:spcAft>
              <a:buChar char="••"/>
            </a:pPr>
            <a:endParaRPr lang="zh-CN" altLang="en-US" sz="1600" b="1" kern="1200" dirty="0">
              <a:latin typeface="微软雅黑" panose="020B0503020204020204" pitchFamily="34" charset="-122"/>
              <a:ea typeface="微软雅黑" panose="020B0503020204020204" pitchFamily="34" charset="-122"/>
            </a:endParaRPr>
          </a:p>
        </p:txBody>
      </p:sp>
      <p:sp>
        <p:nvSpPr>
          <p:cNvPr id="8" name="任意多边形 7"/>
          <p:cNvSpPr/>
          <p:nvPr/>
        </p:nvSpPr>
        <p:spPr>
          <a:xfrm>
            <a:off x="4737800" y="1039603"/>
            <a:ext cx="3417911" cy="576000"/>
          </a:xfrm>
          <a:custGeom>
            <a:avLst/>
            <a:gdLst>
              <a:gd name="connsiteX0" fmla="*/ 0 w 3387682"/>
              <a:gd name="connsiteY0" fmla="*/ 0 h 576000"/>
              <a:gd name="connsiteX1" fmla="*/ 3387682 w 3387682"/>
              <a:gd name="connsiteY1" fmla="*/ 0 h 576000"/>
              <a:gd name="connsiteX2" fmla="*/ 3387682 w 3387682"/>
              <a:gd name="connsiteY2" fmla="*/ 576000 h 576000"/>
              <a:gd name="connsiteX3" fmla="*/ 0 w 3387682"/>
              <a:gd name="connsiteY3" fmla="*/ 576000 h 576000"/>
              <a:gd name="connsiteX4" fmla="*/ 0 w 3387682"/>
              <a:gd name="connsiteY4" fmla="*/ 0 h 5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576000">
                <a:moveTo>
                  <a:pt x="0" y="0"/>
                </a:moveTo>
                <a:lnTo>
                  <a:pt x="3387682" y="0"/>
                </a:lnTo>
                <a:lnTo>
                  <a:pt x="3387682" y="576000"/>
                </a:lnTo>
                <a:lnTo>
                  <a:pt x="0" y="576000"/>
                </a:lnTo>
                <a:lnTo>
                  <a:pt x="0" y="0"/>
                </a:lnTo>
                <a:close/>
              </a:path>
            </a:pathLst>
          </a:custGeom>
        </p:spPr>
        <p:style>
          <a:lnRef idx="2">
            <a:schemeClr val="accent4">
              <a:hueOff val="-4464770"/>
              <a:satOff val="26899"/>
              <a:lumOff val="2156"/>
              <a:alphaOff val="0"/>
            </a:schemeClr>
          </a:lnRef>
          <a:fillRef idx="1">
            <a:schemeClr val="accent4">
              <a:hueOff val="-4464770"/>
              <a:satOff val="26899"/>
              <a:lumOff val="2156"/>
              <a:alphaOff val="0"/>
            </a:schemeClr>
          </a:fillRef>
          <a:effectRef idx="0">
            <a:schemeClr val="accent4">
              <a:hueOff val="-4464770"/>
              <a:satOff val="26899"/>
              <a:lumOff val="2156"/>
              <a:alphaOff val="0"/>
            </a:schemeClr>
          </a:effectRef>
          <a:fontRef idx="minor">
            <a:schemeClr val="lt1"/>
          </a:fontRef>
        </p:style>
        <p:txBody>
          <a:bodyPr spcFirstLastPara="0" vert="horz" wrap="square" lIns="128016" tIns="73152" rIns="128016" bIns="73152" numCol="1" spcCol="1270" anchor="ctr" anchorCtr="0">
            <a:noAutofit/>
          </a:bodyPr>
          <a:lstStyle/>
          <a:p>
            <a:pPr lvl="0" algn="ctr" defTabSz="800100">
              <a:lnSpc>
                <a:spcPct val="90000"/>
              </a:lnSpc>
              <a:spcBef>
                <a:spcPct val="0"/>
              </a:spcBef>
              <a:spcAft>
                <a:spcPct val="35000"/>
              </a:spcAft>
            </a:pPr>
            <a:r>
              <a:rPr lang="zh-CN" altLang="en-US" sz="1800" b="1" kern="1200" dirty="0">
                <a:latin typeface="微软雅黑" panose="020B0503020204020204" pitchFamily="34" charset="-122"/>
                <a:ea typeface="微软雅黑" panose="020B0503020204020204" pitchFamily="34" charset="-122"/>
              </a:rPr>
              <a:t>路由</a:t>
            </a:r>
          </a:p>
        </p:txBody>
      </p:sp>
      <p:sp>
        <p:nvSpPr>
          <p:cNvPr id="9" name="任意多边形 8"/>
          <p:cNvSpPr/>
          <p:nvPr/>
        </p:nvSpPr>
        <p:spPr>
          <a:xfrm>
            <a:off x="4737800" y="1615602"/>
            <a:ext cx="3417911" cy="2488295"/>
          </a:xfrm>
          <a:custGeom>
            <a:avLst/>
            <a:gdLst>
              <a:gd name="connsiteX0" fmla="*/ 0 w 3387682"/>
              <a:gd name="connsiteY0" fmla="*/ 0 h 2854800"/>
              <a:gd name="connsiteX1" fmla="*/ 3387682 w 3387682"/>
              <a:gd name="connsiteY1" fmla="*/ 0 h 2854800"/>
              <a:gd name="connsiteX2" fmla="*/ 3387682 w 3387682"/>
              <a:gd name="connsiteY2" fmla="*/ 2854800 h 2854800"/>
              <a:gd name="connsiteX3" fmla="*/ 0 w 3387682"/>
              <a:gd name="connsiteY3" fmla="*/ 2854800 h 2854800"/>
              <a:gd name="connsiteX4" fmla="*/ 0 w 3387682"/>
              <a:gd name="connsiteY4" fmla="*/ 0 h 285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82" h="2854800">
                <a:moveTo>
                  <a:pt x="0" y="0"/>
                </a:moveTo>
                <a:lnTo>
                  <a:pt x="3387682" y="0"/>
                </a:lnTo>
                <a:lnTo>
                  <a:pt x="3387682" y="2854800"/>
                </a:lnTo>
                <a:lnTo>
                  <a:pt x="0" y="2854800"/>
                </a:lnTo>
                <a:lnTo>
                  <a:pt x="0" y="0"/>
                </a:lnTo>
                <a:close/>
              </a:path>
            </a:pathLst>
          </a:custGeom>
        </p:spPr>
        <p:style>
          <a:lnRef idx="2">
            <a:schemeClr val="accent4">
              <a:tint val="40000"/>
              <a:alpha val="90000"/>
              <a:hueOff val="-3945710"/>
              <a:satOff val="22157"/>
              <a:lumOff val="1408"/>
              <a:alphaOff val="0"/>
            </a:schemeClr>
          </a:lnRef>
          <a:fillRef idx="1">
            <a:schemeClr val="accent4">
              <a:tint val="40000"/>
              <a:alpha val="90000"/>
              <a:hueOff val="-3945710"/>
              <a:satOff val="22157"/>
              <a:lumOff val="1408"/>
              <a:alphaOff val="0"/>
            </a:schemeClr>
          </a:fillRef>
          <a:effectRef idx="0">
            <a:schemeClr val="accent4">
              <a:tint val="40000"/>
              <a:alpha val="90000"/>
              <a:hueOff val="-3945710"/>
              <a:satOff val="22157"/>
              <a:lumOff val="1408"/>
              <a:alphaOff val="0"/>
            </a:schemeClr>
          </a:effectRef>
          <a:fontRef idx="minor">
            <a:schemeClr val="dk1">
              <a:hueOff val="0"/>
              <a:satOff val="0"/>
              <a:lumOff val="0"/>
              <a:alphaOff val="0"/>
            </a:schemeClr>
          </a:fontRef>
        </p:style>
        <p:txBody>
          <a:bodyPr spcFirstLastPara="0" vert="horz" wrap="square" lIns="74676" tIns="74676" rIns="99568" bIns="112014" numCol="1" spcCol="1270" anchor="t" anchorCtr="0">
            <a:noAutofit/>
          </a:bodyPr>
          <a:lstStyle/>
          <a:p>
            <a:pPr marL="114300" lvl="1" indent="-114300" defTabSz="622300">
              <a:lnSpc>
                <a:spcPts val="2400"/>
              </a:lnSpc>
              <a:spcBef>
                <a:spcPct val="0"/>
              </a:spcBef>
              <a:spcAft>
                <a:spcPct val="15000"/>
              </a:spcAft>
              <a:buFontTx/>
              <a:buChar char="••"/>
            </a:pPr>
            <a:r>
              <a:rPr lang="zh-CN" altLang="en-US" sz="1600" b="1" dirty="0">
                <a:latin typeface="微软雅黑" panose="020B0503020204020204" pitchFamily="34" charset="-122"/>
                <a:ea typeface="微软雅黑" panose="020B0503020204020204" pitchFamily="34" charset="-122"/>
              </a:rPr>
              <a:t>涉及到很多路由器。</a:t>
            </a:r>
          </a:p>
          <a:p>
            <a:pPr marL="114300" lvl="1" indent="-114300" algn="l" defTabSz="622300">
              <a:lnSpc>
                <a:spcPts val="24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按照路由算法，根据网络拓扑的变化情况，动态地改变所选择的路由，并由此构造出整个的路由表。</a:t>
            </a:r>
          </a:p>
          <a:p>
            <a:pPr marL="114300" lvl="1" indent="-114300" defTabSz="622300">
              <a:lnSpc>
                <a:spcPts val="2400"/>
              </a:lnSpc>
              <a:spcBef>
                <a:spcPct val="0"/>
              </a:spcBef>
              <a:spcAft>
                <a:spcPct val="15000"/>
              </a:spcAft>
              <a:buChar char="••"/>
            </a:pPr>
            <a:r>
              <a:rPr lang="zh-CN" altLang="en-US" sz="1600" b="1" dirty="0">
                <a:latin typeface="微软雅黑" panose="020B0503020204020204" pitchFamily="34" charset="-122"/>
                <a:ea typeface="微软雅黑" panose="020B0503020204020204" pitchFamily="34" charset="-122"/>
              </a:rPr>
              <a:t>路由表则需要对网络拓扑变化的计算最优化。</a:t>
            </a:r>
            <a:endParaRPr lang="en-US" altLang="zh-CN" sz="1600" b="1" dirty="0">
              <a:latin typeface="微软雅黑" panose="020B0503020204020204" pitchFamily="34" charset="-122"/>
              <a:ea typeface="微软雅黑" panose="020B0503020204020204" pitchFamily="34" charset="-122"/>
            </a:endParaRPr>
          </a:p>
          <a:p>
            <a:pPr marL="114300" lvl="1" indent="-114300" defTabSz="622300">
              <a:lnSpc>
                <a:spcPts val="2400"/>
              </a:lnSpc>
              <a:spcBef>
                <a:spcPct val="0"/>
              </a:spcBef>
              <a:spcAft>
                <a:spcPct val="15000"/>
              </a:spcAft>
              <a:buChar char="••"/>
            </a:pPr>
            <a:r>
              <a:rPr lang="zh-CN" altLang="en-US" sz="1600" b="1" dirty="0">
                <a:latin typeface="微软雅黑" panose="020B0503020204020204" pitchFamily="34" charset="-122"/>
                <a:ea typeface="微软雅黑" panose="020B0503020204020204" pitchFamily="34" charset="-122"/>
              </a:rPr>
              <a:t>路由表总是用软件实现的。</a:t>
            </a:r>
            <a:endParaRPr lang="zh-CN" altLang="en-US" sz="1600" b="1" kern="1200" dirty="0">
              <a:latin typeface="微软雅黑" panose="020B0503020204020204" pitchFamily="34" charset="-122"/>
              <a:ea typeface="微软雅黑" panose="020B0503020204020204" pitchFamily="34" charset="-122"/>
            </a:endParaRPr>
          </a:p>
        </p:txBody>
      </p:sp>
      <p:sp>
        <p:nvSpPr>
          <p:cNvPr id="10" name="文本框 9">
            <a:extLst>
              <a:ext uri="{FF2B5EF4-FFF2-40B4-BE49-F238E27FC236}">
                <a16:creationId xmlns:a16="http://schemas.microsoft.com/office/drawing/2014/main" id="{0EABE657-8E07-9C97-6771-20DE669E17A3}"/>
              </a:ext>
            </a:extLst>
          </p:cNvPr>
          <p:cNvSpPr txBox="1"/>
          <p:nvPr/>
        </p:nvSpPr>
        <p:spPr>
          <a:xfrm>
            <a:off x="2481263" y="4143672"/>
            <a:ext cx="4405313" cy="646331"/>
          </a:xfrm>
          <a:prstGeom prst="rect">
            <a:avLst/>
          </a:prstGeom>
          <a:noFill/>
          <a:ln>
            <a:noFill/>
          </a:ln>
        </p:spPr>
        <p:style>
          <a:lnRef idx="2">
            <a:schemeClr val="accent4">
              <a:tint val="40000"/>
              <a:alpha val="90000"/>
              <a:hueOff val="-3945710"/>
              <a:satOff val="22157"/>
              <a:lumOff val="1408"/>
              <a:alphaOff val="0"/>
            </a:schemeClr>
          </a:lnRef>
          <a:fillRef idx="1">
            <a:schemeClr val="accent4">
              <a:tint val="40000"/>
              <a:alpha val="90000"/>
              <a:hueOff val="-3945710"/>
              <a:satOff val="22157"/>
              <a:lumOff val="1408"/>
              <a:alphaOff val="0"/>
            </a:schemeClr>
          </a:fillRef>
          <a:effectRef idx="0">
            <a:schemeClr val="accent4">
              <a:tint val="40000"/>
              <a:alpha val="90000"/>
              <a:hueOff val="-3945710"/>
              <a:satOff val="22157"/>
              <a:lumOff val="1408"/>
              <a:alphaOff val="0"/>
            </a:schemeClr>
          </a:effectRef>
          <a:fontRef idx="minor">
            <a:schemeClr val="dk1">
              <a:hueOff val="0"/>
              <a:satOff val="0"/>
              <a:lumOff val="0"/>
              <a:alphaOff val="0"/>
            </a:schemeClr>
          </a:fontRef>
        </p:style>
        <p:txBody>
          <a:bodyPr spcFirstLastPara="0" vert="horz" wrap="square" lIns="74676" tIns="74676" rIns="99568" bIns="112014" numCol="1" spcCol="1270" anchor="t" anchorCtr="0">
            <a:noAutofit/>
          </a:bodyPr>
          <a:lstStyle>
            <a:defPPr>
              <a:defRPr lang="zh-CN"/>
            </a:defPPr>
            <a:lvl1pPr>
              <a:defRPr>
                <a:solidFill>
                  <a:schemeClr val="dk1">
                    <a:hueOff val="0"/>
                    <a:satOff val="0"/>
                    <a:lumOff val="0"/>
                    <a:alphaOff val="0"/>
                  </a:schemeClr>
                </a:solidFill>
              </a:defRPr>
            </a:lvl1pPr>
            <a:lvl2pPr marL="114300" lvl="1" indent="-114300" defTabSz="622300">
              <a:lnSpc>
                <a:spcPts val="2400"/>
              </a:lnSpc>
              <a:spcBef>
                <a:spcPct val="0"/>
              </a:spcBef>
              <a:spcAft>
                <a:spcPct val="15000"/>
              </a:spcAft>
              <a:buFontTx/>
              <a:buChar char="••"/>
              <a:defRPr sz="1600" b="1">
                <a:solidFill>
                  <a:schemeClr val="dk1">
                    <a:hueOff val="0"/>
                    <a:satOff val="0"/>
                    <a:lumOff val="0"/>
                    <a:alphaOff val="0"/>
                  </a:schemeClr>
                </a:solidFill>
                <a:latin typeface="微软雅黑" panose="020B0503020204020204" pitchFamily="34" charset="-122"/>
                <a:ea typeface="微软雅黑" panose="020B0503020204020204" pitchFamily="34" charset="-122"/>
              </a:defRPr>
            </a:lvl2pPr>
            <a:lvl3pPr>
              <a:defRPr>
                <a:solidFill>
                  <a:schemeClr val="dk1">
                    <a:hueOff val="0"/>
                    <a:satOff val="0"/>
                    <a:lumOff val="0"/>
                    <a:alphaOff val="0"/>
                  </a:schemeClr>
                </a:solidFill>
              </a:defRPr>
            </a:lvl3pPr>
            <a:lvl4pPr>
              <a:defRPr>
                <a:solidFill>
                  <a:schemeClr val="dk1">
                    <a:hueOff val="0"/>
                    <a:satOff val="0"/>
                    <a:lumOff val="0"/>
                    <a:alphaOff val="0"/>
                  </a:schemeClr>
                </a:solidFill>
              </a:defRPr>
            </a:lvl4pPr>
            <a:lvl5pPr>
              <a:defRPr>
                <a:solidFill>
                  <a:schemeClr val="dk1">
                    <a:hueOff val="0"/>
                    <a:satOff val="0"/>
                    <a:lumOff val="0"/>
                    <a:alphaOff val="0"/>
                  </a:schemeClr>
                </a:solidFill>
              </a:defRPr>
            </a:lvl5pPr>
            <a:lvl6pPr>
              <a:defRPr>
                <a:solidFill>
                  <a:schemeClr val="dk1">
                    <a:hueOff val="0"/>
                    <a:satOff val="0"/>
                    <a:lumOff val="0"/>
                    <a:alphaOff val="0"/>
                  </a:schemeClr>
                </a:solidFill>
              </a:defRPr>
            </a:lvl6pPr>
            <a:lvl7pPr>
              <a:defRPr>
                <a:solidFill>
                  <a:schemeClr val="dk1">
                    <a:hueOff val="0"/>
                    <a:satOff val="0"/>
                    <a:lumOff val="0"/>
                    <a:alphaOff val="0"/>
                  </a:schemeClr>
                </a:solidFill>
              </a:defRPr>
            </a:lvl7pPr>
            <a:lvl8pPr>
              <a:defRPr>
                <a:solidFill>
                  <a:schemeClr val="dk1">
                    <a:hueOff val="0"/>
                    <a:satOff val="0"/>
                    <a:lumOff val="0"/>
                    <a:alphaOff val="0"/>
                  </a:schemeClr>
                </a:solidFill>
              </a:defRPr>
            </a:lvl8pPr>
            <a:lvl9pPr>
              <a:defRPr>
                <a:solidFill>
                  <a:schemeClr val="dk1">
                    <a:hueOff val="0"/>
                    <a:satOff val="0"/>
                    <a:lumOff val="0"/>
                    <a:alphaOff val="0"/>
                  </a:schemeClr>
                </a:solidFill>
              </a:defRPr>
            </a:lvl9pPr>
          </a:lstStyle>
          <a:p>
            <a:r>
              <a:rPr lang="zh-CN" altLang="en-US" sz="1600" b="1" dirty="0">
                <a:solidFill>
                  <a:srgbClr val="0000CC"/>
                </a:solidFill>
                <a:latin typeface="微软雅黑" panose="020B0503020204020204" pitchFamily="34" charset="-122"/>
                <a:ea typeface="微软雅黑" panose="020B0503020204020204" pitchFamily="34" charset="-122"/>
              </a:rPr>
              <a:t>在讨论路由选择的原理时，可以不去区分转发表和路由表的区别，而都使用路由表这一名词</a:t>
            </a:r>
          </a:p>
        </p:txBody>
      </p:sp>
    </p:spTree>
    <p:extLst>
      <p:ext uri="{BB962C8B-B14F-4D97-AF65-F5344CB8AC3E}">
        <p14:creationId xmlns:p14="http://schemas.microsoft.com/office/powerpoint/2010/main" val="27420985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7">
                                            <p:txEl>
                                              <p:pRg st="0" end="0"/>
                                            </p:txEl>
                                          </p:spTgt>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7">
                                            <p:txEl>
                                              <p:pRg st="1" end="1"/>
                                            </p:txEl>
                                          </p:spTgt>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2000" fill="hold" nodeType="clickEffect">
                                  <p:stCondLst>
                                    <p:cond delay="0"/>
                                  </p:stCondLst>
                                  <p:childTnLst>
                                    <p:anim calcmode="discrete" valueType="str">
                                      <p:cBhvr>
                                        <p:cTn id="14" dur="1000" fill="hold"/>
                                        <p:tgtEl>
                                          <p:spTgt spid="9">
                                            <p:txEl>
                                              <p:pRg st="0" end="0"/>
                                            </p:txEl>
                                          </p:spTgt>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2000" fill="hold" nodeType="clickEffect">
                                  <p:stCondLst>
                                    <p:cond delay="0"/>
                                  </p:stCondLst>
                                  <p:childTnLst>
                                    <p:anim calcmode="discrete" valueType="str">
                                      <p:cBhvr>
                                        <p:cTn id="18" dur="1000" fill="hold"/>
                                        <p:tgtEl>
                                          <p:spTgt spid="9">
                                            <p:txEl>
                                              <p:pRg st="1" end="1"/>
                                            </p:txEl>
                                          </p:spTgt>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2000" fill="hold" nodeType="clickEffect">
                                  <p:stCondLst>
                                    <p:cond delay="0"/>
                                  </p:stCondLst>
                                  <p:childTnLst>
                                    <p:anim calcmode="discrete" valueType="str">
                                      <p:cBhvr>
                                        <p:cTn id="22" dur="1000" fill="hold"/>
                                        <p:tgtEl>
                                          <p:spTgt spid="7">
                                            <p:txEl>
                                              <p:pRg st="2" end="2"/>
                                            </p:txEl>
                                          </p:spTgt>
                                        </p:tgtEl>
                                        <p:attrNameLst>
                                          <p:attrName>style.visibility</p:attrName>
                                        </p:attrNameLst>
                                      </p:cBhvr>
                                      <p:tavLst>
                                        <p:tav tm="0">
                                          <p:val>
                                            <p:strVal val="hidden"/>
                                          </p:val>
                                        </p:tav>
                                        <p:tav tm="50000">
                                          <p:val>
                                            <p:strVal val="visible"/>
                                          </p:val>
                                        </p:tav>
                                      </p:tavLst>
                                    </p:anim>
                                  </p:childTnLst>
                                </p:cTn>
                              </p:par>
                            </p:childTnLst>
                          </p:cTn>
                        </p:par>
                      </p:childTnLst>
                    </p:cTn>
                  </p:par>
                  <p:par>
                    <p:cTn id="23" fill="hold">
                      <p:stCondLst>
                        <p:cond delay="indefinite"/>
                      </p:stCondLst>
                      <p:childTnLst>
                        <p:par>
                          <p:cTn id="24" fill="hold">
                            <p:stCondLst>
                              <p:cond delay="0"/>
                            </p:stCondLst>
                            <p:childTnLst>
                              <p:par>
                                <p:cTn id="25" presetID="35" presetClass="emph" presetSubtype="0" repeatCount="2000" fill="hold" nodeType="clickEffect">
                                  <p:stCondLst>
                                    <p:cond delay="0"/>
                                  </p:stCondLst>
                                  <p:childTnLst>
                                    <p:anim calcmode="discrete" valueType="str">
                                      <p:cBhvr>
                                        <p:cTn id="26" dur="1000" fill="hold"/>
                                        <p:tgtEl>
                                          <p:spTgt spid="7">
                                            <p:txEl>
                                              <p:pRg st="3" end="3"/>
                                            </p:txEl>
                                          </p:spTgt>
                                        </p:tgtEl>
                                        <p:attrNameLst>
                                          <p:attrName>style.visibility</p:attrName>
                                        </p:attrNameLst>
                                      </p:cBhvr>
                                      <p:tavLst>
                                        <p:tav tm="0">
                                          <p:val>
                                            <p:strVal val="hidden"/>
                                          </p:val>
                                        </p:tav>
                                        <p:tav tm="50000">
                                          <p:val>
                                            <p:strVal val="visible"/>
                                          </p:val>
                                        </p:tav>
                                      </p:tavLst>
                                    </p:anim>
                                  </p:childTnLst>
                                </p:cTn>
                              </p:par>
                            </p:childTnLst>
                          </p:cTn>
                        </p:par>
                      </p:childTnLst>
                    </p:cTn>
                  </p:par>
                  <p:par>
                    <p:cTn id="27" fill="hold">
                      <p:stCondLst>
                        <p:cond delay="indefinite"/>
                      </p:stCondLst>
                      <p:childTnLst>
                        <p:par>
                          <p:cTn id="28" fill="hold">
                            <p:stCondLst>
                              <p:cond delay="0"/>
                            </p:stCondLst>
                            <p:childTnLst>
                              <p:par>
                                <p:cTn id="29" presetID="35" presetClass="emph" presetSubtype="0" repeatCount="2000" fill="hold" nodeType="clickEffect">
                                  <p:stCondLst>
                                    <p:cond delay="0"/>
                                  </p:stCondLst>
                                  <p:childTnLst>
                                    <p:anim calcmode="discrete" valueType="str">
                                      <p:cBhvr>
                                        <p:cTn id="30" dur="1000" fill="hold"/>
                                        <p:tgtEl>
                                          <p:spTgt spid="9">
                                            <p:txEl>
                                              <p:pRg st="2" end="2"/>
                                            </p:txEl>
                                          </p:spTgt>
                                        </p:tgtEl>
                                        <p:attrNameLst>
                                          <p:attrName>style.visibility</p:attrName>
                                        </p:attrNameLst>
                                      </p:cBhvr>
                                      <p:tavLst>
                                        <p:tav tm="0">
                                          <p:val>
                                            <p:strVal val="hidden"/>
                                          </p:val>
                                        </p:tav>
                                        <p:tav tm="50000">
                                          <p:val>
                                            <p:strVal val="visible"/>
                                          </p:val>
                                        </p:tav>
                                      </p:tavLst>
                                    </p:anim>
                                  </p:childTnLst>
                                </p:cTn>
                              </p:par>
                            </p:childTnLst>
                          </p:cTn>
                        </p:par>
                      </p:childTnLst>
                    </p:cTn>
                  </p:par>
                  <p:par>
                    <p:cTn id="31" fill="hold">
                      <p:stCondLst>
                        <p:cond delay="indefinite"/>
                      </p:stCondLst>
                      <p:childTnLst>
                        <p:par>
                          <p:cTn id="32" fill="hold">
                            <p:stCondLst>
                              <p:cond delay="0"/>
                            </p:stCondLst>
                            <p:childTnLst>
                              <p:par>
                                <p:cTn id="33" presetID="35" presetClass="emph" presetSubtype="0" repeatCount="2000" fill="hold" nodeType="clickEffect">
                                  <p:stCondLst>
                                    <p:cond delay="0"/>
                                  </p:stCondLst>
                                  <p:childTnLst>
                                    <p:anim calcmode="discrete" valueType="str">
                                      <p:cBhvr>
                                        <p:cTn id="34" dur="1000" fill="hold"/>
                                        <p:tgtEl>
                                          <p:spTgt spid="9">
                                            <p:txEl>
                                              <p:pRg st="3" end="3"/>
                                            </p:txEl>
                                          </p:spTgt>
                                        </p:tgtEl>
                                        <p:attrNameLst>
                                          <p:attrName>style.visibility</p:attrName>
                                        </p:attrNameLst>
                                      </p:cBhvr>
                                      <p:tavLst>
                                        <p:tav tm="0">
                                          <p:val>
                                            <p:strVal val="hidden"/>
                                          </p:val>
                                        </p:tav>
                                        <p:tav tm="50000">
                                          <p:val>
                                            <p:strVal val="visible"/>
                                          </p:val>
                                        </p:tav>
                                      </p:tavLst>
                                    </p:anim>
                                  </p:childTnLst>
                                </p:cTn>
                              </p:par>
                            </p:childTnLst>
                          </p:cTn>
                        </p:par>
                      </p:childTnLst>
                    </p:cTn>
                  </p:par>
                  <p:par>
                    <p:cTn id="35" fill="hold">
                      <p:stCondLst>
                        <p:cond delay="indefinite"/>
                      </p:stCondLst>
                      <p:childTnLst>
                        <p:par>
                          <p:cTn id="36" fill="hold">
                            <p:stCondLst>
                              <p:cond delay="0"/>
                            </p:stCondLst>
                            <p:childTnLst>
                              <p:par>
                                <p:cTn id="37" presetID="35" presetClass="emph" presetSubtype="0" repeatCount="2000" fill="hold" nodeType="clickEffect">
                                  <p:stCondLst>
                                    <p:cond delay="0"/>
                                  </p:stCondLst>
                                  <p:childTnLst>
                                    <p:anim calcmode="discrete" valueType="str">
                                      <p:cBhvr>
                                        <p:cTn id="38" dur="1000" fill="hold"/>
                                        <p:tgtEl>
                                          <p:spTgt spid="7">
                                            <p:txEl>
                                              <p:pRg st="4" end="4"/>
                                            </p:txEl>
                                          </p:spTgt>
                                        </p:tgtEl>
                                        <p:attrNameLst>
                                          <p:attrName>style.visibility</p:attrName>
                                        </p:attrNameLst>
                                      </p:cBhvr>
                                      <p:tavLst>
                                        <p:tav tm="0">
                                          <p:val>
                                            <p:strVal val="hidden"/>
                                          </p:val>
                                        </p:tav>
                                        <p:tav tm="50000">
                                          <p:val>
                                            <p:strVal val="visible"/>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1000"/>
                                        <p:tgtEl>
                                          <p:spTgt spid="10"/>
                                        </p:tgtEl>
                                      </p:cBhvr>
                                    </p:animEffect>
                                    <p:anim calcmode="lin" valueType="num">
                                      <p:cBhvr>
                                        <p:cTn id="44" dur="1000" fill="hold"/>
                                        <p:tgtEl>
                                          <p:spTgt spid="10"/>
                                        </p:tgtEl>
                                        <p:attrNameLst>
                                          <p:attrName>ppt_x</p:attrName>
                                        </p:attrNameLst>
                                      </p:cBhvr>
                                      <p:tavLst>
                                        <p:tav tm="0">
                                          <p:val>
                                            <p:strVal val="#ppt_x"/>
                                          </p:val>
                                        </p:tav>
                                        <p:tav tm="100000">
                                          <p:val>
                                            <p:strVal val="#ppt_x"/>
                                          </p:val>
                                        </p:tav>
                                      </p:tavLst>
                                    </p:anim>
                                    <p:anim calcmode="lin" valueType="num">
                                      <p:cBhvr>
                                        <p:cTn id="45"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35DFE7-8DE2-64BE-4778-45F4FB7471F5}"/>
            </a:ext>
          </a:extLst>
        </p:cNvPr>
        <p:cNvGrpSpPr/>
        <p:nvPr/>
      </p:nvGrpSpPr>
      <p:grpSpPr>
        <a:xfrm>
          <a:off x="0" y="0"/>
          <a:ext cx="0" cy="0"/>
          <a:chOff x="0" y="0"/>
          <a:chExt cx="0" cy="0"/>
        </a:xfrm>
      </p:grpSpPr>
      <p:sp>
        <p:nvSpPr>
          <p:cNvPr id="5" name="圆角矩形 4">
            <a:extLst>
              <a:ext uri="{FF2B5EF4-FFF2-40B4-BE49-F238E27FC236}">
                <a16:creationId xmlns:a16="http://schemas.microsoft.com/office/drawing/2014/main" id="{5D14F0D7-68A2-B62D-F663-B7288530F62B}"/>
              </a:ext>
            </a:extLst>
          </p:cNvPr>
          <p:cNvSpPr/>
          <p:nvPr/>
        </p:nvSpPr>
        <p:spPr>
          <a:xfrm>
            <a:off x="545144" y="1038380"/>
            <a:ext cx="8053712" cy="332367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 name="Rectangle 60">
            <a:extLst>
              <a:ext uri="{FF2B5EF4-FFF2-40B4-BE49-F238E27FC236}">
                <a16:creationId xmlns:a16="http://schemas.microsoft.com/office/drawing/2014/main" id="{A58A7F95-2583-F934-E1A6-D3672A24B43F}"/>
              </a:ext>
            </a:extLst>
          </p:cNvPr>
          <p:cNvSpPr>
            <a:spLocks noChangeArrowheads="1"/>
          </p:cNvSpPr>
          <p:nvPr/>
        </p:nvSpPr>
        <p:spPr bwMode="auto">
          <a:xfrm>
            <a:off x="1287240" y="2214022"/>
            <a:ext cx="5408194" cy="202250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9" name="Rectangle 3">
            <a:extLst>
              <a:ext uri="{FF2B5EF4-FFF2-40B4-BE49-F238E27FC236}">
                <a16:creationId xmlns:a16="http://schemas.microsoft.com/office/drawing/2014/main" id="{3C5B7D64-A6EE-C79B-588D-BE2E06BDAE64}"/>
              </a:ext>
            </a:extLst>
          </p:cNvPr>
          <p:cNvSpPr>
            <a:spLocks noChangeArrowheads="1"/>
          </p:cNvSpPr>
          <p:nvPr/>
        </p:nvSpPr>
        <p:spPr bwMode="auto">
          <a:xfrm>
            <a:off x="3185386" y="1162175"/>
            <a:ext cx="1612970" cy="991284"/>
          </a:xfrm>
          <a:prstGeom prst="rect">
            <a:avLst/>
          </a:prstGeom>
          <a:solidFill>
            <a:srgbClr val="99FFCC"/>
          </a:solidFill>
          <a:ln w="12700">
            <a:solidFill>
              <a:schemeClr val="tx1"/>
            </a:solidFill>
            <a:miter lim="800000"/>
            <a:headEnd/>
            <a:tailEnd/>
          </a:ln>
          <a:effectLst/>
        </p:spPr>
        <p:txBody>
          <a:bodyPr wrap="none" anchor="ctr"/>
          <a:lstStyle/>
          <a:p>
            <a:pPr algn="ctr"/>
            <a:endParaRPr kumimoji="1" lang="zh-CN" altLang="zh-CN" sz="1200" b="1">
              <a:solidFill>
                <a:srgbClr val="0000CC"/>
              </a:solidFill>
              <a:latin typeface="微软雅黑" pitchFamily="34" charset="-122"/>
              <a:ea typeface="微软雅黑" pitchFamily="34" charset="-122"/>
            </a:endParaRPr>
          </a:p>
        </p:txBody>
      </p:sp>
      <p:sp>
        <p:nvSpPr>
          <p:cNvPr id="10" name="Line 5">
            <a:extLst>
              <a:ext uri="{FF2B5EF4-FFF2-40B4-BE49-F238E27FC236}">
                <a16:creationId xmlns:a16="http://schemas.microsoft.com/office/drawing/2014/main" id="{406D1282-0EC5-630A-405B-3B02F4C3F0F2}"/>
              </a:ext>
            </a:extLst>
          </p:cNvPr>
          <p:cNvSpPr>
            <a:spLocks noChangeShapeType="1"/>
          </p:cNvSpPr>
          <p:nvPr/>
        </p:nvSpPr>
        <p:spPr bwMode="auto">
          <a:xfrm>
            <a:off x="6953145" y="1124731"/>
            <a:ext cx="0" cy="1089291"/>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1" name="Text Box 6">
            <a:extLst>
              <a:ext uri="{FF2B5EF4-FFF2-40B4-BE49-F238E27FC236}">
                <a16:creationId xmlns:a16="http://schemas.microsoft.com/office/drawing/2014/main" id="{385565F1-1CF8-3A1F-167B-EE406B141B58}"/>
              </a:ext>
            </a:extLst>
          </p:cNvPr>
          <p:cNvSpPr txBox="1">
            <a:spLocks noChangeArrowheads="1"/>
          </p:cNvSpPr>
          <p:nvPr/>
        </p:nvSpPr>
        <p:spPr bwMode="auto">
          <a:xfrm>
            <a:off x="6716608" y="1603739"/>
            <a:ext cx="1350698" cy="424732"/>
          </a:xfrm>
          <a:prstGeom prst="rect">
            <a:avLst/>
          </a:prstGeom>
          <a:solidFill>
            <a:srgbClr val="C3E3F9"/>
          </a:solidFill>
          <a:ln>
            <a:noFill/>
          </a:ln>
          <a:effectLst/>
        </p:spPr>
        <p:txBody>
          <a:bodyPr wrap="square">
            <a:spAutoFit/>
          </a:bodyPr>
          <a:lstStyle/>
          <a:p>
            <a:pPr>
              <a:lnSpc>
                <a:spcPct val="90000"/>
              </a:lnSpc>
            </a:pPr>
            <a:r>
              <a:rPr kumimoji="1" lang="zh-CN" altLang="en-US" sz="1200" b="1" dirty="0">
                <a:solidFill>
                  <a:srgbClr val="0000CC"/>
                </a:solidFill>
                <a:latin typeface="微软雅黑" pitchFamily="34" charset="-122"/>
                <a:ea typeface="微软雅黑" pitchFamily="34" charset="-122"/>
              </a:rPr>
              <a:t>路由选择、管理</a:t>
            </a:r>
            <a:endParaRPr kumimoji="1" lang="en-US" altLang="zh-CN" sz="1200" b="1" dirty="0">
              <a:solidFill>
                <a:srgbClr val="0000CC"/>
              </a:solidFill>
              <a:latin typeface="微软雅黑" pitchFamily="34" charset="-122"/>
              <a:ea typeface="微软雅黑" pitchFamily="34" charset="-122"/>
            </a:endParaRPr>
          </a:p>
          <a:p>
            <a:pPr>
              <a:lnSpc>
                <a:spcPct val="90000"/>
              </a:lnSpc>
            </a:pPr>
            <a:r>
              <a:rPr kumimoji="1" lang="zh-CN" altLang="en-US" sz="1200" b="1" dirty="0">
                <a:solidFill>
                  <a:srgbClr val="C00000"/>
                </a:solidFill>
                <a:latin typeface="微软雅黑" pitchFamily="34" charset="-122"/>
                <a:ea typeface="微软雅黑" pitchFamily="34" charset="-122"/>
              </a:rPr>
              <a:t>控制平面</a:t>
            </a:r>
            <a:r>
              <a:rPr kumimoji="1" lang="zh-CN" altLang="en-US" sz="1200" b="1" dirty="0">
                <a:solidFill>
                  <a:srgbClr val="0000CC"/>
                </a:solidFill>
                <a:latin typeface="微软雅黑" pitchFamily="34" charset="-122"/>
                <a:ea typeface="微软雅黑" pitchFamily="34" charset="-122"/>
              </a:rPr>
              <a:t>（软件）</a:t>
            </a:r>
          </a:p>
        </p:txBody>
      </p:sp>
      <p:grpSp>
        <p:nvGrpSpPr>
          <p:cNvPr id="52" name="组合 51">
            <a:extLst>
              <a:ext uri="{FF2B5EF4-FFF2-40B4-BE49-F238E27FC236}">
                <a16:creationId xmlns:a16="http://schemas.microsoft.com/office/drawing/2014/main" id="{D0A3FA2F-9777-A6E9-7A98-37928C98957C}"/>
              </a:ext>
            </a:extLst>
          </p:cNvPr>
          <p:cNvGrpSpPr/>
          <p:nvPr/>
        </p:nvGrpSpPr>
        <p:grpSpPr>
          <a:xfrm>
            <a:off x="3221680" y="1130643"/>
            <a:ext cx="1507338" cy="912454"/>
            <a:chOff x="3221680" y="1130643"/>
            <a:chExt cx="1507338" cy="912454"/>
          </a:xfrm>
        </p:grpSpPr>
        <p:sp>
          <p:nvSpPr>
            <p:cNvPr id="12" name="Text Box 7">
              <a:extLst>
                <a:ext uri="{FF2B5EF4-FFF2-40B4-BE49-F238E27FC236}">
                  <a16:creationId xmlns:a16="http://schemas.microsoft.com/office/drawing/2014/main" id="{E9C794E4-9463-95F1-71B5-52D0A617A3E8}"/>
                </a:ext>
              </a:extLst>
            </p:cNvPr>
            <p:cNvSpPr txBox="1">
              <a:spLocks noChangeArrowheads="1"/>
            </p:cNvSpPr>
            <p:nvPr/>
          </p:nvSpPr>
          <p:spPr bwMode="auto">
            <a:xfrm>
              <a:off x="3221680" y="1130643"/>
              <a:ext cx="15073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latin typeface="微软雅黑" pitchFamily="34" charset="-122"/>
                  <a:ea typeface="微软雅黑" pitchFamily="34" charset="-122"/>
                </a:rPr>
                <a:t>路由处理机</a:t>
              </a:r>
            </a:p>
          </p:txBody>
        </p:sp>
        <p:sp>
          <p:nvSpPr>
            <p:cNvPr id="13" name="Line 8">
              <a:extLst>
                <a:ext uri="{FF2B5EF4-FFF2-40B4-BE49-F238E27FC236}">
                  <a16:creationId xmlns:a16="http://schemas.microsoft.com/office/drawing/2014/main" id="{E1481E67-279C-1FDD-5967-60F4358DFC9F}"/>
                </a:ext>
              </a:extLst>
            </p:cNvPr>
            <p:cNvSpPr>
              <a:spLocks noChangeShapeType="1"/>
            </p:cNvSpPr>
            <p:nvPr/>
          </p:nvSpPr>
          <p:spPr bwMode="auto">
            <a:xfrm>
              <a:off x="3991337" y="1638110"/>
              <a:ext cx="0" cy="14682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4" name="Rectangle 9">
              <a:extLst>
                <a:ext uri="{FF2B5EF4-FFF2-40B4-BE49-F238E27FC236}">
                  <a16:creationId xmlns:a16="http://schemas.microsoft.com/office/drawing/2014/main" id="{46B08F8C-FBF6-46A6-D9AA-DE14279D989A}"/>
                </a:ext>
              </a:extLst>
            </p:cNvPr>
            <p:cNvSpPr>
              <a:spLocks noChangeArrowheads="1"/>
            </p:cNvSpPr>
            <p:nvPr/>
          </p:nvSpPr>
          <p:spPr bwMode="auto">
            <a:xfrm>
              <a:off x="3419165" y="1455816"/>
              <a:ext cx="1144345" cy="242401"/>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200" b="1" dirty="0">
                  <a:solidFill>
                    <a:schemeClr val="bg1"/>
                  </a:solidFill>
                  <a:latin typeface="微软雅黑" pitchFamily="34" charset="-122"/>
                  <a:ea typeface="微软雅黑" pitchFamily="34" charset="-122"/>
                </a:rPr>
                <a:t>路由协议</a:t>
              </a:r>
            </a:p>
          </p:txBody>
        </p:sp>
        <p:sp>
          <p:nvSpPr>
            <p:cNvPr id="15" name="Rectangle 10">
              <a:extLst>
                <a:ext uri="{FF2B5EF4-FFF2-40B4-BE49-F238E27FC236}">
                  <a16:creationId xmlns:a16="http://schemas.microsoft.com/office/drawing/2014/main" id="{10D6DADC-07F8-20BF-7A22-CEE0E6017DD1}"/>
                </a:ext>
              </a:extLst>
            </p:cNvPr>
            <p:cNvSpPr>
              <a:spLocks noChangeArrowheads="1"/>
            </p:cNvSpPr>
            <p:nvPr/>
          </p:nvSpPr>
          <p:spPr bwMode="auto">
            <a:xfrm>
              <a:off x="3601705" y="1786900"/>
              <a:ext cx="780331" cy="256197"/>
            </a:xfrm>
            <a:prstGeom prst="rect">
              <a:avLst/>
            </a:prstGeom>
            <a:solidFill>
              <a:srgbClr val="99FF33"/>
            </a:solidFill>
            <a:ln w="19050">
              <a:solidFill>
                <a:schemeClr val="tx1"/>
              </a:solidFill>
              <a:miter lim="800000"/>
              <a:headEnd/>
              <a:tailEnd/>
            </a:ln>
            <a:effectLst/>
          </p:spPr>
          <p:txBody>
            <a:bodyPr wrap="none" anchor="ctr"/>
            <a:lstStyle/>
            <a:p>
              <a:pPr algn="ctr"/>
              <a:r>
                <a:rPr kumimoji="1" lang="zh-CN" altLang="en-US" sz="1200" b="1" dirty="0">
                  <a:solidFill>
                    <a:srgbClr val="0000CC"/>
                  </a:solidFill>
                  <a:latin typeface="微软雅黑" pitchFamily="34" charset="-122"/>
                  <a:ea typeface="微软雅黑" pitchFamily="34" charset="-122"/>
                </a:rPr>
                <a:t>路由表</a:t>
              </a:r>
            </a:p>
          </p:txBody>
        </p:sp>
      </p:grpSp>
      <p:sp>
        <p:nvSpPr>
          <p:cNvPr id="16" name="Rectangle 11">
            <a:extLst>
              <a:ext uri="{FF2B5EF4-FFF2-40B4-BE49-F238E27FC236}">
                <a16:creationId xmlns:a16="http://schemas.microsoft.com/office/drawing/2014/main" id="{BD09A931-B6CF-5266-1769-D84F68754C16}"/>
              </a:ext>
            </a:extLst>
          </p:cNvPr>
          <p:cNvSpPr>
            <a:spLocks noChangeArrowheads="1"/>
          </p:cNvSpPr>
          <p:nvPr/>
        </p:nvSpPr>
        <p:spPr bwMode="auto">
          <a:xfrm>
            <a:off x="1520109" y="2600726"/>
            <a:ext cx="1560664" cy="450314"/>
          </a:xfrm>
          <a:prstGeom prst="rect">
            <a:avLst/>
          </a:prstGeom>
          <a:solidFill>
            <a:srgbClr val="66FFFF"/>
          </a:solidFill>
          <a:ln w="12700" cmpd="sng">
            <a:solidFill>
              <a:schemeClr val="tx1"/>
            </a:solidFill>
            <a:prstDash val="dash"/>
            <a:miter lim="800000"/>
            <a:headEnd/>
            <a:tailEnd/>
          </a:ln>
          <a:effectLst/>
        </p:spPr>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18" name="Line 13">
            <a:extLst>
              <a:ext uri="{FF2B5EF4-FFF2-40B4-BE49-F238E27FC236}">
                <a16:creationId xmlns:a16="http://schemas.microsoft.com/office/drawing/2014/main" id="{400A0BFD-BA6A-39AA-072F-4A8EB971AC28}"/>
              </a:ext>
            </a:extLst>
          </p:cNvPr>
          <p:cNvSpPr>
            <a:spLocks noChangeShapeType="1"/>
          </p:cNvSpPr>
          <p:nvPr/>
        </p:nvSpPr>
        <p:spPr bwMode="auto">
          <a:xfrm flipV="1">
            <a:off x="1417630" y="2825390"/>
            <a:ext cx="23911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19" name="Line 14">
            <a:extLst>
              <a:ext uri="{FF2B5EF4-FFF2-40B4-BE49-F238E27FC236}">
                <a16:creationId xmlns:a16="http://schemas.microsoft.com/office/drawing/2014/main" id="{5BD80020-97FC-66E9-574E-E1C8E96A452B}"/>
              </a:ext>
            </a:extLst>
          </p:cNvPr>
          <p:cNvSpPr>
            <a:spLocks noChangeShapeType="1"/>
          </p:cNvSpPr>
          <p:nvPr/>
        </p:nvSpPr>
        <p:spPr bwMode="auto">
          <a:xfrm>
            <a:off x="1954900" y="2825390"/>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0" name="Line 15">
            <a:extLst>
              <a:ext uri="{FF2B5EF4-FFF2-40B4-BE49-F238E27FC236}">
                <a16:creationId xmlns:a16="http://schemas.microsoft.com/office/drawing/2014/main" id="{B46BA804-263E-1A9D-248F-1C3F2166A0EF}"/>
              </a:ext>
            </a:extLst>
          </p:cNvPr>
          <p:cNvSpPr>
            <a:spLocks noChangeShapeType="1"/>
          </p:cNvSpPr>
          <p:nvPr/>
        </p:nvSpPr>
        <p:spPr bwMode="auto">
          <a:xfrm>
            <a:off x="2466597" y="2825390"/>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1" name="Line 16">
            <a:extLst>
              <a:ext uri="{FF2B5EF4-FFF2-40B4-BE49-F238E27FC236}">
                <a16:creationId xmlns:a16="http://schemas.microsoft.com/office/drawing/2014/main" id="{C69ADDD9-7691-073D-FE99-138498C7ACB7}"/>
              </a:ext>
            </a:extLst>
          </p:cNvPr>
          <p:cNvSpPr>
            <a:spLocks noChangeShapeType="1"/>
          </p:cNvSpPr>
          <p:nvPr/>
        </p:nvSpPr>
        <p:spPr bwMode="auto">
          <a:xfrm>
            <a:off x="2978294" y="2825390"/>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2" name="Text Box 17">
            <a:extLst>
              <a:ext uri="{FF2B5EF4-FFF2-40B4-BE49-F238E27FC236}">
                <a16:creationId xmlns:a16="http://schemas.microsoft.com/office/drawing/2014/main" id="{A19A2A7B-CE8F-3199-C350-19A512AFD9F1}"/>
              </a:ext>
            </a:extLst>
          </p:cNvPr>
          <p:cNvSpPr txBox="1">
            <a:spLocks noChangeArrowheads="1"/>
          </p:cNvSpPr>
          <p:nvPr/>
        </p:nvSpPr>
        <p:spPr bwMode="auto">
          <a:xfrm>
            <a:off x="1807077" y="2346882"/>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itchFamily="34" charset="-122"/>
                <a:ea typeface="微软雅黑" pitchFamily="34" charset="-122"/>
              </a:rPr>
              <a:t>输入端口</a:t>
            </a:r>
          </a:p>
        </p:txBody>
      </p:sp>
      <p:sp>
        <p:nvSpPr>
          <p:cNvPr id="23" name="Rectangle 18">
            <a:extLst>
              <a:ext uri="{FF2B5EF4-FFF2-40B4-BE49-F238E27FC236}">
                <a16:creationId xmlns:a16="http://schemas.microsoft.com/office/drawing/2014/main" id="{53FC4825-0050-2EFF-B984-2FBFE0675C05}"/>
              </a:ext>
            </a:extLst>
          </p:cNvPr>
          <p:cNvSpPr>
            <a:spLocks noChangeArrowheads="1"/>
          </p:cNvSpPr>
          <p:nvPr/>
        </p:nvSpPr>
        <p:spPr bwMode="auto">
          <a:xfrm>
            <a:off x="1520109" y="3577228"/>
            <a:ext cx="1560664" cy="450315"/>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24" name="Rectangle 19">
            <a:extLst>
              <a:ext uri="{FF2B5EF4-FFF2-40B4-BE49-F238E27FC236}">
                <a16:creationId xmlns:a16="http://schemas.microsoft.com/office/drawing/2014/main" id="{DF0B1236-0356-A511-33A8-E1E4EC505A3A}"/>
              </a:ext>
            </a:extLst>
          </p:cNvPr>
          <p:cNvSpPr>
            <a:spLocks noChangeArrowheads="1"/>
          </p:cNvSpPr>
          <p:nvPr/>
        </p:nvSpPr>
        <p:spPr bwMode="auto">
          <a:xfrm>
            <a:off x="2664453" y="3678722"/>
            <a:ext cx="313841" cy="246343"/>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25" name="Line 20">
            <a:extLst>
              <a:ext uri="{FF2B5EF4-FFF2-40B4-BE49-F238E27FC236}">
                <a16:creationId xmlns:a16="http://schemas.microsoft.com/office/drawing/2014/main" id="{34A1546E-25C6-E53B-982C-93C2E210ACBF}"/>
              </a:ext>
            </a:extLst>
          </p:cNvPr>
          <p:cNvSpPr>
            <a:spLocks noChangeShapeType="1"/>
          </p:cNvSpPr>
          <p:nvPr/>
        </p:nvSpPr>
        <p:spPr bwMode="auto">
          <a:xfrm flipV="1">
            <a:off x="1417630" y="3801893"/>
            <a:ext cx="23911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6" name="Line 21">
            <a:extLst>
              <a:ext uri="{FF2B5EF4-FFF2-40B4-BE49-F238E27FC236}">
                <a16:creationId xmlns:a16="http://schemas.microsoft.com/office/drawing/2014/main" id="{B89B3AAC-50D0-836A-A605-73828BB56B81}"/>
              </a:ext>
            </a:extLst>
          </p:cNvPr>
          <p:cNvSpPr>
            <a:spLocks noChangeShapeType="1"/>
          </p:cNvSpPr>
          <p:nvPr/>
        </p:nvSpPr>
        <p:spPr bwMode="auto">
          <a:xfrm>
            <a:off x="1954900" y="3801893"/>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7" name="Line 22">
            <a:extLst>
              <a:ext uri="{FF2B5EF4-FFF2-40B4-BE49-F238E27FC236}">
                <a16:creationId xmlns:a16="http://schemas.microsoft.com/office/drawing/2014/main" id="{CF6AD060-1027-B45E-7045-1872F47730B0}"/>
              </a:ext>
            </a:extLst>
          </p:cNvPr>
          <p:cNvSpPr>
            <a:spLocks noChangeShapeType="1"/>
          </p:cNvSpPr>
          <p:nvPr/>
        </p:nvSpPr>
        <p:spPr bwMode="auto">
          <a:xfrm>
            <a:off x="2466597" y="3801893"/>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8" name="Line 23">
            <a:extLst>
              <a:ext uri="{FF2B5EF4-FFF2-40B4-BE49-F238E27FC236}">
                <a16:creationId xmlns:a16="http://schemas.microsoft.com/office/drawing/2014/main" id="{DD429141-96B2-8648-16D0-939D7C989047}"/>
              </a:ext>
            </a:extLst>
          </p:cNvPr>
          <p:cNvSpPr>
            <a:spLocks noChangeShapeType="1"/>
          </p:cNvSpPr>
          <p:nvPr/>
        </p:nvSpPr>
        <p:spPr bwMode="auto">
          <a:xfrm>
            <a:off x="2978294" y="3801893"/>
            <a:ext cx="20709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29" name="Rectangle 24">
            <a:extLst>
              <a:ext uri="{FF2B5EF4-FFF2-40B4-BE49-F238E27FC236}">
                <a16:creationId xmlns:a16="http://schemas.microsoft.com/office/drawing/2014/main" id="{DE94C114-A3DC-A4B5-ADD5-66A64A1A53E6}"/>
              </a:ext>
            </a:extLst>
          </p:cNvPr>
          <p:cNvSpPr>
            <a:spLocks noChangeArrowheads="1"/>
          </p:cNvSpPr>
          <p:nvPr/>
        </p:nvSpPr>
        <p:spPr bwMode="auto">
          <a:xfrm>
            <a:off x="3185386" y="2600725"/>
            <a:ext cx="1612970" cy="1434701"/>
          </a:xfrm>
          <a:prstGeom prst="rect">
            <a:avLst/>
          </a:prstGeom>
          <a:solidFill>
            <a:srgbClr val="FFCC00"/>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0" name="Rectangle 25">
            <a:extLst>
              <a:ext uri="{FF2B5EF4-FFF2-40B4-BE49-F238E27FC236}">
                <a16:creationId xmlns:a16="http://schemas.microsoft.com/office/drawing/2014/main" id="{D6FC5E66-5E67-5244-2A32-CF346A7E25B8}"/>
              </a:ext>
            </a:extLst>
          </p:cNvPr>
          <p:cNvSpPr>
            <a:spLocks noChangeArrowheads="1"/>
          </p:cNvSpPr>
          <p:nvPr/>
        </p:nvSpPr>
        <p:spPr bwMode="auto">
          <a:xfrm flipH="1">
            <a:off x="4902969" y="2600726"/>
            <a:ext cx="1558529" cy="450314"/>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1" name="Line 26">
            <a:extLst>
              <a:ext uri="{FF2B5EF4-FFF2-40B4-BE49-F238E27FC236}">
                <a16:creationId xmlns:a16="http://schemas.microsoft.com/office/drawing/2014/main" id="{CF03CB40-1DD9-6779-0C5A-D3478D8E7202}"/>
              </a:ext>
            </a:extLst>
          </p:cNvPr>
          <p:cNvSpPr>
            <a:spLocks noChangeShapeType="1"/>
          </p:cNvSpPr>
          <p:nvPr/>
        </p:nvSpPr>
        <p:spPr bwMode="auto">
          <a:xfrm flipV="1">
            <a:off x="6351548" y="2825390"/>
            <a:ext cx="21456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2" name="Line 27">
            <a:extLst>
              <a:ext uri="{FF2B5EF4-FFF2-40B4-BE49-F238E27FC236}">
                <a16:creationId xmlns:a16="http://schemas.microsoft.com/office/drawing/2014/main" id="{F1850B5C-8F11-2458-CE11-8504FD7CA6BF}"/>
              </a:ext>
            </a:extLst>
          </p:cNvPr>
          <p:cNvSpPr>
            <a:spLocks noChangeShapeType="1"/>
          </p:cNvSpPr>
          <p:nvPr/>
        </p:nvSpPr>
        <p:spPr bwMode="auto">
          <a:xfrm rot="10800000" flipH="1">
            <a:off x="5838087" y="2825390"/>
            <a:ext cx="20816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3" name="Line 28">
            <a:extLst>
              <a:ext uri="{FF2B5EF4-FFF2-40B4-BE49-F238E27FC236}">
                <a16:creationId xmlns:a16="http://schemas.microsoft.com/office/drawing/2014/main" id="{AA9D0EA7-54E4-0661-8EAD-0835B6FE07DF}"/>
              </a:ext>
            </a:extLst>
          </p:cNvPr>
          <p:cNvSpPr>
            <a:spLocks noChangeShapeType="1"/>
          </p:cNvSpPr>
          <p:nvPr/>
        </p:nvSpPr>
        <p:spPr bwMode="auto">
          <a:xfrm>
            <a:off x="5335626" y="2825390"/>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4" name="Line 29">
            <a:extLst>
              <a:ext uri="{FF2B5EF4-FFF2-40B4-BE49-F238E27FC236}">
                <a16:creationId xmlns:a16="http://schemas.microsoft.com/office/drawing/2014/main" id="{ACEF1EA8-729D-20B9-555B-4E3233C24F4E}"/>
              </a:ext>
            </a:extLst>
          </p:cNvPr>
          <p:cNvSpPr>
            <a:spLocks noChangeShapeType="1"/>
          </p:cNvSpPr>
          <p:nvPr/>
        </p:nvSpPr>
        <p:spPr bwMode="auto">
          <a:xfrm>
            <a:off x="4798356" y="2825390"/>
            <a:ext cx="248724"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5" name="Rectangle 30">
            <a:extLst>
              <a:ext uri="{FF2B5EF4-FFF2-40B4-BE49-F238E27FC236}">
                <a16:creationId xmlns:a16="http://schemas.microsoft.com/office/drawing/2014/main" id="{FB590699-3BDD-BC98-2824-FB87D8E55473}"/>
              </a:ext>
            </a:extLst>
          </p:cNvPr>
          <p:cNvSpPr>
            <a:spLocks noChangeArrowheads="1"/>
          </p:cNvSpPr>
          <p:nvPr/>
        </p:nvSpPr>
        <p:spPr bwMode="auto">
          <a:xfrm flipH="1">
            <a:off x="4902969" y="3577228"/>
            <a:ext cx="1558529" cy="450315"/>
          </a:xfrm>
          <a:prstGeom prst="rect">
            <a:avLst/>
          </a:prstGeom>
          <a:solidFill>
            <a:srgbClr val="00FFFF"/>
          </a:solidFill>
          <a:ln w="12700">
            <a:prstDash val="dash"/>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200" b="1">
              <a:solidFill>
                <a:srgbClr val="0000CC"/>
              </a:solidFill>
              <a:latin typeface="微软雅黑" pitchFamily="34" charset="-122"/>
              <a:ea typeface="微软雅黑" pitchFamily="34" charset="-122"/>
            </a:endParaRPr>
          </a:p>
        </p:txBody>
      </p:sp>
      <p:sp>
        <p:nvSpPr>
          <p:cNvPr id="36" name="Line 31">
            <a:extLst>
              <a:ext uri="{FF2B5EF4-FFF2-40B4-BE49-F238E27FC236}">
                <a16:creationId xmlns:a16="http://schemas.microsoft.com/office/drawing/2014/main" id="{981DE286-0D42-82D8-3AD4-86EA6E2B6829}"/>
              </a:ext>
            </a:extLst>
          </p:cNvPr>
          <p:cNvSpPr>
            <a:spLocks noChangeShapeType="1"/>
          </p:cNvSpPr>
          <p:nvPr/>
        </p:nvSpPr>
        <p:spPr bwMode="auto">
          <a:xfrm flipV="1">
            <a:off x="6351548" y="3801893"/>
            <a:ext cx="21456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7" name="Line 32">
            <a:extLst>
              <a:ext uri="{FF2B5EF4-FFF2-40B4-BE49-F238E27FC236}">
                <a16:creationId xmlns:a16="http://schemas.microsoft.com/office/drawing/2014/main" id="{F6FC56A2-CE43-7131-3505-B7721564DC89}"/>
              </a:ext>
            </a:extLst>
          </p:cNvPr>
          <p:cNvSpPr>
            <a:spLocks noChangeShapeType="1"/>
          </p:cNvSpPr>
          <p:nvPr/>
        </p:nvSpPr>
        <p:spPr bwMode="auto">
          <a:xfrm>
            <a:off x="5838087" y="3801893"/>
            <a:ext cx="20816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8" name="Line 33">
            <a:extLst>
              <a:ext uri="{FF2B5EF4-FFF2-40B4-BE49-F238E27FC236}">
                <a16:creationId xmlns:a16="http://schemas.microsoft.com/office/drawing/2014/main" id="{8C0F0688-4C1F-79B7-ED75-AF4528012515}"/>
              </a:ext>
            </a:extLst>
          </p:cNvPr>
          <p:cNvSpPr>
            <a:spLocks noChangeShapeType="1"/>
          </p:cNvSpPr>
          <p:nvPr/>
        </p:nvSpPr>
        <p:spPr bwMode="auto">
          <a:xfrm>
            <a:off x="5335626" y="3801893"/>
            <a:ext cx="20922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39" name="Line 34">
            <a:extLst>
              <a:ext uri="{FF2B5EF4-FFF2-40B4-BE49-F238E27FC236}">
                <a16:creationId xmlns:a16="http://schemas.microsoft.com/office/drawing/2014/main" id="{7DB56716-D01B-5BCD-4E74-FD6260115BA2}"/>
              </a:ext>
            </a:extLst>
          </p:cNvPr>
          <p:cNvSpPr>
            <a:spLocks noChangeShapeType="1"/>
          </p:cNvSpPr>
          <p:nvPr/>
        </p:nvSpPr>
        <p:spPr bwMode="auto">
          <a:xfrm flipV="1">
            <a:off x="4798356" y="3801893"/>
            <a:ext cx="24018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0" name="Text Box 35">
            <a:extLst>
              <a:ext uri="{FF2B5EF4-FFF2-40B4-BE49-F238E27FC236}">
                <a16:creationId xmlns:a16="http://schemas.microsoft.com/office/drawing/2014/main" id="{3142FE41-6741-0962-26B8-4FB77BBD8528}"/>
              </a:ext>
            </a:extLst>
          </p:cNvPr>
          <p:cNvSpPr txBox="1">
            <a:spLocks noChangeArrowheads="1"/>
          </p:cNvSpPr>
          <p:nvPr/>
        </p:nvSpPr>
        <p:spPr bwMode="auto">
          <a:xfrm>
            <a:off x="3615941" y="3212452"/>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交换结构</a:t>
            </a:r>
          </a:p>
        </p:txBody>
      </p:sp>
      <p:sp>
        <p:nvSpPr>
          <p:cNvPr id="41" name="Text Box 36">
            <a:extLst>
              <a:ext uri="{FF2B5EF4-FFF2-40B4-BE49-F238E27FC236}">
                <a16:creationId xmlns:a16="http://schemas.microsoft.com/office/drawing/2014/main" id="{B528599D-757A-8071-A8B0-F1CACB08B4BA}"/>
              </a:ext>
            </a:extLst>
          </p:cNvPr>
          <p:cNvSpPr txBox="1">
            <a:spLocks noChangeArrowheads="1"/>
          </p:cNvSpPr>
          <p:nvPr/>
        </p:nvSpPr>
        <p:spPr bwMode="auto">
          <a:xfrm>
            <a:off x="1936427" y="3302310"/>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itchFamily="34" charset="-122"/>
                <a:ea typeface="微软雅黑" pitchFamily="34" charset="-122"/>
              </a:rPr>
              <a:t>输入端口</a:t>
            </a:r>
          </a:p>
        </p:txBody>
      </p:sp>
      <p:sp>
        <p:nvSpPr>
          <p:cNvPr id="42" name="Text Box 37">
            <a:extLst>
              <a:ext uri="{FF2B5EF4-FFF2-40B4-BE49-F238E27FC236}">
                <a16:creationId xmlns:a16="http://schemas.microsoft.com/office/drawing/2014/main" id="{168982F8-3887-3420-F20B-BD6B5B3A0629}"/>
              </a:ext>
            </a:extLst>
          </p:cNvPr>
          <p:cNvSpPr txBox="1">
            <a:spLocks noChangeArrowheads="1"/>
          </p:cNvSpPr>
          <p:nvPr/>
        </p:nvSpPr>
        <p:spPr bwMode="auto">
          <a:xfrm>
            <a:off x="5317154" y="2359309"/>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CC"/>
                </a:solidFill>
                <a:latin typeface="微软雅黑" pitchFamily="34" charset="-122"/>
                <a:ea typeface="微软雅黑" pitchFamily="34" charset="-122"/>
              </a:rPr>
              <a:t>输出端口</a:t>
            </a:r>
          </a:p>
        </p:txBody>
      </p:sp>
      <p:sp>
        <p:nvSpPr>
          <p:cNvPr id="43" name="Line 38">
            <a:extLst>
              <a:ext uri="{FF2B5EF4-FFF2-40B4-BE49-F238E27FC236}">
                <a16:creationId xmlns:a16="http://schemas.microsoft.com/office/drawing/2014/main" id="{CB376632-06FC-383F-578A-2E5966C06209}"/>
              </a:ext>
            </a:extLst>
          </p:cNvPr>
          <p:cNvSpPr>
            <a:spLocks noChangeShapeType="1"/>
          </p:cNvSpPr>
          <p:nvPr/>
        </p:nvSpPr>
        <p:spPr bwMode="auto">
          <a:xfrm>
            <a:off x="1025236" y="2214356"/>
            <a:ext cx="7305964" cy="0"/>
          </a:xfrm>
          <a:prstGeom prst="line">
            <a:avLst/>
          </a:prstGeom>
          <a:noFill/>
          <a:ln w="28575">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4" name="Line 39">
            <a:extLst>
              <a:ext uri="{FF2B5EF4-FFF2-40B4-BE49-F238E27FC236}">
                <a16:creationId xmlns:a16="http://schemas.microsoft.com/office/drawing/2014/main" id="{DCEF6C4D-49D7-FE64-D06D-AAFCEEA1B768}"/>
              </a:ext>
            </a:extLst>
          </p:cNvPr>
          <p:cNvSpPr>
            <a:spLocks noChangeShapeType="1"/>
          </p:cNvSpPr>
          <p:nvPr/>
        </p:nvSpPr>
        <p:spPr bwMode="auto">
          <a:xfrm>
            <a:off x="6953145" y="2214022"/>
            <a:ext cx="0" cy="2022512"/>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CC"/>
              </a:solidFill>
              <a:latin typeface="微软雅黑" pitchFamily="34" charset="-122"/>
              <a:ea typeface="微软雅黑" pitchFamily="34" charset="-122"/>
            </a:endParaRPr>
          </a:p>
        </p:txBody>
      </p:sp>
      <p:sp>
        <p:nvSpPr>
          <p:cNvPr id="45" name="Text Box 40">
            <a:extLst>
              <a:ext uri="{FF2B5EF4-FFF2-40B4-BE49-F238E27FC236}">
                <a16:creationId xmlns:a16="http://schemas.microsoft.com/office/drawing/2014/main" id="{03507D85-A00D-214A-12EF-7900AF6CAD8A}"/>
              </a:ext>
            </a:extLst>
          </p:cNvPr>
          <p:cNvSpPr txBox="1">
            <a:spLocks noChangeArrowheads="1"/>
          </p:cNvSpPr>
          <p:nvPr/>
        </p:nvSpPr>
        <p:spPr bwMode="auto">
          <a:xfrm>
            <a:off x="6716608" y="3113945"/>
            <a:ext cx="1305865" cy="424732"/>
          </a:xfrm>
          <a:prstGeom prst="rect">
            <a:avLst/>
          </a:prstGeom>
          <a:solidFill>
            <a:srgbClr val="C3E3F9"/>
          </a:solidFill>
          <a:ln>
            <a:noFill/>
          </a:ln>
          <a:effectLst/>
        </p:spPr>
        <p:txBody>
          <a:bodyPr wrap="square">
            <a:spAutoFit/>
          </a:bodyPr>
          <a:lstStyle/>
          <a:p>
            <a:pPr>
              <a:lnSpc>
                <a:spcPct val="90000"/>
              </a:lnSpc>
            </a:pPr>
            <a:r>
              <a:rPr kumimoji="1" lang="zh-CN" altLang="en-US" sz="1200" b="1" dirty="0">
                <a:solidFill>
                  <a:srgbClr val="0000CC"/>
                </a:solidFill>
                <a:latin typeface="微软雅黑" pitchFamily="34" charset="-122"/>
                <a:ea typeface="微软雅黑" pitchFamily="34" charset="-122"/>
              </a:rPr>
              <a:t>分组转发</a:t>
            </a:r>
            <a:endParaRPr kumimoji="1" lang="en-US" altLang="zh-CN" sz="1200" b="1" dirty="0">
              <a:solidFill>
                <a:srgbClr val="0000CC"/>
              </a:solidFill>
              <a:latin typeface="微软雅黑" pitchFamily="34" charset="-122"/>
              <a:ea typeface="微软雅黑" pitchFamily="34" charset="-122"/>
            </a:endParaRPr>
          </a:p>
          <a:p>
            <a:pPr>
              <a:lnSpc>
                <a:spcPct val="90000"/>
              </a:lnSpc>
            </a:pPr>
            <a:r>
              <a:rPr kumimoji="1" lang="zh-CN" altLang="en-US" sz="1200" b="1" dirty="0">
                <a:solidFill>
                  <a:srgbClr val="C00000"/>
                </a:solidFill>
                <a:latin typeface="微软雅黑" pitchFamily="34" charset="-122"/>
                <a:ea typeface="微软雅黑" pitchFamily="34" charset="-122"/>
              </a:rPr>
              <a:t>数据平面</a:t>
            </a:r>
            <a:r>
              <a:rPr kumimoji="1" lang="zh-CN" altLang="en-US" sz="1200" b="1" dirty="0">
                <a:solidFill>
                  <a:srgbClr val="0000CC"/>
                </a:solidFill>
                <a:latin typeface="微软雅黑" pitchFamily="34" charset="-122"/>
                <a:ea typeface="微软雅黑" pitchFamily="34" charset="-122"/>
              </a:rPr>
              <a:t>（硬件）</a:t>
            </a:r>
          </a:p>
        </p:txBody>
      </p:sp>
      <p:sp>
        <p:nvSpPr>
          <p:cNvPr id="49" name="Text Box 44">
            <a:extLst>
              <a:ext uri="{FF2B5EF4-FFF2-40B4-BE49-F238E27FC236}">
                <a16:creationId xmlns:a16="http://schemas.microsoft.com/office/drawing/2014/main" id="{ED53262E-298C-0579-7C1D-F32F688240DF}"/>
              </a:ext>
            </a:extLst>
          </p:cNvPr>
          <p:cNvSpPr txBox="1">
            <a:spLocks noChangeArrowheads="1"/>
          </p:cNvSpPr>
          <p:nvPr/>
        </p:nvSpPr>
        <p:spPr bwMode="auto">
          <a:xfrm>
            <a:off x="5317154" y="3302310"/>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solidFill>
                  <a:srgbClr val="0000CC"/>
                </a:solidFill>
                <a:latin typeface="微软雅黑" pitchFamily="34" charset="-122"/>
                <a:ea typeface="微软雅黑" pitchFamily="34" charset="-122"/>
              </a:rPr>
              <a:t>输出端口</a:t>
            </a:r>
          </a:p>
        </p:txBody>
      </p:sp>
      <p:sp>
        <p:nvSpPr>
          <p:cNvPr id="50" name="Text Box 45">
            <a:extLst>
              <a:ext uri="{FF2B5EF4-FFF2-40B4-BE49-F238E27FC236}">
                <a16:creationId xmlns:a16="http://schemas.microsoft.com/office/drawing/2014/main" id="{9C281106-0F47-2858-61A9-E3A3B8298713}"/>
              </a:ext>
            </a:extLst>
          </p:cNvPr>
          <p:cNvSpPr txBox="1">
            <a:spLocks noChangeArrowheads="1"/>
          </p:cNvSpPr>
          <p:nvPr/>
        </p:nvSpPr>
        <p:spPr bwMode="auto">
          <a:xfrm rot="5400000">
            <a:off x="2250725" y="3092371"/>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t>
            </a:r>
          </a:p>
        </p:txBody>
      </p:sp>
      <p:sp>
        <p:nvSpPr>
          <p:cNvPr id="51" name="Text Box 46">
            <a:extLst>
              <a:ext uri="{FF2B5EF4-FFF2-40B4-BE49-F238E27FC236}">
                <a16:creationId xmlns:a16="http://schemas.microsoft.com/office/drawing/2014/main" id="{F64E99C8-BCAB-FF2E-6D90-0FBE5D67AB3F}"/>
              </a:ext>
            </a:extLst>
          </p:cNvPr>
          <p:cNvSpPr txBox="1">
            <a:spLocks noChangeArrowheads="1"/>
          </p:cNvSpPr>
          <p:nvPr/>
        </p:nvSpPr>
        <p:spPr bwMode="auto">
          <a:xfrm rot="5400000">
            <a:off x="5615439" y="3092371"/>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0000CC"/>
                </a:solidFill>
                <a:latin typeface="微软雅黑" pitchFamily="34" charset="-122"/>
                <a:ea typeface="微软雅黑" pitchFamily="34" charset="-122"/>
              </a:rPr>
              <a:t>…</a:t>
            </a:r>
          </a:p>
        </p:txBody>
      </p:sp>
      <p:sp>
        <p:nvSpPr>
          <p:cNvPr id="55" name="Rectangle 50">
            <a:extLst>
              <a:ext uri="{FF2B5EF4-FFF2-40B4-BE49-F238E27FC236}">
                <a16:creationId xmlns:a16="http://schemas.microsoft.com/office/drawing/2014/main" id="{9125A216-3B72-649B-876A-7B783B91F1F1}"/>
              </a:ext>
            </a:extLst>
          </p:cNvPr>
          <p:cNvSpPr>
            <a:spLocks noChangeArrowheads="1"/>
          </p:cNvSpPr>
          <p:nvPr/>
        </p:nvSpPr>
        <p:spPr bwMode="auto">
          <a:xfrm>
            <a:off x="6059057" y="3712224"/>
            <a:ext cx="311706" cy="17736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6" name="Rectangle 51">
            <a:extLst>
              <a:ext uri="{FF2B5EF4-FFF2-40B4-BE49-F238E27FC236}">
                <a16:creationId xmlns:a16="http://schemas.microsoft.com/office/drawing/2014/main" id="{20D78FED-F0AA-4D76-B045-13788DD3898C}"/>
              </a:ext>
            </a:extLst>
          </p:cNvPr>
          <p:cNvSpPr>
            <a:spLocks noChangeArrowheads="1"/>
          </p:cNvSpPr>
          <p:nvPr/>
        </p:nvSpPr>
        <p:spPr bwMode="auto">
          <a:xfrm>
            <a:off x="1673826" y="3712224"/>
            <a:ext cx="311706" cy="17736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8" name="Rectangle 53">
            <a:extLst>
              <a:ext uri="{FF2B5EF4-FFF2-40B4-BE49-F238E27FC236}">
                <a16:creationId xmlns:a16="http://schemas.microsoft.com/office/drawing/2014/main" id="{B8A543A7-124B-41DE-C304-5A9F4ED70FEC}"/>
              </a:ext>
            </a:extLst>
          </p:cNvPr>
          <p:cNvSpPr>
            <a:spLocks noChangeArrowheads="1"/>
          </p:cNvSpPr>
          <p:nvPr/>
        </p:nvSpPr>
        <p:spPr bwMode="auto">
          <a:xfrm flipH="1">
            <a:off x="5037473" y="3678722"/>
            <a:ext cx="311706" cy="246343"/>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grpSp>
        <p:nvGrpSpPr>
          <p:cNvPr id="3" name="组合 2">
            <a:extLst>
              <a:ext uri="{FF2B5EF4-FFF2-40B4-BE49-F238E27FC236}">
                <a16:creationId xmlns:a16="http://schemas.microsoft.com/office/drawing/2014/main" id="{824461A6-ED84-43D9-3B84-8B24142BE24A}"/>
              </a:ext>
            </a:extLst>
          </p:cNvPr>
          <p:cNvGrpSpPr/>
          <p:nvPr/>
        </p:nvGrpSpPr>
        <p:grpSpPr>
          <a:xfrm>
            <a:off x="1673826" y="2702218"/>
            <a:ext cx="1304468" cy="245358"/>
            <a:chOff x="1673826" y="2702218"/>
            <a:chExt cx="1304468" cy="245358"/>
          </a:xfrm>
        </p:grpSpPr>
        <p:sp>
          <p:nvSpPr>
            <p:cNvPr id="17" name="Rectangle 12">
              <a:extLst>
                <a:ext uri="{FF2B5EF4-FFF2-40B4-BE49-F238E27FC236}">
                  <a16:creationId xmlns:a16="http://schemas.microsoft.com/office/drawing/2014/main" id="{695A5031-E5F8-EEC3-2603-CFDD9C05E3A4}"/>
                </a:ext>
              </a:extLst>
            </p:cNvPr>
            <p:cNvSpPr>
              <a:spLocks noChangeArrowheads="1"/>
            </p:cNvSpPr>
            <p:nvPr/>
          </p:nvSpPr>
          <p:spPr bwMode="auto">
            <a:xfrm>
              <a:off x="2664453" y="2702218"/>
              <a:ext cx="313841" cy="245358"/>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59" name="Rectangle 54">
              <a:extLst>
                <a:ext uri="{FF2B5EF4-FFF2-40B4-BE49-F238E27FC236}">
                  <a16:creationId xmlns:a16="http://schemas.microsoft.com/office/drawing/2014/main" id="{4A90C076-58B5-9E97-50B3-63AC50F733CE}"/>
                </a:ext>
              </a:extLst>
            </p:cNvPr>
            <p:cNvSpPr>
              <a:spLocks noChangeArrowheads="1"/>
            </p:cNvSpPr>
            <p:nvPr/>
          </p:nvSpPr>
          <p:spPr bwMode="auto">
            <a:xfrm>
              <a:off x="1673826" y="2744590"/>
              <a:ext cx="311706" cy="175396"/>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60" name="Rectangle 55">
              <a:extLst>
                <a:ext uri="{FF2B5EF4-FFF2-40B4-BE49-F238E27FC236}">
                  <a16:creationId xmlns:a16="http://schemas.microsoft.com/office/drawing/2014/main" id="{59E3F380-F9DE-4E35-B79D-751DB744665B}"/>
                </a:ext>
              </a:extLst>
            </p:cNvPr>
            <p:cNvSpPr>
              <a:spLocks noChangeArrowheads="1"/>
            </p:cNvSpPr>
            <p:nvPr/>
          </p:nvSpPr>
          <p:spPr bwMode="auto">
            <a:xfrm>
              <a:off x="2169139" y="2723896"/>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grpSp>
      <p:sp>
        <p:nvSpPr>
          <p:cNvPr id="61" name="Rectangle 56">
            <a:extLst>
              <a:ext uri="{FF2B5EF4-FFF2-40B4-BE49-F238E27FC236}">
                <a16:creationId xmlns:a16="http://schemas.microsoft.com/office/drawing/2014/main" id="{431A9909-296C-A987-441D-65F84DFB6F67}"/>
              </a:ext>
            </a:extLst>
          </p:cNvPr>
          <p:cNvSpPr>
            <a:spLocks noChangeArrowheads="1"/>
          </p:cNvSpPr>
          <p:nvPr/>
        </p:nvSpPr>
        <p:spPr bwMode="auto">
          <a:xfrm>
            <a:off x="2169139" y="3699414"/>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grpSp>
        <p:nvGrpSpPr>
          <p:cNvPr id="7" name="组合 6">
            <a:extLst>
              <a:ext uri="{FF2B5EF4-FFF2-40B4-BE49-F238E27FC236}">
                <a16:creationId xmlns:a16="http://schemas.microsoft.com/office/drawing/2014/main" id="{3DEE2644-C029-33A1-DC70-9427BD681EF4}"/>
              </a:ext>
            </a:extLst>
          </p:cNvPr>
          <p:cNvGrpSpPr/>
          <p:nvPr/>
        </p:nvGrpSpPr>
        <p:grpSpPr>
          <a:xfrm>
            <a:off x="5037473" y="2702218"/>
            <a:ext cx="1317277" cy="245358"/>
            <a:chOff x="5037473" y="2702218"/>
            <a:chExt cx="1317277" cy="245358"/>
          </a:xfrm>
        </p:grpSpPr>
        <p:sp>
          <p:nvSpPr>
            <p:cNvPr id="54" name="Rectangle 49">
              <a:extLst>
                <a:ext uri="{FF2B5EF4-FFF2-40B4-BE49-F238E27FC236}">
                  <a16:creationId xmlns:a16="http://schemas.microsoft.com/office/drawing/2014/main" id="{AF8A363B-6732-4E7E-1A48-CB1BB19C7009}"/>
                </a:ext>
              </a:extLst>
            </p:cNvPr>
            <p:cNvSpPr>
              <a:spLocks noChangeArrowheads="1"/>
            </p:cNvSpPr>
            <p:nvPr/>
          </p:nvSpPr>
          <p:spPr bwMode="auto">
            <a:xfrm>
              <a:off x="6043044" y="2744590"/>
              <a:ext cx="311706" cy="175396"/>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7" name="Rectangle 52">
              <a:extLst>
                <a:ext uri="{FF2B5EF4-FFF2-40B4-BE49-F238E27FC236}">
                  <a16:creationId xmlns:a16="http://schemas.microsoft.com/office/drawing/2014/main" id="{361D44F7-70D4-D865-C349-56E2E028FE83}"/>
                </a:ext>
              </a:extLst>
            </p:cNvPr>
            <p:cNvSpPr>
              <a:spLocks noChangeArrowheads="1"/>
            </p:cNvSpPr>
            <p:nvPr/>
          </p:nvSpPr>
          <p:spPr bwMode="auto">
            <a:xfrm flipH="1">
              <a:off x="5037473" y="2702218"/>
              <a:ext cx="311706" cy="245358"/>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3</a:t>
              </a:r>
            </a:p>
          </p:txBody>
        </p:sp>
        <p:sp>
          <p:nvSpPr>
            <p:cNvPr id="62" name="Rectangle 57">
              <a:extLst>
                <a:ext uri="{FF2B5EF4-FFF2-40B4-BE49-F238E27FC236}">
                  <a16:creationId xmlns:a16="http://schemas.microsoft.com/office/drawing/2014/main" id="{3484E4BC-C2A5-7E26-AEFA-4F6714131ED8}"/>
                </a:ext>
              </a:extLst>
            </p:cNvPr>
            <p:cNvSpPr>
              <a:spLocks noChangeArrowheads="1"/>
            </p:cNvSpPr>
            <p:nvPr/>
          </p:nvSpPr>
          <p:spPr bwMode="auto">
            <a:xfrm flipH="1">
              <a:off x="5540259" y="2723896"/>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grpSp>
      <p:sp>
        <p:nvSpPr>
          <p:cNvPr id="63" name="Rectangle 58">
            <a:extLst>
              <a:ext uri="{FF2B5EF4-FFF2-40B4-BE49-F238E27FC236}">
                <a16:creationId xmlns:a16="http://schemas.microsoft.com/office/drawing/2014/main" id="{EBFB97CF-5037-6BC2-A19A-9190DC01342F}"/>
              </a:ext>
            </a:extLst>
          </p:cNvPr>
          <p:cNvSpPr>
            <a:spLocks noChangeArrowheads="1"/>
          </p:cNvSpPr>
          <p:nvPr/>
        </p:nvSpPr>
        <p:spPr bwMode="auto">
          <a:xfrm flipH="1">
            <a:off x="5547731" y="3699414"/>
            <a:ext cx="311706" cy="204957"/>
          </a:xfrm>
          <a:prstGeom prst="rect">
            <a:avLst/>
          </a:prstGeom>
          <a:solidFill>
            <a:srgbClr val="00FF99"/>
          </a:solidFill>
          <a:ln w="19050">
            <a:solidFill>
              <a:schemeClr val="tx1"/>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2</a:t>
            </a:r>
          </a:p>
        </p:txBody>
      </p:sp>
      <p:sp>
        <p:nvSpPr>
          <p:cNvPr id="64" name="AutoShape 4">
            <a:extLst>
              <a:ext uri="{FF2B5EF4-FFF2-40B4-BE49-F238E27FC236}">
                <a16:creationId xmlns:a16="http://schemas.microsoft.com/office/drawing/2014/main" id="{A2AB83F5-BAEF-96AD-9F5C-D135271082FA}"/>
              </a:ext>
            </a:extLst>
          </p:cNvPr>
          <p:cNvSpPr>
            <a:spLocks noChangeArrowheads="1"/>
          </p:cNvSpPr>
          <p:nvPr/>
        </p:nvSpPr>
        <p:spPr bwMode="auto">
          <a:xfrm>
            <a:off x="3835484" y="2108132"/>
            <a:ext cx="311706" cy="491701"/>
          </a:xfrm>
          <a:prstGeom prst="upDownArrow">
            <a:avLst>
              <a:gd name="adj1" fmla="val 50000"/>
              <a:gd name="adj2" fmla="val 34178"/>
            </a:avLst>
          </a:prstGeom>
          <a:solidFill>
            <a:srgbClr val="CC00CC"/>
          </a:solidFill>
          <a:ln w="2857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CC"/>
              </a:solidFill>
              <a:latin typeface="微软雅黑" pitchFamily="34" charset="-122"/>
              <a:ea typeface="微软雅黑" pitchFamily="34" charset="-122"/>
            </a:endParaRPr>
          </a:p>
        </p:txBody>
      </p:sp>
      <p:cxnSp>
        <p:nvCxnSpPr>
          <p:cNvPr id="67" name="肘形连接符 66">
            <a:extLst>
              <a:ext uri="{FF2B5EF4-FFF2-40B4-BE49-F238E27FC236}">
                <a16:creationId xmlns:a16="http://schemas.microsoft.com/office/drawing/2014/main" id="{B5BA847E-E460-7758-1F0A-5BA8DDB125A6}"/>
              </a:ext>
            </a:extLst>
          </p:cNvPr>
          <p:cNvCxnSpPr>
            <a:cxnSpLocks/>
            <a:stCxn id="15" idx="1"/>
            <a:endCxn id="17" idx="0"/>
          </p:cNvCxnSpPr>
          <p:nvPr/>
        </p:nvCxnSpPr>
        <p:spPr>
          <a:xfrm rot="10800000" flipV="1">
            <a:off x="2821375" y="1914998"/>
            <a:ext cx="780331" cy="787219"/>
          </a:xfrm>
          <a:prstGeom prst="bentConnector2">
            <a:avLst/>
          </a:prstGeom>
          <a:ln w="12700">
            <a:prstDash val="sysDash"/>
            <a:tailEnd type="triangle" w="med" len="lg"/>
          </a:ln>
        </p:spPr>
        <p:style>
          <a:lnRef idx="1">
            <a:schemeClr val="dk1"/>
          </a:lnRef>
          <a:fillRef idx="0">
            <a:schemeClr val="dk1"/>
          </a:fillRef>
          <a:effectRef idx="0">
            <a:schemeClr val="dk1"/>
          </a:effectRef>
          <a:fontRef idx="minor">
            <a:schemeClr val="tx1"/>
          </a:fontRef>
        </p:style>
      </p:cxnSp>
      <p:sp>
        <p:nvSpPr>
          <p:cNvPr id="68" name="矩形 67">
            <a:extLst>
              <a:ext uri="{FF2B5EF4-FFF2-40B4-BE49-F238E27FC236}">
                <a16:creationId xmlns:a16="http://schemas.microsoft.com/office/drawing/2014/main" id="{B8B1CFC5-D533-5A1D-8062-DAC467A90EED}"/>
              </a:ext>
            </a:extLst>
          </p:cNvPr>
          <p:cNvSpPr/>
          <p:nvPr/>
        </p:nvSpPr>
        <p:spPr>
          <a:xfrm>
            <a:off x="7013806" y="1269142"/>
            <a:ext cx="1005403"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路由部分</a:t>
            </a:r>
            <a:endParaRPr lang="en-US" altLang="zh-CN" sz="1600" b="1" dirty="0">
              <a:latin typeface="微软雅黑" panose="020B0503020204020204" pitchFamily="34" charset="-122"/>
              <a:ea typeface="微软雅黑" panose="020B0503020204020204" pitchFamily="34" charset="-122"/>
            </a:endParaRPr>
          </a:p>
        </p:txBody>
      </p:sp>
      <p:sp>
        <p:nvSpPr>
          <p:cNvPr id="69" name="矩形 68">
            <a:extLst>
              <a:ext uri="{FF2B5EF4-FFF2-40B4-BE49-F238E27FC236}">
                <a16:creationId xmlns:a16="http://schemas.microsoft.com/office/drawing/2014/main" id="{514F291E-FF4A-2F5B-FEC9-30B731113F69}"/>
              </a:ext>
            </a:extLst>
          </p:cNvPr>
          <p:cNvSpPr/>
          <p:nvPr/>
        </p:nvSpPr>
        <p:spPr>
          <a:xfrm>
            <a:off x="7013806" y="2501155"/>
            <a:ext cx="1415772"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分组转发部分</a:t>
            </a:r>
          </a:p>
        </p:txBody>
      </p:sp>
      <p:cxnSp>
        <p:nvCxnSpPr>
          <p:cNvPr id="71" name="直接箭头连接符 70">
            <a:extLst>
              <a:ext uri="{FF2B5EF4-FFF2-40B4-BE49-F238E27FC236}">
                <a16:creationId xmlns:a16="http://schemas.microsoft.com/office/drawing/2014/main" id="{25299E6C-DAF4-726B-F16F-45D46EE6284A}"/>
              </a:ext>
            </a:extLst>
          </p:cNvPr>
          <p:cNvCxnSpPr/>
          <p:nvPr/>
        </p:nvCxnSpPr>
        <p:spPr>
          <a:xfrm>
            <a:off x="2821373" y="2947576"/>
            <a:ext cx="0" cy="731146"/>
          </a:xfrm>
          <a:prstGeom prst="straightConnector1">
            <a:avLst/>
          </a:prstGeom>
          <a:ln w="12700">
            <a:solidFill>
              <a:schemeClr val="tx1"/>
            </a:solidFill>
            <a:prstDash val="sysDash"/>
            <a:tailEnd type="triangle" w="med" len="lg"/>
          </a:ln>
        </p:spPr>
        <p:style>
          <a:lnRef idx="1">
            <a:schemeClr val="accent1"/>
          </a:lnRef>
          <a:fillRef idx="0">
            <a:schemeClr val="accent1"/>
          </a:fillRef>
          <a:effectRef idx="0">
            <a:schemeClr val="accent1"/>
          </a:effectRef>
          <a:fontRef idx="minor">
            <a:schemeClr val="tx1"/>
          </a:fontRef>
        </p:style>
      </p:cxnSp>
      <p:sp>
        <p:nvSpPr>
          <p:cNvPr id="2" name="AutoShape 5">
            <a:extLst>
              <a:ext uri="{FF2B5EF4-FFF2-40B4-BE49-F238E27FC236}">
                <a16:creationId xmlns:a16="http://schemas.microsoft.com/office/drawing/2014/main" id="{8F18AA88-E4C3-E60A-312F-21F39F539958}"/>
              </a:ext>
            </a:extLst>
          </p:cNvPr>
          <p:cNvSpPr>
            <a:spLocks noChangeArrowheads="1"/>
          </p:cNvSpPr>
          <p:nvPr/>
        </p:nvSpPr>
        <p:spPr bwMode="auto">
          <a:xfrm>
            <a:off x="545144" y="616540"/>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a:extLst>
              <a:ext uri="{FF2B5EF4-FFF2-40B4-BE49-F238E27FC236}">
                <a16:creationId xmlns:a16="http://schemas.microsoft.com/office/drawing/2014/main" id="{C956C6C9-A5E3-916A-166F-23A364C849D1}"/>
              </a:ext>
            </a:extLst>
          </p:cNvPr>
          <p:cNvSpPr>
            <a:spLocks noChangeArrowheads="1"/>
          </p:cNvSpPr>
          <p:nvPr/>
        </p:nvSpPr>
        <p:spPr bwMode="auto">
          <a:xfrm>
            <a:off x="3080214" y="575677"/>
            <a:ext cx="29835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4.7.1  </a:t>
            </a:r>
            <a:r>
              <a:rPr lang="zh-CN" altLang="en-US" sz="2400" b="1" dirty="0">
                <a:solidFill>
                  <a:schemeClr val="bg1"/>
                </a:solidFill>
                <a:latin typeface="微软雅黑" pitchFamily="34" charset="-122"/>
                <a:ea typeface="微软雅黑" pitchFamily="34" charset="-122"/>
              </a:rPr>
              <a:t>路由器的结构</a:t>
            </a:r>
          </a:p>
        </p:txBody>
      </p:sp>
      <p:sp>
        <p:nvSpPr>
          <p:cNvPr id="46" name="Rectangle 10">
            <a:extLst>
              <a:ext uri="{FF2B5EF4-FFF2-40B4-BE49-F238E27FC236}">
                <a16:creationId xmlns:a16="http://schemas.microsoft.com/office/drawing/2014/main" id="{0DFCFCD0-DE27-12FA-38D7-73D9BC20AD89}"/>
              </a:ext>
            </a:extLst>
          </p:cNvPr>
          <p:cNvSpPr>
            <a:spLocks noChangeArrowheads="1"/>
          </p:cNvSpPr>
          <p:nvPr/>
        </p:nvSpPr>
        <p:spPr bwMode="auto">
          <a:xfrm>
            <a:off x="2534921" y="2267578"/>
            <a:ext cx="570901" cy="256197"/>
          </a:xfrm>
          <a:prstGeom prst="rect">
            <a:avLst/>
          </a:prstGeom>
          <a:solidFill>
            <a:srgbClr val="99FF33"/>
          </a:solidFill>
          <a:ln w="19050">
            <a:solidFill>
              <a:schemeClr val="tx1"/>
            </a:solidFill>
            <a:miter lim="800000"/>
            <a:headEnd/>
            <a:tailEnd/>
          </a:ln>
          <a:effectLst/>
        </p:spPr>
        <p:txBody>
          <a:bodyPr wrap="none" anchor="ctr"/>
          <a:lstStyle/>
          <a:p>
            <a:pPr algn="ctr"/>
            <a:r>
              <a:rPr kumimoji="1" lang="zh-CN" altLang="en-US" sz="1200" b="1" dirty="0">
                <a:solidFill>
                  <a:srgbClr val="0000CC"/>
                </a:solidFill>
                <a:latin typeface="微软雅黑" pitchFamily="34" charset="-122"/>
                <a:ea typeface="微软雅黑" pitchFamily="34" charset="-122"/>
              </a:rPr>
              <a:t>转发表</a:t>
            </a:r>
          </a:p>
        </p:txBody>
      </p:sp>
      <p:sp>
        <p:nvSpPr>
          <p:cNvPr id="4" name="任意多边形: 形状 3">
            <a:extLst>
              <a:ext uri="{FF2B5EF4-FFF2-40B4-BE49-F238E27FC236}">
                <a16:creationId xmlns:a16="http://schemas.microsoft.com/office/drawing/2014/main" id="{A51A2E69-05F4-4D9F-C2F3-95C87597EF2E}"/>
              </a:ext>
            </a:extLst>
          </p:cNvPr>
          <p:cNvSpPr/>
          <p:nvPr/>
        </p:nvSpPr>
        <p:spPr>
          <a:xfrm>
            <a:off x="1378163" y="2812368"/>
            <a:ext cx="5187950" cy="1007493"/>
          </a:xfrm>
          <a:custGeom>
            <a:avLst/>
            <a:gdLst>
              <a:gd name="csX0" fmla="*/ 0 w 5145140"/>
              <a:gd name="csY0" fmla="*/ 13959 h 1007493"/>
              <a:gd name="csX1" fmla="*/ 1487540 w 5145140"/>
              <a:gd name="csY1" fmla="*/ 18334 h 1007493"/>
              <a:gd name="csX2" fmla="*/ 2143808 w 5145140"/>
              <a:gd name="csY2" fmla="*/ 193339 h 1007493"/>
              <a:gd name="csX3" fmla="*/ 3198212 w 5145140"/>
              <a:gd name="csY3" fmla="*/ 893358 h 1007493"/>
              <a:gd name="csX4" fmla="*/ 5145140 w 5145140"/>
              <a:gd name="csY4" fmla="*/ 998361 h 1007493"/>
            </a:gdLst>
            <a:ahLst/>
            <a:cxnLst>
              <a:cxn ang="0">
                <a:pos x="csX0" y="csY0"/>
              </a:cxn>
              <a:cxn ang="0">
                <a:pos x="csX1" y="csY1"/>
              </a:cxn>
              <a:cxn ang="0">
                <a:pos x="csX2" y="csY2"/>
              </a:cxn>
              <a:cxn ang="0">
                <a:pos x="csX3" y="csY3"/>
              </a:cxn>
              <a:cxn ang="0">
                <a:pos x="csX4" y="csY4"/>
              </a:cxn>
            </a:cxnLst>
            <a:rect l="l" t="t" r="r" b="b"/>
            <a:pathLst>
              <a:path w="5145140" h="1007493">
                <a:moveTo>
                  <a:pt x="0" y="13959"/>
                </a:moveTo>
                <a:cubicBezTo>
                  <a:pt x="565119" y="1198"/>
                  <a:pt x="1130239" y="-11563"/>
                  <a:pt x="1487540" y="18334"/>
                </a:cubicBezTo>
                <a:cubicBezTo>
                  <a:pt x="1844841" y="48231"/>
                  <a:pt x="1858696" y="47502"/>
                  <a:pt x="2143808" y="193339"/>
                </a:cubicBezTo>
                <a:cubicBezTo>
                  <a:pt x="2428920" y="339176"/>
                  <a:pt x="2697990" y="759188"/>
                  <a:pt x="3198212" y="893358"/>
                </a:cubicBezTo>
                <a:cubicBezTo>
                  <a:pt x="3698434" y="1027528"/>
                  <a:pt x="4421787" y="1012944"/>
                  <a:pt x="5145140" y="998361"/>
                </a:cubicBezTo>
              </a:path>
            </a:pathLst>
          </a:custGeom>
          <a:ln>
            <a:solidFill>
              <a:srgbClr val="FF0000"/>
            </a:solidFill>
            <a:headEnd type="none" w="med" len="med"/>
            <a:tailEnd type="triangle" w="med" len="med"/>
          </a:ln>
        </p:spPr>
        <p:style>
          <a:lnRef idx="2">
            <a:schemeClr val="accent6"/>
          </a:lnRef>
          <a:fillRef idx="0">
            <a:schemeClr val="accent6"/>
          </a:fillRef>
          <a:effectRef idx="1">
            <a:schemeClr val="accent6"/>
          </a:effectRef>
          <a:fontRef idx="minor">
            <a:schemeClr val="tx1"/>
          </a:fontRef>
        </p:style>
        <p:txBody>
          <a:bodyPr rtlCol="0" anchor="ctr"/>
          <a:lstStyle/>
          <a:p>
            <a:pPr algn="ctr"/>
            <a:endParaRPr lang="zh-CN" altLang="en-US"/>
          </a:p>
        </p:txBody>
      </p:sp>
      <p:sp>
        <p:nvSpPr>
          <p:cNvPr id="47" name="文本框 46">
            <a:extLst>
              <a:ext uri="{FF2B5EF4-FFF2-40B4-BE49-F238E27FC236}">
                <a16:creationId xmlns:a16="http://schemas.microsoft.com/office/drawing/2014/main" id="{BDF4AFAC-A1E4-5B6C-F37E-2027943B8E3D}"/>
              </a:ext>
            </a:extLst>
          </p:cNvPr>
          <p:cNvSpPr txBox="1"/>
          <p:nvPr/>
        </p:nvSpPr>
        <p:spPr>
          <a:xfrm>
            <a:off x="785297" y="2655418"/>
            <a:ext cx="599983" cy="307777"/>
          </a:xfrm>
          <a:prstGeom prst="rect">
            <a:avLst/>
          </a:prstGeom>
        </p:spPr>
        <p:style>
          <a:lnRef idx="1">
            <a:schemeClr val="accent6"/>
          </a:lnRef>
          <a:fillRef idx="3">
            <a:schemeClr val="accent6"/>
          </a:fillRef>
          <a:effectRef idx="2">
            <a:schemeClr val="accent6"/>
          </a:effectRef>
          <a:fontRef idx="minor">
            <a:schemeClr val="lt1"/>
          </a:fontRef>
        </p:style>
        <p:txBody>
          <a:bodyPr wrap="square" rtlCol="0">
            <a:spAutoFit/>
          </a:bodyPr>
          <a:lstStyle/>
          <a:p>
            <a:pPr algn="ctr"/>
            <a:r>
              <a:rPr lang="zh-CN" altLang="en-US" sz="1400" b="1" dirty="0">
                <a:latin typeface="微软雅黑" panose="020B0503020204020204" pitchFamily="34" charset="-122"/>
                <a:ea typeface="微软雅黑" panose="020B0503020204020204" pitchFamily="34" charset="-122"/>
              </a:rPr>
              <a:t>分组</a:t>
            </a:r>
          </a:p>
        </p:txBody>
      </p:sp>
      <p:sp>
        <p:nvSpPr>
          <p:cNvPr id="48" name="文本框 47">
            <a:extLst>
              <a:ext uri="{FF2B5EF4-FFF2-40B4-BE49-F238E27FC236}">
                <a16:creationId xmlns:a16="http://schemas.microsoft.com/office/drawing/2014/main" id="{7C4EEDA1-7F0B-27EB-11AE-7E3CDD9AA876}"/>
              </a:ext>
            </a:extLst>
          </p:cNvPr>
          <p:cNvSpPr txBox="1"/>
          <p:nvPr/>
        </p:nvSpPr>
        <p:spPr>
          <a:xfrm>
            <a:off x="1417630" y="4445585"/>
            <a:ext cx="6652829" cy="338554"/>
          </a:xfrm>
          <a:prstGeom prst="rect">
            <a:avLst/>
          </a:prstGeom>
          <a:noFill/>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复制到每一个输入端口的转发表常称为转发表的“影子副本” 。</a:t>
            </a:r>
          </a:p>
        </p:txBody>
      </p:sp>
    </p:spTree>
    <p:extLst>
      <p:ext uri="{BB962C8B-B14F-4D97-AF65-F5344CB8AC3E}">
        <p14:creationId xmlns:p14="http://schemas.microsoft.com/office/powerpoint/2010/main" val="1340293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grpId="0" nodeType="clickEffect">
                                  <p:stCondLst>
                                    <p:cond delay="0"/>
                                  </p:stCondLst>
                                  <p:childTnLst>
                                    <p:anim calcmode="discrete" valueType="str">
                                      <p:cBhvr>
                                        <p:cTn id="10" dur="1000" fill="hold"/>
                                        <p:tgtEl>
                                          <p:spTgt spid="40"/>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2000" fill="hold" grpId="0" nodeType="clickEffect">
                                  <p:stCondLst>
                                    <p:cond delay="0"/>
                                  </p:stCondLst>
                                  <p:childTnLst>
                                    <p:anim calcmode="discrete" valueType="str">
                                      <p:cBhvr>
                                        <p:cTn id="14" dur="1000" fill="hold"/>
                                        <p:tgtEl>
                                          <p:spTgt spid="22"/>
                                        </p:tgtEl>
                                        <p:attrNameLst>
                                          <p:attrName>style.visibility</p:attrName>
                                        </p:attrNameLst>
                                      </p:cBhvr>
                                      <p:tavLst>
                                        <p:tav tm="0">
                                          <p:val>
                                            <p:strVal val="hidden"/>
                                          </p:val>
                                        </p:tav>
                                        <p:tav tm="50000">
                                          <p:val>
                                            <p:strVal val="visible"/>
                                          </p:val>
                                        </p:tav>
                                      </p:tavLst>
                                    </p:anim>
                                  </p:childTnLst>
                                </p:cTn>
                              </p:par>
                              <p:par>
                                <p:cTn id="15" presetID="35" presetClass="emph" presetSubtype="0" repeatCount="2000" fill="hold" grpId="0" nodeType="withEffect">
                                  <p:stCondLst>
                                    <p:cond delay="0"/>
                                  </p:stCondLst>
                                  <p:childTnLst>
                                    <p:anim calcmode="discrete" valueType="str">
                                      <p:cBhvr>
                                        <p:cTn id="16" dur="1000" fill="hold"/>
                                        <p:tgtEl>
                                          <p:spTgt spid="41"/>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2000" fill="hold" grpId="0" nodeType="clickEffect">
                                  <p:stCondLst>
                                    <p:cond delay="0"/>
                                  </p:stCondLst>
                                  <p:childTnLst>
                                    <p:anim calcmode="discrete" valueType="str">
                                      <p:cBhvr>
                                        <p:cTn id="20" dur="1000" fill="hold"/>
                                        <p:tgtEl>
                                          <p:spTgt spid="42"/>
                                        </p:tgtEl>
                                        <p:attrNameLst>
                                          <p:attrName>style.visibility</p:attrName>
                                        </p:attrNameLst>
                                      </p:cBhvr>
                                      <p:tavLst>
                                        <p:tav tm="0">
                                          <p:val>
                                            <p:strVal val="hidden"/>
                                          </p:val>
                                        </p:tav>
                                        <p:tav tm="50000">
                                          <p:val>
                                            <p:strVal val="visible"/>
                                          </p:val>
                                        </p:tav>
                                      </p:tavLst>
                                    </p:anim>
                                  </p:childTnLst>
                                </p:cTn>
                              </p:par>
                              <p:par>
                                <p:cTn id="21" presetID="35" presetClass="emph" presetSubtype="0" repeatCount="2000" fill="hold" grpId="0" nodeType="withEffect">
                                  <p:stCondLst>
                                    <p:cond delay="0"/>
                                  </p:stCondLst>
                                  <p:childTnLst>
                                    <p:anim calcmode="discrete" valueType="str">
                                      <p:cBhvr>
                                        <p:cTn id="22" dur="1000" fill="hold"/>
                                        <p:tgtEl>
                                          <p:spTgt spid="49"/>
                                        </p:tgtEl>
                                        <p:attrNameLst>
                                          <p:attrName>style.visibility</p:attrName>
                                        </p:attrNameLst>
                                      </p:cBhvr>
                                      <p:tavLst>
                                        <p:tav tm="0">
                                          <p:val>
                                            <p:strVal val="hidden"/>
                                          </p:val>
                                        </p:tav>
                                        <p:tav tm="50000">
                                          <p:val>
                                            <p:strVal val="visible"/>
                                          </p:val>
                                        </p:tav>
                                      </p:tavLst>
                                    </p:anim>
                                  </p:childTnLst>
                                </p:cTn>
                              </p:par>
                            </p:childTnLst>
                          </p:cTn>
                        </p:par>
                      </p:childTnLst>
                    </p:cTn>
                  </p:par>
                  <p:par>
                    <p:cTn id="23" fill="hold">
                      <p:stCondLst>
                        <p:cond delay="indefinite"/>
                      </p:stCondLst>
                      <p:childTnLst>
                        <p:par>
                          <p:cTn id="24" fill="hold">
                            <p:stCondLst>
                              <p:cond delay="0"/>
                            </p:stCondLst>
                            <p:childTnLst>
                              <p:par>
                                <p:cTn id="25" presetID="35" presetClass="emph" presetSubtype="0" repeatCount="2000" fill="hold" nodeType="clickEffect">
                                  <p:stCondLst>
                                    <p:cond delay="0"/>
                                  </p:stCondLst>
                                  <p:childTnLst>
                                    <p:anim calcmode="discrete" valueType="str">
                                      <p:cBhvr>
                                        <p:cTn id="26" dur="1000" fill="hold"/>
                                        <p:tgtEl>
                                          <p:spTgt spid="3"/>
                                        </p:tgtEl>
                                        <p:attrNameLst>
                                          <p:attrName>style.visibility</p:attrName>
                                        </p:attrNameLst>
                                      </p:cBhvr>
                                      <p:tavLst>
                                        <p:tav tm="0">
                                          <p:val>
                                            <p:strVal val="hidden"/>
                                          </p:val>
                                        </p:tav>
                                        <p:tav tm="50000">
                                          <p:val>
                                            <p:strVal val="visible"/>
                                          </p:val>
                                        </p:tav>
                                      </p:tavLst>
                                    </p:anim>
                                  </p:childTnLst>
                                </p:cTn>
                              </p:par>
                              <p:par>
                                <p:cTn id="27" presetID="35" presetClass="emph" presetSubtype="0" repeatCount="2000" fill="hold" nodeType="withEffect">
                                  <p:stCondLst>
                                    <p:cond delay="0"/>
                                  </p:stCondLst>
                                  <p:childTnLst>
                                    <p:anim calcmode="discrete" valueType="str">
                                      <p:cBhvr>
                                        <p:cTn id="28"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1" nodeType="clickEffect">
                                  <p:stCondLst>
                                    <p:cond delay="0"/>
                                  </p:stCondLst>
                                  <p:childTnLst>
                                    <p:set>
                                      <p:cBhvr>
                                        <p:cTn id="32" dur="1" fill="hold">
                                          <p:stCondLst>
                                            <p:cond delay="0"/>
                                          </p:stCondLst>
                                        </p:cTn>
                                        <p:tgtEl>
                                          <p:spTgt spid="47"/>
                                        </p:tgtEl>
                                        <p:attrNameLst>
                                          <p:attrName>style.visibility</p:attrName>
                                        </p:attrNameLst>
                                      </p:cBhvr>
                                      <p:to>
                                        <p:strVal val="visible"/>
                                      </p:to>
                                    </p:set>
                                  </p:childTnLst>
                                </p:cTn>
                              </p:par>
                            </p:childTnLst>
                          </p:cTn>
                        </p:par>
                        <p:par>
                          <p:cTn id="33" fill="hold">
                            <p:stCondLst>
                              <p:cond delay="0"/>
                            </p:stCondLst>
                            <p:childTnLst>
                              <p:par>
                                <p:cTn id="34" presetID="0" presetClass="path" presetSubtype="0" accel="50000" decel="50000" fill="hold" grpId="0" nodeType="afterEffect">
                                  <p:stCondLst>
                                    <p:cond delay="0"/>
                                  </p:stCondLst>
                                  <p:childTnLst>
                                    <p:animMotion origin="layout" path="M 1.38778E-17 3.7037E-6 L 0.19826 0.00586 L 0.26076 0.01759 L 0.4158 0.18703 L 0.44653 0.19475 L 0.63507 0.1929 " pathEditMode="relative" rAng="0" ptsTypes="AAAAAA">
                                      <p:cBhvr>
                                        <p:cTn id="35" dur="2000" fill="hold"/>
                                        <p:tgtEl>
                                          <p:spTgt spid="47"/>
                                        </p:tgtEl>
                                        <p:attrNameLst>
                                          <p:attrName>ppt_x</p:attrName>
                                          <p:attrName>ppt_y</p:attrName>
                                        </p:attrNameLst>
                                      </p:cBhvr>
                                      <p:rCtr x="31753" y="9722"/>
                                    </p:animMotion>
                                  </p:childTnLst>
                                </p:cTn>
                              </p:par>
                              <p:par>
                                <p:cTn id="36" presetID="22" presetClass="entr" presetSubtype="8" fill="hold" grpId="0"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wipe(left)">
                                      <p:cBhvr>
                                        <p:cTn id="38" dur="500"/>
                                        <p:tgtEl>
                                          <p:spTgt spid="4"/>
                                        </p:tgtEl>
                                      </p:cBhvr>
                                    </p:animEffect>
                                  </p:childTnLst>
                                </p:cTn>
                              </p:par>
                            </p:childTnLst>
                          </p:cTn>
                        </p:par>
                      </p:childTnLst>
                    </p:cTn>
                  </p:par>
                  <p:par>
                    <p:cTn id="39" fill="hold">
                      <p:stCondLst>
                        <p:cond delay="indefinite"/>
                      </p:stCondLst>
                      <p:childTnLst>
                        <p:par>
                          <p:cTn id="40" fill="hold">
                            <p:stCondLst>
                              <p:cond delay="0"/>
                            </p:stCondLst>
                            <p:childTnLst>
                              <p:par>
                                <p:cTn id="41" presetID="35" presetClass="emph" presetSubtype="0" repeatCount="3000" fill="hold" grpId="0" nodeType="clickEffect">
                                  <p:stCondLst>
                                    <p:cond delay="0"/>
                                  </p:stCondLst>
                                  <p:childTnLst>
                                    <p:anim calcmode="discrete" valueType="str">
                                      <p:cBhvr>
                                        <p:cTn id="42" dur="1000" fill="hold"/>
                                        <p:tgtEl>
                                          <p:spTgt spid="46"/>
                                        </p:tgtEl>
                                        <p:attrNameLst>
                                          <p:attrName>style.visibility</p:attrName>
                                        </p:attrNameLst>
                                      </p:cBhvr>
                                      <p:tavLst>
                                        <p:tav tm="0">
                                          <p:val>
                                            <p:strVal val="hidden"/>
                                          </p:val>
                                        </p:tav>
                                        <p:tav tm="50000">
                                          <p:val>
                                            <p:strVal val="visible"/>
                                          </p:val>
                                        </p:tav>
                                      </p:tavLst>
                                    </p:anim>
                                  </p:childTnLst>
                                </p:cTn>
                              </p:par>
                            </p:childTnLst>
                          </p:cTn>
                        </p:par>
                      </p:childTnLst>
                    </p:cTn>
                  </p:par>
                  <p:par>
                    <p:cTn id="43" fill="hold">
                      <p:stCondLst>
                        <p:cond delay="indefinite"/>
                      </p:stCondLst>
                      <p:childTnLst>
                        <p:par>
                          <p:cTn id="44" fill="hold">
                            <p:stCondLst>
                              <p:cond delay="0"/>
                            </p:stCondLst>
                            <p:childTnLst>
                              <p:par>
                                <p:cTn id="45" presetID="53" presetClass="entr" presetSubtype="16" fill="hold" grpId="0" nodeType="clickEffect">
                                  <p:stCondLst>
                                    <p:cond delay="0"/>
                                  </p:stCondLst>
                                  <p:childTnLst>
                                    <p:set>
                                      <p:cBhvr>
                                        <p:cTn id="46" dur="1" fill="hold">
                                          <p:stCondLst>
                                            <p:cond delay="0"/>
                                          </p:stCondLst>
                                        </p:cTn>
                                        <p:tgtEl>
                                          <p:spTgt spid="48"/>
                                        </p:tgtEl>
                                        <p:attrNameLst>
                                          <p:attrName>style.visibility</p:attrName>
                                        </p:attrNameLst>
                                      </p:cBhvr>
                                      <p:to>
                                        <p:strVal val="visible"/>
                                      </p:to>
                                    </p:set>
                                    <p:anim calcmode="lin" valueType="num">
                                      <p:cBhvr>
                                        <p:cTn id="47" dur="500" fill="hold"/>
                                        <p:tgtEl>
                                          <p:spTgt spid="48"/>
                                        </p:tgtEl>
                                        <p:attrNameLst>
                                          <p:attrName>ppt_w</p:attrName>
                                        </p:attrNameLst>
                                      </p:cBhvr>
                                      <p:tavLst>
                                        <p:tav tm="0">
                                          <p:val>
                                            <p:fltVal val="0"/>
                                          </p:val>
                                        </p:tav>
                                        <p:tav tm="100000">
                                          <p:val>
                                            <p:strVal val="#ppt_w"/>
                                          </p:val>
                                        </p:tav>
                                      </p:tavLst>
                                    </p:anim>
                                    <p:anim calcmode="lin" valueType="num">
                                      <p:cBhvr>
                                        <p:cTn id="48" dur="500" fill="hold"/>
                                        <p:tgtEl>
                                          <p:spTgt spid="48"/>
                                        </p:tgtEl>
                                        <p:attrNameLst>
                                          <p:attrName>ppt_h</p:attrName>
                                        </p:attrNameLst>
                                      </p:cBhvr>
                                      <p:tavLst>
                                        <p:tav tm="0">
                                          <p:val>
                                            <p:fltVal val="0"/>
                                          </p:val>
                                        </p:tav>
                                        <p:tav tm="100000">
                                          <p:val>
                                            <p:strVal val="#ppt_h"/>
                                          </p:val>
                                        </p:tav>
                                      </p:tavLst>
                                    </p:anim>
                                    <p:animEffect transition="in" filter="fade">
                                      <p:cBhvr>
                                        <p:cTn id="49"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2" grpId="0"/>
      <p:bldP spid="40" grpId="0"/>
      <p:bldP spid="41" grpId="0"/>
      <p:bldP spid="42" grpId="0"/>
      <p:bldP spid="49" grpId="0"/>
      <p:bldP spid="46" grpId="0" animBg="1"/>
      <p:bldP spid="4" grpId="0" animBg="1"/>
      <p:bldP spid="47" grpId="0" animBg="1"/>
      <p:bldP spid="47" grpId="1" animBg="1"/>
      <p:bldP spid="48" grpId="0"/>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03322"/>
            <a:ext cx="8053712" cy="25157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79675"/>
            <a:ext cx="4365298" cy="400110"/>
          </a:xfrm>
          <a:prstGeom prst="rect">
            <a:avLst/>
          </a:prstGeom>
        </p:spPr>
        <p:txBody>
          <a:bodyPr wrap="none">
            <a:spAutoFit/>
          </a:bodyPr>
          <a:lstStyle/>
          <a:p>
            <a:r>
              <a:rPr lang="zh-CN" altLang="en-US" sz="2000" b="1" dirty="0">
                <a:latin typeface="微软雅黑" pitchFamily="34" charset="-122"/>
                <a:ea typeface="微软雅黑" pitchFamily="34" charset="-122"/>
              </a:rPr>
              <a:t>输入端口对线路上收到的分组的处理 </a:t>
            </a:r>
          </a:p>
        </p:txBody>
      </p:sp>
      <p:sp>
        <p:nvSpPr>
          <p:cNvPr id="6" name="Rectangle 4"/>
          <p:cNvSpPr>
            <a:spLocks noChangeArrowheads="1"/>
          </p:cNvSpPr>
          <p:nvPr/>
        </p:nvSpPr>
        <p:spPr bwMode="auto">
          <a:xfrm>
            <a:off x="1921942" y="1331848"/>
            <a:ext cx="5042070" cy="2006064"/>
          </a:xfrm>
          <a:prstGeom prst="rect">
            <a:avLst/>
          </a:prstGeom>
          <a:solidFill>
            <a:srgbClr val="99FFCC"/>
          </a:solidFill>
          <a:ln w="12700">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b="1">
              <a:latin typeface="微软雅黑" pitchFamily="34" charset="-122"/>
              <a:ea typeface="微软雅黑" pitchFamily="34" charset="-122"/>
            </a:endParaRPr>
          </a:p>
        </p:txBody>
      </p:sp>
      <p:sp>
        <p:nvSpPr>
          <p:cNvPr id="7" name="Rectangle 5"/>
          <p:cNvSpPr>
            <a:spLocks noChangeArrowheads="1"/>
          </p:cNvSpPr>
          <p:nvPr/>
        </p:nvSpPr>
        <p:spPr bwMode="auto">
          <a:xfrm>
            <a:off x="2256884" y="2130924"/>
            <a:ext cx="1009610" cy="601700"/>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b="1" dirty="0">
                <a:solidFill>
                  <a:schemeClr val="bg1"/>
                </a:solidFill>
                <a:latin typeface="微软雅黑" pitchFamily="34" charset="-122"/>
                <a:ea typeface="微软雅黑" pitchFamily="34" charset="-122"/>
              </a:rPr>
              <a:t>物理层处理</a:t>
            </a:r>
          </a:p>
        </p:txBody>
      </p:sp>
      <p:sp>
        <p:nvSpPr>
          <p:cNvPr id="8" name="Rectangle 6"/>
          <p:cNvSpPr>
            <a:spLocks noChangeArrowheads="1"/>
          </p:cNvSpPr>
          <p:nvPr/>
        </p:nvSpPr>
        <p:spPr bwMode="auto">
          <a:xfrm>
            <a:off x="3689956" y="1932351"/>
            <a:ext cx="1008414" cy="1000041"/>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b="1" dirty="0">
                <a:solidFill>
                  <a:schemeClr val="bg1"/>
                </a:solidFill>
                <a:latin typeface="微软雅黑" pitchFamily="34" charset="-122"/>
                <a:ea typeface="微软雅黑" pitchFamily="34" charset="-122"/>
              </a:rPr>
              <a:t>数据链路层</a:t>
            </a:r>
          </a:p>
          <a:p>
            <a:pPr algn="ctr"/>
            <a:r>
              <a:rPr kumimoji="1" lang="zh-CN" altLang="en-US" sz="1400" b="1" dirty="0">
                <a:solidFill>
                  <a:schemeClr val="bg1"/>
                </a:solidFill>
                <a:latin typeface="微软雅黑" pitchFamily="34" charset="-122"/>
                <a:ea typeface="微软雅黑" pitchFamily="34" charset="-122"/>
              </a:rPr>
              <a:t>处理</a:t>
            </a:r>
          </a:p>
        </p:txBody>
      </p:sp>
      <p:sp>
        <p:nvSpPr>
          <p:cNvPr id="9" name="Rectangle 7"/>
          <p:cNvSpPr>
            <a:spLocks noChangeArrowheads="1"/>
          </p:cNvSpPr>
          <p:nvPr/>
        </p:nvSpPr>
        <p:spPr bwMode="auto">
          <a:xfrm>
            <a:off x="5194802" y="1525636"/>
            <a:ext cx="1433072" cy="1552696"/>
          </a:xfrm>
          <a:prstGeom prst="rect">
            <a:avLst/>
          </a:prstGeom>
          <a:solidFill>
            <a:srgbClr val="0000FF"/>
          </a:solidFill>
          <a:ln w="19050">
            <a:solidFill>
              <a:schemeClr val="tx1"/>
            </a:solidFill>
            <a:miter lim="800000"/>
            <a:headEnd/>
            <a:tailEnd/>
          </a:ln>
          <a:effectLst/>
        </p:spPr>
        <p:txBody>
          <a:bodyPr wrap="none" anchor="ctr"/>
          <a:lstStyle/>
          <a:p>
            <a:endParaRPr lang="zh-CN" altLang="en-US" sz="1400" b="1">
              <a:latin typeface="微软雅黑" pitchFamily="34" charset="-122"/>
              <a:ea typeface="微软雅黑" pitchFamily="34" charset="-122"/>
            </a:endParaRPr>
          </a:p>
        </p:txBody>
      </p:sp>
      <p:sp>
        <p:nvSpPr>
          <p:cNvPr id="10" name="Line 8"/>
          <p:cNvSpPr>
            <a:spLocks noChangeShapeType="1"/>
          </p:cNvSpPr>
          <p:nvPr/>
        </p:nvSpPr>
        <p:spPr bwMode="auto">
          <a:xfrm flipV="1">
            <a:off x="1740116" y="2432372"/>
            <a:ext cx="537103" cy="3589"/>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Line 9"/>
          <p:cNvSpPr>
            <a:spLocks noChangeShapeType="1"/>
          </p:cNvSpPr>
          <p:nvPr/>
        </p:nvSpPr>
        <p:spPr bwMode="auto">
          <a:xfrm>
            <a:off x="3266494" y="2432372"/>
            <a:ext cx="423462"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 name="Line 10"/>
          <p:cNvSpPr>
            <a:spLocks noChangeShapeType="1"/>
          </p:cNvSpPr>
          <p:nvPr/>
        </p:nvSpPr>
        <p:spPr bwMode="auto">
          <a:xfrm>
            <a:off x="4713921" y="2432372"/>
            <a:ext cx="488058"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11"/>
          <p:cNvSpPr>
            <a:spLocks noChangeShapeType="1"/>
          </p:cNvSpPr>
          <p:nvPr/>
        </p:nvSpPr>
        <p:spPr bwMode="auto">
          <a:xfrm>
            <a:off x="6627874" y="2432372"/>
            <a:ext cx="672276"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2"/>
          <p:cNvSpPr>
            <a:spLocks noChangeShapeType="1"/>
          </p:cNvSpPr>
          <p:nvPr/>
        </p:nvSpPr>
        <p:spPr bwMode="auto">
          <a:xfrm>
            <a:off x="7300150" y="1202656"/>
            <a:ext cx="0" cy="2264448"/>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5" name="组合 4">
            <a:extLst>
              <a:ext uri="{FF2B5EF4-FFF2-40B4-BE49-F238E27FC236}">
                <a16:creationId xmlns:a16="http://schemas.microsoft.com/office/drawing/2014/main" id="{134DEB1C-AD89-E264-E914-D8A503058D87}"/>
              </a:ext>
            </a:extLst>
          </p:cNvPr>
          <p:cNvGrpSpPr/>
          <p:nvPr/>
        </p:nvGrpSpPr>
        <p:grpSpPr>
          <a:xfrm>
            <a:off x="5434046" y="2172792"/>
            <a:ext cx="1023965" cy="517964"/>
            <a:chOff x="5434046" y="2172792"/>
            <a:chExt cx="1023965" cy="517964"/>
          </a:xfrm>
        </p:grpSpPr>
        <p:sp>
          <p:nvSpPr>
            <p:cNvPr id="15" name="Freeform 13"/>
            <p:cNvSpPr>
              <a:spLocks/>
            </p:cNvSpPr>
            <p:nvPr/>
          </p:nvSpPr>
          <p:spPr bwMode="auto">
            <a:xfrm>
              <a:off x="5434046" y="2172792"/>
              <a:ext cx="1023965" cy="517964"/>
            </a:xfrm>
            <a:custGeom>
              <a:avLst/>
              <a:gdLst>
                <a:gd name="T0" fmla="*/ 0 w 816"/>
                <a:gd name="T1" fmla="*/ 0 h 336"/>
                <a:gd name="T2" fmla="*/ 816 w 816"/>
                <a:gd name="T3" fmla="*/ 0 h 336"/>
                <a:gd name="T4" fmla="*/ 816 w 816"/>
                <a:gd name="T5" fmla="*/ 336 h 336"/>
                <a:gd name="T6" fmla="*/ 0 w 816"/>
                <a:gd name="T7" fmla="*/ 336 h 336"/>
              </a:gdLst>
              <a:ahLst/>
              <a:cxnLst>
                <a:cxn ang="0">
                  <a:pos x="T0" y="T1"/>
                </a:cxn>
                <a:cxn ang="0">
                  <a:pos x="T2" y="T3"/>
                </a:cxn>
                <a:cxn ang="0">
                  <a:pos x="T4" y="T5"/>
                </a:cxn>
                <a:cxn ang="0">
                  <a:pos x="T6" y="T7"/>
                </a:cxn>
              </a:cxnLst>
              <a:rect l="0" t="0" r="r" b="b"/>
              <a:pathLst>
                <a:path w="816" h="336">
                  <a:moveTo>
                    <a:pt x="0" y="0"/>
                  </a:moveTo>
                  <a:lnTo>
                    <a:pt x="816" y="0"/>
                  </a:lnTo>
                  <a:lnTo>
                    <a:pt x="816" y="336"/>
                  </a:lnTo>
                  <a:lnTo>
                    <a:pt x="0" y="336"/>
                  </a:lnTo>
                </a:path>
              </a:pathLst>
            </a:custGeom>
            <a:solidFill>
              <a:srgbClr val="00FFFF"/>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4"/>
            <p:cNvSpPr>
              <a:spLocks noChangeShapeType="1"/>
            </p:cNvSpPr>
            <p:nvPr/>
          </p:nvSpPr>
          <p:spPr bwMode="auto">
            <a:xfrm>
              <a:off x="6337192" y="2172792"/>
              <a:ext cx="0" cy="51796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5"/>
            <p:cNvSpPr>
              <a:spLocks noChangeShapeType="1"/>
            </p:cNvSpPr>
            <p:nvPr/>
          </p:nvSpPr>
          <p:spPr bwMode="auto">
            <a:xfrm>
              <a:off x="6217570" y="2172792"/>
              <a:ext cx="0" cy="51796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6"/>
            <p:cNvSpPr>
              <a:spLocks noChangeShapeType="1"/>
            </p:cNvSpPr>
            <p:nvPr/>
          </p:nvSpPr>
          <p:spPr bwMode="auto">
            <a:xfrm>
              <a:off x="6095555" y="2172792"/>
              <a:ext cx="0" cy="51796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7"/>
            <p:cNvSpPr>
              <a:spLocks noChangeShapeType="1"/>
            </p:cNvSpPr>
            <p:nvPr/>
          </p:nvSpPr>
          <p:spPr bwMode="auto">
            <a:xfrm>
              <a:off x="5975933" y="2172792"/>
              <a:ext cx="0" cy="51796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8"/>
            <p:cNvSpPr>
              <a:spLocks noChangeShapeType="1"/>
            </p:cNvSpPr>
            <p:nvPr/>
          </p:nvSpPr>
          <p:spPr bwMode="auto">
            <a:xfrm>
              <a:off x="5856311" y="2172792"/>
              <a:ext cx="0" cy="51796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1" name="Line 19"/>
            <p:cNvSpPr>
              <a:spLocks noChangeShapeType="1"/>
            </p:cNvSpPr>
            <p:nvPr/>
          </p:nvSpPr>
          <p:spPr bwMode="auto">
            <a:xfrm>
              <a:off x="5735493" y="2172792"/>
              <a:ext cx="0" cy="51796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22" name="Text Box 20"/>
          <p:cNvSpPr txBox="1">
            <a:spLocks noChangeArrowheads="1"/>
          </p:cNvSpPr>
          <p:nvPr/>
        </p:nvSpPr>
        <p:spPr bwMode="auto">
          <a:xfrm>
            <a:off x="5405337" y="1581858"/>
            <a:ext cx="108234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网络层处理</a:t>
            </a:r>
          </a:p>
          <a:p>
            <a:r>
              <a:rPr kumimoji="1" lang="zh-CN" altLang="en-US" sz="1400" b="1" dirty="0">
                <a:solidFill>
                  <a:schemeClr val="bg1"/>
                </a:solidFill>
                <a:latin typeface="微软雅黑" pitchFamily="34" charset="-122"/>
                <a:ea typeface="微软雅黑" pitchFamily="34" charset="-122"/>
              </a:rPr>
              <a:t>  分组排队</a:t>
            </a:r>
          </a:p>
        </p:txBody>
      </p:sp>
      <p:sp>
        <p:nvSpPr>
          <p:cNvPr id="23" name="Text Box 21"/>
          <p:cNvSpPr txBox="1">
            <a:spLocks noChangeArrowheads="1"/>
          </p:cNvSpPr>
          <p:nvPr/>
        </p:nvSpPr>
        <p:spPr bwMode="auto">
          <a:xfrm>
            <a:off x="5495053" y="2685971"/>
            <a:ext cx="29046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  </a:t>
            </a:r>
          </a:p>
        </p:txBody>
      </p:sp>
      <p:sp>
        <p:nvSpPr>
          <p:cNvPr id="24" name="Text Box 22"/>
          <p:cNvSpPr txBox="1">
            <a:spLocks noChangeArrowheads="1"/>
          </p:cNvSpPr>
          <p:nvPr/>
        </p:nvSpPr>
        <p:spPr bwMode="auto">
          <a:xfrm>
            <a:off x="7351587" y="1898774"/>
            <a:ext cx="364202" cy="954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交</a:t>
            </a:r>
          </a:p>
          <a:p>
            <a:r>
              <a:rPr kumimoji="1" lang="zh-CN" altLang="en-US" sz="1400" b="1" dirty="0">
                <a:latin typeface="微软雅黑" pitchFamily="34" charset="-122"/>
                <a:ea typeface="微软雅黑" pitchFamily="34" charset="-122"/>
              </a:rPr>
              <a:t>换</a:t>
            </a:r>
          </a:p>
          <a:p>
            <a:r>
              <a:rPr kumimoji="1" lang="zh-CN" altLang="en-US" sz="1400" b="1" dirty="0">
                <a:latin typeface="微软雅黑" pitchFamily="34" charset="-122"/>
                <a:ea typeface="微软雅黑" pitchFamily="34" charset="-122"/>
              </a:rPr>
              <a:t>结</a:t>
            </a:r>
          </a:p>
          <a:p>
            <a:r>
              <a:rPr kumimoji="1" lang="zh-CN" altLang="en-US" sz="1400" b="1" dirty="0">
                <a:latin typeface="微软雅黑" pitchFamily="34" charset="-122"/>
                <a:ea typeface="微软雅黑" pitchFamily="34" charset="-122"/>
              </a:rPr>
              <a:t>构</a:t>
            </a:r>
          </a:p>
        </p:txBody>
      </p:sp>
      <p:sp>
        <p:nvSpPr>
          <p:cNvPr id="25" name="Text Box 23"/>
          <p:cNvSpPr txBox="1">
            <a:spLocks noChangeArrowheads="1"/>
          </p:cNvSpPr>
          <p:nvPr/>
        </p:nvSpPr>
        <p:spPr bwMode="auto">
          <a:xfrm>
            <a:off x="3591379" y="1021794"/>
            <a:ext cx="1547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输入端口的处理</a:t>
            </a:r>
          </a:p>
        </p:txBody>
      </p:sp>
      <p:sp>
        <p:nvSpPr>
          <p:cNvPr id="26" name="Text Box 24"/>
          <p:cNvSpPr txBox="1">
            <a:spLocks noChangeArrowheads="1"/>
          </p:cNvSpPr>
          <p:nvPr/>
        </p:nvSpPr>
        <p:spPr bwMode="auto">
          <a:xfrm>
            <a:off x="1425510" y="1690923"/>
            <a:ext cx="364202" cy="14496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400" b="1" dirty="0">
                <a:latin typeface="微软雅黑" pitchFamily="34" charset="-122"/>
                <a:ea typeface="微软雅黑" pitchFamily="34" charset="-122"/>
              </a:rPr>
              <a:t>从</a:t>
            </a:r>
          </a:p>
          <a:p>
            <a:pPr>
              <a:lnSpc>
                <a:spcPct val="90000"/>
              </a:lnSpc>
            </a:pPr>
            <a:r>
              <a:rPr kumimoji="1" lang="zh-CN" altLang="en-US" sz="1400" b="1" dirty="0">
                <a:latin typeface="微软雅黑" pitchFamily="34" charset="-122"/>
                <a:ea typeface="微软雅黑" pitchFamily="34" charset="-122"/>
              </a:rPr>
              <a:t>线</a:t>
            </a:r>
          </a:p>
          <a:p>
            <a:pPr>
              <a:lnSpc>
                <a:spcPct val="90000"/>
              </a:lnSpc>
            </a:pPr>
            <a:r>
              <a:rPr kumimoji="1" lang="zh-CN" altLang="en-US" sz="1400" b="1" dirty="0">
                <a:latin typeface="微软雅黑" pitchFamily="34" charset="-122"/>
                <a:ea typeface="微软雅黑" pitchFamily="34" charset="-122"/>
              </a:rPr>
              <a:t>路</a:t>
            </a:r>
          </a:p>
          <a:p>
            <a:pPr>
              <a:lnSpc>
                <a:spcPct val="90000"/>
              </a:lnSpc>
            </a:pPr>
            <a:r>
              <a:rPr kumimoji="1" lang="zh-CN" altLang="en-US" sz="1400" b="1" dirty="0">
                <a:latin typeface="微软雅黑" pitchFamily="34" charset="-122"/>
                <a:ea typeface="微软雅黑" pitchFamily="34" charset="-122"/>
              </a:rPr>
              <a:t>接</a:t>
            </a:r>
          </a:p>
          <a:p>
            <a:pPr>
              <a:lnSpc>
                <a:spcPct val="90000"/>
              </a:lnSpc>
            </a:pPr>
            <a:r>
              <a:rPr kumimoji="1" lang="zh-CN" altLang="en-US" sz="1400" b="1" dirty="0">
                <a:latin typeface="微软雅黑" pitchFamily="34" charset="-122"/>
                <a:ea typeface="微软雅黑" pitchFamily="34" charset="-122"/>
              </a:rPr>
              <a:t>收</a:t>
            </a:r>
          </a:p>
          <a:p>
            <a:pPr>
              <a:lnSpc>
                <a:spcPct val="90000"/>
              </a:lnSpc>
            </a:pPr>
            <a:r>
              <a:rPr kumimoji="1" lang="zh-CN" altLang="en-US" sz="1400" b="1" dirty="0">
                <a:latin typeface="微软雅黑" pitchFamily="34" charset="-122"/>
                <a:ea typeface="微软雅黑" pitchFamily="34" charset="-122"/>
              </a:rPr>
              <a:t>分</a:t>
            </a:r>
          </a:p>
          <a:p>
            <a:pPr>
              <a:lnSpc>
                <a:spcPct val="90000"/>
              </a:lnSpc>
            </a:pPr>
            <a:r>
              <a:rPr kumimoji="1" lang="zh-CN" altLang="en-US" sz="1400" b="1" dirty="0">
                <a:latin typeface="微软雅黑" pitchFamily="34" charset="-122"/>
                <a:ea typeface="微软雅黑" pitchFamily="34" charset="-122"/>
              </a:rPr>
              <a:t>组</a:t>
            </a:r>
          </a:p>
        </p:txBody>
      </p:sp>
      <p:sp>
        <p:nvSpPr>
          <p:cNvPr id="27" name="Text Box 25"/>
          <p:cNvSpPr txBox="1">
            <a:spLocks noChangeArrowheads="1"/>
          </p:cNvSpPr>
          <p:nvPr/>
        </p:nvSpPr>
        <p:spPr bwMode="auto">
          <a:xfrm>
            <a:off x="5443616" y="2707503"/>
            <a:ext cx="10823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chemeClr val="bg1"/>
                </a:solidFill>
                <a:latin typeface="微软雅黑" pitchFamily="34" charset="-122"/>
                <a:ea typeface="微软雅黑" pitchFamily="34" charset="-122"/>
              </a:rPr>
              <a:t>查表和转发</a:t>
            </a:r>
          </a:p>
        </p:txBody>
      </p:sp>
      <p:grpSp>
        <p:nvGrpSpPr>
          <p:cNvPr id="51" name="组合 50"/>
          <p:cNvGrpSpPr/>
          <p:nvPr/>
        </p:nvGrpSpPr>
        <p:grpSpPr>
          <a:xfrm>
            <a:off x="850357" y="2742176"/>
            <a:ext cx="1711052" cy="1489636"/>
            <a:chOff x="850357" y="2742176"/>
            <a:chExt cx="1711052" cy="1489636"/>
          </a:xfrm>
        </p:grpSpPr>
        <p:sp>
          <p:nvSpPr>
            <p:cNvPr id="31" name="矩形 30"/>
            <p:cNvSpPr/>
            <p:nvPr/>
          </p:nvSpPr>
          <p:spPr>
            <a:xfrm>
              <a:off x="850357" y="3738352"/>
              <a:ext cx="1222938"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从输入端口接收比特</a:t>
              </a:r>
            </a:p>
          </p:txBody>
        </p:sp>
        <p:cxnSp>
          <p:nvCxnSpPr>
            <p:cNvPr id="36" name="直接箭头连接符 35"/>
            <p:cNvCxnSpPr/>
            <p:nvPr/>
          </p:nvCxnSpPr>
          <p:spPr>
            <a:xfrm flipH="1">
              <a:off x="1485301" y="2742176"/>
              <a:ext cx="1076108" cy="1003019"/>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2" name="组合 51"/>
          <p:cNvGrpSpPr/>
          <p:nvPr/>
        </p:nvGrpSpPr>
        <p:grpSpPr>
          <a:xfrm>
            <a:off x="2077670" y="2760742"/>
            <a:ext cx="1612286" cy="1474367"/>
            <a:chOff x="2077670" y="2760742"/>
            <a:chExt cx="1612286" cy="1474367"/>
          </a:xfrm>
        </p:grpSpPr>
        <p:sp>
          <p:nvSpPr>
            <p:cNvPr id="32" name="矩形 31"/>
            <p:cNvSpPr/>
            <p:nvPr/>
          </p:nvSpPr>
          <p:spPr>
            <a:xfrm>
              <a:off x="2077670" y="3741649"/>
              <a:ext cx="1207296"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剥去帧的</a:t>
              </a:r>
              <a:endParaRPr lang="en-US" altLang="zh-CN" sz="1400" b="1" dirty="0">
                <a:solidFill>
                  <a:schemeClr val="tx1"/>
                </a:solidFill>
                <a:latin typeface="微软雅黑" panose="020B0503020204020204" pitchFamily="34" charset="-122"/>
                <a:ea typeface="微软雅黑" panose="020B0503020204020204" pitchFamily="34" charset="-122"/>
              </a:endParaRPr>
            </a:p>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首部和尾部</a:t>
              </a:r>
            </a:p>
          </p:txBody>
        </p:sp>
        <p:cxnSp>
          <p:nvCxnSpPr>
            <p:cNvPr id="40" name="直接箭头连接符 39"/>
            <p:cNvCxnSpPr/>
            <p:nvPr/>
          </p:nvCxnSpPr>
          <p:spPr>
            <a:xfrm flipH="1">
              <a:off x="2719279" y="2760742"/>
              <a:ext cx="970677" cy="970726"/>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3" name="组合 52"/>
          <p:cNvGrpSpPr/>
          <p:nvPr/>
        </p:nvGrpSpPr>
        <p:grpSpPr>
          <a:xfrm>
            <a:off x="3680497" y="3076509"/>
            <a:ext cx="1763119" cy="1590103"/>
            <a:chOff x="3680497" y="3076509"/>
            <a:chExt cx="1763119" cy="1590103"/>
          </a:xfrm>
        </p:grpSpPr>
        <p:sp>
          <p:nvSpPr>
            <p:cNvPr id="33" name="矩形 32"/>
            <p:cNvSpPr/>
            <p:nvPr/>
          </p:nvSpPr>
          <p:spPr>
            <a:xfrm>
              <a:off x="3680497" y="3646399"/>
              <a:ext cx="1558061" cy="102021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若收到的分组是交换</a:t>
              </a:r>
              <a:r>
                <a:rPr lang="zh-CN" altLang="en-US" sz="1400" b="1" dirty="0">
                  <a:solidFill>
                    <a:srgbClr val="C00000"/>
                  </a:solidFill>
                  <a:latin typeface="微软雅黑" panose="020B0503020204020204" pitchFamily="34" charset="-122"/>
                  <a:ea typeface="微软雅黑" panose="020B0503020204020204" pitchFamily="34" charset="-122"/>
                </a:rPr>
                <a:t>路由信息的分组，</a:t>
              </a:r>
              <a:r>
                <a:rPr lang="zh-CN" altLang="en-US" sz="1400" b="1" dirty="0">
                  <a:solidFill>
                    <a:schemeClr val="tx1"/>
                  </a:solidFill>
                  <a:latin typeface="微软雅黑" panose="020B0503020204020204" pitchFamily="34" charset="-122"/>
                  <a:ea typeface="微软雅黑" panose="020B0503020204020204" pitchFamily="34" charset="-122"/>
                </a:rPr>
                <a:t>送交</a:t>
              </a:r>
              <a:r>
                <a:rPr lang="zh-CN" altLang="en-US" sz="1400" b="1" dirty="0">
                  <a:solidFill>
                    <a:srgbClr val="C00000"/>
                  </a:solidFill>
                  <a:latin typeface="微软雅黑" panose="020B0503020204020204" pitchFamily="34" charset="-122"/>
                  <a:ea typeface="微软雅黑" panose="020B0503020204020204" pitchFamily="34" charset="-122"/>
                </a:rPr>
                <a:t>路由处理机。</a:t>
              </a:r>
            </a:p>
          </p:txBody>
        </p:sp>
        <p:cxnSp>
          <p:nvCxnSpPr>
            <p:cNvPr id="43" name="直接箭头连接符 42"/>
            <p:cNvCxnSpPr/>
            <p:nvPr/>
          </p:nvCxnSpPr>
          <p:spPr>
            <a:xfrm flipH="1">
              <a:off x="4918866" y="3076509"/>
              <a:ext cx="524750" cy="571457"/>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4" name="组合 53"/>
          <p:cNvGrpSpPr/>
          <p:nvPr/>
        </p:nvGrpSpPr>
        <p:grpSpPr>
          <a:xfrm>
            <a:off x="5124259" y="3076509"/>
            <a:ext cx="3174326" cy="1577244"/>
            <a:chOff x="5124259" y="3076509"/>
            <a:chExt cx="3174326" cy="1577244"/>
          </a:xfrm>
        </p:grpSpPr>
        <p:sp>
          <p:nvSpPr>
            <p:cNvPr id="34" name="矩形 33"/>
            <p:cNvSpPr/>
            <p:nvPr/>
          </p:nvSpPr>
          <p:spPr>
            <a:xfrm>
              <a:off x="5124259" y="3646399"/>
              <a:ext cx="3174326" cy="1007354"/>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若收到的是</a:t>
              </a:r>
              <a:r>
                <a:rPr lang="zh-CN" altLang="en-US" sz="1400" b="1" dirty="0">
                  <a:solidFill>
                    <a:srgbClr val="C00000"/>
                  </a:solidFill>
                  <a:latin typeface="微软雅黑" panose="020B0503020204020204" pitchFamily="34" charset="-122"/>
                  <a:ea typeface="微软雅黑" panose="020B0503020204020204" pitchFamily="34" charset="-122"/>
                </a:rPr>
                <a:t>数据分组，</a:t>
              </a:r>
              <a:r>
                <a:rPr lang="zh-CN" altLang="en-US" sz="1400" b="1" dirty="0">
                  <a:solidFill>
                    <a:schemeClr val="tx1"/>
                  </a:solidFill>
                  <a:latin typeface="微软雅黑" panose="020B0503020204020204" pitchFamily="34" charset="-122"/>
                  <a:ea typeface="微软雅黑" panose="020B0503020204020204" pitchFamily="34" charset="-122"/>
                </a:rPr>
                <a:t>按目的地址查找转发表，根据得出的结果，经</a:t>
              </a:r>
              <a:r>
                <a:rPr lang="zh-CN" altLang="en-US" sz="1400" b="1" dirty="0">
                  <a:solidFill>
                    <a:srgbClr val="C00000"/>
                  </a:solidFill>
                  <a:latin typeface="微软雅黑" panose="020B0503020204020204" pitchFamily="34" charset="-122"/>
                  <a:ea typeface="微软雅黑" panose="020B0503020204020204" pitchFamily="34" charset="-122"/>
                </a:rPr>
                <a:t>交换结构</a:t>
              </a:r>
              <a:r>
                <a:rPr lang="zh-CN" altLang="en-US" sz="1400" b="1" dirty="0">
                  <a:solidFill>
                    <a:schemeClr val="tx1"/>
                  </a:solidFill>
                  <a:latin typeface="微软雅黑" panose="020B0503020204020204" pitchFamily="34" charset="-122"/>
                  <a:ea typeface="微软雅黑" panose="020B0503020204020204" pitchFamily="34" charset="-122"/>
                </a:rPr>
                <a:t>到达合适的输出端口。若某分组正在查找转发表，该分组排队等待。</a:t>
              </a:r>
            </a:p>
          </p:txBody>
        </p:sp>
        <p:cxnSp>
          <p:nvCxnSpPr>
            <p:cNvPr id="45" name="直接箭头连接符 44"/>
            <p:cNvCxnSpPr>
              <a:endCxn id="34" idx="0"/>
            </p:cNvCxnSpPr>
            <p:nvPr/>
          </p:nvCxnSpPr>
          <p:spPr>
            <a:xfrm>
              <a:off x="6217570" y="3076509"/>
              <a:ext cx="493852" cy="569890"/>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845948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ipe(up)">
                                      <p:cBhvr>
                                        <p:cTn id="7" dur="10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2"/>
                                        </p:tgtEl>
                                        <p:attrNameLst>
                                          <p:attrName>style.visibility</p:attrName>
                                        </p:attrNameLst>
                                      </p:cBhvr>
                                      <p:to>
                                        <p:strVal val="visible"/>
                                      </p:to>
                                    </p:set>
                                    <p:animEffect transition="in" filter="wipe(up)">
                                      <p:cBhvr>
                                        <p:cTn id="12" dur="1000"/>
                                        <p:tgtEl>
                                          <p:spTgt spid="5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wipe(up)">
                                      <p:cBhvr>
                                        <p:cTn id="17" dur="10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54"/>
                                        </p:tgtEl>
                                        <p:attrNameLst>
                                          <p:attrName>style.visibility</p:attrName>
                                        </p:attrNameLst>
                                      </p:cBhvr>
                                      <p:to>
                                        <p:strVal val="visible"/>
                                      </p:to>
                                    </p:set>
                                    <p:animEffect transition="in" filter="wipe(up)">
                                      <p:cBhvr>
                                        <p:cTn id="22" dur="1000"/>
                                        <p:tgtEl>
                                          <p:spTgt spid="54"/>
                                        </p:tgtEl>
                                      </p:cBhvr>
                                    </p:animEffect>
                                  </p:childTnLst>
                                </p:cTn>
                              </p:par>
                            </p:childTnLst>
                          </p:cTn>
                        </p:par>
                      </p:childTnLst>
                    </p:cTn>
                  </p:par>
                  <p:par>
                    <p:cTn id="23" fill="hold">
                      <p:stCondLst>
                        <p:cond delay="indefinite"/>
                      </p:stCondLst>
                      <p:childTnLst>
                        <p:par>
                          <p:cTn id="24" fill="hold">
                            <p:stCondLst>
                              <p:cond delay="0"/>
                            </p:stCondLst>
                            <p:childTnLst>
                              <p:par>
                                <p:cTn id="25" presetID="35" presetClass="emph" presetSubtype="0" repeatCount="3000" fill="hold" nodeType="clickEffect">
                                  <p:stCondLst>
                                    <p:cond delay="0"/>
                                  </p:stCondLst>
                                  <p:childTnLst>
                                    <p:anim calcmode="discrete" valueType="str">
                                      <p:cBhvr>
                                        <p:cTn id="26"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01435"/>
            <a:ext cx="8053711" cy="25360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5" y="579675"/>
            <a:ext cx="5391219" cy="400110"/>
          </a:xfrm>
          <a:prstGeom prst="rect">
            <a:avLst/>
          </a:prstGeom>
        </p:spPr>
        <p:txBody>
          <a:bodyPr wrap="none">
            <a:spAutoFit/>
          </a:bodyPr>
          <a:lstStyle/>
          <a:p>
            <a:r>
              <a:rPr lang="zh-CN" altLang="en-US" sz="2000" b="1" dirty="0">
                <a:latin typeface="微软雅黑" pitchFamily="34" charset="-122"/>
                <a:ea typeface="微软雅黑" pitchFamily="34" charset="-122"/>
              </a:rPr>
              <a:t>输出端口将交换结构传送来的分组发送到线路 </a:t>
            </a:r>
          </a:p>
        </p:txBody>
      </p:sp>
      <p:sp>
        <p:nvSpPr>
          <p:cNvPr id="28" name="Rectangle 4"/>
          <p:cNvSpPr>
            <a:spLocks noChangeArrowheads="1"/>
          </p:cNvSpPr>
          <p:nvPr/>
        </p:nvSpPr>
        <p:spPr bwMode="auto">
          <a:xfrm>
            <a:off x="1981858" y="1356850"/>
            <a:ext cx="5227810" cy="1927518"/>
          </a:xfrm>
          <a:prstGeom prst="rect">
            <a:avLst/>
          </a:prstGeom>
          <a:solidFill>
            <a:srgbClr val="99FFCC"/>
          </a:solidFill>
          <a:ln w="12700">
            <a:headEnd/>
            <a:tailEnd/>
          </a:ln>
        </p:spPr>
        <p:style>
          <a:lnRef idx="2">
            <a:schemeClr val="dk1"/>
          </a:lnRef>
          <a:fillRef idx="1">
            <a:schemeClr val="lt1"/>
          </a:fillRef>
          <a:effectRef idx="0">
            <a:schemeClr val="dk1"/>
          </a:effectRef>
          <a:fontRef idx="minor">
            <a:schemeClr val="dk1"/>
          </a:fontRef>
        </p:style>
        <p:txBody>
          <a:bodyPr wrap="none" anchor="ctr"/>
          <a:lstStyle/>
          <a:p>
            <a:endParaRPr lang="zh-CN" altLang="en-US" sz="1400" b="1">
              <a:solidFill>
                <a:schemeClr val="dk1"/>
              </a:solidFill>
              <a:latin typeface="微软雅黑" pitchFamily="34" charset="-122"/>
              <a:ea typeface="微软雅黑" pitchFamily="34" charset="-122"/>
            </a:endParaRPr>
          </a:p>
        </p:txBody>
      </p:sp>
      <p:sp>
        <p:nvSpPr>
          <p:cNvPr id="29" name="Rectangle 5"/>
          <p:cNvSpPr>
            <a:spLocks noChangeArrowheads="1"/>
          </p:cNvSpPr>
          <p:nvPr/>
        </p:nvSpPr>
        <p:spPr bwMode="auto">
          <a:xfrm>
            <a:off x="5816744" y="2124647"/>
            <a:ext cx="1044072" cy="577568"/>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b="1">
                <a:solidFill>
                  <a:schemeClr val="bg1"/>
                </a:solidFill>
                <a:latin typeface="微软雅黑" pitchFamily="34" charset="-122"/>
                <a:ea typeface="微软雅黑" pitchFamily="34" charset="-122"/>
              </a:rPr>
              <a:t>物理层处理</a:t>
            </a:r>
          </a:p>
        </p:txBody>
      </p:sp>
      <p:sp>
        <p:nvSpPr>
          <p:cNvPr id="30" name="Rectangle 6"/>
          <p:cNvSpPr>
            <a:spLocks noChangeArrowheads="1"/>
          </p:cNvSpPr>
          <p:nvPr/>
        </p:nvSpPr>
        <p:spPr bwMode="auto">
          <a:xfrm>
            <a:off x="4331952" y="1934417"/>
            <a:ext cx="1044072" cy="960321"/>
          </a:xfrm>
          <a:prstGeom prst="rect">
            <a:avLst/>
          </a:prstGeom>
          <a:solidFill>
            <a:srgbClr val="0000FF"/>
          </a:solidFill>
          <a:ln w="19050">
            <a:solidFill>
              <a:schemeClr val="tx1"/>
            </a:solidFill>
            <a:miter lim="800000"/>
            <a:headEnd/>
            <a:tailEnd/>
          </a:ln>
          <a:effectLst/>
        </p:spPr>
        <p:txBody>
          <a:bodyPr wrap="none" anchor="ctr"/>
          <a:lstStyle/>
          <a:p>
            <a:pPr algn="ctr"/>
            <a:r>
              <a:rPr kumimoji="1" lang="zh-CN" altLang="en-US" sz="1400" b="1">
                <a:solidFill>
                  <a:schemeClr val="bg1"/>
                </a:solidFill>
                <a:latin typeface="微软雅黑" pitchFamily="34" charset="-122"/>
                <a:ea typeface="微软雅黑" pitchFamily="34" charset="-122"/>
              </a:rPr>
              <a:t>数据链路层</a:t>
            </a:r>
          </a:p>
          <a:p>
            <a:pPr algn="ctr"/>
            <a:r>
              <a:rPr kumimoji="1" lang="zh-CN" altLang="en-US" sz="1400" b="1">
                <a:solidFill>
                  <a:schemeClr val="bg1"/>
                </a:solidFill>
                <a:latin typeface="微软雅黑" pitchFamily="34" charset="-122"/>
                <a:ea typeface="微软雅黑" pitchFamily="34" charset="-122"/>
              </a:rPr>
              <a:t>处理</a:t>
            </a:r>
          </a:p>
        </p:txBody>
      </p:sp>
      <p:sp>
        <p:nvSpPr>
          <p:cNvPr id="31" name="Rectangle 7"/>
          <p:cNvSpPr>
            <a:spLocks noChangeArrowheads="1"/>
          </p:cNvSpPr>
          <p:nvPr/>
        </p:nvSpPr>
        <p:spPr bwMode="auto">
          <a:xfrm>
            <a:off x="2330710" y="1542497"/>
            <a:ext cx="1486033" cy="1492050"/>
          </a:xfrm>
          <a:prstGeom prst="rect">
            <a:avLst/>
          </a:prstGeom>
          <a:solidFill>
            <a:srgbClr val="0000FF"/>
          </a:solidFill>
          <a:ln w="19050">
            <a:solidFill>
              <a:schemeClr val="tx1"/>
            </a:solidFill>
            <a:miter lim="800000"/>
            <a:headEnd/>
            <a:tailEnd/>
          </a:ln>
          <a:effectLst/>
        </p:spPr>
        <p:txBody>
          <a:bodyPr wrap="none" anchor="ctr"/>
          <a:lstStyle/>
          <a:p>
            <a:pPr algn="ctr"/>
            <a:endParaRPr kumimoji="1" lang="zh-CN" altLang="en-US" sz="1400" b="1">
              <a:solidFill>
                <a:schemeClr val="bg1"/>
              </a:solidFill>
              <a:latin typeface="微软雅黑" pitchFamily="34" charset="-122"/>
              <a:ea typeface="微软雅黑" pitchFamily="34" charset="-122"/>
            </a:endParaRPr>
          </a:p>
        </p:txBody>
      </p:sp>
      <p:sp>
        <p:nvSpPr>
          <p:cNvPr id="32" name="Line 8"/>
          <p:cNvSpPr>
            <a:spLocks noChangeShapeType="1"/>
          </p:cNvSpPr>
          <p:nvPr/>
        </p:nvSpPr>
        <p:spPr bwMode="auto">
          <a:xfrm flipV="1">
            <a:off x="6857295" y="2414578"/>
            <a:ext cx="531347"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9"/>
          <p:cNvSpPr>
            <a:spLocks noChangeShapeType="1"/>
          </p:cNvSpPr>
          <p:nvPr/>
        </p:nvSpPr>
        <p:spPr bwMode="auto">
          <a:xfrm>
            <a:off x="5376024" y="2414578"/>
            <a:ext cx="440721"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10"/>
          <p:cNvSpPr>
            <a:spLocks noChangeShapeType="1"/>
          </p:cNvSpPr>
          <p:nvPr/>
        </p:nvSpPr>
        <p:spPr bwMode="auto">
          <a:xfrm>
            <a:off x="3809294" y="2414578"/>
            <a:ext cx="506518"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Line 11"/>
          <p:cNvSpPr>
            <a:spLocks noChangeShapeType="1"/>
          </p:cNvSpPr>
          <p:nvPr/>
        </p:nvSpPr>
        <p:spPr bwMode="auto">
          <a:xfrm>
            <a:off x="1634247" y="2414578"/>
            <a:ext cx="696463" cy="0"/>
          </a:xfrm>
          <a:prstGeom prst="line">
            <a:avLst/>
          </a:prstGeom>
          <a:noFill/>
          <a:ln w="38100">
            <a:solidFill>
              <a:srgbClr val="3399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6" name="Line 12"/>
          <p:cNvSpPr>
            <a:spLocks noChangeShapeType="1"/>
          </p:cNvSpPr>
          <p:nvPr/>
        </p:nvSpPr>
        <p:spPr bwMode="auto">
          <a:xfrm>
            <a:off x="1634247" y="1233085"/>
            <a:ext cx="0" cy="2175047"/>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5" name="组合 4">
            <a:extLst>
              <a:ext uri="{FF2B5EF4-FFF2-40B4-BE49-F238E27FC236}">
                <a16:creationId xmlns:a16="http://schemas.microsoft.com/office/drawing/2014/main" id="{D79CFF21-9E8F-A732-AAB3-35EAB9D71D29}"/>
              </a:ext>
            </a:extLst>
          </p:cNvPr>
          <p:cNvGrpSpPr/>
          <p:nvPr/>
        </p:nvGrpSpPr>
        <p:grpSpPr>
          <a:xfrm>
            <a:off x="2506998" y="2164757"/>
            <a:ext cx="1060211" cy="497350"/>
            <a:chOff x="2506998" y="2164757"/>
            <a:chExt cx="1060211" cy="497350"/>
          </a:xfrm>
        </p:grpSpPr>
        <p:sp>
          <p:nvSpPr>
            <p:cNvPr id="37" name="Freeform 13"/>
            <p:cNvSpPr>
              <a:spLocks/>
            </p:cNvSpPr>
            <p:nvPr/>
          </p:nvSpPr>
          <p:spPr bwMode="auto">
            <a:xfrm>
              <a:off x="2506998" y="2164757"/>
              <a:ext cx="1060211" cy="497350"/>
            </a:xfrm>
            <a:custGeom>
              <a:avLst/>
              <a:gdLst>
                <a:gd name="T0" fmla="*/ 0 w 816"/>
                <a:gd name="T1" fmla="*/ 0 h 336"/>
                <a:gd name="T2" fmla="*/ 816 w 816"/>
                <a:gd name="T3" fmla="*/ 0 h 336"/>
                <a:gd name="T4" fmla="*/ 816 w 816"/>
                <a:gd name="T5" fmla="*/ 336 h 336"/>
                <a:gd name="T6" fmla="*/ 0 w 816"/>
                <a:gd name="T7" fmla="*/ 336 h 336"/>
              </a:gdLst>
              <a:ahLst/>
              <a:cxnLst>
                <a:cxn ang="0">
                  <a:pos x="T0" y="T1"/>
                </a:cxn>
                <a:cxn ang="0">
                  <a:pos x="T2" y="T3"/>
                </a:cxn>
                <a:cxn ang="0">
                  <a:pos x="T4" y="T5"/>
                </a:cxn>
                <a:cxn ang="0">
                  <a:pos x="T6" y="T7"/>
                </a:cxn>
              </a:cxnLst>
              <a:rect l="0" t="0" r="r" b="b"/>
              <a:pathLst>
                <a:path w="816" h="336">
                  <a:moveTo>
                    <a:pt x="0" y="0"/>
                  </a:moveTo>
                  <a:lnTo>
                    <a:pt x="816" y="0"/>
                  </a:lnTo>
                  <a:lnTo>
                    <a:pt x="816" y="336"/>
                  </a:lnTo>
                  <a:lnTo>
                    <a:pt x="0" y="336"/>
                  </a:lnTo>
                </a:path>
              </a:pathLst>
            </a:custGeom>
            <a:noFill/>
            <a:ln w="28575" cmpd="sng">
              <a:solidFill>
                <a:srgbClr val="00FF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8" name="Line 14"/>
            <p:cNvSpPr>
              <a:spLocks noChangeShapeType="1"/>
            </p:cNvSpPr>
            <p:nvPr/>
          </p:nvSpPr>
          <p:spPr bwMode="auto">
            <a:xfrm>
              <a:off x="2824813"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Line 15"/>
            <p:cNvSpPr>
              <a:spLocks noChangeShapeType="1"/>
            </p:cNvSpPr>
            <p:nvPr/>
          </p:nvSpPr>
          <p:spPr bwMode="auto">
            <a:xfrm>
              <a:off x="2948959"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16"/>
            <p:cNvSpPr>
              <a:spLocks noChangeShapeType="1"/>
            </p:cNvSpPr>
            <p:nvPr/>
          </p:nvSpPr>
          <p:spPr bwMode="auto">
            <a:xfrm>
              <a:off x="3074347"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17"/>
            <p:cNvSpPr>
              <a:spLocks noChangeShapeType="1"/>
            </p:cNvSpPr>
            <p:nvPr/>
          </p:nvSpPr>
          <p:spPr bwMode="auto">
            <a:xfrm>
              <a:off x="3199735"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Line 18"/>
            <p:cNvSpPr>
              <a:spLocks noChangeShapeType="1"/>
            </p:cNvSpPr>
            <p:nvPr/>
          </p:nvSpPr>
          <p:spPr bwMode="auto">
            <a:xfrm>
              <a:off x="3322640"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3" name="Line 19"/>
            <p:cNvSpPr>
              <a:spLocks noChangeShapeType="1"/>
            </p:cNvSpPr>
            <p:nvPr/>
          </p:nvSpPr>
          <p:spPr bwMode="auto">
            <a:xfrm>
              <a:off x="3448028" y="2164757"/>
              <a:ext cx="0" cy="497350"/>
            </a:xfrm>
            <a:prstGeom prst="line">
              <a:avLst/>
            </a:prstGeom>
            <a:noFill/>
            <a:ln w="28575">
              <a:solidFill>
                <a:srgbClr val="00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44" name="Text Box 20"/>
          <p:cNvSpPr txBox="1">
            <a:spLocks noChangeArrowheads="1"/>
          </p:cNvSpPr>
          <p:nvPr/>
        </p:nvSpPr>
        <p:spPr bwMode="auto">
          <a:xfrm>
            <a:off x="2499549" y="1625006"/>
            <a:ext cx="1082348" cy="501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5000"/>
              </a:lnSpc>
            </a:pPr>
            <a:r>
              <a:rPr kumimoji="1" lang="zh-CN" altLang="en-US" sz="1400" b="1" dirty="0">
                <a:solidFill>
                  <a:schemeClr val="bg1"/>
                </a:solidFill>
                <a:latin typeface="微软雅黑" pitchFamily="34" charset="-122"/>
                <a:ea typeface="微软雅黑" pitchFamily="34" charset="-122"/>
              </a:rPr>
              <a:t>网络层处理</a:t>
            </a:r>
          </a:p>
          <a:p>
            <a:pPr>
              <a:lnSpc>
                <a:spcPct val="95000"/>
              </a:lnSpc>
            </a:pPr>
            <a:r>
              <a:rPr kumimoji="1" lang="zh-CN" altLang="en-US" sz="1400" b="1" dirty="0">
                <a:solidFill>
                  <a:schemeClr val="bg1"/>
                </a:solidFill>
                <a:latin typeface="微软雅黑" pitchFamily="34" charset="-122"/>
                <a:ea typeface="微软雅黑" pitchFamily="34" charset="-122"/>
              </a:rPr>
              <a:t>  分组排队 </a:t>
            </a:r>
          </a:p>
        </p:txBody>
      </p:sp>
      <p:sp>
        <p:nvSpPr>
          <p:cNvPr id="45" name="Text Box 21"/>
          <p:cNvSpPr txBox="1">
            <a:spLocks noChangeArrowheads="1"/>
          </p:cNvSpPr>
          <p:nvPr/>
        </p:nvSpPr>
        <p:spPr bwMode="auto">
          <a:xfrm>
            <a:off x="3738531" y="1051086"/>
            <a:ext cx="1547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输出端口的处理</a:t>
            </a:r>
          </a:p>
        </p:txBody>
      </p:sp>
      <p:sp>
        <p:nvSpPr>
          <p:cNvPr id="46" name="Text Box 22"/>
          <p:cNvSpPr txBox="1">
            <a:spLocks noChangeArrowheads="1"/>
          </p:cNvSpPr>
          <p:nvPr/>
        </p:nvSpPr>
        <p:spPr bwMode="auto">
          <a:xfrm>
            <a:off x="7371058" y="1681879"/>
            <a:ext cx="364202" cy="14496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400" b="1" dirty="0">
                <a:latin typeface="微软雅黑" pitchFamily="34" charset="-122"/>
                <a:ea typeface="微软雅黑" pitchFamily="34" charset="-122"/>
              </a:rPr>
              <a:t>向</a:t>
            </a:r>
          </a:p>
          <a:p>
            <a:pPr>
              <a:lnSpc>
                <a:spcPct val="90000"/>
              </a:lnSpc>
            </a:pPr>
            <a:r>
              <a:rPr kumimoji="1" lang="zh-CN" altLang="en-US" sz="1400" b="1" dirty="0">
                <a:latin typeface="微软雅黑" pitchFamily="34" charset="-122"/>
                <a:ea typeface="微软雅黑" pitchFamily="34" charset="-122"/>
              </a:rPr>
              <a:t>线</a:t>
            </a:r>
          </a:p>
          <a:p>
            <a:pPr>
              <a:lnSpc>
                <a:spcPct val="90000"/>
              </a:lnSpc>
            </a:pPr>
            <a:r>
              <a:rPr kumimoji="1" lang="zh-CN" altLang="en-US" sz="1400" b="1" dirty="0">
                <a:latin typeface="微软雅黑" pitchFamily="34" charset="-122"/>
                <a:ea typeface="微软雅黑" pitchFamily="34" charset="-122"/>
              </a:rPr>
              <a:t>路</a:t>
            </a:r>
          </a:p>
          <a:p>
            <a:pPr>
              <a:lnSpc>
                <a:spcPct val="90000"/>
              </a:lnSpc>
            </a:pPr>
            <a:r>
              <a:rPr kumimoji="1" lang="zh-CN" altLang="en-US" sz="1400" b="1" dirty="0">
                <a:latin typeface="微软雅黑" pitchFamily="34" charset="-122"/>
                <a:ea typeface="微软雅黑" pitchFamily="34" charset="-122"/>
              </a:rPr>
              <a:t>发</a:t>
            </a:r>
          </a:p>
          <a:p>
            <a:pPr>
              <a:lnSpc>
                <a:spcPct val="90000"/>
              </a:lnSpc>
            </a:pPr>
            <a:r>
              <a:rPr kumimoji="1" lang="zh-CN" altLang="en-US" sz="1400" b="1" dirty="0">
                <a:latin typeface="微软雅黑" pitchFamily="34" charset="-122"/>
                <a:ea typeface="微软雅黑" pitchFamily="34" charset="-122"/>
              </a:rPr>
              <a:t>送</a:t>
            </a:r>
          </a:p>
          <a:p>
            <a:pPr>
              <a:lnSpc>
                <a:spcPct val="90000"/>
              </a:lnSpc>
            </a:pPr>
            <a:r>
              <a:rPr kumimoji="1" lang="zh-CN" altLang="en-US" sz="1400" b="1" dirty="0">
                <a:latin typeface="微软雅黑" pitchFamily="34" charset="-122"/>
                <a:ea typeface="微软雅黑" pitchFamily="34" charset="-122"/>
              </a:rPr>
              <a:t>分</a:t>
            </a:r>
          </a:p>
          <a:p>
            <a:pPr>
              <a:lnSpc>
                <a:spcPct val="90000"/>
              </a:lnSpc>
            </a:pPr>
            <a:r>
              <a:rPr kumimoji="1" lang="zh-CN" altLang="en-US" sz="1400" b="1" dirty="0">
                <a:latin typeface="微软雅黑" pitchFamily="34" charset="-122"/>
                <a:ea typeface="微软雅黑" pitchFamily="34" charset="-122"/>
              </a:rPr>
              <a:t>组</a:t>
            </a:r>
          </a:p>
        </p:txBody>
      </p:sp>
      <p:sp>
        <p:nvSpPr>
          <p:cNvPr id="47" name="Text Box 23"/>
          <p:cNvSpPr txBox="1">
            <a:spLocks noChangeArrowheads="1"/>
          </p:cNvSpPr>
          <p:nvPr/>
        </p:nvSpPr>
        <p:spPr bwMode="auto">
          <a:xfrm>
            <a:off x="2632385" y="265752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chemeClr val="bg1"/>
                </a:solidFill>
                <a:latin typeface="微软雅黑" pitchFamily="34" charset="-122"/>
                <a:ea typeface="微软雅黑" pitchFamily="34" charset="-122"/>
              </a:rPr>
              <a:t>缓存管理</a:t>
            </a:r>
          </a:p>
        </p:txBody>
      </p:sp>
      <p:sp>
        <p:nvSpPr>
          <p:cNvPr id="48" name="Text Box 24"/>
          <p:cNvSpPr txBox="1">
            <a:spLocks noChangeArrowheads="1"/>
          </p:cNvSpPr>
          <p:nvPr/>
        </p:nvSpPr>
        <p:spPr bwMode="auto">
          <a:xfrm>
            <a:off x="1260566" y="1932978"/>
            <a:ext cx="364202"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交</a:t>
            </a:r>
          </a:p>
          <a:p>
            <a:r>
              <a:rPr kumimoji="1" lang="zh-CN" altLang="en-US" sz="1400" b="1" dirty="0">
                <a:latin typeface="微软雅黑" pitchFamily="34" charset="-122"/>
                <a:ea typeface="微软雅黑" pitchFamily="34" charset="-122"/>
              </a:rPr>
              <a:t>换</a:t>
            </a:r>
          </a:p>
          <a:p>
            <a:r>
              <a:rPr kumimoji="1" lang="zh-CN" altLang="en-US" sz="1400" b="1" dirty="0">
                <a:latin typeface="微软雅黑" pitchFamily="34" charset="-122"/>
                <a:ea typeface="微软雅黑" pitchFamily="34" charset="-122"/>
              </a:rPr>
              <a:t>结</a:t>
            </a:r>
          </a:p>
          <a:p>
            <a:r>
              <a:rPr kumimoji="1" lang="zh-CN" altLang="en-US" sz="1400" b="1" dirty="0">
                <a:latin typeface="微软雅黑" pitchFamily="34" charset="-122"/>
                <a:ea typeface="微软雅黑" pitchFamily="34" charset="-122"/>
              </a:rPr>
              <a:t>构</a:t>
            </a:r>
          </a:p>
        </p:txBody>
      </p:sp>
      <p:grpSp>
        <p:nvGrpSpPr>
          <p:cNvPr id="26" name="组合 25"/>
          <p:cNvGrpSpPr/>
          <p:nvPr/>
        </p:nvGrpSpPr>
        <p:grpSpPr>
          <a:xfrm>
            <a:off x="6338780" y="2702215"/>
            <a:ext cx="1804986" cy="1515755"/>
            <a:chOff x="462266" y="2716057"/>
            <a:chExt cx="1804986" cy="1515755"/>
          </a:xfrm>
        </p:grpSpPr>
        <p:sp>
          <p:nvSpPr>
            <p:cNvPr id="27" name="矩形 26"/>
            <p:cNvSpPr/>
            <p:nvPr/>
          </p:nvSpPr>
          <p:spPr>
            <a:xfrm>
              <a:off x="1044314" y="3738352"/>
              <a:ext cx="1222938"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发送到输出线路上。</a:t>
              </a:r>
            </a:p>
          </p:txBody>
        </p:sp>
        <p:cxnSp>
          <p:nvCxnSpPr>
            <p:cNvPr id="49" name="直接箭头连接符 48"/>
            <p:cNvCxnSpPr/>
            <p:nvPr/>
          </p:nvCxnSpPr>
          <p:spPr>
            <a:xfrm>
              <a:off x="462266" y="2716057"/>
              <a:ext cx="1023035" cy="1029138"/>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0" name="组合 49"/>
          <p:cNvGrpSpPr/>
          <p:nvPr/>
        </p:nvGrpSpPr>
        <p:grpSpPr>
          <a:xfrm>
            <a:off x="5059184" y="2894738"/>
            <a:ext cx="1775713" cy="1340371"/>
            <a:chOff x="2400931" y="2894738"/>
            <a:chExt cx="1775713" cy="1340371"/>
          </a:xfrm>
        </p:grpSpPr>
        <p:sp>
          <p:nvSpPr>
            <p:cNvPr id="51" name="矩形 50"/>
            <p:cNvSpPr/>
            <p:nvPr/>
          </p:nvSpPr>
          <p:spPr>
            <a:xfrm>
              <a:off x="2400931" y="3741649"/>
              <a:ext cx="1775713" cy="49346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给分组加上链路层的首部和尾部。</a:t>
              </a:r>
            </a:p>
          </p:txBody>
        </p:sp>
        <p:cxnSp>
          <p:nvCxnSpPr>
            <p:cNvPr id="52" name="直接箭头连接符 51"/>
            <p:cNvCxnSpPr>
              <a:endCxn id="51" idx="0"/>
            </p:cNvCxnSpPr>
            <p:nvPr/>
          </p:nvCxnSpPr>
          <p:spPr>
            <a:xfrm>
              <a:off x="2520217" y="2894738"/>
              <a:ext cx="768571" cy="846911"/>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grpSp>
        <p:nvGrpSpPr>
          <p:cNvPr id="53" name="组合 52"/>
          <p:cNvGrpSpPr/>
          <p:nvPr/>
        </p:nvGrpSpPr>
        <p:grpSpPr>
          <a:xfrm>
            <a:off x="1260566" y="3034547"/>
            <a:ext cx="3789375" cy="1305128"/>
            <a:chOff x="3288556" y="3034547"/>
            <a:chExt cx="3789375" cy="1305128"/>
          </a:xfrm>
        </p:grpSpPr>
        <p:sp>
          <p:nvSpPr>
            <p:cNvPr id="54" name="矩形 53"/>
            <p:cNvSpPr/>
            <p:nvPr/>
          </p:nvSpPr>
          <p:spPr>
            <a:xfrm>
              <a:off x="3288556" y="3600219"/>
              <a:ext cx="3789375" cy="739456"/>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000"/>
                </a:lnSpc>
              </a:pPr>
              <a:r>
                <a:rPr lang="zh-CN" altLang="en-US" sz="1400" b="1" dirty="0">
                  <a:solidFill>
                    <a:schemeClr val="tx1"/>
                  </a:solidFill>
                  <a:latin typeface="微软雅黑" panose="020B0503020204020204" pitchFamily="34" charset="-122"/>
                  <a:ea typeface="微软雅黑" panose="020B0503020204020204" pitchFamily="34" charset="-122"/>
                </a:rPr>
                <a:t>当交换结构传送的分组的速率</a:t>
              </a:r>
              <a:r>
                <a:rPr lang="zh-CN" altLang="en-US" sz="1400" b="1" dirty="0">
                  <a:solidFill>
                    <a:srgbClr val="0000FF"/>
                  </a:solidFill>
                  <a:latin typeface="微软雅黑" panose="020B0503020204020204" pitchFamily="34" charset="-122"/>
                  <a:ea typeface="微软雅黑" panose="020B0503020204020204" pitchFamily="34" charset="-122"/>
                </a:rPr>
                <a:t>超过</a:t>
              </a:r>
              <a:r>
                <a:rPr lang="zh-CN" altLang="en-US" sz="1400" b="1" dirty="0">
                  <a:solidFill>
                    <a:schemeClr val="tx1"/>
                  </a:solidFill>
                  <a:latin typeface="微软雅黑" panose="020B0503020204020204" pitchFamily="34" charset="-122"/>
                  <a:ea typeface="微软雅黑" panose="020B0503020204020204" pitchFamily="34" charset="-122"/>
                </a:rPr>
                <a:t>输出链路的发送速率时，来不及发送的分组就必须</a:t>
              </a:r>
              <a:r>
                <a:rPr lang="zh-CN" altLang="en-US" sz="1400" b="1" dirty="0">
                  <a:solidFill>
                    <a:srgbClr val="C00000"/>
                  </a:solidFill>
                  <a:latin typeface="微软雅黑" panose="020B0503020204020204" pitchFamily="34" charset="-122"/>
                  <a:ea typeface="微软雅黑" panose="020B0503020204020204" pitchFamily="34" charset="-122"/>
                </a:rPr>
                <a:t>缓存</a:t>
              </a:r>
              <a:r>
                <a:rPr lang="zh-CN" altLang="en-US" sz="1400" b="1" dirty="0">
                  <a:solidFill>
                    <a:schemeClr val="tx1"/>
                  </a:solidFill>
                  <a:latin typeface="微软雅黑" panose="020B0503020204020204" pitchFamily="34" charset="-122"/>
                  <a:ea typeface="微软雅黑" panose="020B0503020204020204" pitchFamily="34" charset="-122"/>
                </a:rPr>
                <a:t>在队列中。</a:t>
              </a:r>
              <a:endParaRPr lang="en-US" altLang="zh-CN" sz="1400" b="1" dirty="0">
                <a:solidFill>
                  <a:schemeClr val="tx1"/>
                </a:solidFill>
                <a:latin typeface="微软雅黑" panose="020B0503020204020204" pitchFamily="34" charset="-122"/>
                <a:ea typeface="微软雅黑" panose="020B0503020204020204" pitchFamily="34" charset="-122"/>
              </a:endParaRPr>
            </a:p>
          </p:txBody>
        </p:sp>
        <p:cxnSp>
          <p:nvCxnSpPr>
            <p:cNvPr id="55" name="直接箭头连接符 54"/>
            <p:cNvCxnSpPr>
              <a:cxnSpLocks/>
              <a:endCxn id="54" idx="0"/>
            </p:cNvCxnSpPr>
            <p:nvPr/>
          </p:nvCxnSpPr>
          <p:spPr>
            <a:xfrm>
              <a:off x="4866953" y="3034547"/>
              <a:ext cx="316291" cy="565672"/>
            </a:xfrm>
            <a:prstGeom prst="straightConnector1">
              <a:avLst/>
            </a:prstGeom>
            <a:ln w="12700">
              <a:prstDash val="sysDot"/>
              <a:tailEnd type="triangle" w="med" len="lg"/>
            </a:ln>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1646380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53"/>
                                        </p:tgtEl>
                                        <p:attrNameLst>
                                          <p:attrName>style.visibility</p:attrName>
                                        </p:attrNameLst>
                                      </p:cBhvr>
                                      <p:to>
                                        <p:strVal val="visible"/>
                                      </p:to>
                                    </p:set>
                                    <p:animEffect transition="in" filter="wipe(up)">
                                      <p:cBhvr>
                                        <p:cTn id="15" dur="1000"/>
                                        <p:tgtEl>
                                          <p:spTgt spid="5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50"/>
                                        </p:tgtEl>
                                        <p:attrNameLst>
                                          <p:attrName>style.visibility</p:attrName>
                                        </p:attrNameLst>
                                      </p:cBhvr>
                                      <p:to>
                                        <p:strVal val="visible"/>
                                      </p:to>
                                    </p:set>
                                    <p:animEffect transition="in" filter="wipe(up)">
                                      <p:cBhvr>
                                        <p:cTn id="20" dur="1000"/>
                                        <p:tgtEl>
                                          <p:spTgt spid="5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wipe(up)">
                                      <p:cBhvr>
                                        <p:cTn id="25" dur="10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868EE8-1773-28BA-2472-0077F4A1D2ED}"/>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0E083AF4-0C79-DC9B-F934-9D45766406CA}"/>
              </a:ext>
            </a:extLst>
          </p:cNvPr>
          <p:cNvSpPr/>
          <p:nvPr/>
        </p:nvSpPr>
        <p:spPr>
          <a:xfrm>
            <a:off x="545144" y="1001435"/>
            <a:ext cx="8053711" cy="211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a:extLst>
              <a:ext uri="{FF2B5EF4-FFF2-40B4-BE49-F238E27FC236}">
                <a16:creationId xmlns:a16="http://schemas.microsoft.com/office/drawing/2014/main" id="{AF01DBDC-2F28-F93C-314E-14144EFF07C4}"/>
              </a:ext>
            </a:extLst>
          </p:cNvPr>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a:extLst>
              <a:ext uri="{FF2B5EF4-FFF2-40B4-BE49-F238E27FC236}">
                <a16:creationId xmlns:a16="http://schemas.microsoft.com/office/drawing/2014/main" id="{BA18AA38-E116-F040-116C-3D2415898D08}"/>
              </a:ext>
            </a:extLst>
          </p:cNvPr>
          <p:cNvSpPr/>
          <p:nvPr/>
        </p:nvSpPr>
        <p:spPr>
          <a:xfrm>
            <a:off x="616085" y="579675"/>
            <a:ext cx="4715202" cy="400110"/>
          </a:xfrm>
          <a:prstGeom prst="rect">
            <a:avLst/>
          </a:prstGeom>
        </p:spPr>
        <p:txBody>
          <a:bodyPr wrap="none">
            <a:spAutoFit/>
          </a:bodyPr>
          <a:lstStyle/>
          <a:p>
            <a:r>
              <a:rPr lang="zh-CN" altLang="en-US" sz="2000" b="1" dirty="0">
                <a:latin typeface="微软雅黑" pitchFamily="34" charset="-122"/>
                <a:ea typeface="微软雅黑" pitchFamily="34" charset="-122"/>
              </a:rPr>
              <a:t>输入端口和输出端口都可能会出现排队</a:t>
            </a:r>
          </a:p>
        </p:txBody>
      </p:sp>
      <p:sp>
        <p:nvSpPr>
          <p:cNvPr id="7" name="文本框 6">
            <a:extLst>
              <a:ext uri="{FF2B5EF4-FFF2-40B4-BE49-F238E27FC236}">
                <a16:creationId xmlns:a16="http://schemas.microsoft.com/office/drawing/2014/main" id="{8A2AF824-D583-8380-73CD-CF4F955B5262}"/>
              </a:ext>
            </a:extLst>
          </p:cNvPr>
          <p:cNvSpPr txBox="1"/>
          <p:nvPr/>
        </p:nvSpPr>
        <p:spPr>
          <a:xfrm>
            <a:off x="938887" y="3178631"/>
            <a:ext cx="7412689" cy="1064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marL="285750" indent="-285750">
              <a:lnSpc>
                <a:spcPts val="2600"/>
              </a:lnSpc>
              <a:buFont typeface="Wingdings" panose="05000000000000000000" pitchFamily="2" charset="2"/>
              <a:buChar char="l"/>
              <a:defRPr kumimoji="1" b="1">
                <a:latin typeface="微软雅黑" panose="020B0503020204020204" pitchFamily="34" charset="-122"/>
                <a:ea typeface="微软雅黑" panose="020B0503020204020204" pitchFamily="34" charset="-122"/>
              </a:defRPr>
            </a:lvl1pPr>
            <a:lvl2pPr marL="742950" indent="-285750" eaLnBrk="0" hangingPunct="0">
              <a:defRPr kumimoji="1" sz="2400">
                <a:latin typeface="Times New Roman" panose="02020603050405020304" pitchFamily="18" charset="0"/>
                <a:ea typeface="宋体" panose="02010600030101010101" pitchFamily="2" charset="-122"/>
              </a:defRPr>
            </a:lvl2pPr>
            <a:lvl3pPr marL="1143000" indent="-228600" eaLnBrk="0" hangingPunct="0">
              <a:defRPr kumimoji="1" sz="2400">
                <a:latin typeface="Times New Roman" panose="02020603050405020304" pitchFamily="18" charset="0"/>
                <a:ea typeface="宋体" panose="02010600030101010101" pitchFamily="2" charset="-122"/>
              </a:defRPr>
            </a:lvl3pPr>
            <a:lvl4pPr marL="1600200" indent="-228600" eaLnBrk="0" hangingPunct="0">
              <a:defRPr kumimoji="1" sz="2400">
                <a:latin typeface="Times New Roman" panose="02020603050405020304" pitchFamily="18" charset="0"/>
                <a:ea typeface="宋体" panose="02010600030101010101" pitchFamily="2" charset="-122"/>
              </a:defRPr>
            </a:lvl4pPr>
            <a:lvl5pPr marL="2057400" indent="-228600" eaLnBrk="0" hangingPunct="0">
              <a:defRPr kumimoji="1" sz="2400">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9pPr>
          </a:lstStyle>
          <a:p>
            <a:r>
              <a:rPr lang="zh-CN" altLang="en-US" dirty="0"/>
              <a:t>分组在路由器的输入端口和输出端口都可能会在队列中排队等候处理。</a:t>
            </a:r>
            <a:endParaRPr lang="en-US" altLang="zh-CN" dirty="0"/>
          </a:p>
          <a:p>
            <a:r>
              <a:rPr lang="zh-CN" altLang="en-US" dirty="0"/>
              <a:t>若分组处理的速率赶不上分组进入队列的速率，则队列的存储空间最终必定减少到零，导致后面再进入队列的分组只能被丢弃。</a:t>
            </a:r>
          </a:p>
        </p:txBody>
      </p:sp>
      <p:pic>
        <p:nvPicPr>
          <p:cNvPr id="6" name="图片 5">
            <a:extLst>
              <a:ext uri="{FF2B5EF4-FFF2-40B4-BE49-F238E27FC236}">
                <a16:creationId xmlns:a16="http://schemas.microsoft.com/office/drawing/2014/main" id="{B15CF52B-1A18-D3A6-04D0-5B23F736F41C}"/>
              </a:ext>
            </a:extLst>
          </p:cNvPr>
          <p:cNvPicPr>
            <a:picLocks noChangeAspect="1"/>
          </p:cNvPicPr>
          <p:nvPr/>
        </p:nvPicPr>
        <p:blipFill>
          <a:blip r:embed="rId4"/>
          <a:stretch>
            <a:fillRect/>
          </a:stretch>
        </p:blipFill>
        <p:spPr>
          <a:xfrm>
            <a:off x="4645232" y="1472453"/>
            <a:ext cx="3770766" cy="1272236"/>
          </a:xfrm>
          <a:prstGeom prst="rect">
            <a:avLst/>
          </a:prstGeom>
        </p:spPr>
      </p:pic>
      <p:pic>
        <p:nvPicPr>
          <p:cNvPr id="8" name="图片 7">
            <a:extLst>
              <a:ext uri="{FF2B5EF4-FFF2-40B4-BE49-F238E27FC236}">
                <a16:creationId xmlns:a16="http://schemas.microsoft.com/office/drawing/2014/main" id="{4912A706-0DB3-FF49-AC89-391A349BF8E5}"/>
              </a:ext>
            </a:extLst>
          </p:cNvPr>
          <p:cNvPicPr>
            <a:picLocks noChangeAspect="1"/>
          </p:cNvPicPr>
          <p:nvPr/>
        </p:nvPicPr>
        <p:blipFill>
          <a:blip r:embed="rId5"/>
          <a:stretch>
            <a:fillRect/>
          </a:stretch>
        </p:blipFill>
        <p:spPr>
          <a:xfrm>
            <a:off x="749715" y="1428209"/>
            <a:ext cx="3759910" cy="1359659"/>
          </a:xfrm>
          <a:prstGeom prst="rect">
            <a:avLst/>
          </a:prstGeom>
        </p:spPr>
      </p:pic>
      <p:sp>
        <p:nvSpPr>
          <p:cNvPr id="9" name="Text Box 23">
            <a:extLst>
              <a:ext uri="{FF2B5EF4-FFF2-40B4-BE49-F238E27FC236}">
                <a16:creationId xmlns:a16="http://schemas.microsoft.com/office/drawing/2014/main" id="{3469C94A-E0B4-D939-4208-77AFD5A9E5BE}"/>
              </a:ext>
            </a:extLst>
          </p:cNvPr>
          <p:cNvSpPr txBox="1">
            <a:spLocks noChangeArrowheads="1"/>
          </p:cNvSpPr>
          <p:nvPr/>
        </p:nvSpPr>
        <p:spPr bwMode="auto">
          <a:xfrm>
            <a:off x="1713417" y="1064192"/>
            <a:ext cx="1547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输入端口的处理</a:t>
            </a:r>
          </a:p>
        </p:txBody>
      </p:sp>
      <p:sp>
        <p:nvSpPr>
          <p:cNvPr id="11" name="Text Box 23">
            <a:extLst>
              <a:ext uri="{FF2B5EF4-FFF2-40B4-BE49-F238E27FC236}">
                <a16:creationId xmlns:a16="http://schemas.microsoft.com/office/drawing/2014/main" id="{92A10E92-BADA-2931-724E-EE280B95117A}"/>
              </a:ext>
            </a:extLst>
          </p:cNvPr>
          <p:cNvSpPr txBox="1">
            <a:spLocks noChangeArrowheads="1"/>
          </p:cNvSpPr>
          <p:nvPr/>
        </p:nvSpPr>
        <p:spPr bwMode="auto">
          <a:xfrm>
            <a:off x="5780631" y="1108437"/>
            <a:ext cx="1547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输出端口的处理</a:t>
            </a:r>
          </a:p>
        </p:txBody>
      </p:sp>
    </p:spTree>
    <p:custDataLst>
      <p:tags r:id="rId1"/>
    </p:custDataLst>
    <p:extLst>
      <p:ext uri="{BB962C8B-B14F-4D97-AF65-F5344CB8AC3E}">
        <p14:creationId xmlns:p14="http://schemas.microsoft.com/office/powerpoint/2010/main" val="3818104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1000"/>
                                        <p:tgtEl>
                                          <p:spTgt spid="7">
                                            <p:txEl>
                                              <p:pRg st="0" end="0"/>
                                            </p:txEl>
                                          </p:spTgt>
                                        </p:tgtEl>
                                      </p:cBhvr>
                                    </p:animEffect>
                                    <p:anim calcmode="lin" valueType="num">
                                      <p:cBhvr>
                                        <p:cTn id="8"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
                                            <p:txEl>
                                              <p:pRg st="1" end="1"/>
                                            </p:txEl>
                                          </p:spTgt>
                                        </p:tgtEl>
                                        <p:attrNameLst>
                                          <p:attrName>style.visibility</p:attrName>
                                        </p:attrNameLst>
                                      </p:cBhvr>
                                      <p:to>
                                        <p:strVal val="visible"/>
                                      </p:to>
                                    </p:set>
                                    <p:animEffect transition="in" filter="fade">
                                      <p:cBhvr>
                                        <p:cTn id="14" dur="1000"/>
                                        <p:tgtEl>
                                          <p:spTgt spid="7">
                                            <p:txEl>
                                              <p:pRg st="1" end="1"/>
                                            </p:txEl>
                                          </p:spTgt>
                                        </p:tgtEl>
                                      </p:cBhvr>
                                    </p:animEffect>
                                    <p:anim calcmode="lin" valueType="num">
                                      <p:cBhvr>
                                        <p:cTn id="15"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2B4E5C-03E7-8799-0317-870196DBBF89}"/>
            </a:ext>
          </a:extLst>
        </p:cNvPr>
        <p:cNvGrpSpPr/>
        <p:nvPr/>
      </p:nvGrpSpPr>
      <p:grpSpPr>
        <a:xfrm>
          <a:off x="0" y="0"/>
          <a:ext cx="0" cy="0"/>
          <a:chOff x="0" y="0"/>
          <a:chExt cx="0" cy="0"/>
        </a:xfrm>
      </p:grpSpPr>
      <p:sp>
        <p:nvSpPr>
          <p:cNvPr id="7" name="文本框 6">
            <a:extLst>
              <a:ext uri="{FF2B5EF4-FFF2-40B4-BE49-F238E27FC236}">
                <a16:creationId xmlns:a16="http://schemas.microsoft.com/office/drawing/2014/main" id="{2D7D52DF-6911-53DD-8AA8-76E0E9AE9720}"/>
              </a:ext>
            </a:extLst>
          </p:cNvPr>
          <p:cNvSpPr txBox="1"/>
          <p:nvPr/>
        </p:nvSpPr>
        <p:spPr>
          <a:xfrm>
            <a:off x="1094974" y="3188463"/>
            <a:ext cx="7100515" cy="1058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marL="285750" indent="-285750">
              <a:lnSpc>
                <a:spcPts val="2600"/>
              </a:lnSpc>
              <a:buFont typeface="Wingdings" panose="05000000000000000000" pitchFamily="2" charset="2"/>
              <a:buChar char="l"/>
              <a:defRPr kumimoji="1" b="1">
                <a:latin typeface="微软雅黑" panose="020B0503020204020204" pitchFamily="34" charset="-122"/>
                <a:ea typeface="微软雅黑" panose="020B0503020204020204" pitchFamily="34" charset="-122"/>
              </a:defRPr>
            </a:lvl1pPr>
            <a:lvl2pPr marL="742950" indent="-285750" eaLnBrk="0" hangingPunct="0">
              <a:defRPr kumimoji="1" sz="2400">
                <a:latin typeface="Times New Roman" panose="02020603050405020304" pitchFamily="18" charset="0"/>
                <a:ea typeface="宋体" panose="02010600030101010101" pitchFamily="2" charset="-122"/>
              </a:defRPr>
            </a:lvl2pPr>
            <a:lvl3pPr marL="1143000" indent="-228600" eaLnBrk="0" hangingPunct="0">
              <a:defRPr kumimoji="1" sz="2400">
                <a:latin typeface="Times New Roman" panose="02020603050405020304" pitchFamily="18" charset="0"/>
                <a:ea typeface="宋体" panose="02010600030101010101" pitchFamily="2" charset="-122"/>
              </a:defRPr>
            </a:lvl3pPr>
            <a:lvl4pPr marL="1600200" indent="-228600" eaLnBrk="0" hangingPunct="0">
              <a:defRPr kumimoji="1" sz="2400">
                <a:latin typeface="Times New Roman" panose="02020603050405020304" pitchFamily="18" charset="0"/>
                <a:ea typeface="宋体" panose="02010600030101010101" pitchFamily="2" charset="-122"/>
              </a:defRPr>
            </a:lvl4pPr>
            <a:lvl5pPr marL="2057400" indent="-228600" eaLnBrk="0" hangingPunct="0">
              <a:defRPr kumimoji="1" sz="2400">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latin typeface="Times New Roman" panose="02020603050405020304" pitchFamily="18" charset="0"/>
                <a:ea typeface="宋体" panose="02010600030101010101" pitchFamily="2" charset="-122"/>
              </a:defRPr>
            </a:lvl9pPr>
          </a:lstStyle>
          <a:p>
            <a:r>
              <a:rPr lang="zh-CN" altLang="en-US" dirty="0"/>
              <a:t>网络拥塞导致的分组丢失就是发生在路由器中的输入或输出队列产生溢出的时候。</a:t>
            </a:r>
            <a:endParaRPr lang="en-US" altLang="zh-CN" dirty="0"/>
          </a:p>
          <a:p>
            <a:r>
              <a:rPr lang="zh-CN" altLang="en-US" dirty="0"/>
              <a:t>设备或线路出故障也可能使分组丢失。</a:t>
            </a:r>
          </a:p>
        </p:txBody>
      </p:sp>
      <p:sp>
        <p:nvSpPr>
          <p:cNvPr id="8" name="圆角矩形 1">
            <a:extLst>
              <a:ext uri="{FF2B5EF4-FFF2-40B4-BE49-F238E27FC236}">
                <a16:creationId xmlns:a16="http://schemas.microsoft.com/office/drawing/2014/main" id="{50637A95-5FE8-5C42-DE4A-9BD1D83A6ECE}"/>
              </a:ext>
            </a:extLst>
          </p:cNvPr>
          <p:cNvSpPr/>
          <p:nvPr/>
        </p:nvSpPr>
        <p:spPr>
          <a:xfrm>
            <a:off x="545144" y="1001435"/>
            <a:ext cx="8053711" cy="211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 name="AutoShape 5">
            <a:extLst>
              <a:ext uri="{FF2B5EF4-FFF2-40B4-BE49-F238E27FC236}">
                <a16:creationId xmlns:a16="http://schemas.microsoft.com/office/drawing/2014/main" id="{133E5AAB-546F-C0A5-2265-1149E933E5C3}"/>
              </a:ext>
            </a:extLst>
          </p:cNvPr>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 name="矩形 9">
            <a:extLst>
              <a:ext uri="{FF2B5EF4-FFF2-40B4-BE49-F238E27FC236}">
                <a16:creationId xmlns:a16="http://schemas.microsoft.com/office/drawing/2014/main" id="{A105CE18-13CA-E9AA-A188-7E2593D2F879}"/>
              </a:ext>
            </a:extLst>
          </p:cNvPr>
          <p:cNvSpPr/>
          <p:nvPr/>
        </p:nvSpPr>
        <p:spPr>
          <a:xfrm>
            <a:off x="616085" y="579675"/>
            <a:ext cx="4715202" cy="400110"/>
          </a:xfrm>
          <a:prstGeom prst="rect">
            <a:avLst/>
          </a:prstGeom>
        </p:spPr>
        <p:txBody>
          <a:bodyPr wrap="none">
            <a:spAutoFit/>
          </a:bodyPr>
          <a:lstStyle/>
          <a:p>
            <a:r>
              <a:rPr lang="zh-CN" altLang="en-US" sz="2000" b="1" dirty="0">
                <a:latin typeface="微软雅黑" pitchFamily="34" charset="-122"/>
                <a:ea typeface="微软雅黑" pitchFamily="34" charset="-122"/>
              </a:rPr>
              <a:t>输入端口和输出端口都可能会出现排队</a:t>
            </a:r>
          </a:p>
        </p:txBody>
      </p:sp>
      <p:pic>
        <p:nvPicPr>
          <p:cNvPr id="13" name="图片 12">
            <a:extLst>
              <a:ext uri="{FF2B5EF4-FFF2-40B4-BE49-F238E27FC236}">
                <a16:creationId xmlns:a16="http://schemas.microsoft.com/office/drawing/2014/main" id="{62B166F2-31DC-9449-84EE-68D30DE0C386}"/>
              </a:ext>
            </a:extLst>
          </p:cNvPr>
          <p:cNvPicPr>
            <a:picLocks noChangeAspect="1"/>
          </p:cNvPicPr>
          <p:nvPr/>
        </p:nvPicPr>
        <p:blipFill>
          <a:blip r:embed="rId4"/>
          <a:stretch>
            <a:fillRect/>
          </a:stretch>
        </p:blipFill>
        <p:spPr>
          <a:xfrm>
            <a:off x="4645232" y="1472453"/>
            <a:ext cx="3770766" cy="1272236"/>
          </a:xfrm>
          <a:prstGeom prst="rect">
            <a:avLst/>
          </a:prstGeom>
        </p:spPr>
      </p:pic>
      <p:pic>
        <p:nvPicPr>
          <p:cNvPr id="14" name="图片 13">
            <a:extLst>
              <a:ext uri="{FF2B5EF4-FFF2-40B4-BE49-F238E27FC236}">
                <a16:creationId xmlns:a16="http://schemas.microsoft.com/office/drawing/2014/main" id="{78FBC4C4-EC76-DB0A-5FA3-DF674779D2BD}"/>
              </a:ext>
            </a:extLst>
          </p:cNvPr>
          <p:cNvPicPr>
            <a:picLocks noChangeAspect="1"/>
          </p:cNvPicPr>
          <p:nvPr/>
        </p:nvPicPr>
        <p:blipFill>
          <a:blip r:embed="rId5"/>
          <a:stretch>
            <a:fillRect/>
          </a:stretch>
        </p:blipFill>
        <p:spPr>
          <a:xfrm>
            <a:off x="749715" y="1428209"/>
            <a:ext cx="3759910" cy="1359659"/>
          </a:xfrm>
          <a:prstGeom prst="rect">
            <a:avLst/>
          </a:prstGeom>
        </p:spPr>
      </p:pic>
      <p:sp>
        <p:nvSpPr>
          <p:cNvPr id="15" name="Text Box 23">
            <a:extLst>
              <a:ext uri="{FF2B5EF4-FFF2-40B4-BE49-F238E27FC236}">
                <a16:creationId xmlns:a16="http://schemas.microsoft.com/office/drawing/2014/main" id="{443AC726-7E99-D593-9CED-EDFA84A73CC3}"/>
              </a:ext>
            </a:extLst>
          </p:cNvPr>
          <p:cNvSpPr txBox="1">
            <a:spLocks noChangeArrowheads="1"/>
          </p:cNvSpPr>
          <p:nvPr/>
        </p:nvSpPr>
        <p:spPr bwMode="auto">
          <a:xfrm>
            <a:off x="1713417" y="1064192"/>
            <a:ext cx="1547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输入端口的处理</a:t>
            </a:r>
          </a:p>
        </p:txBody>
      </p:sp>
      <p:sp>
        <p:nvSpPr>
          <p:cNvPr id="16" name="Text Box 23">
            <a:extLst>
              <a:ext uri="{FF2B5EF4-FFF2-40B4-BE49-F238E27FC236}">
                <a16:creationId xmlns:a16="http://schemas.microsoft.com/office/drawing/2014/main" id="{BC5EBD2C-5F78-D91A-7B14-FA5ADBA4440B}"/>
              </a:ext>
            </a:extLst>
          </p:cNvPr>
          <p:cNvSpPr txBox="1">
            <a:spLocks noChangeArrowheads="1"/>
          </p:cNvSpPr>
          <p:nvPr/>
        </p:nvSpPr>
        <p:spPr bwMode="auto">
          <a:xfrm>
            <a:off x="5780631" y="1108437"/>
            <a:ext cx="1547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输出端口的处理</a:t>
            </a:r>
          </a:p>
        </p:txBody>
      </p:sp>
    </p:spTree>
    <p:custDataLst>
      <p:tags r:id="rId1"/>
    </p:custDataLst>
    <p:extLst>
      <p:ext uri="{BB962C8B-B14F-4D97-AF65-F5344CB8AC3E}">
        <p14:creationId xmlns:p14="http://schemas.microsoft.com/office/powerpoint/2010/main" val="3621045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1000"/>
                                        <p:tgtEl>
                                          <p:spTgt spid="7">
                                            <p:txEl>
                                              <p:pRg st="0" end="0"/>
                                            </p:txEl>
                                          </p:spTgt>
                                        </p:tgtEl>
                                      </p:cBhvr>
                                    </p:animEffect>
                                    <p:anim calcmode="lin" valueType="num">
                                      <p:cBhvr>
                                        <p:cTn id="8"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
                                            <p:txEl>
                                              <p:pRg st="1" end="1"/>
                                            </p:txEl>
                                          </p:spTgt>
                                        </p:tgtEl>
                                        <p:attrNameLst>
                                          <p:attrName>style.visibility</p:attrName>
                                        </p:attrNameLst>
                                      </p:cBhvr>
                                      <p:to>
                                        <p:strVal val="visible"/>
                                      </p:to>
                                    </p:set>
                                    <p:animEffect transition="in" filter="fade">
                                      <p:cBhvr>
                                        <p:cTn id="14" dur="1000"/>
                                        <p:tgtEl>
                                          <p:spTgt spid="7">
                                            <p:txEl>
                                              <p:pRg st="1" end="1"/>
                                            </p:txEl>
                                          </p:spTgt>
                                        </p:tgtEl>
                                      </p:cBhvr>
                                    </p:animEffect>
                                    <p:anim calcmode="lin" valueType="num">
                                      <p:cBhvr>
                                        <p:cTn id="15"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967933"/>
            <a:ext cx="8053711" cy="4226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常用交换方法有三种：通过存储器、通过总线、通过纵横交换结构。</a:t>
            </a:r>
          </a:p>
        </p:txBody>
      </p:sp>
      <p:sp>
        <p:nvSpPr>
          <p:cNvPr id="3" name="AutoShape 5"/>
          <p:cNvSpPr>
            <a:spLocks noChangeArrowheads="1"/>
          </p:cNvSpPr>
          <p:nvPr/>
        </p:nvSpPr>
        <p:spPr bwMode="auto">
          <a:xfrm>
            <a:off x="545144" y="631279"/>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8068"/>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4.7.2  </a:t>
            </a:r>
            <a:r>
              <a:rPr lang="zh-CN" altLang="en-US" sz="2000" b="1" dirty="0">
                <a:solidFill>
                  <a:schemeClr val="bg1"/>
                </a:solidFill>
                <a:latin typeface="微软雅黑" pitchFamily="34" charset="-122"/>
                <a:ea typeface="微软雅黑" pitchFamily="34" charset="-122"/>
              </a:rPr>
              <a:t>交换结构</a:t>
            </a:r>
          </a:p>
        </p:txBody>
      </p:sp>
      <p:sp>
        <p:nvSpPr>
          <p:cNvPr id="5" name="圆角矩形 4"/>
          <p:cNvSpPr/>
          <p:nvPr/>
        </p:nvSpPr>
        <p:spPr>
          <a:xfrm>
            <a:off x="545144" y="1383481"/>
            <a:ext cx="7684456" cy="321859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Rectangle 3"/>
          <p:cNvSpPr>
            <a:spLocks noChangeArrowheads="1"/>
          </p:cNvSpPr>
          <p:nvPr/>
        </p:nvSpPr>
        <p:spPr bwMode="auto">
          <a:xfrm>
            <a:off x="1408148" y="1700147"/>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 name="Rectangle 4"/>
          <p:cNvSpPr>
            <a:spLocks noChangeArrowheads="1"/>
          </p:cNvSpPr>
          <p:nvPr/>
        </p:nvSpPr>
        <p:spPr bwMode="auto">
          <a:xfrm>
            <a:off x="1712955" y="1671822"/>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5"/>
          <p:cNvSpPr>
            <a:spLocks noChangeArrowheads="1"/>
          </p:cNvSpPr>
          <p:nvPr/>
        </p:nvSpPr>
        <p:spPr bwMode="auto">
          <a:xfrm>
            <a:off x="2019808" y="1658603"/>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Line 6"/>
          <p:cNvSpPr>
            <a:spLocks noChangeShapeType="1"/>
          </p:cNvSpPr>
          <p:nvPr/>
        </p:nvSpPr>
        <p:spPr bwMode="auto">
          <a:xfrm flipV="1">
            <a:off x="1284384" y="174357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 name="Line 7"/>
          <p:cNvSpPr>
            <a:spLocks noChangeShapeType="1"/>
          </p:cNvSpPr>
          <p:nvPr/>
        </p:nvSpPr>
        <p:spPr bwMode="auto">
          <a:xfrm>
            <a:off x="1591237" y="1743577"/>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8"/>
          <p:cNvSpPr>
            <a:spLocks noChangeShapeType="1"/>
          </p:cNvSpPr>
          <p:nvPr/>
        </p:nvSpPr>
        <p:spPr bwMode="auto">
          <a:xfrm>
            <a:off x="1897066" y="174357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9"/>
          <p:cNvSpPr>
            <a:spLocks noChangeShapeType="1"/>
          </p:cNvSpPr>
          <p:nvPr/>
        </p:nvSpPr>
        <p:spPr bwMode="auto">
          <a:xfrm>
            <a:off x="2202896" y="174357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Rectangle 10"/>
          <p:cNvSpPr>
            <a:spLocks noChangeArrowheads="1"/>
          </p:cNvSpPr>
          <p:nvPr/>
        </p:nvSpPr>
        <p:spPr bwMode="auto">
          <a:xfrm>
            <a:off x="1408148" y="2395050"/>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 name="Rectangle 11"/>
          <p:cNvSpPr>
            <a:spLocks noChangeArrowheads="1"/>
          </p:cNvSpPr>
          <p:nvPr/>
        </p:nvSpPr>
        <p:spPr bwMode="auto">
          <a:xfrm>
            <a:off x="1712955" y="2366725"/>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12"/>
          <p:cNvSpPr>
            <a:spLocks noChangeArrowheads="1"/>
          </p:cNvSpPr>
          <p:nvPr/>
        </p:nvSpPr>
        <p:spPr bwMode="auto">
          <a:xfrm>
            <a:off x="2019808" y="2351618"/>
            <a:ext cx="183088"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Line 13"/>
          <p:cNvSpPr>
            <a:spLocks noChangeShapeType="1"/>
          </p:cNvSpPr>
          <p:nvPr/>
        </p:nvSpPr>
        <p:spPr bwMode="auto">
          <a:xfrm flipV="1">
            <a:off x="1284384" y="243753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 name="Line 14"/>
          <p:cNvSpPr>
            <a:spLocks noChangeShapeType="1"/>
          </p:cNvSpPr>
          <p:nvPr/>
        </p:nvSpPr>
        <p:spPr bwMode="auto">
          <a:xfrm>
            <a:off x="1591237" y="2437537"/>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15"/>
          <p:cNvSpPr>
            <a:spLocks noChangeShapeType="1"/>
          </p:cNvSpPr>
          <p:nvPr/>
        </p:nvSpPr>
        <p:spPr bwMode="auto">
          <a:xfrm>
            <a:off x="1897066" y="243753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16"/>
          <p:cNvSpPr>
            <a:spLocks noChangeShapeType="1"/>
          </p:cNvSpPr>
          <p:nvPr/>
        </p:nvSpPr>
        <p:spPr bwMode="auto">
          <a:xfrm>
            <a:off x="2202896" y="243753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Rectangle 17"/>
          <p:cNvSpPr>
            <a:spLocks noChangeArrowheads="1"/>
          </p:cNvSpPr>
          <p:nvPr/>
        </p:nvSpPr>
        <p:spPr bwMode="auto">
          <a:xfrm>
            <a:off x="2325637" y="1572684"/>
            <a:ext cx="442891" cy="1021583"/>
          </a:xfrm>
          <a:prstGeom prst="rect">
            <a:avLst/>
          </a:prstGeom>
          <a:solidFill>
            <a:srgbClr val="0000FF"/>
          </a:solidFill>
          <a:ln w="28575">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1" name="Rectangle 18"/>
          <p:cNvSpPr>
            <a:spLocks noChangeArrowheads="1"/>
          </p:cNvSpPr>
          <p:nvPr/>
        </p:nvSpPr>
        <p:spPr bwMode="auto">
          <a:xfrm flipH="1">
            <a:off x="3501907" y="1700147"/>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Rectangle 19"/>
          <p:cNvSpPr>
            <a:spLocks noChangeArrowheads="1"/>
          </p:cNvSpPr>
          <p:nvPr/>
        </p:nvSpPr>
        <p:spPr bwMode="auto">
          <a:xfrm flipH="1">
            <a:off x="3197099" y="1671822"/>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20"/>
          <p:cNvSpPr>
            <a:spLocks noChangeArrowheads="1"/>
          </p:cNvSpPr>
          <p:nvPr/>
        </p:nvSpPr>
        <p:spPr bwMode="auto">
          <a:xfrm flipH="1">
            <a:off x="2889223" y="1658603"/>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21"/>
          <p:cNvSpPr>
            <a:spLocks noChangeShapeType="1"/>
          </p:cNvSpPr>
          <p:nvPr/>
        </p:nvSpPr>
        <p:spPr bwMode="auto">
          <a:xfrm flipV="1">
            <a:off x="3681926" y="174357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5" name="Line 22"/>
          <p:cNvSpPr>
            <a:spLocks noChangeShapeType="1"/>
          </p:cNvSpPr>
          <p:nvPr/>
        </p:nvSpPr>
        <p:spPr bwMode="auto">
          <a:xfrm rot="10800000" flipH="1">
            <a:off x="3380188" y="174357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23"/>
          <p:cNvSpPr>
            <a:spLocks noChangeShapeType="1"/>
          </p:cNvSpPr>
          <p:nvPr/>
        </p:nvSpPr>
        <p:spPr bwMode="auto">
          <a:xfrm>
            <a:off x="3073336" y="1743577"/>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24"/>
          <p:cNvSpPr>
            <a:spLocks noChangeShapeType="1"/>
          </p:cNvSpPr>
          <p:nvPr/>
        </p:nvSpPr>
        <p:spPr bwMode="auto">
          <a:xfrm>
            <a:off x="2768529" y="1743577"/>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Rectangle 25"/>
          <p:cNvSpPr>
            <a:spLocks noChangeArrowheads="1"/>
          </p:cNvSpPr>
          <p:nvPr/>
        </p:nvSpPr>
        <p:spPr bwMode="auto">
          <a:xfrm flipH="1">
            <a:off x="3501907" y="2395050"/>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9" name="Rectangle 26"/>
          <p:cNvSpPr>
            <a:spLocks noChangeArrowheads="1"/>
          </p:cNvSpPr>
          <p:nvPr/>
        </p:nvSpPr>
        <p:spPr bwMode="auto">
          <a:xfrm flipH="1">
            <a:off x="3197099" y="2366725"/>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Rectangle 27"/>
          <p:cNvSpPr>
            <a:spLocks noChangeArrowheads="1"/>
          </p:cNvSpPr>
          <p:nvPr/>
        </p:nvSpPr>
        <p:spPr bwMode="auto">
          <a:xfrm flipH="1">
            <a:off x="2889223" y="2351618"/>
            <a:ext cx="184112"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1" name="Line 28"/>
          <p:cNvSpPr>
            <a:spLocks noChangeShapeType="1"/>
          </p:cNvSpPr>
          <p:nvPr/>
        </p:nvSpPr>
        <p:spPr bwMode="auto">
          <a:xfrm flipV="1">
            <a:off x="3681926" y="243753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2" name="Line 29"/>
          <p:cNvSpPr>
            <a:spLocks noChangeShapeType="1"/>
          </p:cNvSpPr>
          <p:nvPr/>
        </p:nvSpPr>
        <p:spPr bwMode="auto">
          <a:xfrm>
            <a:off x="3380188" y="243753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30"/>
          <p:cNvSpPr>
            <a:spLocks noChangeShapeType="1"/>
          </p:cNvSpPr>
          <p:nvPr/>
        </p:nvSpPr>
        <p:spPr bwMode="auto">
          <a:xfrm>
            <a:off x="3073336" y="2437537"/>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31"/>
          <p:cNvSpPr>
            <a:spLocks noChangeShapeType="1"/>
          </p:cNvSpPr>
          <p:nvPr/>
        </p:nvSpPr>
        <p:spPr bwMode="auto">
          <a:xfrm>
            <a:off x="2768529" y="2437537"/>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Rectangle 32"/>
          <p:cNvSpPr>
            <a:spLocks noChangeArrowheads="1"/>
          </p:cNvSpPr>
          <p:nvPr/>
        </p:nvSpPr>
        <p:spPr bwMode="auto">
          <a:xfrm>
            <a:off x="1408148" y="2040045"/>
            <a:ext cx="183088"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6" name="Rectangle 33"/>
          <p:cNvSpPr>
            <a:spLocks noChangeArrowheads="1"/>
          </p:cNvSpPr>
          <p:nvPr/>
        </p:nvSpPr>
        <p:spPr bwMode="auto">
          <a:xfrm>
            <a:off x="1712955" y="2011720"/>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34"/>
          <p:cNvSpPr>
            <a:spLocks noChangeArrowheads="1"/>
          </p:cNvSpPr>
          <p:nvPr/>
        </p:nvSpPr>
        <p:spPr bwMode="auto">
          <a:xfrm>
            <a:off x="2019808" y="1998501"/>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Line 35"/>
          <p:cNvSpPr>
            <a:spLocks noChangeShapeType="1"/>
          </p:cNvSpPr>
          <p:nvPr/>
        </p:nvSpPr>
        <p:spPr bwMode="auto">
          <a:xfrm flipV="1">
            <a:off x="1284384" y="2083476"/>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Line 36"/>
          <p:cNvSpPr>
            <a:spLocks noChangeShapeType="1"/>
          </p:cNvSpPr>
          <p:nvPr/>
        </p:nvSpPr>
        <p:spPr bwMode="auto">
          <a:xfrm>
            <a:off x="1591237" y="2083476"/>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37"/>
          <p:cNvSpPr>
            <a:spLocks noChangeShapeType="1"/>
          </p:cNvSpPr>
          <p:nvPr/>
        </p:nvSpPr>
        <p:spPr bwMode="auto">
          <a:xfrm>
            <a:off x="1897066" y="2083476"/>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38"/>
          <p:cNvSpPr>
            <a:spLocks noChangeShapeType="1"/>
          </p:cNvSpPr>
          <p:nvPr/>
        </p:nvSpPr>
        <p:spPr bwMode="auto">
          <a:xfrm>
            <a:off x="2202896" y="2083476"/>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Rectangle 39"/>
          <p:cNvSpPr>
            <a:spLocks noChangeArrowheads="1"/>
          </p:cNvSpPr>
          <p:nvPr/>
        </p:nvSpPr>
        <p:spPr bwMode="auto">
          <a:xfrm flipH="1">
            <a:off x="3501907" y="2040045"/>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Rectangle 40"/>
          <p:cNvSpPr>
            <a:spLocks noChangeArrowheads="1"/>
          </p:cNvSpPr>
          <p:nvPr/>
        </p:nvSpPr>
        <p:spPr bwMode="auto">
          <a:xfrm flipH="1">
            <a:off x="3197099" y="2011720"/>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41"/>
          <p:cNvSpPr>
            <a:spLocks noChangeArrowheads="1"/>
          </p:cNvSpPr>
          <p:nvPr/>
        </p:nvSpPr>
        <p:spPr bwMode="auto">
          <a:xfrm flipH="1">
            <a:off x="2889223" y="1998501"/>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Line 42"/>
          <p:cNvSpPr>
            <a:spLocks noChangeShapeType="1"/>
          </p:cNvSpPr>
          <p:nvPr/>
        </p:nvSpPr>
        <p:spPr bwMode="auto">
          <a:xfrm flipV="1">
            <a:off x="3681926" y="2083476"/>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6" name="Line 43"/>
          <p:cNvSpPr>
            <a:spLocks noChangeShapeType="1"/>
          </p:cNvSpPr>
          <p:nvPr/>
        </p:nvSpPr>
        <p:spPr bwMode="auto">
          <a:xfrm rot="10800000" flipH="1">
            <a:off x="3380188" y="2083476"/>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Line 44"/>
          <p:cNvSpPr>
            <a:spLocks noChangeShapeType="1"/>
          </p:cNvSpPr>
          <p:nvPr/>
        </p:nvSpPr>
        <p:spPr bwMode="auto">
          <a:xfrm>
            <a:off x="3073336" y="2083476"/>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Line 45"/>
          <p:cNvSpPr>
            <a:spLocks noChangeShapeType="1"/>
          </p:cNvSpPr>
          <p:nvPr/>
        </p:nvSpPr>
        <p:spPr bwMode="auto">
          <a:xfrm>
            <a:off x="2768529" y="2083476"/>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Text Box 46"/>
          <p:cNvSpPr txBox="1">
            <a:spLocks noChangeArrowheads="1"/>
          </p:cNvSpPr>
          <p:nvPr/>
        </p:nvSpPr>
        <p:spPr bwMode="auto">
          <a:xfrm>
            <a:off x="1147416" y="1415266"/>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I</a:t>
            </a:r>
            <a:r>
              <a:rPr kumimoji="1" lang="en-US" altLang="zh-CN" sz="1400" b="1" baseline="-25000" dirty="0">
                <a:solidFill>
                  <a:srgbClr val="0000CC"/>
                </a:solidFill>
                <a:latin typeface="微软雅黑" pitchFamily="34" charset="-122"/>
                <a:ea typeface="微软雅黑" pitchFamily="34" charset="-122"/>
              </a:rPr>
              <a:t>1</a:t>
            </a:r>
          </a:p>
        </p:txBody>
      </p:sp>
      <p:sp>
        <p:nvSpPr>
          <p:cNvPr id="50" name="Text Box 47"/>
          <p:cNvSpPr txBox="1">
            <a:spLocks noChangeArrowheads="1"/>
          </p:cNvSpPr>
          <p:nvPr/>
        </p:nvSpPr>
        <p:spPr bwMode="auto">
          <a:xfrm>
            <a:off x="1146392" y="2104504"/>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51" name="Text Box 48"/>
          <p:cNvSpPr txBox="1">
            <a:spLocks noChangeArrowheads="1"/>
          </p:cNvSpPr>
          <p:nvPr/>
        </p:nvSpPr>
        <p:spPr bwMode="auto">
          <a:xfrm>
            <a:off x="1146392" y="1745723"/>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52" name="Text Box 49"/>
          <p:cNvSpPr txBox="1">
            <a:spLocks noChangeArrowheads="1"/>
          </p:cNvSpPr>
          <p:nvPr/>
        </p:nvSpPr>
        <p:spPr bwMode="auto">
          <a:xfrm>
            <a:off x="3700958" y="1474739"/>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O</a:t>
            </a:r>
            <a:r>
              <a:rPr kumimoji="1" lang="en-US" altLang="zh-CN" sz="1400" b="1" baseline="-25000" dirty="0">
                <a:solidFill>
                  <a:srgbClr val="0000CC"/>
                </a:solidFill>
                <a:latin typeface="微软雅黑" pitchFamily="34" charset="-122"/>
                <a:ea typeface="微软雅黑" pitchFamily="34" charset="-122"/>
              </a:rPr>
              <a:t>1</a:t>
            </a:r>
          </a:p>
        </p:txBody>
      </p:sp>
      <p:sp>
        <p:nvSpPr>
          <p:cNvPr id="53" name="Text Box 50"/>
          <p:cNvSpPr txBox="1">
            <a:spLocks noChangeArrowheads="1"/>
          </p:cNvSpPr>
          <p:nvPr/>
        </p:nvSpPr>
        <p:spPr bwMode="auto">
          <a:xfrm>
            <a:off x="3700958" y="1834465"/>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54" name="Text Box 52"/>
          <p:cNvSpPr txBox="1">
            <a:spLocks noChangeArrowheads="1"/>
          </p:cNvSpPr>
          <p:nvPr/>
        </p:nvSpPr>
        <p:spPr bwMode="auto">
          <a:xfrm>
            <a:off x="2367355" y="1715519"/>
            <a:ext cx="36420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存</a:t>
            </a:r>
          </a:p>
          <a:p>
            <a:r>
              <a:rPr kumimoji="1" lang="zh-CN" altLang="en-US" sz="1400" b="1" dirty="0">
                <a:solidFill>
                  <a:schemeClr val="bg1"/>
                </a:solidFill>
                <a:latin typeface="微软雅黑" pitchFamily="34" charset="-122"/>
                <a:ea typeface="微软雅黑" pitchFamily="34" charset="-122"/>
              </a:rPr>
              <a:t>储</a:t>
            </a:r>
          </a:p>
          <a:p>
            <a:r>
              <a:rPr kumimoji="1" lang="zh-CN" altLang="en-US" sz="1400" b="1" dirty="0">
                <a:solidFill>
                  <a:schemeClr val="bg1"/>
                </a:solidFill>
                <a:latin typeface="微软雅黑" pitchFamily="34" charset="-122"/>
                <a:ea typeface="微软雅黑" pitchFamily="34" charset="-122"/>
              </a:rPr>
              <a:t>器</a:t>
            </a:r>
          </a:p>
        </p:txBody>
      </p:sp>
      <p:sp>
        <p:nvSpPr>
          <p:cNvPr id="55" name="Rectangle 53"/>
          <p:cNvSpPr>
            <a:spLocks noChangeArrowheads="1"/>
          </p:cNvSpPr>
          <p:nvPr/>
        </p:nvSpPr>
        <p:spPr bwMode="auto">
          <a:xfrm>
            <a:off x="1475656" y="3352138"/>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6" name="Rectangle 54"/>
          <p:cNvSpPr>
            <a:spLocks noChangeArrowheads="1"/>
          </p:cNvSpPr>
          <p:nvPr/>
        </p:nvSpPr>
        <p:spPr bwMode="auto">
          <a:xfrm>
            <a:off x="1780463" y="3323813"/>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7" name="Rectangle 55"/>
          <p:cNvSpPr>
            <a:spLocks noChangeArrowheads="1"/>
          </p:cNvSpPr>
          <p:nvPr/>
        </p:nvSpPr>
        <p:spPr bwMode="auto">
          <a:xfrm>
            <a:off x="2087316" y="3310594"/>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8" name="Line 56"/>
          <p:cNvSpPr>
            <a:spLocks noChangeShapeType="1"/>
          </p:cNvSpPr>
          <p:nvPr/>
        </p:nvSpPr>
        <p:spPr bwMode="auto">
          <a:xfrm flipV="1">
            <a:off x="1351892" y="3395569"/>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9" name="Line 57"/>
          <p:cNvSpPr>
            <a:spLocks noChangeShapeType="1"/>
          </p:cNvSpPr>
          <p:nvPr/>
        </p:nvSpPr>
        <p:spPr bwMode="auto">
          <a:xfrm>
            <a:off x="1658745" y="3395569"/>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0" name="Line 58"/>
          <p:cNvSpPr>
            <a:spLocks noChangeShapeType="1"/>
          </p:cNvSpPr>
          <p:nvPr/>
        </p:nvSpPr>
        <p:spPr bwMode="auto">
          <a:xfrm>
            <a:off x="1964574" y="339556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1" name="Line 59"/>
          <p:cNvSpPr>
            <a:spLocks noChangeShapeType="1"/>
          </p:cNvSpPr>
          <p:nvPr/>
        </p:nvSpPr>
        <p:spPr bwMode="auto">
          <a:xfrm>
            <a:off x="2270404" y="3395569"/>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2" name="Rectangle 60"/>
          <p:cNvSpPr>
            <a:spLocks noChangeArrowheads="1"/>
          </p:cNvSpPr>
          <p:nvPr/>
        </p:nvSpPr>
        <p:spPr bwMode="auto">
          <a:xfrm>
            <a:off x="1475656" y="4047041"/>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3" name="Rectangle 61"/>
          <p:cNvSpPr>
            <a:spLocks noChangeArrowheads="1"/>
          </p:cNvSpPr>
          <p:nvPr/>
        </p:nvSpPr>
        <p:spPr bwMode="auto">
          <a:xfrm>
            <a:off x="1780463" y="4018716"/>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4" name="Rectangle 62"/>
          <p:cNvSpPr>
            <a:spLocks noChangeArrowheads="1"/>
          </p:cNvSpPr>
          <p:nvPr/>
        </p:nvSpPr>
        <p:spPr bwMode="auto">
          <a:xfrm>
            <a:off x="2087316" y="4003609"/>
            <a:ext cx="183089"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5" name="Line 63"/>
          <p:cNvSpPr>
            <a:spLocks noChangeShapeType="1"/>
          </p:cNvSpPr>
          <p:nvPr/>
        </p:nvSpPr>
        <p:spPr bwMode="auto">
          <a:xfrm flipV="1">
            <a:off x="1351892" y="4089528"/>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6" name="Line 64"/>
          <p:cNvSpPr>
            <a:spLocks noChangeShapeType="1"/>
          </p:cNvSpPr>
          <p:nvPr/>
        </p:nvSpPr>
        <p:spPr bwMode="auto">
          <a:xfrm>
            <a:off x="1658745" y="4089528"/>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7" name="Line 65"/>
          <p:cNvSpPr>
            <a:spLocks noChangeShapeType="1"/>
          </p:cNvSpPr>
          <p:nvPr/>
        </p:nvSpPr>
        <p:spPr bwMode="auto">
          <a:xfrm>
            <a:off x="1964574" y="40895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8" name="Line 66"/>
          <p:cNvSpPr>
            <a:spLocks noChangeShapeType="1"/>
          </p:cNvSpPr>
          <p:nvPr/>
        </p:nvSpPr>
        <p:spPr bwMode="auto">
          <a:xfrm>
            <a:off x="2270404" y="4089528"/>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9" name="Rectangle 67"/>
          <p:cNvSpPr>
            <a:spLocks noChangeArrowheads="1"/>
          </p:cNvSpPr>
          <p:nvPr/>
        </p:nvSpPr>
        <p:spPr bwMode="auto">
          <a:xfrm flipH="1">
            <a:off x="3204260" y="3352138"/>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Rectangle 68"/>
          <p:cNvSpPr>
            <a:spLocks noChangeArrowheads="1"/>
          </p:cNvSpPr>
          <p:nvPr/>
        </p:nvSpPr>
        <p:spPr bwMode="auto">
          <a:xfrm flipH="1">
            <a:off x="2899453" y="3323813"/>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1" name="Rectangle 69"/>
          <p:cNvSpPr>
            <a:spLocks noChangeArrowheads="1"/>
          </p:cNvSpPr>
          <p:nvPr/>
        </p:nvSpPr>
        <p:spPr bwMode="auto">
          <a:xfrm flipH="1">
            <a:off x="2591578" y="3310594"/>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2" name="Line 70"/>
          <p:cNvSpPr>
            <a:spLocks noChangeShapeType="1"/>
          </p:cNvSpPr>
          <p:nvPr/>
        </p:nvSpPr>
        <p:spPr bwMode="auto">
          <a:xfrm flipV="1">
            <a:off x="3384280" y="3395569"/>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3" name="Line 71"/>
          <p:cNvSpPr>
            <a:spLocks noChangeShapeType="1"/>
          </p:cNvSpPr>
          <p:nvPr/>
        </p:nvSpPr>
        <p:spPr bwMode="auto">
          <a:xfrm rot="10800000" flipH="1">
            <a:off x="3082541" y="3395569"/>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72"/>
          <p:cNvSpPr>
            <a:spLocks noChangeShapeType="1"/>
          </p:cNvSpPr>
          <p:nvPr/>
        </p:nvSpPr>
        <p:spPr bwMode="auto">
          <a:xfrm>
            <a:off x="2776711" y="339556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5" name="Line 73"/>
          <p:cNvSpPr>
            <a:spLocks noChangeShapeType="1"/>
          </p:cNvSpPr>
          <p:nvPr/>
        </p:nvSpPr>
        <p:spPr bwMode="auto">
          <a:xfrm>
            <a:off x="2470882" y="3395569"/>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6" name="Rectangle 74"/>
          <p:cNvSpPr>
            <a:spLocks noChangeArrowheads="1"/>
          </p:cNvSpPr>
          <p:nvPr/>
        </p:nvSpPr>
        <p:spPr bwMode="auto">
          <a:xfrm flipH="1">
            <a:off x="3204260" y="4047041"/>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7" name="Rectangle 75"/>
          <p:cNvSpPr>
            <a:spLocks noChangeArrowheads="1"/>
          </p:cNvSpPr>
          <p:nvPr/>
        </p:nvSpPr>
        <p:spPr bwMode="auto">
          <a:xfrm flipH="1">
            <a:off x="2899453" y="4018716"/>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8" name="Rectangle 76"/>
          <p:cNvSpPr>
            <a:spLocks noChangeArrowheads="1"/>
          </p:cNvSpPr>
          <p:nvPr/>
        </p:nvSpPr>
        <p:spPr bwMode="auto">
          <a:xfrm flipH="1">
            <a:off x="2591578" y="4003609"/>
            <a:ext cx="185134"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9" name="Line 77"/>
          <p:cNvSpPr>
            <a:spLocks noChangeShapeType="1"/>
          </p:cNvSpPr>
          <p:nvPr/>
        </p:nvSpPr>
        <p:spPr bwMode="auto">
          <a:xfrm flipV="1">
            <a:off x="3384280" y="4089528"/>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0" name="Line 78"/>
          <p:cNvSpPr>
            <a:spLocks noChangeShapeType="1"/>
          </p:cNvSpPr>
          <p:nvPr/>
        </p:nvSpPr>
        <p:spPr bwMode="auto">
          <a:xfrm>
            <a:off x="3082541" y="4089528"/>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1" name="Line 79"/>
          <p:cNvSpPr>
            <a:spLocks noChangeShapeType="1"/>
          </p:cNvSpPr>
          <p:nvPr/>
        </p:nvSpPr>
        <p:spPr bwMode="auto">
          <a:xfrm>
            <a:off x="2776711" y="40895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2" name="Line 80"/>
          <p:cNvSpPr>
            <a:spLocks noChangeShapeType="1"/>
          </p:cNvSpPr>
          <p:nvPr/>
        </p:nvSpPr>
        <p:spPr bwMode="auto">
          <a:xfrm>
            <a:off x="2470882" y="4089528"/>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3" name="Rectangle 81"/>
          <p:cNvSpPr>
            <a:spLocks noChangeArrowheads="1"/>
          </p:cNvSpPr>
          <p:nvPr/>
        </p:nvSpPr>
        <p:spPr bwMode="auto">
          <a:xfrm>
            <a:off x="1475656" y="3692036"/>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4" name="Rectangle 82"/>
          <p:cNvSpPr>
            <a:spLocks noChangeArrowheads="1"/>
          </p:cNvSpPr>
          <p:nvPr/>
        </p:nvSpPr>
        <p:spPr bwMode="auto">
          <a:xfrm>
            <a:off x="1780463" y="3663711"/>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5" name="Rectangle 83"/>
          <p:cNvSpPr>
            <a:spLocks noChangeArrowheads="1"/>
          </p:cNvSpPr>
          <p:nvPr/>
        </p:nvSpPr>
        <p:spPr bwMode="auto">
          <a:xfrm>
            <a:off x="2087316" y="3650492"/>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6" name="Line 84"/>
          <p:cNvSpPr>
            <a:spLocks noChangeShapeType="1"/>
          </p:cNvSpPr>
          <p:nvPr/>
        </p:nvSpPr>
        <p:spPr bwMode="auto">
          <a:xfrm flipV="1">
            <a:off x="1351892" y="373546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7" name="Line 85"/>
          <p:cNvSpPr>
            <a:spLocks noChangeShapeType="1"/>
          </p:cNvSpPr>
          <p:nvPr/>
        </p:nvSpPr>
        <p:spPr bwMode="auto">
          <a:xfrm>
            <a:off x="1658745" y="373546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8" name="Line 86"/>
          <p:cNvSpPr>
            <a:spLocks noChangeShapeType="1"/>
          </p:cNvSpPr>
          <p:nvPr/>
        </p:nvSpPr>
        <p:spPr bwMode="auto">
          <a:xfrm>
            <a:off x="1964574" y="373546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89" name="Line 87"/>
          <p:cNvSpPr>
            <a:spLocks noChangeShapeType="1"/>
          </p:cNvSpPr>
          <p:nvPr/>
        </p:nvSpPr>
        <p:spPr bwMode="auto">
          <a:xfrm>
            <a:off x="2270404" y="373546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0" name="Rectangle 88"/>
          <p:cNvSpPr>
            <a:spLocks noChangeArrowheads="1"/>
          </p:cNvSpPr>
          <p:nvPr/>
        </p:nvSpPr>
        <p:spPr bwMode="auto">
          <a:xfrm flipH="1">
            <a:off x="3204260" y="3692036"/>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1" name="Rectangle 89"/>
          <p:cNvSpPr>
            <a:spLocks noChangeArrowheads="1"/>
          </p:cNvSpPr>
          <p:nvPr/>
        </p:nvSpPr>
        <p:spPr bwMode="auto">
          <a:xfrm flipH="1">
            <a:off x="2899453" y="3663711"/>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2" name="Rectangle 90"/>
          <p:cNvSpPr>
            <a:spLocks noChangeArrowheads="1"/>
          </p:cNvSpPr>
          <p:nvPr/>
        </p:nvSpPr>
        <p:spPr bwMode="auto">
          <a:xfrm flipH="1">
            <a:off x="2591578" y="3650492"/>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3" name="Line 91"/>
          <p:cNvSpPr>
            <a:spLocks noChangeShapeType="1"/>
          </p:cNvSpPr>
          <p:nvPr/>
        </p:nvSpPr>
        <p:spPr bwMode="auto">
          <a:xfrm flipV="1">
            <a:off x="3384280" y="3735467"/>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4" name="Line 92"/>
          <p:cNvSpPr>
            <a:spLocks noChangeShapeType="1"/>
          </p:cNvSpPr>
          <p:nvPr/>
        </p:nvSpPr>
        <p:spPr bwMode="auto">
          <a:xfrm rot="10800000" flipH="1">
            <a:off x="3082541" y="3735467"/>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5" name="Line 93"/>
          <p:cNvSpPr>
            <a:spLocks noChangeShapeType="1"/>
          </p:cNvSpPr>
          <p:nvPr/>
        </p:nvSpPr>
        <p:spPr bwMode="auto">
          <a:xfrm>
            <a:off x="2776711" y="3735467"/>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6" name="Line 94"/>
          <p:cNvSpPr>
            <a:spLocks noChangeShapeType="1"/>
          </p:cNvSpPr>
          <p:nvPr/>
        </p:nvSpPr>
        <p:spPr bwMode="auto">
          <a:xfrm>
            <a:off x="2470882" y="3735467"/>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97" name="Text Box 95"/>
          <p:cNvSpPr txBox="1">
            <a:spLocks noChangeArrowheads="1"/>
          </p:cNvSpPr>
          <p:nvPr/>
        </p:nvSpPr>
        <p:spPr bwMode="auto">
          <a:xfrm>
            <a:off x="1207763" y="3085197"/>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1</a:t>
            </a:r>
          </a:p>
        </p:txBody>
      </p:sp>
      <p:sp>
        <p:nvSpPr>
          <p:cNvPr id="98" name="Text Box 96"/>
          <p:cNvSpPr txBox="1">
            <a:spLocks noChangeArrowheads="1"/>
          </p:cNvSpPr>
          <p:nvPr/>
        </p:nvSpPr>
        <p:spPr bwMode="auto">
          <a:xfrm>
            <a:off x="1206740" y="3773490"/>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99" name="Text Box 97"/>
          <p:cNvSpPr txBox="1">
            <a:spLocks noChangeArrowheads="1"/>
          </p:cNvSpPr>
          <p:nvPr/>
        </p:nvSpPr>
        <p:spPr bwMode="auto">
          <a:xfrm>
            <a:off x="1206740" y="3414709"/>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100" name="Text Box 98"/>
          <p:cNvSpPr txBox="1">
            <a:spLocks noChangeArrowheads="1"/>
          </p:cNvSpPr>
          <p:nvPr/>
        </p:nvSpPr>
        <p:spPr bwMode="auto">
          <a:xfrm>
            <a:off x="3385923" y="3126730"/>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sp>
        <p:nvSpPr>
          <p:cNvPr id="101" name="Text Box 99"/>
          <p:cNvSpPr txBox="1">
            <a:spLocks noChangeArrowheads="1"/>
          </p:cNvSpPr>
          <p:nvPr/>
        </p:nvSpPr>
        <p:spPr bwMode="auto">
          <a:xfrm>
            <a:off x="3386946" y="3486456"/>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102" name="AutoShape 100"/>
          <p:cNvSpPr>
            <a:spLocks noChangeArrowheads="1"/>
          </p:cNvSpPr>
          <p:nvPr/>
        </p:nvSpPr>
        <p:spPr bwMode="auto">
          <a:xfrm>
            <a:off x="2310296" y="3097213"/>
            <a:ext cx="235254" cy="1190589"/>
          </a:xfrm>
          <a:prstGeom prst="upDownArrow">
            <a:avLst>
              <a:gd name="adj1" fmla="val 50000"/>
              <a:gd name="adj2" fmla="val 56273"/>
            </a:avLst>
          </a:prstGeom>
          <a:solidFill>
            <a:srgbClr val="00B050"/>
          </a:solidFill>
          <a:ln w="9525">
            <a:solidFill>
              <a:schemeClr val="tx1"/>
            </a:solidFill>
            <a:miter lim="800000"/>
            <a:headEnd/>
            <a:tailEnd/>
          </a:ln>
          <a:effec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103" name="Rectangle 102"/>
          <p:cNvSpPr>
            <a:spLocks noChangeArrowheads="1"/>
          </p:cNvSpPr>
          <p:nvPr/>
        </p:nvSpPr>
        <p:spPr bwMode="auto">
          <a:xfrm>
            <a:off x="4916434" y="1982009"/>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4" name="Rectangle 103"/>
          <p:cNvSpPr>
            <a:spLocks noChangeArrowheads="1"/>
          </p:cNvSpPr>
          <p:nvPr/>
        </p:nvSpPr>
        <p:spPr bwMode="auto">
          <a:xfrm>
            <a:off x="5222264" y="1954629"/>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5" name="Rectangle 104"/>
          <p:cNvSpPr>
            <a:spLocks noChangeArrowheads="1"/>
          </p:cNvSpPr>
          <p:nvPr/>
        </p:nvSpPr>
        <p:spPr bwMode="auto">
          <a:xfrm>
            <a:off x="5528093" y="1940466"/>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6" name="Line 105"/>
          <p:cNvSpPr>
            <a:spLocks noChangeShapeType="1"/>
          </p:cNvSpPr>
          <p:nvPr/>
        </p:nvSpPr>
        <p:spPr bwMode="auto">
          <a:xfrm flipV="1">
            <a:off x="4793693" y="2025441"/>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7" name="Line 106"/>
          <p:cNvSpPr>
            <a:spLocks noChangeShapeType="1"/>
          </p:cNvSpPr>
          <p:nvPr/>
        </p:nvSpPr>
        <p:spPr bwMode="auto">
          <a:xfrm>
            <a:off x="5099523" y="202544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8" name="Line 107"/>
          <p:cNvSpPr>
            <a:spLocks noChangeShapeType="1"/>
          </p:cNvSpPr>
          <p:nvPr/>
        </p:nvSpPr>
        <p:spPr bwMode="auto">
          <a:xfrm>
            <a:off x="5405352" y="202544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09" name="Line 108"/>
          <p:cNvSpPr>
            <a:spLocks noChangeShapeType="1"/>
          </p:cNvSpPr>
          <p:nvPr/>
        </p:nvSpPr>
        <p:spPr bwMode="auto">
          <a:xfrm>
            <a:off x="5712205" y="2025441"/>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0" name="Text Box 109"/>
          <p:cNvSpPr txBox="1">
            <a:spLocks noChangeArrowheads="1"/>
          </p:cNvSpPr>
          <p:nvPr/>
        </p:nvSpPr>
        <p:spPr bwMode="auto">
          <a:xfrm>
            <a:off x="4640359" y="1715068"/>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1</a:t>
            </a:r>
          </a:p>
        </p:txBody>
      </p:sp>
      <p:sp>
        <p:nvSpPr>
          <p:cNvPr id="111" name="Rectangle 110"/>
          <p:cNvSpPr>
            <a:spLocks noChangeArrowheads="1"/>
          </p:cNvSpPr>
          <p:nvPr/>
        </p:nvSpPr>
        <p:spPr bwMode="auto">
          <a:xfrm>
            <a:off x="4919503" y="2655197"/>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2" name="Rectangle 111"/>
          <p:cNvSpPr>
            <a:spLocks noChangeArrowheads="1"/>
          </p:cNvSpPr>
          <p:nvPr/>
        </p:nvSpPr>
        <p:spPr bwMode="auto">
          <a:xfrm>
            <a:off x="5226356" y="2627817"/>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3" name="Rectangle 112"/>
          <p:cNvSpPr>
            <a:spLocks noChangeArrowheads="1"/>
          </p:cNvSpPr>
          <p:nvPr/>
        </p:nvSpPr>
        <p:spPr bwMode="auto">
          <a:xfrm>
            <a:off x="5531162" y="2613653"/>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14" name="Line 113"/>
          <p:cNvSpPr>
            <a:spLocks noChangeShapeType="1"/>
          </p:cNvSpPr>
          <p:nvPr/>
        </p:nvSpPr>
        <p:spPr bwMode="auto">
          <a:xfrm flipV="1">
            <a:off x="4797784" y="2698628"/>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5" name="Line 114"/>
          <p:cNvSpPr>
            <a:spLocks noChangeShapeType="1"/>
          </p:cNvSpPr>
          <p:nvPr/>
        </p:nvSpPr>
        <p:spPr bwMode="auto">
          <a:xfrm>
            <a:off x="5103614" y="26986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6" name="Line 115"/>
          <p:cNvSpPr>
            <a:spLocks noChangeShapeType="1"/>
          </p:cNvSpPr>
          <p:nvPr/>
        </p:nvSpPr>
        <p:spPr bwMode="auto">
          <a:xfrm>
            <a:off x="5409444" y="2698628"/>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7" name="Line 116"/>
          <p:cNvSpPr>
            <a:spLocks noChangeShapeType="1"/>
          </p:cNvSpPr>
          <p:nvPr/>
        </p:nvSpPr>
        <p:spPr bwMode="auto">
          <a:xfrm>
            <a:off x="5715274" y="2698628"/>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8" name="Text Box 117"/>
          <p:cNvSpPr txBox="1">
            <a:spLocks noChangeArrowheads="1"/>
          </p:cNvSpPr>
          <p:nvPr/>
        </p:nvSpPr>
        <p:spPr bwMode="auto">
          <a:xfrm>
            <a:off x="4633199" y="2404307"/>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119" name="Rectangle 118"/>
          <p:cNvSpPr>
            <a:spLocks noChangeArrowheads="1"/>
          </p:cNvSpPr>
          <p:nvPr/>
        </p:nvSpPr>
        <p:spPr bwMode="auto">
          <a:xfrm>
            <a:off x="4916434" y="2322852"/>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0" name="Rectangle 119"/>
          <p:cNvSpPr>
            <a:spLocks noChangeArrowheads="1"/>
          </p:cNvSpPr>
          <p:nvPr/>
        </p:nvSpPr>
        <p:spPr bwMode="auto">
          <a:xfrm>
            <a:off x="5222264" y="2294527"/>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1" name="Rectangle 120"/>
          <p:cNvSpPr>
            <a:spLocks noChangeArrowheads="1"/>
          </p:cNvSpPr>
          <p:nvPr/>
        </p:nvSpPr>
        <p:spPr bwMode="auto">
          <a:xfrm>
            <a:off x="5528093" y="2280365"/>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2" name="Line 121"/>
          <p:cNvSpPr>
            <a:spLocks noChangeShapeType="1"/>
          </p:cNvSpPr>
          <p:nvPr/>
        </p:nvSpPr>
        <p:spPr bwMode="auto">
          <a:xfrm flipV="1">
            <a:off x="4793693" y="2365339"/>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3" name="Line 122"/>
          <p:cNvSpPr>
            <a:spLocks noChangeShapeType="1"/>
          </p:cNvSpPr>
          <p:nvPr/>
        </p:nvSpPr>
        <p:spPr bwMode="auto">
          <a:xfrm>
            <a:off x="5099523" y="236533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4" name="Line 123"/>
          <p:cNvSpPr>
            <a:spLocks noChangeShapeType="1"/>
          </p:cNvSpPr>
          <p:nvPr/>
        </p:nvSpPr>
        <p:spPr bwMode="auto">
          <a:xfrm>
            <a:off x="5405352" y="236533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5" name="Line 124"/>
          <p:cNvSpPr>
            <a:spLocks noChangeShapeType="1"/>
          </p:cNvSpPr>
          <p:nvPr/>
        </p:nvSpPr>
        <p:spPr bwMode="auto">
          <a:xfrm>
            <a:off x="5712205" y="2365339"/>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6" name="Text Box 125"/>
          <p:cNvSpPr txBox="1">
            <a:spLocks noChangeArrowheads="1"/>
          </p:cNvSpPr>
          <p:nvPr/>
        </p:nvSpPr>
        <p:spPr bwMode="auto">
          <a:xfrm>
            <a:off x="4638313" y="2046469"/>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grpSp>
        <p:nvGrpSpPr>
          <p:cNvPr id="127" name="Group 126"/>
          <p:cNvGrpSpPr>
            <a:grpSpLocks/>
          </p:cNvGrpSpPr>
          <p:nvPr/>
        </p:nvGrpSpPr>
        <p:grpSpPr bwMode="auto">
          <a:xfrm>
            <a:off x="6028264" y="2826090"/>
            <a:ext cx="191272" cy="924334"/>
            <a:chOff x="2919" y="2867"/>
            <a:chExt cx="192" cy="1044"/>
          </a:xfrm>
        </p:grpSpPr>
        <p:sp>
          <p:nvSpPr>
            <p:cNvPr id="128" name="Rectangle 127"/>
            <p:cNvSpPr>
              <a:spLocks noChangeArrowheads="1"/>
            </p:cNvSpPr>
            <p:nvPr/>
          </p:nvSpPr>
          <p:spPr bwMode="auto">
            <a:xfrm rot="5400000" flipH="1">
              <a:off x="2923" y="3648"/>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29" name="Rectangle 128"/>
            <p:cNvSpPr>
              <a:spLocks noChangeArrowheads="1"/>
            </p:cNvSpPr>
            <p:nvPr/>
          </p:nvSpPr>
          <p:spPr bwMode="auto">
            <a:xfrm rot="5400000" flipH="1">
              <a:off x="2923" y="3309"/>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0" name="Rectangle 129"/>
            <p:cNvSpPr>
              <a:spLocks noChangeArrowheads="1"/>
            </p:cNvSpPr>
            <p:nvPr/>
          </p:nvSpPr>
          <p:spPr bwMode="auto">
            <a:xfrm rot="5400000" flipH="1">
              <a:off x="2922" y="2986"/>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1" name="Line 130"/>
            <p:cNvSpPr>
              <a:spLocks noChangeShapeType="1"/>
            </p:cNvSpPr>
            <p:nvPr/>
          </p:nvSpPr>
          <p:spPr bwMode="auto">
            <a:xfrm rot="5400000" flipV="1">
              <a:off x="2951" y="3848"/>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2" name="Line 131"/>
            <p:cNvSpPr>
              <a:spLocks noChangeShapeType="1"/>
            </p:cNvSpPr>
            <p:nvPr/>
          </p:nvSpPr>
          <p:spPr bwMode="auto">
            <a:xfrm rot="5400000">
              <a:off x="2953" y="3543"/>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3" name="Line 132"/>
            <p:cNvSpPr>
              <a:spLocks noChangeShapeType="1"/>
            </p:cNvSpPr>
            <p:nvPr/>
          </p:nvSpPr>
          <p:spPr bwMode="auto">
            <a:xfrm rot="5400000">
              <a:off x="2953" y="3236"/>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4" name="Line 133"/>
            <p:cNvSpPr>
              <a:spLocks noChangeShapeType="1"/>
            </p:cNvSpPr>
            <p:nvPr/>
          </p:nvSpPr>
          <p:spPr bwMode="auto">
            <a:xfrm rot="5400000">
              <a:off x="2954" y="2928"/>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135" name="Text Box 134"/>
          <p:cNvSpPr txBox="1">
            <a:spLocks noChangeArrowheads="1"/>
          </p:cNvSpPr>
          <p:nvPr/>
        </p:nvSpPr>
        <p:spPr bwMode="auto">
          <a:xfrm>
            <a:off x="6163279" y="3551207"/>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grpSp>
        <p:nvGrpSpPr>
          <p:cNvPr id="136" name="Group 135"/>
          <p:cNvGrpSpPr>
            <a:grpSpLocks/>
          </p:cNvGrpSpPr>
          <p:nvPr/>
        </p:nvGrpSpPr>
        <p:grpSpPr bwMode="auto">
          <a:xfrm>
            <a:off x="6465014" y="2826091"/>
            <a:ext cx="548490" cy="1027287"/>
            <a:chOff x="3357" y="2859"/>
            <a:chExt cx="551" cy="1159"/>
          </a:xfrm>
        </p:grpSpPr>
        <p:sp>
          <p:nvSpPr>
            <p:cNvPr id="137" name="Rectangle 136"/>
            <p:cNvSpPr>
              <a:spLocks noChangeArrowheads="1"/>
            </p:cNvSpPr>
            <p:nvPr/>
          </p:nvSpPr>
          <p:spPr bwMode="auto">
            <a:xfrm rot="5400000" flipH="1">
              <a:off x="3361" y="3640"/>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8" name="Rectangle 137"/>
            <p:cNvSpPr>
              <a:spLocks noChangeArrowheads="1"/>
            </p:cNvSpPr>
            <p:nvPr/>
          </p:nvSpPr>
          <p:spPr bwMode="auto">
            <a:xfrm rot="5400000" flipH="1">
              <a:off x="3361" y="3301"/>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39" name="Rectangle 138"/>
            <p:cNvSpPr>
              <a:spLocks noChangeArrowheads="1"/>
            </p:cNvSpPr>
            <p:nvPr/>
          </p:nvSpPr>
          <p:spPr bwMode="auto">
            <a:xfrm rot="5400000" flipH="1">
              <a:off x="3360" y="2978"/>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0" name="Line 139"/>
            <p:cNvSpPr>
              <a:spLocks noChangeShapeType="1"/>
            </p:cNvSpPr>
            <p:nvPr/>
          </p:nvSpPr>
          <p:spPr bwMode="auto">
            <a:xfrm rot="5400000" flipV="1">
              <a:off x="3389" y="3840"/>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1" name="Line 140"/>
            <p:cNvSpPr>
              <a:spLocks noChangeShapeType="1"/>
            </p:cNvSpPr>
            <p:nvPr/>
          </p:nvSpPr>
          <p:spPr bwMode="auto">
            <a:xfrm rot="16200000" flipH="1">
              <a:off x="3391" y="3535"/>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2" name="Line 141"/>
            <p:cNvSpPr>
              <a:spLocks noChangeShapeType="1"/>
            </p:cNvSpPr>
            <p:nvPr/>
          </p:nvSpPr>
          <p:spPr bwMode="auto">
            <a:xfrm rot="5400000">
              <a:off x="3391" y="3228"/>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3" name="Line 142"/>
            <p:cNvSpPr>
              <a:spLocks noChangeShapeType="1"/>
            </p:cNvSpPr>
            <p:nvPr/>
          </p:nvSpPr>
          <p:spPr bwMode="auto">
            <a:xfrm rot="5400000">
              <a:off x="3392" y="2920"/>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4" name="Text Box 143"/>
            <p:cNvSpPr txBox="1">
              <a:spLocks noChangeArrowheads="1"/>
            </p:cNvSpPr>
            <p:nvPr/>
          </p:nvSpPr>
          <p:spPr bwMode="auto">
            <a:xfrm>
              <a:off x="3500" y="3671"/>
              <a:ext cx="408"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grpSp>
      <p:sp>
        <p:nvSpPr>
          <p:cNvPr id="145" name="Rectangle 144"/>
          <p:cNvSpPr>
            <a:spLocks noChangeArrowheads="1"/>
          </p:cNvSpPr>
          <p:nvPr/>
        </p:nvSpPr>
        <p:spPr bwMode="auto">
          <a:xfrm rot="5400000" flipH="1">
            <a:off x="6911645" y="3512614"/>
            <a:ext cx="163340" cy="9512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6" name="Rectangle 145"/>
          <p:cNvSpPr>
            <a:spLocks noChangeArrowheads="1"/>
          </p:cNvSpPr>
          <p:nvPr/>
        </p:nvSpPr>
        <p:spPr bwMode="auto">
          <a:xfrm rot="5400000" flipH="1">
            <a:off x="6911646" y="3207020"/>
            <a:ext cx="163340" cy="160587"/>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7" name="Rectangle 146"/>
          <p:cNvSpPr>
            <a:spLocks noChangeArrowheads="1"/>
          </p:cNvSpPr>
          <p:nvPr/>
        </p:nvSpPr>
        <p:spPr bwMode="auto">
          <a:xfrm rot="5400000" flipH="1">
            <a:off x="6911646" y="2919759"/>
            <a:ext cx="163340" cy="19127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48" name="Line 147"/>
          <p:cNvSpPr>
            <a:spLocks noChangeShapeType="1"/>
          </p:cNvSpPr>
          <p:nvPr/>
        </p:nvSpPr>
        <p:spPr bwMode="auto">
          <a:xfrm rot="5400000" flipV="1">
            <a:off x="6937177" y="3693775"/>
            <a:ext cx="11329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9" name="Line 148"/>
          <p:cNvSpPr>
            <a:spLocks noChangeShapeType="1"/>
          </p:cNvSpPr>
          <p:nvPr/>
        </p:nvSpPr>
        <p:spPr bwMode="auto">
          <a:xfrm rot="16200000" flipH="1">
            <a:off x="6939065" y="3423744"/>
            <a:ext cx="1095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0" name="Line 149"/>
          <p:cNvSpPr>
            <a:spLocks noChangeShapeType="1"/>
          </p:cNvSpPr>
          <p:nvPr/>
        </p:nvSpPr>
        <p:spPr bwMode="auto">
          <a:xfrm rot="5400000">
            <a:off x="6939538" y="3151354"/>
            <a:ext cx="10857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1" name="Line 150"/>
          <p:cNvSpPr>
            <a:spLocks noChangeShapeType="1"/>
          </p:cNvSpPr>
          <p:nvPr/>
        </p:nvSpPr>
        <p:spPr bwMode="auto">
          <a:xfrm rot="5400000">
            <a:off x="6940010" y="2879908"/>
            <a:ext cx="10763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2" name="Text Box 151"/>
          <p:cNvSpPr txBox="1">
            <a:spLocks noChangeArrowheads="1"/>
          </p:cNvSpPr>
          <p:nvPr/>
        </p:nvSpPr>
        <p:spPr bwMode="auto">
          <a:xfrm>
            <a:off x="7062357" y="3551208"/>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153" name="Text Box 153"/>
          <p:cNvSpPr txBox="1">
            <a:spLocks noChangeArrowheads="1"/>
          </p:cNvSpPr>
          <p:nvPr/>
        </p:nvSpPr>
        <p:spPr bwMode="auto">
          <a:xfrm>
            <a:off x="1885815" y="2662248"/>
            <a:ext cx="138050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 </a:t>
            </a:r>
            <a:r>
              <a:rPr kumimoji="1" lang="zh-CN" altLang="en-US" sz="1400" b="1" dirty="0">
                <a:latin typeface="微软雅黑" pitchFamily="34" charset="-122"/>
                <a:ea typeface="微软雅黑" pitchFamily="34" charset="-122"/>
              </a:rPr>
              <a:t>通过存储器</a:t>
            </a:r>
          </a:p>
        </p:txBody>
      </p:sp>
      <p:sp>
        <p:nvSpPr>
          <p:cNvPr id="154" name="Text Box 154"/>
          <p:cNvSpPr txBox="1">
            <a:spLocks noChangeArrowheads="1"/>
          </p:cNvSpPr>
          <p:nvPr/>
        </p:nvSpPr>
        <p:spPr bwMode="auto">
          <a:xfrm>
            <a:off x="5377249" y="3844366"/>
            <a:ext cx="190789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(c) </a:t>
            </a:r>
            <a:r>
              <a:rPr kumimoji="1" lang="zh-CN" altLang="en-US" sz="1400" b="1" dirty="0">
                <a:latin typeface="微软雅黑" pitchFamily="34" charset="-122"/>
                <a:ea typeface="微软雅黑" pitchFamily="34" charset="-122"/>
              </a:rPr>
              <a:t>通过纵横交换结构</a:t>
            </a:r>
          </a:p>
        </p:txBody>
      </p:sp>
      <p:sp>
        <p:nvSpPr>
          <p:cNvPr id="155" name="Text Box 155"/>
          <p:cNvSpPr txBox="1">
            <a:spLocks noChangeArrowheads="1"/>
          </p:cNvSpPr>
          <p:nvPr/>
        </p:nvSpPr>
        <p:spPr bwMode="auto">
          <a:xfrm>
            <a:off x="2007677" y="4294300"/>
            <a:ext cx="12170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(b) </a:t>
            </a:r>
            <a:r>
              <a:rPr kumimoji="1" lang="zh-CN" altLang="en-US" sz="1400" b="1" dirty="0">
                <a:latin typeface="微软雅黑" pitchFamily="34" charset="-122"/>
                <a:ea typeface="微软雅黑" pitchFamily="34" charset="-122"/>
              </a:rPr>
              <a:t>通过总线</a:t>
            </a:r>
          </a:p>
        </p:txBody>
      </p:sp>
      <p:sp>
        <p:nvSpPr>
          <p:cNvPr id="156" name="Line 156"/>
          <p:cNvSpPr>
            <a:spLocks noChangeShapeType="1"/>
          </p:cNvSpPr>
          <p:nvPr/>
        </p:nvSpPr>
        <p:spPr bwMode="auto">
          <a:xfrm>
            <a:off x="5894271" y="2025441"/>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7" name="Line 157"/>
          <p:cNvSpPr>
            <a:spLocks noChangeShapeType="1"/>
          </p:cNvSpPr>
          <p:nvPr/>
        </p:nvSpPr>
        <p:spPr bwMode="auto">
          <a:xfrm>
            <a:off x="5894271" y="2365339"/>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8" name="Line 158"/>
          <p:cNvSpPr>
            <a:spLocks noChangeShapeType="1"/>
          </p:cNvSpPr>
          <p:nvPr/>
        </p:nvSpPr>
        <p:spPr bwMode="auto">
          <a:xfrm>
            <a:off x="5894271" y="2706181"/>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59" name="Line 159"/>
          <p:cNvSpPr>
            <a:spLocks noChangeShapeType="1"/>
          </p:cNvSpPr>
          <p:nvPr/>
        </p:nvSpPr>
        <p:spPr bwMode="auto">
          <a:xfrm rot="16200000">
            <a:off x="5750759" y="240829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0" name="Line 160"/>
          <p:cNvSpPr>
            <a:spLocks noChangeShapeType="1"/>
          </p:cNvSpPr>
          <p:nvPr/>
        </p:nvSpPr>
        <p:spPr bwMode="auto">
          <a:xfrm rot="16200000">
            <a:off x="6181376" y="240829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1" name="Line 161"/>
          <p:cNvSpPr>
            <a:spLocks noChangeShapeType="1"/>
          </p:cNvSpPr>
          <p:nvPr/>
        </p:nvSpPr>
        <p:spPr bwMode="auto">
          <a:xfrm rot="16200000">
            <a:off x="6611992" y="2408298"/>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62" name="Oval 162"/>
          <p:cNvSpPr>
            <a:spLocks noChangeArrowheads="1"/>
          </p:cNvSpPr>
          <p:nvPr/>
        </p:nvSpPr>
        <p:spPr bwMode="auto">
          <a:xfrm>
            <a:off x="6951890" y="2330405"/>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3" name="Oval 163"/>
          <p:cNvSpPr>
            <a:spLocks noChangeArrowheads="1"/>
          </p:cNvSpPr>
          <p:nvPr/>
        </p:nvSpPr>
        <p:spPr bwMode="auto">
          <a:xfrm>
            <a:off x="6951890" y="2671248"/>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4" name="Oval 164"/>
          <p:cNvSpPr>
            <a:spLocks noChangeArrowheads="1"/>
          </p:cNvSpPr>
          <p:nvPr/>
        </p:nvSpPr>
        <p:spPr bwMode="auto">
          <a:xfrm>
            <a:off x="6951890" y="1993340"/>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5" name="Oval 165"/>
          <p:cNvSpPr>
            <a:spLocks noChangeArrowheads="1"/>
          </p:cNvSpPr>
          <p:nvPr/>
        </p:nvSpPr>
        <p:spPr bwMode="auto">
          <a:xfrm>
            <a:off x="6521274" y="2671248"/>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6" name="Oval 166"/>
          <p:cNvSpPr>
            <a:spLocks noChangeArrowheads="1"/>
          </p:cNvSpPr>
          <p:nvPr/>
        </p:nvSpPr>
        <p:spPr bwMode="auto">
          <a:xfrm>
            <a:off x="6521274" y="2330405"/>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7" name="Oval 167"/>
          <p:cNvSpPr>
            <a:spLocks noChangeArrowheads="1"/>
          </p:cNvSpPr>
          <p:nvPr/>
        </p:nvSpPr>
        <p:spPr bwMode="auto">
          <a:xfrm>
            <a:off x="6521274" y="1993340"/>
            <a:ext cx="78758" cy="68924"/>
          </a:xfrm>
          <a:prstGeom prst="ellipse">
            <a:avLst/>
          </a:prstGeom>
          <a:solidFill>
            <a:srgbClr val="66FF33"/>
          </a:solidFill>
          <a:ln w="9525">
            <a:solidFill>
              <a:schemeClr val="hlink"/>
            </a:solidFill>
            <a:round/>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8" name="Oval 168"/>
          <p:cNvSpPr>
            <a:spLocks noChangeArrowheads="1"/>
          </p:cNvSpPr>
          <p:nvPr/>
        </p:nvSpPr>
        <p:spPr bwMode="auto">
          <a:xfrm>
            <a:off x="6090657" y="2671248"/>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9" name="Oval 169"/>
          <p:cNvSpPr>
            <a:spLocks noChangeArrowheads="1"/>
          </p:cNvSpPr>
          <p:nvPr/>
        </p:nvSpPr>
        <p:spPr bwMode="auto">
          <a:xfrm>
            <a:off x="6090657" y="2330405"/>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0" name="Oval 170"/>
          <p:cNvSpPr>
            <a:spLocks noChangeArrowheads="1"/>
          </p:cNvSpPr>
          <p:nvPr/>
        </p:nvSpPr>
        <p:spPr bwMode="auto">
          <a:xfrm>
            <a:off x="6090657" y="1993340"/>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1" name="Text Box 171"/>
          <p:cNvSpPr txBox="1">
            <a:spLocks noChangeArrowheads="1"/>
          </p:cNvSpPr>
          <p:nvPr/>
        </p:nvSpPr>
        <p:spPr bwMode="auto">
          <a:xfrm>
            <a:off x="2710227" y="2942844"/>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总线</a:t>
            </a:r>
          </a:p>
        </p:txBody>
      </p:sp>
      <p:sp>
        <p:nvSpPr>
          <p:cNvPr id="172" name="Line 172"/>
          <p:cNvSpPr>
            <a:spLocks noChangeShapeType="1"/>
          </p:cNvSpPr>
          <p:nvPr/>
        </p:nvSpPr>
        <p:spPr bwMode="auto">
          <a:xfrm flipV="1">
            <a:off x="2422809" y="3100067"/>
            <a:ext cx="301311" cy="821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3" name="Text Box 173"/>
          <p:cNvSpPr txBox="1">
            <a:spLocks noChangeArrowheads="1"/>
          </p:cNvSpPr>
          <p:nvPr/>
        </p:nvSpPr>
        <p:spPr bwMode="auto">
          <a:xfrm>
            <a:off x="6464516" y="154038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互连网络</a:t>
            </a:r>
          </a:p>
        </p:txBody>
      </p:sp>
      <p:sp>
        <p:nvSpPr>
          <p:cNvPr id="174" name="Line 174"/>
          <p:cNvSpPr>
            <a:spLocks noChangeShapeType="1"/>
          </p:cNvSpPr>
          <p:nvPr/>
        </p:nvSpPr>
        <p:spPr bwMode="auto">
          <a:xfrm flipV="1">
            <a:off x="6815568" y="1796765"/>
            <a:ext cx="115866" cy="39129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75" name="Text Box 175"/>
          <p:cNvSpPr txBox="1">
            <a:spLocks noChangeArrowheads="1"/>
          </p:cNvSpPr>
          <p:nvPr/>
        </p:nvSpPr>
        <p:spPr bwMode="auto">
          <a:xfrm>
            <a:off x="3401265" y="3845238"/>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176" name="Text Box 176"/>
          <p:cNvSpPr txBox="1">
            <a:spLocks noChangeArrowheads="1"/>
          </p:cNvSpPr>
          <p:nvPr/>
        </p:nvSpPr>
        <p:spPr bwMode="auto">
          <a:xfrm>
            <a:off x="3717324" y="2193247"/>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177" name="Freeform 177"/>
          <p:cNvSpPr>
            <a:spLocks/>
          </p:cNvSpPr>
          <p:nvPr/>
        </p:nvSpPr>
        <p:spPr bwMode="auto">
          <a:xfrm>
            <a:off x="1190282" y="1682497"/>
            <a:ext cx="2598020" cy="342731"/>
          </a:xfrm>
          <a:custGeom>
            <a:avLst/>
            <a:gdLst>
              <a:gd name="T0" fmla="*/ 0 w 2540"/>
              <a:gd name="T1" fmla="*/ 0 h 363"/>
              <a:gd name="T2" fmla="*/ 1134 w 2540"/>
              <a:gd name="T3" fmla="*/ 0 h 363"/>
              <a:gd name="T4" fmla="*/ 1587 w 2540"/>
              <a:gd name="T5" fmla="*/ 363 h 363"/>
              <a:gd name="T6" fmla="*/ 2540 w 2540"/>
              <a:gd name="T7" fmla="*/ 363 h 363"/>
            </a:gdLst>
            <a:ahLst/>
            <a:cxnLst>
              <a:cxn ang="0">
                <a:pos x="T0" y="T1"/>
              </a:cxn>
              <a:cxn ang="0">
                <a:pos x="T2" y="T3"/>
              </a:cxn>
              <a:cxn ang="0">
                <a:pos x="T4" y="T5"/>
              </a:cxn>
              <a:cxn ang="0">
                <a:pos x="T6" y="T7"/>
              </a:cxn>
            </a:cxnLst>
            <a:rect l="0" t="0" r="r" b="b"/>
            <a:pathLst>
              <a:path w="2540" h="363">
                <a:moveTo>
                  <a:pt x="0" y="0"/>
                </a:moveTo>
                <a:lnTo>
                  <a:pt x="1134" y="0"/>
                </a:lnTo>
                <a:lnTo>
                  <a:pt x="1587" y="363"/>
                </a:lnTo>
                <a:lnTo>
                  <a:pt x="2540"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178" name="Freeform 178"/>
          <p:cNvSpPr>
            <a:spLocks/>
          </p:cNvSpPr>
          <p:nvPr/>
        </p:nvSpPr>
        <p:spPr bwMode="auto">
          <a:xfrm>
            <a:off x="1408148" y="3334488"/>
            <a:ext cx="2087622" cy="342731"/>
          </a:xfrm>
          <a:custGeom>
            <a:avLst/>
            <a:gdLst>
              <a:gd name="T0" fmla="*/ 0 w 2041"/>
              <a:gd name="T1" fmla="*/ 0 h 363"/>
              <a:gd name="T2" fmla="*/ 998 w 2041"/>
              <a:gd name="T3" fmla="*/ 0 h 363"/>
              <a:gd name="T4" fmla="*/ 998 w 2041"/>
              <a:gd name="T5" fmla="*/ 363 h 363"/>
              <a:gd name="T6" fmla="*/ 2041 w 2041"/>
              <a:gd name="T7" fmla="*/ 363 h 363"/>
            </a:gdLst>
            <a:ahLst/>
            <a:cxnLst>
              <a:cxn ang="0">
                <a:pos x="T0" y="T1"/>
              </a:cxn>
              <a:cxn ang="0">
                <a:pos x="T2" y="T3"/>
              </a:cxn>
              <a:cxn ang="0">
                <a:pos x="T4" y="T5"/>
              </a:cxn>
              <a:cxn ang="0">
                <a:pos x="T6" y="T7"/>
              </a:cxn>
            </a:cxnLst>
            <a:rect l="0" t="0" r="r" b="b"/>
            <a:pathLst>
              <a:path w="2041" h="363">
                <a:moveTo>
                  <a:pt x="0" y="0"/>
                </a:moveTo>
                <a:lnTo>
                  <a:pt x="998" y="0"/>
                </a:lnTo>
                <a:lnTo>
                  <a:pt x="998" y="363"/>
                </a:lnTo>
                <a:lnTo>
                  <a:pt x="2041"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179" name="Line 179"/>
          <p:cNvSpPr>
            <a:spLocks noChangeShapeType="1"/>
          </p:cNvSpPr>
          <p:nvPr/>
        </p:nvSpPr>
        <p:spPr bwMode="auto">
          <a:xfrm>
            <a:off x="4790624" y="1954180"/>
            <a:ext cx="1762358" cy="21716"/>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180" name="Line 180"/>
          <p:cNvSpPr>
            <a:spLocks noChangeShapeType="1"/>
          </p:cNvSpPr>
          <p:nvPr/>
        </p:nvSpPr>
        <p:spPr bwMode="auto">
          <a:xfrm rot="16200000" flipH="1">
            <a:off x="5847215" y="2865623"/>
            <a:ext cx="1564147" cy="21635"/>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Tree>
    <p:extLst>
      <p:ext uri="{BB962C8B-B14F-4D97-AF65-F5344CB8AC3E}">
        <p14:creationId xmlns:p14="http://schemas.microsoft.com/office/powerpoint/2010/main" val="42176483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77"/>
                                        </p:tgtEl>
                                        <p:attrNameLst>
                                          <p:attrName>style.visibility</p:attrName>
                                        </p:attrNameLst>
                                      </p:cBhvr>
                                      <p:to>
                                        <p:strVal val="visible"/>
                                      </p:to>
                                    </p:set>
                                    <p:animEffect transition="in" filter="wipe(left)">
                                      <p:cBhvr>
                                        <p:cTn id="7" dur="1000"/>
                                        <p:tgtEl>
                                          <p:spTgt spid="17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78"/>
                                        </p:tgtEl>
                                        <p:attrNameLst>
                                          <p:attrName>style.visibility</p:attrName>
                                        </p:attrNameLst>
                                      </p:cBhvr>
                                      <p:to>
                                        <p:strVal val="visible"/>
                                      </p:to>
                                    </p:set>
                                    <p:animEffect transition="in" filter="wipe(left)">
                                      <p:cBhvr>
                                        <p:cTn id="12" dur="1000"/>
                                        <p:tgtEl>
                                          <p:spTgt spid="17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79"/>
                                        </p:tgtEl>
                                        <p:attrNameLst>
                                          <p:attrName>style.visibility</p:attrName>
                                        </p:attrNameLst>
                                      </p:cBhvr>
                                      <p:to>
                                        <p:strVal val="visible"/>
                                      </p:to>
                                    </p:set>
                                    <p:animEffect transition="in" filter="wipe(left)">
                                      <p:cBhvr>
                                        <p:cTn id="17" dur="500"/>
                                        <p:tgtEl>
                                          <p:spTgt spid="179"/>
                                        </p:tgtEl>
                                      </p:cBhvr>
                                    </p:animEffect>
                                  </p:childTnLst>
                                </p:cTn>
                              </p:par>
                            </p:childTnLst>
                          </p:cTn>
                        </p:par>
                        <p:par>
                          <p:cTn id="18" fill="hold">
                            <p:stCondLst>
                              <p:cond delay="500"/>
                            </p:stCondLst>
                            <p:childTnLst>
                              <p:par>
                                <p:cTn id="19" presetID="22" presetClass="entr" presetSubtype="1" fill="hold" grpId="0" nodeType="afterEffect">
                                  <p:stCondLst>
                                    <p:cond delay="0"/>
                                  </p:stCondLst>
                                  <p:childTnLst>
                                    <p:set>
                                      <p:cBhvr>
                                        <p:cTn id="20" dur="1" fill="hold">
                                          <p:stCondLst>
                                            <p:cond delay="0"/>
                                          </p:stCondLst>
                                        </p:cTn>
                                        <p:tgtEl>
                                          <p:spTgt spid="180"/>
                                        </p:tgtEl>
                                        <p:attrNameLst>
                                          <p:attrName>style.visibility</p:attrName>
                                        </p:attrNameLst>
                                      </p:cBhvr>
                                      <p:to>
                                        <p:strVal val="visible"/>
                                      </p:to>
                                    </p:set>
                                    <p:animEffect transition="in" filter="wipe(up)">
                                      <p:cBhvr>
                                        <p:cTn id="21" dur="500"/>
                                        <p:tgtEl>
                                          <p:spTgt spid="1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78" grpId="0" animBg="1"/>
      <p:bldP spid="179" grpId="0" animBg="1"/>
      <p:bldP spid="180" grpId="0" animBg="1"/>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184B86-DE6F-A3E4-86E0-2469A220E614}"/>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BB6AF763-3FA9-FF01-18E9-1C52E6F1384A}"/>
              </a:ext>
            </a:extLst>
          </p:cNvPr>
          <p:cNvSpPr>
            <a:spLocks noChangeArrowheads="1"/>
          </p:cNvSpPr>
          <p:nvPr/>
        </p:nvSpPr>
        <p:spPr bwMode="auto">
          <a:xfrm>
            <a:off x="545144" y="928610"/>
            <a:ext cx="5153755" cy="3554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(1) </a:t>
            </a:r>
            <a:r>
              <a:rPr lang="zh-CN" altLang="en-US" b="1" dirty="0">
                <a:latin typeface="微软雅黑" pitchFamily="34" charset="-122"/>
                <a:ea typeface="微软雅黑" pitchFamily="34" charset="-122"/>
              </a:rPr>
              <a:t>当路由器的某个输入端口收到一个分组时，就用</a:t>
            </a:r>
            <a:r>
              <a:rPr lang="zh-CN" altLang="en-US" b="1" dirty="0">
                <a:solidFill>
                  <a:srgbClr val="C00000"/>
                </a:solidFill>
                <a:latin typeface="微软雅黑" pitchFamily="34" charset="-122"/>
                <a:ea typeface="微软雅黑" pitchFamily="34" charset="-122"/>
              </a:rPr>
              <a:t>中断</a:t>
            </a:r>
            <a:r>
              <a:rPr lang="zh-CN" altLang="en-US" b="1" dirty="0">
                <a:latin typeface="微软雅黑" pitchFamily="34" charset="-122"/>
                <a:ea typeface="微软雅黑" pitchFamily="34" charset="-122"/>
              </a:rPr>
              <a:t>方式通知路由处理机。然后分组就从输入端口</a:t>
            </a:r>
            <a:r>
              <a:rPr lang="zh-CN" altLang="en-US" b="1" dirty="0">
                <a:solidFill>
                  <a:srgbClr val="C00000"/>
                </a:solidFill>
                <a:latin typeface="微软雅黑" pitchFamily="34" charset="-122"/>
                <a:ea typeface="微软雅黑" pitchFamily="34" charset="-122"/>
              </a:rPr>
              <a:t>复制</a:t>
            </a:r>
            <a:r>
              <a:rPr lang="zh-CN" altLang="en-US" b="1" dirty="0">
                <a:latin typeface="微软雅黑" pitchFamily="34" charset="-122"/>
                <a:ea typeface="微软雅黑" pitchFamily="34" charset="-122"/>
              </a:rPr>
              <a:t>到存储器中。</a:t>
            </a:r>
            <a:endParaRPr lang="en-US" altLang="zh-CN" b="1" dirty="0">
              <a:latin typeface="微软雅黑" pitchFamily="34" charset="-122"/>
              <a:ea typeface="微软雅黑" pitchFamily="34" charset="-122"/>
            </a:endParaRPr>
          </a:p>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(2) </a:t>
            </a:r>
            <a:r>
              <a:rPr lang="zh-CN" altLang="en-US" b="1" dirty="0">
                <a:latin typeface="微软雅黑" pitchFamily="34" charset="-122"/>
                <a:ea typeface="微软雅黑" pitchFamily="34" charset="-122"/>
              </a:rPr>
              <a:t>路由器处理机从分组首部提取目的地址，查找路由表，再将分组复制到合适的输出端口的</a:t>
            </a:r>
            <a:r>
              <a:rPr lang="zh-CN" altLang="en-US" b="1" dirty="0">
                <a:solidFill>
                  <a:srgbClr val="C00000"/>
                </a:solidFill>
                <a:latin typeface="微软雅黑" pitchFamily="34" charset="-122"/>
                <a:ea typeface="微软雅黑" pitchFamily="34" charset="-122"/>
              </a:rPr>
              <a:t>缓存</a:t>
            </a:r>
            <a:r>
              <a:rPr lang="zh-CN" altLang="en-US" b="1" dirty="0">
                <a:latin typeface="微软雅黑" pitchFamily="34" charset="-122"/>
                <a:ea typeface="微软雅黑" pitchFamily="34" charset="-122"/>
              </a:rPr>
              <a:t>中。</a:t>
            </a:r>
            <a:endParaRPr lang="en-US" altLang="zh-CN" b="1" dirty="0">
              <a:latin typeface="微软雅黑" pitchFamily="34" charset="-122"/>
              <a:ea typeface="微软雅黑" pitchFamily="34" charset="-122"/>
            </a:endParaRPr>
          </a:p>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(3) </a:t>
            </a:r>
            <a:r>
              <a:rPr lang="zh-CN" altLang="en-US" b="1" dirty="0">
                <a:latin typeface="微软雅黑" pitchFamily="34" charset="-122"/>
                <a:ea typeface="微软雅黑" pitchFamily="34" charset="-122"/>
              </a:rPr>
              <a:t>若存储器的带宽（读或写）为每秒 </a:t>
            </a:r>
            <a:r>
              <a:rPr lang="en-US" altLang="zh-CN" b="1" i="1" dirty="0">
                <a:latin typeface="微软雅黑" pitchFamily="34" charset="-122"/>
                <a:ea typeface="微软雅黑" pitchFamily="34" charset="-122"/>
              </a:rPr>
              <a:t>M</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个分组，那么路由器的交换速率（即分组从输入端口传送到输出端口的速率）</a:t>
            </a:r>
            <a:r>
              <a:rPr lang="zh-CN" altLang="en-US" b="1" dirty="0">
                <a:solidFill>
                  <a:srgbClr val="C00000"/>
                </a:solidFill>
                <a:latin typeface="微软雅黑" pitchFamily="34" charset="-122"/>
                <a:ea typeface="微软雅黑" pitchFamily="34" charset="-122"/>
              </a:rPr>
              <a:t>一定小于 </a:t>
            </a:r>
            <a:r>
              <a:rPr lang="en-US" altLang="zh-CN" b="1" i="1" dirty="0">
                <a:latin typeface="微软雅黑" pitchFamily="34" charset="-122"/>
                <a:ea typeface="微软雅黑" pitchFamily="34" charset="-122"/>
              </a:rPr>
              <a:t>M</a:t>
            </a:r>
            <a:r>
              <a:rPr lang="en-US" altLang="zh-CN" b="1" dirty="0">
                <a:latin typeface="微软雅黑" pitchFamily="34" charset="-122"/>
                <a:ea typeface="微软雅黑" pitchFamily="34" charset="-122"/>
              </a:rPr>
              <a:t>/2</a:t>
            </a:r>
            <a:r>
              <a:rPr lang="zh-CN" altLang="en-US" b="1" dirty="0">
                <a:latin typeface="微软雅黑" pitchFamily="34" charset="-122"/>
                <a:ea typeface="微软雅黑" pitchFamily="34" charset="-122"/>
              </a:rPr>
              <a:t>。</a:t>
            </a:r>
          </a:p>
        </p:txBody>
      </p:sp>
      <p:sp>
        <p:nvSpPr>
          <p:cNvPr id="5" name="AutoShape 5">
            <a:extLst>
              <a:ext uri="{FF2B5EF4-FFF2-40B4-BE49-F238E27FC236}">
                <a16:creationId xmlns:a16="http://schemas.microsoft.com/office/drawing/2014/main" id="{0DE2910A-5A93-AF0A-B5F4-DC5857A59987}"/>
              </a:ext>
            </a:extLst>
          </p:cNvPr>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a:extLst>
              <a:ext uri="{FF2B5EF4-FFF2-40B4-BE49-F238E27FC236}">
                <a16:creationId xmlns:a16="http://schemas.microsoft.com/office/drawing/2014/main" id="{5AE68CDD-70B0-31CD-FE03-3CABB85C80F0}"/>
              </a:ext>
            </a:extLst>
          </p:cNvPr>
          <p:cNvSpPr/>
          <p:nvPr/>
        </p:nvSpPr>
        <p:spPr>
          <a:xfrm>
            <a:off x="616085" y="579675"/>
            <a:ext cx="6714098" cy="400110"/>
          </a:xfrm>
          <a:prstGeom prst="rect">
            <a:avLst/>
          </a:prstGeom>
        </p:spPr>
        <p:txBody>
          <a:bodyPr wrap="square">
            <a:spAutoFit/>
          </a:bodyPr>
          <a:lstStyle/>
          <a:p>
            <a:r>
              <a:rPr lang="zh-CN" altLang="en-US" sz="2000" b="1" dirty="0">
                <a:latin typeface="微软雅黑" pitchFamily="34" charset="-122"/>
                <a:ea typeface="微软雅黑" pitchFamily="34" charset="-122"/>
              </a:rPr>
              <a:t>通过存储器</a:t>
            </a:r>
          </a:p>
        </p:txBody>
      </p:sp>
      <p:sp>
        <p:nvSpPr>
          <p:cNvPr id="7" name="Rectangle 3">
            <a:extLst>
              <a:ext uri="{FF2B5EF4-FFF2-40B4-BE49-F238E27FC236}">
                <a16:creationId xmlns:a16="http://schemas.microsoft.com/office/drawing/2014/main" id="{17F72223-C2BE-374F-1516-108B82D213A2}"/>
              </a:ext>
            </a:extLst>
          </p:cNvPr>
          <p:cNvSpPr>
            <a:spLocks noChangeArrowheads="1"/>
          </p:cNvSpPr>
          <p:nvPr/>
        </p:nvSpPr>
        <p:spPr bwMode="auto">
          <a:xfrm>
            <a:off x="6006774" y="1680615"/>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4">
            <a:extLst>
              <a:ext uri="{FF2B5EF4-FFF2-40B4-BE49-F238E27FC236}">
                <a16:creationId xmlns:a16="http://schemas.microsoft.com/office/drawing/2014/main" id="{F8CF4971-99F1-F0F8-2EEE-30E371C0BE64}"/>
              </a:ext>
            </a:extLst>
          </p:cNvPr>
          <p:cNvSpPr>
            <a:spLocks noChangeArrowheads="1"/>
          </p:cNvSpPr>
          <p:nvPr/>
        </p:nvSpPr>
        <p:spPr bwMode="auto">
          <a:xfrm>
            <a:off x="6311581" y="1652290"/>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Rectangle 5">
            <a:extLst>
              <a:ext uri="{FF2B5EF4-FFF2-40B4-BE49-F238E27FC236}">
                <a16:creationId xmlns:a16="http://schemas.microsoft.com/office/drawing/2014/main" id="{8DEAAC00-616B-8602-572B-4EEB14B9EBD7}"/>
              </a:ext>
            </a:extLst>
          </p:cNvPr>
          <p:cNvSpPr>
            <a:spLocks noChangeArrowheads="1"/>
          </p:cNvSpPr>
          <p:nvPr/>
        </p:nvSpPr>
        <p:spPr bwMode="auto">
          <a:xfrm>
            <a:off x="6618434" y="1639071"/>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6">
            <a:extLst>
              <a:ext uri="{FF2B5EF4-FFF2-40B4-BE49-F238E27FC236}">
                <a16:creationId xmlns:a16="http://schemas.microsoft.com/office/drawing/2014/main" id="{4E854249-A11E-0A54-8A41-F221822578C6}"/>
              </a:ext>
            </a:extLst>
          </p:cNvPr>
          <p:cNvSpPr>
            <a:spLocks noChangeShapeType="1"/>
          </p:cNvSpPr>
          <p:nvPr/>
        </p:nvSpPr>
        <p:spPr bwMode="auto">
          <a:xfrm flipV="1">
            <a:off x="5883010" y="1724045"/>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7">
            <a:extLst>
              <a:ext uri="{FF2B5EF4-FFF2-40B4-BE49-F238E27FC236}">
                <a16:creationId xmlns:a16="http://schemas.microsoft.com/office/drawing/2014/main" id="{BCADE3D0-A456-DA6D-BB67-D8CAE28A9E6C}"/>
              </a:ext>
            </a:extLst>
          </p:cNvPr>
          <p:cNvSpPr>
            <a:spLocks noChangeShapeType="1"/>
          </p:cNvSpPr>
          <p:nvPr/>
        </p:nvSpPr>
        <p:spPr bwMode="auto">
          <a:xfrm>
            <a:off x="6189863" y="1724045"/>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8">
            <a:extLst>
              <a:ext uri="{FF2B5EF4-FFF2-40B4-BE49-F238E27FC236}">
                <a16:creationId xmlns:a16="http://schemas.microsoft.com/office/drawing/2014/main" id="{398CE069-56C4-8C00-1DAC-8A0963BA8254}"/>
              </a:ext>
            </a:extLst>
          </p:cNvPr>
          <p:cNvSpPr>
            <a:spLocks noChangeShapeType="1"/>
          </p:cNvSpPr>
          <p:nvPr/>
        </p:nvSpPr>
        <p:spPr bwMode="auto">
          <a:xfrm>
            <a:off x="6495692" y="1724045"/>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9">
            <a:extLst>
              <a:ext uri="{FF2B5EF4-FFF2-40B4-BE49-F238E27FC236}">
                <a16:creationId xmlns:a16="http://schemas.microsoft.com/office/drawing/2014/main" id="{57A23DCD-1FB4-37A6-0DC4-C39FE8171610}"/>
              </a:ext>
            </a:extLst>
          </p:cNvPr>
          <p:cNvSpPr>
            <a:spLocks noChangeShapeType="1"/>
          </p:cNvSpPr>
          <p:nvPr/>
        </p:nvSpPr>
        <p:spPr bwMode="auto">
          <a:xfrm>
            <a:off x="6801522" y="1724045"/>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Rectangle 10">
            <a:extLst>
              <a:ext uri="{FF2B5EF4-FFF2-40B4-BE49-F238E27FC236}">
                <a16:creationId xmlns:a16="http://schemas.microsoft.com/office/drawing/2014/main" id="{0B013620-8115-30A1-7F33-EB5AD4F4099A}"/>
              </a:ext>
            </a:extLst>
          </p:cNvPr>
          <p:cNvSpPr>
            <a:spLocks noChangeArrowheads="1"/>
          </p:cNvSpPr>
          <p:nvPr/>
        </p:nvSpPr>
        <p:spPr bwMode="auto">
          <a:xfrm>
            <a:off x="6006774" y="2375518"/>
            <a:ext cx="183088"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11">
            <a:extLst>
              <a:ext uri="{FF2B5EF4-FFF2-40B4-BE49-F238E27FC236}">
                <a16:creationId xmlns:a16="http://schemas.microsoft.com/office/drawing/2014/main" id="{D1F56D0E-F06D-A08F-3ED6-894B3A2630E1}"/>
              </a:ext>
            </a:extLst>
          </p:cNvPr>
          <p:cNvSpPr>
            <a:spLocks noChangeArrowheads="1"/>
          </p:cNvSpPr>
          <p:nvPr/>
        </p:nvSpPr>
        <p:spPr bwMode="auto">
          <a:xfrm>
            <a:off x="6311581" y="2347193"/>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Rectangle 12">
            <a:extLst>
              <a:ext uri="{FF2B5EF4-FFF2-40B4-BE49-F238E27FC236}">
                <a16:creationId xmlns:a16="http://schemas.microsoft.com/office/drawing/2014/main" id="{A56C1E7C-E9AC-31DB-8E12-8FC45CA0BB67}"/>
              </a:ext>
            </a:extLst>
          </p:cNvPr>
          <p:cNvSpPr>
            <a:spLocks noChangeArrowheads="1"/>
          </p:cNvSpPr>
          <p:nvPr/>
        </p:nvSpPr>
        <p:spPr bwMode="auto">
          <a:xfrm>
            <a:off x="6618434" y="2332086"/>
            <a:ext cx="183088"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13">
            <a:extLst>
              <a:ext uri="{FF2B5EF4-FFF2-40B4-BE49-F238E27FC236}">
                <a16:creationId xmlns:a16="http://schemas.microsoft.com/office/drawing/2014/main" id="{4AF60148-9D70-8BDF-9012-2021608C3B6F}"/>
              </a:ext>
            </a:extLst>
          </p:cNvPr>
          <p:cNvSpPr>
            <a:spLocks noChangeShapeType="1"/>
          </p:cNvSpPr>
          <p:nvPr/>
        </p:nvSpPr>
        <p:spPr bwMode="auto">
          <a:xfrm flipV="1">
            <a:off x="5883010" y="2418005"/>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14">
            <a:extLst>
              <a:ext uri="{FF2B5EF4-FFF2-40B4-BE49-F238E27FC236}">
                <a16:creationId xmlns:a16="http://schemas.microsoft.com/office/drawing/2014/main" id="{51252EB2-9E42-3DFD-1EF6-17A9AFED0A7A}"/>
              </a:ext>
            </a:extLst>
          </p:cNvPr>
          <p:cNvSpPr>
            <a:spLocks noChangeShapeType="1"/>
          </p:cNvSpPr>
          <p:nvPr/>
        </p:nvSpPr>
        <p:spPr bwMode="auto">
          <a:xfrm>
            <a:off x="6189863" y="2418005"/>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15">
            <a:extLst>
              <a:ext uri="{FF2B5EF4-FFF2-40B4-BE49-F238E27FC236}">
                <a16:creationId xmlns:a16="http://schemas.microsoft.com/office/drawing/2014/main" id="{B5CF052F-F49B-0386-2C7A-DBE340A3D092}"/>
              </a:ext>
            </a:extLst>
          </p:cNvPr>
          <p:cNvSpPr>
            <a:spLocks noChangeShapeType="1"/>
          </p:cNvSpPr>
          <p:nvPr/>
        </p:nvSpPr>
        <p:spPr bwMode="auto">
          <a:xfrm>
            <a:off x="6495692" y="2418005"/>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Line 16">
            <a:extLst>
              <a:ext uri="{FF2B5EF4-FFF2-40B4-BE49-F238E27FC236}">
                <a16:creationId xmlns:a16="http://schemas.microsoft.com/office/drawing/2014/main" id="{D18D5EC5-C1DF-5E9D-B553-FF9056B29F29}"/>
              </a:ext>
            </a:extLst>
          </p:cNvPr>
          <p:cNvSpPr>
            <a:spLocks noChangeShapeType="1"/>
          </p:cNvSpPr>
          <p:nvPr/>
        </p:nvSpPr>
        <p:spPr bwMode="auto">
          <a:xfrm>
            <a:off x="6801522" y="2418005"/>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Rectangle 17">
            <a:extLst>
              <a:ext uri="{FF2B5EF4-FFF2-40B4-BE49-F238E27FC236}">
                <a16:creationId xmlns:a16="http://schemas.microsoft.com/office/drawing/2014/main" id="{760273D5-8D40-A509-F622-7C1F2AD14607}"/>
              </a:ext>
            </a:extLst>
          </p:cNvPr>
          <p:cNvSpPr>
            <a:spLocks noChangeArrowheads="1"/>
          </p:cNvSpPr>
          <p:nvPr/>
        </p:nvSpPr>
        <p:spPr bwMode="auto">
          <a:xfrm>
            <a:off x="6924263" y="1553152"/>
            <a:ext cx="442891" cy="1021583"/>
          </a:xfrm>
          <a:prstGeom prst="rect">
            <a:avLst/>
          </a:prstGeom>
          <a:solidFill>
            <a:srgbClr val="0000FF"/>
          </a:solidFill>
          <a:ln w="28575">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Rectangle 18">
            <a:extLst>
              <a:ext uri="{FF2B5EF4-FFF2-40B4-BE49-F238E27FC236}">
                <a16:creationId xmlns:a16="http://schemas.microsoft.com/office/drawing/2014/main" id="{923CE67F-7B69-EDA3-C66E-D9BFB7F9575A}"/>
              </a:ext>
            </a:extLst>
          </p:cNvPr>
          <p:cNvSpPr>
            <a:spLocks noChangeArrowheads="1"/>
          </p:cNvSpPr>
          <p:nvPr/>
        </p:nvSpPr>
        <p:spPr bwMode="auto">
          <a:xfrm flipH="1">
            <a:off x="8100533" y="1680615"/>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19">
            <a:extLst>
              <a:ext uri="{FF2B5EF4-FFF2-40B4-BE49-F238E27FC236}">
                <a16:creationId xmlns:a16="http://schemas.microsoft.com/office/drawing/2014/main" id="{41A97662-5AF3-458D-D9DD-0D51E799734A}"/>
              </a:ext>
            </a:extLst>
          </p:cNvPr>
          <p:cNvSpPr>
            <a:spLocks noChangeArrowheads="1"/>
          </p:cNvSpPr>
          <p:nvPr/>
        </p:nvSpPr>
        <p:spPr bwMode="auto">
          <a:xfrm flipH="1">
            <a:off x="7795725" y="1652290"/>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Rectangle 20">
            <a:extLst>
              <a:ext uri="{FF2B5EF4-FFF2-40B4-BE49-F238E27FC236}">
                <a16:creationId xmlns:a16="http://schemas.microsoft.com/office/drawing/2014/main" id="{E255DBC5-E248-1D80-59B7-82BEE948E029}"/>
              </a:ext>
            </a:extLst>
          </p:cNvPr>
          <p:cNvSpPr>
            <a:spLocks noChangeArrowheads="1"/>
          </p:cNvSpPr>
          <p:nvPr/>
        </p:nvSpPr>
        <p:spPr bwMode="auto">
          <a:xfrm flipH="1">
            <a:off x="7487849" y="1639071"/>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Line 21">
            <a:extLst>
              <a:ext uri="{FF2B5EF4-FFF2-40B4-BE49-F238E27FC236}">
                <a16:creationId xmlns:a16="http://schemas.microsoft.com/office/drawing/2014/main" id="{EACC5FF5-B87D-7DA2-8090-BC8D42085D68}"/>
              </a:ext>
            </a:extLst>
          </p:cNvPr>
          <p:cNvSpPr>
            <a:spLocks noChangeShapeType="1"/>
          </p:cNvSpPr>
          <p:nvPr/>
        </p:nvSpPr>
        <p:spPr bwMode="auto">
          <a:xfrm flipV="1">
            <a:off x="8280552" y="1724045"/>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22">
            <a:extLst>
              <a:ext uri="{FF2B5EF4-FFF2-40B4-BE49-F238E27FC236}">
                <a16:creationId xmlns:a16="http://schemas.microsoft.com/office/drawing/2014/main" id="{41637759-FF71-B6F5-9571-8C95D8E99632}"/>
              </a:ext>
            </a:extLst>
          </p:cNvPr>
          <p:cNvSpPr>
            <a:spLocks noChangeShapeType="1"/>
          </p:cNvSpPr>
          <p:nvPr/>
        </p:nvSpPr>
        <p:spPr bwMode="auto">
          <a:xfrm rot="10800000" flipH="1">
            <a:off x="7978814" y="1724045"/>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23">
            <a:extLst>
              <a:ext uri="{FF2B5EF4-FFF2-40B4-BE49-F238E27FC236}">
                <a16:creationId xmlns:a16="http://schemas.microsoft.com/office/drawing/2014/main" id="{25C1B66A-E638-EF41-111B-28C6EDEDAC0D}"/>
              </a:ext>
            </a:extLst>
          </p:cNvPr>
          <p:cNvSpPr>
            <a:spLocks noChangeShapeType="1"/>
          </p:cNvSpPr>
          <p:nvPr/>
        </p:nvSpPr>
        <p:spPr bwMode="auto">
          <a:xfrm>
            <a:off x="7671962" y="1724045"/>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Line 24">
            <a:extLst>
              <a:ext uri="{FF2B5EF4-FFF2-40B4-BE49-F238E27FC236}">
                <a16:creationId xmlns:a16="http://schemas.microsoft.com/office/drawing/2014/main" id="{F8B3A5F9-B39E-E700-D51B-8DEA635F78B0}"/>
              </a:ext>
            </a:extLst>
          </p:cNvPr>
          <p:cNvSpPr>
            <a:spLocks noChangeShapeType="1"/>
          </p:cNvSpPr>
          <p:nvPr/>
        </p:nvSpPr>
        <p:spPr bwMode="auto">
          <a:xfrm>
            <a:off x="7367155" y="1724045"/>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9" name="Rectangle 25">
            <a:extLst>
              <a:ext uri="{FF2B5EF4-FFF2-40B4-BE49-F238E27FC236}">
                <a16:creationId xmlns:a16="http://schemas.microsoft.com/office/drawing/2014/main" id="{85C6767C-F0DF-529E-8721-9D5128708F9C}"/>
              </a:ext>
            </a:extLst>
          </p:cNvPr>
          <p:cNvSpPr>
            <a:spLocks noChangeArrowheads="1"/>
          </p:cNvSpPr>
          <p:nvPr/>
        </p:nvSpPr>
        <p:spPr bwMode="auto">
          <a:xfrm flipH="1">
            <a:off x="8100533" y="2375518"/>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Rectangle 26">
            <a:extLst>
              <a:ext uri="{FF2B5EF4-FFF2-40B4-BE49-F238E27FC236}">
                <a16:creationId xmlns:a16="http://schemas.microsoft.com/office/drawing/2014/main" id="{5DD87047-F542-CC1B-20B3-5EEA45A347A5}"/>
              </a:ext>
            </a:extLst>
          </p:cNvPr>
          <p:cNvSpPr>
            <a:spLocks noChangeArrowheads="1"/>
          </p:cNvSpPr>
          <p:nvPr/>
        </p:nvSpPr>
        <p:spPr bwMode="auto">
          <a:xfrm flipH="1">
            <a:off x="7795725" y="2347193"/>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1" name="Rectangle 27">
            <a:extLst>
              <a:ext uri="{FF2B5EF4-FFF2-40B4-BE49-F238E27FC236}">
                <a16:creationId xmlns:a16="http://schemas.microsoft.com/office/drawing/2014/main" id="{01D1F329-FF61-ADF4-F032-44BF5B74DFB0}"/>
              </a:ext>
            </a:extLst>
          </p:cNvPr>
          <p:cNvSpPr>
            <a:spLocks noChangeArrowheads="1"/>
          </p:cNvSpPr>
          <p:nvPr/>
        </p:nvSpPr>
        <p:spPr bwMode="auto">
          <a:xfrm flipH="1">
            <a:off x="7487849" y="2332086"/>
            <a:ext cx="184112"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2" name="Line 28">
            <a:extLst>
              <a:ext uri="{FF2B5EF4-FFF2-40B4-BE49-F238E27FC236}">
                <a16:creationId xmlns:a16="http://schemas.microsoft.com/office/drawing/2014/main" id="{9B8C850F-BBA8-C83C-5E3C-E79A83DD598A}"/>
              </a:ext>
            </a:extLst>
          </p:cNvPr>
          <p:cNvSpPr>
            <a:spLocks noChangeShapeType="1"/>
          </p:cNvSpPr>
          <p:nvPr/>
        </p:nvSpPr>
        <p:spPr bwMode="auto">
          <a:xfrm flipV="1">
            <a:off x="8280552" y="2418005"/>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29">
            <a:extLst>
              <a:ext uri="{FF2B5EF4-FFF2-40B4-BE49-F238E27FC236}">
                <a16:creationId xmlns:a16="http://schemas.microsoft.com/office/drawing/2014/main" id="{9B86F3C5-A047-B275-1901-AC523F889A11}"/>
              </a:ext>
            </a:extLst>
          </p:cNvPr>
          <p:cNvSpPr>
            <a:spLocks noChangeShapeType="1"/>
          </p:cNvSpPr>
          <p:nvPr/>
        </p:nvSpPr>
        <p:spPr bwMode="auto">
          <a:xfrm>
            <a:off x="7978814" y="2418005"/>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30">
            <a:extLst>
              <a:ext uri="{FF2B5EF4-FFF2-40B4-BE49-F238E27FC236}">
                <a16:creationId xmlns:a16="http://schemas.microsoft.com/office/drawing/2014/main" id="{0B8D475F-D08D-D4B5-78C4-A273BD64F698}"/>
              </a:ext>
            </a:extLst>
          </p:cNvPr>
          <p:cNvSpPr>
            <a:spLocks noChangeShapeType="1"/>
          </p:cNvSpPr>
          <p:nvPr/>
        </p:nvSpPr>
        <p:spPr bwMode="auto">
          <a:xfrm>
            <a:off x="7671962" y="2418005"/>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Line 31">
            <a:extLst>
              <a:ext uri="{FF2B5EF4-FFF2-40B4-BE49-F238E27FC236}">
                <a16:creationId xmlns:a16="http://schemas.microsoft.com/office/drawing/2014/main" id="{9C930315-49BE-F549-FBA6-8E9D79ED465F}"/>
              </a:ext>
            </a:extLst>
          </p:cNvPr>
          <p:cNvSpPr>
            <a:spLocks noChangeShapeType="1"/>
          </p:cNvSpPr>
          <p:nvPr/>
        </p:nvSpPr>
        <p:spPr bwMode="auto">
          <a:xfrm>
            <a:off x="7367155" y="2418005"/>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Rectangle 32">
            <a:extLst>
              <a:ext uri="{FF2B5EF4-FFF2-40B4-BE49-F238E27FC236}">
                <a16:creationId xmlns:a16="http://schemas.microsoft.com/office/drawing/2014/main" id="{F8E9EF58-2AC4-CFBA-6805-31B73A6E12FF}"/>
              </a:ext>
            </a:extLst>
          </p:cNvPr>
          <p:cNvSpPr>
            <a:spLocks noChangeArrowheads="1"/>
          </p:cNvSpPr>
          <p:nvPr/>
        </p:nvSpPr>
        <p:spPr bwMode="auto">
          <a:xfrm>
            <a:off x="6006774" y="2020513"/>
            <a:ext cx="183088"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33">
            <a:extLst>
              <a:ext uri="{FF2B5EF4-FFF2-40B4-BE49-F238E27FC236}">
                <a16:creationId xmlns:a16="http://schemas.microsoft.com/office/drawing/2014/main" id="{E53F4555-18F8-1D45-6578-8BD4F04285A9}"/>
              </a:ext>
            </a:extLst>
          </p:cNvPr>
          <p:cNvSpPr>
            <a:spLocks noChangeArrowheads="1"/>
          </p:cNvSpPr>
          <p:nvPr/>
        </p:nvSpPr>
        <p:spPr bwMode="auto">
          <a:xfrm>
            <a:off x="6311581" y="1992188"/>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Rectangle 34">
            <a:extLst>
              <a:ext uri="{FF2B5EF4-FFF2-40B4-BE49-F238E27FC236}">
                <a16:creationId xmlns:a16="http://schemas.microsoft.com/office/drawing/2014/main" id="{AC574247-BB99-2188-6BF0-E1D08A6FE965}"/>
              </a:ext>
            </a:extLst>
          </p:cNvPr>
          <p:cNvSpPr>
            <a:spLocks noChangeArrowheads="1"/>
          </p:cNvSpPr>
          <p:nvPr/>
        </p:nvSpPr>
        <p:spPr bwMode="auto">
          <a:xfrm>
            <a:off x="6618434" y="1978969"/>
            <a:ext cx="183088"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9" name="Line 35">
            <a:extLst>
              <a:ext uri="{FF2B5EF4-FFF2-40B4-BE49-F238E27FC236}">
                <a16:creationId xmlns:a16="http://schemas.microsoft.com/office/drawing/2014/main" id="{6B79C215-0F44-AB2F-E873-58DE2BE824AA}"/>
              </a:ext>
            </a:extLst>
          </p:cNvPr>
          <p:cNvSpPr>
            <a:spLocks noChangeShapeType="1"/>
          </p:cNvSpPr>
          <p:nvPr/>
        </p:nvSpPr>
        <p:spPr bwMode="auto">
          <a:xfrm flipV="1">
            <a:off x="5883010" y="2063944"/>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36">
            <a:extLst>
              <a:ext uri="{FF2B5EF4-FFF2-40B4-BE49-F238E27FC236}">
                <a16:creationId xmlns:a16="http://schemas.microsoft.com/office/drawing/2014/main" id="{C22FF7DA-FFB9-360D-E9D3-EB18E4D495A3}"/>
              </a:ext>
            </a:extLst>
          </p:cNvPr>
          <p:cNvSpPr>
            <a:spLocks noChangeShapeType="1"/>
          </p:cNvSpPr>
          <p:nvPr/>
        </p:nvSpPr>
        <p:spPr bwMode="auto">
          <a:xfrm>
            <a:off x="6189863" y="2063944"/>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37">
            <a:extLst>
              <a:ext uri="{FF2B5EF4-FFF2-40B4-BE49-F238E27FC236}">
                <a16:creationId xmlns:a16="http://schemas.microsoft.com/office/drawing/2014/main" id="{E9B921A8-F8F4-C26F-E0ED-C209127240E1}"/>
              </a:ext>
            </a:extLst>
          </p:cNvPr>
          <p:cNvSpPr>
            <a:spLocks noChangeShapeType="1"/>
          </p:cNvSpPr>
          <p:nvPr/>
        </p:nvSpPr>
        <p:spPr bwMode="auto">
          <a:xfrm>
            <a:off x="6495692" y="2063944"/>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Line 38">
            <a:extLst>
              <a:ext uri="{FF2B5EF4-FFF2-40B4-BE49-F238E27FC236}">
                <a16:creationId xmlns:a16="http://schemas.microsoft.com/office/drawing/2014/main" id="{F4873DC4-8579-D49E-6A34-EE08AD24C960}"/>
              </a:ext>
            </a:extLst>
          </p:cNvPr>
          <p:cNvSpPr>
            <a:spLocks noChangeShapeType="1"/>
          </p:cNvSpPr>
          <p:nvPr/>
        </p:nvSpPr>
        <p:spPr bwMode="auto">
          <a:xfrm>
            <a:off x="6801522" y="2063944"/>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3" name="Rectangle 39">
            <a:extLst>
              <a:ext uri="{FF2B5EF4-FFF2-40B4-BE49-F238E27FC236}">
                <a16:creationId xmlns:a16="http://schemas.microsoft.com/office/drawing/2014/main" id="{DE3660A4-4DCD-707F-C5D4-6E955C86F3D0}"/>
              </a:ext>
            </a:extLst>
          </p:cNvPr>
          <p:cNvSpPr>
            <a:spLocks noChangeArrowheads="1"/>
          </p:cNvSpPr>
          <p:nvPr/>
        </p:nvSpPr>
        <p:spPr bwMode="auto">
          <a:xfrm flipH="1">
            <a:off x="8100533" y="2020513"/>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40">
            <a:extLst>
              <a:ext uri="{FF2B5EF4-FFF2-40B4-BE49-F238E27FC236}">
                <a16:creationId xmlns:a16="http://schemas.microsoft.com/office/drawing/2014/main" id="{7BC326DB-2F7E-6C99-FA8A-11E93265F420}"/>
              </a:ext>
            </a:extLst>
          </p:cNvPr>
          <p:cNvSpPr>
            <a:spLocks noChangeArrowheads="1"/>
          </p:cNvSpPr>
          <p:nvPr/>
        </p:nvSpPr>
        <p:spPr bwMode="auto">
          <a:xfrm flipH="1">
            <a:off x="7795725" y="1992188"/>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Rectangle 41">
            <a:extLst>
              <a:ext uri="{FF2B5EF4-FFF2-40B4-BE49-F238E27FC236}">
                <a16:creationId xmlns:a16="http://schemas.microsoft.com/office/drawing/2014/main" id="{6773469E-336C-0B55-E6D3-781C978D5388}"/>
              </a:ext>
            </a:extLst>
          </p:cNvPr>
          <p:cNvSpPr>
            <a:spLocks noChangeArrowheads="1"/>
          </p:cNvSpPr>
          <p:nvPr/>
        </p:nvSpPr>
        <p:spPr bwMode="auto">
          <a:xfrm flipH="1">
            <a:off x="7487849" y="1978969"/>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6" name="Line 42">
            <a:extLst>
              <a:ext uri="{FF2B5EF4-FFF2-40B4-BE49-F238E27FC236}">
                <a16:creationId xmlns:a16="http://schemas.microsoft.com/office/drawing/2014/main" id="{3333559B-1A42-2114-3F5E-58F4175ED2FD}"/>
              </a:ext>
            </a:extLst>
          </p:cNvPr>
          <p:cNvSpPr>
            <a:spLocks noChangeShapeType="1"/>
          </p:cNvSpPr>
          <p:nvPr/>
        </p:nvSpPr>
        <p:spPr bwMode="auto">
          <a:xfrm flipV="1">
            <a:off x="8280552" y="2063944"/>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Line 43">
            <a:extLst>
              <a:ext uri="{FF2B5EF4-FFF2-40B4-BE49-F238E27FC236}">
                <a16:creationId xmlns:a16="http://schemas.microsoft.com/office/drawing/2014/main" id="{68B08654-DC7F-7FA2-CF2B-96E60BA968AC}"/>
              </a:ext>
            </a:extLst>
          </p:cNvPr>
          <p:cNvSpPr>
            <a:spLocks noChangeShapeType="1"/>
          </p:cNvSpPr>
          <p:nvPr/>
        </p:nvSpPr>
        <p:spPr bwMode="auto">
          <a:xfrm rot="10800000" flipH="1">
            <a:off x="7978814" y="2063944"/>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Line 44">
            <a:extLst>
              <a:ext uri="{FF2B5EF4-FFF2-40B4-BE49-F238E27FC236}">
                <a16:creationId xmlns:a16="http://schemas.microsoft.com/office/drawing/2014/main" id="{2ACD8118-1DA1-A3DD-ADF5-1F755504E3BA}"/>
              </a:ext>
            </a:extLst>
          </p:cNvPr>
          <p:cNvSpPr>
            <a:spLocks noChangeShapeType="1"/>
          </p:cNvSpPr>
          <p:nvPr/>
        </p:nvSpPr>
        <p:spPr bwMode="auto">
          <a:xfrm>
            <a:off x="7671962" y="2063944"/>
            <a:ext cx="1237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Line 45">
            <a:extLst>
              <a:ext uri="{FF2B5EF4-FFF2-40B4-BE49-F238E27FC236}">
                <a16:creationId xmlns:a16="http://schemas.microsoft.com/office/drawing/2014/main" id="{D8A8417D-F9C1-6087-1F54-48E2FF1869D9}"/>
              </a:ext>
            </a:extLst>
          </p:cNvPr>
          <p:cNvSpPr>
            <a:spLocks noChangeShapeType="1"/>
          </p:cNvSpPr>
          <p:nvPr/>
        </p:nvSpPr>
        <p:spPr bwMode="auto">
          <a:xfrm>
            <a:off x="7367155" y="2063944"/>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0" name="Text Box 46">
            <a:extLst>
              <a:ext uri="{FF2B5EF4-FFF2-40B4-BE49-F238E27FC236}">
                <a16:creationId xmlns:a16="http://schemas.microsoft.com/office/drawing/2014/main" id="{60A557FD-F68B-8F3D-3A6E-C1A4A497C940}"/>
              </a:ext>
            </a:extLst>
          </p:cNvPr>
          <p:cNvSpPr txBox="1">
            <a:spLocks noChangeArrowheads="1"/>
          </p:cNvSpPr>
          <p:nvPr/>
        </p:nvSpPr>
        <p:spPr bwMode="auto">
          <a:xfrm>
            <a:off x="5746042" y="1395734"/>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I</a:t>
            </a:r>
            <a:r>
              <a:rPr kumimoji="1" lang="en-US" altLang="zh-CN" sz="1400" b="1" baseline="-25000" dirty="0">
                <a:solidFill>
                  <a:srgbClr val="0000CC"/>
                </a:solidFill>
                <a:latin typeface="微软雅黑" pitchFamily="34" charset="-122"/>
                <a:ea typeface="微软雅黑" pitchFamily="34" charset="-122"/>
              </a:rPr>
              <a:t>1</a:t>
            </a:r>
          </a:p>
        </p:txBody>
      </p:sp>
      <p:sp>
        <p:nvSpPr>
          <p:cNvPr id="51" name="Text Box 47">
            <a:extLst>
              <a:ext uri="{FF2B5EF4-FFF2-40B4-BE49-F238E27FC236}">
                <a16:creationId xmlns:a16="http://schemas.microsoft.com/office/drawing/2014/main" id="{7AFEFE69-309E-9582-72DF-AB115504166A}"/>
              </a:ext>
            </a:extLst>
          </p:cNvPr>
          <p:cNvSpPr txBox="1">
            <a:spLocks noChangeArrowheads="1"/>
          </p:cNvSpPr>
          <p:nvPr/>
        </p:nvSpPr>
        <p:spPr bwMode="auto">
          <a:xfrm>
            <a:off x="5745018" y="2084972"/>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52" name="Text Box 48">
            <a:extLst>
              <a:ext uri="{FF2B5EF4-FFF2-40B4-BE49-F238E27FC236}">
                <a16:creationId xmlns:a16="http://schemas.microsoft.com/office/drawing/2014/main" id="{66B7E294-A460-A06D-9632-34B39265912B}"/>
              </a:ext>
            </a:extLst>
          </p:cNvPr>
          <p:cNvSpPr txBox="1">
            <a:spLocks noChangeArrowheads="1"/>
          </p:cNvSpPr>
          <p:nvPr/>
        </p:nvSpPr>
        <p:spPr bwMode="auto">
          <a:xfrm>
            <a:off x="5745018" y="1726191"/>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53" name="Text Box 49">
            <a:extLst>
              <a:ext uri="{FF2B5EF4-FFF2-40B4-BE49-F238E27FC236}">
                <a16:creationId xmlns:a16="http://schemas.microsoft.com/office/drawing/2014/main" id="{882B1A79-CC56-4BA1-7D6E-D5629FC7B173}"/>
              </a:ext>
            </a:extLst>
          </p:cNvPr>
          <p:cNvSpPr txBox="1">
            <a:spLocks noChangeArrowheads="1"/>
          </p:cNvSpPr>
          <p:nvPr/>
        </p:nvSpPr>
        <p:spPr bwMode="auto">
          <a:xfrm>
            <a:off x="8299584" y="1455207"/>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itchFamily="34" charset="-122"/>
                <a:ea typeface="微软雅黑" pitchFamily="34" charset="-122"/>
              </a:rPr>
              <a:t>O</a:t>
            </a:r>
            <a:r>
              <a:rPr kumimoji="1" lang="en-US" altLang="zh-CN" sz="1400" b="1" baseline="-25000" dirty="0">
                <a:solidFill>
                  <a:srgbClr val="0000CC"/>
                </a:solidFill>
                <a:latin typeface="微软雅黑" pitchFamily="34" charset="-122"/>
                <a:ea typeface="微软雅黑" pitchFamily="34" charset="-122"/>
              </a:rPr>
              <a:t>1</a:t>
            </a:r>
          </a:p>
        </p:txBody>
      </p:sp>
      <p:sp>
        <p:nvSpPr>
          <p:cNvPr id="54" name="Text Box 50">
            <a:extLst>
              <a:ext uri="{FF2B5EF4-FFF2-40B4-BE49-F238E27FC236}">
                <a16:creationId xmlns:a16="http://schemas.microsoft.com/office/drawing/2014/main" id="{FEFED12C-D3F3-12BA-11DE-FA3A69F19C79}"/>
              </a:ext>
            </a:extLst>
          </p:cNvPr>
          <p:cNvSpPr txBox="1">
            <a:spLocks noChangeArrowheads="1"/>
          </p:cNvSpPr>
          <p:nvPr/>
        </p:nvSpPr>
        <p:spPr bwMode="auto">
          <a:xfrm>
            <a:off x="8299584" y="1814933"/>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55" name="Text Box 52">
            <a:extLst>
              <a:ext uri="{FF2B5EF4-FFF2-40B4-BE49-F238E27FC236}">
                <a16:creationId xmlns:a16="http://schemas.microsoft.com/office/drawing/2014/main" id="{A86B287C-810B-92AF-6E27-C363CB92E30B}"/>
              </a:ext>
            </a:extLst>
          </p:cNvPr>
          <p:cNvSpPr txBox="1">
            <a:spLocks noChangeArrowheads="1"/>
          </p:cNvSpPr>
          <p:nvPr/>
        </p:nvSpPr>
        <p:spPr bwMode="auto">
          <a:xfrm>
            <a:off x="6965981" y="1695987"/>
            <a:ext cx="36420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存</a:t>
            </a:r>
          </a:p>
          <a:p>
            <a:r>
              <a:rPr kumimoji="1" lang="zh-CN" altLang="en-US" sz="1400" b="1" dirty="0">
                <a:solidFill>
                  <a:schemeClr val="bg1"/>
                </a:solidFill>
                <a:latin typeface="微软雅黑" pitchFamily="34" charset="-122"/>
                <a:ea typeface="微软雅黑" pitchFamily="34" charset="-122"/>
              </a:rPr>
              <a:t>储</a:t>
            </a:r>
          </a:p>
          <a:p>
            <a:r>
              <a:rPr kumimoji="1" lang="zh-CN" altLang="en-US" sz="1400" b="1" dirty="0">
                <a:solidFill>
                  <a:schemeClr val="bg1"/>
                </a:solidFill>
                <a:latin typeface="微软雅黑" pitchFamily="34" charset="-122"/>
                <a:ea typeface="微软雅黑" pitchFamily="34" charset="-122"/>
              </a:rPr>
              <a:t>器</a:t>
            </a:r>
          </a:p>
        </p:txBody>
      </p:sp>
      <p:sp>
        <p:nvSpPr>
          <p:cNvPr id="56" name="Text Box 153">
            <a:extLst>
              <a:ext uri="{FF2B5EF4-FFF2-40B4-BE49-F238E27FC236}">
                <a16:creationId xmlns:a16="http://schemas.microsoft.com/office/drawing/2014/main" id="{51DE24E5-0FF3-1D15-DED3-D0D37359C8BF}"/>
              </a:ext>
            </a:extLst>
          </p:cNvPr>
          <p:cNvSpPr txBox="1">
            <a:spLocks noChangeArrowheads="1"/>
          </p:cNvSpPr>
          <p:nvPr/>
        </p:nvSpPr>
        <p:spPr bwMode="auto">
          <a:xfrm>
            <a:off x="6420643" y="2717147"/>
            <a:ext cx="15504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itchFamily="34" charset="-122"/>
                <a:ea typeface="微软雅黑" pitchFamily="34" charset="-122"/>
              </a:rPr>
              <a:t>(a) </a:t>
            </a:r>
            <a:r>
              <a:rPr kumimoji="1" lang="zh-CN" altLang="en-US" sz="1600" b="1" dirty="0">
                <a:latin typeface="微软雅黑" pitchFamily="34" charset="-122"/>
                <a:ea typeface="微软雅黑" pitchFamily="34" charset="-122"/>
              </a:rPr>
              <a:t>通过存储器</a:t>
            </a:r>
          </a:p>
        </p:txBody>
      </p:sp>
      <p:sp>
        <p:nvSpPr>
          <p:cNvPr id="57" name="Text Box 176">
            <a:extLst>
              <a:ext uri="{FF2B5EF4-FFF2-40B4-BE49-F238E27FC236}">
                <a16:creationId xmlns:a16="http://schemas.microsoft.com/office/drawing/2014/main" id="{AE336E32-1A3F-9D27-D34E-587E978DC2A2}"/>
              </a:ext>
            </a:extLst>
          </p:cNvPr>
          <p:cNvSpPr txBox="1">
            <a:spLocks noChangeArrowheads="1"/>
          </p:cNvSpPr>
          <p:nvPr/>
        </p:nvSpPr>
        <p:spPr bwMode="auto">
          <a:xfrm>
            <a:off x="8315950" y="2173715"/>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58" name="Freeform 177">
            <a:extLst>
              <a:ext uri="{FF2B5EF4-FFF2-40B4-BE49-F238E27FC236}">
                <a16:creationId xmlns:a16="http://schemas.microsoft.com/office/drawing/2014/main" id="{32DB8EF3-42FC-294E-1694-E8CE1BEE11E9}"/>
              </a:ext>
            </a:extLst>
          </p:cNvPr>
          <p:cNvSpPr>
            <a:spLocks/>
          </p:cNvSpPr>
          <p:nvPr/>
        </p:nvSpPr>
        <p:spPr bwMode="auto">
          <a:xfrm>
            <a:off x="5788908" y="1662965"/>
            <a:ext cx="2598020" cy="342731"/>
          </a:xfrm>
          <a:custGeom>
            <a:avLst/>
            <a:gdLst>
              <a:gd name="T0" fmla="*/ 0 w 2540"/>
              <a:gd name="T1" fmla="*/ 0 h 363"/>
              <a:gd name="T2" fmla="*/ 1134 w 2540"/>
              <a:gd name="T3" fmla="*/ 0 h 363"/>
              <a:gd name="T4" fmla="*/ 1587 w 2540"/>
              <a:gd name="T5" fmla="*/ 363 h 363"/>
              <a:gd name="T6" fmla="*/ 2540 w 2540"/>
              <a:gd name="T7" fmla="*/ 363 h 363"/>
            </a:gdLst>
            <a:ahLst/>
            <a:cxnLst>
              <a:cxn ang="0">
                <a:pos x="T0" y="T1"/>
              </a:cxn>
              <a:cxn ang="0">
                <a:pos x="T2" y="T3"/>
              </a:cxn>
              <a:cxn ang="0">
                <a:pos x="T4" y="T5"/>
              </a:cxn>
              <a:cxn ang="0">
                <a:pos x="T6" y="T7"/>
              </a:cxn>
            </a:cxnLst>
            <a:rect l="0" t="0" r="r" b="b"/>
            <a:pathLst>
              <a:path w="2540" h="363">
                <a:moveTo>
                  <a:pt x="0" y="0"/>
                </a:moveTo>
                <a:lnTo>
                  <a:pt x="1134" y="0"/>
                </a:lnTo>
                <a:lnTo>
                  <a:pt x="1587" y="363"/>
                </a:lnTo>
                <a:lnTo>
                  <a:pt x="2540"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4" name="文本框 3">
            <a:extLst>
              <a:ext uri="{FF2B5EF4-FFF2-40B4-BE49-F238E27FC236}">
                <a16:creationId xmlns:a16="http://schemas.microsoft.com/office/drawing/2014/main" id="{121BDE86-1ED6-DE01-253D-BFC96F1AF643}"/>
              </a:ext>
            </a:extLst>
          </p:cNvPr>
          <p:cNvSpPr txBox="1"/>
          <p:nvPr/>
        </p:nvSpPr>
        <p:spPr>
          <a:xfrm>
            <a:off x="5745018" y="3104200"/>
            <a:ext cx="3070407" cy="1200329"/>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r>
              <a:rPr lang="zh-CN" altLang="en-US" b="1" dirty="0">
                <a:latin typeface="微软雅黑" panose="020B0503020204020204" pitchFamily="34" charset="-122"/>
                <a:ea typeface="微软雅黑" panose="020B0503020204020204" pitchFamily="34" charset="-122"/>
              </a:rPr>
              <a:t>与早期的路由器的区别就是，查找目的地址和把分组放入存储器的缓冲区中的都是在输入端口中进行的。</a:t>
            </a:r>
          </a:p>
        </p:txBody>
      </p:sp>
    </p:spTree>
    <p:extLst>
      <p:ext uri="{BB962C8B-B14F-4D97-AF65-F5344CB8AC3E}">
        <p14:creationId xmlns:p14="http://schemas.microsoft.com/office/powerpoint/2010/main" val="24933221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 calcmode="lin" valueType="num">
                                      <p:cBhvr>
                                        <p:cTn id="28" dur="500" fill="hold"/>
                                        <p:tgtEl>
                                          <p:spTgt spid="4"/>
                                        </p:tgtEl>
                                        <p:attrNameLst>
                                          <p:attrName>ppt_w</p:attrName>
                                        </p:attrNameLst>
                                      </p:cBhvr>
                                      <p:tavLst>
                                        <p:tav tm="0">
                                          <p:val>
                                            <p:fltVal val="0"/>
                                          </p:val>
                                        </p:tav>
                                        <p:tav tm="100000">
                                          <p:val>
                                            <p:strVal val="#ppt_w"/>
                                          </p:val>
                                        </p:tav>
                                      </p:tavLst>
                                    </p:anim>
                                    <p:anim calcmode="lin" valueType="num">
                                      <p:cBhvr>
                                        <p:cTn id="29" dur="500" fill="hold"/>
                                        <p:tgtEl>
                                          <p:spTgt spid="4"/>
                                        </p:tgtEl>
                                        <p:attrNameLst>
                                          <p:attrName>ppt_h</p:attrName>
                                        </p:attrNameLst>
                                      </p:cBhvr>
                                      <p:tavLst>
                                        <p:tav tm="0">
                                          <p:val>
                                            <p:fltVal val="0"/>
                                          </p:val>
                                        </p:tav>
                                        <p:tav tm="100000">
                                          <p:val>
                                            <p:strVal val="#ppt_h"/>
                                          </p:val>
                                        </p:tav>
                                      </p:tavLst>
                                    </p:anim>
                                    <p:animEffect transition="in" filter="fade">
                                      <p:cBhvr>
                                        <p:cTn id="3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4" grpId="0" animBg="1"/>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928610"/>
            <a:ext cx="5095033" cy="3554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(1) </a:t>
            </a:r>
            <a:r>
              <a:rPr lang="zh-CN" altLang="en-US" b="1" dirty="0">
                <a:latin typeface="微软雅黑" pitchFamily="34" charset="-122"/>
                <a:ea typeface="微软雅黑" pitchFamily="34" charset="-122"/>
              </a:rPr>
              <a:t>数据报从输入端口通过</a:t>
            </a:r>
            <a:r>
              <a:rPr lang="zh-CN" altLang="en-US" b="1" dirty="0">
                <a:solidFill>
                  <a:srgbClr val="C00000"/>
                </a:solidFill>
                <a:latin typeface="微软雅黑" pitchFamily="34" charset="-122"/>
                <a:ea typeface="微软雅黑" pitchFamily="34" charset="-122"/>
              </a:rPr>
              <a:t>共享的总线</a:t>
            </a:r>
            <a:r>
              <a:rPr lang="zh-CN" altLang="en-US" b="1" dirty="0">
                <a:latin typeface="微软雅黑" pitchFamily="34" charset="-122"/>
                <a:ea typeface="微软雅黑" pitchFamily="34" charset="-122"/>
              </a:rPr>
              <a:t>直接传送到合适的输出端口，而</a:t>
            </a:r>
            <a:r>
              <a:rPr lang="zh-CN" altLang="en-US" b="1" dirty="0">
                <a:solidFill>
                  <a:srgbClr val="C00000"/>
                </a:solidFill>
                <a:latin typeface="微软雅黑" pitchFamily="34" charset="-122"/>
                <a:ea typeface="微软雅黑" pitchFamily="34" charset="-122"/>
              </a:rPr>
              <a:t>不需要</a:t>
            </a:r>
            <a:r>
              <a:rPr lang="zh-CN" altLang="en-US" b="1" dirty="0">
                <a:latin typeface="微软雅黑" pitchFamily="34" charset="-122"/>
                <a:ea typeface="微软雅黑" pitchFamily="34" charset="-122"/>
              </a:rPr>
              <a:t>路由处理机的干预。</a:t>
            </a:r>
          </a:p>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(2) </a:t>
            </a:r>
            <a:r>
              <a:rPr lang="zh-CN" altLang="en-US" b="1" dirty="0">
                <a:latin typeface="微软雅黑" pitchFamily="34" charset="-122"/>
                <a:ea typeface="微软雅黑" pitchFamily="34" charset="-122"/>
              </a:rPr>
              <a:t>当分组到达输入端口时若发现</a:t>
            </a:r>
            <a:r>
              <a:rPr lang="zh-CN" altLang="en-US" b="1" dirty="0">
                <a:solidFill>
                  <a:srgbClr val="C00000"/>
                </a:solidFill>
                <a:latin typeface="微软雅黑" pitchFamily="34" charset="-122"/>
                <a:ea typeface="微软雅黑" pitchFamily="34" charset="-122"/>
              </a:rPr>
              <a:t>总线忙，</a:t>
            </a:r>
            <a:r>
              <a:rPr lang="zh-CN" altLang="en-US" b="1" dirty="0">
                <a:latin typeface="微软雅黑" pitchFamily="34" charset="-122"/>
                <a:ea typeface="微软雅黑" pitchFamily="34" charset="-122"/>
              </a:rPr>
              <a:t>则被阻塞而不能通过交换结构，并在输入端口</a:t>
            </a:r>
            <a:r>
              <a:rPr lang="zh-CN" altLang="en-US" b="1" dirty="0">
                <a:solidFill>
                  <a:srgbClr val="C00000"/>
                </a:solidFill>
                <a:latin typeface="微软雅黑" pitchFamily="34" charset="-122"/>
                <a:ea typeface="微软雅黑" pitchFamily="34" charset="-122"/>
              </a:rPr>
              <a:t>排队</a:t>
            </a:r>
            <a:r>
              <a:rPr lang="zh-CN" altLang="en-US" b="1" dirty="0">
                <a:latin typeface="微软雅黑" pitchFamily="34" charset="-122"/>
                <a:ea typeface="微软雅黑" pitchFamily="34" charset="-122"/>
              </a:rPr>
              <a:t>等待。</a:t>
            </a:r>
            <a:r>
              <a:rPr lang="en-US" altLang="zh-CN" b="1" dirty="0">
                <a:latin typeface="微软雅黑" pitchFamily="34" charset="-122"/>
                <a:ea typeface="微软雅黑" pitchFamily="34" charset="-122"/>
              </a:rPr>
              <a:t> </a:t>
            </a:r>
          </a:p>
          <a:p>
            <a:pPr marL="342900" indent="-342900">
              <a:lnSpc>
                <a:spcPts val="3000"/>
              </a:lnSpc>
              <a:buClr>
                <a:srgbClr val="0070C0"/>
              </a:buClr>
              <a:buFont typeface="Wingdings" pitchFamily="2" charset="2"/>
              <a:buChar char="l"/>
            </a:pPr>
            <a:r>
              <a:rPr lang="en-US" altLang="zh-CN" b="1" dirty="0">
                <a:solidFill>
                  <a:srgbClr val="0000FF"/>
                </a:solidFill>
                <a:latin typeface="微软雅黑" pitchFamily="34" charset="-122"/>
                <a:ea typeface="微软雅黑" pitchFamily="34" charset="-122"/>
              </a:rPr>
              <a:t>(3)</a:t>
            </a:r>
            <a:r>
              <a:rPr lang="zh-CN" altLang="en-US" b="1" dirty="0">
                <a:latin typeface="微软雅黑" pitchFamily="34" charset="-122"/>
                <a:ea typeface="微软雅黑" pitchFamily="34" charset="-122"/>
              </a:rPr>
              <a:t>因为每一个要转发的分组都要通过这一条总线，因此路由器的转发带宽就受总线速率的限制。</a:t>
            </a:r>
          </a:p>
        </p:txBody>
      </p:sp>
      <p:sp>
        <p:nvSpPr>
          <p:cNvPr id="5"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79675"/>
            <a:ext cx="1210588" cy="400110"/>
          </a:xfrm>
          <a:prstGeom prst="rect">
            <a:avLst/>
          </a:prstGeom>
        </p:spPr>
        <p:txBody>
          <a:bodyPr wrap="none">
            <a:spAutoFit/>
          </a:bodyPr>
          <a:lstStyle/>
          <a:p>
            <a:r>
              <a:rPr lang="zh-CN" altLang="en-US" sz="2000" b="1" dirty="0">
                <a:latin typeface="微软雅黑" pitchFamily="34" charset="-122"/>
                <a:ea typeface="微软雅黑" pitchFamily="34" charset="-122"/>
              </a:rPr>
              <a:t>通过总线</a:t>
            </a:r>
          </a:p>
        </p:txBody>
      </p:sp>
      <p:sp>
        <p:nvSpPr>
          <p:cNvPr id="7" name="Rectangle 53"/>
          <p:cNvSpPr>
            <a:spLocks noChangeArrowheads="1"/>
          </p:cNvSpPr>
          <p:nvPr/>
        </p:nvSpPr>
        <p:spPr bwMode="auto">
          <a:xfrm>
            <a:off x="6267367" y="1753502"/>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54"/>
          <p:cNvSpPr>
            <a:spLocks noChangeArrowheads="1"/>
          </p:cNvSpPr>
          <p:nvPr/>
        </p:nvSpPr>
        <p:spPr bwMode="auto">
          <a:xfrm>
            <a:off x="6572174" y="1725177"/>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Rectangle 55"/>
          <p:cNvSpPr>
            <a:spLocks noChangeArrowheads="1"/>
          </p:cNvSpPr>
          <p:nvPr/>
        </p:nvSpPr>
        <p:spPr bwMode="auto">
          <a:xfrm>
            <a:off x="6879027" y="1711958"/>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56"/>
          <p:cNvSpPr>
            <a:spLocks noChangeShapeType="1"/>
          </p:cNvSpPr>
          <p:nvPr/>
        </p:nvSpPr>
        <p:spPr bwMode="auto">
          <a:xfrm flipV="1">
            <a:off x="6143603" y="1796933"/>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57"/>
          <p:cNvSpPr>
            <a:spLocks noChangeShapeType="1"/>
          </p:cNvSpPr>
          <p:nvPr/>
        </p:nvSpPr>
        <p:spPr bwMode="auto">
          <a:xfrm>
            <a:off x="6450456" y="1796933"/>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58"/>
          <p:cNvSpPr>
            <a:spLocks noChangeShapeType="1"/>
          </p:cNvSpPr>
          <p:nvPr/>
        </p:nvSpPr>
        <p:spPr bwMode="auto">
          <a:xfrm>
            <a:off x="6756285" y="1796933"/>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59"/>
          <p:cNvSpPr>
            <a:spLocks noChangeShapeType="1"/>
          </p:cNvSpPr>
          <p:nvPr/>
        </p:nvSpPr>
        <p:spPr bwMode="auto">
          <a:xfrm>
            <a:off x="7062115" y="1796933"/>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Rectangle 60"/>
          <p:cNvSpPr>
            <a:spLocks noChangeArrowheads="1"/>
          </p:cNvSpPr>
          <p:nvPr/>
        </p:nvSpPr>
        <p:spPr bwMode="auto">
          <a:xfrm>
            <a:off x="6267367" y="2448405"/>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61"/>
          <p:cNvSpPr>
            <a:spLocks noChangeArrowheads="1"/>
          </p:cNvSpPr>
          <p:nvPr/>
        </p:nvSpPr>
        <p:spPr bwMode="auto">
          <a:xfrm>
            <a:off x="6572174" y="2420080"/>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Rectangle 62"/>
          <p:cNvSpPr>
            <a:spLocks noChangeArrowheads="1"/>
          </p:cNvSpPr>
          <p:nvPr/>
        </p:nvSpPr>
        <p:spPr bwMode="auto">
          <a:xfrm>
            <a:off x="6879027" y="2404973"/>
            <a:ext cx="183089"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63"/>
          <p:cNvSpPr>
            <a:spLocks noChangeShapeType="1"/>
          </p:cNvSpPr>
          <p:nvPr/>
        </p:nvSpPr>
        <p:spPr bwMode="auto">
          <a:xfrm flipV="1">
            <a:off x="6143603" y="2490892"/>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64"/>
          <p:cNvSpPr>
            <a:spLocks noChangeShapeType="1"/>
          </p:cNvSpPr>
          <p:nvPr/>
        </p:nvSpPr>
        <p:spPr bwMode="auto">
          <a:xfrm>
            <a:off x="6450456" y="2490892"/>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65"/>
          <p:cNvSpPr>
            <a:spLocks noChangeShapeType="1"/>
          </p:cNvSpPr>
          <p:nvPr/>
        </p:nvSpPr>
        <p:spPr bwMode="auto">
          <a:xfrm>
            <a:off x="6756285" y="2490892"/>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Line 66"/>
          <p:cNvSpPr>
            <a:spLocks noChangeShapeType="1"/>
          </p:cNvSpPr>
          <p:nvPr/>
        </p:nvSpPr>
        <p:spPr bwMode="auto">
          <a:xfrm>
            <a:off x="7062115" y="2490892"/>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Rectangle 67"/>
          <p:cNvSpPr>
            <a:spLocks noChangeArrowheads="1"/>
          </p:cNvSpPr>
          <p:nvPr/>
        </p:nvSpPr>
        <p:spPr bwMode="auto">
          <a:xfrm flipH="1">
            <a:off x="7995971" y="1753502"/>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2" name="Rectangle 68"/>
          <p:cNvSpPr>
            <a:spLocks noChangeArrowheads="1"/>
          </p:cNvSpPr>
          <p:nvPr/>
        </p:nvSpPr>
        <p:spPr bwMode="auto">
          <a:xfrm flipH="1">
            <a:off x="7691164" y="1725177"/>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69"/>
          <p:cNvSpPr>
            <a:spLocks noChangeArrowheads="1"/>
          </p:cNvSpPr>
          <p:nvPr/>
        </p:nvSpPr>
        <p:spPr bwMode="auto">
          <a:xfrm flipH="1">
            <a:off x="7383289" y="1711958"/>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Line 70"/>
          <p:cNvSpPr>
            <a:spLocks noChangeShapeType="1"/>
          </p:cNvSpPr>
          <p:nvPr/>
        </p:nvSpPr>
        <p:spPr bwMode="auto">
          <a:xfrm flipV="1">
            <a:off x="8175991" y="1796933"/>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5" name="Line 71"/>
          <p:cNvSpPr>
            <a:spLocks noChangeShapeType="1"/>
          </p:cNvSpPr>
          <p:nvPr/>
        </p:nvSpPr>
        <p:spPr bwMode="auto">
          <a:xfrm rot="10800000" flipH="1">
            <a:off x="7874252" y="1796933"/>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72"/>
          <p:cNvSpPr>
            <a:spLocks noChangeShapeType="1"/>
          </p:cNvSpPr>
          <p:nvPr/>
        </p:nvSpPr>
        <p:spPr bwMode="auto">
          <a:xfrm>
            <a:off x="7568422" y="1796933"/>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73"/>
          <p:cNvSpPr>
            <a:spLocks noChangeShapeType="1"/>
          </p:cNvSpPr>
          <p:nvPr/>
        </p:nvSpPr>
        <p:spPr bwMode="auto">
          <a:xfrm>
            <a:off x="7262593" y="1796933"/>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Rectangle 74"/>
          <p:cNvSpPr>
            <a:spLocks noChangeArrowheads="1"/>
          </p:cNvSpPr>
          <p:nvPr/>
        </p:nvSpPr>
        <p:spPr bwMode="auto">
          <a:xfrm flipH="1">
            <a:off x="7995971" y="2448405"/>
            <a:ext cx="184112"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9" name="Rectangle 75"/>
          <p:cNvSpPr>
            <a:spLocks noChangeArrowheads="1"/>
          </p:cNvSpPr>
          <p:nvPr/>
        </p:nvSpPr>
        <p:spPr bwMode="auto">
          <a:xfrm flipH="1">
            <a:off x="7691164" y="2420080"/>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0" name="Rectangle 76"/>
          <p:cNvSpPr>
            <a:spLocks noChangeArrowheads="1"/>
          </p:cNvSpPr>
          <p:nvPr/>
        </p:nvSpPr>
        <p:spPr bwMode="auto">
          <a:xfrm flipH="1">
            <a:off x="7383289" y="2404973"/>
            <a:ext cx="185134" cy="170894"/>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1" name="Line 77"/>
          <p:cNvSpPr>
            <a:spLocks noChangeShapeType="1"/>
          </p:cNvSpPr>
          <p:nvPr/>
        </p:nvSpPr>
        <p:spPr bwMode="auto">
          <a:xfrm flipV="1">
            <a:off x="8175991" y="2490892"/>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2" name="Line 78"/>
          <p:cNvSpPr>
            <a:spLocks noChangeShapeType="1"/>
          </p:cNvSpPr>
          <p:nvPr/>
        </p:nvSpPr>
        <p:spPr bwMode="auto">
          <a:xfrm>
            <a:off x="7874252" y="2490892"/>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3" name="Line 79"/>
          <p:cNvSpPr>
            <a:spLocks noChangeShapeType="1"/>
          </p:cNvSpPr>
          <p:nvPr/>
        </p:nvSpPr>
        <p:spPr bwMode="auto">
          <a:xfrm>
            <a:off x="7568422" y="2490892"/>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4" name="Line 80"/>
          <p:cNvSpPr>
            <a:spLocks noChangeShapeType="1"/>
          </p:cNvSpPr>
          <p:nvPr/>
        </p:nvSpPr>
        <p:spPr bwMode="auto">
          <a:xfrm>
            <a:off x="7262593" y="2490892"/>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Rectangle 81"/>
          <p:cNvSpPr>
            <a:spLocks noChangeArrowheads="1"/>
          </p:cNvSpPr>
          <p:nvPr/>
        </p:nvSpPr>
        <p:spPr bwMode="auto">
          <a:xfrm>
            <a:off x="6267367" y="2093400"/>
            <a:ext cx="183089"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6" name="Rectangle 82"/>
          <p:cNvSpPr>
            <a:spLocks noChangeArrowheads="1"/>
          </p:cNvSpPr>
          <p:nvPr/>
        </p:nvSpPr>
        <p:spPr bwMode="auto">
          <a:xfrm>
            <a:off x="6572174" y="2065075"/>
            <a:ext cx="184112"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7" name="Rectangle 83"/>
          <p:cNvSpPr>
            <a:spLocks noChangeArrowheads="1"/>
          </p:cNvSpPr>
          <p:nvPr/>
        </p:nvSpPr>
        <p:spPr bwMode="auto">
          <a:xfrm>
            <a:off x="6879027" y="2051856"/>
            <a:ext cx="183089"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8" name="Line 84"/>
          <p:cNvSpPr>
            <a:spLocks noChangeShapeType="1"/>
          </p:cNvSpPr>
          <p:nvPr/>
        </p:nvSpPr>
        <p:spPr bwMode="auto">
          <a:xfrm flipV="1">
            <a:off x="6143603" y="2136831"/>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9" name="Line 85"/>
          <p:cNvSpPr>
            <a:spLocks noChangeShapeType="1"/>
          </p:cNvSpPr>
          <p:nvPr/>
        </p:nvSpPr>
        <p:spPr bwMode="auto">
          <a:xfrm>
            <a:off x="6450456" y="2136831"/>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0" name="Line 86"/>
          <p:cNvSpPr>
            <a:spLocks noChangeShapeType="1"/>
          </p:cNvSpPr>
          <p:nvPr/>
        </p:nvSpPr>
        <p:spPr bwMode="auto">
          <a:xfrm>
            <a:off x="6756285" y="213683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1" name="Line 87"/>
          <p:cNvSpPr>
            <a:spLocks noChangeShapeType="1"/>
          </p:cNvSpPr>
          <p:nvPr/>
        </p:nvSpPr>
        <p:spPr bwMode="auto">
          <a:xfrm>
            <a:off x="7062115" y="2136831"/>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2" name="Rectangle 88"/>
          <p:cNvSpPr>
            <a:spLocks noChangeArrowheads="1"/>
          </p:cNvSpPr>
          <p:nvPr/>
        </p:nvSpPr>
        <p:spPr bwMode="auto">
          <a:xfrm flipH="1">
            <a:off x="7995971" y="2093400"/>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Rectangle 89"/>
          <p:cNvSpPr>
            <a:spLocks noChangeArrowheads="1"/>
          </p:cNvSpPr>
          <p:nvPr/>
        </p:nvSpPr>
        <p:spPr bwMode="auto">
          <a:xfrm flipH="1">
            <a:off x="7691164" y="2065075"/>
            <a:ext cx="183089" cy="14256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4" name="Rectangle 90"/>
          <p:cNvSpPr>
            <a:spLocks noChangeArrowheads="1"/>
          </p:cNvSpPr>
          <p:nvPr/>
        </p:nvSpPr>
        <p:spPr bwMode="auto">
          <a:xfrm flipH="1">
            <a:off x="7383289" y="2051856"/>
            <a:ext cx="185134"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5" name="Line 91"/>
          <p:cNvSpPr>
            <a:spLocks noChangeShapeType="1"/>
          </p:cNvSpPr>
          <p:nvPr/>
        </p:nvSpPr>
        <p:spPr bwMode="auto">
          <a:xfrm flipV="1">
            <a:off x="8175991" y="2136831"/>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6" name="Line 92"/>
          <p:cNvSpPr>
            <a:spLocks noChangeShapeType="1"/>
          </p:cNvSpPr>
          <p:nvPr/>
        </p:nvSpPr>
        <p:spPr bwMode="auto">
          <a:xfrm rot="10800000" flipH="1">
            <a:off x="7874252" y="2136831"/>
            <a:ext cx="121718"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Line 93"/>
          <p:cNvSpPr>
            <a:spLocks noChangeShapeType="1"/>
          </p:cNvSpPr>
          <p:nvPr/>
        </p:nvSpPr>
        <p:spPr bwMode="auto">
          <a:xfrm>
            <a:off x="7568422" y="2136831"/>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8" name="Line 94"/>
          <p:cNvSpPr>
            <a:spLocks noChangeShapeType="1"/>
          </p:cNvSpPr>
          <p:nvPr/>
        </p:nvSpPr>
        <p:spPr bwMode="auto">
          <a:xfrm>
            <a:off x="7262593" y="2136831"/>
            <a:ext cx="12069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9" name="Text Box 95"/>
          <p:cNvSpPr txBox="1">
            <a:spLocks noChangeArrowheads="1"/>
          </p:cNvSpPr>
          <p:nvPr/>
        </p:nvSpPr>
        <p:spPr bwMode="auto">
          <a:xfrm>
            <a:off x="5999474" y="1486561"/>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1</a:t>
            </a:r>
          </a:p>
        </p:txBody>
      </p:sp>
      <p:sp>
        <p:nvSpPr>
          <p:cNvPr id="50" name="Text Box 96"/>
          <p:cNvSpPr txBox="1">
            <a:spLocks noChangeArrowheads="1"/>
          </p:cNvSpPr>
          <p:nvPr/>
        </p:nvSpPr>
        <p:spPr bwMode="auto">
          <a:xfrm>
            <a:off x="5998451" y="2174854"/>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51" name="Text Box 97"/>
          <p:cNvSpPr txBox="1">
            <a:spLocks noChangeArrowheads="1"/>
          </p:cNvSpPr>
          <p:nvPr/>
        </p:nvSpPr>
        <p:spPr bwMode="auto">
          <a:xfrm>
            <a:off x="5998451" y="1816073"/>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sp>
        <p:nvSpPr>
          <p:cNvPr id="52" name="Text Box 98"/>
          <p:cNvSpPr txBox="1">
            <a:spLocks noChangeArrowheads="1"/>
          </p:cNvSpPr>
          <p:nvPr/>
        </p:nvSpPr>
        <p:spPr bwMode="auto">
          <a:xfrm>
            <a:off x="8177634" y="1528094"/>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sp>
        <p:nvSpPr>
          <p:cNvPr id="53" name="Text Box 99"/>
          <p:cNvSpPr txBox="1">
            <a:spLocks noChangeArrowheads="1"/>
          </p:cNvSpPr>
          <p:nvPr/>
        </p:nvSpPr>
        <p:spPr bwMode="auto">
          <a:xfrm>
            <a:off x="8178657" y="1887820"/>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sp>
        <p:nvSpPr>
          <p:cNvPr id="54" name="AutoShape 100"/>
          <p:cNvSpPr>
            <a:spLocks noChangeArrowheads="1"/>
          </p:cNvSpPr>
          <p:nvPr/>
        </p:nvSpPr>
        <p:spPr bwMode="auto">
          <a:xfrm>
            <a:off x="7102007" y="1498577"/>
            <a:ext cx="235254" cy="1190589"/>
          </a:xfrm>
          <a:prstGeom prst="upDownArrow">
            <a:avLst>
              <a:gd name="adj1" fmla="val 50000"/>
              <a:gd name="adj2" fmla="val 56273"/>
            </a:avLst>
          </a:prstGeom>
          <a:solidFill>
            <a:srgbClr val="00B050"/>
          </a:solidFill>
          <a:ln w="9525">
            <a:solidFill>
              <a:schemeClr val="tx1"/>
            </a:solidFill>
            <a:miter lim="800000"/>
            <a:headEnd/>
            <a:tailEnd/>
          </a:ln>
          <a:effectLst/>
        </p:spPr>
        <p:txBody>
          <a:bodyPr vert="eaVert" wrap="none" anchor="ctr"/>
          <a:lstStyle/>
          <a:p>
            <a:endParaRPr lang="zh-CN" altLang="en-US" sz="1400" b="1">
              <a:solidFill>
                <a:srgbClr val="0000CC"/>
              </a:solidFill>
              <a:latin typeface="微软雅黑" pitchFamily="34" charset="-122"/>
              <a:ea typeface="微软雅黑" pitchFamily="34" charset="-122"/>
            </a:endParaRPr>
          </a:p>
        </p:txBody>
      </p:sp>
      <p:sp>
        <p:nvSpPr>
          <p:cNvPr id="55" name="Text Box 155"/>
          <p:cNvSpPr txBox="1">
            <a:spLocks noChangeArrowheads="1"/>
          </p:cNvSpPr>
          <p:nvPr/>
        </p:nvSpPr>
        <p:spPr bwMode="auto">
          <a:xfrm>
            <a:off x="6533083" y="2747414"/>
            <a:ext cx="136287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itchFamily="34" charset="-122"/>
                <a:ea typeface="微软雅黑" pitchFamily="34" charset="-122"/>
              </a:rPr>
              <a:t>(b) </a:t>
            </a:r>
            <a:r>
              <a:rPr kumimoji="1" lang="zh-CN" altLang="en-US" sz="1600" b="1" dirty="0">
                <a:latin typeface="微软雅黑" pitchFamily="34" charset="-122"/>
                <a:ea typeface="微软雅黑" pitchFamily="34" charset="-122"/>
              </a:rPr>
              <a:t>通过总线</a:t>
            </a:r>
          </a:p>
        </p:txBody>
      </p:sp>
      <p:sp>
        <p:nvSpPr>
          <p:cNvPr id="56" name="Text Box 171"/>
          <p:cNvSpPr txBox="1">
            <a:spLocks noChangeArrowheads="1"/>
          </p:cNvSpPr>
          <p:nvPr/>
        </p:nvSpPr>
        <p:spPr bwMode="auto">
          <a:xfrm>
            <a:off x="7449774" y="1178537"/>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总线</a:t>
            </a:r>
          </a:p>
        </p:txBody>
      </p:sp>
      <p:sp>
        <p:nvSpPr>
          <p:cNvPr id="57" name="Line 172"/>
          <p:cNvSpPr>
            <a:spLocks noChangeShapeType="1"/>
          </p:cNvSpPr>
          <p:nvPr/>
        </p:nvSpPr>
        <p:spPr bwMode="auto">
          <a:xfrm flipV="1">
            <a:off x="7214520" y="1417818"/>
            <a:ext cx="304404" cy="16573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8" name="Text Box 175"/>
          <p:cNvSpPr txBox="1">
            <a:spLocks noChangeArrowheads="1"/>
          </p:cNvSpPr>
          <p:nvPr/>
        </p:nvSpPr>
        <p:spPr bwMode="auto">
          <a:xfrm>
            <a:off x="8192976" y="2246602"/>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59" name="Freeform 178"/>
          <p:cNvSpPr>
            <a:spLocks/>
          </p:cNvSpPr>
          <p:nvPr/>
        </p:nvSpPr>
        <p:spPr bwMode="auto">
          <a:xfrm>
            <a:off x="6199859" y="1735852"/>
            <a:ext cx="2087622" cy="342731"/>
          </a:xfrm>
          <a:custGeom>
            <a:avLst/>
            <a:gdLst>
              <a:gd name="T0" fmla="*/ 0 w 2041"/>
              <a:gd name="T1" fmla="*/ 0 h 363"/>
              <a:gd name="T2" fmla="*/ 998 w 2041"/>
              <a:gd name="T3" fmla="*/ 0 h 363"/>
              <a:gd name="T4" fmla="*/ 998 w 2041"/>
              <a:gd name="T5" fmla="*/ 363 h 363"/>
              <a:gd name="T6" fmla="*/ 2041 w 2041"/>
              <a:gd name="T7" fmla="*/ 363 h 363"/>
            </a:gdLst>
            <a:ahLst/>
            <a:cxnLst>
              <a:cxn ang="0">
                <a:pos x="T0" y="T1"/>
              </a:cxn>
              <a:cxn ang="0">
                <a:pos x="T2" y="T3"/>
              </a:cxn>
              <a:cxn ang="0">
                <a:pos x="T4" y="T5"/>
              </a:cxn>
              <a:cxn ang="0">
                <a:pos x="T6" y="T7"/>
              </a:cxn>
            </a:cxnLst>
            <a:rect l="0" t="0" r="r" b="b"/>
            <a:pathLst>
              <a:path w="2041" h="363">
                <a:moveTo>
                  <a:pt x="0" y="0"/>
                </a:moveTo>
                <a:lnTo>
                  <a:pt x="998" y="0"/>
                </a:lnTo>
                <a:lnTo>
                  <a:pt x="998" y="363"/>
                </a:lnTo>
                <a:lnTo>
                  <a:pt x="2041" y="363"/>
                </a:lnTo>
              </a:path>
            </a:pathLst>
          </a:custGeom>
          <a:ln w="57150">
            <a:solidFill>
              <a:srgbClr val="FF00FF"/>
            </a:solidFill>
            <a:headEnd type="none" w="med" len="me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3" name="文本框 2">
            <a:extLst>
              <a:ext uri="{FF2B5EF4-FFF2-40B4-BE49-F238E27FC236}">
                <a16:creationId xmlns:a16="http://schemas.microsoft.com/office/drawing/2014/main" id="{4C8DD1C8-16AD-1AD0-26DB-A39338837C69}"/>
              </a:ext>
            </a:extLst>
          </p:cNvPr>
          <p:cNvSpPr txBox="1"/>
          <p:nvPr/>
        </p:nvSpPr>
        <p:spPr>
          <a:xfrm>
            <a:off x="5745018" y="3104200"/>
            <a:ext cx="3070407" cy="1200329"/>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r>
              <a:rPr lang="zh-CN" altLang="en-US" b="1" dirty="0">
                <a:latin typeface="微软雅黑" panose="020B0503020204020204" pitchFamily="34" charset="-122"/>
                <a:ea typeface="微软雅黑" panose="020B0503020204020204" pitchFamily="34" charset="-122"/>
              </a:rPr>
              <a:t>现今市场上大多数高性能路由器和交换机一般不再采用传统的总线架构进行数据交换。</a:t>
            </a:r>
          </a:p>
        </p:txBody>
      </p:sp>
    </p:spTree>
    <p:extLst>
      <p:ext uri="{BB962C8B-B14F-4D97-AF65-F5344CB8AC3E}">
        <p14:creationId xmlns:p14="http://schemas.microsoft.com/office/powerpoint/2010/main" val="17245863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3"/>
                                        </p:tgtEl>
                                        <p:attrNameLst>
                                          <p:attrName>style.visibility</p:attrName>
                                        </p:attrNameLst>
                                      </p:cBhvr>
                                      <p:to>
                                        <p:strVal val="visible"/>
                                      </p:to>
                                    </p:set>
                                    <p:anim calcmode="lin" valueType="num">
                                      <p:cBhvr>
                                        <p:cTn id="28" dur="500" fill="hold"/>
                                        <p:tgtEl>
                                          <p:spTgt spid="3"/>
                                        </p:tgtEl>
                                        <p:attrNameLst>
                                          <p:attrName>ppt_w</p:attrName>
                                        </p:attrNameLst>
                                      </p:cBhvr>
                                      <p:tavLst>
                                        <p:tav tm="0">
                                          <p:val>
                                            <p:fltVal val="0"/>
                                          </p:val>
                                        </p:tav>
                                        <p:tav tm="100000">
                                          <p:val>
                                            <p:strVal val="#ppt_w"/>
                                          </p:val>
                                        </p:tav>
                                      </p:tavLst>
                                    </p:anim>
                                    <p:anim calcmode="lin" valueType="num">
                                      <p:cBhvr>
                                        <p:cTn id="29" dur="500" fill="hold"/>
                                        <p:tgtEl>
                                          <p:spTgt spid="3"/>
                                        </p:tgtEl>
                                        <p:attrNameLst>
                                          <p:attrName>ppt_h</p:attrName>
                                        </p:attrNameLst>
                                      </p:cBhvr>
                                      <p:tavLst>
                                        <p:tav tm="0">
                                          <p:val>
                                            <p:fltVal val="0"/>
                                          </p:val>
                                        </p:tav>
                                        <p:tav tm="100000">
                                          <p:val>
                                            <p:strVal val="#ppt_h"/>
                                          </p:val>
                                        </p:tav>
                                      </p:tavLst>
                                    </p:anim>
                                    <p:animEffect transition="in" filter="fade">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4" y="1309582"/>
            <a:ext cx="5010163" cy="3392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(1) </a:t>
            </a:r>
            <a:r>
              <a:rPr lang="zh-CN" altLang="en-US" sz="1600" b="1" dirty="0">
                <a:latin typeface="微软雅黑" pitchFamily="34" charset="-122"/>
                <a:ea typeface="微软雅黑" pitchFamily="34" charset="-122"/>
              </a:rPr>
              <a:t>它有 </a:t>
            </a:r>
            <a:r>
              <a:rPr lang="en-US" altLang="zh-CN" sz="1600" b="1" dirty="0">
                <a:latin typeface="微软雅黑" pitchFamily="34" charset="-122"/>
                <a:ea typeface="微软雅黑" pitchFamily="34" charset="-122"/>
              </a:rPr>
              <a:t>2N </a:t>
            </a:r>
            <a:r>
              <a:rPr lang="zh-CN" altLang="en-US" sz="1600" b="1" dirty="0">
                <a:latin typeface="微软雅黑" pitchFamily="34" charset="-122"/>
                <a:ea typeface="微软雅黑" pitchFamily="34" charset="-122"/>
              </a:rPr>
              <a:t>条总线，控制交叉节点可以使 </a:t>
            </a:r>
            <a:r>
              <a:rPr lang="en-US" altLang="zh-CN" sz="1600" b="1" dirty="0">
                <a:latin typeface="微软雅黑" pitchFamily="34" charset="-122"/>
                <a:ea typeface="微软雅黑" pitchFamily="34" charset="-122"/>
              </a:rPr>
              <a:t>N </a:t>
            </a:r>
            <a:r>
              <a:rPr lang="zh-CN" altLang="en-US" sz="1600" b="1" dirty="0">
                <a:latin typeface="微软雅黑" pitchFamily="34" charset="-122"/>
                <a:ea typeface="微软雅黑" pitchFamily="34" charset="-122"/>
              </a:rPr>
              <a:t>个输入端口和 </a:t>
            </a:r>
            <a:r>
              <a:rPr lang="en-US" altLang="zh-CN" sz="1600" b="1" dirty="0">
                <a:latin typeface="微软雅黑" pitchFamily="34" charset="-122"/>
                <a:ea typeface="微软雅黑" pitchFamily="34" charset="-122"/>
              </a:rPr>
              <a:t>N </a:t>
            </a:r>
            <a:r>
              <a:rPr lang="zh-CN" altLang="en-US" sz="1600" b="1" dirty="0">
                <a:latin typeface="微软雅黑" pitchFamily="34" charset="-122"/>
                <a:ea typeface="微软雅黑" pitchFamily="34" charset="-122"/>
              </a:rPr>
              <a:t>个输出端口相连接。</a:t>
            </a:r>
          </a:p>
          <a:p>
            <a:pPr marL="342900" indent="-34290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(2)</a:t>
            </a:r>
            <a:r>
              <a:rPr lang="en-US" altLang="zh-CN" sz="1600" b="1" dirty="0">
                <a:latin typeface="微软雅黑" pitchFamily="34" charset="-122"/>
                <a:ea typeface="微软雅黑" pitchFamily="34" charset="-122"/>
              </a:rPr>
              <a:t> </a:t>
            </a:r>
            <a:r>
              <a:rPr lang="zh-CN" altLang="en-US" sz="1600" b="1" dirty="0">
                <a:latin typeface="微软雅黑" pitchFamily="34" charset="-122"/>
                <a:ea typeface="微软雅黑" pitchFamily="34" charset="-122"/>
              </a:rPr>
              <a:t>当输入端口收到一个分组时，就将它发送到</a:t>
            </a:r>
            <a:r>
              <a:rPr lang="zh-CN" altLang="en-US" sz="1600" b="1" dirty="0">
                <a:solidFill>
                  <a:srgbClr val="C00000"/>
                </a:solidFill>
                <a:latin typeface="微软雅黑" pitchFamily="34" charset="-122"/>
                <a:ea typeface="微软雅黑" pitchFamily="34" charset="-122"/>
              </a:rPr>
              <a:t>水平总线</a:t>
            </a:r>
            <a:r>
              <a:rPr lang="zh-CN" altLang="en-US" sz="1600" b="1" dirty="0">
                <a:latin typeface="微软雅黑" pitchFamily="34" charset="-122"/>
                <a:ea typeface="微软雅黑" pitchFamily="34" charset="-122"/>
              </a:rPr>
              <a:t>上。</a:t>
            </a:r>
            <a:endParaRPr lang="en-US" altLang="zh-CN" sz="1600" b="1" dirty="0">
              <a:latin typeface="微软雅黑" pitchFamily="34" charset="-122"/>
              <a:ea typeface="微软雅黑" pitchFamily="34" charset="-122"/>
            </a:endParaRPr>
          </a:p>
          <a:p>
            <a:pPr marL="342900" indent="-34290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(3) </a:t>
            </a:r>
            <a:r>
              <a:rPr lang="zh-CN" altLang="en-US" sz="1600" b="1" dirty="0">
                <a:latin typeface="微软雅黑" pitchFamily="34" charset="-122"/>
                <a:ea typeface="微软雅黑" pitchFamily="34" charset="-122"/>
              </a:rPr>
              <a:t>若通向输出端口的垂直总线空闲，则将</a:t>
            </a:r>
            <a:r>
              <a:rPr lang="zh-CN" altLang="en-US" sz="1600" b="1" dirty="0">
                <a:solidFill>
                  <a:srgbClr val="C00000"/>
                </a:solidFill>
                <a:latin typeface="微软雅黑" pitchFamily="34" charset="-122"/>
                <a:ea typeface="微软雅黑" pitchFamily="34" charset="-122"/>
              </a:rPr>
              <a:t>垂直总线</a:t>
            </a:r>
            <a:r>
              <a:rPr lang="zh-CN" altLang="en-US" sz="1600" b="1" dirty="0">
                <a:latin typeface="微软雅黑" pitchFamily="34" charset="-122"/>
                <a:ea typeface="微软雅黑" pitchFamily="34" charset="-122"/>
              </a:rPr>
              <a:t>与水平总线接通，把该分组转发到这个输出端口。</a:t>
            </a:r>
            <a:endParaRPr lang="en-US" altLang="zh-CN" sz="1600" b="1" dirty="0">
              <a:latin typeface="微软雅黑" pitchFamily="34" charset="-122"/>
              <a:ea typeface="微软雅黑" pitchFamily="34" charset="-122"/>
            </a:endParaRPr>
          </a:p>
          <a:p>
            <a:pPr marL="342900" indent="-34290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(4) </a:t>
            </a:r>
            <a:r>
              <a:rPr lang="zh-CN" altLang="en-US" sz="1600" b="1" dirty="0">
                <a:latin typeface="微软雅黑" pitchFamily="34" charset="-122"/>
                <a:ea typeface="微软雅黑" pitchFamily="34" charset="-122"/>
              </a:rPr>
              <a:t>若输出端口已被占用，分组在输入端口</a:t>
            </a:r>
            <a:r>
              <a:rPr lang="zh-CN" altLang="en-US" sz="1600" b="1" dirty="0">
                <a:solidFill>
                  <a:srgbClr val="C00000"/>
                </a:solidFill>
                <a:latin typeface="微软雅黑" pitchFamily="34" charset="-122"/>
                <a:ea typeface="微软雅黑" pitchFamily="34" charset="-122"/>
              </a:rPr>
              <a:t>排队</a:t>
            </a:r>
            <a:r>
              <a:rPr lang="zh-CN" altLang="en-US" sz="1600" b="1" dirty="0">
                <a:latin typeface="微软雅黑" pitchFamily="34" charset="-122"/>
                <a:ea typeface="微软雅黑" pitchFamily="34" charset="-122"/>
              </a:rPr>
              <a:t>等待。</a:t>
            </a:r>
            <a:endParaRPr lang="en-US" altLang="zh-CN" sz="1600" b="1" dirty="0">
              <a:latin typeface="微软雅黑" pitchFamily="34" charset="-122"/>
              <a:ea typeface="微软雅黑" pitchFamily="34" charset="-122"/>
            </a:endParaRPr>
          </a:p>
          <a:p>
            <a:pPr marL="342900" indent="-342900">
              <a:lnSpc>
                <a:spcPts val="2600"/>
              </a:lnSpc>
              <a:buClr>
                <a:srgbClr val="0070C0"/>
              </a:buClr>
              <a:buFont typeface="Wingdings" pitchFamily="2" charset="2"/>
              <a:buChar char="l"/>
            </a:pPr>
            <a:r>
              <a:rPr lang="zh-CN" altLang="en-US" sz="1600" b="1" dirty="0">
                <a:latin typeface="微软雅黑" pitchFamily="34" charset="-122"/>
                <a:ea typeface="微软雅黑" pitchFamily="34" charset="-122"/>
              </a:rPr>
              <a:t>可以同时连通多对输入输出端口，可获得更好的交换性能。</a:t>
            </a:r>
          </a:p>
        </p:txBody>
      </p:sp>
      <p:sp>
        <p:nvSpPr>
          <p:cNvPr id="5" name="AutoShape 5"/>
          <p:cNvSpPr>
            <a:spLocks noChangeArrowheads="1"/>
          </p:cNvSpPr>
          <p:nvPr/>
        </p:nvSpPr>
        <p:spPr bwMode="auto">
          <a:xfrm>
            <a:off x="545144" y="620859"/>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p:nvPr/>
        </p:nvSpPr>
        <p:spPr>
          <a:xfrm>
            <a:off x="616085" y="579675"/>
            <a:ext cx="5317610" cy="400110"/>
          </a:xfrm>
          <a:prstGeom prst="rect">
            <a:avLst/>
          </a:prstGeom>
        </p:spPr>
        <p:txBody>
          <a:bodyPr wrap="none">
            <a:spAutoFit/>
          </a:bodyPr>
          <a:lstStyle/>
          <a:p>
            <a:r>
              <a:rPr lang="zh-CN" altLang="en-US" sz="2000" b="1" dirty="0">
                <a:latin typeface="微软雅黑" pitchFamily="34" charset="-122"/>
                <a:ea typeface="微软雅黑" pitchFamily="34" charset="-122"/>
              </a:rPr>
              <a:t>通过纵横交换结构 </a:t>
            </a:r>
            <a:r>
              <a:rPr lang="en-US" altLang="zh-CN" sz="2000" b="1" dirty="0">
                <a:latin typeface="微软雅黑" pitchFamily="34" charset="-122"/>
                <a:ea typeface="微软雅黑" pitchFamily="34" charset="-122"/>
              </a:rPr>
              <a:t>(crossbar switch fabric)</a:t>
            </a:r>
          </a:p>
        </p:txBody>
      </p:sp>
      <p:sp>
        <p:nvSpPr>
          <p:cNvPr id="7" name="Rectangle 102"/>
          <p:cNvSpPr>
            <a:spLocks noChangeArrowheads="1"/>
          </p:cNvSpPr>
          <p:nvPr/>
        </p:nvSpPr>
        <p:spPr bwMode="auto">
          <a:xfrm>
            <a:off x="6049877" y="1454620"/>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8" name="Rectangle 103"/>
          <p:cNvSpPr>
            <a:spLocks noChangeArrowheads="1"/>
          </p:cNvSpPr>
          <p:nvPr/>
        </p:nvSpPr>
        <p:spPr bwMode="auto">
          <a:xfrm>
            <a:off x="6355707" y="1427240"/>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9" name="Rectangle 104"/>
          <p:cNvSpPr>
            <a:spLocks noChangeArrowheads="1"/>
          </p:cNvSpPr>
          <p:nvPr/>
        </p:nvSpPr>
        <p:spPr bwMode="auto">
          <a:xfrm>
            <a:off x="6661536" y="1413077"/>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0" name="Line 105"/>
          <p:cNvSpPr>
            <a:spLocks noChangeShapeType="1"/>
          </p:cNvSpPr>
          <p:nvPr/>
        </p:nvSpPr>
        <p:spPr bwMode="auto">
          <a:xfrm flipV="1">
            <a:off x="5927136" y="1498052"/>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1" name="Line 106"/>
          <p:cNvSpPr>
            <a:spLocks noChangeShapeType="1"/>
          </p:cNvSpPr>
          <p:nvPr/>
        </p:nvSpPr>
        <p:spPr bwMode="auto">
          <a:xfrm>
            <a:off x="6232966" y="1498052"/>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2" name="Line 107"/>
          <p:cNvSpPr>
            <a:spLocks noChangeShapeType="1"/>
          </p:cNvSpPr>
          <p:nvPr/>
        </p:nvSpPr>
        <p:spPr bwMode="auto">
          <a:xfrm>
            <a:off x="6538795" y="1498052"/>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3" name="Line 108"/>
          <p:cNvSpPr>
            <a:spLocks noChangeShapeType="1"/>
          </p:cNvSpPr>
          <p:nvPr/>
        </p:nvSpPr>
        <p:spPr bwMode="auto">
          <a:xfrm>
            <a:off x="6845648" y="1498052"/>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4" name="Rectangle 110"/>
          <p:cNvSpPr>
            <a:spLocks noChangeArrowheads="1"/>
          </p:cNvSpPr>
          <p:nvPr/>
        </p:nvSpPr>
        <p:spPr bwMode="auto">
          <a:xfrm>
            <a:off x="6052946" y="2127808"/>
            <a:ext cx="184112" cy="85919"/>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5" name="Rectangle 111"/>
          <p:cNvSpPr>
            <a:spLocks noChangeArrowheads="1"/>
          </p:cNvSpPr>
          <p:nvPr/>
        </p:nvSpPr>
        <p:spPr bwMode="auto">
          <a:xfrm>
            <a:off x="6359799" y="2100428"/>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6" name="Rectangle 112"/>
          <p:cNvSpPr>
            <a:spLocks noChangeArrowheads="1"/>
          </p:cNvSpPr>
          <p:nvPr/>
        </p:nvSpPr>
        <p:spPr bwMode="auto">
          <a:xfrm>
            <a:off x="6664605" y="2086264"/>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17" name="Line 113"/>
          <p:cNvSpPr>
            <a:spLocks noChangeShapeType="1"/>
          </p:cNvSpPr>
          <p:nvPr/>
        </p:nvSpPr>
        <p:spPr bwMode="auto">
          <a:xfrm flipV="1">
            <a:off x="5931227" y="2171239"/>
            <a:ext cx="12683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8" name="Line 114"/>
          <p:cNvSpPr>
            <a:spLocks noChangeShapeType="1"/>
          </p:cNvSpPr>
          <p:nvPr/>
        </p:nvSpPr>
        <p:spPr bwMode="auto">
          <a:xfrm>
            <a:off x="6237057" y="217123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19" name="Line 115"/>
          <p:cNvSpPr>
            <a:spLocks noChangeShapeType="1"/>
          </p:cNvSpPr>
          <p:nvPr/>
        </p:nvSpPr>
        <p:spPr bwMode="auto">
          <a:xfrm>
            <a:off x="6542887" y="2171239"/>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0" name="Line 116"/>
          <p:cNvSpPr>
            <a:spLocks noChangeShapeType="1"/>
          </p:cNvSpPr>
          <p:nvPr/>
        </p:nvSpPr>
        <p:spPr bwMode="auto">
          <a:xfrm>
            <a:off x="6848717" y="2171239"/>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1" name="Text Box 117"/>
          <p:cNvSpPr txBox="1">
            <a:spLocks noChangeArrowheads="1"/>
          </p:cNvSpPr>
          <p:nvPr/>
        </p:nvSpPr>
        <p:spPr bwMode="auto">
          <a:xfrm>
            <a:off x="5766642" y="1876918"/>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3</a:t>
            </a:r>
          </a:p>
        </p:txBody>
      </p:sp>
      <p:sp>
        <p:nvSpPr>
          <p:cNvPr id="22" name="Rectangle 118"/>
          <p:cNvSpPr>
            <a:spLocks noChangeArrowheads="1"/>
          </p:cNvSpPr>
          <p:nvPr/>
        </p:nvSpPr>
        <p:spPr bwMode="auto">
          <a:xfrm>
            <a:off x="6049877" y="1795463"/>
            <a:ext cx="183089" cy="8497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3" name="Rectangle 119"/>
          <p:cNvSpPr>
            <a:spLocks noChangeArrowheads="1"/>
          </p:cNvSpPr>
          <p:nvPr/>
        </p:nvSpPr>
        <p:spPr bwMode="auto">
          <a:xfrm>
            <a:off x="6355707" y="1767138"/>
            <a:ext cx="183088" cy="141624"/>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4" name="Rectangle 120"/>
          <p:cNvSpPr>
            <a:spLocks noChangeArrowheads="1"/>
          </p:cNvSpPr>
          <p:nvPr/>
        </p:nvSpPr>
        <p:spPr bwMode="auto">
          <a:xfrm>
            <a:off x="6661536" y="1752976"/>
            <a:ext cx="184112" cy="169949"/>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25" name="Line 121"/>
          <p:cNvSpPr>
            <a:spLocks noChangeShapeType="1"/>
          </p:cNvSpPr>
          <p:nvPr/>
        </p:nvSpPr>
        <p:spPr bwMode="auto">
          <a:xfrm flipV="1">
            <a:off x="5927136" y="1837950"/>
            <a:ext cx="1258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6" name="Line 122"/>
          <p:cNvSpPr>
            <a:spLocks noChangeShapeType="1"/>
          </p:cNvSpPr>
          <p:nvPr/>
        </p:nvSpPr>
        <p:spPr bwMode="auto">
          <a:xfrm>
            <a:off x="6232966" y="1837950"/>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7" name="Line 123"/>
          <p:cNvSpPr>
            <a:spLocks noChangeShapeType="1"/>
          </p:cNvSpPr>
          <p:nvPr/>
        </p:nvSpPr>
        <p:spPr bwMode="auto">
          <a:xfrm>
            <a:off x="6538795" y="1837950"/>
            <a:ext cx="12274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8" name="Line 124"/>
          <p:cNvSpPr>
            <a:spLocks noChangeShapeType="1"/>
          </p:cNvSpPr>
          <p:nvPr/>
        </p:nvSpPr>
        <p:spPr bwMode="auto">
          <a:xfrm>
            <a:off x="6845648" y="1837950"/>
            <a:ext cx="12171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29" name="Text Box 125"/>
          <p:cNvSpPr txBox="1">
            <a:spLocks noChangeArrowheads="1"/>
          </p:cNvSpPr>
          <p:nvPr/>
        </p:nvSpPr>
        <p:spPr bwMode="auto">
          <a:xfrm>
            <a:off x="5771756" y="1519080"/>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2</a:t>
            </a:r>
          </a:p>
        </p:txBody>
      </p:sp>
      <p:grpSp>
        <p:nvGrpSpPr>
          <p:cNvPr id="30" name="Group 126"/>
          <p:cNvGrpSpPr>
            <a:grpSpLocks/>
          </p:cNvGrpSpPr>
          <p:nvPr/>
        </p:nvGrpSpPr>
        <p:grpSpPr bwMode="auto">
          <a:xfrm>
            <a:off x="7161707" y="2298701"/>
            <a:ext cx="191272" cy="924334"/>
            <a:chOff x="2919" y="2867"/>
            <a:chExt cx="192" cy="1044"/>
          </a:xfrm>
        </p:grpSpPr>
        <p:sp>
          <p:nvSpPr>
            <p:cNvPr id="31" name="Rectangle 127"/>
            <p:cNvSpPr>
              <a:spLocks noChangeArrowheads="1"/>
            </p:cNvSpPr>
            <p:nvPr/>
          </p:nvSpPr>
          <p:spPr bwMode="auto">
            <a:xfrm rot="5400000" flipH="1">
              <a:off x="2923" y="3648"/>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2" name="Rectangle 128"/>
            <p:cNvSpPr>
              <a:spLocks noChangeArrowheads="1"/>
            </p:cNvSpPr>
            <p:nvPr/>
          </p:nvSpPr>
          <p:spPr bwMode="auto">
            <a:xfrm rot="5400000" flipH="1">
              <a:off x="2923" y="3309"/>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3" name="Rectangle 129"/>
            <p:cNvSpPr>
              <a:spLocks noChangeArrowheads="1"/>
            </p:cNvSpPr>
            <p:nvPr/>
          </p:nvSpPr>
          <p:spPr bwMode="auto">
            <a:xfrm rot="5400000" flipH="1">
              <a:off x="2922" y="2986"/>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34" name="Line 130"/>
            <p:cNvSpPr>
              <a:spLocks noChangeShapeType="1"/>
            </p:cNvSpPr>
            <p:nvPr/>
          </p:nvSpPr>
          <p:spPr bwMode="auto">
            <a:xfrm rot="5400000" flipV="1">
              <a:off x="2951" y="3848"/>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5" name="Line 131"/>
            <p:cNvSpPr>
              <a:spLocks noChangeShapeType="1"/>
            </p:cNvSpPr>
            <p:nvPr/>
          </p:nvSpPr>
          <p:spPr bwMode="auto">
            <a:xfrm rot="5400000">
              <a:off x="2953" y="3543"/>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6" name="Line 132"/>
            <p:cNvSpPr>
              <a:spLocks noChangeShapeType="1"/>
            </p:cNvSpPr>
            <p:nvPr/>
          </p:nvSpPr>
          <p:spPr bwMode="auto">
            <a:xfrm rot="5400000">
              <a:off x="2953" y="3236"/>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37" name="Line 133"/>
            <p:cNvSpPr>
              <a:spLocks noChangeShapeType="1"/>
            </p:cNvSpPr>
            <p:nvPr/>
          </p:nvSpPr>
          <p:spPr bwMode="auto">
            <a:xfrm rot="5400000">
              <a:off x="2954" y="2928"/>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grpSp>
      <p:sp>
        <p:nvSpPr>
          <p:cNvPr id="38" name="Text Box 134"/>
          <p:cNvSpPr txBox="1">
            <a:spLocks noChangeArrowheads="1"/>
          </p:cNvSpPr>
          <p:nvPr/>
        </p:nvSpPr>
        <p:spPr bwMode="auto">
          <a:xfrm>
            <a:off x="7296722" y="3023818"/>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1</a:t>
            </a:r>
          </a:p>
        </p:txBody>
      </p:sp>
      <p:grpSp>
        <p:nvGrpSpPr>
          <p:cNvPr id="39" name="Group 135"/>
          <p:cNvGrpSpPr>
            <a:grpSpLocks/>
          </p:cNvGrpSpPr>
          <p:nvPr/>
        </p:nvGrpSpPr>
        <p:grpSpPr bwMode="auto">
          <a:xfrm>
            <a:off x="7598457" y="2298702"/>
            <a:ext cx="548490" cy="1027287"/>
            <a:chOff x="3357" y="2859"/>
            <a:chExt cx="551" cy="1159"/>
          </a:xfrm>
        </p:grpSpPr>
        <p:sp>
          <p:nvSpPr>
            <p:cNvPr id="40" name="Rectangle 136"/>
            <p:cNvSpPr>
              <a:spLocks noChangeArrowheads="1"/>
            </p:cNvSpPr>
            <p:nvPr/>
          </p:nvSpPr>
          <p:spPr bwMode="auto">
            <a:xfrm rot="5400000" flipH="1">
              <a:off x="3361" y="3640"/>
              <a:ext cx="184" cy="96"/>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1" name="Rectangle 137"/>
            <p:cNvSpPr>
              <a:spLocks noChangeArrowheads="1"/>
            </p:cNvSpPr>
            <p:nvPr/>
          </p:nvSpPr>
          <p:spPr bwMode="auto">
            <a:xfrm rot="5400000" flipH="1">
              <a:off x="3361" y="3301"/>
              <a:ext cx="184" cy="160"/>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2" name="Rectangle 138"/>
            <p:cNvSpPr>
              <a:spLocks noChangeArrowheads="1"/>
            </p:cNvSpPr>
            <p:nvPr/>
          </p:nvSpPr>
          <p:spPr bwMode="auto">
            <a:xfrm rot="5400000" flipH="1">
              <a:off x="3360" y="2978"/>
              <a:ext cx="185" cy="19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3" name="Line 139"/>
            <p:cNvSpPr>
              <a:spLocks noChangeShapeType="1"/>
            </p:cNvSpPr>
            <p:nvPr/>
          </p:nvSpPr>
          <p:spPr bwMode="auto">
            <a:xfrm rot="5400000" flipV="1">
              <a:off x="3389" y="3840"/>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4" name="Line 140"/>
            <p:cNvSpPr>
              <a:spLocks noChangeShapeType="1"/>
            </p:cNvSpPr>
            <p:nvPr/>
          </p:nvSpPr>
          <p:spPr bwMode="auto">
            <a:xfrm rot="16200000" flipH="1">
              <a:off x="3391" y="3535"/>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5" name="Line 141"/>
            <p:cNvSpPr>
              <a:spLocks noChangeShapeType="1"/>
            </p:cNvSpPr>
            <p:nvPr/>
          </p:nvSpPr>
          <p:spPr bwMode="auto">
            <a:xfrm rot="5400000">
              <a:off x="3391" y="3228"/>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6" name="Line 142"/>
            <p:cNvSpPr>
              <a:spLocks noChangeShapeType="1"/>
            </p:cNvSpPr>
            <p:nvPr/>
          </p:nvSpPr>
          <p:spPr bwMode="auto">
            <a:xfrm rot="5400000">
              <a:off x="3392" y="2920"/>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47" name="Text Box 143"/>
            <p:cNvSpPr txBox="1">
              <a:spLocks noChangeArrowheads="1"/>
            </p:cNvSpPr>
            <p:nvPr/>
          </p:nvSpPr>
          <p:spPr bwMode="auto">
            <a:xfrm>
              <a:off x="3500" y="3671"/>
              <a:ext cx="408" cy="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2</a:t>
              </a:r>
            </a:p>
          </p:txBody>
        </p:sp>
      </p:grpSp>
      <p:sp>
        <p:nvSpPr>
          <p:cNvPr id="48" name="Rectangle 144"/>
          <p:cNvSpPr>
            <a:spLocks noChangeArrowheads="1"/>
          </p:cNvSpPr>
          <p:nvPr/>
        </p:nvSpPr>
        <p:spPr bwMode="auto">
          <a:xfrm rot="5400000" flipH="1">
            <a:off x="8045088" y="2985225"/>
            <a:ext cx="163340" cy="95125"/>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49" name="Rectangle 145"/>
          <p:cNvSpPr>
            <a:spLocks noChangeArrowheads="1"/>
          </p:cNvSpPr>
          <p:nvPr/>
        </p:nvSpPr>
        <p:spPr bwMode="auto">
          <a:xfrm rot="5400000" flipH="1">
            <a:off x="8045089" y="2679631"/>
            <a:ext cx="163340" cy="160587"/>
          </a:xfrm>
          <a:prstGeom prst="rect">
            <a:avLst/>
          </a:prstGeom>
          <a:solidFill>
            <a:srgbClr val="00FFFF"/>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0" name="Rectangle 146"/>
          <p:cNvSpPr>
            <a:spLocks noChangeArrowheads="1"/>
          </p:cNvSpPr>
          <p:nvPr/>
        </p:nvSpPr>
        <p:spPr bwMode="auto">
          <a:xfrm rot="5400000" flipH="1">
            <a:off x="8045089" y="2392370"/>
            <a:ext cx="163340" cy="191272"/>
          </a:xfrm>
          <a:prstGeom prst="rect">
            <a:avLst/>
          </a:prstGeom>
          <a:solidFill>
            <a:srgbClr val="99FFCC"/>
          </a:solidFill>
          <a:ln w="19050">
            <a:solidFill>
              <a:schemeClr val="tx1"/>
            </a:solidFill>
            <a:miter lim="800000"/>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51" name="Line 147"/>
          <p:cNvSpPr>
            <a:spLocks noChangeShapeType="1"/>
          </p:cNvSpPr>
          <p:nvPr/>
        </p:nvSpPr>
        <p:spPr bwMode="auto">
          <a:xfrm rot="5400000" flipV="1">
            <a:off x="8070620" y="3166386"/>
            <a:ext cx="11329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2" name="Line 148"/>
          <p:cNvSpPr>
            <a:spLocks noChangeShapeType="1"/>
          </p:cNvSpPr>
          <p:nvPr/>
        </p:nvSpPr>
        <p:spPr bwMode="auto">
          <a:xfrm rot="16200000" flipH="1">
            <a:off x="8072508" y="2896355"/>
            <a:ext cx="1095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3" name="Line 149"/>
          <p:cNvSpPr>
            <a:spLocks noChangeShapeType="1"/>
          </p:cNvSpPr>
          <p:nvPr/>
        </p:nvSpPr>
        <p:spPr bwMode="auto">
          <a:xfrm rot="5400000">
            <a:off x="8072981" y="2623965"/>
            <a:ext cx="108579"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4" name="Line 150"/>
          <p:cNvSpPr>
            <a:spLocks noChangeShapeType="1"/>
          </p:cNvSpPr>
          <p:nvPr/>
        </p:nvSpPr>
        <p:spPr bwMode="auto">
          <a:xfrm rot="5400000">
            <a:off x="8073453" y="2352519"/>
            <a:ext cx="10763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5" name="Text Box 151"/>
          <p:cNvSpPr txBox="1">
            <a:spLocks noChangeArrowheads="1"/>
          </p:cNvSpPr>
          <p:nvPr/>
        </p:nvSpPr>
        <p:spPr bwMode="auto">
          <a:xfrm>
            <a:off x="8195800" y="3023819"/>
            <a:ext cx="4058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O</a:t>
            </a:r>
            <a:r>
              <a:rPr kumimoji="1" lang="en-US" altLang="zh-CN" sz="1400" b="1" baseline="-25000">
                <a:solidFill>
                  <a:srgbClr val="0000CC"/>
                </a:solidFill>
                <a:latin typeface="微软雅黑" pitchFamily="34" charset="-122"/>
                <a:ea typeface="微软雅黑" pitchFamily="34" charset="-122"/>
              </a:rPr>
              <a:t>3</a:t>
            </a:r>
          </a:p>
        </p:txBody>
      </p:sp>
      <p:sp>
        <p:nvSpPr>
          <p:cNvPr id="56" name="Text Box 154"/>
          <p:cNvSpPr txBox="1">
            <a:spLocks noChangeArrowheads="1"/>
          </p:cNvSpPr>
          <p:nvPr/>
        </p:nvSpPr>
        <p:spPr bwMode="auto">
          <a:xfrm>
            <a:off x="6294336" y="3383352"/>
            <a:ext cx="221406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itchFamily="34" charset="-122"/>
                <a:ea typeface="微软雅黑" pitchFamily="34" charset="-122"/>
              </a:rPr>
              <a:t>(c) </a:t>
            </a:r>
            <a:r>
              <a:rPr kumimoji="1" lang="zh-CN" altLang="en-US" sz="1600" b="1" dirty="0">
                <a:latin typeface="微软雅黑" pitchFamily="34" charset="-122"/>
                <a:ea typeface="微软雅黑" pitchFamily="34" charset="-122"/>
              </a:rPr>
              <a:t>通过纵横交换结构</a:t>
            </a:r>
          </a:p>
        </p:txBody>
      </p:sp>
      <p:sp>
        <p:nvSpPr>
          <p:cNvPr id="57" name="Line 156"/>
          <p:cNvSpPr>
            <a:spLocks noChangeShapeType="1"/>
          </p:cNvSpPr>
          <p:nvPr/>
        </p:nvSpPr>
        <p:spPr bwMode="auto">
          <a:xfrm>
            <a:off x="7027714" y="1498052"/>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8" name="Line 157"/>
          <p:cNvSpPr>
            <a:spLocks noChangeShapeType="1"/>
          </p:cNvSpPr>
          <p:nvPr/>
        </p:nvSpPr>
        <p:spPr bwMode="auto">
          <a:xfrm>
            <a:off x="7027714" y="1837950"/>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59" name="Line 158"/>
          <p:cNvSpPr>
            <a:spLocks noChangeShapeType="1"/>
          </p:cNvSpPr>
          <p:nvPr/>
        </p:nvSpPr>
        <p:spPr bwMode="auto">
          <a:xfrm>
            <a:off x="7027714" y="2178792"/>
            <a:ext cx="110057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0" name="Line 159"/>
          <p:cNvSpPr>
            <a:spLocks noChangeShapeType="1"/>
          </p:cNvSpPr>
          <p:nvPr/>
        </p:nvSpPr>
        <p:spPr bwMode="auto">
          <a:xfrm rot="16200000">
            <a:off x="6884202" y="1880909"/>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1" name="Line 160"/>
          <p:cNvSpPr>
            <a:spLocks noChangeShapeType="1"/>
          </p:cNvSpPr>
          <p:nvPr/>
        </p:nvSpPr>
        <p:spPr bwMode="auto">
          <a:xfrm rot="16200000">
            <a:off x="7314819" y="1880909"/>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2" name="Line 161"/>
          <p:cNvSpPr>
            <a:spLocks noChangeShapeType="1"/>
          </p:cNvSpPr>
          <p:nvPr/>
        </p:nvSpPr>
        <p:spPr bwMode="auto">
          <a:xfrm rot="16200000">
            <a:off x="7745435" y="1880909"/>
            <a:ext cx="76571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63" name="Oval 162"/>
          <p:cNvSpPr>
            <a:spLocks noChangeArrowheads="1"/>
          </p:cNvSpPr>
          <p:nvPr/>
        </p:nvSpPr>
        <p:spPr bwMode="auto">
          <a:xfrm>
            <a:off x="8085333" y="1803016"/>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4" name="Oval 163"/>
          <p:cNvSpPr>
            <a:spLocks noChangeArrowheads="1"/>
          </p:cNvSpPr>
          <p:nvPr/>
        </p:nvSpPr>
        <p:spPr bwMode="auto">
          <a:xfrm>
            <a:off x="8085333" y="2143859"/>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5" name="Oval 164"/>
          <p:cNvSpPr>
            <a:spLocks noChangeArrowheads="1"/>
          </p:cNvSpPr>
          <p:nvPr/>
        </p:nvSpPr>
        <p:spPr bwMode="auto">
          <a:xfrm>
            <a:off x="8085333" y="1465951"/>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6" name="Oval 165"/>
          <p:cNvSpPr>
            <a:spLocks noChangeArrowheads="1"/>
          </p:cNvSpPr>
          <p:nvPr/>
        </p:nvSpPr>
        <p:spPr bwMode="auto">
          <a:xfrm>
            <a:off x="7654717" y="2143859"/>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7" name="Oval 166"/>
          <p:cNvSpPr>
            <a:spLocks noChangeArrowheads="1"/>
          </p:cNvSpPr>
          <p:nvPr/>
        </p:nvSpPr>
        <p:spPr bwMode="auto">
          <a:xfrm>
            <a:off x="7654717" y="1803016"/>
            <a:ext cx="78758"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8" name="Oval 167"/>
          <p:cNvSpPr>
            <a:spLocks noChangeArrowheads="1"/>
          </p:cNvSpPr>
          <p:nvPr/>
        </p:nvSpPr>
        <p:spPr bwMode="auto">
          <a:xfrm>
            <a:off x="7654717" y="1465951"/>
            <a:ext cx="78758" cy="68924"/>
          </a:xfrm>
          <a:prstGeom prst="ellipse">
            <a:avLst/>
          </a:prstGeom>
          <a:solidFill>
            <a:srgbClr val="66FF33"/>
          </a:solidFill>
          <a:ln w="9525">
            <a:solidFill>
              <a:schemeClr val="hlink"/>
            </a:solidFill>
            <a:round/>
            <a:headEnd/>
            <a:tailEnd/>
          </a:ln>
          <a:effec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69" name="Oval 168"/>
          <p:cNvSpPr>
            <a:spLocks noChangeArrowheads="1"/>
          </p:cNvSpPr>
          <p:nvPr/>
        </p:nvSpPr>
        <p:spPr bwMode="auto">
          <a:xfrm>
            <a:off x="7224100" y="2143859"/>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0" name="Oval 169"/>
          <p:cNvSpPr>
            <a:spLocks noChangeArrowheads="1"/>
          </p:cNvSpPr>
          <p:nvPr/>
        </p:nvSpPr>
        <p:spPr bwMode="auto">
          <a:xfrm>
            <a:off x="7224100" y="1803016"/>
            <a:ext cx="78759" cy="6986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1" name="Oval 170"/>
          <p:cNvSpPr>
            <a:spLocks noChangeArrowheads="1"/>
          </p:cNvSpPr>
          <p:nvPr/>
        </p:nvSpPr>
        <p:spPr bwMode="auto">
          <a:xfrm>
            <a:off x="7224100" y="1465951"/>
            <a:ext cx="78759" cy="6892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CC"/>
              </a:solidFill>
              <a:latin typeface="微软雅黑" pitchFamily="34" charset="-122"/>
              <a:ea typeface="微软雅黑" pitchFamily="34" charset="-122"/>
            </a:endParaRPr>
          </a:p>
        </p:txBody>
      </p:sp>
      <p:sp>
        <p:nvSpPr>
          <p:cNvPr id="72" name="Text Box 173"/>
          <p:cNvSpPr txBox="1">
            <a:spLocks noChangeArrowheads="1"/>
          </p:cNvSpPr>
          <p:nvPr/>
        </p:nvSpPr>
        <p:spPr bwMode="auto">
          <a:xfrm>
            <a:off x="7619673" y="972648"/>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CC"/>
                </a:solidFill>
                <a:latin typeface="微软雅黑" pitchFamily="34" charset="-122"/>
                <a:ea typeface="微软雅黑" pitchFamily="34" charset="-122"/>
              </a:rPr>
              <a:t>互连网络</a:t>
            </a:r>
          </a:p>
        </p:txBody>
      </p:sp>
      <p:sp>
        <p:nvSpPr>
          <p:cNvPr id="73" name="Line 174"/>
          <p:cNvSpPr>
            <a:spLocks noChangeShapeType="1"/>
          </p:cNvSpPr>
          <p:nvPr/>
        </p:nvSpPr>
        <p:spPr bwMode="auto">
          <a:xfrm flipV="1">
            <a:off x="7910076" y="1251176"/>
            <a:ext cx="161003" cy="43240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CC"/>
              </a:solidFill>
              <a:latin typeface="微软雅黑" pitchFamily="34" charset="-122"/>
              <a:ea typeface="微软雅黑" pitchFamily="34" charset="-122"/>
            </a:endParaRPr>
          </a:p>
        </p:txBody>
      </p:sp>
      <p:sp>
        <p:nvSpPr>
          <p:cNvPr id="74" name="Line 179"/>
          <p:cNvSpPr>
            <a:spLocks noChangeShapeType="1"/>
          </p:cNvSpPr>
          <p:nvPr/>
        </p:nvSpPr>
        <p:spPr bwMode="auto">
          <a:xfrm>
            <a:off x="6000007" y="1427727"/>
            <a:ext cx="1686418" cy="20780"/>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75" name="Line 180"/>
          <p:cNvSpPr>
            <a:spLocks noChangeShapeType="1"/>
          </p:cNvSpPr>
          <p:nvPr/>
        </p:nvSpPr>
        <p:spPr bwMode="auto">
          <a:xfrm rot="16200000" flipH="1">
            <a:off x="6980658" y="2338234"/>
            <a:ext cx="1564147" cy="21635"/>
          </a:xfrm>
          <a:prstGeom prst="line">
            <a:avLst/>
          </a:prstGeom>
          <a:ln w="57150">
            <a:solidFill>
              <a:srgbClr val="FF00FF"/>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76" name="Rectangle 8"/>
          <p:cNvSpPr>
            <a:spLocks noChangeArrowheads="1"/>
          </p:cNvSpPr>
          <p:nvPr/>
        </p:nvSpPr>
        <p:spPr bwMode="auto">
          <a:xfrm>
            <a:off x="545144" y="928609"/>
            <a:ext cx="6367172"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a:lnSpc>
                <a:spcPts val="3000"/>
              </a:lnSpc>
              <a:buClr>
                <a:srgbClr val="0070C0"/>
              </a:buClr>
              <a:buFont typeface="Wingdings" pitchFamily="2" charset="2"/>
              <a:buChar char="l"/>
            </a:pPr>
            <a:r>
              <a:rPr lang="zh-CN" altLang="en-US" sz="1600" b="1" dirty="0">
                <a:latin typeface="微软雅黑" pitchFamily="34" charset="-122"/>
                <a:ea typeface="微软雅黑" pitchFamily="34" charset="-122"/>
              </a:rPr>
              <a:t>常被称为</a:t>
            </a:r>
            <a:r>
              <a:rPr lang="zh-CN" altLang="en-US" sz="1600" b="1" dirty="0">
                <a:solidFill>
                  <a:srgbClr val="C00000"/>
                </a:solidFill>
                <a:latin typeface="微软雅黑" pitchFamily="34" charset="-122"/>
                <a:ea typeface="微软雅黑" pitchFamily="34" charset="-122"/>
              </a:rPr>
              <a:t>互连网络</a:t>
            </a:r>
            <a:r>
              <a:rPr lang="zh-CN" altLang="en-US" sz="1600" b="1" dirty="0">
                <a:latin typeface="微软雅黑" pitchFamily="34" charset="-122"/>
                <a:ea typeface="微软雅黑" pitchFamily="34" charset="-122"/>
              </a:rPr>
              <a:t> </a:t>
            </a:r>
            <a:r>
              <a:rPr lang="en-US" altLang="zh-CN" sz="1600" b="1" dirty="0">
                <a:latin typeface="微软雅黑" pitchFamily="34" charset="-122"/>
                <a:ea typeface="微软雅黑" pitchFamily="34" charset="-122"/>
              </a:rPr>
              <a:t>(interconnection network)</a:t>
            </a:r>
            <a:r>
              <a:rPr lang="zh-CN" altLang="en-US" sz="1600" b="1" dirty="0">
                <a:latin typeface="微软雅黑" pitchFamily="34" charset="-122"/>
                <a:ea typeface="微软雅黑" pitchFamily="34" charset="-122"/>
              </a:rPr>
              <a:t>。</a:t>
            </a:r>
          </a:p>
        </p:txBody>
      </p:sp>
      <p:sp>
        <p:nvSpPr>
          <p:cNvPr id="3" name="文本框 2">
            <a:extLst>
              <a:ext uri="{FF2B5EF4-FFF2-40B4-BE49-F238E27FC236}">
                <a16:creationId xmlns:a16="http://schemas.microsoft.com/office/drawing/2014/main" id="{41AF9EBC-5493-4B4B-5882-931B7F50C743}"/>
              </a:ext>
            </a:extLst>
          </p:cNvPr>
          <p:cNvSpPr txBox="1"/>
          <p:nvPr/>
        </p:nvSpPr>
        <p:spPr>
          <a:xfrm>
            <a:off x="5815581" y="3703844"/>
            <a:ext cx="2780508" cy="646331"/>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r>
              <a:rPr lang="zh-CN" altLang="en-US" b="1" dirty="0">
                <a:latin typeface="微软雅黑" panose="020B0503020204020204" pitchFamily="34" charset="-122"/>
                <a:ea typeface="微软雅黑" panose="020B0503020204020204" pitchFamily="34" charset="-122"/>
              </a:rPr>
              <a:t>多数高性能路由器和交换机都采用纵横交换结构。</a:t>
            </a:r>
          </a:p>
        </p:txBody>
      </p:sp>
      <p:sp>
        <p:nvSpPr>
          <p:cNvPr id="4" name="Line 179">
            <a:extLst>
              <a:ext uri="{FF2B5EF4-FFF2-40B4-BE49-F238E27FC236}">
                <a16:creationId xmlns:a16="http://schemas.microsoft.com/office/drawing/2014/main" id="{C4D534E6-34E9-6549-E10D-14A12DC6DCF3}"/>
              </a:ext>
            </a:extLst>
          </p:cNvPr>
          <p:cNvSpPr>
            <a:spLocks noChangeShapeType="1"/>
          </p:cNvSpPr>
          <p:nvPr/>
        </p:nvSpPr>
        <p:spPr bwMode="auto">
          <a:xfrm>
            <a:off x="6000007" y="1771455"/>
            <a:ext cx="1209518" cy="16449"/>
          </a:xfrm>
          <a:prstGeom prst="line">
            <a:avLst/>
          </a:prstGeom>
          <a:ln w="57150">
            <a:solidFill>
              <a:schemeClr val="accent6">
                <a:lumMod val="75000"/>
              </a:schemeClr>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77" name="Line 180">
            <a:extLst>
              <a:ext uri="{FF2B5EF4-FFF2-40B4-BE49-F238E27FC236}">
                <a16:creationId xmlns:a16="http://schemas.microsoft.com/office/drawing/2014/main" id="{F5013AE7-7EB6-FC3E-952B-3978DBF842D9}"/>
              </a:ext>
            </a:extLst>
          </p:cNvPr>
          <p:cNvSpPr>
            <a:spLocks noChangeShapeType="1"/>
          </p:cNvSpPr>
          <p:nvPr/>
        </p:nvSpPr>
        <p:spPr bwMode="auto">
          <a:xfrm rot="16200000" flipH="1">
            <a:off x="6725342" y="2500998"/>
            <a:ext cx="1243061" cy="17194"/>
          </a:xfrm>
          <a:prstGeom prst="line">
            <a:avLst/>
          </a:prstGeom>
          <a:ln w="57150">
            <a:solidFill>
              <a:schemeClr val="accent6">
                <a:lumMod val="75000"/>
              </a:schemeClr>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78" name="Line 179">
            <a:extLst>
              <a:ext uri="{FF2B5EF4-FFF2-40B4-BE49-F238E27FC236}">
                <a16:creationId xmlns:a16="http://schemas.microsoft.com/office/drawing/2014/main" id="{2D8E387E-E7C9-5B28-BA33-B11A249DF300}"/>
              </a:ext>
            </a:extLst>
          </p:cNvPr>
          <p:cNvSpPr>
            <a:spLocks noChangeShapeType="1"/>
          </p:cNvSpPr>
          <p:nvPr/>
        </p:nvSpPr>
        <p:spPr bwMode="auto">
          <a:xfrm>
            <a:off x="6000007" y="2086841"/>
            <a:ext cx="2098298" cy="25855"/>
          </a:xfrm>
          <a:prstGeom prst="line">
            <a:avLst/>
          </a:prstGeom>
          <a:ln w="57150">
            <a:solidFill>
              <a:srgbClr val="92D050"/>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79" name="Line 180">
            <a:extLst>
              <a:ext uri="{FF2B5EF4-FFF2-40B4-BE49-F238E27FC236}">
                <a16:creationId xmlns:a16="http://schemas.microsoft.com/office/drawing/2014/main" id="{0FEC4B47-9B4C-9D3E-F718-94BD4CE58519}"/>
              </a:ext>
            </a:extLst>
          </p:cNvPr>
          <p:cNvSpPr>
            <a:spLocks noChangeShapeType="1"/>
          </p:cNvSpPr>
          <p:nvPr/>
        </p:nvSpPr>
        <p:spPr bwMode="auto">
          <a:xfrm rot="16200000" flipH="1">
            <a:off x="7762287" y="2680442"/>
            <a:ext cx="889074" cy="12298"/>
          </a:xfrm>
          <a:prstGeom prst="line">
            <a:avLst/>
          </a:prstGeom>
          <a:ln w="57150">
            <a:solidFill>
              <a:srgbClr val="92D050"/>
            </a:solidFill>
            <a:headEnd/>
            <a:tailEnd type="triangle" w="med" len="lg"/>
          </a:ln>
        </p:spPr>
        <p:style>
          <a:lnRef idx="1">
            <a:schemeClr val="dk1"/>
          </a:lnRef>
          <a:fillRef idx="0">
            <a:schemeClr val="dk1"/>
          </a:fillRef>
          <a:effectRef idx="0">
            <a:schemeClr val="dk1"/>
          </a:effectRef>
          <a:fontRef idx="minor">
            <a:schemeClr val="tx1"/>
          </a:fontRef>
        </p:style>
        <p:txBody>
          <a:bodyPr/>
          <a:lstStyle/>
          <a:p>
            <a:endParaRPr lang="zh-CN" altLang="en-US" sz="1400" b="1">
              <a:ln>
                <a:solidFill>
                  <a:srgbClr val="FF00FF"/>
                </a:solidFill>
              </a:ln>
              <a:solidFill>
                <a:srgbClr val="0000CC"/>
              </a:solidFill>
              <a:latin typeface="微软雅黑" pitchFamily="34" charset="-122"/>
              <a:ea typeface="微软雅黑" pitchFamily="34" charset="-122"/>
            </a:endParaRPr>
          </a:p>
        </p:txBody>
      </p:sp>
      <p:sp>
        <p:nvSpPr>
          <p:cNvPr id="80" name="Text Box 109">
            <a:extLst>
              <a:ext uri="{FF2B5EF4-FFF2-40B4-BE49-F238E27FC236}">
                <a16:creationId xmlns:a16="http://schemas.microsoft.com/office/drawing/2014/main" id="{F1B0AFA2-B9CC-87E8-251F-5F0ED271E2E4}"/>
              </a:ext>
            </a:extLst>
          </p:cNvPr>
          <p:cNvSpPr txBox="1">
            <a:spLocks noChangeArrowheads="1"/>
          </p:cNvSpPr>
          <p:nvPr/>
        </p:nvSpPr>
        <p:spPr bwMode="auto">
          <a:xfrm>
            <a:off x="5782141" y="1189708"/>
            <a:ext cx="3193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CC"/>
                </a:solidFill>
                <a:latin typeface="微软雅黑" pitchFamily="34" charset="-122"/>
                <a:ea typeface="微软雅黑" pitchFamily="34" charset="-122"/>
              </a:rPr>
              <a:t>I</a:t>
            </a:r>
            <a:r>
              <a:rPr kumimoji="1" lang="en-US" altLang="zh-CN" sz="1400" b="1" baseline="-25000">
                <a:solidFill>
                  <a:srgbClr val="0000CC"/>
                </a:solidFill>
                <a:latin typeface="微软雅黑" pitchFamily="34" charset="-122"/>
                <a:ea typeface="微软雅黑" pitchFamily="34" charset="-122"/>
              </a:rPr>
              <a:t>1</a:t>
            </a:r>
          </a:p>
        </p:txBody>
      </p:sp>
    </p:spTree>
    <p:extLst>
      <p:ext uri="{BB962C8B-B14F-4D97-AF65-F5344CB8AC3E}">
        <p14:creationId xmlns:p14="http://schemas.microsoft.com/office/powerpoint/2010/main" val="2356395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fade">
                                      <p:cBhvr>
                                        <p:cTn id="7" dur="1000"/>
                                        <p:tgtEl>
                                          <p:spTgt spid="76"/>
                                        </p:tgtEl>
                                      </p:cBhvr>
                                    </p:animEffect>
                                    <p:anim calcmode="lin" valueType="num">
                                      <p:cBhvr>
                                        <p:cTn id="8" dur="1000" fill="hold"/>
                                        <p:tgtEl>
                                          <p:spTgt spid="76"/>
                                        </p:tgtEl>
                                        <p:attrNameLst>
                                          <p:attrName>ppt_x</p:attrName>
                                        </p:attrNameLst>
                                      </p:cBhvr>
                                      <p:tavLst>
                                        <p:tav tm="0">
                                          <p:val>
                                            <p:strVal val="#ppt_x"/>
                                          </p:val>
                                        </p:tav>
                                        <p:tav tm="100000">
                                          <p:val>
                                            <p:strVal val="#ppt_x"/>
                                          </p:val>
                                        </p:tav>
                                      </p:tavLst>
                                    </p:anim>
                                    <p:anim calcmode="lin" valueType="num">
                                      <p:cBhvr>
                                        <p:cTn id="9" dur="1000" fill="hold"/>
                                        <p:tgtEl>
                                          <p:spTgt spid="7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0" end="0"/>
                                            </p:txEl>
                                          </p:spTgt>
                                        </p:tgtEl>
                                        <p:attrNameLst>
                                          <p:attrName>style.visibility</p:attrName>
                                        </p:attrNameLst>
                                      </p:cBhvr>
                                      <p:to>
                                        <p:strVal val="visible"/>
                                      </p:to>
                                    </p:set>
                                    <p:animEffect transition="in" filter="fade">
                                      <p:cBhvr>
                                        <p:cTn id="14" dur="1000"/>
                                        <p:tgtEl>
                                          <p:spTgt spid="2">
                                            <p:txEl>
                                              <p:pRg st="0" end="0"/>
                                            </p:txEl>
                                          </p:spTgt>
                                        </p:tgtEl>
                                      </p:cBhvr>
                                    </p:animEffect>
                                    <p:anim calcmode="lin" valueType="num">
                                      <p:cBhvr>
                                        <p:cTn id="15"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1" end="1"/>
                                            </p:txEl>
                                          </p:spTgt>
                                        </p:tgtEl>
                                        <p:attrNameLst>
                                          <p:attrName>style.visibility</p:attrName>
                                        </p:attrNameLst>
                                      </p:cBhvr>
                                      <p:to>
                                        <p:strVal val="visible"/>
                                      </p:to>
                                    </p:set>
                                    <p:animEffect transition="in" filter="fade">
                                      <p:cBhvr>
                                        <p:cTn id="21" dur="1000"/>
                                        <p:tgtEl>
                                          <p:spTgt spid="2">
                                            <p:txEl>
                                              <p:pRg st="1" end="1"/>
                                            </p:txEl>
                                          </p:spTgt>
                                        </p:tgtEl>
                                      </p:cBhvr>
                                    </p:animEffect>
                                    <p:anim calcmode="lin" valueType="num">
                                      <p:cBhvr>
                                        <p:cTn id="22"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
                                            <p:txEl>
                                              <p:pRg st="2" end="2"/>
                                            </p:txEl>
                                          </p:spTgt>
                                        </p:tgtEl>
                                        <p:attrNameLst>
                                          <p:attrName>style.visibility</p:attrName>
                                        </p:attrNameLst>
                                      </p:cBhvr>
                                      <p:to>
                                        <p:strVal val="visible"/>
                                      </p:to>
                                    </p:set>
                                    <p:animEffect transition="in" filter="fade">
                                      <p:cBhvr>
                                        <p:cTn id="28" dur="1000"/>
                                        <p:tgtEl>
                                          <p:spTgt spid="2">
                                            <p:txEl>
                                              <p:pRg st="2" end="2"/>
                                            </p:txEl>
                                          </p:spTgt>
                                        </p:tgtEl>
                                      </p:cBhvr>
                                    </p:animEffect>
                                    <p:anim calcmode="lin" valueType="num">
                                      <p:cBhvr>
                                        <p:cTn id="29"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2">
                                            <p:txEl>
                                              <p:pRg st="3" end="3"/>
                                            </p:txEl>
                                          </p:spTgt>
                                        </p:tgtEl>
                                        <p:attrNameLst>
                                          <p:attrName>style.visibility</p:attrName>
                                        </p:attrNameLst>
                                      </p:cBhvr>
                                      <p:to>
                                        <p:strVal val="visible"/>
                                      </p:to>
                                    </p:set>
                                    <p:animEffect transition="in" filter="fade">
                                      <p:cBhvr>
                                        <p:cTn id="35" dur="1000"/>
                                        <p:tgtEl>
                                          <p:spTgt spid="2">
                                            <p:txEl>
                                              <p:pRg st="3" end="3"/>
                                            </p:txEl>
                                          </p:spTgt>
                                        </p:tgtEl>
                                      </p:cBhvr>
                                    </p:animEffect>
                                    <p:anim calcmode="lin" valueType="num">
                                      <p:cBhvr>
                                        <p:cTn id="36"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2">
                                            <p:txEl>
                                              <p:pRg st="4" end="4"/>
                                            </p:txEl>
                                          </p:spTgt>
                                        </p:tgtEl>
                                        <p:attrNameLst>
                                          <p:attrName>style.visibility</p:attrName>
                                        </p:attrNameLst>
                                      </p:cBhvr>
                                      <p:to>
                                        <p:strVal val="visible"/>
                                      </p:to>
                                    </p:set>
                                    <p:animEffect transition="in" filter="fade">
                                      <p:cBhvr>
                                        <p:cTn id="42" dur="1000"/>
                                        <p:tgtEl>
                                          <p:spTgt spid="2">
                                            <p:txEl>
                                              <p:pRg st="4" end="4"/>
                                            </p:txEl>
                                          </p:spTgt>
                                        </p:tgtEl>
                                      </p:cBhvr>
                                    </p:animEffect>
                                    <p:anim calcmode="lin" valueType="num">
                                      <p:cBhvr>
                                        <p:cTn id="43"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44"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par>
                          <p:cTn id="45" fill="hold">
                            <p:stCondLst>
                              <p:cond delay="1000"/>
                            </p:stCondLst>
                            <p:childTnLst>
                              <p:par>
                                <p:cTn id="46" presetID="22" presetClass="entr" presetSubtype="8" fill="hold" grpId="0" nodeType="afterEffect">
                                  <p:stCondLst>
                                    <p:cond delay="0"/>
                                  </p:stCondLst>
                                  <p:childTnLst>
                                    <p:set>
                                      <p:cBhvr>
                                        <p:cTn id="47" dur="1" fill="hold">
                                          <p:stCondLst>
                                            <p:cond delay="0"/>
                                          </p:stCondLst>
                                        </p:cTn>
                                        <p:tgtEl>
                                          <p:spTgt spid="4"/>
                                        </p:tgtEl>
                                        <p:attrNameLst>
                                          <p:attrName>style.visibility</p:attrName>
                                        </p:attrNameLst>
                                      </p:cBhvr>
                                      <p:to>
                                        <p:strVal val="visible"/>
                                      </p:to>
                                    </p:set>
                                    <p:animEffect transition="in" filter="wipe(left)">
                                      <p:cBhvr>
                                        <p:cTn id="48" dur="500"/>
                                        <p:tgtEl>
                                          <p:spTgt spid="4"/>
                                        </p:tgtEl>
                                      </p:cBhvr>
                                    </p:animEffect>
                                  </p:childTnLst>
                                </p:cTn>
                              </p:par>
                            </p:childTnLst>
                          </p:cTn>
                        </p:par>
                        <p:par>
                          <p:cTn id="49" fill="hold">
                            <p:stCondLst>
                              <p:cond delay="1500"/>
                            </p:stCondLst>
                            <p:childTnLst>
                              <p:par>
                                <p:cTn id="50" presetID="22" presetClass="entr" presetSubtype="1" fill="hold" grpId="0" nodeType="afterEffect">
                                  <p:stCondLst>
                                    <p:cond delay="0"/>
                                  </p:stCondLst>
                                  <p:childTnLst>
                                    <p:set>
                                      <p:cBhvr>
                                        <p:cTn id="51" dur="1" fill="hold">
                                          <p:stCondLst>
                                            <p:cond delay="0"/>
                                          </p:stCondLst>
                                        </p:cTn>
                                        <p:tgtEl>
                                          <p:spTgt spid="77"/>
                                        </p:tgtEl>
                                        <p:attrNameLst>
                                          <p:attrName>style.visibility</p:attrName>
                                        </p:attrNameLst>
                                      </p:cBhvr>
                                      <p:to>
                                        <p:strVal val="visible"/>
                                      </p:to>
                                    </p:set>
                                    <p:animEffect transition="in" filter="wipe(up)">
                                      <p:cBhvr>
                                        <p:cTn id="52" dur="500"/>
                                        <p:tgtEl>
                                          <p:spTgt spid="77"/>
                                        </p:tgtEl>
                                      </p:cBhvr>
                                    </p:animEffect>
                                  </p:childTnLst>
                                </p:cTn>
                              </p:par>
                            </p:childTnLst>
                          </p:cTn>
                        </p:par>
                        <p:par>
                          <p:cTn id="53" fill="hold">
                            <p:stCondLst>
                              <p:cond delay="2000"/>
                            </p:stCondLst>
                            <p:childTnLst>
                              <p:par>
                                <p:cTn id="54" presetID="22" presetClass="entr" presetSubtype="8" fill="hold" grpId="0" nodeType="afterEffect">
                                  <p:stCondLst>
                                    <p:cond delay="0"/>
                                  </p:stCondLst>
                                  <p:childTnLst>
                                    <p:set>
                                      <p:cBhvr>
                                        <p:cTn id="55" dur="1" fill="hold">
                                          <p:stCondLst>
                                            <p:cond delay="0"/>
                                          </p:stCondLst>
                                        </p:cTn>
                                        <p:tgtEl>
                                          <p:spTgt spid="78"/>
                                        </p:tgtEl>
                                        <p:attrNameLst>
                                          <p:attrName>style.visibility</p:attrName>
                                        </p:attrNameLst>
                                      </p:cBhvr>
                                      <p:to>
                                        <p:strVal val="visible"/>
                                      </p:to>
                                    </p:set>
                                    <p:animEffect transition="in" filter="wipe(left)">
                                      <p:cBhvr>
                                        <p:cTn id="56" dur="500"/>
                                        <p:tgtEl>
                                          <p:spTgt spid="78"/>
                                        </p:tgtEl>
                                      </p:cBhvr>
                                    </p:animEffect>
                                  </p:childTnLst>
                                </p:cTn>
                              </p:par>
                            </p:childTnLst>
                          </p:cTn>
                        </p:par>
                        <p:par>
                          <p:cTn id="57" fill="hold">
                            <p:stCondLst>
                              <p:cond delay="2500"/>
                            </p:stCondLst>
                            <p:childTnLst>
                              <p:par>
                                <p:cTn id="58" presetID="22" presetClass="entr" presetSubtype="1" fill="hold" grpId="0" nodeType="afterEffect">
                                  <p:stCondLst>
                                    <p:cond delay="0"/>
                                  </p:stCondLst>
                                  <p:childTnLst>
                                    <p:set>
                                      <p:cBhvr>
                                        <p:cTn id="59" dur="1" fill="hold">
                                          <p:stCondLst>
                                            <p:cond delay="0"/>
                                          </p:stCondLst>
                                        </p:cTn>
                                        <p:tgtEl>
                                          <p:spTgt spid="79"/>
                                        </p:tgtEl>
                                        <p:attrNameLst>
                                          <p:attrName>style.visibility</p:attrName>
                                        </p:attrNameLst>
                                      </p:cBhvr>
                                      <p:to>
                                        <p:strVal val="visible"/>
                                      </p:to>
                                    </p:set>
                                    <p:animEffect transition="in" filter="wipe(up)">
                                      <p:cBhvr>
                                        <p:cTn id="60" dur="500"/>
                                        <p:tgtEl>
                                          <p:spTgt spid="79"/>
                                        </p:tgtEl>
                                      </p:cBhvr>
                                    </p:animEffect>
                                  </p:childTnLst>
                                </p:cTn>
                              </p:par>
                            </p:childTnLst>
                          </p:cTn>
                        </p:par>
                      </p:childTnLst>
                    </p:cTn>
                  </p:par>
                  <p:par>
                    <p:cTn id="61" fill="hold">
                      <p:stCondLst>
                        <p:cond delay="indefinite"/>
                      </p:stCondLst>
                      <p:childTnLst>
                        <p:par>
                          <p:cTn id="62" fill="hold">
                            <p:stCondLst>
                              <p:cond delay="0"/>
                            </p:stCondLst>
                            <p:childTnLst>
                              <p:par>
                                <p:cTn id="63" presetID="53" presetClass="entr" presetSubtype="16" fill="hold" grpId="0" nodeType="clickEffect">
                                  <p:stCondLst>
                                    <p:cond delay="0"/>
                                  </p:stCondLst>
                                  <p:childTnLst>
                                    <p:set>
                                      <p:cBhvr>
                                        <p:cTn id="64" dur="1" fill="hold">
                                          <p:stCondLst>
                                            <p:cond delay="0"/>
                                          </p:stCondLst>
                                        </p:cTn>
                                        <p:tgtEl>
                                          <p:spTgt spid="3"/>
                                        </p:tgtEl>
                                        <p:attrNameLst>
                                          <p:attrName>style.visibility</p:attrName>
                                        </p:attrNameLst>
                                      </p:cBhvr>
                                      <p:to>
                                        <p:strVal val="visible"/>
                                      </p:to>
                                    </p:set>
                                    <p:anim calcmode="lin" valueType="num">
                                      <p:cBhvr>
                                        <p:cTn id="65" dur="500" fill="hold"/>
                                        <p:tgtEl>
                                          <p:spTgt spid="3"/>
                                        </p:tgtEl>
                                        <p:attrNameLst>
                                          <p:attrName>ppt_w</p:attrName>
                                        </p:attrNameLst>
                                      </p:cBhvr>
                                      <p:tavLst>
                                        <p:tav tm="0">
                                          <p:val>
                                            <p:fltVal val="0"/>
                                          </p:val>
                                        </p:tav>
                                        <p:tav tm="100000">
                                          <p:val>
                                            <p:strVal val="#ppt_w"/>
                                          </p:val>
                                        </p:tav>
                                      </p:tavLst>
                                    </p:anim>
                                    <p:anim calcmode="lin" valueType="num">
                                      <p:cBhvr>
                                        <p:cTn id="66" dur="500" fill="hold"/>
                                        <p:tgtEl>
                                          <p:spTgt spid="3"/>
                                        </p:tgtEl>
                                        <p:attrNameLst>
                                          <p:attrName>ppt_h</p:attrName>
                                        </p:attrNameLst>
                                      </p:cBhvr>
                                      <p:tavLst>
                                        <p:tav tm="0">
                                          <p:val>
                                            <p:fltVal val="0"/>
                                          </p:val>
                                        </p:tav>
                                        <p:tav tm="100000">
                                          <p:val>
                                            <p:strVal val="#ppt_h"/>
                                          </p:val>
                                        </p:tav>
                                      </p:tavLst>
                                    </p:anim>
                                    <p:animEffect transition="in" filter="fade">
                                      <p:cBhvr>
                                        <p:cTn id="6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3" grpId="0" animBg="1"/>
      <p:bldP spid="4" grpId="0" animBg="1"/>
      <p:bldP spid="77" grpId="0" animBg="1"/>
      <p:bldP spid="78" grpId="0" animBg="1"/>
      <p:bldP spid="79" grpId="0" animBg="1"/>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303831" y="1289183"/>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303831" y="1895608"/>
            <a:ext cx="6189542"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27"/>
          <p:cNvSpPr>
            <a:spLocks noChangeArrowheads="1"/>
          </p:cNvSpPr>
          <p:nvPr/>
        </p:nvSpPr>
        <p:spPr bwMode="auto">
          <a:xfrm>
            <a:off x="490266" y="1289183"/>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5" name="Rectangle 29"/>
          <p:cNvSpPr>
            <a:spLocks noChangeArrowheads="1"/>
          </p:cNvSpPr>
          <p:nvPr/>
        </p:nvSpPr>
        <p:spPr bwMode="auto">
          <a:xfrm>
            <a:off x="499155" y="1384115"/>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a:t>
            </a:r>
            <a:r>
              <a:rPr lang="en-US" altLang="zh-CN" sz="2000" b="1" dirty="0">
                <a:solidFill>
                  <a:srgbClr val="FFFF00"/>
                </a:solidFill>
                <a:latin typeface="微软雅黑" pitchFamily="34" charset="-122"/>
                <a:ea typeface="微软雅黑" pitchFamily="34" charset="-122"/>
              </a:rPr>
              <a:t>8</a:t>
            </a:r>
            <a:endParaRPr lang="fr-FR" altLang="zh-CN" sz="2000" b="1" dirty="0">
              <a:solidFill>
                <a:srgbClr val="FFFF00"/>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多播</a:t>
            </a:r>
          </a:p>
        </p:txBody>
      </p:sp>
      <p:sp>
        <p:nvSpPr>
          <p:cNvPr id="6" name="Rectangle 9"/>
          <p:cNvSpPr>
            <a:spLocks noChangeArrowheads="1"/>
          </p:cNvSpPr>
          <p:nvPr/>
        </p:nvSpPr>
        <p:spPr bwMode="auto">
          <a:xfrm>
            <a:off x="2303830" y="2508819"/>
            <a:ext cx="6189543"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8" name="Line 16"/>
          <p:cNvSpPr>
            <a:spLocks noChangeShapeType="1"/>
          </p:cNvSpPr>
          <p:nvPr/>
        </p:nvSpPr>
        <p:spPr bwMode="auto">
          <a:xfrm>
            <a:off x="3311894" y="1125380"/>
            <a:ext cx="0" cy="2283662"/>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 name="Rectangle 8"/>
          <p:cNvSpPr>
            <a:spLocks noChangeArrowheads="1"/>
          </p:cNvSpPr>
          <p:nvPr/>
        </p:nvSpPr>
        <p:spPr bwMode="auto">
          <a:xfrm>
            <a:off x="2287349" y="1254639"/>
            <a:ext cx="6206024"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dist"/>
            <a:r>
              <a:rPr lang="en-US" altLang="zh-CN" sz="2000" b="1" dirty="0">
                <a:solidFill>
                  <a:schemeClr val="bg1"/>
                </a:solidFill>
                <a:latin typeface="微软雅黑" pitchFamily="34" charset="-122"/>
                <a:ea typeface="微软雅黑" pitchFamily="34" charset="-122"/>
              </a:rPr>
              <a:t>4.8.1                                           IP </a:t>
            </a:r>
            <a:r>
              <a:rPr lang="zh-CN" altLang="en-US" sz="2000" b="1" dirty="0">
                <a:solidFill>
                  <a:schemeClr val="bg1"/>
                </a:solidFill>
                <a:latin typeface="微软雅黑" pitchFamily="34" charset="-122"/>
                <a:ea typeface="微软雅黑" pitchFamily="34" charset="-122"/>
              </a:rPr>
              <a:t>多播的基本概念</a:t>
            </a:r>
            <a:endParaRPr lang="en-US" altLang="zh-CN" sz="2000" b="1" dirty="0">
              <a:solidFill>
                <a:schemeClr val="bg1"/>
              </a:solidFill>
              <a:latin typeface="微软雅黑" pitchFamily="34" charset="-122"/>
              <a:ea typeface="微软雅黑" pitchFamily="34" charset="-122"/>
            </a:endParaRPr>
          </a:p>
          <a:p>
            <a:pPr algn="dist"/>
            <a:endParaRPr lang="zh-CN" altLang="en-US" sz="2000" b="1" dirty="0">
              <a:solidFill>
                <a:schemeClr val="bg1"/>
              </a:solidFill>
              <a:latin typeface="微软雅黑" pitchFamily="34" charset="-122"/>
              <a:ea typeface="微软雅黑" pitchFamily="34" charset="-122"/>
            </a:endParaRPr>
          </a:p>
          <a:p>
            <a:pPr algn="dist"/>
            <a:r>
              <a:rPr lang="en-US" altLang="zh-CN" sz="2000" b="1" dirty="0">
                <a:solidFill>
                  <a:schemeClr val="bg1"/>
                </a:solidFill>
                <a:latin typeface="微软雅黑" pitchFamily="34" charset="-122"/>
                <a:ea typeface="微软雅黑" pitchFamily="34" charset="-122"/>
              </a:rPr>
              <a:t>4.8.2                                  </a:t>
            </a:r>
            <a:r>
              <a:rPr lang="zh-CN" altLang="en-US" sz="2000" b="1" dirty="0">
                <a:solidFill>
                  <a:schemeClr val="bg1"/>
                </a:solidFill>
                <a:latin typeface="微软雅黑" pitchFamily="34" charset="-122"/>
                <a:ea typeface="微软雅黑" pitchFamily="34" charset="-122"/>
              </a:rPr>
              <a:t>在局域网上进行硬件多播</a:t>
            </a:r>
            <a:endParaRPr lang="en-US" altLang="zh-CN" sz="2000" b="1" dirty="0">
              <a:solidFill>
                <a:schemeClr val="bg1"/>
              </a:solidFill>
              <a:latin typeface="微软雅黑" pitchFamily="34" charset="-122"/>
              <a:ea typeface="微软雅黑" pitchFamily="34" charset="-122"/>
            </a:endParaRPr>
          </a:p>
          <a:p>
            <a:pPr algn="dist"/>
            <a:endParaRPr lang="zh-CN" altLang="en-US" sz="2000" b="1" dirty="0">
              <a:solidFill>
                <a:schemeClr val="bg1"/>
              </a:solidFill>
              <a:latin typeface="微软雅黑" pitchFamily="34" charset="-122"/>
              <a:ea typeface="微软雅黑" pitchFamily="34" charset="-122"/>
            </a:endParaRPr>
          </a:p>
          <a:p>
            <a:pPr algn="dist"/>
            <a:r>
              <a:rPr lang="en-US" altLang="zh-CN" sz="2000" b="1" dirty="0">
                <a:solidFill>
                  <a:schemeClr val="bg1"/>
                </a:solidFill>
                <a:latin typeface="微软雅黑" pitchFamily="34" charset="-122"/>
                <a:ea typeface="微软雅黑" pitchFamily="34" charset="-122"/>
              </a:rPr>
              <a:t>4.8.3            </a:t>
            </a:r>
            <a:r>
              <a:rPr lang="zh-CN" altLang="en-US" sz="2000" b="1" dirty="0">
                <a:solidFill>
                  <a:schemeClr val="bg1"/>
                </a:solidFill>
                <a:latin typeface="微软雅黑" pitchFamily="34" charset="-122"/>
                <a:ea typeface="微软雅黑" pitchFamily="34" charset="-122"/>
              </a:rPr>
              <a:t>       组管理协议和多播路由协议</a:t>
            </a:r>
          </a:p>
        </p:txBody>
      </p:sp>
    </p:spTree>
    <p:extLst>
      <p:ext uri="{BB962C8B-B14F-4D97-AF65-F5344CB8AC3E}">
        <p14:creationId xmlns:p14="http://schemas.microsoft.com/office/powerpoint/2010/main" val="762560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grpId="0" nodeType="clickEffect">
                                  <p:stCondLst>
                                    <p:cond delay="0"/>
                                  </p:stCondLst>
                                  <p:childTnLst>
                                    <p:anim calcmode="discrete" valueType="str">
                                      <p:cBhvr>
                                        <p:cTn id="6"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grpId="0" nodeType="clickEffect">
                                  <p:stCondLst>
                                    <p:cond delay="0"/>
                                  </p:stCondLst>
                                  <p:childTnLst>
                                    <p:anim calcmode="discrete" valueType="str">
                                      <p:cBhvr>
                                        <p:cTn id="10"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2000" fill="hold" grpId="0" nodeType="clickEffect">
                                  <p:stCondLst>
                                    <p:cond delay="0"/>
                                  </p:stCondLst>
                                  <p:childTnLst>
                                    <p:anim calcmode="discrete" valueType="str">
                                      <p:cBhvr>
                                        <p:cTn id="14"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6" grpId="0" animBg="1"/>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4" y="630931"/>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4" name="Rectangle 6"/>
          <p:cNvSpPr>
            <a:spLocks noChangeArrowheads="1"/>
          </p:cNvSpPr>
          <p:nvPr/>
        </p:nvSpPr>
        <p:spPr bwMode="auto">
          <a:xfrm>
            <a:off x="2741211" y="598860"/>
            <a:ext cx="366158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4.8.1  IP </a:t>
            </a:r>
            <a:r>
              <a:rPr lang="zh-CN" altLang="en-US" sz="2400" b="1" dirty="0">
                <a:solidFill>
                  <a:schemeClr val="bg1"/>
                </a:solidFill>
                <a:latin typeface="微软雅黑" pitchFamily="34" charset="-122"/>
                <a:ea typeface="微软雅黑" pitchFamily="34" charset="-122"/>
              </a:rPr>
              <a:t>多播的基本概念</a:t>
            </a:r>
          </a:p>
        </p:txBody>
      </p:sp>
      <p:sp>
        <p:nvSpPr>
          <p:cNvPr id="5" name="Rectangle 8"/>
          <p:cNvSpPr>
            <a:spLocks noChangeArrowheads="1"/>
          </p:cNvSpPr>
          <p:nvPr/>
        </p:nvSpPr>
        <p:spPr bwMode="auto">
          <a:xfrm>
            <a:off x="545144" y="1029146"/>
            <a:ext cx="8053711" cy="17403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多播 </a:t>
            </a:r>
            <a:r>
              <a:rPr lang="en-US" altLang="zh-CN" sz="2000" b="1" dirty="0">
                <a:latin typeface="微软雅黑" pitchFamily="34" charset="-122"/>
                <a:ea typeface="微软雅黑" pitchFamily="34" charset="-122"/>
              </a:rPr>
              <a:t>(multicast)</a:t>
            </a:r>
            <a:r>
              <a:rPr lang="zh-CN" altLang="en-US" sz="2000" b="1" dirty="0">
                <a:latin typeface="微软雅黑" pitchFamily="34" charset="-122"/>
                <a:ea typeface="微软雅黑" pitchFamily="34" charset="-122"/>
              </a:rPr>
              <a:t> 即一对多的通信。以前曾译为</a:t>
            </a:r>
            <a:r>
              <a:rPr lang="zh-CN" altLang="en-US" sz="2000" b="1" dirty="0">
                <a:solidFill>
                  <a:srgbClr val="0000FF"/>
                </a:solidFill>
                <a:latin typeface="微软雅黑" pitchFamily="34" charset="-122"/>
                <a:ea typeface="微软雅黑" pitchFamily="34" charset="-122"/>
              </a:rPr>
              <a:t>组播</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有许多应用需要由一个源点发送到多个终点，例如，实时信息的交付（如新闻、股市行情等）、软件更新、交互式会议等。</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与单播相比，在一对多的通信中，多播可大大节约网络资源。</a:t>
            </a:r>
          </a:p>
        </p:txBody>
      </p:sp>
    </p:spTree>
    <p:extLst>
      <p:ext uri="{BB962C8B-B14F-4D97-AF65-F5344CB8AC3E}">
        <p14:creationId xmlns:p14="http://schemas.microsoft.com/office/powerpoint/2010/main" val="2219620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anim calcmode="lin" valueType="num">
                                      <p:cBhvr>
                                        <p:cTn id="8"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xEl>
                                              <p:pRg st="1" end="1"/>
                                            </p:txEl>
                                          </p:spTgt>
                                        </p:tgtEl>
                                        <p:attrNameLst>
                                          <p:attrName>style.visibility</p:attrName>
                                        </p:attrNameLst>
                                      </p:cBhvr>
                                      <p:to>
                                        <p:strVal val="visible"/>
                                      </p:to>
                                    </p:set>
                                    <p:animEffect transition="in" filter="fade">
                                      <p:cBhvr>
                                        <p:cTn id="14" dur="1000"/>
                                        <p:tgtEl>
                                          <p:spTgt spid="5">
                                            <p:txEl>
                                              <p:pRg st="1" end="1"/>
                                            </p:txEl>
                                          </p:spTgt>
                                        </p:tgtEl>
                                      </p:cBhvr>
                                    </p:animEffect>
                                    <p:anim calcmode="lin" valueType="num">
                                      <p:cBhvr>
                                        <p:cTn id="15"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xEl>
                                              <p:pRg st="2" end="2"/>
                                            </p:txEl>
                                          </p:spTgt>
                                        </p:tgtEl>
                                        <p:attrNameLst>
                                          <p:attrName>style.visibility</p:attrName>
                                        </p:attrNameLst>
                                      </p:cBhvr>
                                      <p:to>
                                        <p:strVal val="visible"/>
                                      </p:to>
                                    </p:set>
                                    <p:animEffect transition="in" filter="fade">
                                      <p:cBhvr>
                                        <p:cTn id="21" dur="1000"/>
                                        <p:tgtEl>
                                          <p:spTgt spid="5">
                                            <p:txEl>
                                              <p:pRg st="2" end="2"/>
                                            </p:txEl>
                                          </p:spTgt>
                                        </p:tgtEl>
                                      </p:cBhvr>
                                    </p:animEffect>
                                    <p:anim calcmode="lin" valueType="num">
                                      <p:cBhvr>
                                        <p:cTn id="22" dur="10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5">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5" y="1099038"/>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pic>
        <p:nvPicPr>
          <p:cNvPr id="85" name="图片 8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345563" y="1186836"/>
            <a:ext cx="430439" cy="602615"/>
          </a:xfrm>
          <a:prstGeom prst="rect">
            <a:avLst/>
          </a:prstGeom>
        </p:spPr>
      </p:pic>
      <p:sp>
        <p:nvSpPr>
          <p:cNvPr id="2" name="AutoShape 5"/>
          <p:cNvSpPr>
            <a:spLocks noChangeArrowheads="1"/>
          </p:cNvSpPr>
          <p:nvPr/>
        </p:nvSpPr>
        <p:spPr bwMode="auto">
          <a:xfrm>
            <a:off x="545145" y="64130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41968" y="60809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多播可大大节约网络资源</a:t>
            </a:r>
          </a:p>
        </p:txBody>
      </p:sp>
      <p:sp>
        <p:nvSpPr>
          <p:cNvPr id="6" name="Line 77"/>
          <p:cNvSpPr>
            <a:spLocks noChangeShapeType="1"/>
          </p:cNvSpPr>
          <p:nvPr/>
        </p:nvSpPr>
        <p:spPr bwMode="auto">
          <a:xfrm>
            <a:off x="2364824" y="3406751"/>
            <a:ext cx="239164" cy="24657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Line 52"/>
          <p:cNvSpPr>
            <a:spLocks noChangeShapeType="1"/>
          </p:cNvSpPr>
          <p:nvPr/>
        </p:nvSpPr>
        <p:spPr bwMode="auto">
          <a:xfrm flipV="1">
            <a:off x="2413019" y="2011691"/>
            <a:ext cx="954839"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0" name="Line 54"/>
          <p:cNvSpPr>
            <a:spLocks noChangeShapeType="1"/>
          </p:cNvSpPr>
          <p:nvPr/>
        </p:nvSpPr>
        <p:spPr bwMode="auto">
          <a:xfrm flipH="1" flipV="1">
            <a:off x="3432295" y="2011691"/>
            <a:ext cx="0"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55"/>
          <p:cNvSpPr>
            <a:spLocks noChangeShapeType="1"/>
          </p:cNvSpPr>
          <p:nvPr/>
        </p:nvSpPr>
        <p:spPr bwMode="auto">
          <a:xfrm>
            <a:off x="4643709"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2" name="Line 56"/>
          <p:cNvSpPr>
            <a:spLocks noChangeShapeType="1"/>
          </p:cNvSpPr>
          <p:nvPr/>
        </p:nvSpPr>
        <p:spPr bwMode="auto">
          <a:xfrm flipV="1">
            <a:off x="3432295"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3" name="Line 57"/>
          <p:cNvSpPr>
            <a:spLocks noChangeShapeType="1"/>
          </p:cNvSpPr>
          <p:nvPr/>
        </p:nvSpPr>
        <p:spPr bwMode="auto">
          <a:xfrm>
            <a:off x="2349754"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4" name="Line 58"/>
          <p:cNvSpPr>
            <a:spLocks noChangeShapeType="1"/>
          </p:cNvSpPr>
          <p:nvPr/>
        </p:nvSpPr>
        <p:spPr bwMode="auto">
          <a:xfrm>
            <a:off x="3561168" y="2011691"/>
            <a:ext cx="1082541"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5" name="Text Box 59"/>
          <p:cNvSpPr txBox="1">
            <a:spLocks noChangeArrowheads="1"/>
          </p:cNvSpPr>
          <p:nvPr/>
        </p:nvSpPr>
        <p:spPr bwMode="auto">
          <a:xfrm>
            <a:off x="2285118" y="4018862"/>
            <a:ext cx="248657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共有 </a:t>
            </a:r>
            <a:r>
              <a:rPr kumimoji="1" lang="en-US" altLang="zh-CN" sz="1400" b="1" dirty="0">
                <a:latin typeface="微软雅黑" pitchFamily="34" charset="-122"/>
                <a:ea typeface="微软雅黑" pitchFamily="34" charset="-122"/>
              </a:rPr>
              <a:t>90 </a:t>
            </a:r>
            <a:r>
              <a:rPr kumimoji="1" lang="zh-CN" altLang="en-US" sz="1400" b="1" dirty="0">
                <a:latin typeface="微软雅黑" pitchFamily="34" charset="-122"/>
                <a:ea typeface="微软雅黑" pitchFamily="34" charset="-122"/>
              </a:rPr>
              <a:t>个主机接收视频节目</a:t>
            </a:r>
          </a:p>
        </p:txBody>
      </p:sp>
      <p:sp>
        <p:nvSpPr>
          <p:cNvPr id="17" name="AutoShape 61"/>
          <p:cNvSpPr>
            <a:spLocks noChangeArrowheads="1"/>
          </p:cNvSpPr>
          <p:nvPr/>
        </p:nvSpPr>
        <p:spPr bwMode="auto">
          <a:xfrm rot="8740270">
            <a:off x="2666081" y="2168502"/>
            <a:ext cx="354989" cy="139509"/>
          </a:xfrm>
          <a:prstGeom prst="rightArrow">
            <a:avLst>
              <a:gd name="adj1" fmla="val 37500"/>
              <a:gd name="adj2" fmla="val 94377"/>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pic>
        <p:nvPicPr>
          <p:cNvPr id="18" name="Picture 6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61244" y="1876508"/>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 name="Text Box 63"/>
          <p:cNvSpPr txBox="1">
            <a:spLocks noChangeArrowheads="1"/>
          </p:cNvSpPr>
          <p:nvPr/>
        </p:nvSpPr>
        <p:spPr bwMode="auto">
          <a:xfrm>
            <a:off x="2985923" y="157694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p:txBody>
      </p:sp>
      <p:sp>
        <p:nvSpPr>
          <p:cNvPr id="20" name="Text Box 64"/>
          <p:cNvSpPr txBox="1">
            <a:spLocks noChangeArrowheads="1"/>
          </p:cNvSpPr>
          <p:nvPr/>
        </p:nvSpPr>
        <p:spPr bwMode="auto">
          <a:xfrm>
            <a:off x="2949604" y="235992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3</a:t>
            </a:r>
            <a:endParaRPr kumimoji="1" lang="en-US" altLang="zh-CN" sz="1400" b="1">
              <a:latin typeface="微软雅黑" pitchFamily="34" charset="-122"/>
              <a:ea typeface="微软雅黑" pitchFamily="34" charset="-122"/>
            </a:endParaRPr>
          </a:p>
        </p:txBody>
      </p:sp>
      <p:sp>
        <p:nvSpPr>
          <p:cNvPr id="21" name="Text Box 65"/>
          <p:cNvSpPr txBox="1">
            <a:spLocks noChangeArrowheads="1"/>
          </p:cNvSpPr>
          <p:nvPr/>
        </p:nvSpPr>
        <p:spPr bwMode="auto">
          <a:xfrm>
            <a:off x="4118840" y="241074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4</a:t>
            </a:r>
            <a:endParaRPr kumimoji="1" lang="en-US" altLang="zh-CN" sz="1400" b="1">
              <a:latin typeface="微软雅黑" pitchFamily="34" charset="-122"/>
              <a:ea typeface="微软雅黑" pitchFamily="34" charset="-122"/>
            </a:endParaRPr>
          </a:p>
        </p:txBody>
      </p:sp>
      <p:sp>
        <p:nvSpPr>
          <p:cNvPr id="22" name="Text Box 66"/>
          <p:cNvSpPr txBox="1">
            <a:spLocks noChangeArrowheads="1"/>
          </p:cNvSpPr>
          <p:nvPr/>
        </p:nvSpPr>
        <p:spPr bwMode="auto">
          <a:xfrm>
            <a:off x="1840118" y="237938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endParaRPr kumimoji="1" lang="en-US" altLang="zh-CN" sz="1400" b="1">
              <a:latin typeface="微软雅黑" pitchFamily="34" charset="-122"/>
              <a:ea typeface="微软雅黑" pitchFamily="34" charset="-122"/>
            </a:endParaRPr>
          </a:p>
        </p:txBody>
      </p:sp>
      <p:sp>
        <p:nvSpPr>
          <p:cNvPr id="23" name="Text Box 67"/>
          <p:cNvSpPr txBox="1">
            <a:spLocks noChangeArrowheads="1"/>
          </p:cNvSpPr>
          <p:nvPr/>
        </p:nvSpPr>
        <p:spPr bwMode="auto">
          <a:xfrm>
            <a:off x="1094634" y="1352345"/>
            <a:ext cx="131959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视频服务器 </a:t>
            </a:r>
            <a:r>
              <a:rPr kumimoji="1" lang="en-US" altLang="zh-CN" sz="1400" b="1" dirty="0">
                <a:solidFill>
                  <a:srgbClr val="0000FF"/>
                </a:solidFill>
                <a:latin typeface="微软雅黑" pitchFamily="34" charset="-122"/>
                <a:ea typeface="微软雅黑" pitchFamily="34" charset="-122"/>
              </a:rPr>
              <a:t>M</a:t>
            </a:r>
          </a:p>
        </p:txBody>
      </p:sp>
      <p:pic>
        <p:nvPicPr>
          <p:cNvPr id="24" name="Picture 6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52742" y="2532955"/>
            <a:ext cx="362018"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6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61244" y="2532955"/>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7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158787" y="2555665"/>
            <a:ext cx="362018" cy="1968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1" name="AutoShape 75"/>
          <p:cNvSpPr>
            <a:spLocks noChangeArrowheads="1"/>
          </p:cNvSpPr>
          <p:nvPr/>
        </p:nvSpPr>
        <p:spPr bwMode="auto">
          <a:xfrm rot="1858546">
            <a:off x="3925530" y="2134977"/>
            <a:ext cx="356161" cy="140590"/>
          </a:xfrm>
          <a:prstGeom prst="rightArrow">
            <a:avLst>
              <a:gd name="adj1" fmla="val 37500"/>
              <a:gd name="adj2" fmla="val 93961"/>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2" name="Line 76"/>
          <p:cNvSpPr>
            <a:spLocks noChangeShapeType="1"/>
          </p:cNvSpPr>
          <p:nvPr/>
        </p:nvSpPr>
        <p:spPr bwMode="auto">
          <a:xfrm flipH="1">
            <a:off x="1967818" y="3393435"/>
            <a:ext cx="251687" cy="32261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3" name="Line 78"/>
          <p:cNvSpPr>
            <a:spLocks noChangeShapeType="1"/>
          </p:cNvSpPr>
          <p:nvPr/>
        </p:nvSpPr>
        <p:spPr bwMode="auto">
          <a:xfrm flipH="1">
            <a:off x="3113624" y="3406751"/>
            <a:ext cx="198040" cy="30929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4" name="Line 79"/>
          <p:cNvSpPr>
            <a:spLocks noChangeShapeType="1"/>
          </p:cNvSpPr>
          <p:nvPr/>
        </p:nvSpPr>
        <p:spPr bwMode="auto">
          <a:xfrm>
            <a:off x="3504043" y="3405917"/>
            <a:ext cx="311359" cy="24740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5" name="Line 80"/>
          <p:cNvSpPr>
            <a:spLocks noChangeShapeType="1"/>
          </p:cNvSpPr>
          <p:nvPr/>
        </p:nvSpPr>
        <p:spPr bwMode="auto">
          <a:xfrm flipH="1">
            <a:off x="4325038" y="3393435"/>
            <a:ext cx="253091" cy="25989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6" name="Line 81"/>
          <p:cNvSpPr>
            <a:spLocks noChangeShapeType="1"/>
          </p:cNvSpPr>
          <p:nvPr/>
        </p:nvSpPr>
        <p:spPr bwMode="auto">
          <a:xfrm>
            <a:off x="4749382" y="3404111"/>
            <a:ext cx="339527" cy="3119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2" name="Text Box 88"/>
          <p:cNvSpPr txBox="1">
            <a:spLocks noChangeArrowheads="1"/>
          </p:cNvSpPr>
          <p:nvPr/>
        </p:nvSpPr>
        <p:spPr bwMode="auto">
          <a:xfrm>
            <a:off x="2113137" y="3393434"/>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t>
            </a:r>
          </a:p>
        </p:txBody>
      </p:sp>
      <p:sp>
        <p:nvSpPr>
          <p:cNvPr id="43" name="Text Box 89"/>
          <p:cNvSpPr txBox="1">
            <a:spLocks noChangeArrowheads="1"/>
          </p:cNvSpPr>
          <p:nvPr/>
        </p:nvSpPr>
        <p:spPr bwMode="auto">
          <a:xfrm>
            <a:off x="4523078" y="3393434"/>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a:t>
            </a:r>
          </a:p>
        </p:txBody>
      </p:sp>
      <p:sp>
        <p:nvSpPr>
          <p:cNvPr id="44" name="Text Box 90"/>
          <p:cNvSpPr txBox="1">
            <a:spLocks noChangeArrowheads="1"/>
          </p:cNvSpPr>
          <p:nvPr/>
        </p:nvSpPr>
        <p:spPr bwMode="auto">
          <a:xfrm>
            <a:off x="3311664" y="3573798"/>
            <a:ext cx="43348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1400" b="1">
                <a:latin typeface="微软雅黑" pitchFamily="34" charset="-122"/>
                <a:ea typeface="微软雅黑" pitchFamily="34" charset="-122"/>
              </a:rPr>
              <a:t>…</a:t>
            </a:r>
          </a:p>
        </p:txBody>
      </p:sp>
      <p:sp>
        <p:nvSpPr>
          <p:cNvPr id="45" name="Text Box 91"/>
          <p:cNvSpPr txBox="1">
            <a:spLocks noChangeArrowheads="1"/>
          </p:cNvSpPr>
          <p:nvPr/>
        </p:nvSpPr>
        <p:spPr bwMode="auto">
          <a:xfrm>
            <a:off x="2594615" y="2786015"/>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CC00CC"/>
                </a:solidFill>
                <a:latin typeface="微软雅黑" pitchFamily="34" charset="-122"/>
                <a:ea typeface="微软雅黑" pitchFamily="34" charset="-122"/>
              </a:rPr>
              <a:t>30 </a:t>
            </a:r>
            <a:r>
              <a:rPr kumimoji="1" lang="zh-CN" altLang="en-US" sz="1200" b="1">
                <a:solidFill>
                  <a:srgbClr val="CC00CC"/>
                </a:solidFill>
                <a:latin typeface="微软雅黑" pitchFamily="34" charset="-122"/>
                <a:ea typeface="微软雅黑" pitchFamily="34" charset="-122"/>
              </a:rPr>
              <a:t>个</a:t>
            </a:r>
          </a:p>
        </p:txBody>
      </p:sp>
      <p:sp>
        <p:nvSpPr>
          <p:cNvPr id="46" name="Text Box 92"/>
          <p:cNvSpPr txBox="1">
            <a:spLocks noChangeArrowheads="1"/>
          </p:cNvSpPr>
          <p:nvPr/>
        </p:nvSpPr>
        <p:spPr bwMode="auto">
          <a:xfrm>
            <a:off x="3640837" y="2753572"/>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CC00CC"/>
                </a:solidFill>
                <a:latin typeface="微软雅黑" pitchFamily="34" charset="-122"/>
                <a:ea typeface="微软雅黑" pitchFamily="34" charset="-122"/>
              </a:rPr>
              <a:t>30 </a:t>
            </a:r>
            <a:r>
              <a:rPr kumimoji="1" lang="zh-CN" altLang="en-US" sz="1200" b="1">
                <a:solidFill>
                  <a:srgbClr val="CC00CC"/>
                </a:solidFill>
                <a:latin typeface="微软雅黑" pitchFamily="34" charset="-122"/>
                <a:ea typeface="微软雅黑" pitchFamily="34" charset="-122"/>
              </a:rPr>
              <a:t>个</a:t>
            </a:r>
          </a:p>
        </p:txBody>
      </p:sp>
      <p:sp>
        <p:nvSpPr>
          <p:cNvPr id="47" name="Text Box 93"/>
          <p:cNvSpPr txBox="1">
            <a:spLocks noChangeArrowheads="1"/>
          </p:cNvSpPr>
          <p:nvPr/>
        </p:nvSpPr>
        <p:spPr bwMode="auto">
          <a:xfrm>
            <a:off x="4880369" y="2704905"/>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CC00CC"/>
                </a:solidFill>
                <a:latin typeface="微软雅黑" pitchFamily="34" charset="-122"/>
                <a:ea typeface="微软雅黑" pitchFamily="34" charset="-122"/>
              </a:rPr>
              <a:t>30 </a:t>
            </a:r>
            <a:r>
              <a:rPr kumimoji="1" lang="zh-CN" altLang="en-US" sz="1200" b="1">
                <a:solidFill>
                  <a:srgbClr val="CC00CC"/>
                </a:solidFill>
                <a:latin typeface="微软雅黑" pitchFamily="34" charset="-122"/>
                <a:ea typeface="微软雅黑" pitchFamily="34" charset="-122"/>
              </a:rPr>
              <a:t>个</a:t>
            </a:r>
          </a:p>
        </p:txBody>
      </p:sp>
      <p:sp>
        <p:nvSpPr>
          <p:cNvPr id="48" name="Text Box 94"/>
          <p:cNvSpPr txBox="1">
            <a:spLocks noChangeArrowheads="1"/>
          </p:cNvSpPr>
          <p:nvPr/>
        </p:nvSpPr>
        <p:spPr bwMode="auto">
          <a:xfrm>
            <a:off x="4225453" y="1871103"/>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solidFill>
                  <a:srgbClr val="CC00CC"/>
                </a:solidFill>
                <a:latin typeface="微软雅黑" pitchFamily="34" charset="-122"/>
                <a:ea typeface="微软雅黑" pitchFamily="34" charset="-122"/>
              </a:rPr>
              <a:t>30 </a:t>
            </a:r>
            <a:r>
              <a:rPr kumimoji="1" lang="zh-CN" altLang="en-US" sz="1200" b="1">
                <a:solidFill>
                  <a:srgbClr val="CC00CC"/>
                </a:solidFill>
                <a:latin typeface="微软雅黑" pitchFamily="34" charset="-122"/>
                <a:ea typeface="微软雅黑" pitchFamily="34" charset="-122"/>
              </a:rPr>
              <a:t>个</a:t>
            </a:r>
          </a:p>
        </p:txBody>
      </p:sp>
      <p:sp>
        <p:nvSpPr>
          <p:cNvPr id="49" name="Text Box 95"/>
          <p:cNvSpPr txBox="1">
            <a:spLocks noChangeArrowheads="1"/>
          </p:cNvSpPr>
          <p:nvPr/>
        </p:nvSpPr>
        <p:spPr bwMode="auto">
          <a:xfrm>
            <a:off x="3666611" y="2246367"/>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30 </a:t>
            </a:r>
            <a:r>
              <a:rPr kumimoji="1" lang="zh-CN" altLang="en-US" sz="1200" b="1" dirty="0">
                <a:solidFill>
                  <a:srgbClr val="CC00CC"/>
                </a:solidFill>
                <a:latin typeface="微软雅黑" pitchFamily="34" charset="-122"/>
                <a:ea typeface="微软雅黑" pitchFamily="34" charset="-122"/>
              </a:rPr>
              <a:t>个</a:t>
            </a:r>
          </a:p>
        </p:txBody>
      </p:sp>
      <p:sp>
        <p:nvSpPr>
          <p:cNvPr id="50" name="Text Box 96"/>
          <p:cNvSpPr txBox="1">
            <a:spLocks noChangeArrowheads="1"/>
          </p:cNvSpPr>
          <p:nvPr/>
        </p:nvSpPr>
        <p:spPr bwMode="auto">
          <a:xfrm>
            <a:off x="2201581" y="1871103"/>
            <a:ext cx="5741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CC00CC"/>
                </a:solidFill>
                <a:latin typeface="微软雅黑" pitchFamily="34" charset="-122"/>
                <a:ea typeface="微软雅黑" pitchFamily="34" charset="-122"/>
              </a:rPr>
              <a:t>30 </a:t>
            </a:r>
            <a:r>
              <a:rPr kumimoji="1" lang="zh-CN" altLang="en-US" sz="1200" b="1" dirty="0">
                <a:solidFill>
                  <a:srgbClr val="CC00CC"/>
                </a:solidFill>
                <a:latin typeface="微软雅黑" pitchFamily="34" charset="-122"/>
                <a:ea typeface="微软雅黑" pitchFamily="34" charset="-122"/>
              </a:rPr>
              <a:t>个</a:t>
            </a:r>
          </a:p>
        </p:txBody>
      </p:sp>
      <p:sp>
        <p:nvSpPr>
          <p:cNvPr id="54" name="AutoShape 101"/>
          <p:cNvSpPr>
            <a:spLocks noChangeArrowheads="1"/>
          </p:cNvSpPr>
          <p:nvPr/>
        </p:nvSpPr>
        <p:spPr bwMode="auto">
          <a:xfrm rot="1858546">
            <a:off x="4006369" y="2117675"/>
            <a:ext cx="354989" cy="140590"/>
          </a:xfrm>
          <a:prstGeom prst="rightArrow">
            <a:avLst>
              <a:gd name="adj1" fmla="val 37500"/>
              <a:gd name="adj2" fmla="val 93652"/>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5" name="AutoShape 102"/>
          <p:cNvSpPr>
            <a:spLocks noChangeArrowheads="1"/>
          </p:cNvSpPr>
          <p:nvPr/>
        </p:nvSpPr>
        <p:spPr bwMode="auto">
          <a:xfrm rot="1858546">
            <a:off x="4086037" y="2100371"/>
            <a:ext cx="354989" cy="139508"/>
          </a:xfrm>
          <a:prstGeom prst="rightArrow">
            <a:avLst>
              <a:gd name="adj1" fmla="val 37500"/>
              <a:gd name="adj2" fmla="val 94378"/>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nvGrpSpPr>
          <p:cNvPr id="56" name="Group 103"/>
          <p:cNvGrpSpPr>
            <a:grpSpLocks/>
          </p:cNvGrpSpPr>
          <p:nvPr/>
        </p:nvGrpSpPr>
        <p:grpSpPr bwMode="auto">
          <a:xfrm>
            <a:off x="4675342" y="2763305"/>
            <a:ext cx="301096" cy="446643"/>
            <a:chOff x="2222" y="1578"/>
            <a:chExt cx="215" cy="328"/>
          </a:xfrm>
          <a:solidFill>
            <a:srgbClr val="00FF99"/>
          </a:solidFill>
        </p:grpSpPr>
        <p:sp>
          <p:nvSpPr>
            <p:cNvPr id="74" name="AutoShape 104"/>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5" name="AutoShape 105"/>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6" name="AutoShape 106"/>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grpSp>
        <p:nvGrpSpPr>
          <p:cNvPr id="5" name="组合 4">
            <a:extLst>
              <a:ext uri="{FF2B5EF4-FFF2-40B4-BE49-F238E27FC236}">
                <a16:creationId xmlns:a16="http://schemas.microsoft.com/office/drawing/2014/main" id="{0C4A04EE-FFE1-12A6-F096-9199A4F1B8B8}"/>
              </a:ext>
            </a:extLst>
          </p:cNvPr>
          <p:cNvGrpSpPr/>
          <p:nvPr/>
        </p:nvGrpSpPr>
        <p:grpSpPr>
          <a:xfrm>
            <a:off x="3432295" y="1349837"/>
            <a:ext cx="853032" cy="695379"/>
            <a:chOff x="3432295" y="1349837"/>
            <a:chExt cx="853032" cy="695379"/>
          </a:xfrm>
        </p:grpSpPr>
        <p:sp>
          <p:nvSpPr>
            <p:cNvPr id="9" name="Line 53"/>
            <p:cNvSpPr>
              <a:spLocks noChangeShapeType="1"/>
            </p:cNvSpPr>
            <p:nvPr/>
          </p:nvSpPr>
          <p:spPr bwMode="auto">
            <a:xfrm flipV="1">
              <a:off x="3432295" y="1488143"/>
              <a:ext cx="0" cy="39918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6" name="AutoShape 60"/>
            <p:cNvSpPr>
              <a:spLocks noChangeArrowheads="1"/>
            </p:cNvSpPr>
            <p:nvPr/>
          </p:nvSpPr>
          <p:spPr bwMode="auto">
            <a:xfrm rot="5400000">
              <a:off x="3362856" y="1588165"/>
              <a:ext cx="343904" cy="144105"/>
            </a:xfrm>
            <a:prstGeom prst="rightArrow">
              <a:avLst>
                <a:gd name="adj1" fmla="val 37500"/>
                <a:gd name="adj2" fmla="val 103881"/>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1" name="Text Box 97"/>
            <p:cNvSpPr txBox="1">
              <a:spLocks noChangeArrowheads="1"/>
            </p:cNvSpPr>
            <p:nvPr/>
          </p:nvSpPr>
          <p:spPr bwMode="auto">
            <a:xfrm>
              <a:off x="3711131" y="1349837"/>
              <a:ext cx="57419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90 </a:t>
              </a:r>
              <a:r>
                <a:rPr kumimoji="1" lang="zh-CN" altLang="en-US" sz="1200" b="1" dirty="0">
                  <a:solidFill>
                    <a:srgbClr val="CC00CC"/>
                  </a:solidFill>
                  <a:latin typeface="微软雅黑" pitchFamily="34" charset="-122"/>
                  <a:ea typeface="微软雅黑" pitchFamily="34" charset="-122"/>
                </a:rPr>
                <a:t>个</a:t>
              </a:r>
            </a:p>
          </p:txBody>
        </p:sp>
        <p:sp>
          <p:nvSpPr>
            <p:cNvPr id="52" name="AutoShape 99"/>
            <p:cNvSpPr>
              <a:spLocks noChangeArrowheads="1"/>
            </p:cNvSpPr>
            <p:nvPr/>
          </p:nvSpPr>
          <p:spPr bwMode="auto">
            <a:xfrm rot="5400000">
              <a:off x="3430763" y="1631378"/>
              <a:ext cx="342823" cy="145276"/>
            </a:xfrm>
            <a:prstGeom prst="rightArrow">
              <a:avLst>
                <a:gd name="adj1" fmla="val 37500"/>
                <a:gd name="adj2" fmla="val 102720"/>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3" name="AutoShape 100"/>
            <p:cNvSpPr>
              <a:spLocks noChangeArrowheads="1"/>
            </p:cNvSpPr>
            <p:nvPr/>
          </p:nvSpPr>
          <p:spPr bwMode="auto">
            <a:xfrm rot="5400000">
              <a:off x="3498128" y="1674141"/>
              <a:ext cx="342822" cy="144104"/>
            </a:xfrm>
            <a:prstGeom prst="rightArrow">
              <a:avLst>
                <a:gd name="adj1" fmla="val 37500"/>
                <a:gd name="adj2" fmla="val 103555"/>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7" name="AutoShape 107"/>
            <p:cNvSpPr>
              <a:spLocks noChangeArrowheads="1"/>
            </p:cNvSpPr>
            <p:nvPr/>
          </p:nvSpPr>
          <p:spPr bwMode="auto">
            <a:xfrm rot="5400000">
              <a:off x="3565494" y="1716813"/>
              <a:ext cx="342822" cy="145276"/>
            </a:xfrm>
            <a:prstGeom prst="rightArrow">
              <a:avLst>
                <a:gd name="adj1" fmla="val 37500"/>
                <a:gd name="adj2" fmla="val 102720"/>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8" name="AutoShape 108"/>
            <p:cNvSpPr>
              <a:spLocks noChangeArrowheads="1"/>
            </p:cNvSpPr>
            <p:nvPr/>
          </p:nvSpPr>
          <p:spPr bwMode="auto">
            <a:xfrm rot="5400000">
              <a:off x="3632860" y="1759576"/>
              <a:ext cx="342823" cy="144105"/>
            </a:xfrm>
            <a:prstGeom prst="rightArrow">
              <a:avLst>
                <a:gd name="adj1" fmla="val 37500"/>
                <a:gd name="adj2" fmla="val 103555"/>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9" name="AutoShape 109"/>
            <p:cNvSpPr>
              <a:spLocks noChangeArrowheads="1"/>
            </p:cNvSpPr>
            <p:nvPr/>
          </p:nvSpPr>
          <p:spPr bwMode="auto">
            <a:xfrm rot="5400000">
              <a:off x="3699054" y="1801167"/>
              <a:ext cx="342822" cy="145276"/>
            </a:xfrm>
            <a:prstGeom prst="rightArrow">
              <a:avLst>
                <a:gd name="adj1" fmla="val 37500"/>
                <a:gd name="adj2" fmla="val 102720"/>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sp>
        <p:nvSpPr>
          <p:cNvPr id="60" name="AutoShape 110"/>
          <p:cNvSpPr>
            <a:spLocks noChangeArrowheads="1"/>
          </p:cNvSpPr>
          <p:nvPr/>
        </p:nvSpPr>
        <p:spPr bwMode="auto">
          <a:xfrm rot="8740270">
            <a:off x="2603988" y="2143630"/>
            <a:ext cx="354988" cy="140590"/>
          </a:xfrm>
          <a:prstGeom prst="rightArrow">
            <a:avLst>
              <a:gd name="adj1" fmla="val 37500"/>
              <a:gd name="adj2" fmla="val 93652"/>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1" name="AutoShape 111"/>
          <p:cNvSpPr>
            <a:spLocks noChangeArrowheads="1"/>
          </p:cNvSpPr>
          <p:nvPr/>
        </p:nvSpPr>
        <p:spPr bwMode="auto">
          <a:xfrm rot="8740270">
            <a:off x="2540722" y="2117675"/>
            <a:ext cx="354988" cy="140590"/>
          </a:xfrm>
          <a:prstGeom prst="rightArrow">
            <a:avLst>
              <a:gd name="adj1" fmla="val 37500"/>
              <a:gd name="adj2" fmla="val 93652"/>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nvGrpSpPr>
          <p:cNvPr id="62" name="Group 112"/>
          <p:cNvGrpSpPr>
            <a:grpSpLocks/>
          </p:cNvGrpSpPr>
          <p:nvPr/>
        </p:nvGrpSpPr>
        <p:grpSpPr bwMode="auto">
          <a:xfrm>
            <a:off x="3432295" y="2752490"/>
            <a:ext cx="302268" cy="446643"/>
            <a:chOff x="2222" y="1578"/>
            <a:chExt cx="215" cy="328"/>
          </a:xfrm>
          <a:solidFill>
            <a:srgbClr val="00FF99"/>
          </a:solidFill>
        </p:grpSpPr>
        <p:sp>
          <p:nvSpPr>
            <p:cNvPr id="71" name="AutoShape 113"/>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2" name="AutoShape 114"/>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3" name="AutoShape 115"/>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grpSp>
        <p:nvGrpSpPr>
          <p:cNvPr id="63" name="Group 116"/>
          <p:cNvGrpSpPr>
            <a:grpSpLocks/>
          </p:cNvGrpSpPr>
          <p:nvPr/>
        </p:nvGrpSpPr>
        <p:grpSpPr bwMode="auto">
          <a:xfrm>
            <a:off x="2364986" y="2800074"/>
            <a:ext cx="302268" cy="446643"/>
            <a:chOff x="2222" y="1578"/>
            <a:chExt cx="215" cy="328"/>
          </a:xfrm>
          <a:solidFill>
            <a:srgbClr val="00FF99"/>
          </a:solidFill>
        </p:grpSpPr>
        <p:sp>
          <p:nvSpPr>
            <p:cNvPr id="68" name="AutoShape 117"/>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9" name="AutoShape 118"/>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0" name="AutoShape 119"/>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grpSp>
        <p:nvGrpSpPr>
          <p:cNvPr id="64" name="Group 120"/>
          <p:cNvGrpSpPr>
            <a:grpSpLocks/>
          </p:cNvGrpSpPr>
          <p:nvPr/>
        </p:nvGrpSpPr>
        <p:grpSpPr bwMode="auto">
          <a:xfrm>
            <a:off x="3432295" y="2120918"/>
            <a:ext cx="302268" cy="446643"/>
            <a:chOff x="2222" y="1578"/>
            <a:chExt cx="215" cy="328"/>
          </a:xfrm>
          <a:solidFill>
            <a:srgbClr val="00FF99"/>
          </a:solidFill>
        </p:grpSpPr>
        <p:sp>
          <p:nvSpPr>
            <p:cNvPr id="65" name="AutoShape 121"/>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6" name="AutoShape 122"/>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7" name="AutoShape 123"/>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grpSp>
      <p:sp>
        <p:nvSpPr>
          <p:cNvPr id="77" name="Text Box 126"/>
          <p:cNvSpPr txBox="1">
            <a:spLocks noChangeArrowheads="1"/>
          </p:cNvSpPr>
          <p:nvPr/>
        </p:nvSpPr>
        <p:spPr bwMode="auto">
          <a:xfrm>
            <a:off x="5835176" y="1568514"/>
            <a:ext cx="2074677" cy="1323439"/>
          </a:xfrm>
          <a:prstGeom prst="rect">
            <a:avLst/>
          </a:prstGeom>
          <a:solidFill>
            <a:srgbClr val="00FF99"/>
          </a:solidFill>
          <a:ln w="9525">
            <a:solidFill>
              <a:schemeClr val="folHlink"/>
            </a:solidFill>
            <a:miter lim="800000"/>
            <a:headEnd/>
            <a:tailEnd/>
          </a:ln>
          <a:effectLst/>
        </p:spPr>
        <p:txBody>
          <a:bodyPr wrap="square">
            <a:spAutoFit/>
          </a:bodyPr>
          <a:lstStyle/>
          <a:p>
            <a:pPr algn="ctr">
              <a:lnSpc>
                <a:spcPts val="2400"/>
              </a:lnSpc>
            </a:pPr>
            <a:r>
              <a:rPr kumimoji="1" lang="zh-CN" altLang="en-US" sz="1600" b="1" dirty="0">
                <a:solidFill>
                  <a:srgbClr val="0000FF"/>
                </a:solidFill>
                <a:latin typeface="微软雅黑" pitchFamily="34" charset="-122"/>
                <a:ea typeface="微软雅黑" pitchFamily="34" charset="-122"/>
              </a:rPr>
              <a:t>采用</a:t>
            </a:r>
            <a:r>
              <a:rPr kumimoji="1" lang="zh-CN" altLang="zh-CN" sz="1600" b="1" dirty="0">
                <a:solidFill>
                  <a:srgbClr val="0000FF"/>
                </a:solidFill>
                <a:latin typeface="微软雅黑" pitchFamily="34" charset="-122"/>
                <a:ea typeface="微软雅黑" pitchFamily="34" charset="-122"/>
              </a:rPr>
              <a:t>单播方式</a:t>
            </a:r>
            <a:r>
              <a:rPr kumimoji="1" lang="zh-CN" altLang="en-US" sz="1600" b="1" dirty="0">
                <a:solidFill>
                  <a:srgbClr val="0000FF"/>
                </a:solidFill>
                <a:latin typeface="微软雅黑" pitchFamily="34" charset="-122"/>
                <a:ea typeface="微软雅黑" pitchFamily="34" charset="-122"/>
              </a:rPr>
              <a:t>，</a:t>
            </a:r>
            <a:endParaRPr kumimoji="1" lang="en-US" altLang="zh-CN" sz="1600" b="1" dirty="0">
              <a:solidFill>
                <a:srgbClr val="0000FF"/>
              </a:solidFill>
              <a:latin typeface="微软雅黑" pitchFamily="34" charset="-122"/>
              <a:ea typeface="微软雅黑" pitchFamily="34" charset="-122"/>
            </a:endParaRPr>
          </a:p>
          <a:p>
            <a:pPr algn="ctr">
              <a:lnSpc>
                <a:spcPts val="2400"/>
              </a:lnSpc>
            </a:pPr>
            <a:r>
              <a:rPr kumimoji="1" lang="zh-CN" altLang="zh-CN" sz="1600" b="1" dirty="0">
                <a:latin typeface="微软雅黑" pitchFamily="34" charset="-122"/>
                <a:ea typeface="微软雅黑" pitchFamily="34" charset="-122"/>
              </a:rPr>
              <a:t>向</a:t>
            </a:r>
            <a:r>
              <a:rPr kumimoji="1" lang="en-US" altLang="zh-CN" sz="1600" b="1" dirty="0">
                <a:latin typeface="微软雅黑" pitchFamily="34" charset="-122"/>
                <a:ea typeface="微软雅黑" pitchFamily="34" charset="-122"/>
              </a:rPr>
              <a:t> 90 </a:t>
            </a:r>
            <a:r>
              <a:rPr kumimoji="1" lang="zh-CN" altLang="zh-CN" sz="1600" b="1" dirty="0">
                <a:latin typeface="微软雅黑" pitchFamily="34" charset="-122"/>
                <a:ea typeface="微软雅黑" pitchFamily="34" charset="-122"/>
              </a:rPr>
              <a:t>台主机传送</a:t>
            </a:r>
            <a:endParaRPr kumimoji="1" lang="en-US" altLang="zh-CN" sz="1600" b="1" dirty="0">
              <a:latin typeface="微软雅黑" pitchFamily="34" charset="-122"/>
              <a:ea typeface="微软雅黑" pitchFamily="34" charset="-122"/>
            </a:endParaRPr>
          </a:p>
          <a:p>
            <a:pPr algn="ctr">
              <a:lnSpc>
                <a:spcPts val="2400"/>
              </a:lnSpc>
            </a:pPr>
            <a:r>
              <a:rPr kumimoji="1" lang="zh-CN" altLang="zh-CN" sz="1600" b="1" dirty="0">
                <a:latin typeface="微软雅黑" pitchFamily="34" charset="-122"/>
                <a:ea typeface="微软雅黑" pitchFamily="34" charset="-122"/>
              </a:rPr>
              <a:t>同样的视频节目</a:t>
            </a:r>
            <a:endParaRPr kumimoji="1" lang="en-US" altLang="zh-CN" sz="1600" b="1" dirty="0">
              <a:latin typeface="微软雅黑" pitchFamily="34" charset="-122"/>
              <a:ea typeface="微软雅黑" pitchFamily="34" charset="-122"/>
            </a:endParaRPr>
          </a:p>
          <a:p>
            <a:pPr algn="ctr">
              <a:lnSpc>
                <a:spcPts val="2400"/>
              </a:lnSpc>
            </a:pPr>
            <a:r>
              <a:rPr kumimoji="1" lang="zh-CN" altLang="zh-CN" sz="1600" b="1" dirty="0">
                <a:latin typeface="微软雅黑" pitchFamily="34" charset="-122"/>
                <a:ea typeface="微软雅黑" pitchFamily="34" charset="-122"/>
              </a:rPr>
              <a:t>需要发送</a:t>
            </a:r>
            <a:r>
              <a:rPr kumimoji="1" lang="en-US" altLang="zh-CN" sz="1600" b="1" dirty="0">
                <a:latin typeface="微软雅黑" pitchFamily="34" charset="-122"/>
                <a:ea typeface="微软雅黑" pitchFamily="34" charset="-122"/>
              </a:rPr>
              <a:t> 90 </a:t>
            </a:r>
            <a:r>
              <a:rPr kumimoji="1" lang="zh-CN" altLang="zh-CN" sz="1600" b="1" dirty="0">
                <a:latin typeface="微软雅黑" pitchFamily="34" charset="-122"/>
                <a:ea typeface="微软雅黑" pitchFamily="34" charset="-122"/>
              </a:rPr>
              <a:t>个单播</a:t>
            </a:r>
            <a:endParaRPr kumimoji="1" lang="zh-CN" altLang="en-US" sz="1600" b="1" dirty="0">
              <a:latin typeface="微软雅黑" pitchFamily="34" charset="-122"/>
              <a:ea typeface="微软雅黑" pitchFamily="34" charset="-122"/>
            </a:endParaRPr>
          </a:p>
        </p:txBody>
      </p:sp>
      <p:pic>
        <p:nvPicPr>
          <p:cNvPr id="79"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788366"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0"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427547"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943121"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638961"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153785"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14351" y="3631475"/>
            <a:ext cx="352881" cy="352881"/>
          </a:xfrm>
          <a:prstGeom prst="rect">
            <a:avLst/>
          </a:prstGeom>
          <a:noFill/>
          <a:extLst>
            <a:ext uri="{909E8E84-426E-40DD-AFC4-6F175D3DCCD1}">
              <a14:hiddenFill xmlns:a14="http://schemas.microsoft.com/office/drawing/2010/main">
                <a:solidFill>
                  <a:srgbClr val="FFFFFF"/>
                </a:solidFill>
              </a14:hiddenFill>
            </a:ext>
          </a:extLst>
        </p:spPr>
      </p:pic>
      <p:cxnSp>
        <p:nvCxnSpPr>
          <p:cNvPr id="87" name="直接连接符 86"/>
          <p:cNvCxnSpPr>
            <a:stCxn id="9" idx="1"/>
            <a:endCxn id="85" idx="3"/>
          </p:cNvCxnSpPr>
          <p:nvPr/>
        </p:nvCxnSpPr>
        <p:spPr>
          <a:xfrm flipH="1">
            <a:off x="2776002" y="1488143"/>
            <a:ext cx="656294" cy="1"/>
          </a:xfrm>
          <a:prstGeom prst="line">
            <a:avLst/>
          </a:prstGeom>
          <a:ln w="28575">
            <a:solidFill>
              <a:srgbClr val="0000FF"/>
            </a:solidFill>
          </a:ln>
        </p:spPr>
        <p:style>
          <a:lnRef idx="1">
            <a:schemeClr val="accent1"/>
          </a:lnRef>
          <a:fillRef idx="0">
            <a:schemeClr val="accent1"/>
          </a:fillRef>
          <a:effectRef idx="0">
            <a:schemeClr val="accent1"/>
          </a:effectRef>
          <a:fontRef idx="minor">
            <a:schemeClr val="tx1"/>
          </a:fontRef>
        </p:style>
      </p:cxnSp>
      <p:pic>
        <p:nvPicPr>
          <p:cNvPr id="86"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131813"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88"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240519"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89"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51614"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152742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fade">
                                      <p:cBhvr>
                                        <p:cTn id="7" dur="1000"/>
                                        <p:tgtEl>
                                          <p:spTgt spid="77"/>
                                        </p:tgtEl>
                                      </p:cBhvr>
                                    </p:animEffect>
                                    <p:anim calcmode="lin" valueType="num">
                                      <p:cBhvr>
                                        <p:cTn id="8" dur="1000" fill="hold"/>
                                        <p:tgtEl>
                                          <p:spTgt spid="77"/>
                                        </p:tgtEl>
                                        <p:attrNameLst>
                                          <p:attrName>ppt_x</p:attrName>
                                        </p:attrNameLst>
                                      </p:cBhvr>
                                      <p:tavLst>
                                        <p:tav tm="0">
                                          <p:val>
                                            <p:strVal val="#ppt_x"/>
                                          </p:val>
                                        </p:tav>
                                        <p:tav tm="100000">
                                          <p:val>
                                            <p:strVal val="#ppt_x"/>
                                          </p:val>
                                        </p:tav>
                                      </p:tavLst>
                                    </p:anim>
                                    <p:anim calcmode="lin" valueType="num">
                                      <p:cBhvr>
                                        <p:cTn id="9" dur="1000" fill="hold"/>
                                        <p:tgtEl>
                                          <p:spTgt spid="7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35" presetClass="emph" presetSubtype="0" repeatCount="3000" fill="hold" nodeType="afterEffect">
                                  <p:stCondLst>
                                    <p:cond delay="0"/>
                                  </p:stCondLst>
                                  <p:childTnLst>
                                    <p:anim calcmode="discrete" valueType="str">
                                      <p:cBhvr>
                                        <p:cTn id="12"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5" y="1099038"/>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pic>
        <p:nvPicPr>
          <p:cNvPr id="3" name="图片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344612" y="1186836"/>
            <a:ext cx="430439" cy="602615"/>
          </a:xfrm>
          <a:prstGeom prst="rect">
            <a:avLst/>
          </a:prstGeom>
        </p:spPr>
      </p:pic>
      <p:sp>
        <p:nvSpPr>
          <p:cNvPr id="4" name="AutoShape 5"/>
          <p:cNvSpPr>
            <a:spLocks noChangeArrowheads="1"/>
          </p:cNvSpPr>
          <p:nvPr/>
        </p:nvSpPr>
        <p:spPr bwMode="auto">
          <a:xfrm>
            <a:off x="545145" y="64130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5" name="Rectangle 6"/>
          <p:cNvSpPr>
            <a:spLocks noChangeArrowheads="1"/>
          </p:cNvSpPr>
          <p:nvPr/>
        </p:nvSpPr>
        <p:spPr bwMode="auto">
          <a:xfrm>
            <a:off x="1941968" y="60809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多播可大大节约网络资源</a:t>
            </a:r>
          </a:p>
        </p:txBody>
      </p:sp>
      <p:sp>
        <p:nvSpPr>
          <p:cNvPr id="7" name="Line 52"/>
          <p:cNvSpPr>
            <a:spLocks noChangeShapeType="1"/>
          </p:cNvSpPr>
          <p:nvPr/>
        </p:nvSpPr>
        <p:spPr bwMode="auto">
          <a:xfrm flipV="1">
            <a:off x="2412068" y="2011691"/>
            <a:ext cx="954839"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8" name="Line 53"/>
          <p:cNvSpPr>
            <a:spLocks noChangeShapeType="1"/>
          </p:cNvSpPr>
          <p:nvPr/>
        </p:nvSpPr>
        <p:spPr bwMode="auto">
          <a:xfrm flipV="1">
            <a:off x="3431344" y="1488143"/>
            <a:ext cx="0" cy="39918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9" name="Line 54"/>
          <p:cNvSpPr>
            <a:spLocks noChangeShapeType="1"/>
          </p:cNvSpPr>
          <p:nvPr/>
        </p:nvSpPr>
        <p:spPr bwMode="auto">
          <a:xfrm flipH="1" flipV="1">
            <a:off x="3431344" y="2011691"/>
            <a:ext cx="0"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0" name="Line 55"/>
          <p:cNvSpPr>
            <a:spLocks noChangeShapeType="1"/>
          </p:cNvSpPr>
          <p:nvPr/>
        </p:nvSpPr>
        <p:spPr bwMode="auto">
          <a:xfrm>
            <a:off x="4642758"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56"/>
          <p:cNvSpPr>
            <a:spLocks noChangeShapeType="1"/>
          </p:cNvSpPr>
          <p:nvPr/>
        </p:nvSpPr>
        <p:spPr bwMode="auto">
          <a:xfrm flipV="1">
            <a:off x="3431344"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2" name="Line 57"/>
          <p:cNvSpPr>
            <a:spLocks noChangeShapeType="1"/>
          </p:cNvSpPr>
          <p:nvPr/>
        </p:nvSpPr>
        <p:spPr bwMode="auto">
          <a:xfrm>
            <a:off x="2348803"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3" name="Line 58"/>
          <p:cNvSpPr>
            <a:spLocks noChangeShapeType="1"/>
          </p:cNvSpPr>
          <p:nvPr/>
        </p:nvSpPr>
        <p:spPr bwMode="auto">
          <a:xfrm>
            <a:off x="3560217" y="2011691"/>
            <a:ext cx="1082541"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4" name="Text Box 59"/>
          <p:cNvSpPr txBox="1">
            <a:spLocks noChangeArrowheads="1"/>
          </p:cNvSpPr>
          <p:nvPr/>
        </p:nvSpPr>
        <p:spPr bwMode="auto">
          <a:xfrm>
            <a:off x="2453441" y="4010080"/>
            <a:ext cx="1947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多播组成员共有 </a:t>
            </a:r>
            <a:r>
              <a:rPr kumimoji="1" lang="en-US" altLang="zh-CN" sz="1400" b="1" dirty="0">
                <a:latin typeface="微软雅黑" pitchFamily="34" charset="-122"/>
                <a:ea typeface="微软雅黑" pitchFamily="34" charset="-122"/>
              </a:rPr>
              <a:t>90 </a:t>
            </a:r>
            <a:r>
              <a:rPr kumimoji="1" lang="zh-CN" altLang="en-US" sz="1400" b="1" dirty="0">
                <a:latin typeface="微软雅黑" pitchFamily="34" charset="-122"/>
                <a:ea typeface="微软雅黑" pitchFamily="34" charset="-122"/>
              </a:rPr>
              <a:t>个</a:t>
            </a:r>
          </a:p>
        </p:txBody>
      </p:sp>
      <p:sp>
        <p:nvSpPr>
          <p:cNvPr id="15" name="AutoShape 60"/>
          <p:cNvSpPr>
            <a:spLocks noChangeArrowheads="1"/>
          </p:cNvSpPr>
          <p:nvPr/>
        </p:nvSpPr>
        <p:spPr bwMode="auto">
          <a:xfrm rot="5400000">
            <a:off x="3361905" y="1588165"/>
            <a:ext cx="343904" cy="144105"/>
          </a:xfrm>
          <a:prstGeom prst="rightArrow">
            <a:avLst>
              <a:gd name="adj1" fmla="val 37500"/>
              <a:gd name="adj2" fmla="val 103881"/>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6" name="AutoShape 61"/>
          <p:cNvSpPr>
            <a:spLocks noChangeArrowheads="1"/>
          </p:cNvSpPr>
          <p:nvPr/>
        </p:nvSpPr>
        <p:spPr bwMode="auto">
          <a:xfrm rot="8740270">
            <a:off x="2665130" y="2168502"/>
            <a:ext cx="354989" cy="139509"/>
          </a:xfrm>
          <a:prstGeom prst="rightArrow">
            <a:avLst>
              <a:gd name="adj1" fmla="val 37500"/>
              <a:gd name="adj2" fmla="val 94377"/>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pic>
        <p:nvPicPr>
          <p:cNvPr id="17" name="Picture 6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60293" y="1876508"/>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 name="Text Box 63"/>
          <p:cNvSpPr txBox="1">
            <a:spLocks noChangeArrowheads="1"/>
          </p:cNvSpPr>
          <p:nvPr/>
        </p:nvSpPr>
        <p:spPr bwMode="auto">
          <a:xfrm>
            <a:off x="2984972" y="157694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p:txBody>
      </p:sp>
      <p:sp>
        <p:nvSpPr>
          <p:cNvPr id="19" name="Text Box 64"/>
          <p:cNvSpPr txBox="1">
            <a:spLocks noChangeArrowheads="1"/>
          </p:cNvSpPr>
          <p:nvPr/>
        </p:nvSpPr>
        <p:spPr bwMode="auto">
          <a:xfrm>
            <a:off x="2948653" y="235992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3</a:t>
            </a:r>
            <a:endParaRPr kumimoji="1" lang="en-US" altLang="zh-CN" sz="1400" b="1" dirty="0">
              <a:latin typeface="微软雅黑" pitchFamily="34" charset="-122"/>
              <a:ea typeface="微软雅黑" pitchFamily="34" charset="-122"/>
            </a:endParaRPr>
          </a:p>
        </p:txBody>
      </p:sp>
      <p:sp>
        <p:nvSpPr>
          <p:cNvPr id="20" name="Text Box 65"/>
          <p:cNvSpPr txBox="1">
            <a:spLocks noChangeArrowheads="1"/>
          </p:cNvSpPr>
          <p:nvPr/>
        </p:nvSpPr>
        <p:spPr bwMode="auto">
          <a:xfrm>
            <a:off x="4117889" y="241074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4</a:t>
            </a:r>
            <a:endParaRPr kumimoji="1" lang="en-US" altLang="zh-CN" sz="1400" b="1">
              <a:latin typeface="微软雅黑" pitchFamily="34" charset="-122"/>
              <a:ea typeface="微软雅黑" pitchFamily="34" charset="-122"/>
            </a:endParaRPr>
          </a:p>
        </p:txBody>
      </p:sp>
      <p:sp>
        <p:nvSpPr>
          <p:cNvPr id="21" name="Text Box 66"/>
          <p:cNvSpPr txBox="1">
            <a:spLocks noChangeArrowheads="1"/>
          </p:cNvSpPr>
          <p:nvPr/>
        </p:nvSpPr>
        <p:spPr bwMode="auto">
          <a:xfrm>
            <a:off x="1839167" y="237938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endParaRPr kumimoji="1" lang="en-US" altLang="zh-CN" sz="1400" b="1">
              <a:latin typeface="微软雅黑" pitchFamily="34" charset="-122"/>
              <a:ea typeface="微软雅黑" pitchFamily="34" charset="-122"/>
            </a:endParaRPr>
          </a:p>
        </p:txBody>
      </p:sp>
      <p:sp>
        <p:nvSpPr>
          <p:cNvPr id="22" name="Text Box 67"/>
          <p:cNvSpPr txBox="1">
            <a:spLocks noChangeArrowheads="1"/>
          </p:cNvSpPr>
          <p:nvPr/>
        </p:nvSpPr>
        <p:spPr bwMode="auto">
          <a:xfrm>
            <a:off x="1093683" y="1352345"/>
            <a:ext cx="131959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视频服务器 </a:t>
            </a:r>
            <a:r>
              <a:rPr kumimoji="1" lang="en-US" altLang="zh-CN" sz="1400" b="1" dirty="0">
                <a:solidFill>
                  <a:srgbClr val="0000FF"/>
                </a:solidFill>
                <a:latin typeface="微软雅黑" pitchFamily="34" charset="-122"/>
                <a:ea typeface="微软雅黑" pitchFamily="34" charset="-122"/>
              </a:rPr>
              <a:t>M</a:t>
            </a:r>
          </a:p>
        </p:txBody>
      </p:sp>
      <p:pic>
        <p:nvPicPr>
          <p:cNvPr id="23" name="Picture 6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51791" y="2532955"/>
            <a:ext cx="362018"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6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60293" y="2532955"/>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7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157836" y="2555665"/>
            <a:ext cx="362018" cy="1968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9" name="AutoShape 75"/>
          <p:cNvSpPr>
            <a:spLocks noChangeArrowheads="1"/>
          </p:cNvSpPr>
          <p:nvPr/>
        </p:nvSpPr>
        <p:spPr bwMode="auto">
          <a:xfrm rot="1858546">
            <a:off x="3924579" y="2134977"/>
            <a:ext cx="356161" cy="140590"/>
          </a:xfrm>
          <a:prstGeom prst="rightArrow">
            <a:avLst>
              <a:gd name="adj1" fmla="val 37500"/>
              <a:gd name="adj2" fmla="val 93961"/>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8" name="Text Box 91"/>
          <p:cNvSpPr txBox="1">
            <a:spLocks noChangeArrowheads="1"/>
          </p:cNvSpPr>
          <p:nvPr/>
        </p:nvSpPr>
        <p:spPr bwMode="auto">
          <a:xfrm>
            <a:off x="2412800" y="2745460"/>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39" name="Text Box 92"/>
          <p:cNvSpPr txBox="1">
            <a:spLocks noChangeArrowheads="1"/>
          </p:cNvSpPr>
          <p:nvPr/>
        </p:nvSpPr>
        <p:spPr bwMode="auto">
          <a:xfrm>
            <a:off x="3529358" y="2745460"/>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40" name="Text Box 93"/>
          <p:cNvSpPr txBox="1">
            <a:spLocks noChangeArrowheads="1"/>
          </p:cNvSpPr>
          <p:nvPr/>
        </p:nvSpPr>
        <p:spPr bwMode="auto">
          <a:xfrm>
            <a:off x="4713626" y="2745460"/>
            <a:ext cx="47961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 </a:t>
            </a:r>
            <a:r>
              <a:rPr kumimoji="1" lang="zh-CN" altLang="en-US" sz="1200" b="1" dirty="0">
                <a:solidFill>
                  <a:srgbClr val="CC00CC"/>
                </a:solidFill>
                <a:latin typeface="微软雅黑" pitchFamily="34" charset="-122"/>
                <a:ea typeface="微软雅黑" pitchFamily="34" charset="-122"/>
              </a:rPr>
              <a:t>个</a:t>
            </a:r>
          </a:p>
        </p:txBody>
      </p:sp>
      <p:sp>
        <p:nvSpPr>
          <p:cNvPr id="41" name="Text Box 94"/>
          <p:cNvSpPr txBox="1">
            <a:spLocks noChangeArrowheads="1"/>
          </p:cNvSpPr>
          <p:nvPr/>
        </p:nvSpPr>
        <p:spPr bwMode="auto">
          <a:xfrm>
            <a:off x="3968278" y="1886175"/>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42" name="Text Box 95"/>
          <p:cNvSpPr txBox="1">
            <a:spLocks noChangeArrowheads="1"/>
          </p:cNvSpPr>
          <p:nvPr/>
        </p:nvSpPr>
        <p:spPr bwMode="auto">
          <a:xfrm>
            <a:off x="3509916" y="2115743"/>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43" name="Text Box 96"/>
          <p:cNvSpPr txBox="1">
            <a:spLocks noChangeArrowheads="1"/>
          </p:cNvSpPr>
          <p:nvPr/>
        </p:nvSpPr>
        <p:spPr bwMode="auto">
          <a:xfrm>
            <a:off x="2527386" y="1936415"/>
            <a:ext cx="4331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44" name="Text Box 97"/>
          <p:cNvSpPr txBox="1">
            <a:spLocks noChangeArrowheads="1"/>
          </p:cNvSpPr>
          <p:nvPr/>
        </p:nvSpPr>
        <p:spPr bwMode="auto">
          <a:xfrm>
            <a:off x="3534340" y="1455341"/>
            <a:ext cx="47961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 </a:t>
            </a:r>
            <a:r>
              <a:rPr kumimoji="1" lang="zh-CN" altLang="en-US" sz="1200" b="1" dirty="0">
                <a:solidFill>
                  <a:srgbClr val="CC00CC"/>
                </a:solidFill>
                <a:latin typeface="微软雅黑" pitchFamily="34" charset="-122"/>
                <a:ea typeface="微软雅黑" pitchFamily="34" charset="-122"/>
              </a:rPr>
              <a:t>个</a:t>
            </a:r>
          </a:p>
        </p:txBody>
      </p:sp>
      <p:sp>
        <p:nvSpPr>
          <p:cNvPr id="50" name="AutoShape 104"/>
          <p:cNvSpPr>
            <a:spLocks noChangeArrowheads="1"/>
          </p:cNvSpPr>
          <p:nvPr/>
        </p:nvSpPr>
        <p:spPr bwMode="auto">
          <a:xfrm rot="5400000">
            <a:off x="4575638" y="2862081"/>
            <a:ext cx="343153" cy="144246"/>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9" name="AutoShape 113"/>
          <p:cNvSpPr>
            <a:spLocks noChangeArrowheads="1"/>
          </p:cNvSpPr>
          <p:nvPr/>
        </p:nvSpPr>
        <p:spPr bwMode="auto">
          <a:xfrm rot="5400000">
            <a:off x="3368054" y="2850985"/>
            <a:ext cx="343153" cy="144808"/>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3" name="AutoShape 117"/>
          <p:cNvSpPr>
            <a:spLocks noChangeArrowheads="1"/>
          </p:cNvSpPr>
          <p:nvPr/>
        </p:nvSpPr>
        <p:spPr bwMode="auto">
          <a:xfrm rot="5400000">
            <a:off x="2265577" y="2898569"/>
            <a:ext cx="343153" cy="144808"/>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67" name="AutoShape 121"/>
          <p:cNvSpPr>
            <a:spLocks noChangeArrowheads="1"/>
          </p:cNvSpPr>
          <p:nvPr/>
        </p:nvSpPr>
        <p:spPr bwMode="auto">
          <a:xfrm rot="5400000">
            <a:off x="3368054" y="2219413"/>
            <a:ext cx="343153" cy="144808"/>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70" name="Text Box 126"/>
          <p:cNvSpPr txBox="1">
            <a:spLocks noChangeArrowheads="1"/>
          </p:cNvSpPr>
          <p:nvPr/>
        </p:nvSpPr>
        <p:spPr bwMode="auto">
          <a:xfrm>
            <a:off x="5453670" y="1301860"/>
            <a:ext cx="2762115" cy="1502976"/>
          </a:xfrm>
          <a:prstGeom prst="rect">
            <a:avLst/>
          </a:prstGeom>
          <a:solidFill>
            <a:srgbClr val="00FF99"/>
          </a:solidFill>
          <a:ln w="9525">
            <a:solidFill>
              <a:schemeClr val="folHlink"/>
            </a:solidFill>
            <a:miter lim="800000"/>
            <a:headEnd/>
            <a:tailEnd/>
          </a:ln>
          <a:effectLst/>
        </p:spPr>
        <p:txBody>
          <a:bodyPr wrap="square">
            <a:spAutoFit/>
          </a:bodyPr>
          <a:lstStyle/>
          <a:p>
            <a:pPr algn="ctr">
              <a:lnSpc>
                <a:spcPts val="2200"/>
              </a:lnSpc>
            </a:pPr>
            <a:r>
              <a:rPr kumimoji="1" lang="zh-CN" altLang="en-US" sz="1600" b="1" dirty="0">
                <a:solidFill>
                  <a:srgbClr val="0000FF"/>
                </a:solidFill>
                <a:latin typeface="微软雅黑" pitchFamily="34" charset="-122"/>
                <a:ea typeface="微软雅黑" pitchFamily="34" charset="-122"/>
              </a:rPr>
              <a:t>采用多播方式，</a:t>
            </a:r>
          </a:p>
          <a:p>
            <a:pPr algn="ctr">
              <a:lnSpc>
                <a:spcPts val="2200"/>
              </a:lnSpc>
            </a:pPr>
            <a:r>
              <a:rPr kumimoji="1" lang="zh-CN" altLang="en-US" sz="1600" b="1" dirty="0">
                <a:latin typeface="微软雅黑" pitchFamily="34" charset="-122"/>
                <a:ea typeface="微软雅黑" pitchFamily="34" charset="-122"/>
              </a:rPr>
              <a:t>只需发送一次到多播组。</a:t>
            </a:r>
          </a:p>
          <a:p>
            <a:pPr algn="ctr">
              <a:lnSpc>
                <a:spcPts val="2200"/>
              </a:lnSpc>
            </a:pPr>
            <a:r>
              <a:rPr kumimoji="1" lang="zh-CN" altLang="en-US" sz="1600" b="1" dirty="0">
                <a:latin typeface="微软雅黑" pitchFamily="34" charset="-122"/>
                <a:ea typeface="微软雅黑" pitchFamily="34" charset="-122"/>
              </a:rPr>
              <a:t>路由器复制分组。</a:t>
            </a:r>
          </a:p>
          <a:p>
            <a:pPr algn="ctr">
              <a:lnSpc>
                <a:spcPts val="2200"/>
              </a:lnSpc>
            </a:pPr>
            <a:r>
              <a:rPr kumimoji="1" lang="zh-CN" altLang="en-US" sz="1600" b="1" dirty="0">
                <a:latin typeface="微软雅黑" pitchFamily="34" charset="-122"/>
                <a:ea typeface="微软雅黑" pitchFamily="34" charset="-122"/>
              </a:rPr>
              <a:t>局域网具有硬件多播功能，不需要复制分组。</a:t>
            </a:r>
          </a:p>
        </p:txBody>
      </p:sp>
      <p:cxnSp>
        <p:nvCxnSpPr>
          <p:cNvPr id="78" name="直接连接符 77"/>
          <p:cNvCxnSpPr>
            <a:stCxn id="8" idx="1"/>
            <a:endCxn id="3" idx="3"/>
          </p:cNvCxnSpPr>
          <p:nvPr/>
        </p:nvCxnSpPr>
        <p:spPr>
          <a:xfrm flipH="1">
            <a:off x="2775051" y="1488143"/>
            <a:ext cx="656294" cy="1"/>
          </a:xfrm>
          <a:prstGeom prst="line">
            <a:avLst/>
          </a:prstGeom>
          <a:ln w="28575">
            <a:solidFill>
              <a:srgbClr val="0000FF"/>
            </a:solidFill>
          </a:ln>
        </p:spPr>
        <p:style>
          <a:lnRef idx="1">
            <a:schemeClr val="accent1"/>
          </a:lnRef>
          <a:fillRef idx="0">
            <a:schemeClr val="accent1"/>
          </a:fillRef>
          <a:effectRef idx="0">
            <a:schemeClr val="accent1"/>
          </a:effectRef>
          <a:fontRef idx="minor">
            <a:schemeClr val="tx1"/>
          </a:fontRef>
        </p:style>
      </p:cxnSp>
      <p:sp>
        <p:nvSpPr>
          <p:cNvPr id="79" name="Text Box 126"/>
          <p:cNvSpPr txBox="1">
            <a:spLocks noChangeArrowheads="1"/>
          </p:cNvSpPr>
          <p:nvPr/>
        </p:nvSpPr>
        <p:spPr bwMode="auto">
          <a:xfrm>
            <a:off x="5453671" y="2973630"/>
            <a:ext cx="2762114" cy="1220847"/>
          </a:xfrm>
          <a:prstGeom prst="rect">
            <a:avLst/>
          </a:prstGeom>
          <a:solidFill>
            <a:srgbClr val="00FFFF"/>
          </a:solidFill>
          <a:ln w="9525">
            <a:solidFill>
              <a:schemeClr val="folHlink"/>
            </a:solidFill>
            <a:miter lim="800000"/>
            <a:headEnd/>
            <a:tailEnd/>
          </a:ln>
          <a:effectLst/>
        </p:spPr>
        <p:txBody>
          <a:bodyPr wrap="square">
            <a:spAutoFit/>
          </a:bodyPr>
          <a:lstStyle/>
          <a:p>
            <a:pPr algn="ctr">
              <a:lnSpc>
                <a:spcPts val="2200"/>
              </a:lnSpc>
            </a:pPr>
            <a:r>
              <a:rPr kumimoji="1" lang="zh-CN" altLang="en-US" sz="1600" b="1" dirty="0">
                <a:latin typeface="微软雅黑" pitchFamily="34" charset="-122"/>
                <a:ea typeface="微软雅黑" pitchFamily="34" charset="-122"/>
              </a:rPr>
              <a:t>当多播组的主机数很大时（如成千上万个），采用多播方式就可明显地减轻网络中各种资源的消耗。</a:t>
            </a:r>
          </a:p>
        </p:txBody>
      </p:sp>
      <p:sp>
        <p:nvSpPr>
          <p:cNvPr id="80" name="Text Box 64"/>
          <p:cNvSpPr txBox="1">
            <a:spLocks noChangeArrowheads="1"/>
          </p:cNvSpPr>
          <p:nvPr/>
        </p:nvSpPr>
        <p:spPr bwMode="auto">
          <a:xfrm>
            <a:off x="1773304" y="288992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多播</a:t>
            </a:r>
          </a:p>
        </p:txBody>
      </p:sp>
      <p:sp>
        <p:nvSpPr>
          <p:cNvPr id="81" name="Text Box 64"/>
          <p:cNvSpPr txBox="1">
            <a:spLocks noChangeArrowheads="1"/>
          </p:cNvSpPr>
          <p:nvPr/>
        </p:nvSpPr>
        <p:spPr bwMode="auto">
          <a:xfrm>
            <a:off x="2922088" y="288992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多播</a:t>
            </a:r>
          </a:p>
        </p:txBody>
      </p:sp>
      <p:sp>
        <p:nvSpPr>
          <p:cNvPr id="82" name="Text Box 64"/>
          <p:cNvSpPr txBox="1">
            <a:spLocks noChangeArrowheads="1"/>
          </p:cNvSpPr>
          <p:nvPr/>
        </p:nvSpPr>
        <p:spPr bwMode="auto">
          <a:xfrm>
            <a:off x="4134504" y="288992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多播</a:t>
            </a:r>
          </a:p>
        </p:txBody>
      </p:sp>
      <p:sp>
        <p:nvSpPr>
          <p:cNvPr id="62" name="Line 77"/>
          <p:cNvSpPr>
            <a:spLocks noChangeShapeType="1"/>
          </p:cNvSpPr>
          <p:nvPr/>
        </p:nvSpPr>
        <p:spPr bwMode="auto">
          <a:xfrm>
            <a:off x="2358011" y="3406751"/>
            <a:ext cx="239164" cy="24657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4" name="Line 76"/>
          <p:cNvSpPr>
            <a:spLocks noChangeShapeType="1"/>
          </p:cNvSpPr>
          <p:nvPr/>
        </p:nvSpPr>
        <p:spPr bwMode="auto">
          <a:xfrm flipH="1">
            <a:off x="1961005" y="3393435"/>
            <a:ext cx="251687" cy="32261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Line 78"/>
          <p:cNvSpPr>
            <a:spLocks noChangeShapeType="1"/>
          </p:cNvSpPr>
          <p:nvPr/>
        </p:nvSpPr>
        <p:spPr bwMode="auto">
          <a:xfrm flipH="1">
            <a:off x="3106811" y="3406751"/>
            <a:ext cx="198040" cy="30929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6" name="Line 79"/>
          <p:cNvSpPr>
            <a:spLocks noChangeShapeType="1"/>
          </p:cNvSpPr>
          <p:nvPr/>
        </p:nvSpPr>
        <p:spPr bwMode="auto">
          <a:xfrm>
            <a:off x="3497230" y="3405917"/>
            <a:ext cx="311359" cy="24740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8" name="Line 80"/>
          <p:cNvSpPr>
            <a:spLocks noChangeShapeType="1"/>
          </p:cNvSpPr>
          <p:nvPr/>
        </p:nvSpPr>
        <p:spPr bwMode="auto">
          <a:xfrm flipH="1">
            <a:off x="4318225" y="3393435"/>
            <a:ext cx="253091" cy="25989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Line 81"/>
          <p:cNvSpPr>
            <a:spLocks noChangeShapeType="1"/>
          </p:cNvSpPr>
          <p:nvPr/>
        </p:nvSpPr>
        <p:spPr bwMode="auto">
          <a:xfrm>
            <a:off x="4742569" y="3404111"/>
            <a:ext cx="339527" cy="3119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3" name="Text Box 88"/>
          <p:cNvSpPr txBox="1">
            <a:spLocks noChangeArrowheads="1"/>
          </p:cNvSpPr>
          <p:nvPr/>
        </p:nvSpPr>
        <p:spPr bwMode="auto">
          <a:xfrm>
            <a:off x="2106324" y="3393434"/>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t>
            </a:r>
          </a:p>
        </p:txBody>
      </p:sp>
      <p:sp>
        <p:nvSpPr>
          <p:cNvPr id="84" name="Text Box 89"/>
          <p:cNvSpPr txBox="1">
            <a:spLocks noChangeArrowheads="1"/>
          </p:cNvSpPr>
          <p:nvPr/>
        </p:nvSpPr>
        <p:spPr bwMode="auto">
          <a:xfrm>
            <a:off x="4516265" y="3393434"/>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a:t>
            </a:r>
          </a:p>
        </p:txBody>
      </p:sp>
      <p:sp>
        <p:nvSpPr>
          <p:cNvPr id="85" name="Text Box 90"/>
          <p:cNvSpPr txBox="1">
            <a:spLocks noChangeArrowheads="1"/>
          </p:cNvSpPr>
          <p:nvPr/>
        </p:nvSpPr>
        <p:spPr bwMode="auto">
          <a:xfrm>
            <a:off x="3304851" y="3573798"/>
            <a:ext cx="43348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1400" b="1">
                <a:latin typeface="微软雅黑" pitchFamily="34" charset="-122"/>
                <a:ea typeface="微软雅黑" pitchFamily="34" charset="-122"/>
              </a:rPr>
              <a:t>…</a:t>
            </a:r>
          </a:p>
        </p:txBody>
      </p:sp>
      <p:pic>
        <p:nvPicPr>
          <p:cNvPr id="86"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781553"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420734"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8"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936308"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632148"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146972"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07538"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125000"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3"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233706"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4" name="Picture 58"/>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44801"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extLst>
      <p:ext uri="{BB962C8B-B14F-4D97-AF65-F5344CB8AC3E}">
        <p14:creationId xmlns:p14="http://schemas.microsoft.com/office/powerpoint/2010/main" val="1595236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5"/>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grpId="0" nodeType="clickEffect">
                                  <p:stCondLst>
                                    <p:cond delay="0"/>
                                  </p:stCondLst>
                                  <p:childTnLst>
                                    <p:anim calcmode="discrete" valueType="str">
                                      <p:cBhvr>
                                        <p:cTn id="10" dur="1000" fill="hold"/>
                                        <p:tgtEl>
                                          <p:spTgt spid="16"/>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67"/>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0"/>
                                  </p:stCondLst>
                                  <p:childTnLst>
                                    <p:anim calcmode="discrete" valueType="str">
                                      <p:cBhvr>
                                        <p:cTn id="14" dur="1000" fill="hold"/>
                                        <p:tgtEl>
                                          <p:spTgt spid="29"/>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fade">
                                      <p:cBhvr>
                                        <p:cTn id="19" dur="1000"/>
                                        <p:tgtEl>
                                          <p:spTgt spid="70"/>
                                        </p:tgtEl>
                                      </p:cBhvr>
                                    </p:animEffect>
                                    <p:anim calcmode="lin" valueType="num">
                                      <p:cBhvr>
                                        <p:cTn id="20" dur="1000" fill="hold"/>
                                        <p:tgtEl>
                                          <p:spTgt spid="70"/>
                                        </p:tgtEl>
                                        <p:attrNameLst>
                                          <p:attrName>ppt_x</p:attrName>
                                        </p:attrNameLst>
                                      </p:cBhvr>
                                      <p:tavLst>
                                        <p:tav tm="0">
                                          <p:val>
                                            <p:strVal val="#ppt_x"/>
                                          </p:val>
                                        </p:tav>
                                        <p:tav tm="100000">
                                          <p:val>
                                            <p:strVal val="#ppt_x"/>
                                          </p:val>
                                        </p:tav>
                                      </p:tavLst>
                                    </p:anim>
                                    <p:anim calcmode="lin" valueType="num">
                                      <p:cBhvr>
                                        <p:cTn id="21" dur="1000" fill="hold"/>
                                        <p:tgtEl>
                                          <p:spTgt spid="70"/>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79"/>
                                        </p:tgtEl>
                                        <p:attrNameLst>
                                          <p:attrName>style.visibility</p:attrName>
                                        </p:attrNameLst>
                                      </p:cBhvr>
                                      <p:to>
                                        <p:strVal val="visible"/>
                                      </p:to>
                                    </p:set>
                                    <p:animEffect transition="in" filter="fade">
                                      <p:cBhvr>
                                        <p:cTn id="26" dur="1000"/>
                                        <p:tgtEl>
                                          <p:spTgt spid="79"/>
                                        </p:tgtEl>
                                      </p:cBhvr>
                                    </p:animEffect>
                                    <p:anim calcmode="lin" valueType="num">
                                      <p:cBhvr>
                                        <p:cTn id="27" dur="1000" fill="hold"/>
                                        <p:tgtEl>
                                          <p:spTgt spid="79"/>
                                        </p:tgtEl>
                                        <p:attrNameLst>
                                          <p:attrName>ppt_x</p:attrName>
                                        </p:attrNameLst>
                                      </p:cBhvr>
                                      <p:tavLst>
                                        <p:tav tm="0">
                                          <p:val>
                                            <p:strVal val="#ppt_x"/>
                                          </p:val>
                                        </p:tav>
                                        <p:tav tm="100000">
                                          <p:val>
                                            <p:strVal val="#ppt_x"/>
                                          </p:val>
                                        </p:tav>
                                      </p:tavLst>
                                    </p:anim>
                                    <p:anim calcmode="lin" valueType="num">
                                      <p:cBhvr>
                                        <p:cTn id="28" dur="1000" fill="hold"/>
                                        <p:tgtEl>
                                          <p:spTgt spid="7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29" grpId="0" animBg="1"/>
      <p:bldP spid="67" grpId="0" animBg="1"/>
      <p:bldP spid="70" grpId="0" animBg="1"/>
      <p:bldP spid="79" grpId="0" animBg="1"/>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809272-D268-B76E-F607-29F52DFBFF08}"/>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95C96B09-33FC-AB7E-8AAB-67C12D14BD80}"/>
              </a:ext>
            </a:extLst>
          </p:cNvPr>
          <p:cNvSpPr>
            <a:spLocks noChangeArrowheads="1"/>
          </p:cNvSpPr>
          <p:nvPr/>
        </p:nvSpPr>
        <p:spPr bwMode="auto">
          <a:xfrm>
            <a:off x="545145" y="994957"/>
            <a:ext cx="8053710" cy="30099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在互联网上进行多播就叫做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多播</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互联网范围的多播要靠路由器来实现。</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能够运行多播协议的路由器称为</a:t>
            </a:r>
            <a:r>
              <a:rPr lang="zh-CN" altLang="en-US" sz="2000" b="1" dirty="0">
                <a:solidFill>
                  <a:srgbClr val="0000FF"/>
                </a:solidFill>
                <a:latin typeface="微软雅黑" pitchFamily="34" charset="-122"/>
                <a:ea typeface="微软雅黑" pitchFamily="34" charset="-122"/>
              </a:rPr>
              <a:t>多播路由器 </a:t>
            </a:r>
            <a:r>
              <a:rPr lang="en-US" altLang="zh-CN" sz="2000" b="1" dirty="0">
                <a:latin typeface="微软雅黑" pitchFamily="34" charset="-122"/>
                <a:ea typeface="微软雅黑" pitchFamily="34" charset="-122"/>
              </a:rPr>
              <a:t>(multicast router)</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网络种用一个</a:t>
            </a:r>
            <a:r>
              <a:rPr lang="en-US" altLang="zh-CN" sz="2000" b="1" dirty="0">
                <a:solidFill>
                  <a:srgbClr val="C00000"/>
                </a:solidFill>
                <a:latin typeface="微软雅黑" pitchFamily="34" charset="-122"/>
                <a:ea typeface="微软雅黑" pitchFamily="34" charset="-122"/>
              </a:rPr>
              <a:t>D</a:t>
            </a:r>
            <a:r>
              <a:rPr lang="zh-CN" altLang="en-US" sz="2000" b="1" dirty="0">
                <a:solidFill>
                  <a:srgbClr val="C00000"/>
                </a:solidFill>
                <a:latin typeface="微软雅黑" pitchFamily="34" charset="-122"/>
                <a:ea typeface="微软雅黑" pitchFamily="34" charset="-122"/>
              </a:rPr>
              <a:t>类地址</a:t>
            </a:r>
            <a:r>
              <a:rPr lang="zh-CN" altLang="en-US" sz="2000" b="1" dirty="0">
                <a:latin typeface="微软雅黑" pitchFamily="34" charset="-122"/>
                <a:ea typeface="微软雅黑" pitchFamily="34" charset="-122"/>
              </a:rPr>
              <a:t>标志一个多播组。</a:t>
            </a:r>
            <a:endParaRPr lang="zh-CN" altLang="en-US" sz="2000" b="1" dirty="0">
              <a:solidFill>
                <a:srgbClr val="C00000"/>
              </a:solidFill>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多播数据报和一般的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数据报的区别，就是它使用</a:t>
            </a:r>
            <a:r>
              <a:rPr lang="en-US" altLang="zh-CN" sz="2000" b="1" dirty="0">
                <a:latin typeface="微软雅黑" pitchFamily="34" charset="-122"/>
                <a:ea typeface="微软雅黑" pitchFamily="34" charset="-122"/>
              </a:rPr>
              <a:t>D</a:t>
            </a:r>
            <a:r>
              <a:rPr lang="zh-CN" altLang="en-US" sz="2000" b="1" dirty="0">
                <a:latin typeface="微软雅黑" pitchFamily="34" charset="-122"/>
                <a:ea typeface="微软雅黑" pitchFamily="34" charset="-122"/>
              </a:rPr>
              <a:t>类</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地址作为目的地址。</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对多播数据报不产生</a:t>
            </a:r>
            <a:r>
              <a:rPr lang="en-US" altLang="zh-CN" sz="2000" b="1" dirty="0">
                <a:latin typeface="微软雅黑" pitchFamily="34" charset="-122"/>
                <a:ea typeface="微软雅黑" pitchFamily="34" charset="-122"/>
              </a:rPr>
              <a:t>ICMP</a:t>
            </a:r>
            <a:r>
              <a:rPr lang="zh-CN" altLang="en-US" sz="2000" b="1" dirty="0">
                <a:latin typeface="微软雅黑" pitchFamily="34" charset="-122"/>
                <a:ea typeface="微软雅黑" pitchFamily="34" charset="-122"/>
              </a:rPr>
              <a:t>差错报文。</a:t>
            </a:r>
          </a:p>
        </p:txBody>
      </p:sp>
      <p:sp>
        <p:nvSpPr>
          <p:cNvPr id="3" name="AutoShape 5">
            <a:extLst>
              <a:ext uri="{FF2B5EF4-FFF2-40B4-BE49-F238E27FC236}">
                <a16:creationId xmlns:a16="http://schemas.microsoft.com/office/drawing/2014/main" id="{D28FB52F-0D77-8B56-E6A9-E6984F95D57D}"/>
              </a:ext>
            </a:extLst>
          </p:cNvPr>
          <p:cNvSpPr>
            <a:spLocks noChangeArrowheads="1"/>
          </p:cNvSpPr>
          <p:nvPr/>
        </p:nvSpPr>
        <p:spPr bwMode="auto">
          <a:xfrm>
            <a:off x="545145" y="635640"/>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6067D8CE-3970-D02B-3266-0B1F4FC9E2DF}"/>
              </a:ext>
            </a:extLst>
          </p:cNvPr>
          <p:cNvSpPr>
            <a:spLocks noChangeArrowheads="1"/>
          </p:cNvSpPr>
          <p:nvPr/>
        </p:nvSpPr>
        <p:spPr bwMode="auto">
          <a:xfrm>
            <a:off x="1941968" y="60242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多播</a:t>
            </a:r>
          </a:p>
        </p:txBody>
      </p:sp>
      <p:sp>
        <p:nvSpPr>
          <p:cNvPr id="5" name="矩形 4">
            <a:extLst>
              <a:ext uri="{FF2B5EF4-FFF2-40B4-BE49-F238E27FC236}">
                <a16:creationId xmlns:a16="http://schemas.microsoft.com/office/drawing/2014/main" id="{C49B4C00-D039-5932-C59C-E6E03B001987}"/>
              </a:ext>
            </a:extLst>
          </p:cNvPr>
          <p:cNvSpPr/>
          <p:nvPr/>
        </p:nvSpPr>
        <p:spPr>
          <a:xfrm>
            <a:off x="1321966" y="4059551"/>
            <a:ext cx="6500068" cy="400110"/>
          </a:xfrm>
          <a:prstGeom prst="rect">
            <a:avLst/>
          </a:prstGeom>
          <a:solidFill>
            <a:srgbClr val="990033"/>
          </a:solidFill>
        </p:spPr>
        <p:style>
          <a:lnRef idx="1">
            <a:schemeClr val="accent2"/>
          </a:lnRef>
          <a:fillRef idx="3">
            <a:schemeClr val="accent2"/>
          </a:fillRef>
          <a:effectRef idx="2">
            <a:schemeClr val="accent2"/>
          </a:effectRef>
          <a:fontRef idx="minor">
            <a:schemeClr val="lt1"/>
          </a:fontRef>
        </p:style>
        <p:txBody>
          <a:bodyPr wrap="square">
            <a:spAutoFit/>
          </a:bodyPr>
          <a:lstStyle/>
          <a:p>
            <a:pPr algn="ctr"/>
            <a:r>
              <a:rPr lang="zh-CN" altLang="en-US" sz="2000" b="1" dirty="0">
                <a:latin typeface="微软雅黑" panose="020B0503020204020204" pitchFamily="34" charset="-122"/>
                <a:ea typeface="微软雅黑" panose="020B0503020204020204" pitchFamily="34" charset="-122"/>
              </a:rPr>
              <a:t>多播地址只能用于目的地址，不能用于源地址。</a:t>
            </a:r>
          </a:p>
        </p:txBody>
      </p:sp>
    </p:spTree>
    <p:extLst>
      <p:ext uri="{BB962C8B-B14F-4D97-AF65-F5344CB8AC3E}">
        <p14:creationId xmlns:p14="http://schemas.microsoft.com/office/powerpoint/2010/main" val="33741091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2">
                                            <p:txEl>
                                              <p:pRg st="4" end="4"/>
                                            </p:txEl>
                                          </p:spTgt>
                                        </p:tgtEl>
                                        <p:attrNameLst>
                                          <p:attrName>style.visibility</p:attrName>
                                        </p:attrNameLst>
                                      </p:cBhvr>
                                      <p:to>
                                        <p:strVal val="visible"/>
                                      </p:to>
                                    </p:set>
                                    <p:animEffect transition="in" filter="fade">
                                      <p:cBhvr>
                                        <p:cTn id="35" dur="1000"/>
                                        <p:tgtEl>
                                          <p:spTgt spid="2">
                                            <p:txEl>
                                              <p:pRg st="4" end="4"/>
                                            </p:txEl>
                                          </p:spTgt>
                                        </p:tgtEl>
                                      </p:cBhvr>
                                    </p:animEffect>
                                    <p:anim calcmode="lin" valueType="num">
                                      <p:cBhvr>
                                        <p:cTn id="36"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grpId="0" nodeType="clickEffect">
                                  <p:stCondLst>
                                    <p:cond delay="0"/>
                                  </p:stCondLst>
                                  <p:childTnLst>
                                    <p:set>
                                      <p:cBhvr>
                                        <p:cTn id="41" dur="1" fill="hold">
                                          <p:stCondLst>
                                            <p:cond delay="0"/>
                                          </p:stCondLst>
                                        </p:cTn>
                                        <p:tgtEl>
                                          <p:spTgt spid="5"/>
                                        </p:tgtEl>
                                        <p:attrNameLst>
                                          <p:attrName>style.visibility</p:attrName>
                                        </p:attrNameLst>
                                      </p:cBhvr>
                                      <p:to>
                                        <p:strVal val="visible"/>
                                      </p:to>
                                    </p:set>
                                    <p:anim calcmode="lin" valueType="num">
                                      <p:cBhvr>
                                        <p:cTn id="42" dur="500" fill="hold"/>
                                        <p:tgtEl>
                                          <p:spTgt spid="5"/>
                                        </p:tgtEl>
                                        <p:attrNameLst>
                                          <p:attrName>ppt_w</p:attrName>
                                        </p:attrNameLst>
                                      </p:cBhvr>
                                      <p:tavLst>
                                        <p:tav tm="0">
                                          <p:val>
                                            <p:fltVal val="0"/>
                                          </p:val>
                                        </p:tav>
                                        <p:tav tm="100000">
                                          <p:val>
                                            <p:strVal val="#ppt_w"/>
                                          </p:val>
                                        </p:tav>
                                      </p:tavLst>
                                    </p:anim>
                                    <p:anim calcmode="lin" valueType="num">
                                      <p:cBhvr>
                                        <p:cTn id="43" dur="500" fill="hold"/>
                                        <p:tgtEl>
                                          <p:spTgt spid="5"/>
                                        </p:tgtEl>
                                        <p:attrNameLst>
                                          <p:attrName>ppt_h</p:attrName>
                                        </p:attrNameLst>
                                      </p:cBhvr>
                                      <p:tavLst>
                                        <p:tav tm="0">
                                          <p:val>
                                            <p:fltVal val="0"/>
                                          </p:val>
                                        </p:tav>
                                        <p:tav tm="100000">
                                          <p:val>
                                            <p:strVal val="#ppt_h"/>
                                          </p:val>
                                        </p:tav>
                                      </p:tavLst>
                                    </p:anim>
                                    <p:animEffect transition="in" filter="fade">
                                      <p:cBhvr>
                                        <p:cTn id="44" dur="500"/>
                                        <p:tgtEl>
                                          <p:spTgt spid="5"/>
                                        </p:tgtEl>
                                      </p:cBhvr>
                                    </p:animEffect>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2">
                                            <p:txEl>
                                              <p:pRg st="5" end="5"/>
                                            </p:txEl>
                                          </p:spTgt>
                                        </p:tgtEl>
                                        <p:attrNameLst>
                                          <p:attrName>style.visibility</p:attrName>
                                        </p:attrNameLst>
                                      </p:cBhvr>
                                      <p:to>
                                        <p:strVal val="visible"/>
                                      </p:to>
                                    </p:set>
                                    <p:animEffect transition="in" filter="fade">
                                      <p:cBhvr>
                                        <p:cTn id="49" dur="1000"/>
                                        <p:tgtEl>
                                          <p:spTgt spid="2">
                                            <p:txEl>
                                              <p:pRg st="5" end="5"/>
                                            </p:txEl>
                                          </p:spTgt>
                                        </p:tgtEl>
                                      </p:cBhvr>
                                    </p:animEffect>
                                    <p:anim calcmode="lin" valueType="num">
                                      <p:cBhvr>
                                        <p:cTn id="50" dur="1000" fill="hold"/>
                                        <p:tgtEl>
                                          <p:spTgt spid="2">
                                            <p:txEl>
                                              <p:pRg st="5" end="5"/>
                                            </p:txEl>
                                          </p:spTgt>
                                        </p:tgtEl>
                                        <p:attrNameLst>
                                          <p:attrName>ppt_x</p:attrName>
                                        </p:attrNameLst>
                                      </p:cBhvr>
                                      <p:tavLst>
                                        <p:tav tm="0">
                                          <p:val>
                                            <p:strVal val="#ppt_x"/>
                                          </p:val>
                                        </p:tav>
                                        <p:tav tm="100000">
                                          <p:val>
                                            <p:strVal val="#ppt_x"/>
                                          </p:val>
                                        </p:tav>
                                      </p:tavLst>
                                    </p:anim>
                                    <p:anim calcmode="lin" valueType="num">
                                      <p:cBhvr>
                                        <p:cTn id="51" dur="1000" fill="hold"/>
                                        <p:tgtEl>
                                          <p:spTgt spid="2">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P spid="5" grpId="0" animBg="1"/>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A9DB33-3827-D1FC-0380-AC7136142BE0}"/>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DAC42036-D7CF-533C-1718-E23B4984E58C}"/>
              </a:ext>
            </a:extLst>
          </p:cNvPr>
          <p:cNvSpPr>
            <a:spLocks noChangeArrowheads="1"/>
          </p:cNvSpPr>
          <p:nvPr/>
        </p:nvSpPr>
        <p:spPr bwMode="auto">
          <a:xfrm>
            <a:off x="545145" y="994957"/>
            <a:ext cx="8053710" cy="30099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的多播地址的范围是：</a:t>
            </a:r>
            <a:r>
              <a:rPr lang="en-US" altLang="zh-CN" sz="2000" b="1" dirty="0">
                <a:latin typeface="微软雅黑" pitchFamily="34" charset="-122"/>
                <a:ea typeface="微软雅黑" pitchFamily="34" charset="-122"/>
              </a:rPr>
              <a:t>224.0.0.0 </a:t>
            </a:r>
            <a:r>
              <a:rPr lang="zh-CN" altLang="en-US" sz="2000" b="1" dirty="0">
                <a:latin typeface="微软雅黑" pitchFamily="34" charset="-122"/>
                <a:ea typeface="微软雅黑" pitchFamily="34" charset="-122"/>
              </a:rPr>
              <a:t>至 </a:t>
            </a:r>
            <a:r>
              <a:rPr lang="en-US" altLang="zh-CN" sz="2000" b="1" dirty="0">
                <a:latin typeface="微软雅黑" pitchFamily="34" charset="-122"/>
                <a:ea typeface="微软雅黑" pitchFamily="34" charset="-122"/>
              </a:rPr>
              <a:t>239.255.255.255</a:t>
            </a:r>
            <a:r>
              <a:rPr lang="zh-CN" altLang="en-US" sz="2000" b="1" dirty="0">
                <a:latin typeface="微软雅黑" pitchFamily="34" charset="-122"/>
                <a:ea typeface="微软雅黑" pitchFamily="34" charset="-122"/>
              </a:rPr>
              <a:t>（其中</a:t>
            </a:r>
            <a:r>
              <a:rPr lang="en-US" altLang="zh-CN" sz="2000" b="1" dirty="0">
                <a:latin typeface="微软雅黑" pitchFamily="34" charset="-122"/>
                <a:ea typeface="微软雅黑" pitchFamily="34" charset="-122"/>
              </a:rPr>
              <a:t>224.0.0.0</a:t>
            </a:r>
            <a:r>
              <a:rPr lang="zh-CN" altLang="en-US" sz="2000" b="1" dirty="0">
                <a:latin typeface="微软雅黑" pitchFamily="34" charset="-122"/>
                <a:ea typeface="微软雅黑" pitchFamily="34" charset="-122"/>
              </a:rPr>
              <a:t>是保留地址）。</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整个的多播地址又可划分为</a:t>
            </a:r>
            <a:r>
              <a:rPr lang="en-US" altLang="zh-CN" sz="2000" b="1" dirty="0">
                <a:latin typeface="微软雅黑" pitchFamily="34" charset="-122"/>
                <a:ea typeface="微软雅黑" pitchFamily="34" charset="-122"/>
              </a:rPr>
              <a:t>3</a:t>
            </a:r>
            <a:r>
              <a:rPr lang="zh-CN" altLang="en-US" sz="2000" b="1" dirty="0">
                <a:latin typeface="微软雅黑" pitchFamily="34" charset="-122"/>
                <a:ea typeface="微软雅黑" pitchFamily="34" charset="-122"/>
              </a:rPr>
              <a:t>大类，即：</a:t>
            </a:r>
          </a:p>
          <a:p>
            <a:pPr marL="800100" lvl="1" indent="-342900">
              <a:lnSpc>
                <a:spcPts val="3300"/>
              </a:lnSpc>
              <a:buClr>
                <a:srgbClr val="0070C0"/>
              </a:buClr>
              <a:buFont typeface="Wingdings" panose="05000000000000000000" pitchFamily="2" charset="2"/>
              <a:buChar char="ü"/>
            </a:pPr>
            <a:r>
              <a:rPr lang="en-US" altLang="zh-CN" sz="2000" b="1" dirty="0">
                <a:latin typeface="微软雅黑" pitchFamily="34" charset="-122"/>
                <a:ea typeface="微软雅黑" pitchFamily="34" charset="-122"/>
              </a:rPr>
              <a:t>224.0.0.1</a:t>
            </a:r>
            <a:r>
              <a:rPr lang="zh-CN" altLang="en-US" sz="2000" b="1" dirty="0">
                <a:latin typeface="微软雅黑" pitchFamily="34" charset="-122"/>
                <a:ea typeface="微软雅黑" pitchFamily="34" charset="-122"/>
              </a:rPr>
              <a:t>至</a:t>
            </a:r>
            <a:r>
              <a:rPr lang="en-US" altLang="zh-CN" sz="2000" b="1" dirty="0">
                <a:latin typeface="微软雅黑" pitchFamily="34" charset="-122"/>
                <a:ea typeface="微软雅黑" pitchFamily="34" charset="-122"/>
              </a:rPr>
              <a:t>224.0.0.255</a:t>
            </a:r>
            <a:r>
              <a:rPr lang="zh-CN" altLang="en-US" sz="2000" b="1" dirty="0">
                <a:latin typeface="微软雅黑" pitchFamily="34" charset="-122"/>
                <a:ea typeface="微软雅黑" pitchFamily="34" charset="-122"/>
              </a:rPr>
              <a:t>是限于在一个网络内的多播地址。</a:t>
            </a:r>
          </a:p>
          <a:p>
            <a:pPr marL="800100" lvl="1" indent="-342900">
              <a:lnSpc>
                <a:spcPts val="3300"/>
              </a:lnSpc>
              <a:buClr>
                <a:srgbClr val="0070C0"/>
              </a:buClr>
              <a:buFont typeface="Wingdings" panose="05000000000000000000" pitchFamily="2" charset="2"/>
              <a:buChar char="ü"/>
            </a:pPr>
            <a:r>
              <a:rPr lang="en-US" altLang="zh-CN" sz="2000" b="1" dirty="0">
                <a:latin typeface="微软雅黑" pitchFamily="34" charset="-122"/>
                <a:ea typeface="微软雅黑" pitchFamily="34" charset="-122"/>
              </a:rPr>
              <a:t>224.0.1.0</a:t>
            </a:r>
            <a:r>
              <a:rPr lang="zh-CN" altLang="en-US" sz="2000" b="1" dirty="0">
                <a:latin typeface="微软雅黑" pitchFamily="34" charset="-122"/>
                <a:ea typeface="微软雅黑" pitchFamily="34" charset="-122"/>
              </a:rPr>
              <a:t>至</a:t>
            </a:r>
            <a:r>
              <a:rPr lang="en-US" altLang="zh-CN" sz="2000" b="1" dirty="0">
                <a:latin typeface="微软雅黑" pitchFamily="34" charset="-122"/>
                <a:ea typeface="微软雅黑" pitchFamily="34" charset="-122"/>
              </a:rPr>
              <a:t>238.255.255.255</a:t>
            </a:r>
            <a:r>
              <a:rPr lang="zh-CN" altLang="en-US" sz="2000" b="1" dirty="0">
                <a:latin typeface="微软雅黑" pitchFamily="34" charset="-122"/>
                <a:ea typeface="微软雅黑" pitchFamily="34" charset="-122"/>
              </a:rPr>
              <a:t>是可用于互联网上的多播地址。</a:t>
            </a:r>
          </a:p>
          <a:p>
            <a:pPr marL="800100" lvl="1" indent="-342900">
              <a:lnSpc>
                <a:spcPts val="3300"/>
              </a:lnSpc>
              <a:buClr>
                <a:srgbClr val="0070C0"/>
              </a:buClr>
              <a:buFont typeface="Wingdings" panose="05000000000000000000" pitchFamily="2" charset="2"/>
              <a:buChar char="ü"/>
            </a:pPr>
            <a:r>
              <a:rPr lang="en-US" altLang="zh-CN" sz="2000" b="1" dirty="0">
                <a:latin typeface="微软雅黑" pitchFamily="34" charset="-122"/>
                <a:ea typeface="微软雅黑" pitchFamily="34" charset="-122"/>
              </a:rPr>
              <a:t>239.0.0.0</a:t>
            </a:r>
            <a:r>
              <a:rPr lang="zh-CN" altLang="en-US" sz="2000" b="1" dirty="0">
                <a:latin typeface="微软雅黑" pitchFamily="34" charset="-122"/>
                <a:ea typeface="微软雅黑" pitchFamily="34" charset="-122"/>
              </a:rPr>
              <a:t>至</a:t>
            </a:r>
            <a:r>
              <a:rPr lang="en-US" altLang="zh-CN" sz="2000" b="1" dirty="0">
                <a:latin typeface="微软雅黑" pitchFamily="34" charset="-122"/>
                <a:ea typeface="微软雅黑" pitchFamily="34" charset="-122"/>
              </a:rPr>
              <a:t>239.255.255.255</a:t>
            </a:r>
            <a:r>
              <a:rPr lang="zh-CN" altLang="en-US" sz="2000" b="1" dirty="0">
                <a:latin typeface="微软雅黑" pitchFamily="34" charset="-122"/>
                <a:ea typeface="微软雅黑" pitchFamily="34" charset="-122"/>
              </a:rPr>
              <a:t>是限于一个单位内部使用的多播地址。</a:t>
            </a:r>
          </a:p>
        </p:txBody>
      </p:sp>
      <p:sp>
        <p:nvSpPr>
          <p:cNvPr id="3" name="AutoShape 5">
            <a:extLst>
              <a:ext uri="{FF2B5EF4-FFF2-40B4-BE49-F238E27FC236}">
                <a16:creationId xmlns:a16="http://schemas.microsoft.com/office/drawing/2014/main" id="{623DB64C-60A6-5015-BB4C-31CC647ABDC9}"/>
              </a:ext>
            </a:extLst>
          </p:cNvPr>
          <p:cNvSpPr>
            <a:spLocks noChangeArrowheads="1"/>
          </p:cNvSpPr>
          <p:nvPr/>
        </p:nvSpPr>
        <p:spPr bwMode="auto">
          <a:xfrm>
            <a:off x="545145" y="635640"/>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82153043-6C33-519B-38FD-8A97A901B58A}"/>
              </a:ext>
            </a:extLst>
          </p:cNvPr>
          <p:cNvSpPr>
            <a:spLocks noChangeArrowheads="1"/>
          </p:cNvSpPr>
          <p:nvPr/>
        </p:nvSpPr>
        <p:spPr bwMode="auto">
          <a:xfrm>
            <a:off x="1941968" y="60242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多播地址中的特殊地址</a:t>
            </a:r>
          </a:p>
        </p:txBody>
      </p:sp>
    </p:spTree>
    <p:extLst>
      <p:ext uri="{BB962C8B-B14F-4D97-AF65-F5344CB8AC3E}">
        <p14:creationId xmlns:p14="http://schemas.microsoft.com/office/powerpoint/2010/main" val="3254987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2">
                                            <p:txEl>
                                              <p:pRg st="4" end="4"/>
                                            </p:txEl>
                                          </p:spTgt>
                                        </p:tgtEl>
                                        <p:attrNameLst>
                                          <p:attrName>style.visibility</p:attrName>
                                        </p:attrNameLst>
                                      </p:cBhvr>
                                      <p:to>
                                        <p:strVal val="visible"/>
                                      </p:to>
                                    </p:set>
                                    <p:animEffect transition="in" filter="fade">
                                      <p:cBhvr>
                                        <p:cTn id="35" dur="1000"/>
                                        <p:tgtEl>
                                          <p:spTgt spid="2">
                                            <p:txEl>
                                              <p:pRg st="4" end="4"/>
                                            </p:txEl>
                                          </p:spTgt>
                                        </p:tgtEl>
                                      </p:cBhvr>
                                    </p:animEffect>
                                    <p:anim calcmode="lin" valueType="num">
                                      <p:cBhvr>
                                        <p:cTn id="36"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BEF47D-B500-5F26-DEDB-DC2D663EAC94}"/>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A1A06DEF-7753-B858-C285-BB5E4F1ECB8A}"/>
              </a:ext>
            </a:extLst>
          </p:cNvPr>
          <p:cNvSpPr>
            <a:spLocks noChangeArrowheads="1"/>
          </p:cNvSpPr>
          <p:nvPr/>
        </p:nvSpPr>
        <p:spPr bwMode="auto">
          <a:xfrm>
            <a:off x="545145" y="994957"/>
            <a:ext cx="8053710" cy="34270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多播地址的第</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字节是全</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，即</a:t>
            </a:r>
            <a:r>
              <a:rPr lang="en-US" altLang="zh-CN" sz="2000" b="1" dirty="0">
                <a:latin typeface="微软雅黑" pitchFamily="34" charset="-122"/>
                <a:ea typeface="微软雅黑" pitchFamily="34" charset="-122"/>
              </a:rPr>
              <a:t>0xff</a:t>
            </a:r>
            <a:r>
              <a:rPr lang="zh-CN" altLang="en-US" sz="2000" b="1" dirty="0">
                <a:latin typeface="微软雅黑" pitchFamily="34" charset="-122"/>
                <a:ea typeface="微软雅黑" pitchFamily="34" charset="-122"/>
              </a:rPr>
              <a:t>，用第</a:t>
            </a:r>
            <a:r>
              <a:rPr lang="en-US" altLang="zh-CN" sz="2000" b="1" dirty="0">
                <a:latin typeface="微软雅黑" pitchFamily="34" charset="-122"/>
                <a:ea typeface="微软雅黑" pitchFamily="34" charset="-122"/>
              </a:rPr>
              <a:t>2</a:t>
            </a:r>
            <a:r>
              <a:rPr lang="zh-CN" altLang="en-US" sz="2000" b="1" dirty="0">
                <a:latin typeface="微软雅黑" pitchFamily="34" charset="-122"/>
                <a:ea typeface="微软雅黑" pitchFamily="34" charset="-122"/>
              </a:rPr>
              <a:t>字节对</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多播地址进一步分类。例如：</a:t>
            </a:r>
            <a:r>
              <a:rPr lang="en-US" altLang="zh-CN" sz="2000" b="1" dirty="0">
                <a:latin typeface="微软雅黑" pitchFamily="34" charset="-122"/>
                <a:ea typeface="微软雅黑" pitchFamily="34" charset="-122"/>
              </a:rPr>
              <a:t>0x?0</a:t>
            </a:r>
            <a:r>
              <a:rPr lang="zh-CN" altLang="en-US" sz="2000" b="1" dirty="0">
                <a:latin typeface="微软雅黑" pitchFamily="34" charset="-122"/>
                <a:ea typeface="微软雅黑" pitchFamily="34" charset="-122"/>
              </a:rPr>
              <a:t>表示保留地址。</a:t>
            </a:r>
            <a:r>
              <a:rPr lang="en-US" altLang="zh-CN" sz="2000" b="1" dirty="0">
                <a:latin typeface="微软雅黑" pitchFamily="34" charset="-122"/>
                <a:ea typeface="微软雅黑" pitchFamily="34" charset="-122"/>
              </a:rPr>
              <a:t>0x?e</a:t>
            </a:r>
            <a:r>
              <a:rPr lang="zh-CN" altLang="en-US" sz="2000" b="1" dirty="0">
                <a:latin typeface="微软雅黑" pitchFamily="34" charset="-122"/>
                <a:ea typeface="微软雅黑" pitchFamily="34" charset="-122"/>
              </a:rPr>
              <a:t>表示可在互联网范围使用的多播地址。</a:t>
            </a:r>
            <a:r>
              <a:rPr lang="en-US" altLang="zh-CN" sz="2000" b="1" dirty="0">
                <a:latin typeface="微软雅黑" pitchFamily="34" charset="-122"/>
                <a:ea typeface="微软雅黑" pitchFamily="34" charset="-122"/>
              </a:rPr>
              <a:t>0x?2</a:t>
            </a:r>
            <a:r>
              <a:rPr lang="zh-CN" altLang="en-US" sz="2000" b="1" dirty="0">
                <a:latin typeface="微软雅黑" pitchFamily="34" charset="-122"/>
                <a:ea typeface="微软雅黑" pitchFamily="34" charset="-122"/>
              </a:rPr>
              <a:t>表示局限在本网络中使用的多播地址。</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几个重要的在本网络中使用的多播地址：</a:t>
            </a:r>
          </a:p>
          <a:p>
            <a:pPr marL="342900" indent="-342900">
              <a:lnSpc>
                <a:spcPts val="3300"/>
              </a:lnSpc>
              <a:buClr>
                <a:srgbClr val="0070C0"/>
              </a:buClr>
              <a:buFont typeface="Wingdings" panose="05000000000000000000" pitchFamily="2" charset="2"/>
              <a:buChar char="ü"/>
            </a:pPr>
            <a:r>
              <a:rPr lang="en-US" altLang="zh-CN" b="1" dirty="0">
                <a:solidFill>
                  <a:srgbClr val="0000FF"/>
                </a:solidFill>
                <a:latin typeface="微软雅黑" pitchFamily="34" charset="-122"/>
                <a:ea typeface="微软雅黑" pitchFamily="34" charset="-122"/>
              </a:rPr>
              <a:t>ff02::1</a:t>
            </a:r>
            <a:r>
              <a:rPr lang="zh-CN" altLang="en-US" b="1" dirty="0">
                <a:latin typeface="微软雅黑" pitchFamily="34" charset="-122"/>
                <a:ea typeface="微软雅黑" pitchFamily="34" charset="-122"/>
              </a:rPr>
              <a:t>是对本网络范围内所有节点（主机和路由器）的多播地址。</a:t>
            </a:r>
          </a:p>
          <a:p>
            <a:pPr marL="342900" indent="-342900">
              <a:lnSpc>
                <a:spcPts val="3300"/>
              </a:lnSpc>
              <a:buClr>
                <a:srgbClr val="0070C0"/>
              </a:buClr>
              <a:buFont typeface="Wingdings" panose="05000000000000000000" pitchFamily="2" charset="2"/>
              <a:buChar char="ü"/>
            </a:pPr>
            <a:r>
              <a:rPr lang="en-US" altLang="zh-CN" b="1" dirty="0">
                <a:solidFill>
                  <a:srgbClr val="0000FF"/>
                </a:solidFill>
                <a:latin typeface="微软雅黑" pitchFamily="34" charset="-122"/>
                <a:ea typeface="微软雅黑" pitchFamily="34" charset="-122"/>
              </a:rPr>
              <a:t>ff02::2</a:t>
            </a:r>
            <a:r>
              <a:rPr lang="zh-CN" altLang="en-US" b="1" dirty="0">
                <a:latin typeface="微软雅黑" pitchFamily="34" charset="-122"/>
                <a:ea typeface="微软雅黑" pitchFamily="34" charset="-122"/>
              </a:rPr>
              <a:t>是对本网络范围内所有路由器的多播地址。</a:t>
            </a:r>
          </a:p>
          <a:p>
            <a:pPr marL="342900" indent="-342900">
              <a:lnSpc>
                <a:spcPts val="3300"/>
              </a:lnSpc>
              <a:buClr>
                <a:srgbClr val="0070C0"/>
              </a:buClr>
              <a:buFont typeface="Wingdings" panose="05000000000000000000" pitchFamily="2" charset="2"/>
              <a:buChar char="ü"/>
            </a:pPr>
            <a:r>
              <a:rPr lang="en-US" altLang="zh-CN" b="1" dirty="0">
                <a:solidFill>
                  <a:srgbClr val="0000FF"/>
                </a:solidFill>
                <a:latin typeface="微软雅黑" pitchFamily="34" charset="-122"/>
                <a:ea typeface="微软雅黑" pitchFamily="34" charset="-122"/>
              </a:rPr>
              <a:t>ff02::2:1:ffxx:xxxx</a:t>
            </a:r>
            <a:r>
              <a:rPr lang="zh-CN" altLang="en-US" b="1" dirty="0">
                <a:latin typeface="微软雅黑" pitchFamily="34" charset="-122"/>
                <a:ea typeface="微软雅黑" pitchFamily="34" charset="-122"/>
              </a:rPr>
              <a:t>是对本网络范围内的被寻找节点的多播地址。</a:t>
            </a:r>
          </a:p>
          <a:p>
            <a:pPr marL="342900" indent="-342900">
              <a:lnSpc>
                <a:spcPts val="3300"/>
              </a:lnSpc>
              <a:buClr>
                <a:srgbClr val="0070C0"/>
              </a:buClr>
              <a:buFont typeface="Wingdings" panose="05000000000000000000" pitchFamily="2" charset="2"/>
              <a:buChar char="ü"/>
            </a:pPr>
            <a:r>
              <a:rPr lang="en-US" altLang="zh-CN" b="1" dirty="0">
                <a:solidFill>
                  <a:srgbClr val="0000FF"/>
                </a:solidFill>
                <a:latin typeface="微软雅黑" pitchFamily="34" charset="-122"/>
                <a:ea typeface="微软雅黑" pitchFamily="34" charset="-122"/>
              </a:rPr>
              <a:t>ff02::1:2</a:t>
            </a:r>
            <a:r>
              <a:rPr lang="zh-CN" altLang="en-US" b="1" dirty="0">
                <a:latin typeface="微软雅黑" pitchFamily="34" charset="-122"/>
                <a:ea typeface="微软雅黑" pitchFamily="34" charset="-122"/>
              </a:rPr>
              <a:t>是对本网络范围内的所有</a:t>
            </a:r>
            <a:r>
              <a:rPr lang="en-US" altLang="zh-CN" b="1" dirty="0">
                <a:latin typeface="微软雅黑" pitchFamily="34" charset="-122"/>
                <a:ea typeface="微软雅黑" pitchFamily="34" charset="-122"/>
              </a:rPr>
              <a:t>DHCP</a:t>
            </a:r>
            <a:r>
              <a:rPr lang="zh-CN" altLang="en-US" b="1" dirty="0">
                <a:latin typeface="微软雅黑" pitchFamily="34" charset="-122"/>
                <a:ea typeface="微软雅黑" pitchFamily="34" charset="-122"/>
              </a:rPr>
              <a:t>服务器和中继代理的多播地址。</a:t>
            </a:r>
          </a:p>
        </p:txBody>
      </p:sp>
      <p:sp>
        <p:nvSpPr>
          <p:cNvPr id="3" name="AutoShape 5">
            <a:extLst>
              <a:ext uri="{FF2B5EF4-FFF2-40B4-BE49-F238E27FC236}">
                <a16:creationId xmlns:a16="http://schemas.microsoft.com/office/drawing/2014/main" id="{65C9769E-1063-F548-9AFA-C73D2979E11D}"/>
              </a:ext>
            </a:extLst>
          </p:cNvPr>
          <p:cNvSpPr>
            <a:spLocks noChangeArrowheads="1"/>
          </p:cNvSpPr>
          <p:nvPr/>
        </p:nvSpPr>
        <p:spPr bwMode="auto">
          <a:xfrm>
            <a:off x="545145" y="635640"/>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CD036521-51F5-A1BF-5868-56FA78E32123}"/>
              </a:ext>
            </a:extLst>
          </p:cNvPr>
          <p:cNvSpPr>
            <a:spLocks noChangeArrowheads="1"/>
          </p:cNvSpPr>
          <p:nvPr/>
        </p:nvSpPr>
        <p:spPr bwMode="auto">
          <a:xfrm>
            <a:off x="1941968" y="60242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多播地址中的特殊地址</a:t>
            </a:r>
          </a:p>
        </p:txBody>
      </p:sp>
    </p:spTree>
    <p:extLst>
      <p:ext uri="{BB962C8B-B14F-4D97-AF65-F5344CB8AC3E}">
        <p14:creationId xmlns:p14="http://schemas.microsoft.com/office/powerpoint/2010/main" val="2534487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2">
                                            <p:txEl>
                                              <p:pRg st="4" end="4"/>
                                            </p:txEl>
                                          </p:spTgt>
                                        </p:tgtEl>
                                        <p:attrNameLst>
                                          <p:attrName>style.visibility</p:attrName>
                                        </p:attrNameLst>
                                      </p:cBhvr>
                                      <p:to>
                                        <p:strVal val="visible"/>
                                      </p:to>
                                    </p:set>
                                    <p:animEffect transition="in" filter="fade">
                                      <p:cBhvr>
                                        <p:cTn id="35" dur="1000"/>
                                        <p:tgtEl>
                                          <p:spTgt spid="2">
                                            <p:txEl>
                                              <p:pRg st="4" end="4"/>
                                            </p:txEl>
                                          </p:spTgt>
                                        </p:tgtEl>
                                      </p:cBhvr>
                                    </p:animEffect>
                                    <p:anim calcmode="lin" valueType="num">
                                      <p:cBhvr>
                                        <p:cTn id="36"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2">
                                            <p:txEl>
                                              <p:pRg st="5" end="5"/>
                                            </p:txEl>
                                          </p:spTgt>
                                        </p:tgtEl>
                                        <p:attrNameLst>
                                          <p:attrName>style.visibility</p:attrName>
                                        </p:attrNameLst>
                                      </p:cBhvr>
                                      <p:to>
                                        <p:strVal val="visible"/>
                                      </p:to>
                                    </p:set>
                                    <p:animEffect transition="in" filter="fade">
                                      <p:cBhvr>
                                        <p:cTn id="42" dur="1000"/>
                                        <p:tgtEl>
                                          <p:spTgt spid="2">
                                            <p:txEl>
                                              <p:pRg st="5" end="5"/>
                                            </p:txEl>
                                          </p:spTgt>
                                        </p:tgtEl>
                                      </p:cBhvr>
                                    </p:animEffect>
                                    <p:anim calcmode="lin" valueType="num">
                                      <p:cBhvr>
                                        <p:cTn id="43" dur="1000" fill="hold"/>
                                        <p:tgtEl>
                                          <p:spTgt spid="2">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2">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6002"/>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287835" y="630307"/>
            <a:ext cx="25683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多播可以分为两种</a:t>
            </a:r>
          </a:p>
        </p:txBody>
      </p:sp>
      <p:sp>
        <p:nvSpPr>
          <p:cNvPr id="5" name="圆角矩形 1">
            <a:extLst>
              <a:ext uri="{FF2B5EF4-FFF2-40B4-BE49-F238E27FC236}">
                <a16:creationId xmlns:a16="http://schemas.microsoft.com/office/drawing/2014/main" id="{407884E2-AA37-BE89-DB75-17FB61EF2A71}"/>
              </a:ext>
            </a:extLst>
          </p:cNvPr>
          <p:cNvSpPr/>
          <p:nvPr/>
        </p:nvSpPr>
        <p:spPr>
          <a:xfrm>
            <a:off x="545145" y="1099038"/>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pic>
        <p:nvPicPr>
          <p:cNvPr id="6" name="图片 5">
            <a:extLst>
              <a:ext uri="{FF2B5EF4-FFF2-40B4-BE49-F238E27FC236}">
                <a16:creationId xmlns:a16="http://schemas.microsoft.com/office/drawing/2014/main" id="{8A0B0836-F791-AEF8-4D9B-D4A899AE74C5}"/>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344612" y="1186836"/>
            <a:ext cx="430439" cy="602615"/>
          </a:xfrm>
          <a:prstGeom prst="rect">
            <a:avLst/>
          </a:prstGeom>
        </p:spPr>
      </p:pic>
      <p:sp>
        <p:nvSpPr>
          <p:cNvPr id="7" name="Line 52">
            <a:extLst>
              <a:ext uri="{FF2B5EF4-FFF2-40B4-BE49-F238E27FC236}">
                <a16:creationId xmlns:a16="http://schemas.microsoft.com/office/drawing/2014/main" id="{D96E6B97-AC3D-5250-0CEF-80F2B367BE90}"/>
              </a:ext>
            </a:extLst>
          </p:cNvPr>
          <p:cNvSpPr>
            <a:spLocks noChangeShapeType="1"/>
          </p:cNvSpPr>
          <p:nvPr/>
        </p:nvSpPr>
        <p:spPr bwMode="auto">
          <a:xfrm flipV="1">
            <a:off x="2412068" y="2011691"/>
            <a:ext cx="954839"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8" name="Line 53">
            <a:extLst>
              <a:ext uri="{FF2B5EF4-FFF2-40B4-BE49-F238E27FC236}">
                <a16:creationId xmlns:a16="http://schemas.microsoft.com/office/drawing/2014/main" id="{AF82E3FD-63BA-C558-7560-B967CE993FAD}"/>
              </a:ext>
            </a:extLst>
          </p:cNvPr>
          <p:cNvSpPr>
            <a:spLocks noChangeShapeType="1"/>
          </p:cNvSpPr>
          <p:nvPr/>
        </p:nvSpPr>
        <p:spPr bwMode="auto">
          <a:xfrm flipV="1">
            <a:off x="3431344" y="1488143"/>
            <a:ext cx="0" cy="39918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9" name="Line 54">
            <a:extLst>
              <a:ext uri="{FF2B5EF4-FFF2-40B4-BE49-F238E27FC236}">
                <a16:creationId xmlns:a16="http://schemas.microsoft.com/office/drawing/2014/main" id="{C6B453C8-23FF-3576-FA9C-BCB0720E4E52}"/>
              </a:ext>
            </a:extLst>
          </p:cNvPr>
          <p:cNvSpPr>
            <a:spLocks noChangeShapeType="1"/>
          </p:cNvSpPr>
          <p:nvPr/>
        </p:nvSpPr>
        <p:spPr bwMode="auto">
          <a:xfrm flipH="1" flipV="1">
            <a:off x="3431344" y="2011691"/>
            <a:ext cx="0"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0" name="Line 55">
            <a:extLst>
              <a:ext uri="{FF2B5EF4-FFF2-40B4-BE49-F238E27FC236}">
                <a16:creationId xmlns:a16="http://schemas.microsoft.com/office/drawing/2014/main" id="{C8525470-7E8F-9EBD-0640-3830B95A8335}"/>
              </a:ext>
            </a:extLst>
          </p:cNvPr>
          <p:cNvSpPr>
            <a:spLocks noChangeShapeType="1"/>
          </p:cNvSpPr>
          <p:nvPr/>
        </p:nvSpPr>
        <p:spPr bwMode="auto">
          <a:xfrm>
            <a:off x="4642758"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56">
            <a:extLst>
              <a:ext uri="{FF2B5EF4-FFF2-40B4-BE49-F238E27FC236}">
                <a16:creationId xmlns:a16="http://schemas.microsoft.com/office/drawing/2014/main" id="{988A9761-1207-FD6C-D58E-12C10C462AB1}"/>
              </a:ext>
            </a:extLst>
          </p:cNvPr>
          <p:cNvSpPr>
            <a:spLocks noChangeShapeType="1"/>
          </p:cNvSpPr>
          <p:nvPr/>
        </p:nvSpPr>
        <p:spPr bwMode="auto">
          <a:xfrm flipV="1">
            <a:off x="3431344"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2" name="Line 57">
            <a:extLst>
              <a:ext uri="{FF2B5EF4-FFF2-40B4-BE49-F238E27FC236}">
                <a16:creationId xmlns:a16="http://schemas.microsoft.com/office/drawing/2014/main" id="{62113D24-EC9E-6AD2-8CC2-2DDDD0EA12F8}"/>
              </a:ext>
            </a:extLst>
          </p:cNvPr>
          <p:cNvSpPr>
            <a:spLocks noChangeShapeType="1"/>
          </p:cNvSpPr>
          <p:nvPr/>
        </p:nvSpPr>
        <p:spPr bwMode="auto">
          <a:xfrm>
            <a:off x="2348803" y="2629204"/>
            <a:ext cx="0" cy="55587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3" name="Line 58">
            <a:extLst>
              <a:ext uri="{FF2B5EF4-FFF2-40B4-BE49-F238E27FC236}">
                <a16:creationId xmlns:a16="http://schemas.microsoft.com/office/drawing/2014/main" id="{E83F67A7-7A13-41A2-798C-BDAAC3B1134C}"/>
              </a:ext>
            </a:extLst>
          </p:cNvPr>
          <p:cNvSpPr>
            <a:spLocks noChangeShapeType="1"/>
          </p:cNvSpPr>
          <p:nvPr/>
        </p:nvSpPr>
        <p:spPr bwMode="auto">
          <a:xfrm>
            <a:off x="3560217" y="2011691"/>
            <a:ext cx="1082541" cy="6175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4" name="Text Box 59">
            <a:extLst>
              <a:ext uri="{FF2B5EF4-FFF2-40B4-BE49-F238E27FC236}">
                <a16:creationId xmlns:a16="http://schemas.microsoft.com/office/drawing/2014/main" id="{A5791894-3693-1ABA-DE76-EB318742B939}"/>
              </a:ext>
            </a:extLst>
          </p:cNvPr>
          <p:cNvSpPr txBox="1">
            <a:spLocks noChangeArrowheads="1"/>
          </p:cNvSpPr>
          <p:nvPr/>
        </p:nvSpPr>
        <p:spPr bwMode="auto">
          <a:xfrm>
            <a:off x="2453441" y="4010080"/>
            <a:ext cx="1947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多播组成员共有 </a:t>
            </a:r>
            <a:r>
              <a:rPr kumimoji="1" lang="en-US" altLang="zh-CN" sz="1400" b="1" dirty="0">
                <a:latin typeface="微软雅黑" pitchFamily="34" charset="-122"/>
                <a:ea typeface="微软雅黑" pitchFamily="34" charset="-122"/>
              </a:rPr>
              <a:t>90 </a:t>
            </a:r>
            <a:r>
              <a:rPr kumimoji="1" lang="zh-CN" altLang="en-US" sz="1400" b="1" dirty="0">
                <a:latin typeface="微软雅黑" pitchFamily="34" charset="-122"/>
                <a:ea typeface="微软雅黑" pitchFamily="34" charset="-122"/>
              </a:rPr>
              <a:t>个</a:t>
            </a:r>
          </a:p>
        </p:txBody>
      </p:sp>
      <p:sp>
        <p:nvSpPr>
          <p:cNvPr id="15" name="AutoShape 60">
            <a:extLst>
              <a:ext uri="{FF2B5EF4-FFF2-40B4-BE49-F238E27FC236}">
                <a16:creationId xmlns:a16="http://schemas.microsoft.com/office/drawing/2014/main" id="{975149AE-3974-8718-56AB-B4DBB8A72635}"/>
              </a:ext>
            </a:extLst>
          </p:cNvPr>
          <p:cNvSpPr>
            <a:spLocks noChangeArrowheads="1"/>
          </p:cNvSpPr>
          <p:nvPr/>
        </p:nvSpPr>
        <p:spPr bwMode="auto">
          <a:xfrm rot="5400000">
            <a:off x="3361905" y="1588165"/>
            <a:ext cx="343904" cy="144105"/>
          </a:xfrm>
          <a:prstGeom prst="rightArrow">
            <a:avLst>
              <a:gd name="adj1" fmla="val 37500"/>
              <a:gd name="adj2" fmla="val 103881"/>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6" name="AutoShape 61">
            <a:extLst>
              <a:ext uri="{FF2B5EF4-FFF2-40B4-BE49-F238E27FC236}">
                <a16:creationId xmlns:a16="http://schemas.microsoft.com/office/drawing/2014/main" id="{DC554D01-EF1A-DB4E-2032-5C8E5AAB392C}"/>
              </a:ext>
            </a:extLst>
          </p:cNvPr>
          <p:cNvSpPr>
            <a:spLocks noChangeArrowheads="1"/>
          </p:cNvSpPr>
          <p:nvPr/>
        </p:nvSpPr>
        <p:spPr bwMode="auto">
          <a:xfrm rot="8740270">
            <a:off x="2665130" y="2168502"/>
            <a:ext cx="354989" cy="139509"/>
          </a:xfrm>
          <a:prstGeom prst="rightArrow">
            <a:avLst>
              <a:gd name="adj1" fmla="val 37500"/>
              <a:gd name="adj2" fmla="val 94377"/>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pic>
        <p:nvPicPr>
          <p:cNvPr id="17" name="Picture 62">
            <a:extLst>
              <a:ext uri="{FF2B5EF4-FFF2-40B4-BE49-F238E27FC236}">
                <a16:creationId xmlns:a16="http://schemas.microsoft.com/office/drawing/2014/main" id="{30A23BC1-4439-019F-9063-7084332FD7C3}"/>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60293" y="1876508"/>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 name="Text Box 63">
            <a:extLst>
              <a:ext uri="{FF2B5EF4-FFF2-40B4-BE49-F238E27FC236}">
                <a16:creationId xmlns:a16="http://schemas.microsoft.com/office/drawing/2014/main" id="{8EAA1950-FCF7-64F4-D3EB-D5AA3F6E3BDA}"/>
              </a:ext>
            </a:extLst>
          </p:cNvPr>
          <p:cNvSpPr txBox="1">
            <a:spLocks noChangeArrowheads="1"/>
          </p:cNvSpPr>
          <p:nvPr/>
        </p:nvSpPr>
        <p:spPr bwMode="auto">
          <a:xfrm>
            <a:off x="2984972" y="157694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p:txBody>
      </p:sp>
      <p:sp>
        <p:nvSpPr>
          <p:cNvPr id="19" name="Text Box 64">
            <a:extLst>
              <a:ext uri="{FF2B5EF4-FFF2-40B4-BE49-F238E27FC236}">
                <a16:creationId xmlns:a16="http://schemas.microsoft.com/office/drawing/2014/main" id="{78F6D030-430A-BB3B-4D28-EA623BD56369}"/>
              </a:ext>
            </a:extLst>
          </p:cNvPr>
          <p:cNvSpPr txBox="1">
            <a:spLocks noChangeArrowheads="1"/>
          </p:cNvSpPr>
          <p:nvPr/>
        </p:nvSpPr>
        <p:spPr bwMode="auto">
          <a:xfrm>
            <a:off x="2948653" y="2359921"/>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3</a:t>
            </a:r>
            <a:endParaRPr kumimoji="1" lang="en-US" altLang="zh-CN" sz="1400" b="1" dirty="0">
              <a:latin typeface="微软雅黑" pitchFamily="34" charset="-122"/>
              <a:ea typeface="微软雅黑" pitchFamily="34" charset="-122"/>
            </a:endParaRPr>
          </a:p>
        </p:txBody>
      </p:sp>
      <p:sp>
        <p:nvSpPr>
          <p:cNvPr id="20" name="Text Box 65">
            <a:extLst>
              <a:ext uri="{FF2B5EF4-FFF2-40B4-BE49-F238E27FC236}">
                <a16:creationId xmlns:a16="http://schemas.microsoft.com/office/drawing/2014/main" id="{A6B60478-CDCC-9AE2-F878-1DFA8D5E50E7}"/>
              </a:ext>
            </a:extLst>
          </p:cNvPr>
          <p:cNvSpPr txBox="1">
            <a:spLocks noChangeArrowheads="1"/>
          </p:cNvSpPr>
          <p:nvPr/>
        </p:nvSpPr>
        <p:spPr bwMode="auto">
          <a:xfrm>
            <a:off x="4117889" y="241074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4</a:t>
            </a:r>
            <a:endParaRPr kumimoji="1" lang="en-US" altLang="zh-CN" sz="1400" b="1">
              <a:latin typeface="微软雅黑" pitchFamily="34" charset="-122"/>
              <a:ea typeface="微软雅黑" pitchFamily="34" charset="-122"/>
            </a:endParaRPr>
          </a:p>
        </p:txBody>
      </p:sp>
      <p:sp>
        <p:nvSpPr>
          <p:cNvPr id="21" name="Text Box 66">
            <a:extLst>
              <a:ext uri="{FF2B5EF4-FFF2-40B4-BE49-F238E27FC236}">
                <a16:creationId xmlns:a16="http://schemas.microsoft.com/office/drawing/2014/main" id="{183A6729-B682-91CF-AB56-1207CBF9AFDE}"/>
              </a:ext>
            </a:extLst>
          </p:cNvPr>
          <p:cNvSpPr txBox="1">
            <a:spLocks noChangeArrowheads="1"/>
          </p:cNvSpPr>
          <p:nvPr/>
        </p:nvSpPr>
        <p:spPr bwMode="auto">
          <a:xfrm>
            <a:off x="1839167" y="2379386"/>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endParaRPr kumimoji="1" lang="en-US" altLang="zh-CN" sz="1400" b="1">
              <a:latin typeface="微软雅黑" pitchFamily="34" charset="-122"/>
              <a:ea typeface="微软雅黑" pitchFamily="34" charset="-122"/>
            </a:endParaRPr>
          </a:p>
        </p:txBody>
      </p:sp>
      <p:sp>
        <p:nvSpPr>
          <p:cNvPr id="22" name="Text Box 67">
            <a:extLst>
              <a:ext uri="{FF2B5EF4-FFF2-40B4-BE49-F238E27FC236}">
                <a16:creationId xmlns:a16="http://schemas.microsoft.com/office/drawing/2014/main" id="{73043912-7685-8232-E532-60B830485533}"/>
              </a:ext>
            </a:extLst>
          </p:cNvPr>
          <p:cNvSpPr txBox="1">
            <a:spLocks noChangeArrowheads="1"/>
          </p:cNvSpPr>
          <p:nvPr/>
        </p:nvSpPr>
        <p:spPr bwMode="auto">
          <a:xfrm>
            <a:off x="1093683" y="1352345"/>
            <a:ext cx="131959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视频服务器 </a:t>
            </a:r>
            <a:r>
              <a:rPr kumimoji="1" lang="en-US" altLang="zh-CN" sz="1400" b="1" dirty="0">
                <a:solidFill>
                  <a:srgbClr val="0000FF"/>
                </a:solidFill>
                <a:latin typeface="微软雅黑" pitchFamily="34" charset="-122"/>
                <a:ea typeface="微软雅黑" pitchFamily="34" charset="-122"/>
              </a:rPr>
              <a:t>M</a:t>
            </a:r>
          </a:p>
        </p:txBody>
      </p:sp>
      <p:pic>
        <p:nvPicPr>
          <p:cNvPr id="23" name="Picture 68">
            <a:extLst>
              <a:ext uri="{FF2B5EF4-FFF2-40B4-BE49-F238E27FC236}">
                <a16:creationId xmlns:a16="http://schemas.microsoft.com/office/drawing/2014/main" id="{EC95D5B9-9D38-E48F-A8BF-B49248B8D381}"/>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51791" y="2532955"/>
            <a:ext cx="362018"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69">
            <a:extLst>
              <a:ext uri="{FF2B5EF4-FFF2-40B4-BE49-F238E27FC236}">
                <a16:creationId xmlns:a16="http://schemas.microsoft.com/office/drawing/2014/main" id="{91B42166-0979-3469-FB00-8A9535D90A3A}"/>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60293" y="2532955"/>
            <a:ext cx="363190" cy="195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70">
            <a:extLst>
              <a:ext uri="{FF2B5EF4-FFF2-40B4-BE49-F238E27FC236}">
                <a16:creationId xmlns:a16="http://schemas.microsoft.com/office/drawing/2014/main" id="{2D0CC136-A7FF-32EA-A8FD-39511C31C329}"/>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157836" y="2555665"/>
            <a:ext cx="362018" cy="1968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6" name="AutoShape 75">
            <a:extLst>
              <a:ext uri="{FF2B5EF4-FFF2-40B4-BE49-F238E27FC236}">
                <a16:creationId xmlns:a16="http://schemas.microsoft.com/office/drawing/2014/main" id="{21894FEB-3406-9CC9-85A8-D70934788553}"/>
              </a:ext>
            </a:extLst>
          </p:cNvPr>
          <p:cNvSpPr>
            <a:spLocks noChangeArrowheads="1"/>
          </p:cNvSpPr>
          <p:nvPr/>
        </p:nvSpPr>
        <p:spPr bwMode="auto">
          <a:xfrm rot="1858546">
            <a:off x="3924579" y="2134977"/>
            <a:ext cx="356161" cy="140590"/>
          </a:xfrm>
          <a:prstGeom prst="rightArrow">
            <a:avLst>
              <a:gd name="adj1" fmla="val 37500"/>
              <a:gd name="adj2" fmla="val 93961"/>
            </a:avLst>
          </a:prstGeom>
          <a:solidFill>
            <a:srgbClr val="00FF99"/>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27" name="Text Box 91">
            <a:extLst>
              <a:ext uri="{FF2B5EF4-FFF2-40B4-BE49-F238E27FC236}">
                <a16:creationId xmlns:a16="http://schemas.microsoft.com/office/drawing/2014/main" id="{1356C131-E06D-F81A-3CDF-7F38B9A96527}"/>
              </a:ext>
            </a:extLst>
          </p:cNvPr>
          <p:cNvSpPr txBox="1">
            <a:spLocks noChangeArrowheads="1"/>
          </p:cNvSpPr>
          <p:nvPr/>
        </p:nvSpPr>
        <p:spPr bwMode="auto">
          <a:xfrm>
            <a:off x="2412800" y="2745460"/>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28" name="Text Box 92">
            <a:extLst>
              <a:ext uri="{FF2B5EF4-FFF2-40B4-BE49-F238E27FC236}">
                <a16:creationId xmlns:a16="http://schemas.microsoft.com/office/drawing/2014/main" id="{76E68B28-42BA-730D-49E1-89BA0D4F6697}"/>
              </a:ext>
            </a:extLst>
          </p:cNvPr>
          <p:cNvSpPr txBox="1">
            <a:spLocks noChangeArrowheads="1"/>
          </p:cNvSpPr>
          <p:nvPr/>
        </p:nvSpPr>
        <p:spPr bwMode="auto">
          <a:xfrm>
            <a:off x="3529358" y="2745460"/>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29" name="Text Box 93">
            <a:extLst>
              <a:ext uri="{FF2B5EF4-FFF2-40B4-BE49-F238E27FC236}">
                <a16:creationId xmlns:a16="http://schemas.microsoft.com/office/drawing/2014/main" id="{38EB9F27-4A44-2CF0-2D3D-0C9792B99592}"/>
              </a:ext>
            </a:extLst>
          </p:cNvPr>
          <p:cNvSpPr txBox="1">
            <a:spLocks noChangeArrowheads="1"/>
          </p:cNvSpPr>
          <p:nvPr/>
        </p:nvSpPr>
        <p:spPr bwMode="auto">
          <a:xfrm>
            <a:off x="4713626" y="2745460"/>
            <a:ext cx="47961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 </a:t>
            </a:r>
            <a:r>
              <a:rPr kumimoji="1" lang="zh-CN" altLang="en-US" sz="1200" b="1" dirty="0">
                <a:solidFill>
                  <a:srgbClr val="CC00CC"/>
                </a:solidFill>
                <a:latin typeface="微软雅黑" pitchFamily="34" charset="-122"/>
                <a:ea typeface="微软雅黑" pitchFamily="34" charset="-122"/>
              </a:rPr>
              <a:t>个</a:t>
            </a:r>
          </a:p>
        </p:txBody>
      </p:sp>
      <p:sp>
        <p:nvSpPr>
          <p:cNvPr id="30" name="Text Box 94">
            <a:extLst>
              <a:ext uri="{FF2B5EF4-FFF2-40B4-BE49-F238E27FC236}">
                <a16:creationId xmlns:a16="http://schemas.microsoft.com/office/drawing/2014/main" id="{45AD0F67-469F-8ABE-2D99-4D5241C7F0AA}"/>
              </a:ext>
            </a:extLst>
          </p:cNvPr>
          <p:cNvSpPr txBox="1">
            <a:spLocks noChangeArrowheads="1"/>
          </p:cNvSpPr>
          <p:nvPr/>
        </p:nvSpPr>
        <p:spPr bwMode="auto">
          <a:xfrm>
            <a:off x="3968278" y="1886175"/>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31" name="Text Box 95">
            <a:extLst>
              <a:ext uri="{FF2B5EF4-FFF2-40B4-BE49-F238E27FC236}">
                <a16:creationId xmlns:a16="http://schemas.microsoft.com/office/drawing/2014/main" id="{3153BA29-AB1F-1584-0C65-93452D3D0A22}"/>
              </a:ext>
            </a:extLst>
          </p:cNvPr>
          <p:cNvSpPr txBox="1">
            <a:spLocks noChangeArrowheads="1"/>
          </p:cNvSpPr>
          <p:nvPr/>
        </p:nvSpPr>
        <p:spPr bwMode="auto">
          <a:xfrm>
            <a:off x="3509916" y="2115743"/>
            <a:ext cx="43313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32" name="Text Box 96">
            <a:extLst>
              <a:ext uri="{FF2B5EF4-FFF2-40B4-BE49-F238E27FC236}">
                <a16:creationId xmlns:a16="http://schemas.microsoft.com/office/drawing/2014/main" id="{2903ADA1-036F-11A6-B2DD-A9D23602AE5D}"/>
              </a:ext>
            </a:extLst>
          </p:cNvPr>
          <p:cNvSpPr txBox="1">
            <a:spLocks noChangeArrowheads="1"/>
          </p:cNvSpPr>
          <p:nvPr/>
        </p:nvSpPr>
        <p:spPr bwMode="auto">
          <a:xfrm>
            <a:off x="2527386" y="1936415"/>
            <a:ext cx="4331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dirty="0">
                <a:solidFill>
                  <a:srgbClr val="CC00CC"/>
                </a:solidFill>
                <a:latin typeface="微软雅黑" pitchFamily="34" charset="-122"/>
                <a:ea typeface="微软雅黑" pitchFamily="34" charset="-122"/>
              </a:rPr>
              <a:t>1</a:t>
            </a:r>
            <a:r>
              <a:rPr kumimoji="1" lang="zh-CN" altLang="en-US" sz="1200" b="1" dirty="0">
                <a:solidFill>
                  <a:srgbClr val="CC00CC"/>
                </a:solidFill>
                <a:latin typeface="微软雅黑" pitchFamily="34" charset="-122"/>
                <a:ea typeface="微软雅黑" pitchFamily="34" charset="-122"/>
              </a:rPr>
              <a:t>个</a:t>
            </a:r>
          </a:p>
        </p:txBody>
      </p:sp>
      <p:sp>
        <p:nvSpPr>
          <p:cNvPr id="33" name="Text Box 97">
            <a:extLst>
              <a:ext uri="{FF2B5EF4-FFF2-40B4-BE49-F238E27FC236}">
                <a16:creationId xmlns:a16="http://schemas.microsoft.com/office/drawing/2014/main" id="{4353481B-E368-3F95-C162-8F86586DD133}"/>
              </a:ext>
            </a:extLst>
          </p:cNvPr>
          <p:cNvSpPr txBox="1">
            <a:spLocks noChangeArrowheads="1"/>
          </p:cNvSpPr>
          <p:nvPr/>
        </p:nvSpPr>
        <p:spPr bwMode="auto">
          <a:xfrm>
            <a:off x="3534340" y="1455341"/>
            <a:ext cx="47961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C00CC"/>
                </a:solidFill>
                <a:latin typeface="微软雅黑" pitchFamily="34" charset="-122"/>
                <a:ea typeface="微软雅黑" pitchFamily="34" charset="-122"/>
              </a:rPr>
              <a:t>1 </a:t>
            </a:r>
            <a:r>
              <a:rPr kumimoji="1" lang="zh-CN" altLang="en-US" sz="1200" b="1" dirty="0">
                <a:solidFill>
                  <a:srgbClr val="CC00CC"/>
                </a:solidFill>
                <a:latin typeface="微软雅黑" pitchFamily="34" charset="-122"/>
                <a:ea typeface="微软雅黑" pitchFamily="34" charset="-122"/>
              </a:rPr>
              <a:t>个</a:t>
            </a:r>
          </a:p>
        </p:txBody>
      </p:sp>
      <p:sp>
        <p:nvSpPr>
          <p:cNvPr id="34" name="AutoShape 104">
            <a:extLst>
              <a:ext uri="{FF2B5EF4-FFF2-40B4-BE49-F238E27FC236}">
                <a16:creationId xmlns:a16="http://schemas.microsoft.com/office/drawing/2014/main" id="{AAE7D508-9411-8C4C-55F1-A64D21BA00D4}"/>
              </a:ext>
            </a:extLst>
          </p:cNvPr>
          <p:cNvSpPr>
            <a:spLocks noChangeArrowheads="1"/>
          </p:cNvSpPr>
          <p:nvPr/>
        </p:nvSpPr>
        <p:spPr bwMode="auto">
          <a:xfrm rot="5400000">
            <a:off x="4575638" y="2862081"/>
            <a:ext cx="343153" cy="144246"/>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5" name="AutoShape 113">
            <a:extLst>
              <a:ext uri="{FF2B5EF4-FFF2-40B4-BE49-F238E27FC236}">
                <a16:creationId xmlns:a16="http://schemas.microsoft.com/office/drawing/2014/main" id="{C573DC75-80FA-206E-F547-6C770C0A20F5}"/>
              </a:ext>
            </a:extLst>
          </p:cNvPr>
          <p:cNvSpPr>
            <a:spLocks noChangeArrowheads="1"/>
          </p:cNvSpPr>
          <p:nvPr/>
        </p:nvSpPr>
        <p:spPr bwMode="auto">
          <a:xfrm rot="5400000">
            <a:off x="3368054" y="2850985"/>
            <a:ext cx="343153" cy="144808"/>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6" name="AutoShape 117">
            <a:extLst>
              <a:ext uri="{FF2B5EF4-FFF2-40B4-BE49-F238E27FC236}">
                <a16:creationId xmlns:a16="http://schemas.microsoft.com/office/drawing/2014/main" id="{1F7CD7D2-5522-C7A4-77A1-CFEED51084A4}"/>
              </a:ext>
            </a:extLst>
          </p:cNvPr>
          <p:cNvSpPr>
            <a:spLocks noChangeArrowheads="1"/>
          </p:cNvSpPr>
          <p:nvPr/>
        </p:nvSpPr>
        <p:spPr bwMode="auto">
          <a:xfrm rot="5400000">
            <a:off x="2265577" y="2898569"/>
            <a:ext cx="343153" cy="144808"/>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7" name="AutoShape 121">
            <a:extLst>
              <a:ext uri="{FF2B5EF4-FFF2-40B4-BE49-F238E27FC236}">
                <a16:creationId xmlns:a16="http://schemas.microsoft.com/office/drawing/2014/main" id="{AA67F753-B697-252D-2AEA-2D99B07282A5}"/>
              </a:ext>
            </a:extLst>
          </p:cNvPr>
          <p:cNvSpPr>
            <a:spLocks noChangeArrowheads="1"/>
          </p:cNvSpPr>
          <p:nvPr/>
        </p:nvSpPr>
        <p:spPr bwMode="auto">
          <a:xfrm rot="5400000">
            <a:off x="3368054" y="2219413"/>
            <a:ext cx="343153" cy="144808"/>
          </a:xfrm>
          <a:prstGeom prst="rightArrow">
            <a:avLst>
              <a:gd name="adj1" fmla="val 37500"/>
              <a:gd name="adj2" fmla="val 98306"/>
            </a:avLst>
          </a:prstGeom>
          <a:solidFill>
            <a:srgbClr val="00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cxnSp>
        <p:nvCxnSpPr>
          <p:cNvPr id="39" name="直接连接符 38">
            <a:extLst>
              <a:ext uri="{FF2B5EF4-FFF2-40B4-BE49-F238E27FC236}">
                <a16:creationId xmlns:a16="http://schemas.microsoft.com/office/drawing/2014/main" id="{4FF0DF38-CCC0-1111-2F56-4E665AC651DC}"/>
              </a:ext>
            </a:extLst>
          </p:cNvPr>
          <p:cNvCxnSpPr>
            <a:stCxn id="8" idx="1"/>
            <a:endCxn id="6" idx="3"/>
          </p:cNvCxnSpPr>
          <p:nvPr/>
        </p:nvCxnSpPr>
        <p:spPr>
          <a:xfrm flipH="1">
            <a:off x="2775051" y="1488143"/>
            <a:ext cx="656294" cy="1"/>
          </a:xfrm>
          <a:prstGeom prst="line">
            <a:avLst/>
          </a:prstGeom>
          <a:ln w="28575">
            <a:solidFill>
              <a:srgbClr val="0000FF"/>
            </a:solidFill>
          </a:ln>
        </p:spPr>
        <p:style>
          <a:lnRef idx="1">
            <a:schemeClr val="accent1"/>
          </a:lnRef>
          <a:fillRef idx="0">
            <a:schemeClr val="accent1"/>
          </a:fillRef>
          <a:effectRef idx="0">
            <a:schemeClr val="accent1"/>
          </a:effectRef>
          <a:fontRef idx="minor">
            <a:schemeClr val="tx1"/>
          </a:fontRef>
        </p:style>
      </p:cxnSp>
      <p:sp>
        <p:nvSpPr>
          <p:cNvPr id="41" name="Text Box 64">
            <a:extLst>
              <a:ext uri="{FF2B5EF4-FFF2-40B4-BE49-F238E27FC236}">
                <a16:creationId xmlns:a16="http://schemas.microsoft.com/office/drawing/2014/main" id="{6F47AC51-5AD1-A58D-0BCD-FD0D74F5DFA0}"/>
              </a:ext>
            </a:extLst>
          </p:cNvPr>
          <p:cNvSpPr txBox="1">
            <a:spLocks noChangeArrowheads="1"/>
          </p:cNvSpPr>
          <p:nvPr/>
        </p:nvSpPr>
        <p:spPr bwMode="auto">
          <a:xfrm>
            <a:off x="1773304" y="288992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多播</a:t>
            </a:r>
          </a:p>
        </p:txBody>
      </p:sp>
      <p:sp>
        <p:nvSpPr>
          <p:cNvPr id="42" name="Text Box 64">
            <a:extLst>
              <a:ext uri="{FF2B5EF4-FFF2-40B4-BE49-F238E27FC236}">
                <a16:creationId xmlns:a16="http://schemas.microsoft.com/office/drawing/2014/main" id="{4D5B2FB1-911B-3FD0-5B35-0B2D343B45D8}"/>
              </a:ext>
            </a:extLst>
          </p:cNvPr>
          <p:cNvSpPr txBox="1">
            <a:spLocks noChangeArrowheads="1"/>
          </p:cNvSpPr>
          <p:nvPr/>
        </p:nvSpPr>
        <p:spPr bwMode="auto">
          <a:xfrm>
            <a:off x="2922088" y="288992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多播</a:t>
            </a:r>
          </a:p>
        </p:txBody>
      </p:sp>
      <p:sp>
        <p:nvSpPr>
          <p:cNvPr id="43" name="Text Box 64">
            <a:extLst>
              <a:ext uri="{FF2B5EF4-FFF2-40B4-BE49-F238E27FC236}">
                <a16:creationId xmlns:a16="http://schemas.microsoft.com/office/drawing/2014/main" id="{B8DFBD0E-9695-EECF-B2AB-A5C83419B93F}"/>
              </a:ext>
            </a:extLst>
          </p:cNvPr>
          <p:cNvSpPr txBox="1">
            <a:spLocks noChangeArrowheads="1"/>
          </p:cNvSpPr>
          <p:nvPr/>
        </p:nvSpPr>
        <p:spPr bwMode="auto">
          <a:xfrm>
            <a:off x="4134504" y="288992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多播</a:t>
            </a:r>
          </a:p>
        </p:txBody>
      </p:sp>
      <p:sp>
        <p:nvSpPr>
          <p:cNvPr id="44" name="Line 77">
            <a:extLst>
              <a:ext uri="{FF2B5EF4-FFF2-40B4-BE49-F238E27FC236}">
                <a16:creationId xmlns:a16="http://schemas.microsoft.com/office/drawing/2014/main" id="{E8BC8085-1E14-0CFB-EBC8-1A84ED42E0F8}"/>
              </a:ext>
            </a:extLst>
          </p:cNvPr>
          <p:cNvSpPr>
            <a:spLocks noChangeShapeType="1"/>
          </p:cNvSpPr>
          <p:nvPr/>
        </p:nvSpPr>
        <p:spPr bwMode="auto">
          <a:xfrm>
            <a:off x="2358011" y="3406751"/>
            <a:ext cx="239164" cy="24657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5" name="Line 76">
            <a:extLst>
              <a:ext uri="{FF2B5EF4-FFF2-40B4-BE49-F238E27FC236}">
                <a16:creationId xmlns:a16="http://schemas.microsoft.com/office/drawing/2014/main" id="{CD966586-0FDB-52AF-0891-2FBF89400A82}"/>
              </a:ext>
            </a:extLst>
          </p:cNvPr>
          <p:cNvSpPr>
            <a:spLocks noChangeShapeType="1"/>
          </p:cNvSpPr>
          <p:nvPr/>
        </p:nvSpPr>
        <p:spPr bwMode="auto">
          <a:xfrm flipH="1">
            <a:off x="1961005" y="3393435"/>
            <a:ext cx="251687" cy="322614"/>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6" name="Line 78">
            <a:extLst>
              <a:ext uri="{FF2B5EF4-FFF2-40B4-BE49-F238E27FC236}">
                <a16:creationId xmlns:a16="http://schemas.microsoft.com/office/drawing/2014/main" id="{5A97EE02-AAF4-D458-C324-B0207EFB68E0}"/>
              </a:ext>
            </a:extLst>
          </p:cNvPr>
          <p:cNvSpPr>
            <a:spLocks noChangeShapeType="1"/>
          </p:cNvSpPr>
          <p:nvPr/>
        </p:nvSpPr>
        <p:spPr bwMode="auto">
          <a:xfrm flipH="1">
            <a:off x="3106811" y="3406751"/>
            <a:ext cx="198040" cy="30929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7" name="Line 79">
            <a:extLst>
              <a:ext uri="{FF2B5EF4-FFF2-40B4-BE49-F238E27FC236}">
                <a16:creationId xmlns:a16="http://schemas.microsoft.com/office/drawing/2014/main" id="{2AFE6E49-4BD2-458C-CF98-2B4230850E80}"/>
              </a:ext>
            </a:extLst>
          </p:cNvPr>
          <p:cNvSpPr>
            <a:spLocks noChangeShapeType="1"/>
          </p:cNvSpPr>
          <p:nvPr/>
        </p:nvSpPr>
        <p:spPr bwMode="auto">
          <a:xfrm>
            <a:off x="3497230" y="3405917"/>
            <a:ext cx="311359" cy="24740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8" name="Line 80">
            <a:extLst>
              <a:ext uri="{FF2B5EF4-FFF2-40B4-BE49-F238E27FC236}">
                <a16:creationId xmlns:a16="http://schemas.microsoft.com/office/drawing/2014/main" id="{B612A98A-86B8-B7DC-3517-291CB1C50895}"/>
              </a:ext>
            </a:extLst>
          </p:cNvPr>
          <p:cNvSpPr>
            <a:spLocks noChangeShapeType="1"/>
          </p:cNvSpPr>
          <p:nvPr/>
        </p:nvSpPr>
        <p:spPr bwMode="auto">
          <a:xfrm flipH="1">
            <a:off x="4318225" y="3393435"/>
            <a:ext cx="253091" cy="25989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9" name="Line 81">
            <a:extLst>
              <a:ext uri="{FF2B5EF4-FFF2-40B4-BE49-F238E27FC236}">
                <a16:creationId xmlns:a16="http://schemas.microsoft.com/office/drawing/2014/main" id="{CC01E94C-D0AF-53E9-588F-C85DBB543C97}"/>
              </a:ext>
            </a:extLst>
          </p:cNvPr>
          <p:cNvSpPr>
            <a:spLocks noChangeShapeType="1"/>
          </p:cNvSpPr>
          <p:nvPr/>
        </p:nvSpPr>
        <p:spPr bwMode="auto">
          <a:xfrm>
            <a:off x="4742569" y="3404111"/>
            <a:ext cx="339527" cy="3119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0" name="Text Box 88">
            <a:extLst>
              <a:ext uri="{FF2B5EF4-FFF2-40B4-BE49-F238E27FC236}">
                <a16:creationId xmlns:a16="http://schemas.microsoft.com/office/drawing/2014/main" id="{C779F201-B7F4-A2AA-A7EC-88E13ACB6392}"/>
              </a:ext>
            </a:extLst>
          </p:cNvPr>
          <p:cNvSpPr txBox="1">
            <a:spLocks noChangeArrowheads="1"/>
          </p:cNvSpPr>
          <p:nvPr/>
        </p:nvSpPr>
        <p:spPr bwMode="auto">
          <a:xfrm>
            <a:off x="2106324" y="3393434"/>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t>
            </a:r>
          </a:p>
        </p:txBody>
      </p:sp>
      <p:sp>
        <p:nvSpPr>
          <p:cNvPr id="51" name="Text Box 89">
            <a:extLst>
              <a:ext uri="{FF2B5EF4-FFF2-40B4-BE49-F238E27FC236}">
                <a16:creationId xmlns:a16="http://schemas.microsoft.com/office/drawing/2014/main" id="{FC27F5E5-9657-E99D-832E-B35F7E3E13BD}"/>
              </a:ext>
            </a:extLst>
          </p:cNvPr>
          <p:cNvSpPr txBox="1">
            <a:spLocks noChangeArrowheads="1"/>
          </p:cNvSpPr>
          <p:nvPr/>
        </p:nvSpPr>
        <p:spPr bwMode="auto">
          <a:xfrm>
            <a:off x="4516265" y="3393434"/>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a:t>
            </a:r>
          </a:p>
        </p:txBody>
      </p:sp>
      <p:sp>
        <p:nvSpPr>
          <p:cNvPr id="52" name="Text Box 90">
            <a:extLst>
              <a:ext uri="{FF2B5EF4-FFF2-40B4-BE49-F238E27FC236}">
                <a16:creationId xmlns:a16="http://schemas.microsoft.com/office/drawing/2014/main" id="{A82F2AEC-17B6-308C-4FC9-6AB12F00BDF2}"/>
              </a:ext>
            </a:extLst>
          </p:cNvPr>
          <p:cNvSpPr txBox="1">
            <a:spLocks noChangeArrowheads="1"/>
          </p:cNvSpPr>
          <p:nvPr/>
        </p:nvSpPr>
        <p:spPr bwMode="auto">
          <a:xfrm>
            <a:off x="3304851" y="3573798"/>
            <a:ext cx="43348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1400" b="1">
                <a:latin typeface="微软雅黑" pitchFamily="34" charset="-122"/>
                <a:ea typeface="微软雅黑" pitchFamily="34" charset="-122"/>
              </a:rPr>
              <a:t>…</a:t>
            </a:r>
          </a:p>
        </p:txBody>
      </p:sp>
      <p:pic>
        <p:nvPicPr>
          <p:cNvPr id="53" name="Picture 246" descr="jisuanji">
            <a:extLst>
              <a:ext uri="{FF2B5EF4-FFF2-40B4-BE49-F238E27FC236}">
                <a16:creationId xmlns:a16="http://schemas.microsoft.com/office/drawing/2014/main" id="{ED84A5AC-7F35-29BF-889A-0221C5F7826D}"/>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781553"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246" descr="jisuanji">
            <a:extLst>
              <a:ext uri="{FF2B5EF4-FFF2-40B4-BE49-F238E27FC236}">
                <a16:creationId xmlns:a16="http://schemas.microsoft.com/office/drawing/2014/main" id="{A84D875B-2DDF-3CAC-5A35-226C2B6849F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420734"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246" descr="jisuanji">
            <a:extLst>
              <a:ext uri="{FF2B5EF4-FFF2-40B4-BE49-F238E27FC236}">
                <a16:creationId xmlns:a16="http://schemas.microsoft.com/office/drawing/2014/main" id="{26346725-8C40-D12C-EFCB-FF487291C01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936308"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56" name="Picture 246" descr="jisuanji">
            <a:extLst>
              <a:ext uri="{FF2B5EF4-FFF2-40B4-BE49-F238E27FC236}">
                <a16:creationId xmlns:a16="http://schemas.microsoft.com/office/drawing/2014/main" id="{A298C757-AFF0-EA04-6125-EF024F94E081}"/>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632148"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57" name="Picture 246" descr="jisuanji">
            <a:extLst>
              <a:ext uri="{FF2B5EF4-FFF2-40B4-BE49-F238E27FC236}">
                <a16:creationId xmlns:a16="http://schemas.microsoft.com/office/drawing/2014/main" id="{1690114B-2D93-6DFA-B611-16DD87BA099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146972"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58" name="Picture 246" descr="jisuanji">
            <a:extLst>
              <a:ext uri="{FF2B5EF4-FFF2-40B4-BE49-F238E27FC236}">
                <a16:creationId xmlns:a16="http://schemas.microsoft.com/office/drawing/2014/main" id="{14D41DD8-A055-BA86-84D7-770FE4EC754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07538" y="3631475"/>
            <a:ext cx="352881" cy="352881"/>
          </a:xfrm>
          <a:prstGeom prst="rect">
            <a:avLst/>
          </a:prstGeom>
          <a:noFill/>
          <a:extLst>
            <a:ext uri="{909E8E84-426E-40DD-AFC4-6F175D3DCCD1}">
              <a14:hiddenFill xmlns:a14="http://schemas.microsoft.com/office/drawing/2010/main">
                <a:solidFill>
                  <a:srgbClr val="FFFFFF"/>
                </a:solidFill>
              </a14:hiddenFill>
            </a:ext>
          </a:extLst>
        </p:spPr>
      </p:pic>
      <p:pic>
        <p:nvPicPr>
          <p:cNvPr id="59" name="Picture 58">
            <a:extLst>
              <a:ext uri="{FF2B5EF4-FFF2-40B4-BE49-F238E27FC236}">
                <a16:creationId xmlns:a16="http://schemas.microsoft.com/office/drawing/2014/main" id="{A890A6FF-E749-106E-2319-B63DE12625FC}"/>
              </a:ext>
            </a:extLst>
          </p:cNvPr>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125000"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0" name="Picture 58">
            <a:extLst>
              <a:ext uri="{FF2B5EF4-FFF2-40B4-BE49-F238E27FC236}">
                <a16:creationId xmlns:a16="http://schemas.microsoft.com/office/drawing/2014/main" id="{A76543F7-49DB-DE9E-63A2-3BA2A5B51A49}"/>
              </a:ext>
            </a:extLst>
          </p:cNvPr>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233706"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1" name="Picture 58">
            <a:extLst>
              <a:ext uri="{FF2B5EF4-FFF2-40B4-BE49-F238E27FC236}">
                <a16:creationId xmlns:a16="http://schemas.microsoft.com/office/drawing/2014/main" id="{13E1DF67-E0E3-8456-BD44-3C70FAA9755F}"/>
              </a:ext>
            </a:extLst>
          </p:cNvPr>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44801" y="3194860"/>
            <a:ext cx="400183" cy="249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77" name="组合 76">
            <a:extLst>
              <a:ext uri="{FF2B5EF4-FFF2-40B4-BE49-F238E27FC236}">
                <a16:creationId xmlns:a16="http://schemas.microsoft.com/office/drawing/2014/main" id="{DA285E2F-24AE-C02B-3582-7242C76F6312}"/>
              </a:ext>
            </a:extLst>
          </p:cNvPr>
          <p:cNvGrpSpPr/>
          <p:nvPr/>
        </p:nvGrpSpPr>
        <p:grpSpPr>
          <a:xfrm>
            <a:off x="4051239" y="2449256"/>
            <a:ext cx="3858352" cy="1595205"/>
            <a:chOff x="4051239" y="2449256"/>
            <a:chExt cx="3858352" cy="1595205"/>
          </a:xfrm>
        </p:grpSpPr>
        <p:sp>
          <p:nvSpPr>
            <p:cNvPr id="62" name="矩形: 圆角 61">
              <a:extLst>
                <a:ext uri="{FF2B5EF4-FFF2-40B4-BE49-F238E27FC236}">
                  <a16:creationId xmlns:a16="http://schemas.microsoft.com/office/drawing/2014/main" id="{DD3D3C7E-CB6B-08D2-44FA-BCA13178DBEC}"/>
                </a:ext>
              </a:extLst>
            </p:cNvPr>
            <p:cNvSpPr/>
            <p:nvPr/>
          </p:nvSpPr>
          <p:spPr>
            <a:xfrm>
              <a:off x="4051239" y="2449256"/>
              <a:ext cx="1261657" cy="1595205"/>
            </a:xfrm>
            <a:prstGeom prst="roundRect">
              <a:avLst/>
            </a:prstGeom>
            <a:solidFill>
              <a:srgbClr val="FFFF00">
                <a:alpha val="42000"/>
              </a:srgb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4" name="直接连接符 63">
              <a:extLst>
                <a:ext uri="{FF2B5EF4-FFF2-40B4-BE49-F238E27FC236}">
                  <a16:creationId xmlns:a16="http://schemas.microsoft.com/office/drawing/2014/main" id="{D4B43FE4-7F4E-38A9-04F2-2F310CD46134}"/>
                </a:ext>
              </a:extLst>
            </p:cNvPr>
            <p:cNvCxnSpPr>
              <a:cxnSpLocks/>
            </p:cNvCxnSpPr>
            <p:nvPr/>
          </p:nvCxnSpPr>
          <p:spPr>
            <a:xfrm>
              <a:off x="5312896" y="3319560"/>
              <a:ext cx="1250816" cy="0"/>
            </a:xfrm>
            <a:prstGeom prst="line">
              <a:avLst/>
            </a:prstGeom>
          </p:spPr>
          <p:style>
            <a:lnRef idx="1">
              <a:schemeClr val="accent1"/>
            </a:lnRef>
            <a:fillRef idx="0">
              <a:schemeClr val="accent1"/>
            </a:fillRef>
            <a:effectRef idx="0">
              <a:schemeClr val="accent1"/>
            </a:effectRef>
            <a:fontRef idx="minor">
              <a:schemeClr val="tx1"/>
            </a:fontRef>
          </p:style>
        </p:cxnSp>
        <p:sp>
          <p:nvSpPr>
            <p:cNvPr id="66" name="文本框 65">
              <a:extLst>
                <a:ext uri="{FF2B5EF4-FFF2-40B4-BE49-F238E27FC236}">
                  <a16:creationId xmlns:a16="http://schemas.microsoft.com/office/drawing/2014/main" id="{1195DD81-720B-D9DC-D224-3E5DE6CEF1C8}"/>
                </a:ext>
              </a:extLst>
            </p:cNvPr>
            <p:cNvSpPr txBox="1"/>
            <p:nvPr/>
          </p:nvSpPr>
          <p:spPr>
            <a:xfrm>
              <a:off x="6456398" y="3054372"/>
              <a:ext cx="145319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lgn="ctr">
                <a:defRPr kumimoji="1" sz="1400" b="1">
                  <a:latin typeface="微软雅黑" pitchFamily="34" charset="-122"/>
                  <a:ea typeface="微软雅黑" pitchFamily="34" charset="-122"/>
                </a:defRPr>
              </a:lvl1pPr>
            </a:lstStyle>
            <a:p>
              <a:pPr algn="dist"/>
              <a:r>
                <a:rPr lang="zh-CN" altLang="en-US" dirty="0"/>
                <a:t>只在本局域网上进行硬件多播</a:t>
              </a:r>
            </a:p>
          </p:txBody>
        </p:sp>
      </p:grpSp>
      <p:grpSp>
        <p:nvGrpSpPr>
          <p:cNvPr id="78" name="组合 77">
            <a:extLst>
              <a:ext uri="{FF2B5EF4-FFF2-40B4-BE49-F238E27FC236}">
                <a16:creationId xmlns:a16="http://schemas.microsoft.com/office/drawing/2014/main" id="{A55A6648-C9A4-8F6C-4C9E-D44615C556FB}"/>
              </a:ext>
            </a:extLst>
          </p:cNvPr>
          <p:cNvGrpSpPr/>
          <p:nvPr/>
        </p:nvGrpSpPr>
        <p:grpSpPr>
          <a:xfrm>
            <a:off x="1050709" y="1186836"/>
            <a:ext cx="6763205" cy="3084150"/>
            <a:chOff x="1050709" y="1186836"/>
            <a:chExt cx="6763205" cy="3084150"/>
          </a:xfrm>
        </p:grpSpPr>
        <p:sp>
          <p:nvSpPr>
            <p:cNvPr id="67" name="矩形: 圆角 66">
              <a:extLst>
                <a:ext uri="{FF2B5EF4-FFF2-40B4-BE49-F238E27FC236}">
                  <a16:creationId xmlns:a16="http://schemas.microsoft.com/office/drawing/2014/main" id="{59B4A3FB-15D7-6FF5-D696-00A857986DCC}"/>
                </a:ext>
              </a:extLst>
            </p:cNvPr>
            <p:cNvSpPr/>
            <p:nvPr/>
          </p:nvSpPr>
          <p:spPr>
            <a:xfrm>
              <a:off x="1050709" y="1186836"/>
              <a:ext cx="4475448" cy="3084150"/>
            </a:xfrm>
            <a:prstGeom prst="roundRect">
              <a:avLst/>
            </a:prstGeom>
            <a:solidFill>
              <a:srgbClr val="CCFF99">
                <a:alpha val="39000"/>
              </a:srgbClr>
            </a:solid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9" name="直接连接符 68">
              <a:extLst>
                <a:ext uri="{FF2B5EF4-FFF2-40B4-BE49-F238E27FC236}">
                  <a16:creationId xmlns:a16="http://schemas.microsoft.com/office/drawing/2014/main" id="{4A43D0CA-F40A-E575-E261-F2A228737D65}"/>
                </a:ext>
              </a:extLst>
            </p:cNvPr>
            <p:cNvCxnSpPr>
              <a:cxnSpLocks/>
            </p:cNvCxnSpPr>
            <p:nvPr/>
          </p:nvCxnSpPr>
          <p:spPr>
            <a:xfrm>
              <a:off x="5526157" y="2205272"/>
              <a:ext cx="1152939" cy="0"/>
            </a:xfrm>
            <a:prstGeom prst="line">
              <a:avLst/>
            </a:prstGeom>
          </p:spPr>
          <p:style>
            <a:lnRef idx="1">
              <a:schemeClr val="accent1"/>
            </a:lnRef>
            <a:fillRef idx="0">
              <a:schemeClr val="accent1"/>
            </a:fillRef>
            <a:effectRef idx="0">
              <a:schemeClr val="accent1"/>
            </a:effectRef>
            <a:fontRef idx="minor">
              <a:schemeClr val="tx1"/>
            </a:fontRef>
          </p:style>
        </p:cxnSp>
        <p:sp>
          <p:nvSpPr>
            <p:cNvPr id="70" name="文本框 69">
              <a:extLst>
                <a:ext uri="{FF2B5EF4-FFF2-40B4-BE49-F238E27FC236}">
                  <a16:creationId xmlns:a16="http://schemas.microsoft.com/office/drawing/2014/main" id="{696197E5-00A7-3821-D186-1A8B7A5BA7BA}"/>
                </a:ext>
              </a:extLst>
            </p:cNvPr>
            <p:cNvSpPr txBox="1"/>
            <p:nvPr/>
          </p:nvSpPr>
          <p:spPr>
            <a:xfrm>
              <a:off x="6552073" y="1943662"/>
              <a:ext cx="126184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lgn="ctr">
                <a:defRPr kumimoji="1" sz="1400" b="1">
                  <a:latin typeface="微软雅黑" pitchFamily="34" charset="-122"/>
                  <a:ea typeface="微软雅黑" pitchFamily="34" charset="-122"/>
                </a:defRPr>
              </a:lvl1pPr>
            </a:lstStyle>
            <a:p>
              <a:pPr algn="dist"/>
              <a:r>
                <a:rPr lang="zh-CN" altLang="en-US" dirty="0"/>
                <a:t>在互联网的范围进行多播</a:t>
              </a:r>
            </a:p>
          </p:txBody>
        </p:sp>
      </p:grpSp>
    </p:spTree>
    <p:extLst>
      <p:ext uri="{BB962C8B-B14F-4D97-AF65-F5344CB8AC3E}">
        <p14:creationId xmlns:p14="http://schemas.microsoft.com/office/powerpoint/2010/main" val="4214380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wipe(left)">
                                      <p:cBhvr>
                                        <p:cTn id="7" dur="500"/>
                                        <p:tgtEl>
                                          <p:spTgt spid="7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78"/>
                                        </p:tgtEl>
                                        <p:attrNameLst>
                                          <p:attrName>style.visibility</p:attrName>
                                        </p:attrNameLst>
                                      </p:cBhvr>
                                      <p:to>
                                        <p:strVal val="visible"/>
                                      </p:to>
                                    </p:set>
                                    <p:animEffect transition="in" filter="wipe(left)">
                                      <p:cBhvr>
                                        <p:cTn id="12"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BFF4B4-345F-D494-7C3E-6B0A0DBDB76B}"/>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1EFE56E5-9C15-F2C7-382D-216A4BCDAC5A}"/>
              </a:ext>
            </a:extLst>
          </p:cNvPr>
          <p:cNvSpPr>
            <a:spLocks noChangeArrowheads="1"/>
          </p:cNvSpPr>
          <p:nvPr/>
        </p:nvSpPr>
        <p:spPr bwMode="auto">
          <a:xfrm>
            <a:off x="545144" y="636002"/>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D83AB606-4075-6CD7-A889-D1F335606FA1}"/>
              </a:ext>
            </a:extLst>
          </p:cNvPr>
          <p:cNvSpPr>
            <a:spLocks noChangeArrowheads="1"/>
          </p:cNvSpPr>
          <p:nvPr/>
        </p:nvSpPr>
        <p:spPr bwMode="auto">
          <a:xfrm>
            <a:off x="2323629" y="590932"/>
            <a:ext cx="449674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4.8.2  </a:t>
            </a:r>
            <a:r>
              <a:rPr lang="zh-CN" altLang="en-US" sz="2400" b="1" dirty="0">
                <a:solidFill>
                  <a:schemeClr val="bg1"/>
                </a:solidFill>
                <a:latin typeface="微软雅黑" pitchFamily="34" charset="-122"/>
                <a:ea typeface="微软雅黑" pitchFamily="34" charset="-122"/>
              </a:rPr>
              <a:t>在局域网上进行硬件多播</a:t>
            </a:r>
          </a:p>
        </p:txBody>
      </p:sp>
      <p:sp>
        <p:nvSpPr>
          <p:cNvPr id="4" name="Rectangle 8">
            <a:extLst>
              <a:ext uri="{FF2B5EF4-FFF2-40B4-BE49-F238E27FC236}">
                <a16:creationId xmlns:a16="http://schemas.microsoft.com/office/drawing/2014/main" id="{B0779F91-78CC-6C8E-13AD-8A25604EC6FB}"/>
              </a:ext>
            </a:extLst>
          </p:cNvPr>
          <p:cNvSpPr>
            <a:spLocks noChangeArrowheads="1"/>
          </p:cNvSpPr>
          <p:nvPr/>
        </p:nvSpPr>
        <p:spPr bwMode="auto">
          <a:xfrm>
            <a:off x="545143" y="1076214"/>
            <a:ext cx="8053711" cy="30099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IANA </a:t>
            </a:r>
            <a:r>
              <a:rPr lang="zh-CN" altLang="en-US" sz="2000" b="1" dirty="0">
                <a:solidFill>
                  <a:srgbClr val="C00000"/>
                </a:solidFill>
                <a:latin typeface="微软雅黑" pitchFamily="34" charset="-122"/>
                <a:ea typeface="微软雅黑" pitchFamily="34" charset="-122"/>
              </a:rPr>
              <a:t>拥有</a:t>
            </a:r>
            <a:r>
              <a:rPr lang="zh-CN" altLang="en-US" sz="2000" b="1" dirty="0">
                <a:latin typeface="微软雅黑" pitchFamily="34" charset="-122"/>
                <a:ea typeface="微软雅黑" pitchFamily="34" charset="-122"/>
              </a:rPr>
              <a:t>的以太网地址块的高 </a:t>
            </a:r>
            <a:r>
              <a:rPr lang="en-US" altLang="zh-CN" sz="2000" b="1" dirty="0">
                <a:latin typeface="微软雅黑" pitchFamily="34" charset="-122"/>
                <a:ea typeface="微软雅黑" pitchFamily="34" charset="-122"/>
              </a:rPr>
              <a:t>24 </a:t>
            </a:r>
            <a:r>
              <a:rPr lang="zh-CN" altLang="en-US" sz="2000" b="1" dirty="0">
                <a:latin typeface="微软雅黑" pitchFamily="34" charset="-122"/>
                <a:ea typeface="微软雅黑" pitchFamily="34" charset="-122"/>
              </a:rPr>
              <a:t>位为 </a:t>
            </a:r>
            <a:r>
              <a:rPr lang="en-US" altLang="zh-CN" sz="2000" b="1" dirty="0">
                <a:latin typeface="微软雅黑" pitchFamily="34" charset="-122"/>
                <a:ea typeface="微软雅黑" pitchFamily="34" charset="-122"/>
              </a:rPr>
              <a:t>00-00-5E</a:t>
            </a:r>
            <a:r>
              <a:rPr lang="zh-CN" altLang="en-US" sz="2000" b="1" dirty="0">
                <a:latin typeface="微软雅黑" pitchFamily="34" charset="-122"/>
                <a:ea typeface="微软雅黑" pitchFamily="34" charset="-122"/>
              </a:rPr>
              <a:t>，其范围是</a:t>
            </a:r>
          </a:p>
          <a:p>
            <a:pPr>
              <a:lnSpc>
                <a:spcPts val="3300"/>
              </a:lnSpc>
              <a:buClr>
                <a:srgbClr val="0070C0"/>
              </a:buClr>
            </a:pPr>
            <a:r>
              <a:rPr lang="zh-CN" altLang="en-US" sz="2000" b="1" dirty="0">
                <a:latin typeface="微软雅黑" pitchFamily="34" charset="-122"/>
                <a:ea typeface="微软雅黑" pitchFamily="34" charset="-122"/>
              </a:rPr>
              <a:t>	从   </a:t>
            </a:r>
            <a:r>
              <a:rPr lang="en-US" altLang="zh-CN" sz="2000" b="1" dirty="0">
                <a:solidFill>
                  <a:srgbClr val="0000FF"/>
                </a:solidFill>
                <a:latin typeface="微软雅黑" pitchFamily="34" charset="-122"/>
                <a:ea typeface="微软雅黑" pitchFamily="34" charset="-122"/>
              </a:rPr>
              <a:t>00-00-5E-00-00-00</a:t>
            </a:r>
            <a:r>
              <a:rPr lang="en-US" altLang="zh-CN" sz="2000" b="1" dirty="0">
                <a:latin typeface="微软雅黑" pitchFamily="34" charset="-122"/>
                <a:ea typeface="微软雅黑" pitchFamily="34" charset="-122"/>
              </a:rPr>
              <a:t> </a:t>
            </a:r>
          </a:p>
          <a:p>
            <a:pPr>
              <a:lnSpc>
                <a:spcPts val="3300"/>
              </a:lnSpc>
              <a:buClr>
                <a:srgbClr val="0070C0"/>
              </a:buClr>
            </a:pP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到   </a:t>
            </a:r>
            <a:r>
              <a:rPr lang="en-US" altLang="zh-CN" sz="2000" b="1" dirty="0">
                <a:solidFill>
                  <a:srgbClr val="0000FF"/>
                </a:solidFill>
                <a:latin typeface="微软雅黑" pitchFamily="34" charset="-122"/>
                <a:ea typeface="微软雅黑" pitchFamily="34" charset="-122"/>
              </a:rPr>
              <a:t>00-00-5E-FF-FF-FF</a:t>
            </a:r>
            <a:r>
              <a:rPr lang="en-US" altLang="zh-CN" sz="2000" b="1" dirty="0">
                <a:latin typeface="微软雅黑" pitchFamily="34" charset="-122"/>
                <a:ea typeface="微软雅黑" pitchFamily="34" charset="-122"/>
              </a:rPr>
              <a:t> </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以太网</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地址字段中高位字节的最低有效位为</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时为多播地址。</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IANA </a:t>
            </a:r>
            <a:r>
              <a:rPr lang="zh-CN" altLang="en-US" sz="2000" b="1" dirty="0">
                <a:latin typeface="微软雅黑" pitchFamily="34" charset="-122"/>
                <a:ea typeface="微软雅黑" pitchFamily="34" charset="-122"/>
              </a:rPr>
              <a:t>只拿出 </a:t>
            </a:r>
            <a:r>
              <a:rPr lang="en-US" altLang="zh-CN" sz="2000" b="1" dirty="0">
                <a:solidFill>
                  <a:srgbClr val="C00000"/>
                </a:solidFill>
                <a:latin typeface="微软雅黑" pitchFamily="34" charset="-122"/>
                <a:ea typeface="微软雅黑" pitchFamily="34" charset="-122"/>
              </a:rPr>
              <a:t>01-00-5E-00-00-00</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到 </a:t>
            </a:r>
            <a:r>
              <a:rPr lang="en-US" altLang="zh-CN" sz="2000" b="1" dirty="0">
                <a:solidFill>
                  <a:srgbClr val="C00000"/>
                </a:solidFill>
                <a:latin typeface="微软雅黑" pitchFamily="34" charset="-122"/>
                <a:ea typeface="微软雅黑" pitchFamily="34" charset="-122"/>
              </a:rPr>
              <a:t>01-00-5E-7F-FF-FF</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2</a:t>
            </a:r>
            <a:r>
              <a:rPr lang="en-US" altLang="zh-CN" sz="2000" b="1" baseline="30000" dirty="0">
                <a:latin typeface="微软雅黑" pitchFamily="34" charset="-122"/>
                <a:ea typeface="微软雅黑" pitchFamily="34" charset="-122"/>
              </a:rPr>
              <a:t>23</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个地址）作为以太网多播地址。或者说，在 </a:t>
            </a:r>
            <a:r>
              <a:rPr lang="en-US" altLang="zh-CN" sz="2000" b="1" dirty="0">
                <a:latin typeface="微软雅黑" pitchFamily="34" charset="-122"/>
                <a:ea typeface="微软雅黑" pitchFamily="34" charset="-122"/>
              </a:rPr>
              <a:t>48 </a:t>
            </a:r>
            <a:r>
              <a:rPr lang="zh-CN" altLang="en-US" sz="2000" b="1" dirty="0">
                <a:latin typeface="微软雅黑" pitchFamily="34" charset="-122"/>
                <a:ea typeface="微软雅黑" pitchFamily="34" charset="-122"/>
              </a:rPr>
              <a:t>位的多播地址中，前 </a:t>
            </a:r>
            <a:r>
              <a:rPr lang="en-US" altLang="zh-CN" sz="2000" b="1" dirty="0">
                <a:latin typeface="微软雅黑" pitchFamily="34" charset="-122"/>
                <a:ea typeface="微软雅黑" pitchFamily="34" charset="-122"/>
              </a:rPr>
              <a:t>25 </a:t>
            </a:r>
            <a:r>
              <a:rPr lang="zh-CN" altLang="en-US" sz="2000" b="1" dirty="0">
                <a:latin typeface="微软雅黑" pitchFamily="34" charset="-122"/>
                <a:ea typeface="微软雅黑" pitchFamily="34" charset="-122"/>
              </a:rPr>
              <a:t>位都固定不变，</a:t>
            </a:r>
            <a:r>
              <a:rPr lang="zh-CN" altLang="en-US" sz="2000" b="1" dirty="0">
                <a:solidFill>
                  <a:srgbClr val="C00000"/>
                </a:solidFill>
                <a:latin typeface="微软雅黑" pitchFamily="34" charset="-122"/>
                <a:ea typeface="微软雅黑" pitchFamily="34" charset="-122"/>
              </a:rPr>
              <a:t>只有后 </a:t>
            </a:r>
            <a:r>
              <a:rPr lang="en-US" altLang="zh-CN" sz="2000" b="1" dirty="0">
                <a:solidFill>
                  <a:srgbClr val="C00000"/>
                </a:solidFill>
                <a:latin typeface="微软雅黑" pitchFamily="34" charset="-122"/>
                <a:ea typeface="微软雅黑" pitchFamily="34" charset="-122"/>
              </a:rPr>
              <a:t>23 </a:t>
            </a:r>
            <a:r>
              <a:rPr lang="zh-CN" altLang="en-US" sz="2000" b="1" dirty="0">
                <a:solidFill>
                  <a:srgbClr val="C00000"/>
                </a:solidFill>
                <a:latin typeface="微软雅黑" pitchFamily="34" charset="-122"/>
                <a:ea typeface="微软雅黑" pitchFamily="34" charset="-122"/>
              </a:rPr>
              <a:t>位可用作多播。</a:t>
            </a:r>
            <a:endParaRPr lang="en-US" altLang="zh-CN" sz="2000" b="1" dirty="0">
              <a:solidFill>
                <a:srgbClr val="C00000"/>
              </a:solidFill>
              <a:latin typeface="微软雅黑" pitchFamily="34" charset="-122"/>
              <a:ea typeface="微软雅黑" pitchFamily="34" charset="-122"/>
            </a:endParaRPr>
          </a:p>
        </p:txBody>
      </p:sp>
    </p:spTree>
    <p:extLst>
      <p:ext uri="{BB962C8B-B14F-4D97-AF65-F5344CB8AC3E}">
        <p14:creationId xmlns:p14="http://schemas.microsoft.com/office/powerpoint/2010/main" val="21331660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4">
                                            <p:txEl>
                                              <p:pRg st="4" end="4"/>
                                            </p:txEl>
                                          </p:spTgt>
                                        </p:tgtEl>
                                        <p:attrNameLst>
                                          <p:attrName>style.visibility</p:attrName>
                                        </p:attrNameLst>
                                      </p:cBhvr>
                                      <p:to>
                                        <p:strVal val="visible"/>
                                      </p:to>
                                    </p:set>
                                    <p:animEffect transition="in" filter="fade">
                                      <p:cBhvr>
                                        <p:cTn id="35" dur="1000"/>
                                        <p:tgtEl>
                                          <p:spTgt spid="4">
                                            <p:txEl>
                                              <p:pRg st="4" end="4"/>
                                            </p:txEl>
                                          </p:spTgt>
                                        </p:tgtEl>
                                      </p:cBhvr>
                                    </p:animEffect>
                                    <p:anim calcmode="lin" valueType="num">
                                      <p:cBhvr>
                                        <p:cTn id="36"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4">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5" y="1071330"/>
            <a:ext cx="8053710" cy="297419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4130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608092"/>
            <a:ext cx="526006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IPv4 D </a:t>
            </a:r>
            <a:r>
              <a:rPr lang="zh-CN" altLang="en-US" sz="2000" b="1" dirty="0">
                <a:solidFill>
                  <a:schemeClr val="bg1"/>
                </a:solidFill>
                <a:latin typeface="微软雅黑" pitchFamily="34" charset="-122"/>
                <a:ea typeface="微软雅黑" pitchFamily="34" charset="-122"/>
              </a:rPr>
              <a:t>类 </a:t>
            </a:r>
            <a:r>
              <a:rPr lang="en-US" altLang="zh-CN" sz="2000" b="1" dirty="0">
                <a:solidFill>
                  <a:schemeClr val="bg1"/>
                </a:solidFill>
                <a:latin typeface="微软雅黑" pitchFamily="34" charset="-122"/>
                <a:ea typeface="微软雅黑" pitchFamily="34" charset="-122"/>
              </a:rPr>
              <a:t>IP </a:t>
            </a:r>
            <a:r>
              <a:rPr lang="zh-CN" altLang="en-US" sz="2000" b="1" dirty="0">
                <a:solidFill>
                  <a:schemeClr val="bg1"/>
                </a:solidFill>
                <a:latin typeface="微软雅黑" pitchFamily="34" charset="-122"/>
                <a:ea typeface="微软雅黑" pitchFamily="34" charset="-122"/>
              </a:rPr>
              <a:t>地址与以太网多播地址的映射关系 </a:t>
            </a:r>
          </a:p>
        </p:txBody>
      </p:sp>
      <p:sp>
        <p:nvSpPr>
          <p:cNvPr id="6" name="Rectangle 3"/>
          <p:cNvSpPr>
            <a:spLocks noChangeArrowheads="1"/>
          </p:cNvSpPr>
          <p:nvPr/>
        </p:nvSpPr>
        <p:spPr bwMode="auto">
          <a:xfrm>
            <a:off x="1367110" y="2854878"/>
            <a:ext cx="6220183" cy="380826"/>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 name="Line 4"/>
          <p:cNvSpPr>
            <a:spLocks noChangeShapeType="1"/>
          </p:cNvSpPr>
          <p:nvPr/>
        </p:nvSpPr>
        <p:spPr bwMode="auto">
          <a:xfrm>
            <a:off x="1496697"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 name="Line 5"/>
          <p:cNvSpPr>
            <a:spLocks noChangeShapeType="1"/>
          </p:cNvSpPr>
          <p:nvPr/>
        </p:nvSpPr>
        <p:spPr bwMode="auto">
          <a:xfrm>
            <a:off x="1626284"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 name="Line 6"/>
          <p:cNvSpPr>
            <a:spLocks noChangeShapeType="1"/>
          </p:cNvSpPr>
          <p:nvPr/>
        </p:nvSpPr>
        <p:spPr bwMode="auto">
          <a:xfrm>
            <a:off x="1755871"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 name="Line 7"/>
          <p:cNvSpPr>
            <a:spLocks noChangeShapeType="1"/>
          </p:cNvSpPr>
          <p:nvPr/>
        </p:nvSpPr>
        <p:spPr bwMode="auto">
          <a:xfrm>
            <a:off x="1885459"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 name="Line 8"/>
          <p:cNvSpPr>
            <a:spLocks noChangeShapeType="1"/>
          </p:cNvSpPr>
          <p:nvPr/>
        </p:nvSpPr>
        <p:spPr bwMode="auto">
          <a:xfrm>
            <a:off x="2015046"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 name="Line 9"/>
          <p:cNvSpPr>
            <a:spLocks noChangeShapeType="1"/>
          </p:cNvSpPr>
          <p:nvPr/>
        </p:nvSpPr>
        <p:spPr bwMode="auto">
          <a:xfrm>
            <a:off x="2144633"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 name="Line 10"/>
          <p:cNvSpPr>
            <a:spLocks noChangeShapeType="1"/>
          </p:cNvSpPr>
          <p:nvPr/>
        </p:nvSpPr>
        <p:spPr bwMode="auto">
          <a:xfrm>
            <a:off x="2274220"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 name="Line 11"/>
          <p:cNvSpPr>
            <a:spLocks noChangeShapeType="1"/>
          </p:cNvSpPr>
          <p:nvPr/>
        </p:nvSpPr>
        <p:spPr bwMode="auto">
          <a:xfrm>
            <a:off x="2403807"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5" name="Line 12"/>
          <p:cNvSpPr>
            <a:spLocks noChangeShapeType="1"/>
          </p:cNvSpPr>
          <p:nvPr/>
        </p:nvSpPr>
        <p:spPr bwMode="auto">
          <a:xfrm>
            <a:off x="2533394"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6" name="Line 13"/>
          <p:cNvSpPr>
            <a:spLocks noChangeShapeType="1"/>
          </p:cNvSpPr>
          <p:nvPr/>
        </p:nvSpPr>
        <p:spPr bwMode="auto">
          <a:xfrm>
            <a:off x="2662982"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7" name="Line 14"/>
          <p:cNvSpPr>
            <a:spLocks noChangeShapeType="1"/>
          </p:cNvSpPr>
          <p:nvPr/>
        </p:nvSpPr>
        <p:spPr bwMode="auto">
          <a:xfrm>
            <a:off x="2792569"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8" name="Line 15"/>
          <p:cNvSpPr>
            <a:spLocks noChangeShapeType="1"/>
          </p:cNvSpPr>
          <p:nvPr/>
        </p:nvSpPr>
        <p:spPr bwMode="auto">
          <a:xfrm>
            <a:off x="2922156"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9" name="Line 16"/>
          <p:cNvSpPr>
            <a:spLocks noChangeShapeType="1"/>
          </p:cNvSpPr>
          <p:nvPr/>
        </p:nvSpPr>
        <p:spPr bwMode="auto">
          <a:xfrm>
            <a:off x="3051743"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0" name="Line 17"/>
          <p:cNvSpPr>
            <a:spLocks noChangeShapeType="1"/>
          </p:cNvSpPr>
          <p:nvPr/>
        </p:nvSpPr>
        <p:spPr bwMode="auto">
          <a:xfrm>
            <a:off x="3181330"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1" name="Line 18"/>
          <p:cNvSpPr>
            <a:spLocks noChangeShapeType="1"/>
          </p:cNvSpPr>
          <p:nvPr/>
        </p:nvSpPr>
        <p:spPr bwMode="auto">
          <a:xfrm>
            <a:off x="3310917"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2" name="Line 19"/>
          <p:cNvSpPr>
            <a:spLocks noChangeShapeType="1"/>
          </p:cNvSpPr>
          <p:nvPr/>
        </p:nvSpPr>
        <p:spPr bwMode="auto">
          <a:xfrm>
            <a:off x="3440504"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3" name="Line 20"/>
          <p:cNvSpPr>
            <a:spLocks noChangeShapeType="1"/>
          </p:cNvSpPr>
          <p:nvPr/>
        </p:nvSpPr>
        <p:spPr bwMode="auto">
          <a:xfrm>
            <a:off x="3570092"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4" name="Line 21"/>
          <p:cNvSpPr>
            <a:spLocks noChangeShapeType="1"/>
          </p:cNvSpPr>
          <p:nvPr/>
        </p:nvSpPr>
        <p:spPr bwMode="auto">
          <a:xfrm>
            <a:off x="3699679"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5" name="Line 22"/>
          <p:cNvSpPr>
            <a:spLocks noChangeShapeType="1"/>
          </p:cNvSpPr>
          <p:nvPr/>
        </p:nvSpPr>
        <p:spPr bwMode="auto">
          <a:xfrm>
            <a:off x="3829266"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6" name="Line 23"/>
          <p:cNvSpPr>
            <a:spLocks noChangeShapeType="1"/>
          </p:cNvSpPr>
          <p:nvPr/>
        </p:nvSpPr>
        <p:spPr bwMode="auto">
          <a:xfrm>
            <a:off x="3958853"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7" name="Line 24"/>
          <p:cNvSpPr>
            <a:spLocks noChangeShapeType="1"/>
          </p:cNvSpPr>
          <p:nvPr/>
        </p:nvSpPr>
        <p:spPr bwMode="auto">
          <a:xfrm>
            <a:off x="4088440"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8" name="Line 25"/>
          <p:cNvSpPr>
            <a:spLocks noChangeShapeType="1"/>
          </p:cNvSpPr>
          <p:nvPr/>
        </p:nvSpPr>
        <p:spPr bwMode="auto">
          <a:xfrm>
            <a:off x="4218027"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29" name="Line 26"/>
          <p:cNvSpPr>
            <a:spLocks noChangeShapeType="1"/>
          </p:cNvSpPr>
          <p:nvPr/>
        </p:nvSpPr>
        <p:spPr bwMode="auto">
          <a:xfrm>
            <a:off x="4347615"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0" name="Line 27"/>
          <p:cNvSpPr>
            <a:spLocks noChangeShapeType="1"/>
          </p:cNvSpPr>
          <p:nvPr/>
        </p:nvSpPr>
        <p:spPr bwMode="auto">
          <a:xfrm>
            <a:off x="4477202"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1" name="Rectangle 28"/>
          <p:cNvSpPr>
            <a:spLocks noChangeArrowheads="1"/>
          </p:cNvSpPr>
          <p:nvPr/>
        </p:nvSpPr>
        <p:spPr bwMode="auto">
          <a:xfrm>
            <a:off x="4612078" y="2873390"/>
            <a:ext cx="2968604" cy="354380"/>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32" name="Line 29"/>
          <p:cNvSpPr>
            <a:spLocks noChangeShapeType="1"/>
          </p:cNvSpPr>
          <p:nvPr/>
        </p:nvSpPr>
        <p:spPr bwMode="auto">
          <a:xfrm>
            <a:off x="4606789" y="2854878"/>
            <a:ext cx="0" cy="380826"/>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3" name="Line 30"/>
          <p:cNvSpPr>
            <a:spLocks noChangeShapeType="1"/>
          </p:cNvSpPr>
          <p:nvPr/>
        </p:nvSpPr>
        <p:spPr bwMode="auto">
          <a:xfrm>
            <a:off x="4736376"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4" name="Line 31"/>
          <p:cNvSpPr>
            <a:spLocks noChangeShapeType="1"/>
          </p:cNvSpPr>
          <p:nvPr/>
        </p:nvSpPr>
        <p:spPr bwMode="auto">
          <a:xfrm>
            <a:off x="4865963"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5" name="Line 32"/>
          <p:cNvSpPr>
            <a:spLocks noChangeShapeType="1"/>
          </p:cNvSpPr>
          <p:nvPr/>
        </p:nvSpPr>
        <p:spPr bwMode="auto">
          <a:xfrm>
            <a:off x="4995550"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6" name="Line 33"/>
          <p:cNvSpPr>
            <a:spLocks noChangeShapeType="1"/>
          </p:cNvSpPr>
          <p:nvPr/>
        </p:nvSpPr>
        <p:spPr bwMode="auto">
          <a:xfrm>
            <a:off x="5125137"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7" name="Line 34"/>
          <p:cNvSpPr>
            <a:spLocks noChangeShapeType="1"/>
          </p:cNvSpPr>
          <p:nvPr/>
        </p:nvSpPr>
        <p:spPr bwMode="auto">
          <a:xfrm>
            <a:off x="5254725"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8" name="Line 35"/>
          <p:cNvSpPr>
            <a:spLocks noChangeShapeType="1"/>
          </p:cNvSpPr>
          <p:nvPr/>
        </p:nvSpPr>
        <p:spPr bwMode="auto">
          <a:xfrm>
            <a:off x="5384312"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39" name="Line 36"/>
          <p:cNvSpPr>
            <a:spLocks noChangeShapeType="1"/>
          </p:cNvSpPr>
          <p:nvPr/>
        </p:nvSpPr>
        <p:spPr bwMode="auto">
          <a:xfrm>
            <a:off x="5513899"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0" name="Line 37"/>
          <p:cNvSpPr>
            <a:spLocks noChangeShapeType="1"/>
          </p:cNvSpPr>
          <p:nvPr/>
        </p:nvSpPr>
        <p:spPr bwMode="auto">
          <a:xfrm>
            <a:off x="5643486"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1" name="Line 38"/>
          <p:cNvSpPr>
            <a:spLocks noChangeShapeType="1"/>
          </p:cNvSpPr>
          <p:nvPr/>
        </p:nvSpPr>
        <p:spPr bwMode="auto">
          <a:xfrm>
            <a:off x="5773073"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2" name="Line 39"/>
          <p:cNvSpPr>
            <a:spLocks noChangeShapeType="1"/>
          </p:cNvSpPr>
          <p:nvPr/>
        </p:nvSpPr>
        <p:spPr bwMode="auto">
          <a:xfrm>
            <a:off x="5902660"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3" name="Line 40"/>
          <p:cNvSpPr>
            <a:spLocks noChangeShapeType="1"/>
          </p:cNvSpPr>
          <p:nvPr/>
        </p:nvSpPr>
        <p:spPr bwMode="auto">
          <a:xfrm>
            <a:off x="6032247"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4" name="Line 41"/>
          <p:cNvSpPr>
            <a:spLocks noChangeShapeType="1"/>
          </p:cNvSpPr>
          <p:nvPr/>
        </p:nvSpPr>
        <p:spPr bwMode="auto">
          <a:xfrm>
            <a:off x="6161835"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5" name="Line 42"/>
          <p:cNvSpPr>
            <a:spLocks noChangeShapeType="1"/>
          </p:cNvSpPr>
          <p:nvPr/>
        </p:nvSpPr>
        <p:spPr bwMode="auto">
          <a:xfrm>
            <a:off x="6291422"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6" name="Line 43"/>
          <p:cNvSpPr>
            <a:spLocks noChangeShapeType="1"/>
          </p:cNvSpPr>
          <p:nvPr/>
        </p:nvSpPr>
        <p:spPr bwMode="auto">
          <a:xfrm>
            <a:off x="6421009"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7" name="Line 44"/>
          <p:cNvSpPr>
            <a:spLocks noChangeShapeType="1"/>
          </p:cNvSpPr>
          <p:nvPr/>
        </p:nvSpPr>
        <p:spPr bwMode="auto">
          <a:xfrm>
            <a:off x="6550596"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8" name="Line 45"/>
          <p:cNvSpPr>
            <a:spLocks noChangeShapeType="1"/>
          </p:cNvSpPr>
          <p:nvPr/>
        </p:nvSpPr>
        <p:spPr bwMode="auto">
          <a:xfrm>
            <a:off x="6680183"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49" name="Line 46"/>
          <p:cNvSpPr>
            <a:spLocks noChangeShapeType="1"/>
          </p:cNvSpPr>
          <p:nvPr/>
        </p:nvSpPr>
        <p:spPr bwMode="auto">
          <a:xfrm>
            <a:off x="6809770"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0" name="Line 47"/>
          <p:cNvSpPr>
            <a:spLocks noChangeShapeType="1"/>
          </p:cNvSpPr>
          <p:nvPr/>
        </p:nvSpPr>
        <p:spPr bwMode="auto">
          <a:xfrm>
            <a:off x="6939358"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1" name="Line 48"/>
          <p:cNvSpPr>
            <a:spLocks noChangeShapeType="1"/>
          </p:cNvSpPr>
          <p:nvPr/>
        </p:nvSpPr>
        <p:spPr bwMode="auto">
          <a:xfrm>
            <a:off x="7068945"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2" name="Line 49"/>
          <p:cNvSpPr>
            <a:spLocks noChangeShapeType="1"/>
          </p:cNvSpPr>
          <p:nvPr/>
        </p:nvSpPr>
        <p:spPr bwMode="auto">
          <a:xfrm>
            <a:off x="7198532"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3" name="Line 50"/>
          <p:cNvSpPr>
            <a:spLocks noChangeShapeType="1"/>
          </p:cNvSpPr>
          <p:nvPr/>
        </p:nvSpPr>
        <p:spPr bwMode="auto">
          <a:xfrm>
            <a:off x="7328119"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4" name="Line 51"/>
          <p:cNvSpPr>
            <a:spLocks noChangeShapeType="1"/>
          </p:cNvSpPr>
          <p:nvPr/>
        </p:nvSpPr>
        <p:spPr bwMode="auto">
          <a:xfrm>
            <a:off x="7457706" y="2854878"/>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5" name="Rectangle 52"/>
          <p:cNvSpPr>
            <a:spLocks noChangeArrowheads="1"/>
          </p:cNvSpPr>
          <p:nvPr/>
        </p:nvSpPr>
        <p:spPr bwMode="auto">
          <a:xfrm>
            <a:off x="1431904" y="2918349"/>
            <a:ext cx="388761"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6" name="Rectangle 53"/>
          <p:cNvSpPr>
            <a:spLocks noChangeArrowheads="1"/>
          </p:cNvSpPr>
          <p:nvPr/>
        </p:nvSpPr>
        <p:spPr bwMode="auto">
          <a:xfrm>
            <a:off x="1950253" y="2918349"/>
            <a:ext cx="388761"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7" name="Rectangle 54"/>
          <p:cNvSpPr>
            <a:spLocks noChangeArrowheads="1"/>
          </p:cNvSpPr>
          <p:nvPr/>
        </p:nvSpPr>
        <p:spPr bwMode="auto">
          <a:xfrm>
            <a:off x="2468601" y="2918349"/>
            <a:ext cx="388761"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8" name="Rectangle 55"/>
          <p:cNvSpPr>
            <a:spLocks noChangeArrowheads="1"/>
          </p:cNvSpPr>
          <p:nvPr/>
        </p:nvSpPr>
        <p:spPr bwMode="auto">
          <a:xfrm>
            <a:off x="2986950" y="2918349"/>
            <a:ext cx="388761"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59" name="Rectangle 56"/>
          <p:cNvSpPr>
            <a:spLocks noChangeArrowheads="1"/>
          </p:cNvSpPr>
          <p:nvPr/>
        </p:nvSpPr>
        <p:spPr bwMode="auto">
          <a:xfrm>
            <a:off x="3505298" y="2918349"/>
            <a:ext cx="388761"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60" name="Rectangle 57"/>
          <p:cNvSpPr>
            <a:spLocks noChangeArrowheads="1"/>
          </p:cNvSpPr>
          <p:nvPr/>
        </p:nvSpPr>
        <p:spPr bwMode="auto">
          <a:xfrm>
            <a:off x="4023647" y="2918349"/>
            <a:ext cx="388761"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61" name="Rectangle 58"/>
          <p:cNvSpPr>
            <a:spLocks noChangeArrowheads="1"/>
          </p:cNvSpPr>
          <p:nvPr/>
        </p:nvSpPr>
        <p:spPr bwMode="auto">
          <a:xfrm>
            <a:off x="4613401" y="2918349"/>
            <a:ext cx="317356" cy="25388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2" name="Rectangle 59"/>
          <p:cNvSpPr>
            <a:spLocks noChangeArrowheads="1"/>
          </p:cNvSpPr>
          <p:nvPr/>
        </p:nvSpPr>
        <p:spPr bwMode="auto">
          <a:xfrm>
            <a:off x="5060344" y="2918349"/>
            <a:ext cx="388761" cy="25388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3" name="Rectangle 60"/>
          <p:cNvSpPr>
            <a:spLocks noChangeArrowheads="1"/>
          </p:cNvSpPr>
          <p:nvPr/>
        </p:nvSpPr>
        <p:spPr bwMode="auto">
          <a:xfrm>
            <a:off x="5578693" y="2918349"/>
            <a:ext cx="388761" cy="25388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4" name="Rectangle 61"/>
          <p:cNvSpPr>
            <a:spLocks noChangeArrowheads="1"/>
          </p:cNvSpPr>
          <p:nvPr/>
        </p:nvSpPr>
        <p:spPr bwMode="auto">
          <a:xfrm>
            <a:off x="6097041" y="2918349"/>
            <a:ext cx="388761" cy="25388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5" name="Rectangle 62"/>
          <p:cNvSpPr>
            <a:spLocks noChangeArrowheads="1"/>
          </p:cNvSpPr>
          <p:nvPr/>
        </p:nvSpPr>
        <p:spPr bwMode="auto">
          <a:xfrm>
            <a:off x="6615390" y="2918349"/>
            <a:ext cx="388761" cy="25388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6" name="Rectangle 63"/>
          <p:cNvSpPr>
            <a:spLocks noChangeArrowheads="1"/>
          </p:cNvSpPr>
          <p:nvPr/>
        </p:nvSpPr>
        <p:spPr bwMode="auto">
          <a:xfrm>
            <a:off x="7133739" y="2918349"/>
            <a:ext cx="388761" cy="25388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67" name="Rectangle 64"/>
          <p:cNvSpPr>
            <a:spLocks noChangeArrowheads="1"/>
          </p:cNvSpPr>
          <p:nvPr/>
        </p:nvSpPr>
        <p:spPr bwMode="auto">
          <a:xfrm>
            <a:off x="1820665" y="2950084"/>
            <a:ext cx="129587" cy="190413"/>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68" name="Rectangle 65"/>
          <p:cNvSpPr>
            <a:spLocks noChangeArrowheads="1"/>
          </p:cNvSpPr>
          <p:nvPr/>
        </p:nvSpPr>
        <p:spPr bwMode="auto">
          <a:xfrm>
            <a:off x="2857363" y="2950084"/>
            <a:ext cx="129587" cy="190413"/>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69" name="Rectangle 66"/>
          <p:cNvSpPr>
            <a:spLocks noChangeArrowheads="1"/>
          </p:cNvSpPr>
          <p:nvPr/>
        </p:nvSpPr>
        <p:spPr bwMode="auto">
          <a:xfrm>
            <a:off x="3904638" y="2950084"/>
            <a:ext cx="129587" cy="190413"/>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0" name="Rectangle 67"/>
          <p:cNvSpPr>
            <a:spLocks noChangeArrowheads="1"/>
          </p:cNvSpPr>
          <p:nvPr/>
        </p:nvSpPr>
        <p:spPr bwMode="auto">
          <a:xfrm>
            <a:off x="4920179" y="2950084"/>
            <a:ext cx="129587" cy="190413"/>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71" name="Rectangle 68"/>
          <p:cNvSpPr>
            <a:spLocks noChangeArrowheads="1"/>
          </p:cNvSpPr>
          <p:nvPr/>
        </p:nvSpPr>
        <p:spPr bwMode="auto">
          <a:xfrm>
            <a:off x="5935719" y="2950084"/>
            <a:ext cx="129587" cy="190413"/>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72" name="Rectangle 69"/>
          <p:cNvSpPr>
            <a:spLocks noChangeArrowheads="1"/>
          </p:cNvSpPr>
          <p:nvPr/>
        </p:nvSpPr>
        <p:spPr bwMode="auto">
          <a:xfrm>
            <a:off x="7037209" y="2950084"/>
            <a:ext cx="129587" cy="190413"/>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73" name="Rectangle 70"/>
          <p:cNvSpPr>
            <a:spLocks noChangeArrowheads="1"/>
          </p:cNvSpPr>
          <p:nvPr/>
        </p:nvSpPr>
        <p:spPr bwMode="auto">
          <a:xfrm>
            <a:off x="3440504" y="1775871"/>
            <a:ext cx="4136210" cy="380826"/>
          </a:xfrm>
          <a:prstGeom prst="rect">
            <a:avLst/>
          </a:prstGeom>
          <a:solidFill>
            <a:srgbClr val="00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4" name="Line 71"/>
          <p:cNvSpPr>
            <a:spLocks noChangeShapeType="1"/>
          </p:cNvSpPr>
          <p:nvPr/>
        </p:nvSpPr>
        <p:spPr bwMode="auto">
          <a:xfrm>
            <a:off x="3570092"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5" name="Line 72"/>
          <p:cNvSpPr>
            <a:spLocks noChangeShapeType="1"/>
          </p:cNvSpPr>
          <p:nvPr/>
        </p:nvSpPr>
        <p:spPr bwMode="auto">
          <a:xfrm>
            <a:off x="3699679"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6" name="Line 73"/>
          <p:cNvSpPr>
            <a:spLocks noChangeShapeType="1"/>
          </p:cNvSpPr>
          <p:nvPr/>
        </p:nvSpPr>
        <p:spPr bwMode="auto">
          <a:xfrm>
            <a:off x="3827944"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7" name="Line 74"/>
          <p:cNvSpPr>
            <a:spLocks noChangeShapeType="1"/>
          </p:cNvSpPr>
          <p:nvPr/>
        </p:nvSpPr>
        <p:spPr bwMode="auto">
          <a:xfrm>
            <a:off x="3957531"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8" name="Line 75"/>
          <p:cNvSpPr>
            <a:spLocks noChangeShapeType="1"/>
          </p:cNvSpPr>
          <p:nvPr/>
        </p:nvSpPr>
        <p:spPr bwMode="auto">
          <a:xfrm>
            <a:off x="4087118"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79" name="Line 76"/>
          <p:cNvSpPr>
            <a:spLocks noChangeShapeType="1"/>
          </p:cNvSpPr>
          <p:nvPr/>
        </p:nvSpPr>
        <p:spPr bwMode="auto">
          <a:xfrm>
            <a:off x="4216705"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0" name="Line 77"/>
          <p:cNvSpPr>
            <a:spLocks noChangeShapeType="1"/>
          </p:cNvSpPr>
          <p:nvPr/>
        </p:nvSpPr>
        <p:spPr bwMode="auto">
          <a:xfrm>
            <a:off x="4344970"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1" name="Line 78"/>
          <p:cNvSpPr>
            <a:spLocks noChangeShapeType="1"/>
          </p:cNvSpPr>
          <p:nvPr/>
        </p:nvSpPr>
        <p:spPr bwMode="auto">
          <a:xfrm>
            <a:off x="4474555" y="1775874"/>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2" name="Line 79"/>
          <p:cNvSpPr>
            <a:spLocks noChangeShapeType="1"/>
          </p:cNvSpPr>
          <p:nvPr/>
        </p:nvSpPr>
        <p:spPr bwMode="auto">
          <a:xfrm>
            <a:off x="4604144"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3" name="Rectangle 80"/>
          <p:cNvSpPr>
            <a:spLocks noChangeArrowheads="1"/>
          </p:cNvSpPr>
          <p:nvPr/>
        </p:nvSpPr>
        <p:spPr bwMode="auto">
          <a:xfrm>
            <a:off x="4604144" y="1791739"/>
            <a:ext cx="2967281" cy="35702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84" name="Line 81"/>
          <p:cNvSpPr>
            <a:spLocks noChangeShapeType="1"/>
          </p:cNvSpPr>
          <p:nvPr/>
        </p:nvSpPr>
        <p:spPr bwMode="auto">
          <a:xfrm>
            <a:off x="4733731"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5" name="Line 82"/>
          <p:cNvSpPr>
            <a:spLocks noChangeShapeType="1"/>
          </p:cNvSpPr>
          <p:nvPr/>
        </p:nvSpPr>
        <p:spPr bwMode="auto">
          <a:xfrm>
            <a:off x="4861997"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6" name="Line 83"/>
          <p:cNvSpPr>
            <a:spLocks noChangeShapeType="1"/>
          </p:cNvSpPr>
          <p:nvPr/>
        </p:nvSpPr>
        <p:spPr bwMode="auto">
          <a:xfrm>
            <a:off x="4991584"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7" name="Line 84"/>
          <p:cNvSpPr>
            <a:spLocks noChangeShapeType="1"/>
          </p:cNvSpPr>
          <p:nvPr/>
        </p:nvSpPr>
        <p:spPr bwMode="auto">
          <a:xfrm>
            <a:off x="5121171"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8" name="Line 85"/>
          <p:cNvSpPr>
            <a:spLocks noChangeShapeType="1"/>
          </p:cNvSpPr>
          <p:nvPr/>
        </p:nvSpPr>
        <p:spPr bwMode="auto">
          <a:xfrm>
            <a:off x="5250758"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89" name="Line 86"/>
          <p:cNvSpPr>
            <a:spLocks noChangeShapeType="1"/>
          </p:cNvSpPr>
          <p:nvPr/>
        </p:nvSpPr>
        <p:spPr bwMode="auto">
          <a:xfrm>
            <a:off x="5379022"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0" name="Line 87"/>
          <p:cNvSpPr>
            <a:spLocks noChangeShapeType="1"/>
          </p:cNvSpPr>
          <p:nvPr/>
        </p:nvSpPr>
        <p:spPr bwMode="auto">
          <a:xfrm>
            <a:off x="5508610"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1" name="Line 88"/>
          <p:cNvSpPr>
            <a:spLocks noChangeShapeType="1"/>
          </p:cNvSpPr>
          <p:nvPr/>
        </p:nvSpPr>
        <p:spPr bwMode="auto">
          <a:xfrm>
            <a:off x="5638197"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2" name="Line 89"/>
          <p:cNvSpPr>
            <a:spLocks noChangeShapeType="1"/>
          </p:cNvSpPr>
          <p:nvPr/>
        </p:nvSpPr>
        <p:spPr bwMode="auto">
          <a:xfrm>
            <a:off x="5767784"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3" name="Line 90"/>
          <p:cNvSpPr>
            <a:spLocks noChangeShapeType="1"/>
          </p:cNvSpPr>
          <p:nvPr/>
        </p:nvSpPr>
        <p:spPr bwMode="auto">
          <a:xfrm>
            <a:off x="5896049"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4" name="Line 91"/>
          <p:cNvSpPr>
            <a:spLocks noChangeShapeType="1"/>
          </p:cNvSpPr>
          <p:nvPr/>
        </p:nvSpPr>
        <p:spPr bwMode="auto">
          <a:xfrm>
            <a:off x="6025636"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5" name="Line 92"/>
          <p:cNvSpPr>
            <a:spLocks noChangeShapeType="1"/>
          </p:cNvSpPr>
          <p:nvPr/>
        </p:nvSpPr>
        <p:spPr bwMode="auto">
          <a:xfrm>
            <a:off x="6155223"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6" name="Line 93"/>
          <p:cNvSpPr>
            <a:spLocks noChangeShapeType="1"/>
          </p:cNvSpPr>
          <p:nvPr/>
        </p:nvSpPr>
        <p:spPr bwMode="auto">
          <a:xfrm>
            <a:off x="6284811"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7" name="Line 94"/>
          <p:cNvSpPr>
            <a:spLocks noChangeShapeType="1"/>
          </p:cNvSpPr>
          <p:nvPr/>
        </p:nvSpPr>
        <p:spPr bwMode="auto">
          <a:xfrm>
            <a:off x="6413075"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8" name="Line 95"/>
          <p:cNvSpPr>
            <a:spLocks noChangeShapeType="1"/>
          </p:cNvSpPr>
          <p:nvPr/>
        </p:nvSpPr>
        <p:spPr bwMode="auto">
          <a:xfrm>
            <a:off x="6542662"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9" name="Line 96"/>
          <p:cNvSpPr>
            <a:spLocks noChangeShapeType="1"/>
          </p:cNvSpPr>
          <p:nvPr/>
        </p:nvSpPr>
        <p:spPr bwMode="auto">
          <a:xfrm>
            <a:off x="6672249"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0" name="Line 97"/>
          <p:cNvSpPr>
            <a:spLocks noChangeShapeType="1"/>
          </p:cNvSpPr>
          <p:nvPr/>
        </p:nvSpPr>
        <p:spPr bwMode="auto">
          <a:xfrm>
            <a:off x="6801837"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1" name="Line 98"/>
          <p:cNvSpPr>
            <a:spLocks noChangeShapeType="1"/>
          </p:cNvSpPr>
          <p:nvPr/>
        </p:nvSpPr>
        <p:spPr bwMode="auto">
          <a:xfrm>
            <a:off x="6930102"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2" name="Line 99"/>
          <p:cNvSpPr>
            <a:spLocks noChangeShapeType="1"/>
          </p:cNvSpPr>
          <p:nvPr/>
        </p:nvSpPr>
        <p:spPr bwMode="auto">
          <a:xfrm>
            <a:off x="7059689"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3" name="Line 100"/>
          <p:cNvSpPr>
            <a:spLocks noChangeShapeType="1"/>
          </p:cNvSpPr>
          <p:nvPr/>
        </p:nvSpPr>
        <p:spPr bwMode="auto">
          <a:xfrm>
            <a:off x="7189276"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4" name="Line 101"/>
          <p:cNvSpPr>
            <a:spLocks noChangeShapeType="1"/>
          </p:cNvSpPr>
          <p:nvPr/>
        </p:nvSpPr>
        <p:spPr bwMode="auto">
          <a:xfrm>
            <a:off x="7318863"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5" name="Line 102"/>
          <p:cNvSpPr>
            <a:spLocks noChangeShapeType="1"/>
          </p:cNvSpPr>
          <p:nvPr/>
        </p:nvSpPr>
        <p:spPr bwMode="auto">
          <a:xfrm>
            <a:off x="7447128" y="1775871"/>
            <a:ext cx="0" cy="3808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6" name="Rectangle 103"/>
          <p:cNvSpPr>
            <a:spLocks noChangeArrowheads="1"/>
          </p:cNvSpPr>
          <p:nvPr/>
        </p:nvSpPr>
        <p:spPr bwMode="auto">
          <a:xfrm>
            <a:off x="3505298" y="1839342"/>
            <a:ext cx="387439"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7" name="Rectangle 104"/>
          <p:cNvSpPr>
            <a:spLocks noChangeArrowheads="1"/>
          </p:cNvSpPr>
          <p:nvPr/>
        </p:nvSpPr>
        <p:spPr bwMode="auto">
          <a:xfrm>
            <a:off x="4602822" y="1839342"/>
            <a:ext cx="323967" cy="25388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08" name="Rectangle 105"/>
          <p:cNvSpPr>
            <a:spLocks noChangeArrowheads="1"/>
          </p:cNvSpPr>
          <p:nvPr/>
        </p:nvSpPr>
        <p:spPr bwMode="auto">
          <a:xfrm>
            <a:off x="4022324" y="1839342"/>
            <a:ext cx="499118" cy="253884"/>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9" name="Rectangle 106"/>
          <p:cNvSpPr>
            <a:spLocks noChangeArrowheads="1"/>
          </p:cNvSpPr>
          <p:nvPr/>
        </p:nvSpPr>
        <p:spPr bwMode="auto">
          <a:xfrm>
            <a:off x="5056377" y="1839342"/>
            <a:ext cx="387440" cy="25388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0" name="Rectangle 107"/>
          <p:cNvSpPr>
            <a:spLocks noChangeArrowheads="1"/>
          </p:cNvSpPr>
          <p:nvPr/>
        </p:nvSpPr>
        <p:spPr bwMode="auto">
          <a:xfrm>
            <a:off x="5573404" y="1839342"/>
            <a:ext cx="387439" cy="25388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1" name="Rectangle 108"/>
          <p:cNvSpPr>
            <a:spLocks noChangeArrowheads="1"/>
          </p:cNvSpPr>
          <p:nvPr/>
        </p:nvSpPr>
        <p:spPr bwMode="auto">
          <a:xfrm>
            <a:off x="6090429" y="1839342"/>
            <a:ext cx="387440" cy="25388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2" name="Rectangle 109"/>
          <p:cNvSpPr>
            <a:spLocks noChangeArrowheads="1"/>
          </p:cNvSpPr>
          <p:nvPr/>
        </p:nvSpPr>
        <p:spPr bwMode="auto">
          <a:xfrm>
            <a:off x="6607456" y="1839342"/>
            <a:ext cx="387439" cy="25388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3" name="Rectangle 110"/>
          <p:cNvSpPr>
            <a:spLocks noChangeArrowheads="1"/>
          </p:cNvSpPr>
          <p:nvPr/>
        </p:nvSpPr>
        <p:spPr bwMode="auto">
          <a:xfrm>
            <a:off x="7124482" y="1839342"/>
            <a:ext cx="387440" cy="253884"/>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4" name="Rectangle 111"/>
          <p:cNvSpPr>
            <a:spLocks noChangeArrowheads="1"/>
          </p:cNvSpPr>
          <p:nvPr/>
        </p:nvSpPr>
        <p:spPr bwMode="auto">
          <a:xfrm>
            <a:off x="3903316" y="1871078"/>
            <a:ext cx="129587" cy="190413"/>
          </a:xfrm>
          <a:prstGeom prst="rect">
            <a:avLst/>
          </a:prstGeom>
          <a:solidFill>
            <a:srgbClr val="00FF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5" name="Rectangle 112"/>
          <p:cNvSpPr>
            <a:spLocks noChangeArrowheads="1"/>
          </p:cNvSpPr>
          <p:nvPr/>
        </p:nvSpPr>
        <p:spPr bwMode="auto">
          <a:xfrm>
            <a:off x="4916211" y="1871078"/>
            <a:ext cx="129587" cy="190413"/>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6" name="Rectangle 113"/>
          <p:cNvSpPr>
            <a:spLocks noChangeArrowheads="1"/>
          </p:cNvSpPr>
          <p:nvPr/>
        </p:nvSpPr>
        <p:spPr bwMode="auto">
          <a:xfrm>
            <a:off x="5929107" y="1871078"/>
            <a:ext cx="128265" cy="190413"/>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17" name="Rectangle 114"/>
          <p:cNvSpPr>
            <a:spLocks noChangeArrowheads="1"/>
          </p:cNvSpPr>
          <p:nvPr/>
        </p:nvSpPr>
        <p:spPr bwMode="auto">
          <a:xfrm>
            <a:off x="7027953" y="1871078"/>
            <a:ext cx="128264" cy="190413"/>
          </a:xfrm>
          <a:prstGeom prst="rect">
            <a:avLst/>
          </a:prstGeom>
          <a:solidFill>
            <a:srgbClr val="FF66FF"/>
          </a:solidFill>
          <a:ln>
            <a:noFill/>
          </a:ln>
          <a:effectLst/>
        </p:spPr>
        <p:txBody>
          <a:bodyPr wrap="none" anchor="ctr"/>
          <a:lstStyle/>
          <a:p>
            <a:endParaRPr lang="zh-CN" altLang="en-US" sz="1400">
              <a:latin typeface="微软雅黑" pitchFamily="34" charset="-122"/>
              <a:ea typeface="微软雅黑" pitchFamily="34" charset="-122"/>
            </a:endParaRPr>
          </a:p>
        </p:txBody>
      </p:sp>
      <p:sp>
        <p:nvSpPr>
          <p:cNvPr id="121" name="Text Box 118"/>
          <p:cNvSpPr txBox="1">
            <a:spLocks noChangeArrowheads="1"/>
          </p:cNvSpPr>
          <p:nvPr/>
        </p:nvSpPr>
        <p:spPr bwMode="auto">
          <a:xfrm>
            <a:off x="4393036" y="2913974"/>
            <a:ext cx="295274" cy="307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C00000"/>
                </a:solidFill>
                <a:latin typeface="微软雅黑" pitchFamily="34" charset="-122"/>
                <a:ea typeface="微软雅黑" pitchFamily="34" charset="-122"/>
              </a:rPr>
              <a:t>0</a:t>
            </a:r>
          </a:p>
        </p:txBody>
      </p:sp>
      <p:sp>
        <p:nvSpPr>
          <p:cNvPr id="123" name="Line 120"/>
          <p:cNvSpPr>
            <a:spLocks noChangeShapeType="1"/>
          </p:cNvSpPr>
          <p:nvPr/>
        </p:nvSpPr>
        <p:spPr bwMode="auto">
          <a:xfrm>
            <a:off x="4604144" y="2220168"/>
            <a:ext cx="0" cy="634710"/>
          </a:xfrm>
          <a:prstGeom prst="line">
            <a:avLst/>
          </a:prstGeom>
          <a:noFill/>
          <a:ln w="190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4" name="Line 121"/>
          <p:cNvSpPr>
            <a:spLocks noChangeShapeType="1"/>
          </p:cNvSpPr>
          <p:nvPr/>
        </p:nvSpPr>
        <p:spPr bwMode="auto">
          <a:xfrm>
            <a:off x="7587293" y="2220168"/>
            <a:ext cx="0" cy="634710"/>
          </a:xfrm>
          <a:prstGeom prst="line">
            <a:avLst/>
          </a:prstGeom>
          <a:noFill/>
          <a:ln w="190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5" name="Text Box 122"/>
          <p:cNvSpPr txBox="1">
            <a:spLocks noChangeArrowheads="1"/>
          </p:cNvSpPr>
          <p:nvPr/>
        </p:nvSpPr>
        <p:spPr bwMode="auto">
          <a:xfrm>
            <a:off x="3340079" y="1499832"/>
            <a:ext cx="27924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0</a:t>
            </a:r>
          </a:p>
        </p:txBody>
      </p:sp>
      <p:sp>
        <p:nvSpPr>
          <p:cNvPr id="126" name="Text Box 123"/>
          <p:cNvSpPr txBox="1">
            <a:spLocks noChangeArrowheads="1"/>
          </p:cNvSpPr>
          <p:nvPr/>
        </p:nvSpPr>
        <p:spPr bwMode="auto">
          <a:xfrm>
            <a:off x="4376776" y="1499832"/>
            <a:ext cx="27924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8</a:t>
            </a:r>
          </a:p>
        </p:txBody>
      </p:sp>
      <p:sp>
        <p:nvSpPr>
          <p:cNvPr id="127" name="Text Box 124"/>
          <p:cNvSpPr txBox="1">
            <a:spLocks noChangeArrowheads="1"/>
          </p:cNvSpPr>
          <p:nvPr/>
        </p:nvSpPr>
        <p:spPr bwMode="auto">
          <a:xfrm>
            <a:off x="5402894" y="1499832"/>
            <a:ext cx="37382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16</a:t>
            </a:r>
          </a:p>
        </p:txBody>
      </p:sp>
      <p:sp>
        <p:nvSpPr>
          <p:cNvPr id="128" name="Text Box 125"/>
          <p:cNvSpPr txBox="1">
            <a:spLocks noChangeArrowheads="1"/>
          </p:cNvSpPr>
          <p:nvPr/>
        </p:nvSpPr>
        <p:spPr bwMode="auto">
          <a:xfrm>
            <a:off x="6418436" y="1499832"/>
            <a:ext cx="37382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24</a:t>
            </a:r>
          </a:p>
        </p:txBody>
      </p:sp>
      <p:sp>
        <p:nvSpPr>
          <p:cNvPr id="129" name="Text Box 126"/>
          <p:cNvSpPr txBox="1">
            <a:spLocks noChangeArrowheads="1"/>
          </p:cNvSpPr>
          <p:nvPr/>
        </p:nvSpPr>
        <p:spPr bwMode="auto">
          <a:xfrm>
            <a:off x="7317612" y="1499832"/>
            <a:ext cx="37382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31</a:t>
            </a:r>
          </a:p>
        </p:txBody>
      </p:sp>
      <p:sp>
        <p:nvSpPr>
          <p:cNvPr id="130" name="Text Box 127"/>
          <p:cNvSpPr txBox="1">
            <a:spLocks noChangeArrowheads="1"/>
          </p:cNvSpPr>
          <p:nvPr/>
        </p:nvSpPr>
        <p:spPr bwMode="auto">
          <a:xfrm>
            <a:off x="1983148" y="1795646"/>
            <a:ext cx="1204176" cy="307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D </a:t>
            </a:r>
            <a:r>
              <a:rPr kumimoji="1" lang="zh-CN" altLang="zh-CN" sz="1400" b="1" dirty="0">
                <a:latin typeface="微软雅黑" pitchFamily="34" charset="-122"/>
                <a:ea typeface="微软雅黑" pitchFamily="34" charset="-122"/>
              </a:rPr>
              <a:t>类 </a:t>
            </a:r>
            <a:r>
              <a:rPr kumimoji="1" lang="en-US" altLang="zh-CN" sz="1400" b="1" dirty="0">
                <a:latin typeface="微软雅黑" pitchFamily="34" charset="-122"/>
                <a:ea typeface="微软雅黑" pitchFamily="34" charset="-122"/>
              </a:rPr>
              <a:t>IP </a:t>
            </a:r>
            <a:r>
              <a:rPr kumimoji="1" lang="zh-CN" altLang="zh-CN" sz="1400" b="1" dirty="0">
                <a:latin typeface="微软雅黑" pitchFamily="34" charset="-122"/>
                <a:ea typeface="微软雅黑" pitchFamily="34" charset="-122"/>
              </a:rPr>
              <a:t>地址</a:t>
            </a:r>
            <a:endParaRPr kumimoji="1" lang="zh-CN" altLang="en-US" sz="1400" b="1" dirty="0">
              <a:latin typeface="微软雅黑" pitchFamily="34" charset="-122"/>
              <a:ea typeface="微软雅黑" pitchFamily="34" charset="-122"/>
            </a:endParaRPr>
          </a:p>
        </p:txBody>
      </p:sp>
      <p:sp>
        <p:nvSpPr>
          <p:cNvPr id="131" name="Line 128"/>
          <p:cNvSpPr>
            <a:spLocks noChangeShapeType="1"/>
          </p:cNvSpPr>
          <p:nvPr/>
        </p:nvSpPr>
        <p:spPr bwMode="auto">
          <a:xfrm flipV="1">
            <a:off x="3958853" y="1395046"/>
            <a:ext cx="0" cy="31735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2" name="Line 129"/>
          <p:cNvSpPr>
            <a:spLocks noChangeShapeType="1"/>
          </p:cNvSpPr>
          <p:nvPr/>
        </p:nvSpPr>
        <p:spPr bwMode="auto">
          <a:xfrm flipV="1">
            <a:off x="4604144" y="1395046"/>
            <a:ext cx="0" cy="756362"/>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3" name="Line 130"/>
          <p:cNvSpPr>
            <a:spLocks noChangeShapeType="1"/>
          </p:cNvSpPr>
          <p:nvPr/>
        </p:nvSpPr>
        <p:spPr bwMode="auto">
          <a:xfrm>
            <a:off x="3969432" y="1458516"/>
            <a:ext cx="634713" cy="0"/>
          </a:xfrm>
          <a:prstGeom prst="line">
            <a:avLst/>
          </a:prstGeom>
          <a:noFill/>
          <a:ln w="28575">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4" name="Line 131"/>
          <p:cNvSpPr>
            <a:spLocks noChangeShapeType="1"/>
          </p:cNvSpPr>
          <p:nvPr/>
        </p:nvSpPr>
        <p:spPr bwMode="auto">
          <a:xfrm>
            <a:off x="4612078" y="3456530"/>
            <a:ext cx="2983149" cy="0"/>
          </a:xfrm>
          <a:prstGeom prst="line">
            <a:avLst/>
          </a:prstGeom>
          <a:noFill/>
          <a:ln w="28575">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5" name="Text Box 133"/>
          <p:cNvSpPr txBox="1">
            <a:spLocks noChangeArrowheads="1"/>
          </p:cNvSpPr>
          <p:nvPr/>
        </p:nvSpPr>
        <p:spPr bwMode="auto">
          <a:xfrm>
            <a:off x="4654945" y="1099459"/>
            <a:ext cx="129875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C00000"/>
                </a:solidFill>
                <a:latin typeface="微软雅黑" pitchFamily="34" charset="-122"/>
                <a:ea typeface="微软雅黑" pitchFamily="34" charset="-122"/>
              </a:rPr>
              <a:t>这</a:t>
            </a:r>
            <a:r>
              <a:rPr kumimoji="1" lang="zh-CN" altLang="zh-CN" sz="1400" b="1" dirty="0">
                <a:solidFill>
                  <a:srgbClr val="C00000"/>
                </a:solidFill>
                <a:latin typeface="微软雅黑" pitchFamily="34" charset="-122"/>
                <a:ea typeface="微软雅黑" pitchFamily="34" charset="-122"/>
              </a:rPr>
              <a:t> 5</a:t>
            </a:r>
            <a:r>
              <a:rPr kumimoji="1" lang="en-US" altLang="zh-CN" sz="1400" b="1" dirty="0">
                <a:solidFill>
                  <a:srgbClr val="C00000"/>
                </a:solidFill>
                <a:latin typeface="微软雅黑" pitchFamily="34" charset="-122"/>
                <a:ea typeface="微软雅黑" pitchFamily="34" charset="-122"/>
              </a:rPr>
              <a:t> </a:t>
            </a:r>
            <a:r>
              <a:rPr kumimoji="1" lang="zh-CN" altLang="en-US" sz="1400" b="1" dirty="0">
                <a:solidFill>
                  <a:srgbClr val="C00000"/>
                </a:solidFill>
                <a:latin typeface="微软雅黑" pitchFamily="34" charset="-122"/>
                <a:ea typeface="微软雅黑" pitchFamily="34" charset="-122"/>
              </a:rPr>
              <a:t>位不使用</a:t>
            </a:r>
          </a:p>
        </p:txBody>
      </p:sp>
      <p:sp>
        <p:nvSpPr>
          <p:cNvPr id="136" name="Arc 134"/>
          <p:cNvSpPr>
            <a:spLocks/>
          </p:cNvSpPr>
          <p:nvPr/>
        </p:nvSpPr>
        <p:spPr bwMode="auto">
          <a:xfrm flipH="1">
            <a:off x="4288111" y="1268104"/>
            <a:ext cx="415208" cy="190413"/>
          </a:xfrm>
          <a:custGeom>
            <a:avLst/>
            <a:gdLst>
              <a:gd name="G0" fmla="+- 1956 0 0"/>
              <a:gd name="G1" fmla="+- 21600 0 0"/>
              <a:gd name="G2" fmla="+- 21600 0 0"/>
              <a:gd name="T0" fmla="*/ 0 w 23556"/>
              <a:gd name="T1" fmla="*/ 89 h 21600"/>
              <a:gd name="T2" fmla="*/ 23556 w 23556"/>
              <a:gd name="T3" fmla="*/ 21600 h 21600"/>
              <a:gd name="T4" fmla="*/ 1956 w 23556"/>
              <a:gd name="T5" fmla="*/ 21600 h 21600"/>
            </a:gdLst>
            <a:ahLst/>
            <a:cxnLst>
              <a:cxn ang="0">
                <a:pos x="T0" y="T1"/>
              </a:cxn>
              <a:cxn ang="0">
                <a:pos x="T2" y="T3"/>
              </a:cxn>
              <a:cxn ang="0">
                <a:pos x="T4" y="T5"/>
              </a:cxn>
            </a:cxnLst>
            <a:rect l="0" t="0" r="r" b="b"/>
            <a:pathLst>
              <a:path w="23556" h="21600" fill="none" extrusionOk="0">
                <a:moveTo>
                  <a:pt x="-1" y="88"/>
                </a:moveTo>
                <a:cubicBezTo>
                  <a:pt x="650" y="29"/>
                  <a:pt x="1302" y="-1"/>
                  <a:pt x="1956" y="0"/>
                </a:cubicBezTo>
                <a:cubicBezTo>
                  <a:pt x="13885" y="0"/>
                  <a:pt x="23556" y="9670"/>
                  <a:pt x="23556" y="21600"/>
                </a:cubicBezTo>
              </a:path>
              <a:path w="23556" h="21600" stroke="0" extrusionOk="0">
                <a:moveTo>
                  <a:pt x="-1" y="88"/>
                </a:moveTo>
                <a:cubicBezTo>
                  <a:pt x="650" y="29"/>
                  <a:pt x="1302" y="-1"/>
                  <a:pt x="1956" y="0"/>
                </a:cubicBezTo>
                <a:cubicBezTo>
                  <a:pt x="13885" y="0"/>
                  <a:pt x="23556" y="9670"/>
                  <a:pt x="23556" y="21600"/>
                </a:cubicBezTo>
                <a:lnTo>
                  <a:pt x="1956" y="21600"/>
                </a:lnTo>
                <a:close/>
              </a:path>
            </a:pathLst>
          </a:custGeom>
          <a:noFill/>
          <a:ln w="9525">
            <a:solidFill>
              <a:schemeClr val="tx1"/>
            </a:solidFill>
            <a:round/>
            <a:headEnd type="triangle" w="sm" len="me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7" name="Line 135"/>
          <p:cNvSpPr>
            <a:spLocks noChangeShapeType="1"/>
          </p:cNvSpPr>
          <p:nvPr/>
        </p:nvSpPr>
        <p:spPr bwMode="auto">
          <a:xfrm>
            <a:off x="1367110" y="3299175"/>
            <a:ext cx="0" cy="61752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8" name="Line 136"/>
          <p:cNvSpPr>
            <a:spLocks noChangeShapeType="1"/>
          </p:cNvSpPr>
          <p:nvPr/>
        </p:nvSpPr>
        <p:spPr bwMode="auto">
          <a:xfrm flipH="1">
            <a:off x="7583327" y="3299175"/>
            <a:ext cx="3967" cy="575206"/>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9" name="Line 137"/>
          <p:cNvSpPr>
            <a:spLocks noChangeShapeType="1"/>
          </p:cNvSpPr>
          <p:nvPr/>
        </p:nvSpPr>
        <p:spPr bwMode="auto">
          <a:xfrm>
            <a:off x="1377689" y="3768596"/>
            <a:ext cx="6220183" cy="0"/>
          </a:xfrm>
          <a:prstGeom prst="line">
            <a:avLst/>
          </a:prstGeom>
          <a:noFill/>
          <a:ln w="28575">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0" name="Text Box 138"/>
          <p:cNvSpPr txBox="1">
            <a:spLocks noChangeArrowheads="1"/>
          </p:cNvSpPr>
          <p:nvPr/>
        </p:nvSpPr>
        <p:spPr bwMode="auto">
          <a:xfrm>
            <a:off x="3684783" y="3632724"/>
            <a:ext cx="1343638" cy="27700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zh-CN" sz="1200" b="1" dirty="0">
                <a:solidFill>
                  <a:srgbClr val="0000FF"/>
                </a:solidFill>
                <a:latin typeface="微软雅黑" pitchFamily="34" charset="-122"/>
                <a:ea typeface="微软雅黑" pitchFamily="34" charset="-122"/>
              </a:rPr>
              <a:t>48 </a:t>
            </a:r>
            <a:r>
              <a:rPr kumimoji="1" lang="zh-CN" altLang="en-US" sz="1200" b="1" dirty="0">
                <a:solidFill>
                  <a:srgbClr val="0000FF"/>
                </a:solidFill>
                <a:latin typeface="微软雅黑" pitchFamily="34" charset="-122"/>
                <a:ea typeface="微软雅黑" pitchFamily="34" charset="-122"/>
              </a:rPr>
              <a:t>位</a:t>
            </a:r>
            <a:r>
              <a:rPr kumimoji="1" lang="zh-CN" altLang="zh-CN" sz="1200" b="1" dirty="0">
                <a:solidFill>
                  <a:srgbClr val="0000FF"/>
                </a:solidFill>
                <a:latin typeface="微软雅黑" pitchFamily="34" charset="-122"/>
                <a:ea typeface="微软雅黑" pitchFamily="34" charset="-122"/>
              </a:rPr>
              <a:t>以太网地址</a:t>
            </a:r>
            <a:endParaRPr kumimoji="1" lang="zh-CN" altLang="en-US" sz="1200" b="1" dirty="0">
              <a:solidFill>
                <a:srgbClr val="0000FF"/>
              </a:solidFill>
              <a:latin typeface="微软雅黑" pitchFamily="34" charset="-122"/>
              <a:ea typeface="微软雅黑" pitchFamily="34" charset="-122"/>
            </a:endParaRPr>
          </a:p>
        </p:txBody>
      </p:sp>
      <p:sp>
        <p:nvSpPr>
          <p:cNvPr id="141" name="Text Box 139"/>
          <p:cNvSpPr txBox="1">
            <a:spLocks noChangeArrowheads="1"/>
          </p:cNvSpPr>
          <p:nvPr/>
        </p:nvSpPr>
        <p:spPr bwMode="auto">
          <a:xfrm>
            <a:off x="1511243" y="2526946"/>
            <a:ext cx="282320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itchFamily="34" charset="-122"/>
                <a:ea typeface="微软雅黑" pitchFamily="34" charset="-122"/>
              </a:rPr>
              <a:t>0      1      0      0       5      E</a:t>
            </a:r>
          </a:p>
        </p:txBody>
      </p:sp>
      <p:sp>
        <p:nvSpPr>
          <p:cNvPr id="142" name="Text Box 140"/>
          <p:cNvSpPr txBox="1">
            <a:spLocks noChangeArrowheads="1"/>
          </p:cNvSpPr>
          <p:nvPr/>
        </p:nvSpPr>
        <p:spPr bwMode="auto">
          <a:xfrm>
            <a:off x="1870489" y="3345711"/>
            <a:ext cx="902811" cy="307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solidFill>
                  <a:srgbClr val="990099"/>
                </a:solidFill>
                <a:latin typeface="微软雅黑" pitchFamily="34" charset="-122"/>
                <a:ea typeface="微软雅黑" pitchFamily="34" charset="-122"/>
              </a:rPr>
              <a:t>表示多播</a:t>
            </a:r>
          </a:p>
        </p:txBody>
      </p:sp>
      <p:sp>
        <p:nvSpPr>
          <p:cNvPr id="143" name="Line 141"/>
          <p:cNvSpPr>
            <a:spLocks noChangeShapeType="1"/>
          </p:cNvSpPr>
          <p:nvPr/>
        </p:nvSpPr>
        <p:spPr bwMode="auto">
          <a:xfrm flipH="1" flipV="1">
            <a:off x="2350016" y="3151078"/>
            <a:ext cx="5289" cy="235372"/>
          </a:xfrm>
          <a:prstGeom prst="line">
            <a:avLst/>
          </a:prstGeom>
          <a:noFill/>
          <a:ln w="57150">
            <a:solidFill>
              <a:srgbClr val="CC00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sp>
        <p:nvSpPr>
          <p:cNvPr id="144" name="Text Box 132"/>
          <p:cNvSpPr txBox="1">
            <a:spLocks noChangeArrowheads="1"/>
          </p:cNvSpPr>
          <p:nvPr/>
        </p:nvSpPr>
        <p:spPr bwMode="auto">
          <a:xfrm>
            <a:off x="5068857" y="3300501"/>
            <a:ext cx="2157963" cy="27700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FF"/>
                </a:solidFill>
                <a:latin typeface="微软雅黑" pitchFamily="34" charset="-122"/>
                <a:ea typeface="微软雅黑" pitchFamily="34" charset="-122"/>
              </a:rPr>
              <a:t>最</a:t>
            </a:r>
            <a:r>
              <a:rPr kumimoji="1" lang="zh-CN" altLang="zh-CN" sz="1200" b="1" dirty="0">
                <a:solidFill>
                  <a:srgbClr val="0000FF"/>
                </a:solidFill>
                <a:latin typeface="微软雅黑" pitchFamily="34" charset="-122"/>
                <a:ea typeface="微软雅黑" pitchFamily="34" charset="-122"/>
              </a:rPr>
              <a:t>低 23</a:t>
            </a:r>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位来自 </a:t>
            </a:r>
            <a:r>
              <a:rPr kumimoji="1" lang="en-US" altLang="zh-CN" sz="1200" b="1" dirty="0">
                <a:solidFill>
                  <a:srgbClr val="0000FF"/>
                </a:solidFill>
                <a:latin typeface="微软雅黑" pitchFamily="34" charset="-122"/>
                <a:ea typeface="微软雅黑" pitchFamily="34" charset="-122"/>
              </a:rPr>
              <a:t>D </a:t>
            </a:r>
            <a:r>
              <a:rPr kumimoji="1" lang="zh-CN" altLang="en-US" sz="1200" b="1" dirty="0">
                <a:solidFill>
                  <a:srgbClr val="0000FF"/>
                </a:solidFill>
                <a:latin typeface="微软雅黑" pitchFamily="34" charset="-122"/>
                <a:ea typeface="微软雅黑" pitchFamily="34" charset="-122"/>
              </a:rPr>
              <a:t>类 </a:t>
            </a:r>
            <a:r>
              <a:rPr kumimoji="1" lang="en-US" altLang="zh-CN" sz="1200" b="1" dirty="0">
                <a:solidFill>
                  <a:srgbClr val="0000FF"/>
                </a:solidFill>
                <a:latin typeface="微软雅黑" pitchFamily="34" charset="-122"/>
                <a:ea typeface="微软雅黑" pitchFamily="34" charset="-122"/>
              </a:rPr>
              <a:t>IP </a:t>
            </a:r>
            <a:r>
              <a:rPr kumimoji="1" lang="zh-CN" altLang="zh-CN" sz="1200" b="1" dirty="0">
                <a:solidFill>
                  <a:srgbClr val="0000FF"/>
                </a:solidFill>
                <a:latin typeface="微软雅黑" pitchFamily="34" charset="-122"/>
                <a:ea typeface="微软雅黑" pitchFamily="34" charset="-122"/>
              </a:rPr>
              <a:t>地址</a:t>
            </a:r>
            <a:endParaRPr kumimoji="1" lang="zh-CN" altLang="en-US" sz="1200" b="1" dirty="0">
              <a:solidFill>
                <a:srgbClr val="0000FF"/>
              </a:solidFill>
              <a:latin typeface="微软雅黑" pitchFamily="34" charset="-122"/>
              <a:ea typeface="微软雅黑" pitchFamily="34" charset="-122"/>
            </a:endParaRPr>
          </a:p>
        </p:txBody>
      </p:sp>
      <p:sp>
        <p:nvSpPr>
          <p:cNvPr id="145" name="Line 142"/>
          <p:cNvSpPr>
            <a:spLocks noChangeShapeType="1"/>
          </p:cNvSpPr>
          <p:nvPr/>
        </p:nvSpPr>
        <p:spPr bwMode="auto">
          <a:xfrm>
            <a:off x="4608110" y="3288600"/>
            <a:ext cx="0" cy="253884"/>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6" name="AutoShape 143"/>
          <p:cNvSpPr>
            <a:spLocks noChangeArrowheads="1"/>
          </p:cNvSpPr>
          <p:nvPr/>
        </p:nvSpPr>
        <p:spPr bwMode="auto">
          <a:xfrm>
            <a:off x="5968551" y="2188435"/>
            <a:ext cx="278613" cy="650791"/>
          </a:xfrm>
          <a:prstGeom prst="downArrow">
            <a:avLst>
              <a:gd name="adj1" fmla="val 50000"/>
              <a:gd name="adj2" fmla="val 62500"/>
            </a:avLst>
          </a:prstGeom>
          <a:solidFill>
            <a:srgbClr val="0066FF"/>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400">
              <a:latin typeface="微软雅黑" pitchFamily="34" charset="-122"/>
              <a:ea typeface="微软雅黑" pitchFamily="34" charset="-122"/>
            </a:endParaRPr>
          </a:p>
        </p:txBody>
      </p:sp>
      <p:sp>
        <p:nvSpPr>
          <p:cNvPr id="148" name="Text Box 119"/>
          <p:cNvSpPr txBox="1">
            <a:spLocks noChangeArrowheads="1"/>
          </p:cNvSpPr>
          <p:nvPr/>
        </p:nvSpPr>
        <p:spPr bwMode="auto">
          <a:xfrm>
            <a:off x="3349326" y="1826103"/>
            <a:ext cx="68865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spc="120" dirty="0">
                <a:latin typeface="微软雅黑" pitchFamily="34" charset="-122"/>
                <a:ea typeface="微软雅黑" pitchFamily="34" charset="-122"/>
              </a:rPr>
              <a:t>1110</a:t>
            </a:r>
          </a:p>
        </p:txBody>
      </p:sp>
      <p:sp>
        <p:nvSpPr>
          <p:cNvPr id="147" name="Text Box 116"/>
          <p:cNvSpPr txBox="1">
            <a:spLocks noChangeArrowheads="1"/>
          </p:cNvSpPr>
          <p:nvPr/>
        </p:nvSpPr>
        <p:spPr bwMode="auto">
          <a:xfrm>
            <a:off x="1293515" y="2910403"/>
            <a:ext cx="120595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just"/>
            <a:r>
              <a:rPr kumimoji="1" lang="en-US" altLang="zh-CN" sz="1400" b="1" kern="0" spc="140" dirty="0">
                <a:latin typeface="微软雅黑" pitchFamily="34" charset="-122"/>
                <a:ea typeface="微软雅黑" pitchFamily="34" charset="-122"/>
              </a:rPr>
              <a:t>0000000</a:t>
            </a:r>
            <a:r>
              <a:rPr kumimoji="1" lang="en-US" altLang="zh-CN" sz="1400" b="1" kern="0" spc="140" dirty="0">
                <a:solidFill>
                  <a:srgbClr val="CC00CC"/>
                </a:solidFill>
                <a:latin typeface="微软雅黑" pitchFamily="34" charset="-122"/>
                <a:ea typeface="微软雅黑" pitchFamily="34" charset="-122"/>
              </a:rPr>
              <a:t>1</a:t>
            </a:r>
          </a:p>
        </p:txBody>
      </p:sp>
      <p:sp>
        <p:nvSpPr>
          <p:cNvPr id="152" name="Text Box 115"/>
          <p:cNvSpPr txBox="1">
            <a:spLocks noChangeArrowheads="1"/>
          </p:cNvSpPr>
          <p:nvPr/>
        </p:nvSpPr>
        <p:spPr bwMode="auto">
          <a:xfrm>
            <a:off x="2312628" y="2910403"/>
            <a:ext cx="121315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kern="0" spc="100" dirty="0">
                <a:latin typeface="微软雅黑" pitchFamily="34" charset="-122"/>
                <a:ea typeface="微软雅黑" pitchFamily="34" charset="-122"/>
              </a:rPr>
              <a:t>00000000</a:t>
            </a:r>
          </a:p>
        </p:txBody>
      </p:sp>
      <p:sp>
        <p:nvSpPr>
          <p:cNvPr id="153" name="Text Box 117"/>
          <p:cNvSpPr txBox="1">
            <a:spLocks noChangeArrowheads="1"/>
          </p:cNvSpPr>
          <p:nvPr/>
        </p:nvSpPr>
        <p:spPr bwMode="auto">
          <a:xfrm>
            <a:off x="3349326" y="2910403"/>
            <a:ext cx="117211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spc="100" dirty="0">
                <a:latin typeface="微软雅黑" pitchFamily="34" charset="-122"/>
                <a:ea typeface="微软雅黑" pitchFamily="34" charset="-122"/>
              </a:rPr>
              <a:t>01011110</a:t>
            </a:r>
          </a:p>
        </p:txBody>
      </p:sp>
      <p:sp>
        <p:nvSpPr>
          <p:cNvPr id="118" name="矩形 117"/>
          <p:cNvSpPr/>
          <p:nvPr/>
        </p:nvSpPr>
        <p:spPr>
          <a:xfrm>
            <a:off x="1626283" y="4029243"/>
            <a:ext cx="6344699" cy="679801"/>
          </a:xfrm>
          <a:prstGeom prst="rect">
            <a:avLst/>
          </a:prstGeom>
        </p:spPr>
        <p:txBody>
          <a:bodyPr wrap="square">
            <a:spAutoFit/>
          </a:bodyPr>
          <a:lstStyle/>
          <a:p>
            <a:pPr>
              <a:lnSpc>
                <a:spcPts val="2400"/>
              </a:lnSpc>
            </a:pPr>
            <a:r>
              <a:rPr lang="zh-CN" altLang="en-US" sz="1600" b="1" dirty="0">
                <a:latin typeface="微软雅黑" panose="020B0503020204020204" pitchFamily="34" charset="-122"/>
                <a:ea typeface="微软雅黑" panose="020B0503020204020204" pitchFamily="34" charset="-122"/>
              </a:rPr>
              <a:t>收到多播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数据报的主机，还要在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层对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地址进行过滤，把不是本主机要接收的数据报丢弃。</a:t>
            </a:r>
          </a:p>
        </p:txBody>
      </p:sp>
      <p:sp>
        <p:nvSpPr>
          <p:cNvPr id="119" name="乘号 118"/>
          <p:cNvSpPr/>
          <p:nvPr/>
        </p:nvSpPr>
        <p:spPr>
          <a:xfrm>
            <a:off x="4130642" y="1837911"/>
            <a:ext cx="332768" cy="263951"/>
          </a:xfrm>
          <a:prstGeom prst="mathMultiply">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067274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44"/>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34"/>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35" presetClass="emph" presetSubtype="0" repeatCount="3000" fill="hold" grpId="0" nodeType="clickEffect">
                                  <p:stCondLst>
                                    <p:cond delay="0"/>
                                  </p:stCondLst>
                                  <p:childTnLst>
                                    <p:anim calcmode="discrete" valueType="str">
                                      <p:cBhvr>
                                        <p:cTn id="12" dur="1000" fill="hold"/>
                                        <p:tgtEl>
                                          <p:spTgt spid="135"/>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0"/>
                                  </p:stCondLst>
                                  <p:childTnLst>
                                    <p:anim calcmode="discrete" valueType="str">
                                      <p:cBhvr>
                                        <p:cTn id="14" dur="1000" fill="hold"/>
                                        <p:tgtEl>
                                          <p:spTgt spid="133"/>
                                        </p:tgtEl>
                                        <p:attrNameLst>
                                          <p:attrName>style.visibility</p:attrName>
                                        </p:attrNameLst>
                                      </p:cBhvr>
                                      <p:tavLst>
                                        <p:tav tm="0">
                                          <p:val>
                                            <p:strVal val="hidden"/>
                                          </p:val>
                                        </p:tav>
                                        <p:tav tm="50000">
                                          <p:val>
                                            <p:strVal val="visible"/>
                                          </p:val>
                                        </p:tav>
                                      </p:tavLst>
                                    </p:anim>
                                  </p:childTnLst>
                                </p:cTn>
                              </p:par>
                              <p:par>
                                <p:cTn id="15" presetID="35" presetClass="emph" presetSubtype="0" repeatCount="3000" fill="hold" grpId="0" nodeType="withEffect">
                                  <p:stCondLst>
                                    <p:cond delay="0"/>
                                  </p:stCondLst>
                                  <p:childTnLst>
                                    <p:anim calcmode="discrete" valueType="str">
                                      <p:cBhvr>
                                        <p:cTn id="16" dur="1000" fill="hold"/>
                                        <p:tgtEl>
                                          <p:spTgt spid="136"/>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18"/>
                                        </p:tgtEl>
                                        <p:attrNameLst>
                                          <p:attrName>style.visibility</p:attrName>
                                        </p:attrNameLst>
                                      </p:cBhvr>
                                      <p:to>
                                        <p:strVal val="visible"/>
                                      </p:to>
                                    </p:set>
                                    <p:animEffect transition="in" filter="fade">
                                      <p:cBhvr>
                                        <p:cTn id="21" dur="1000"/>
                                        <p:tgtEl>
                                          <p:spTgt spid="118"/>
                                        </p:tgtEl>
                                      </p:cBhvr>
                                    </p:animEffect>
                                    <p:anim calcmode="lin" valueType="num">
                                      <p:cBhvr>
                                        <p:cTn id="22" dur="1000" fill="hold"/>
                                        <p:tgtEl>
                                          <p:spTgt spid="118"/>
                                        </p:tgtEl>
                                        <p:attrNameLst>
                                          <p:attrName>ppt_x</p:attrName>
                                        </p:attrNameLst>
                                      </p:cBhvr>
                                      <p:tavLst>
                                        <p:tav tm="0">
                                          <p:val>
                                            <p:strVal val="#ppt_x"/>
                                          </p:val>
                                        </p:tav>
                                        <p:tav tm="100000">
                                          <p:val>
                                            <p:strVal val="#ppt_x"/>
                                          </p:val>
                                        </p:tav>
                                      </p:tavLst>
                                    </p:anim>
                                    <p:anim calcmode="lin" valueType="num">
                                      <p:cBhvr>
                                        <p:cTn id="23" dur="1000" fill="hold"/>
                                        <p:tgtEl>
                                          <p:spTgt spid="1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animBg="1"/>
      <p:bldP spid="134" grpId="0" animBg="1"/>
      <p:bldP spid="135" grpId="0"/>
      <p:bldP spid="136" grpId="0" animBg="1"/>
      <p:bldP spid="144" grpId="0" animBg="1"/>
      <p:bldP spid="118" grpId="0"/>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F7852D-545F-AC92-C243-91C3B365A206}"/>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CE729D86-E107-8584-020D-E7C2AFB34878}"/>
              </a:ext>
            </a:extLst>
          </p:cNvPr>
          <p:cNvSpPr>
            <a:spLocks noChangeArrowheads="1"/>
          </p:cNvSpPr>
          <p:nvPr/>
        </p:nvSpPr>
        <p:spPr bwMode="auto">
          <a:xfrm>
            <a:off x="545144" y="636002"/>
            <a:ext cx="8053711" cy="374651"/>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8437A0EC-E492-F12B-E758-084145633E27}"/>
              </a:ext>
            </a:extLst>
          </p:cNvPr>
          <p:cNvSpPr>
            <a:spLocks noChangeArrowheads="1"/>
          </p:cNvSpPr>
          <p:nvPr/>
        </p:nvSpPr>
        <p:spPr bwMode="auto">
          <a:xfrm>
            <a:off x="2019058" y="621557"/>
            <a:ext cx="51058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IPv6</a:t>
            </a:r>
            <a:r>
              <a:rPr lang="zh-CN" altLang="en-US" sz="2000" b="1" dirty="0">
                <a:solidFill>
                  <a:schemeClr val="bg1"/>
                </a:solidFill>
                <a:latin typeface="微软雅黑" pitchFamily="34" charset="-122"/>
                <a:ea typeface="微软雅黑" pitchFamily="34" charset="-122"/>
              </a:rPr>
              <a:t>多播地址映射到以太网多播地址的方法</a:t>
            </a:r>
          </a:p>
        </p:txBody>
      </p:sp>
      <p:sp>
        <p:nvSpPr>
          <p:cNvPr id="4" name="Rectangle 8">
            <a:extLst>
              <a:ext uri="{FF2B5EF4-FFF2-40B4-BE49-F238E27FC236}">
                <a16:creationId xmlns:a16="http://schemas.microsoft.com/office/drawing/2014/main" id="{08514F90-183F-94A3-EC2B-0C51261411F9}"/>
              </a:ext>
            </a:extLst>
          </p:cNvPr>
          <p:cNvSpPr>
            <a:spLocks noChangeArrowheads="1"/>
          </p:cNvSpPr>
          <p:nvPr/>
        </p:nvSpPr>
        <p:spPr bwMode="auto">
          <a:xfrm>
            <a:off x="545143" y="1076214"/>
            <a:ext cx="8053711" cy="25867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RFC 2464</a:t>
            </a:r>
            <a:r>
              <a:rPr lang="zh-CN" altLang="en-US" sz="2000" b="1" dirty="0">
                <a:latin typeface="微软雅黑" pitchFamily="34" charset="-122"/>
                <a:ea typeface="微软雅黑" pitchFamily="34" charset="-122"/>
              </a:rPr>
              <a:t>规定，在使用</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网络时，以太网多播</a:t>
            </a:r>
            <a:r>
              <a:rPr lang="en-US" altLang="zh-CN" sz="2000" b="1" dirty="0">
                <a:latin typeface="微软雅黑" pitchFamily="34" charset="-122"/>
                <a:ea typeface="微软雅黑" pitchFamily="34" charset="-122"/>
              </a:rPr>
              <a:t>MAC</a:t>
            </a:r>
            <a:r>
              <a:rPr lang="zh-CN" altLang="en-US" sz="2000" b="1" dirty="0">
                <a:latin typeface="微软雅黑" pitchFamily="34" charset="-122"/>
                <a:ea typeface="微软雅黑" pitchFamily="34" charset="-122"/>
              </a:rPr>
              <a:t>地址的前两个字节是</a:t>
            </a:r>
            <a:r>
              <a:rPr lang="en-US" altLang="zh-CN" sz="2000" b="1" dirty="0">
                <a:solidFill>
                  <a:srgbClr val="0000CC"/>
                </a:solidFill>
                <a:latin typeface="微软雅黑" pitchFamily="34" charset="-122"/>
                <a:ea typeface="微软雅黑" pitchFamily="34" charset="-122"/>
              </a:rPr>
              <a:t>33-33</a:t>
            </a:r>
            <a:r>
              <a:rPr lang="zh-CN" altLang="en-US" sz="2000" b="1" dirty="0">
                <a:latin typeface="微软雅黑" pitchFamily="34" charset="-122"/>
                <a:ea typeface="微软雅黑" pitchFamily="34" charset="-122"/>
              </a:rPr>
              <a:t>，而其后面的</a:t>
            </a:r>
            <a:r>
              <a:rPr lang="en-US" altLang="zh-CN" sz="2000" b="1" dirty="0">
                <a:latin typeface="微软雅黑" pitchFamily="34" charset="-122"/>
                <a:ea typeface="微软雅黑" pitchFamily="34" charset="-122"/>
              </a:rPr>
              <a:t>4</a:t>
            </a:r>
            <a:r>
              <a:rPr lang="zh-CN" altLang="en-US" sz="2000" b="1" dirty="0">
                <a:latin typeface="微软雅黑" pitchFamily="34" charset="-122"/>
                <a:ea typeface="微软雅黑" pitchFamily="34" charset="-122"/>
              </a:rPr>
              <a:t>字节就使用</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多播地址的最后</a:t>
            </a:r>
            <a:r>
              <a:rPr lang="en-US" altLang="zh-CN" sz="2000" b="1" dirty="0">
                <a:latin typeface="微软雅黑" pitchFamily="34" charset="-122"/>
                <a:ea typeface="微软雅黑" pitchFamily="34" charset="-122"/>
              </a:rPr>
              <a:t>4</a:t>
            </a:r>
            <a:r>
              <a:rPr lang="zh-CN" altLang="en-US" sz="2000" b="1" dirty="0">
                <a:latin typeface="微软雅黑" pitchFamily="34" charset="-122"/>
                <a:ea typeface="微软雅黑" pitchFamily="34" charset="-122"/>
              </a:rPr>
              <a:t>字节。</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例如，</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的多播地址是</a:t>
            </a:r>
            <a:r>
              <a:rPr lang="en-US" altLang="zh-CN" sz="2000" b="1" dirty="0" err="1">
                <a:solidFill>
                  <a:srgbClr val="0000CC"/>
                </a:solidFill>
                <a:latin typeface="微软雅黑" pitchFamily="34" charset="-122"/>
                <a:ea typeface="微软雅黑" pitchFamily="34" charset="-122"/>
              </a:rPr>
              <a:t>ffff</a:t>
            </a:r>
            <a:r>
              <a:rPr lang="en-US" altLang="zh-CN" sz="2000" b="1" dirty="0">
                <a:solidFill>
                  <a:srgbClr val="0000CC"/>
                </a:solidFill>
                <a:latin typeface="微软雅黑" pitchFamily="34" charset="-122"/>
                <a:ea typeface="微软雅黑" pitchFamily="34" charset="-122"/>
              </a:rPr>
              <a:t>::123:4567:ab:cdef</a:t>
            </a:r>
            <a:r>
              <a:rPr lang="zh-CN" altLang="en-US" sz="2000" b="1" dirty="0">
                <a:latin typeface="微软雅黑" pitchFamily="34" charset="-122"/>
                <a:ea typeface="微软雅黑" pitchFamily="34" charset="-122"/>
              </a:rPr>
              <a:t>，映射为以太网多播地址是</a:t>
            </a:r>
            <a:r>
              <a:rPr lang="en-US" altLang="zh-CN" sz="2000" b="1" dirty="0">
                <a:solidFill>
                  <a:srgbClr val="0000CC"/>
                </a:solidFill>
                <a:latin typeface="微软雅黑" pitchFamily="34" charset="-122"/>
                <a:ea typeface="微软雅黑" pitchFamily="34" charset="-122"/>
              </a:rPr>
              <a:t>33-33-00-AB-CD-EF</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也是多对一映射关系。</a:t>
            </a:r>
            <a:endParaRPr lang="en-US" altLang="zh-CN" sz="2000" b="1" dirty="0">
              <a:solidFill>
                <a:srgbClr val="C00000"/>
              </a:solidFill>
              <a:latin typeface="微软雅黑" pitchFamily="34" charset="-122"/>
              <a:ea typeface="微软雅黑" pitchFamily="34" charset="-122"/>
            </a:endParaRPr>
          </a:p>
        </p:txBody>
      </p:sp>
    </p:spTree>
    <p:extLst>
      <p:ext uri="{BB962C8B-B14F-4D97-AF65-F5344CB8AC3E}">
        <p14:creationId xmlns:p14="http://schemas.microsoft.com/office/powerpoint/2010/main" val="37110313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8926"/>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124054" y="598063"/>
            <a:ext cx="48958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4.8.3  </a:t>
            </a:r>
            <a:r>
              <a:rPr lang="zh-CN" altLang="en-US" sz="2400" b="1" dirty="0">
                <a:solidFill>
                  <a:schemeClr val="bg1"/>
                </a:solidFill>
                <a:latin typeface="微软雅黑" pitchFamily="34" charset="-122"/>
                <a:ea typeface="微软雅黑" pitchFamily="34" charset="-122"/>
              </a:rPr>
              <a:t>组管理协议和多播路由协议</a:t>
            </a:r>
          </a:p>
        </p:txBody>
      </p:sp>
      <p:sp>
        <p:nvSpPr>
          <p:cNvPr id="5" name="Rectangle 8"/>
          <p:cNvSpPr>
            <a:spLocks noChangeArrowheads="1"/>
          </p:cNvSpPr>
          <p:nvPr/>
        </p:nvSpPr>
        <p:spPr bwMode="auto">
          <a:xfrm>
            <a:off x="545145" y="1629666"/>
            <a:ext cx="8124070" cy="25129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互联网组管理协议 </a:t>
            </a:r>
            <a:r>
              <a:rPr lang="en-US" altLang="zh-CN" sz="2000" b="1" dirty="0">
                <a:solidFill>
                  <a:srgbClr val="0000FF"/>
                </a:solidFill>
                <a:latin typeface="微软雅黑" pitchFamily="34" charset="-122"/>
                <a:ea typeface="微软雅黑" pitchFamily="34" charset="-122"/>
              </a:rPr>
              <a:t>IGMP </a:t>
            </a:r>
            <a:r>
              <a:rPr lang="en-US" altLang="zh-CN" sz="2000" b="1" dirty="0">
                <a:latin typeface="微软雅黑" pitchFamily="34" charset="-122"/>
                <a:ea typeface="微软雅黑" pitchFamily="34" charset="-122"/>
              </a:rPr>
              <a:t>(Internet Group Management Protocol)</a:t>
            </a:r>
          </a:p>
          <a:p>
            <a:pPr marL="534988" lvl="1" indent="-279400">
              <a:lnSpc>
                <a:spcPts val="32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使多播路由器知道本局域网的多播组成员信息（</a:t>
            </a:r>
            <a:r>
              <a:rPr lang="zh-CN" altLang="en-US" sz="2000" b="1" dirty="0">
                <a:solidFill>
                  <a:srgbClr val="C00000"/>
                </a:solidFill>
                <a:latin typeface="微软雅黑" pitchFamily="34" charset="-122"/>
                <a:ea typeface="微软雅黑" pitchFamily="34" charset="-122"/>
              </a:rPr>
              <a:t>有无组成员</a:t>
            </a:r>
            <a:r>
              <a:rPr lang="zh-CN" altLang="en-US" sz="2000" b="1" dirty="0">
                <a:latin typeface="微软雅黑" pitchFamily="34" charset="-122"/>
                <a:ea typeface="微软雅黑" pitchFamily="34" charset="-122"/>
              </a:rPr>
              <a:t>）。</a:t>
            </a:r>
          </a:p>
          <a:p>
            <a:pPr marL="285750" indent="-28575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多播路由协议</a:t>
            </a:r>
            <a:endParaRPr lang="en-US" altLang="zh-CN" sz="2000" b="1" dirty="0">
              <a:solidFill>
                <a:srgbClr val="0000FF"/>
              </a:solidFill>
              <a:latin typeface="微软雅黑" pitchFamily="34" charset="-122"/>
              <a:ea typeface="微软雅黑" pitchFamily="34" charset="-122"/>
            </a:endParaRPr>
          </a:p>
          <a:p>
            <a:pPr marL="534988" lvl="1" indent="-279400">
              <a:lnSpc>
                <a:spcPts val="3200"/>
              </a:lnSpc>
              <a:buClr>
                <a:srgbClr val="7030A0"/>
              </a:buClr>
              <a:buSzPct val="75000"/>
              <a:buFont typeface="Wingdings" pitchFamily="2" charset="2"/>
              <a:buChar char="u"/>
            </a:pPr>
            <a:r>
              <a:rPr lang="zh-CN" altLang="en-US" sz="2000" b="1" dirty="0">
                <a:latin typeface="微软雅黑" pitchFamily="34" charset="-122"/>
                <a:ea typeface="微软雅黑" pitchFamily="34" charset="-122"/>
              </a:rPr>
              <a:t>使多播路由器协同工作，把多播数据报用最小代价传送给多播组的所有组成员。</a:t>
            </a:r>
          </a:p>
        </p:txBody>
      </p:sp>
      <p:sp>
        <p:nvSpPr>
          <p:cNvPr id="6" name="AutoShape 5"/>
          <p:cNvSpPr>
            <a:spLocks noChangeArrowheads="1"/>
          </p:cNvSpPr>
          <p:nvPr/>
        </p:nvSpPr>
        <p:spPr bwMode="auto">
          <a:xfrm>
            <a:off x="545145" y="1261113"/>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1941968" y="122790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1.  IP </a:t>
            </a:r>
            <a:r>
              <a:rPr lang="zh-CN" altLang="en-US" sz="2000" b="1" dirty="0">
                <a:solidFill>
                  <a:schemeClr val="bg1"/>
                </a:solidFill>
                <a:latin typeface="微软雅黑" pitchFamily="34" charset="-122"/>
                <a:ea typeface="微软雅黑" pitchFamily="34" charset="-122"/>
              </a:rPr>
              <a:t>多播需要两种协议</a:t>
            </a:r>
          </a:p>
        </p:txBody>
      </p:sp>
    </p:spTree>
    <p:extLst>
      <p:ext uri="{BB962C8B-B14F-4D97-AF65-F5344CB8AC3E}">
        <p14:creationId xmlns:p14="http://schemas.microsoft.com/office/powerpoint/2010/main" val="3307175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anim calcmode="lin" valueType="num">
                                      <p:cBhvr>
                                        <p:cTn id="8"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fade">
                                      <p:cBhvr>
                                        <p:cTn id="12" dur="1000"/>
                                        <p:tgtEl>
                                          <p:spTgt spid="5">
                                            <p:txEl>
                                              <p:pRg st="1" end="1"/>
                                            </p:txEl>
                                          </p:spTgt>
                                        </p:tgtEl>
                                      </p:cBhvr>
                                    </p:animEffect>
                                    <p:anim calcmode="lin" valueType="num">
                                      <p:cBhvr>
                                        <p:cTn id="13"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14"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5">
                                            <p:txEl>
                                              <p:pRg st="2" end="2"/>
                                            </p:txEl>
                                          </p:spTgt>
                                        </p:tgtEl>
                                        <p:attrNameLst>
                                          <p:attrName>style.visibility</p:attrName>
                                        </p:attrNameLst>
                                      </p:cBhvr>
                                      <p:to>
                                        <p:strVal val="visible"/>
                                      </p:to>
                                    </p:set>
                                    <p:animEffect transition="in" filter="fade">
                                      <p:cBhvr>
                                        <p:cTn id="19" dur="1000"/>
                                        <p:tgtEl>
                                          <p:spTgt spid="5">
                                            <p:txEl>
                                              <p:pRg st="2" end="2"/>
                                            </p:txEl>
                                          </p:spTgt>
                                        </p:tgtEl>
                                      </p:cBhvr>
                                    </p:animEffect>
                                    <p:anim calcmode="lin" valueType="num">
                                      <p:cBhvr>
                                        <p:cTn id="20" dur="10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5">
                                            <p:txEl>
                                              <p:pRg st="2" end="2"/>
                                            </p:txEl>
                                          </p:spTgt>
                                        </p:tgtEl>
                                        <p:attrNameLst>
                                          <p:attrName>ppt_y</p:attrName>
                                        </p:attrNameLst>
                                      </p:cBhvr>
                                      <p:tavLst>
                                        <p:tav tm="0">
                                          <p:val>
                                            <p:strVal val="#ppt_y+.1"/>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5">
                                            <p:txEl>
                                              <p:pRg st="3" end="3"/>
                                            </p:txEl>
                                          </p:spTgt>
                                        </p:tgtEl>
                                        <p:attrNameLst>
                                          <p:attrName>style.visibility</p:attrName>
                                        </p:attrNameLst>
                                      </p:cBhvr>
                                      <p:to>
                                        <p:strVal val="visible"/>
                                      </p:to>
                                    </p:set>
                                    <p:animEffect transition="in" filter="fade">
                                      <p:cBhvr>
                                        <p:cTn id="24" dur="1000"/>
                                        <p:tgtEl>
                                          <p:spTgt spid="5">
                                            <p:txEl>
                                              <p:pRg st="3" end="3"/>
                                            </p:txEl>
                                          </p:spTgt>
                                        </p:tgtEl>
                                      </p:cBhvr>
                                    </p:animEffect>
                                    <p:anim calcmode="lin" valueType="num">
                                      <p:cBhvr>
                                        <p:cTn id="25" dur="1000" fill="hold"/>
                                        <p:tgtEl>
                                          <p:spTgt spid="5">
                                            <p:txEl>
                                              <p:pRg st="3" end="3"/>
                                            </p:txEl>
                                          </p:spTgt>
                                        </p:tgtEl>
                                        <p:attrNameLst>
                                          <p:attrName>ppt_x</p:attrName>
                                        </p:attrNameLst>
                                      </p:cBhvr>
                                      <p:tavLst>
                                        <p:tav tm="0">
                                          <p:val>
                                            <p:strVal val="#ppt_x"/>
                                          </p:val>
                                        </p:tav>
                                        <p:tav tm="100000">
                                          <p:val>
                                            <p:strVal val="#ppt_x"/>
                                          </p:val>
                                        </p:tav>
                                      </p:tavLst>
                                    </p:anim>
                                    <p:anim calcmode="lin" valueType="num">
                                      <p:cBhvr>
                                        <p:cTn id="26" dur="1000" fill="hold"/>
                                        <p:tgtEl>
                                          <p:spTgt spid="5">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3978"/>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4" y="575210"/>
            <a:ext cx="5213215" cy="400110"/>
          </a:xfrm>
          <a:prstGeom prst="rect">
            <a:avLst/>
          </a:prstGeom>
        </p:spPr>
        <p:txBody>
          <a:bodyPr wrap="square">
            <a:spAutoFit/>
          </a:bodyPr>
          <a:lstStyle/>
          <a:p>
            <a:r>
              <a:rPr lang="en-US" altLang="zh-CN" sz="2000" b="1" dirty="0">
                <a:latin typeface="微软雅黑" pitchFamily="34" charset="-122"/>
                <a:ea typeface="微软雅黑" pitchFamily="34" charset="-122"/>
              </a:rPr>
              <a:t>IGMP </a:t>
            </a:r>
            <a:r>
              <a:rPr lang="zh-CN" altLang="en-US" sz="2000" b="1" dirty="0">
                <a:latin typeface="微软雅黑" pitchFamily="34" charset="-122"/>
                <a:ea typeface="微软雅黑" pitchFamily="34" charset="-122"/>
              </a:rPr>
              <a:t>使多播路由器知道多播组成员信息 </a:t>
            </a:r>
          </a:p>
        </p:txBody>
      </p:sp>
      <p:sp>
        <p:nvSpPr>
          <p:cNvPr id="5" name="圆角矩形 4"/>
          <p:cNvSpPr/>
          <p:nvPr/>
        </p:nvSpPr>
        <p:spPr>
          <a:xfrm>
            <a:off x="545144" y="1000548"/>
            <a:ext cx="8053711" cy="29803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86" name="Text Box 7"/>
          <p:cNvSpPr txBox="1">
            <a:spLocks noChangeArrowheads="1"/>
          </p:cNvSpPr>
          <p:nvPr/>
        </p:nvSpPr>
        <p:spPr bwMode="auto">
          <a:xfrm>
            <a:off x="3045576" y="1205116"/>
            <a:ext cx="646332" cy="461665"/>
          </a:xfrm>
          <a:prstGeom prst="rect">
            <a:avLst/>
          </a:prstGeom>
          <a:solidFill>
            <a:schemeClr val="accent6">
              <a:lumMod val="60000"/>
              <a:lumOff val="40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未参加</a:t>
            </a:r>
            <a:endParaRPr lang="en-US" altLang="zh-CN"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多播组</a:t>
            </a:r>
            <a:endParaRPr lang="en-US" altLang="zh-CN" sz="1200" b="1">
              <a:latin typeface="微软雅黑" panose="020B0503020204020204" pitchFamily="34" charset="-122"/>
              <a:ea typeface="微软雅黑" panose="020B0503020204020204" pitchFamily="34" charset="-122"/>
            </a:endParaRPr>
          </a:p>
        </p:txBody>
      </p:sp>
      <p:sp>
        <p:nvSpPr>
          <p:cNvPr id="87" name="Text Box 7"/>
          <p:cNvSpPr txBox="1">
            <a:spLocks noChangeArrowheads="1"/>
          </p:cNvSpPr>
          <p:nvPr/>
        </p:nvSpPr>
        <p:spPr bwMode="auto">
          <a:xfrm>
            <a:off x="5136686" y="1242344"/>
            <a:ext cx="1260280" cy="461665"/>
          </a:xfrm>
          <a:prstGeom prst="rect">
            <a:avLst/>
          </a:prstGeom>
          <a:solidFill>
            <a:srgbClr val="99FFCC"/>
          </a:solidFill>
          <a:ln w="9525">
            <a:solidFill>
              <a:schemeClr val="tx1"/>
            </a:solidFill>
            <a:miter lim="800000"/>
            <a:headEnd/>
            <a:tailEnd/>
          </a:ln>
          <a:effectLst/>
        </p:spPr>
        <p:txBody>
          <a:bodyPr wrap="none">
            <a:spAutoFit/>
          </a:bodyPr>
          <a:lstStyle/>
          <a:p>
            <a:pPr algn="ctr">
              <a:defRPr/>
            </a:pPr>
            <a:r>
              <a:rPr lang="zh-CN" altLang="en-US" sz="1200" b="1" dirty="0">
                <a:latin typeface="微软雅黑" panose="020B0503020204020204" pitchFamily="34" charset="-122"/>
                <a:ea typeface="微软雅黑" panose="020B0503020204020204" pitchFamily="34" charset="-122"/>
              </a:rPr>
              <a:t>参加多播组</a:t>
            </a:r>
            <a:endParaRPr lang="en-US" altLang="zh-CN" sz="1200" b="1" dirty="0">
              <a:latin typeface="微软雅黑" panose="020B0503020204020204" pitchFamily="34" charset="-122"/>
              <a:ea typeface="微软雅黑" panose="020B0503020204020204" pitchFamily="34" charset="-122"/>
            </a:endParaRPr>
          </a:p>
          <a:p>
            <a:pPr algn="ctr">
              <a:defRPr/>
            </a:pPr>
            <a:r>
              <a:rPr lang="en-US" altLang="zh-CN" sz="1200" b="1" dirty="0">
                <a:latin typeface="微软雅黑" panose="020B0503020204020204" pitchFamily="34" charset="-122"/>
                <a:ea typeface="微软雅黑" panose="020B0503020204020204" pitchFamily="34" charset="-122"/>
              </a:rPr>
              <a:t>226.15.37.123</a:t>
            </a:r>
          </a:p>
        </p:txBody>
      </p:sp>
      <p:sp>
        <p:nvSpPr>
          <p:cNvPr id="88" name="Line 47"/>
          <p:cNvSpPr>
            <a:spLocks noChangeShapeType="1"/>
          </p:cNvSpPr>
          <p:nvPr/>
        </p:nvSpPr>
        <p:spPr bwMode="auto">
          <a:xfrm>
            <a:off x="4441995" y="2891906"/>
            <a:ext cx="0" cy="3697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46"/>
          <p:cNvSpPr>
            <a:spLocks noChangeShapeType="1"/>
          </p:cNvSpPr>
          <p:nvPr/>
        </p:nvSpPr>
        <p:spPr bwMode="auto">
          <a:xfrm flipV="1">
            <a:off x="2348063" y="2589777"/>
            <a:ext cx="278251" cy="41411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45"/>
          <p:cNvSpPr>
            <a:spLocks noChangeShapeType="1"/>
          </p:cNvSpPr>
          <p:nvPr/>
        </p:nvSpPr>
        <p:spPr bwMode="auto">
          <a:xfrm>
            <a:off x="2348063" y="2263151"/>
            <a:ext cx="289791" cy="3172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44"/>
          <p:cNvSpPr>
            <a:spLocks noChangeShapeType="1"/>
          </p:cNvSpPr>
          <p:nvPr/>
        </p:nvSpPr>
        <p:spPr bwMode="auto">
          <a:xfrm>
            <a:off x="4441995" y="1786044"/>
            <a:ext cx="0" cy="3709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43"/>
          <p:cNvSpPr>
            <a:spLocks noChangeShapeType="1"/>
          </p:cNvSpPr>
          <p:nvPr/>
        </p:nvSpPr>
        <p:spPr bwMode="auto">
          <a:xfrm>
            <a:off x="5197246" y="2580444"/>
            <a:ext cx="98990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42"/>
          <p:cNvSpPr>
            <a:spLocks noChangeShapeType="1"/>
          </p:cNvSpPr>
          <p:nvPr/>
        </p:nvSpPr>
        <p:spPr bwMode="auto">
          <a:xfrm>
            <a:off x="2754539" y="2580444"/>
            <a:ext cx="93092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37"/>
          <p:cNvSpPr>
            <a:spLocks noChangeShapeType="1"/>
          </p:cNvSpPr>
          <p:nvPr/>
        </p:nvSpPr>
        <p:spPr bwMode="auto">
          <a:xfrm>
            <a:off x="6244854" y="2632937"/>
            <a:ext cx="348775" cy="4234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36"/>
          <p:cNvSpPr>
            <a:spLocks noChangeShapeType="1"/>
          </p:cNvSpPr>
          <p:nvPr/>
        </p:nvSpPr>
        <p:spPr bwMode="auto">
          <a:xfrm flipV="1">
            <a:off x="6244854" y="2315644"/>
            <a:ext cx="291073" cy="26480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31"/>
          <p:cNvSpPr>
            <a:spLocks noChangeShapeType="1"/>
          </p:cNvSpPr>
          <p:nvPr/>
        </p:nvSpPr>
        <p:spPr bwMode="auto">
          <a:xfrm flipV="1">
            <a:off x="4557399" y="1468750"/>
            <a:ext cx="348775" cy="26480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30"/>
          <p:cNvSpPr>
            <a:spLocks noChangeShapeType="1"/>
          </p:cNvSpPr>
          <p:nvPr/>
        </p:nvSpPr>
        <p:spPr bwMode="auto">
          <a:xfrm flipH="1" flipV="1">
            <a:off x="3859849" y="1468750"/>
            <a:ext cx="523163" cy="26480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98" name="Picture 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29139" y="1854869"/>
            <a:ext cx="407759" cy="21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9" name="Picture 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85461" y="1258776"/>
            <a:ext cx="403912" cy="332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 Box 7"/>
          <p:cNvSpPr txBox="1">
            <a:spLocks noChangeArrowheads="1"/>
          </p:cNvSpPr>
          <p:nvPr/>
        </p:nvSpPr>
        <p:spPr bwMode="auto">
          <a:xfrm>
            <a:off x="4420197" y="1046469"/>
            <a:ext cx="1146966" cy="247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128.56.24.34</a:t>
            </a:r>
          </a:p>
        </p:txBody>
      </p:sp>
      <p:sp>
        <p:nvSpPr>
          <p:cNvPr id="101" name="Text Box 8"/>
          <p:cNvSpPr txBox="1">
            <a:spLocks noChangeArrowheads="1"/>
          </p:cNvSpPr>
          <p:nvPr/>
        </p:nvSpPr>
        <p:spPr bwMode="auto">
          <a:xfrm>
            <a:off x="1819771" y="1839703"/>
            <a:ext cx="1146966" cy="247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135.27.74.52</a:t>
            </a:r>
          </a:p>
        </p:txBody>
      </p:sp>
      <p:sp>
        <p:nvSpPr>
          <p:cNvPr id="102" name="Text Box 9"/>
          <p:cNvSpPr txBox="1">
            <a:spLocks noChangeArrowheads="1"/>
          </p:cNvSpPr>
          <p:nvPr/>
        </p:nvSpPr>
        <p:spPr bwMode="auto">
          <a:xfrm>
            <a:off x="6165353" y="1839703"/>
            <a:ext cx="1146966" cy="247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130.12.14.56</a:t>
            </a:r>
          </a:p>
        </p:txBody>
      </p:sp>
      <p:sp>
        <p:nvSpPr>
          <p:cNvPr id="103" name="Text Box 10"/>
          <p:cNvSpPr txBox="1">
            <a:spLocks noChangeArrowheads="1"/>
          </p:cNvSpPr>
          <p:nvPr/>
        </p:nvSpPr>
        <p:spPr bwMode="auto">
          <a:xfrm>
            <a:off x="6280757" y="2597942"/>
            <a:ext cx="1146966" cy="247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130.12.14.43</a:t>
            </a:r>
          </a:p>
        </p:txBody>
      </p:sp>
      <p:pic>
        <p:nvPicPr>
          <p:cNvPr id="104" name="Picture 1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04858" y="1249444"/>
            <a:ext cx="403913" cy="332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1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56990" y="2792752"/>
            <a:ext cx="403912" cy="3324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87764" y="2043845"/>
            <a:ext cx="403912" cy="3324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2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76942" y="2790418"/>
            <a:ext cx="403913" cy="3324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2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29499" y="2043845"/>
            <a:ext cx="403912" cy="3324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Line 32"/>
          <p:cNvSpPr>
            <a:spLocks noChangeShapeType="1"/>
          </p:cNvSpPr>
          <p:nvPr/>
        </p:nvSpPr>
        <p:spPr bwMode="auto">
          <a:xfrm flipV="1">
            <a:off x="3976534" y="3321185"/>
            <a:ext cx="406477" cy="20530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110" name="Picture 1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781630" y="3373679"/>
            <a:ext cx="403913" cy="3324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Line 34"/>
          <p:cNvSpPr>
            <a:spLocks noChangeShapeType="1"/>
          </p:cNvSpPr>
          <p:nvPr/>
        </p:nvSpPr>
        <p:spPr bwMode="auto">
          <a:xfrm flipH="1" flipV="1">
            <a:off x="4499696" y="3321185"/>
            <a:ext cx="465461" cy="20530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112" name="Picture 1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68972" y="3392344"/>
            <a:ext cx="403913" cy="3324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3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47304" y="2474291"/>
            <a:ext cx="407759" cy="21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4" name="Picture 4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29139" y="2963064"/>
            <a:ext cx="407759" cy="21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15"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87911" y="2475458"/>
            <a:ext cx="407759" cy="21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nvGrpSpPr>
          <p:cNvPr id="116" name="Group 48"/>
          <p:cNvGrpSpPr>
            <a:grpSpLocks/>
          </p:cNvGrpSpPr>
          <p:nvPr/>
        </p:nvGrpSpPr>
        <p:grpSpPr bwMode="auto">
          <a:xfrm>
            <a:off x="3627759" y="2156997"/>
            <a:ext cx="1686174" cy="740741"/>
            <a:chOff x="912" y="768"/>
            <a:chExt cx="2400" cy="1584"/>
          </a:xfrm>
          <a:solidFill>
            <a:srgbClr val="0066FF"/>
          </a:solidFill>
        </p:grpSpPr>
        <p:sp>
          <p:nvSpPr>
            <p:cNvPr id="117" name="Oval 49"/>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8" name="Oval 50"/>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19" name="Oval 51"/>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0" name="Oval 52"/>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1" name="Oval 53"/>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2" name="Oval 54"/>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3" name="Oval 55"/>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4" name="Oval 56"/>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5" name="Oval 57"/>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26" name="Group 58"/>
            <p:cNvGrpSpPr>
              <a:grpSpLocks/>
            </p:cNvGrpSpPr>
            <p:nvPr/>
          </p:nvGrpSpPr>
          <p:grpSpPr bwMode="auto">
            <a:xfrm>
              <a:off x="912" y="768"/>
              <a:ext cx="2386" cy="1553"/>
              <a:chOff x="912" y="768"/>
              <a:chExt cx="2386" cy="1553"/>
            </a:xfrm>
            <a:grpFill/>
          </p:grpSpPr>
          <p:sp>
            <p:nvSpPr>
              <p:cNvPr id="127" name="Oval 59"/>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8" name="Oval 60"/>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9" name="Oval 61"/>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0" name="Oval 62"/>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1" name="Oval 63"/>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2" name="Oval 64"/>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3" name="Oval 65"/>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4" name="Oval 66"/>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35" name="Oval 67"/>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36" name="Text Box 68"/>
          <p:cNvSpPr txBox="1">
            <a:spLocks noChangeArrowheads="1"/>
          </p:cNvSpPr>
          <p:nvPr/>
        </p:nvSpPr>
        <p:spPr bwMode="auto">
          <a:xfrm>
            <a:off x="3869893" y="2303208"/>
            <a:ext cx="1316815" cy="461665"/>
          </a:xfrm>
          <a:prstGeom prst="rect">
            <a:avLst/>
          </a:prstGeom>
          <a:solidFill>
            <a:srgbClr val="99FFCC"/>
          </a:solidFill>
          <a:ln w="9525">
            <a:solidFill>
              <a:schemeClr val="tx1"/>
            </a:solidFill>
            <a:miter lim="800000"/>
            <a:headEnd/>
            <a:tailEnd/>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多播组</a:t>
            </a:r>
          </a:p>
          <a:p>
            <a:pPr algn="ctr" eaLnBrk="1" hangingPunct="1"/>
            <a:r>
              <a:rPr lang="en-US" altLang="zh-CN" sz="1200" b="1" dirty="0">
                <a:latin typeface="微软雅黑" panose="020B0503020204020204" pitchFamily="34" charset="-122"/>
                <a:ea typeface="微软雅黑" panose="020B0503020204020204" pitchFamily="34" charset="-122"/>
              </a:rPr>
              <a:t>226.15.37.123</a:t>
            </a:r>
          </a:p>
        </p:txBody>
      </p:sp>
      <p:sp>
        <p:nvSpPr>
          <p:cNvPr id="137" name="Text Box 74"/>
          <p:cNvSpPr txBox="1">
            <a:spLocks noChangeArrowheads="1"/>
          </p:cNvSpPr>
          <p:nvPr/>
        </p:nvSpPr>
        <p:spPr bwMode="auto">
          <a:xfrm>
            <a:off x="2696837" y="2156997"/>
            <a:ext cx="6126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solidFill>
                  <a:srgbClr val="0000FF"/>
                </a:solidFill>
                <a:latin typeface="微软雅黑" panose="020B0503020204020204" pitchFamily="34" charset="-122"/>
                <a:ea typeface="微软雅黑" panose="020B0503020204020204" pitchFamily="34" charset="-122"/>
              </a:rPr>
              <a:t>IGMP</a:t>
            </a:r>
          </a:p>
        </p:txBody>
      </p:sp>
      <p:sp>
        <p:nvSpPr>
          <p:cNvPr id="138" name="Text Box 77"/>
          <p:cNvSpPr txBox="1">
            <a:spLocks noChangeArrowheads="1"/>
          </p:cNvSpPr>
          <p:nvPr/>
        </p:nvSpPr>
        <p:spPr bwMode="auto">
          <a:xfrm>
            <a:off x="5750664" y="2143479"/>
            <a:ext cx="6126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solidFill>
                  <a:srgbClr val="0000FF"/>
                </a:solidFill>
                <a:latin typeface="微软雅黑" panose="020B0503020204020204" pitchFamily="34" charset="-122"/>
                <a:ea typeface="微软雅黑" panose="020B0503020204020204" pitchFamily="34" charset="-122"/>
              </a:rPr>
              <a:t>IGMP</a:t>
            </a:r>
          </a:p>
        </p:txBody>
      </p:sp>
      <p:sp>
        <p:nvSpPr>
          <p:cNvPr id="139" name="Text Box 78"/>
          <p:cNvSpPr txBox="1">
            <a:spLocks noChangeArrowheads="1"/>
          </p:cNvSpPr>
          <p:nvPr/>
        </p:nvSpPr>
        <p:spPr bwMode="auto">
          <a:xfrm>
            <a:off x="4663826" y="1663559"/>
            <a:ext cx="6126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solidFill>
                  <a:srgbClr val="0000FF"/>
                </a:solidFill>
                <a:latin typeface="微软雅黑" panose="020B0503020204020204" pitchFamily="34" charset="-122"/>
                <a:ea typeface="微软雅黑" panose="020B0503020204020204" pitchFamily="34" charset="-122"/>
              </a:rPr>
              <a:t>IGMP</a:t>
            </a:r>
          </a:p>
        </p:txBody>
      </p:sp>
      <p:sp>
        <p:nvSpPr>
          <p:cNvPr id="140" name="Text Box 79"/>
          <p:cNvSpPr txBox="1">
            <a:spLocks noChangeArrowheads="1"/>
          </p:cNvSpPr>
          <p:nvPr/>
        </p:nvSpPr>
        <p:spPr bwMode="auto">
          <a:xfrm>
            <a:off x="5688353" y="2802084"/>
            <a:ext cx="6126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FF"/>
                </a:solidFill>
                <a:latin typeface="微软雅黑" panose="020B0503020204020204" pitchFamily="34" charset="-122"/>
                <a:ea typeface="微软雅黑" panose="020B0503020204020204" pitchFamily="34" charset="-122"/>
              </a:rPr>
              <a:t>IGMP</a:t>
            </a:r>
          </a:p>
        </p:txBody>
      </p:sp>
      <p:sp>
        <p:nvSpPr>
          <p:cNvPr id="141" name="Text Box 81"/>
          <p:cNvSpPr txBox="1">
            <a:spLocks noChangeArrowheads="1"/>
          </p:cNvSpPr>
          <p:nvPr/>
        </p:nvSpPr>
        <p:spPr bwMode="auto">
          <a:xfrm>
            <a:off x="3976533" y="1786044"/>
            <a:ext cx="348885" cy="247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R</a:t>
            </a:r>
            <a:r>
              <a:rPr lang="en-US" altLang="zh-CN" sz="1200" b="1" baseline="-25000">
                <a:latin typeface="微软雅黑" panose="020B0503020204020204" pitchFamily="34" charset="-122"/>
                <a:ea typeface="微软雅黑" panose="020B0503020204020204" pitchFamily="34" charset="-122"/>
              </a:rPr>
              <a:t>1</a:t>
            </a:r>
          </a:p>
        </p:txBody>
      </p:sp>
      <p:sp>
        <p:nvSpPr>
          <p:cNvPr id="142" name="Text Box 82"/>
          <p:cNvSpPr txBox="1">
            <a:spLocks noChangeArrowheads="1"/>
          </p:cNvSpPr>
          <p:nvPr/>
        </p:nvSpPr>
        <p:spPr bwMode="auto">
          <a:xfrm>
            <a:off x="3952172" y="2915236"/>
            <a:ext cx="348885" cy="247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R</a:t>
            </a:r>
            <a:r>
              <a:rPr lang="en-US" altLang="zh-CN" sz="1200" b="1" baseline="-25000">
                <a:latin typeface="微软雅黑" panose="020B0503020204020204" pitchFamily="34" charset="-122"/>
                <a:ea typeface="微软雅黑" panose="020B0503020204020204" pitchFamily="34" charset="-122"/>
              </a:rPr>
              <a:t>4</a:t>
            </a:r>
          </a:p>
        </p:txBody>
      </p:sp>
      <p:sp>
        <p:nvSpPr>
          <p:cNvPr id="143" name="Text Box 83"/>
          <p:cNvSpPr txBox="1">
            <a:spLocks noChangeArrowheads="1"/>
          </p:cNvSpPr>
          <p:nvPr/>
        </p:nvSpPr>
        <p:spPr bwMode="auto">
          <a:xfrm>
            <a:off x="5348553" y="2280648"/>
            <a:ext cx="348885" cy="247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R</a:t>
            </a:r>
            <a:r>
              <a:rPr lang="en-US" altLang="zh-CN" sz="1200" b="1" baseline="-25000">
                <a:latin typeface="微软雅黑" panose="020B0503020204020204" pitchFamily="34" charset="-122"/>
                <a:ea typeface="微软雅黑" panose="020B0503020204020204" pitchFamily="34" charset="-122"/>
              </a:rPr>
              <a:t>3</a:t>
            </a:r>
          </a:p>
        </p:txBody>
      </p:sp>
      <p:sp>
        <p:nvSpPr>
          <p:cNvPr id="144" name="Text Box 84"/>
          <p:cNvSpPr txBox="1">
            <a:spLocks noChangeArrowheads="1"/>
          </p:cNvSpPr>
          <p:nvPr/>
        </p:nvSpPr>
        <p:spPr bwMode="auto">
          <a:xfrm>
            <a:off x="3313606" y="2333142"/>
            <a:ext cx="348885" cy="247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R</a:t>
            </a:r>
            <a:r>
              <a:rPr lang="en-US" altLang="zh-CN" sz="1200" b="1" baseline="-25000">
                <a:latin typeface="微软雅黑" panose="020B0503020204020204" pitchFamily="34" charset="-122"/>
                <a:ea typeface="微软雅黑" panose="020B0503020204020204" pitchFamily="34" charset="-122"/>
              </a:rPr>
              <a:t>2</a:t>
            </a:r>
          </a:p>
        </p:txBody>
      </p:sp>
      <p:sp>
        <p:nvSpPr>
          <p:cNvPr id="145" name="Text Box 7"/>
          <p:cNvSpPr txBox="1">
            <a:spLocks noChangeArrowheads="1"/>
          </p:cNvSpPr>
          <p:nvPr/>
        </p:nvSpPr>
        <p:spPr bwMode="auto">
          <a:xfrm>
            <a:off x="802441" y="2050844"/>
            <a:ext cx="1260280" cy="461665"/>
          </a:xfrm>
          <a:prstGeom prst="rect">
            <a:avLst/>
          </a:prstGeom>
          <a:solidFill>
            <a:srgbClr val="99FFCC"/>
          </a:solidFill>
          <a:ln w="9525">
            <a:solidFill>
              <a:schemeClr val="tx1"/>
            </a:solidFill>
            <a:miter lim="800000"/>
            <a:headEnd/>
            <a:tailEnd/>
          </a:ln>
          <a:effectLst/>
        </p:spPr>
        <p:txBody>
          <a:bodyPr wrap="none">
            <a:spAutoFit/>
          </a:bodyPr>
          <a:lstStyle/>
          <a:p>
            <a:pPr algn="ctr">
              <a:defRPr/>
            </a:pPr>
            <a:r>
              <a:rPr lang="zh-CN" altLang="en-US" sz="1200" b="1" dirty="0">
                <a:latin typeface="微软雅黑" panose="020B0503020204020204" pitchFamily="34" charset="-122"/>
                <a:ea typeface="微软雅黑" panose="020B0503020204020204" pitchFamily="34" charset="-122"/>
              </a:rPr>
              <a:t>参加多播组</a:t>
            </a:r>
            <a:endParaRPr lang="en-US" altLang="zh-CN" sz="1200" b="1" dirty="0">
              <a:latin typeface="微软雅黑" panose="020B0503020204020204" pitchFamily="34" charset="-122"/>
              <a:ea typeface="微软雅黑" panose="020B0503020204020204" pitchFamily="34" charset="-122"/>
            </a:endParaRPr>
          </a:p>
          <a:p>
            <a:pPr algn="ctr">
              <a:defRPr/>
            </a:pPr>
            <a:r>
              <a:rPr lang="en-US" altLang="zh-CN" sz="1200" b="1" dirty="0">
                <a:latin typeface="微软雅黑" panose="020B0503020204020204" pitchFamily="34" charset="-122"/>
                <a:ea typeface="微软雅黑" panose="020B0503020204020204" pitchFamily="34" charset="-122"/>
              </a:rPr>
              <a:t>226.15.37.123</a:t>
            </a:r>
          </a:p>
        </p:txBody>
      </p:sp>
      <p:sp>
        <p:nvSpPr>
          <p:cNvPr id="146" name="Text Box 7"/>
          <p:cNvSpPr txBox="1">
            <a:spLocks noChangeArrowheads="1"/>
          </p:cNvSpPr>
          <p:nvPr/>
        </p:nvSpPr>
        <p:spPr bwMode="auto">
          <a:xfrm>
            <a:off x="6887085" y="2050844"/>
            <a:ext cx="1260280" cy="461665"/>
          </a:xfrm>
          <a:prstGeom prst="rect">
            <a:avLst/>
          </a:prstGeom>
          <a:solidFill>
            <a:srgbClr val="99FFCC"/>
          </a:solidFill>
          <a:ln w="9525">
            <a:solidFill>
              <a:schemeClr val="tx1"/>
            </a:solidFill>
            <a:miter lim="800000"/>
            <a:headEnd/>
            <a:tailEnd/>
          </a:ln>
          <a:effectLst/>
        </p:spPr>
        <p:txBody>
          <a:bodyPr wrap="none">
            <a:spAutoFit/>
          </a:bodyPr>
          <a:lstStyle/>
          <a:p>
            <a:pPr algn="ctr">
              <a:defRPr/>
            </a:pPr>
            <a:r>
              <a:rPr lang="zh-CN" altLang="en-US" sz="1200" b="1" dirty="0">
                <a:latin typeface="微软雅黑" panose="020B0503020204020204" pitchFamily="34" charset="-122"/>
                <a:ea typeface="微软雅黑" panose="020B0503020204020204" pitchFamily="34" charset="-122"/>
              </a:rPr>
              <a:t>参加多播组</a:t>
            </a:r>
            <a:endParaRPr lang="en-US" altLang="zh-CN" sz="1200" b="1" dirty="0">
              <a:latin typeface="微软雅黑" panose="020B0503020204020204" pitchFamily="34" charset="-122"/>
              <a:ea typeface="微软雅黑" panose="020B0503020204020204" pitchFamily="34" charset="-122"/>
            </a:endParaRPr>
          </a:p>
          <a:p>
            <a:pPr algn="ctr">
              <a:defRPr/>
            </a:pPr>
            <a:r>
              <a:rPr lang="en-US" altLang="zh-CN" sz="1200" b="1" dirty="0">
                <a:latin typeface="微软雅黑" panose="020B0503020204020204" pitchFamily="34" charset="-122"/>
                <a:ea typeface="微软雅黑" panose="020B0503020204020204" pitchFamily="34" charset="-122"/>
              </a:rPr>
              <a:t>226.15.37.123</a:t>
            </a:r>
          </a:p>
        </p:txBody>
      </p:sp>
      <p:sp>
        <p:nvSpPr>
          <p:cNvPr id="147" name="Text Box 7"/>
          <p:cNvSpPr txBox="1">
            <a:spLocks noChangeArrowheads="1"/>
          </p:cNvSpPr>
          <p:nvPr/>
        </p:nvSpPr>
        <p:spPr bwMode="auto">
          <a:xfrm>
            <a:off x="5190800" y="3373679"/>
            <a:ext cx="646332" cy="461665"/>
          </a:xfrm>
          <a:prstGeom prst="rect">
            <a:avLst/>
          </a:prstGeom>
          <a:solidFill>
            <a:schemeClr val="accent6">
              <a:lumMod val="60000"/>
              <a:lumOff val="40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未参加</a:t>
            </a:r>
            <a:endParaRPr lang="en-US" altLang="zh-CN"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多播组</a:t>
            </a:r>
            <a:endParaRPr lang="en-US" altLang="zh-CN" sz="1200" b="1">
              <a:latin typeface="微软雅黑" panose="020B0503020204020204" pitchFamily="34" charset="-122"/>
              <a:ea typeface="微软雅黑" panose="020B0503020204020204" pitchFamily="34" charset="-122"/>
            </a:endParaRPr>
          </a:p>
        </p:txBody>
      </p:sp>
      <p:sp>
        <p:nvSpPr>
          <p:cNvPr id="148" name="Text Box 7"/>
          <p:cNvSpPr txBox="1">
            <a:spLocks noChangeArrowheads="1"/>
          </p:cNvSpPr>
          <p:nvPr/>
        </p:nvSpPr>
        <p:spPr bwMode="auto">
          <a:xfrm>
            <a:off x="3103278" y="3367847"/>
            <a:ext cx="646332" cy="461665"/>
          </a:xfrm>
          <a:prstGeom prst="rect">
            <a:avLst/>
          </a:prstGeom>
          <a:solidFill>
            <a:schemeClr val="accent6">
              <a:lumMod val="60000"/>
              <a:lumOff val="40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未参加</a:t>
            </a:r>
            <a:endParaRPr lang="en-US" altLang="zh-CN"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多播组</a:t>
            </a:r>
            <a:endParaRPr lang="en-US" altLang="zh-CN" sz="1200" b="1">
              <a:latin typeface="微软雅黑" panose="020B0503020204020204" pitchFamily="34" charset="-122"/>
              <a:ea typeface="微软雅黑" panose="020B0503020204020204" pitchFamily="34" charset="-122"/>
            </a:endParaRPr>
          </a:p>
        </p:txBody>
      </p:sp>
      <p:sp>
        <p:nvSpPr>
          <p:cNvPr id="149" name="Text Box 7"/>
          <p:cNvSpPr txBox="1">
            <a:spLocks noChangeArrowheads="1"/>
          </p:cNvSpPr>
          <p:nvPr/>
        </p:nvSpPr>
        <p:spPr bwMode="auto">
          <a:xfrm>
            <a:off x="1359404" y="2791585"/>
            <a:ext cx="646332" cy="461665"/>
          </a:xfrm>
          <a:prstGeom prst="rect">
            <a:avLst/>
          </a:prstGeom>
          <a:solidFill>
            <a:schemeClr val="accent6">
              <a:lumMod val="60000"/>
              <a:lumOff val="40000"/>
            </a:schemeClr>
          </a:solidFill>
          <a:ln w="9525">
            <a:solidFill>
              <a:schemeClr val="tx1"/>
            </a:solidFill>
            <a:miter lim="800000"/>
            <a:headEnd/>
            <a:tailEnd/>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未参加</a:t>
            </a:r>
            <a:endParaRPr lang="en-US" altLang="zh-CN" sz="1200" b="1" dirty="0">
              <a:latin typeface="微软雅黑" panose="020B0503020204020204" pitchFamily="34" charset="-122"/>
              <a:ea typeface="微软雅黑" panose="020B0503020204020204" pitchFamily="34" charset="-122"/>
            </a:endParaRPr>
          </a:p>
          <a:p>
            <a:pPr algn="ctr" eaLnBrk="1" hangingPunct="1"/>
            <a:r>
              <a:rPr lang="zh-CN" altLang="en-US" sz="1200" b="1" dirty="0">
                <a:latin typeface="微软雅黑" panose="020B0503020204020204" pitchFamily="34" charset="-122"/>
                <a:ea typeface="微软雅黑" panose="020B0503020204020204" pitchFamily="34" charset="-122"/>
              </a:rPr>
              <a:t>多播组</a:t>
            </a:r>
            <a:endParaRPr lang="en-US" altLang="zh-CN" sz="1200" b="1" dirty="0">
              <a:latin typeface="微软雅黑" panose="020B0503020204020204" pitchFamily="34" charset="-122"/>
              <a:ea typeface="微软雅黑" panose="020B0503020204020204" pitchFamily="34" charset="-122"/>
            </a:endParaRPr>
          </a:p>
        </p:txBody>
      </p:sp>
      <p:sp>
        <p:nvSpPr>
          <p:cNvPr id="150" name="Text Box 7"/>
          <p:cNvSpPr txBox="1">
            <a:spLocks noChangeArrowheads="1"/>
          </p:cNvSpPr>
          <p:nvPr/>
        </p:nvSpPr>
        <p:spPr bwMode="auto">
          <a:xfrm>
            <a:off x="6887084" y="2845245"/>
            <a:ext cx="1260280" cy="461665"/>
          </a:xfrm>
          <a:prstGeom prst="rect">
            <a:avLst/>
          </a:prstGeom>
          <a:solidFill>
            <a:srgbClr val="99FFCC"/>
          </a:solidFill>
          <a:ln w="9525">
            <a:solidFill>
              <a:schemeClr val="tx1"/>
            </a:solidFill>
            <a:miter lim="800000"/>
            <a:headEnd/>
            <a:tailEnd/>
          </a:ln>
          <a:effectLst/>
        </p:spPr>
        <p:txBody>
          <a:bodyPr wrap="none">
            <a:spAutoFit/>
          </a:bodyPr>
          <a:lstStyle/>
          <a:p>
            <a:pPr algn="ctr">
              <a:defRPr/>
            </a:pPr>
            <a:r>
              <a:rPr lang="zh-CN" altLang="en-US" sz="1200" b="1" dirty="0">
                <a:latin typeface="微软雅黑" panose="020B0503020204020204" pitchFamily="34" charset="-122"/>
                <a:ea typeface="微软雅黑" panose="020B0503020204020204" pitchFamily="34" charset="-122"/>
              </a:rPr>
              <a:t>参加多播组</a:t>
            </a:r>
            <a:endParaRPr lang="en-US" altLang="zh-CN" sz="1200" b="1" dirty="0">
              <a:latin typeface="微软雅黑" panose="020B0503020204020204" pitchFamily="34" charset="-122"/>
              <a:ea typeface="微软雅黑" panose="020B0503020204020204" pitchFamily="34" charset="-122"/>
            </a:endParaRPr>
          </a:p>
          <a:p>
            <a:pPr algn="ctr">
              <a:defRPr/>
            </a:pPr>
            <a:r>
              <a:rPr lang="en-US" altLang="zh-CN" sz="1200" b="1" dirty="0">
                <a:latin typeface="微软雅黑" panose="020B0503020204020204" pitchFamily="34" charset="-122"/>
                <a:ea typeface="微软雅黑" panose="020B0503020204020204" pitchFamily="34" charset="-122"/>
              </a:rPr>
              <a:t>226.15.37.123</a:t>
            </a:r>
          </a:p>
        </p:txBody>
      </p:sp>
      <p:pic>
        <p:nvPicPr>
          <p:cNvPr id="15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297099" y="1683389"/>
            <a:ext cx="321848" cy="121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52"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35845" y="2527951"/>
            <a:ext cx="323129" cy="121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53"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277865" y="3230196"/>
            <a:ext cx="321847" cy="121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54"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555789" y="2531451"/>
            <a:ext cx="321848" cy="121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cxnSp>
        <p:nvCxnSpPr>
          <p:cNvPr id="155" name="直接箭头连接符 154"/>
          <p:cNvCxnSpPr>
            <a:endCxn id="104" idx="2"/>
          </p:cNvCxnSpPr>
          <p:nvPr/>
        </p:nvCxnSpPr>
        <p:spPr>
          <a:xfrm flipV="1">
            <a:off x="4499696" y="1581903"/>
            <a:ext cx="407759" cy="310294"/>
          </a:xfrm>
          <a:prstGeom prst="straightConnector1">
            <a:avLst/>
          </a:prstGeom>
          <a:ln w="38100">
            <a:solidFill>
              <a:srgbClr val="990099"/>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56" name="直接箭头连接符 155"/>
          <p:cNvCxnSpPr/>
          <p:nvPr/>
        </p:nvCxnSpPr>
        <p:spPr>
          <a:xfrm flipV="1">
            <a:off x="5944805" y="2238654"/>
            <a:ext cx="510340" cy="302129"/>
          </a:xfrm>
          <a:prstGeom prst="straightConnector1">
            <a:avLst/>
          </a:prstGeom>
          <a:ln w="38100">
            <a:solidFill>
              <a:srgbClr val="990099"/>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57" name="直接箭头连接符 156"/>
          <p:cNvCxnSpPr>
            <a:stCxn id="106" idx="3"/>
          </p:cNvCxnSpPr>
          <p:nvPr/>
        </p:nvCxnSpPr>
        <p:spPr>
          <a:xfrm>
            <a:off x="2491676" y="2210657"/>
            <a:ext cx="496235" cy="317294"/>
          </a:xfrm>
          <a:prstGeom prst="straightConnector1">
            <a:avLst/>
          </a:prstGeom>
          <a:ln w="38100">
            <a:solidFill>
              <a:srgbClr val="990099"/>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58" name="直接箭头连接符 157"/>
          <p:cNvCxnSpPr/>
          <p:nvPr/>
        </p:nvCxnSpPr>
        <p:spPr>
          <a:xfrm>
            <a:off x="5934547" y="2698263"/>
            <a:ext cx="525727" cy="306795"/>
          </a:xfrm>
          <a:prstGeom prst="straightConnector1">
            <a:avLst/>
          </a:prstGeom>
          <a:ln w="38100">
            <a:solidFill>
              <a:srgbClr val="990099"/>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0" name="矩形 19"/>
          <p:cNvSpPr/>
          <p:nvPr/>
        </p:nvSpPr>
        <p:spPr>
          <a:xfrm>
            <a:off x="768976" y="3962036"/>
            <a:ext cx="7617319" cy="605294"/>
          </a:xfrm>
          <a:prstGeom prst="rect">
            <a:avLst/>
          </a:prstGeom>
        </p:spPr>
        <p:txBody>
          <a:bodyPr wrap="square">
            <a:spAutoFit/>
          </a:bodyPr>
          <a:lstStyle/>
          <a:p>
            <a:pPr>
              <a:lnSpc>
                <a:spcPts val="2000"/>
              </a:lnSpc>
            </a:pPr>
            <a:r>
              <a:rPr lang="en-US" altLang="zh-CN" sz="1400" b="1" dirty="0">
                <a:latin typeface="微软雅黑" panose="020B0503020204020204" pitchFamily="34" charset="-122"/>
                <a:ea typeface="微软雅黑" panose="020B0503020204020204" pitchFamily="34" charset="-122"/>
              </a:rPr>
              <a:t>IGMP </a:t>
            </a:r>
            <a:r>
              <a:rPr lang="zh-CN" altLang="en-US" sz="1400" b="1" dirty="0">
                <a:latin typeface="微软雅黑" panose="020B0503020204020204" pitchFamily="34" charset="-122"/>
                <a:ea typeface="微软雅黑" panose="020B0503020204020204" pitchFamily="34" charset="-122"/>
              </a:rPr>
              <a:t>协议是让连接在</a:t>
            </a:r>
            <a:r>
              <a:rPr lang="zh-CN" altLang="en-US" sz="1400" b="1" dirty="0">
                <a:solidFill>
                  <a:srgbClr val="C00000"/>
                </a:solidFill>
                <a:latin typeface="微软雅黑" panose="020B0503020204020204" pitchFamily="34" charset="-122"/>
                <a:ea typeface="微软雅黑" panose="020B0503020204020204" pitchFamily="34" charset="-122"/>
              </a:rPr>
              <a:t>本地局域网上</a:t>
            </a:r>
            <a:r>
              <a:rPr lang="zh-CN" altLang="en-US" sz="1400" b="1" dirty="0">
                <a:latin typeface="微软雅黑" panose="020B0503020204020204" pitchFamily="34" charset="-122"/>
                <a:ea typeface="微软雅黑" panose="020B0503020204020204" pitchFamily="34" charset="-122"/>
              </a:rPr>
              <a:t>的</a:t>
            </a:r>
            <a:r>
              <a:rPr lang="zh-CN" altLang="en-US" sz="1400" b="1" dirty="0">
                <a:solidFill>
                  <a:srgbClr val="0000FF"/>
                </a:solidFill>
                <a:latin typeface="微软雅黑" panose="020B0503020204020204" pitchFamily="34" charset="-122"/>
                <a:ea typeface="微软雅黑" panose="020B0503020204020204" pitchFamily="34" charset="-122"/>
              </a:rPr>
              <a:t>多播路由器</a:t>
            </a:r>
            <a:r>
              <a:rPr lang="zh-CN" altLang="en-US" sz="1400" b="1" dirty="0">
                <a:latin typeface="微软雅黑" panose="020B0503020204020204" pitchFamily="34" charset="-122"/>
                <a:ea typeface="微软雅黑" panose="020B0503020204020204" pitchFamily="34" charset="-122"/>
              </a:rPr>
              <a:t>知道</a:t>
            </a:r>
            <a:r>
              <a:rPr lang="zh-CN" altLang="en-US" sz="1400" b="1" dirty="0">
                <a:solidFill>
                  <a:srgbClr val="C00000"/>
                </a:solidFill>
                <a:latin typeface="微软雅黑" panose="020B0503020204020204" pitchFamily="34" charset="-122"/>
                <a:ea typeface="微软雅黑" panose="020B0503020204020204" pitchFamily="34" charset="-122"/>
              </a:rPr>
              <a:t>本局域网上</a:t>
            </a:r>
            <a:r>
              <a:rPr lang="zh-CN" altLang="en-US" sz="1400" b="1" dirty="0">
                <a:solidFill>
                  <a:srgbClr val="0000FF"/>
                </a:solidFill>
                <a:latin typeface="微软雅黑" panose="020B0503020204020204" pitchFamily="34" charset="-122"/>
                <a:ea typeface="微软雅黑" panose="020B0503020204020204" pitchFamily="34" charset="-122"/>
              </a:rPr>
              <a:t>是否</a:t>
            </a:r>
            <a:r>
              <a:rPr lang="zh-CN" altLang="en-US" sz="1400" b="1" dirty="0">
                <a:latin typeface="微软雅黑" panose="020B0503020204020204" pitchFamily="34" charset="-122"/>
                <a:ea typeface="微软雅黑" panose="020B0503020204020204" pitchFamily="34" charset="-122"/>
              </a:rPr>
              <a:t>有主机参加或退出了某个多播组。</a:t>
            </a:r>
            <a:r>
              <a:rPr lang="en-US" altLang="zh-CN" sz="1400" b="1" dirty="0">
                <a:latin typeface="微软雅黑" panose="020B0503020204020204" pitchFamily="34" charset="-122"/>
                <a:ea typeface="微软雅黑" panose="020B0503020204020204" pitchFamily="34" charset="-122"/>
              </a:rPr>
              <a:t>IGMP </a:t>
            </a:r>
            <a:r>
              <a:rPr lang="zh-CN" altLang="en-US" sz="1400" b="1" dirty="0">
                <a:solidFill>
                  <a:srgbClr val="C00000"/>
                </a:solidFill>
                <a:latin typeface="微软雅黑" panose="020B0503020204020204" pitchFamily="34" charset="-122"/>
                <a:ea typeface="微软雅黑" panose="020B0503020204020204" pitchFamily="34" charset="-122"/>
              </a:rPr>
              <a:t>不知道</a:t>
            </a:r>
            <a:r>
              <a:rPr lang="zh-CN" altLang="en-US" sz="1400" b="1" dirty="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rPr>
              <a:t>IP </a:t>
            </a:r>
            <a:r>
              <a:rPr lang="zh-CN" altLang="en-US" sz="1400" b="1" dirty="0">
                <a:latin typeface="微软雅黑" panose="020B0503020204020204" pitchFamily="34" charset="-122"/>
                <a:ea typeface="微软雅黑" panose="020B0503020204020204" pitchFamily="34" charset="-122"/>
              </a:rPr>
              <a:t>多播组包含的成员数，也</a:t>
            </a:r>
            <a:r>
              <a:rPr lang="zh-CN" altLang="en-US" sz="1400" b="1" dirty="0">
                <a:solidFill>
                  <a:srgbClr val="C00000"/>
                </a:solidFill>
                <a:latin typeface="微软雅黑" panose="020B0503020204020204" pitchFamily="34" charset="-122"/>
                <a:ea typeface="微软雅黑" panose="020B0503020204020204" pitchFamily="34" charset="-122"/>
              </a:rPr>
              <a:t>不知道</a:t>
            </a:r>
            <a:r>
              <a:rPr lang="zh-CN" altLang="en-US" sz="1400" b="1" dirty="0">
                <a:latin typeface="微软雅黑" panose="020B0503020204020204" pitchFamily="34" charset="-122"/>
                <a:ea typeface="微软雅黑" panose="020B0503020204020204" pitchFamily="34" charset="-122"/>
              </a:rPr>
              <a:t>这些成员都分布在哪些网络上。</a:t>
            </a:r>
          </a:p>
        </p:txBody>
      </p:sp>
    </p:spTree>
    <p:extLst>
      <p:ext uri="{BB962C8B-B14F-4D97-AF65-F5344CB8AC3E}">
        <p14:creationId xmlns:p14="http://schemas.microsoft.com/office/powerpoint/2010/main" val="3861915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106"/>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104"/>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nodeType="withEffect">
                                  <p:stCondLst>
                                    <p:cond delay="0"/>
                                  </p:stCondLst>
                                  <p:childTnLst>
                                    <p:anim calcmode="discrete" valueType="str">
                                      <p:cBhvr>
                                        <p:cTn id="10" dur="1000" fill="hold"/>
                                        <p:tgtEl>
                                          <p:spTgt spid="108"/>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nodeType="withEffect">
                                  <p:stCondLst>
                                    <p:cond delay="0"/>
                                  </p:stCondLst>
                                  <p:childTnLst>
                                    <p:anim calcmode="discrete" valueType="str">
                                      <p:cBhvr>
                                        <p:cTn id="12" dur="1000" fill="hold"/>
                                        <p:tgtEl>
                                          <p:spTgt spid="107"/>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35" presetClass="emph" presetSubtype="0" repeatCount="3000" fill="hold" grpId="0" nodeType="clickEffect">
                                  <p:stCondLst>
                                    <p:cond delay="0"/>
                                  </p:stCondLst>
                                  <p:childTnLst>
                                    <p:anim calcmode="discrete" valueType="str">
                                      <p:cBhvr>
                                        <p:cTn id="16" dur="1000" fill="hold"/>
                                        <p:tgtEl>
                                          <p:spTgt spid="136"/>
                                        </p:tgtEl>
                                        <p:attrNameLst>
                                          <p:attrName>style.visibility</p:attrName>
                                        </p:attrNameLst>
                                      </p:cBhvr>
                                      <p:tavLst>
                                        <p:tav tm="0">
                                          <p:val>
                                            <p:strVal val="hidden"/>
                                          </p:val>
                                        </p:tav>
                                        <p:tav tm="50000">
                                          <p:val>
                                            <p:strVal val="visible"/>
                                          </p:val>
                                        </p:tav>
                                      </p:tavLst>
                                    </p:anim>
                                  </p:childTnLst>
                                </p:cTn>
                              </p:par>
                            </p:childTnLst>
                          </p:cTn>
                        </p:par>
                      </p:childTnLst>
                    </p:cTn>
                  </p:par>
                  <p:par>
                    <p:cTn id="17" fill="hold">
                      <p:stCondLst>
                        <p:cond delay="indefinite"/>
                      </p:stCondLst>
                      <p:childTnLst>
                        <p:par>
                          <p:cTn id="18" fill="hold">
                            <p:stCondLst>
                              <p:cond delay="0"/>
                            </p:stCondLst>
                            <p:childTnLst>
                              <p:par>
                                <p:cTn id="19" presetID="35" presetClass="emph" presetSubtype="0" repeatCount="3000" fill="hold" grpId="0" nodeType="clickEffect">
                                  <p:stCondLst>
                                    <p:cond delay="0"/>
                                  </p:stCondLst>
                                  <p:childTnLst>
                                    <p:anim calcmode="discrete" valueType="str">
                                      <p:cBhvr>
                                        <p:cTn id="20" dur="1000" fill="hold"/>
                                        <p:tgtEl>
                                          <p:spTgt spid="141"/>
                                        </p:tgtEl>
                                        <p:attrNameLst>
                                          <p:attrName>style.visibility</p:attrName>
                                        </p:attrNameLst>
                                      </p:cBhvr>
                                      <p:tavLst>
                                        <p:tav tm="0">
                                          <p:val>
                                            <p:strVal val="hidden"/>
                                          </p:val>
                                        </p:tav>
                                        <p:tav tm="50000">
                                          <p:val>
                                            <p:strVal val="visible"/>
                                          </p:val>
                                        </p:tav>
                                      </p:tavLst>
                                    </p:anim>
                                  </p:childTnLst>
                                </p:cTn>
                              </p:par>
                              <p:par>
                                <p:cTn id="21" presetID="35" presetClass="emph" presetSubtype="0" repeatCount="3000" fill="hold" grpId="0" nodeType="withEffect">
                                  <p:stCondLst>
                                    <p:cond delay="0"/>
                                  </p:stCondLst>
                                  <p:childTnLst>
                                    <p:anim calcmode="discrete" valueType="str">
                                      <p:cBhvr>
                                        <p:cTn id="22" dur="1000" fill="hold"/>
                                        <p:tgtEl>
                                          <p:spTgt spid="144"/>
                                        </p:tgtEl>
                                        <p:attrNameLst>
                                          <p:attrName>style.visibility</p:attrName>
                                        </p:attrNameLst>
                                      </p:cBhvr>
                                      <p:tavLst>
                                        <p:tav tm="0">
                                          <p:val>
                                            <p:strVal val="hidden"/>
                                          </p:val>
                                        </p:tav>
                                        <p:tav tm="50000">
                                          <p:val>
                                            <p:strVal val="visible"/>
                                          </p:val>
                                        </p:tav>
                                      </p:tavLst>
                                    </p:anim>
                                  </p:childTnLst>
                                </p:cTn>
                              </p:par>
                              <p:par>
                                <p:cTn id="23" presetID="35" presetClass="emph" presetSubtype="0" repeatCount="3000" fill="hold" grpId="0" nodeType="withEffect">
                                  <p:stCondLst>
                                    <p:cond delay="0"/>
                                  </p:stCondLst>
                                  <p:childTnLst>
                                    <p:anim calcmode="discrete" valueType="str">
                                      <p:cBhvr>
                                        <p:cTn id="24" dur="1000" fill="hold"/>
                                        <p:tgtEl>
                                          <p:spTgt spid="143"/>
                                        </p:tgtEl>
                                        <p:attrNameLst>
                                          <p:attrName>style.visibility</p:attrName>
                                        </p:attrNameLst>
                                      </p:cBhvr>
                                      <p:tavLst>
                                        <p:tav tm="0">
                                          <p:val>
                                            <p:strVal val="hidden"/>
                                          </p:val>
                                        </p:tav>
                                        <p:tav tm="50000">
                                          <p:val>
                                            <p:strVal val="visible"/>
                                          </p:val>
                                        </p:tav>
                                      </p:tavLst>
                                    </p:anim>
                                  </p:childTnLst>
                                </p:cTn>
                              </p:par>
                            </p:childTnLst>
                          </p:cTn>
                        </p:par>
                      </p:childTnLst>
                    </p:cTn>
                  </p:par>
                  <p:par>
                    <p:cTn id="25" fill="hold">
                      <p:stCondLst>
                        <p:cond delay="indefinite"/>
                      </p:stCondLst>
                      <p:childTnLst>
                        <p:par>
                          <p:cTn id="26" fill="hold">
                            <p:stCondLst>
                              <p:cond delay="0"/>
                            </p:stCondLst>
                            <p:childTnLst>
                              <p:par>
                                <p:cTn id="27" presetID="35" presetClass="emph" presetSubtype="0" repeatCount="3000" fill="hold" grpId="0" nodeType="clickEffect">
                                  <p:stCondLst>
                                    <p:cond delay="0"/>
                                  </p:stCondLst>
                                  <p:childTnLst>
                                    <p:anim calcmode="discrete" valueType="str">
                                      <p:cBhvr>
                                        <p:cTn id="28" dur="1000" fill="hold"/>
                                        <p:tgtEl>
                                          <p:spTgt spid="139"/>
                                        </p:tgtEl>
                                        <p:attrNameLst>
                                          <p:attrName>style.visibility</p:attrName>
                                        </p:attrNameLst>
                                      </p:cBhvr>
                                      <p:tavLst>
                                        <p:tav tm="0">
                                          <p:val>
                                            <p:strVal val="hidden"/>
                                          </p:val>
                                        </p:tav>
                                        <p:tav tm="50000">
                                          <p:val>
                                            <p:strVal val="visible"/>
                                          </p:val>
                                        </p:tav>
                                      </p:tavLst>
                                    </p:anim>
                                  </p:childTnLst>
                                </p:cTn>
                              </p:par>
                              <p:par>
                                <p:cTn id="29" presetID="35" presetClass="emph" presetSubtype="0" repeatCount="3000" fill="hold" grpId="0" nodeType="withEffect">
                                  <p:stCondLst>
                                    <p:cond delay="0"/>
                                  </p:stCondLst>
                                  <p:childTnLst>
                                    <p:anim calcmode="discrete" valueType="str">
                                      <p:cBhvr>
                                        <p:cTn id="30" dur="1000" fill="hold"/>
                                        <p:tgtEl>
                                          <p:spTgt spid="138"/>
                                        </p:tgtEl>
                                        <p:attrNameLst>
                                          <p:attrName>style.visibility</p:attrName>
                                        </p:attrNameLst>
                                      </p:cBhvr>
                                      <p:tavLst>
                                        <p:tav tm="0">
                                          <p:val>
                                            <p:strVal val="hidden"/>
                                          </p:val>
                                        </p:tav>
                                        <p:tav tm="50000">
                                          <p:val>
                                            <p:strVal val="visible"/>
                                          </p:val>
                                        </p:tav>
                                      </p:tavLst>
                                    </p:anim>
                                  </p:childTnLst>
                                </p:cTn>
                              </p:par>
                              <p:par>
                                <p:cTn id="31" presetID="35" presetClass="emph" presetSubtype="0" repeatCount="3000" fill="hold" grpId="0" nodeType="withEffect">
                                  <p:stCondLst>
                                    <p:cond delay="0"/>
                                  </p:stCondLst>
                                  <p:childTnLst>
                                    <p:anim calcmode="discrete" valueType="str">
                                      <p:cBhvr>
                                        <p:cTn id="32" dur="1000" fill="hold"/>
                                        <p:tgtEl>
                                          <p:spTgt spid="140"/>
                                        </p:tgtEl>
                                        <p:attrNameLst>
                                          <p:attrName>style.visibility</p:attrName>
                                        </p:attrNameLst>
                                      </p:cBhvr>
                                      <p:tavLst>
                                        <p:tav tm="0">
                                          <p:val>
                                            <p:strVal val="hidden"/>
                                          </p:val>
                                        </p:tav>
                                        <p:tav tm="50000">
                                          <p:val>
                                            <p:strVal val="visible"/>
                                          </p:val>
                                        </p:tav>
                                      </p:tavLst>
                                    </p:anim>
                                  </p:childTnLst>
                                </p:cTn>
                              </p:par>
                              <p:par>
                                <p:cTn id="33" presetID="35" presetClass="emph" presetSubtype="0" repeatCount="3000" fill="hold" grpId="0" nodeType="withEffect">
                                  <p:stCondLst>
                                    <p:cond delay="0"/>
                                  </p:stCondLst>
                                  <p:childTnLst>
                                    <p:anim calcmode="discrete" valueType="str">
                                      <p:cBhvr>
                                        <p:cTn id="34" dur="1000" fill="hold"/>
                                        <p:tgtEl>
                                          <p:spTgt spid="137"/>
                                        </p:tgtEl>
                                        <p:attrNameLst>
                                          <p:attrName>style.visibility</p:attrName>
                                        </p:attrNameLst>
                                      </p:cBhvr>
                                      <p:tavLst>
                                        <p:tav tm="0">
                                          <p:val>
                                            <p:strVal val="hidden"/>
                                          </p:val>
                                        </p:tav>
                                        <p:tav tm="50000">
                                          <p:val>
                                            <p:strVal val="visible"/>
                                          </p:val>
                                        </p:tav>
                                      </p:tavLst>
                                    </p:anim>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grpId="0" nodeType="click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1000"/>
                                        <p:tgtEl>
                                          <p:spTgt spid="20"/>
                                        </p:tgtEl>
                                      </p:cBhvr>
                                    </p:animEffect>
                                    <p:anim calcmode="lin" valueType="num">
                                      <p:cBhvr>
                                        <p:cTn id="40" dur="1000" fill="hold"/>
                                        <p:tgtEl>
                                          <p:spTgt spid="20"/>
                                        </p:tgtEl>
                                        <p:attrNameLst>
                                          <p:attrName>ppt_x</p:attrName>
                                        </p:attrNameLst>
                                      </p:cBhvr>
                                      <p:tavLst>
                                        <p:tav tm="0">
                                          <p:val>
                                            <p:strVal val="#ppt_x"/>
                                          </p:val>
                                        </p:tav>
                                        <p:tav tm="100000">
                                          <p:val>
                                            <p:strVal val="#ppt_x"/>
                                          </p:val>
                                        </p:tav>
                                      </p:tavLst>
                                    </p:anim>
                                    <p:anim calcmode="lin" valueType="num">
                                      <p:cBhvr>
                                        <p:cTn id="41"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37" grpId="0"/>
      <p:bldP spid="138" grpId="0"/>
      <p:bldP spid="139" grpId="0"/>
      <p:bldP spid="140" grpId="0"/>
      <p:bldP spid="141" grpId="0"/>
      <p:bldP spid="143" grpId="0"/>
      <p:bldP spid="144" grpId="0"/>
      <p:bldP spid="20" grpId="0"/>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644F92-9D55-E810-4AD7-C269B201187B}"/>
            </a:ext>
          </a:extLst>
        </p:cNvPr>
        <p:cNvGrpSpPr/>
        <p:nvPr/>
      </p:nvGrpSpPr>
      <p:grpSpPr>
        <a:xfrm>
          <a:off x="0" y="0"/>
          <a:ext cx="0" cy="0"/>
          <a:chOff x="0" y="0"/>
          <a:chExt cx="0" cy="0"/>
        </a:xfrm>
      </p:grpSpPr>
      <p:sp>
        <p:nvSpPr>
          <p:cNvPr id="4" name="圆角矩形 3">
            <a:extLst>
              <a:ext uri="{FF2B5EF4-FFF2-40B4-BE49-F238E27FC236}">
                <a16:creationId xmlns:a16="http://schemas.microsoft.com/office/drawing/2014/main" id="{7B0B9D29-D70B-6626-EE87-DC54E3F63856}"/>
              </a:ext>
            </a:extLst>
          </p:cNvPr>
          <p:cNvSpPr/>
          <p:nvPr/>
        </p:nvSpPr>
        <p:spPr>
          <a:xfrm>
            <a:off x="545144" y="1000548"/>
            <a:ext cx="8053711" cy="297108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 name="AutoShape 5">
            <a:extLst>
              <a:ext uri="{FF2B5EF4-FFF2-40B4-BE49-F238E27FC236}">
                <a16:creationId xmlns:a16="http://schemas.microsoft.com/office/drawing/2014/main" id="{37790EBB-87CC-DCB9-57C4-738FA2D70F73}"/>
              </a:ext>
            </a:extLst>
          </p:cNvPr>
          <p:cNvSpPr>
            <a:spLocks noChangeArrowheads="1"/>
          </p:cNvSpPr>
          <p:nvPr/>
        </p:nvSpPr>
        <p:spPr bwMode="auto">
          <a:xfrm>
            <a:off x="545144" y="633978"/>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a:extLst>
              <a:ext uri="{FF2B5EF4-FFF2-40B4-BE49-F238E27FC236}">
                <a16:creationId xmlns:a16="http://schemas.microsoft.com/office/drawing/2014/main" id="{4214A129-5B1C-6511-49F6-88F903FCFB1A}"/>
              </a:ext>
            </a:extLst>
          </p:cNvPr>
          <p:cNvSpPr/>
          <p:nvPr/>
        </p:nvSpPr>
        <p:spPr>
          <a:xfrm>
            <a:off x="616084" y="575210"/>
            <a:ext cx="5213215" cy="400110"/>
          </a:xfrm>
          <a:prstGeom prst="rect">
            <a:avLst/>
          </a:prstGeom>
        </p:spPr>
        <p:txBody>
          <a:bodyPr wrap="square">
            <a:spAutoFit/>
          </a:bodyPr>
          <a:lstStyle/>
          <a:p>
            <a:r>
              <a:rPr lang="zh-CN" altLang="en-US" sz="2000" b="1" dirty="0">
                <a:latin typeface="微软雅黑" pitchFamily="34" charset="-122"/>
                <a:ea typeface="微软雅黑" pitchFamily="34" charset="-122"/>
              </a:rPr>
              <a:t>多播路由协议比单播路由协议更为复杂</a:t>
            </a:r>
          </a:p>
        </p:txBody>
      </p:sp>
      <p:sp>
        <p:nvSpPr>
          <p:cNvPr id="43" name="Line 16">
            <a:extLst>
              <a:ext uri="{FF2B5EF4-FFF2-40B4-BE49-F238E27FC236}">
                <a16:creationId xmlns:a16="http://schemas.microsoft.com/office/drawing/2014/main" id="{79F9D648-9E59-9BA7-8321-569682F47C70}"/>
              </a:ext>
            </a:extLst>
          </p:cNvPr>
          <p:cNvSpPr>
            <a:spLocks noChangeShapeType="1"/>
          </p:cNvSpPr>
          <p:nvPr/>
        </p:nvSpPr>
        <p:spPr bwMode="auto">
          <a:xfrm>
            <a:off x="2653864" y="2291645"/>
            <a:ext cx="535673" cy="839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4" name="任意多边形 43">
            <a:extLst>
              <a:ext uri="{FF2B5EF4-FFF2-40B4-BE49-F238E27FC236}">
                <a16:creationId xmlns:a16="http://schemas.microsoft.com/office/drawing/2014/main" id="{A217A059-00FA-09A8-F834-E1F31540ABE6}"/>
              </a:ext>
            </a:extLst>
          </p:cNvPr>
          <p:cNvSpPr/>
          <p:nvPr/>
        </p:nvSpPr>
        <p:spPr>
          <a:xfrm>
            <a:off x="2064116" y="2289778"/>
            <a:ext cx="4351289" cy="1377058"/>
          </a:xfrm>
          <a:custGeom>
            <a:avLst/>
            <a:gdLst>
              <a:gd name="connsiteX0" fmla="*/ 147204 w 4266044"/>
              <a:gd name="connsiteY0" fmla="*/ 77932 h 1078345"/>
              <a:gd name="connsiteX1" fmla="*/ 337704 w 4266044"/>
              <a:gd name="connsiteY1" fmla="*/ 46759 h 1078345"/>
              <a:gd name="connsiteX2" fmla="*/ 393122 w 4266044"/>
              <a:gd name="connsiteY2" fmla="*/ 50223 h 1078345"/>
              <a:gd name="connsiteX3" fmla="*/ 642504 w 4266044"/>
              <a:gd name="connsiteY3" fmla="*/ 195696 h 1078345"/>
              <a:gd name="connsiteX4" fmla="*/ 749877 w 4266044"/>
              <a:gd name="connsiteY4" fmla="*/ 355023 h 1078345"/>
              <a:gd name="connsiteX5" fmla="*/ 749877 w 4266044"/>
              <a:gd name="connsiteY5" fmla="*/ 365414 h 1078345"/>
              <a:gd name="connsiteX6" fmla="*/ 819149 w 4266044"/>
              <a:gd name="connsiteY6" fmla="*/ 538596 h 1078345"/>
              <a:gd name="connsiteX7" fmla="*/ 954231 w 4266044"/>
              <a:gd name="connsiteY7" fmla="*/ 808759 h 1078345"/>
              <a:gd name="connsiteX8" fmla="*/ 1459922 w 4266044"/>
              <a:gd name="connsiteY8" fmla="*/ 947305 h 1078345"/>
              <a:gd name="connsiteX9" fmla="*/ 2530186 w 4266044"/>
              <a:gd name="connsiteY9" fmla="*/ 1016578 h 1078345"/>
              <a:gd name="connsiteX10" fmla="*/ 2744931 w 4266044"/>
              <a:gd name="connsiteY10" fmla="*/ 1013114 h 1078345"/>
              <a:gd name="connsiteX11" fmla="*/ 2873086 w 4266044"/>
              <a:gd name="connsiteY11" fmla="*/ 957696 h 1078345"/>
              <a:gd name="connsiteX12" fmla="*/ 2949286 w 4266044"/>
              <a:gd name="connsiteY12" fmla="*/ 697923 h 1078345"/>
              <a:gd name="connsiteX13" fmla="*/ 2945822 w 4266044"/>
              <a:gd name="connsiteY13" fmla="*/ 445078 h 1078345"/>
              <a:gd name="connsiteX14" fmla="*/ 3060122 w 4266044"/>
              <a:gd name="connsiteY14" fmla="*/ 126423 h 1078345"/>
              <a:gd name="connsiteX15" fmla="*/ 3784022 w 4266044"/>
              <a:gd name="connsiteY15" fmla="*/ 88323 h 1078345"/>
              <a:gd name="connsiteX16" fmla="*/ 4009159 w 4266044"/>
              <a:gd name="connsiteY16" fmla="*/ 126423 h 1078345"/>
              <a:gd name="connsiteX17" fmla="*/ 4109604 w 4266044"/>
              <a:gd name="connsiteY17" fmla="*/ 237259 h 1078345"/>
              <a:gd name="connsiteX18" fmla="*/ 4213513 w 4266044"/>
              <a:gd name="connsiteY18" fmla="*/ 427759 h 1078345"/>
              <a:gd name="connsiteX19" fmla="*/ 4258540 w 4266044"/>
              <a:gd name="connsiteY19" fmla="*/ 635578 h 1078345"/>
              <a:gd name="connsiteX20" fmla="*/ 4258540 w 4266044"/>
              <a:gd name="connsiteY20" fmla="*/ 791441 h 1078345"/>
              <a:gd name="connsiteX21" fmla="*/ 4251613 w 4266044"/>
              <a:gd name="connsiteY21" fmla="*/ 815687 h 1078345"/>
              <a:gd name="connsiteX22" fmla="*/ 4223904 w 4266044"/>
              <a:gd name="connsiteY22" fmla="*/ 871105 h 1078345"/>
              <a:gd name="connsiteX23" fmla="*/ 4137313 w 4266044"/>
              <a:gd name="connsiteY23" fmla="*/ 912668 h 1078345"/>
              <a:gd name="connsiteX24" fmla="*/ 3905249 w 4266044"/>
              <a:gd name="connsiteY24" fmla="*/ 964623 h 1078345"/>
              <a:gd name="connsiteX25" fmla="*/ 3448049 w 4266044"/>
              <a:gd name="connsiteY25" fmla="*/ 1033896 h 1078345"/>
              <a:gd name="connsiteX26" fmla="*/ 2734540 w 4266044"/>
              <a:gd name="connsiteY26" fmla="*/ 1065068 h 1078345"/>
              <a:gd name="connsiteX27" fmla="*/ 555913 w 4266044"/>
              <a:gd name="connsiteY27" fmla="*/ 954232 h 1078345"/>
              <a:gd name="connsiteX28" fmla="*/ 555913 w 4266044"/>
              <a:gd name="connsiteY28" fmla="*/ 954232 h 1078345"/>
              <a:gd name="connsiteX29" fmla="*/ 285749 w 4266044"/>
              <a:gd name="connsiteY29" fmla="*/ 919596 h 1078345"/>
              <a:gd name="connsiteX30" fmla="*/ 46759 w 4266044"/>
              <a:gd name="connsiteY30" fmla="*/ 774123 h 1078345"/>
              <a:gd name="connsiteX31" fmla="*/ 15586 w 4266044"/>
              <a:gd name="connsiteY31" fmla="*/ 514350 h 1078345"/>
              <a:gd name="connsiteX32" fmla="*/ 147204 w 4266044"/>
              <a:gd name="connsiteY32" fmla="*/ 77932 h 1078345"/>
              <a:gd name="connsiteX0" fmla="*/ 147204 w 4266044"/>
              <a:gd name="connsiteY0" fmla="*/ 77932 h 1122920"/>
              <a:gd name="connsiteX1" fmla="*/ 337704 w 4266044"/>
              <a:gd name="connsiteY1" fmla="*/ 46759 h 1122920"/>
              <a:gd name="connsiteX2" fmla="*/ 393122 w 4266044"/>
              <a:gd name="connsiteY2" fmla="*/ 50223 h 1122920"/>
              <a:gd name="connsiteX3" fmla="*/ 642504 w 4266044"/>
              <a:gd name="connsiteY3" fmla="*/ 195696 h 1122920"/>
              <a:gd name="connsiteX4" fmla="*/ 749877 w 4266044"/>
              <a:gd name="connsiteY4" fmla="*/ 355023 h 1122920"/>
              <a:gd name="connsiteX5" fmla="*/ 749877 w 4266044"/>
              <a:gd name="connsiteY5" fmla="*/ 365414 h 1122920"/>
              <a:gd name="connsiteX6" fmla="*/ 819149 w 4266044"/>
              <a:gd name="connsiteY6" fmla="*/ 538596 h 1122920"/>
              <a:gd name="connsiteX7" fmla="*/ 954231 w 4266044"/>
              <a:gd name="connsiteY7" fmla="*/ 808759 h 1122920"/>
              <a:gd name="connsiteX8" fmla="*/ 1459922 w 4266044"/>
              <a:gd name="connsiteY8" fmla="*/ 947305 h 1122920"/>
              <a:gd name="connsiteX9" fmla="*/ 2530186 w 4266044"/>
              <a:gd name="connsiteY9" fmla="*/ 1016578 h 1122920"/>
              <a:gd name="connsiteX10" fmla="*/ 2744931 w 4266044"/>
              <a:gd name="connsiteY10" fmla="*/ 1013114 h 1122920"/>
              <a:gd name="connsiteX11" fmla="*/ 2873086 w 4266044"/>
              <a:gd name="connsiteY11" fmla="*/ 957696 h 1122920"/>
              <a:gd name="connsiteX12" fmla="*/ 2949286 w 4266044"/>
              <a:gd name="connsiteY12" fmla="*/ 697923 h 1122920"/>
              <a:gd name="connsiteX13" fmla="*/ 2945822 w 4266044"/>
              <a:gd name="connsiteY13" fmla="*/ 445078 h 1122920"/>
              <a:gd name="connsiteX14" fmla="*/ 3060122 w 4266044"/>
              <a:gd name="connsiteY14" fmla="*/ 126423 h 1122920"/>
              <a:gd name="connsiteX15" fmla="*/ 3784022 w 4266044"/>
              <a:gd name="connsiteY15" fmla="*/ 88323 h 1122920"/>
              <a:gd name="connsiteX16" fmla="*/ 4009159 w 4266044"/>
              <a:gd name="connsiteY16" fmla="*/ 126423 h 1122920"/>
              <a:gd name="connsiteX17" fmla="*/ 4109604 w 4266044"/>
              <a:gd name="connsiteY17" fmla="*/ 237259 h 1122920"/>
              <a:gd name="connsiteX18" fmla="*/ 4213513 w 4266044"/>
              <a:gd name="connsiteY18" fmla="*/ 427759 h 1122920"/>
              <a:gd name="connsiteX19" fmla="*/ 4258540 w 4266044"/>
              <a:gd name="connsiteY19" fmla="*/ 635578 h 1122920"/>
              <a:gd name="connsiteX20" fmla="*/ 4258540 w 4266044"/>
              <a:gd name="connsiteY20" fmla="*/ 791441 h 1122920"/>
              <a:gd name="connsiteX21" fmla="*/ 4251613 w 4266044"/>
              <a:gd name="connsiteY21" fmla="*/ 815687 h 1122920"/>
              <a:gd name="connsiteX22" fmla="*/ 4223904 w 4266044"/>
              <a:gd name="connsiteY22" fmla="*/ 871105 h 1122920"/>
              <a:gd name="connsiteX23" fmla="*/ 4137313 w 4266044"/>
              <a:gd name="connsiteY23" fmla="*/ 912668 h 1122920"/>
              <a:gd name="connsiteX24" fmla="*/ 3905249 w 4266044"/>
              <a:gd name="connsiteY24" fmla="*/ 964623 h 1122920"/>
              <a:gd name="connsiteX25" fmla="*/ 3448049 w 4266044"/>
              <a:gd name="connsiteY25" fmla="*/ 1033896 h 1122920"/>
              <a:gd name="connsiteX26" fmla="*/ 2734540 w 4266044"/>
              <a:gd name="connsiteY26" fmla="*/ 1065068 h 1122920"/>
              <a:gd name="connsiteX27" fmla="*/ 1916200 w 4266044"/>
              <a:gd name="connsiteY27" fmla="*/ 1104447 h 1122920"/>
              <a:gd name="connsiteX28" fmla="*/ 555913 w 4266044"/>
              <a:gd name="connsiteY28" fmla="*/ 954232 h 1122920"/>
              <a:gd name="connsiteX29" fmla="*/ 555913 w 4266044"/>
              <a:gd name="connsiteY29" fmla="*/ 954232 h 1122920"/>
              <a:gd name="connsiteX30" fmla="*/ 285749 w 4266044"/>
              <a:gd name="connsiteY30" fmla="*/ 919596 h 1122920"/>
              <a:gd name="connsiteX31" fmla="*/ 46759 w 4266044"/>
              <a:gd name="connsiteY31" fmla="*/ 774123 h 1122920"/>
              <a:gd name="connsiteX32" fmla="*/ 15586 w 4266044"/>
              <a:gd name="connsiteY32" fmla="*/ 514350 h 1122920"/>
              <a:gd name="connsiteX33" fmla="*/ 147204 w 4266044"/>
              <a:gd name="connsiteY33" fmla="*/ 77932 h 1122920"/>
              <a:gd name="connsiteX0" fmla="*/ 147204 w 4266044"/>
              <a:gd name="connsiteY0" fmla="*/ 77932 h 1188212"/>
              <a:gd name="connsiteX1" fmla="*/ 337704 w 4266044"/>
              <a:gd name="connsiteY1" fmla="*/ 46759 h 1188212"/>
              <a:gd name="connsiteX2" fmla="*/ 393122 w 4266044"/>
              <a:gd name="connsiteY2" fmla="*/ 50223 h 1188212"/>
              <a:gd name="connsiteX3" fmla="*/ 642504 w 4266044"/>
              <a:gd name="connsiteY3" fmla="*/ 195696 h 1188212"/>
              <a:gd name="connsiteX4" fmla="*/ 749877 w 4266044"/>
              <a:gd name="connsiteY4" fmla="*/ 355023 h 1188212"/>
              <a:gd name="connsiteX5" fmla="*/ 749877 w 4266044"/>
              <a:gd name="connsiteY5" fmla="*/ 365414 h 1188212"/>
              <a:gd name="connsiteX6" fmla="*/ 819149 w 4266044"/>
              <a:gd name="connsiteY6" fmla="*/ 538596 h 1188212"/>
              <a:gd name="connsiteX7" fmla="*/ 954231 w 4266044"/>
              <a:gd name="connsiteY7" fmla="*/ 808759 h 1188212"/>
              <a:gd name="connsiteX8" fmla="*/ 1459922 w 4266044"/>
              <a:gd name="connsiteY8" fmla="*/ 947305 h 1188212"/>
              <a:gd name="connsiteX9" fmla="*/ 2530186 w 4266044"/>
              <a:gd name="connsiteY9" fmla="*/ 1016578 h 1188212"/>
              <a:gd name="connsiteX10" fmla="*/ 2744931 w 4266044"/>
              <a:gd name="connsiteY10" fmla="*/ 1013114 h 1188212"/>
              <a:gd name="connsiteX11" fmla="*/ 2873086 w 4266044"/>
              <a:gd name="connsiteY11" fmla="*/ 957696 h 1188212"/>
              <a:gd name="connsiteX12" fmla="*/ 2949286 w 4266044"/>
              <a:gd name="connsiteY12" fmla="*/ 697923 h 1188212"/>
              <a:gd name="connsiteX13" fmla="*/ 2945822 w 4266044"/>
              <a:gd name="connsiteY13" fmla="*/ 445078 h 1188212"/>
              <a:gd name="connsiteX14" fmla="*/ 3060122 w 4266044"/>
              <a:gd name="connsiteY14" fmla="*/ 126423 h 1188212"/>
              <a:gd name="connsiteX15" fmla="*/ 3784022 w 4266044"/>
              <a:gd name="connsiteY15" fmla="*/ 88323 h 1188212"/>
              <a:gd name="connsiteX16" fmla="*/ 4009159 w 4266044"/>
              <a:gd name="connsiteY16" fmla="*/ 126423 h 1188212"/>
              <a:gd name="connsiteX17" fmla="*/ 4109604 w 4266044"/>
              <a:gd name="connsiteY17" fmla="*/ 237259 h 1188212"/>
              <a:gd name="connsiteX18" fmla="*/ 4213513 w 4266044"/>
              <a:gd name="connsiteY18" fmla="*/ 427759 h 1188212"/>
              <a:gd name="connsiteX19" fmla="*/ 4258540 w 4266044"/>
              <a:gd name="connsiteY19" fmla="*/ 635578 h 1188212"/>
              <a:gd name="connsiteX20" fmla="*/ 4258540 w 4266044"/>
              <a:gd name="connsiteY20" fmla="*/ 791441 h 1188212"/>
              <a:gd name="connsiteX21" fmla="*/ 4251613 w 4266044"/>
              <a:gd name="connsiteY21" fmla="*/ 815687 h 1188212"/>
              <a:gd name="connsiteX22" fmla="*/ 4223904 w 4266044"/>
              <a:gd name="connsiteY22" fmla="*/ 871105 h 1188212"/>
              <a:gd name="connsiteX23" fmla="*/ 4137313 w 4266044"/>
              <a:gd name="connsiteY23" fmla="*/ 912668 h 1188212"/>
              <a:gd name="connsiteX24" fmla="*/ 3905249 w 4266044"/>
              <a:gd name="connsiteY24" fmla="*/ 964623 h 1188212"/>
              <a:gd name="connsiteX25" fmla="*/ 3448049 w 4266044"/>
              <a:gd name="connsiteY25" fmla="*/ 1033896 h 1188212"/>
              <a:gd name="connsiteX26" fmla="*/ 2780296 w 4266044"/>
              <a:gd name="connsiteY26" fmla="*/ 1176454 h 1188212"/>
              <a:gd name="connsiteX27" fmla="*/ 1916200 w 4266044"/>
              <a:gd name="connsiteY27" fmla="*/ 1104447 h 1188212"/>
              <a:gd name="connsiteX28" fmla="*/ 555913 w 4266044"/>
              <a:gd name="connsiteY28" fmla="*/ 954232 h 1188212"/>
              <a:gd name="connsiteX29" fmla="*/ 555913 w 4266044"/>
              <a:gd name="connsiteY29" fmla="*/ 954232 h 1188212"/>
              <a:gd name="connsiteX30" fmla="*/ 285749 w 4266044"/>
              <a:gd name="connsiteY30" fmla="*/ 919596 h 1188212"/>
              <a:gd name="connsiteX31" fmla="*/ 46759 w 4266044"/>
              <a:gd name="connsiteY31" fmla="*/ 774123 h 1188212"/>
              <a:gd name="connsiteX32" fmla="*/ 15586 w 4266044"/>
              <a:gd name="connsiteY32" fmla="*/ 514350 h 1188212"/>
              <a:gd name="connsiteX33" fmla="*/ 147204 w 4266044"/>
              <a:gd name="connsiteY33" fmla="*/ 77932 h 1188212"/>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05249 w 4266044"/>
              <a:gd name="connsiteY24" fmla="*/ 964623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55913 w 4266044"/>
              <a:gd name="connsiteY29" fmla="*/ 954232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55913 w 4266044"/>
              <a:gd name="connsiteY29" fmla="*/ 954232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764072 w 4266044"/>
              <a:gd name="connsiteY28" fmla="*/ 1032438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764072 w 4266044"/>
              <a:gd name="connsiteY28" fmla="*/ 1032438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764072 w 4266044"/>
              <a:gd name="connsiteY28" fmla="*/ 1032438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764072 w 4266044"/>
              <a:gd name="connsiteY28" fmla="*/ 1032438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836080 w 4266044"/>
              <a:gd name="connsiteY28" fmla="*/ 1104446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200457"/>
              <a:gd name="connsiteX1" fmla="*/ 337704 w 4266044"/>
              <a:gd name="connsiteY1" fmla="*/ 46759 h 1200457"/>
              <a:gd name="connsiteX2" fmla="*/ 393122 w 4266044"/>
              <a:gd name="connsiteY2" fmla="*/ 50223 h 1200457"/>
              <a:gd name="connsiteX3" fmla="*/ 642504 w 4266044"/>
              <a:gd name="connsiteY3" fmla="*/ 195696 h 1200457"/>
              <a:gd name="connsiteX4" fmla="*/ 749877 w 4266044"/>
              <a:gd name="connsiteY4" fmla="*/ 355023 h 1200457"/>
              <a:gd name="connsiteX5" fmla="*/ 749877 w 4266044"/>
              <a:gd name="connsiteY5" fmla="*/ 365414 h 1200457"/>
              <a:gd name="connsiteX6" fmla="*/ 819149 w 4266044"/>
              <a:gd name="connsiteY6" fmla="*/ 538596 h 1200457"/>
              <a:gd name="connsiteX7" fmla="*/ 954231 w 4266044"/>
              <a:gd name="connsiteY7" fmla="*/ 808759 h 1200457"/>
              <a:gd name="connsiteX8" fmla="*/ 1459922 w 4266044"/>
              <a:gd name="connsiteY8" fmla="*/ 947305 h 1200457"/>
              <a:gd name="connsiteX9" fmla="*/ 2530186 w 4266044"/>
              <a:gd name="connsiteY9" fmla="*/ 1016578 h 1200457"/>
              <a:gd name="connsiteX10" fmla="*/ 2744931 w 4266044"/>
              <a:gd name="connsiteY10" fmla="*/ 1013114 h 1200457"/>
              <a:gd name="connsiteX11" fmla="*/ 2873086 w 4266044"/>
              <a:gd name="connsiteY11" fmla="*/ 957696 h 1200457"/>
              <a:gd name="connsiteX12" fmla="*/ 2949286 w 4266044"/>
              <a:gd name="connsiteY12" fmla="*/ 697923 h 1200457"/>
              <a:gd name="connsiteX13" fmla="*/ 2945822 w 4266044"/>
              <a:gd name="connsiteY13" fmla="*/ 445078 h 1200457"/>
              <a:gd name="connsiteX14" fmla="*/ 3060122 w 4266044"/>
              <a:gd name="connsiteY14" fmla="*/ 126423 h 1200457"/>
              <a:gd name="connsiteX15" fmla="*/ 3784022 w 4266044"/>
              <a:gd name="connsiteY15" fmla="*/ 88323 h 1200457"/>
              <a:gd name="connsiteX16" fmla="*/ 4009159 w 4266044"/>
              <a:gd name="connsiteY16" fmla="*/ 126423 h 1200457"/>
              <a:gd name="connsiteX17" fmla="*/ 4109604 w 4266044"/>
              <a:gd name="connsiteY17" fmla="*/ 237259 h 1200457"/>
              <a:gd name="connsiteX18" fmla="*/ 4213513 w 4266044"/>
              <a:gd name="connsiteY18" fmla="*/ 427759 h 1200457"/>
              <a:gd name="connsiteX19" fmla="*/ 4258540 w 4266044"/>
              <a:gd name="connsiteY19" fmla="*/ 635578 h 1200457"/>
              <a:gd name="connsiteX20" fmla="*/ 4258540 w 4266044"/>
              <a:gd name="connsiteY20" fmla="*/ 791441 h 1200457"/>
              <a:gd name="connsiteX21" fmla="*/ 4251613 w 4266044"/>
              <a:gd name="connsiteY21" fmla="*/ 815687 h 1200457"/>
              <a:gd name="connsiteX22" fmla="*/ 4223904 w 4266044"/>
              <a:gd name="connsiteY22" fmla="*/ 871105 h 1200457"/>
              <a:gd name="connsiteX23" fmla="*/ 4137313 w 4266044"/>
              <a:gd name="connsiteY23" fmla="*/ 912668 h 1200457"/>
              <a:gd name="connsiteX24" fmla="*/ 3932424 w 4266044"/>
              <a:gd name="connsiteY24" fmla="*/ 1032438 h 1200457"/>
              <a:gd name="connsiteX25" fmla="*/ 3500376 w 4266044"/>
              <a:gd name="connsiteY25" fmla="*/ 1176454 h 1200457"/>
              <a:gd name="connsiteX26" fmla="*/ 2780296 w 4266044"/>
              <a:gd name="connsiteY26" fmla="*/ 1176454 h 1200457"/>
              <a:gd name="connsiteX27" fmla="*/ 1916200 w 4266044"/>
              <a:gd name="connsiteY27" fmla="*/ 1176454 h 1200457"/>
              <a:gd name="connsiteX28" fmla="*/ 836080 w 4266044"/>
              <a:gd name="connsiteY28" fmla="*/ 1104446 h 1200457"/>
              <a:gd name="connsiteX29" fmla="*/ 548048 w 4266044"/>
              <a:gd name="connsiteY29" fmla="*/ 1032438 h 1200457"/>
              <a:gd name="connsiteX30" fmla="*/ 285749 w 4266044"/>
              <a:gd name="connsiteY30" fmla="*/ 919596 h 1200457"/>
              <a:gd name="connsiteX31" fmla="*/ 46759 w 4266044"/>
              <a:gd name="connsiteY31" fmla="*/ 774123 h 1200457"/>
              <a:gd name="connsiteX32" fmla="*/ 15586 w 4266044"/>
              <a:gd name="connsiteY32" fmla="*/ 514350 h 1200457"/>
              <a:gd name="connsiteX33" fmla="*/ 147204 w 4266044"/>
              <a:gd name="connsiteY33" fmla="*/ 77932 h 1200457"/>
              <a:gd name="connsiteX0" fmla="*/ 147204 w 4266044"/>
              <a:gd name="connsiteY0" fmla="*/ 77932 h 1248462"/>
              <a:gd name="connsiteX1" fmla="*/ 337704 w 4266044"/>
              <a:gd name="connsiteY1" fmla="*/ 46759 h 1248462"/>
              <a:gd name="connsiteX2" fmla="*/ 393122 w 4266044"/>
              <a:gd name="connsiteY2" fmla="*/ 50223 h 1248462"/>
              <a:gd name="connsiteX3" fmla="*/ 642504 w 4266044"/>
              <a:gd name="connsiteY3" fmla="*/ 195696 h 1248462"/>
              <a:gd name="connsiteX4" fmla="*/ 749877 w 4266044"/>
              <a:gd name="connsiteY4" fmla="*/ 355023 h 1248462"/>
              <a:gd name="connsiteX5" fmla="*/ 749877 w 4266044"/>
              <a:gd name="connsiteY5" fmla="*/ 365414 h 1248462"/>
              <a:gd name="connsiteX6" fmla="*/ 819149 w 4266044"/>
              <a:gd name="connsiteY6" fmla="*/ 538596 h 1248462"/>
              <a:gd name="connsiteX7" fmla="*/ 954231 w 4266044"/>
              <a:gd name="connsiteY7" fmla="*/ 808759 h 1248462"/>
              <a:gd name="connsiteX8" fmla="*/ 1459922 w 4266044"/>
              <a:gd name="connsiteY8" fmla="*/ 947305 h 1248462"/>
              <a:gd name="connsiteX9" fmla="*/ 2530186 w 4266044"/>
              <a:gd name="connsiteY9" fmla="*/ 1016578 h 1248462"/>
              <a:gd name="connsiteX10" fmla="*/ 2744931 w 4266044"/>
              <a:gd name="connsiteY10" fmla="*/ 1013114 h 1248462"/>
              <a:gd name="connsiteX11" fmla="*/ 2873086 w 4266044"/>
              <a:gd name="connsiteY11" fmla="*/ 957696 h 1248462"/>
              <a:gd name="connsiteX12" fmla="*/ 2949286 w 4266044"/>
              <a:gd name="connsiteY12" fmla="*/ 697923 h 1248462"/>
              <a:gd name="connsiteX13" fmla="*/ 2945822 w 4266044"/>
              <a:gd name="connsiteY13" fmla="*/ 445078 h 1248462"/>
              <a:gd name="connsiteX14" fmla="*/ 3060122 w 4266044"/>
              <a:gd name="connsiteY14" fmla="*/ 126423 h 1248462"/>
              <a:gd name="connsiteX15" fmla="*/ 3784022 w 4266044"/>
              <a:gd name="connsiteY15" fmla="*/ 88323 h 1248462"/>
              <a:gd name="connsiteX16" fmla="*/ 4009159 w 4266044"/>
              <a:gd name="connsiteY16" fmla="*/ 126423 h 1248462"/>
              <a:gd name="connsiteX17" fmla="*/ 4109604 w 4266044"/>
              <a:gd name="connsiteY17" fmla="*/ 237259 h 1248462"/>
              <a:gd name="connsiteX18" fmla="*/ 4213513 w 4266044"/>
              <a:gd name="connsiteY18" fmla="*/ 427759 h 1248462"/>
              <a:gd name="connsiteX19" fmla="*/ 4258540 w 4266044"/>
              <a:gd name="connsiteY19" fmla="*/ 635578 h 1248462"/>
              <a:gd name="connsiteX20" fmla="*/ 4258540 w 4266044"/>
              <a:gd name="connsiteY20" fmla="*/ 791441 h 1248462"/>
              <a:gd name="connsiteX21" fmla="*/ 4251613 w 4266044"/>
              <a:gd name="connsiteY21" fmla="*/ 815687 h 1248462"/>
              <a:gd name="connsiteX22" fmla="*/ 4223904 w 4266044"/>
              <a:gd name="connsiteY22" fmla="*/ 871105 h 1248462"/>
              <a:gd name="connsiteX23" fmla="*/ 4137313 w 4266044"/>
              <a:gd name="connsiteY23" fmla="*/ 912668 h 1248462"/>
              <a:gd name="connsiteX24" fmla="*/ 3932424 w 4266044"/>
              <a:gd name="connsiteY24" fmla="*/ 1032438 h 1248462"/>
              <a:gd name="connsiteX25" fmla="*/ 3500376 w 4266044"/>
              <a:gd name="connsiteY25" fmla="*/ 1176454 h 1248462"/>
              <a:gd name="connsiteX26" fmla="*/ 2780296 w 4266044"/>
              <a:gd name="connsiteY26" fmla="*/ 1248462 h 1248462"/>
              <a:gd name="connsiteX27" fmla="*/ 1916200 w 4266044"/>
              <a:gd name="connsiteY27" fmla="*/ 1176454 h 1248462"/>
              <a:gd name="connsiteX28" fmla="*/ 836080 w 4266044"/>
              <a:gd name="connsiteY28" fmla="*/ 1104446 h 1248462"/>
              <a:gd name="connsiteX29" fmla="*/ 548048 w 4266044"/>
              <a:gd name="connsiteY29" fmla="*/ 1032438 h 1248462"/>
              <a:gd name="connsiteX30" fmla="*/ 285749 w 4266044"/>
              <a:gd name="connsiteY30" fmla="*/ 919596 h 1248462"/>
              <a:gd name="connsiteX31" fmla="*/ 46759 w 4266044"/>
              <a:gd name="connsiteY31" fmla="*/ 774123 h 1248462"/>
              <a:gd name="connsiteX32" fmla="*/ 15586 w 4266044"/>
              <a:gd name="connsiteY32" fmla="*/ 514350 h 1248462"/>
              <a:gd name="connsiteX33" fmla="*/ 147204 w 4266044"/>
              <a:gd name="connsiteY33" fmla="*/ 77932 h 1248462"/>
              <a:gd name="connsiteX0" fmla="*/ 147204 w 4266044"/>
              <a:gd name="connsiteY0" fmla="*/ 77932 h 1248462"/>
              <a:gd name="connsiteX1" fmla="*/ 337704 w 4266044"/>
              <a:gd name="connsiteY1" fmla="*/ 46759 h 1248462"/>
              <a:gd name="connsiteX2" fmla="*/ 393122 w 4266044"/>
              <a:gd name="connsiteY2" fmla="*/ 50223 h 1248462"/>
              <a:gd name="connsiteX3" fmla="*/ 642504 w 4266044"/>
              <a:gd name="connsiteY3" fmla="*/ 195696 h 1248462"/>
              <a:gd name="connsiteX4" fmla="*/ 749877 w 4266044"/>
              <a:gd name="connsiteY4" fmla="*/ 355023 h 1248462"/>
              <a:gd name="connsiteX5" fmla="*/ 749877 w 4266044"/>
              <a:gd name="connsiteY5" fmla="*/ 365414 h 1248462"/>
              <a:gd name="connsiteX6" fmla="*/ 819149 w 4266044"/>
              <a:gd name="connsiteY6" fmla="*/ 538596 h 1248462"/>
              <a:gd name="connsiteX7" fmla="*/ 954231 w 4266044"/>
              <a:gd name="connsiteY7" fmla="*/ 808759 h 1248462"/>
              <a:gd name="connsiteX8" fmla="*/ 1459922 w 4266044"/>
              <a:gd name="connsiteY8" fmla="*/ 947305 h 1248462"/>
              <a:gd name="connsiteX9" fmla="*/ 2530186 w 4266044"/>
              <a:gd name="connsiteY9" fmla="*/ 1016578 h 1248462"/>
              <a:gd name="connsiteX10" fmla="*/ 2744931 w 4266044"/>
              <a:gd name="connsiteY10" fmla="*/ 1013114 h 1248462"/>
              <a:gd name="connsiteX11" fmla="*/ 2873086 w 4266044"/>
              <a:gd name="connsiteY11" fmla="*/ 957696 h 1248462"/>
              <a:gd name="connsiteX12" fmla="*/ 2949286 w 4266044"/>
              <a:gd name="connsiteY12" fmla="*/ 697923 h 1248462"/>
              <a:gd name="connsiteX13" fmla="*/ 2945822 w 4266044"/>
              <a:gd name="connsiteY13" fmla="*/ 445078 h 1248462"/>
              <a:gd name="connsiteX14" fmla="*/ 3060122 w 4266044"/>
              <a:gd name="connsiteY14" fmla="*/ 126423 h 1248462"/>
              <a:gd name="connsiteX15" fmla="*/ 3784022 w 4266044"/>
              <a:gd name="connsiteY15" fmla="*/ 88323 h 1248462"/>
              <a:gd name="connsiteX16" fmla="*/ 4009159 w 4266044"/>
              <a:gd name="connsiteY16" fmla="*/ 126423 h 1248462"/>
              <a:gd name="connsiteX17" fmla="*/ 4109604 w 4266044"/>
              <a:gd name="connsiteY17" fmla="*/ 237259 h 1248462"/>
              <a:gd name="connsiteX18" fmla="*/ 4213513 w 4266044"/>
              <a:gd name="connsiteY18" fmla="*/ 427759 h 1248462"/>
              <a:gd name="connsiteX19" fmla="*/ 4258540 w 4266044"/>
              <a:gd name="connsiteY19" fmla="*/ 635578 h 1248462"/>
              <a:gd name="connsiteX20" fmla="*/ 4258540 w 4266044"/>
              <a:gd name="connsiteY20" fmla="*/ 791441 h 1248462"/>
              <a:gd name="connsiteX21" fmla="*/ 4251613 w 4266044"/>
              <a:gd name="connsiteY21" fmla="*/ 815687 h 1248462"/>
              <a:gd name="connsiteX22" fmla="*/ 4223904 w 4266044"/>
              <a:gd name="connsiteY22" fmla="*/ 871105 h 1248462"/>
              <a:gd name="connsiteX23" fmla="*/ 4137313 w 4266044"/>
              <a:gd name="connsiteY23" fmla="*/ 912668 h 1248462"/>
              <a:gd name="connsiteX24" fmla="*/ 3932424 w 4266044"/>
              <a:gd name="connsiteY24" fmla="*/ 1032438 h 1248462"/>
              <a:gd name="connsiteX25" fmla="*/ 3500376 w 4266044"/>
              <a:gd name="connsiteY25" fmla="*/ 1176454 h 1248462"/>
              <a:gd name="connsiteX26" fmla="*/ 2780296 w 4266044"/>
              <a:gd name="connsiteY26" fmla="*/ 1248462 h 1248462"/>
              <a:gd name="connsiteX27" fmla="*/ 1916200 w 4266044"/>
              <a:gd name="connsiteY27" fmla="*/ 1176453 h 1248462"/>
              <a:gd name="connsiteX28" fmla="*/ 836080 w 4266044"/>
              <a:gd name="connsiteY28" fmla="*/ 1104446 h 1248462"/>
              <a:gd name="connsiteX29" fmla="*/ 548048 w 4266044"/>
              <a:gd name="connsiteY29" fmla="*/ 1032438 h 1248462"/>
              <a:gd name="connsiteX30" fmla="*/ 285749 w 4266044"/>
              <a:gd name="connsiteY30" fmla="*/ 919596 h 1248462"/>
              <a:gd name="connsiteX31" fmla="*/ 46759 w 4266044"/>
              <a:gd name="connsiteY31" fmla="*/ 774123 h 1248462"/>
              <a:gd name="connsiteX32" fmla="*/ 15586 w 4266044"/>
              <a:gd name="connsiteY32" fmla="*/ 514350 h 1248462"/>
              <a:gd name="connsiteX33" fmla="*/ 147204 w 4266044"/>
              <a:gd name="connsiteY33" fmla="*/ 77932 h 1248462"/>
              <a:gd name="connsiteX0" fmla="*/ 147204 w 4266044"/>
              <a:gd name="connsiteY0" fmla="*/ 77932 h 1248462"/>
              <a:gd name="connsiteX1" fmla="*/ 337704 w 4266044"/>
              <a:gd name="connsiteY1" fmla="*/ 46759 h 1248462"/>
              <a:gd name="connsiteX2" fmla="*/ 642504 w 4266044"/>
              <a:gd name="connsiteY2" fmla="*/ 195696 h 1248462"/>
              <a:gd name="connsiteX3" fmla="*/ 749877 w 4266044"/>
              <a:gd name="connsiteY3" fmla="*/ 355023 h 1248462"/>
              <a:gd name="connsiteX4" fmla="*/ 749877 w 4266044"/>
              <a:gd name="connsiteY4" fmla="*/ 365414 h 1248462"/>
              <a:gd name="connsiteX5" fmla="*/ 819149 w 4266044"/>
              <a:gd name="connsiteY5" fmla="*/ 538596 h 1248462"/>
              <a:gd name="connsiteX6" fmla="*/ 954231 w 4266044"/>
              <a:gd name="connsiteY6" fmla="*/ 808759 h 1248462"/>
              <a:gd name="connsiteX7" fmla="*/ 1459922 w 4266044"/>
              <a:gd name="connsiteY7" fmla="*/ 947305 h 1248462"/>
              <a:gd name="connsiteX8" fmla="*/ 2530186 w 4266044"/>
              <a:gd name="connsiteY8" fmla="*/ 1016578 h 1248462"/>
              <a:gd name="connsiteX9" fmla="*/ 2744931 w 4266044"/>
              <a:gd name="connsiteY9" fmla="*/ 1013114 h 1248462"/>
              <a:gd name="connsiteX10" fmla="*/ 2873086 w 4266044"/>
              <a:gd name="connsiteY10" fmla="*/ 957696 h 1248462"/>
              <a:gd name="connsiteX11" fmla="*/ 2949286 w 4266044"/>
              <a:gd name="connsiteY11" fmla="*/ 697923 h 1248462"/>
              <a:gd name="connsiteX12" fmla="*/ 2945822 w 4266044"/>
              <a:gd name="connsiteY12" fmla="*/ 445078 h 1248462"/>
              <a:gd name="connsiteX13" fmla="*/ 3060122 w 4266044"/>
              <a:gd name="connsiteY13" fmla="*/ 126423 h 1248462"/>
              <a:gd name="connsiteX14" fmla="*/ 3784022 w 4266044"/>
              <a:gd name="connsiteY14" fmla="*/ 88323 h 1248462"/>
              <a:gd name="connsiteX15" fmla="*/ 4009159 w 4266044"/>
              <a:gd name="connsiteY15" fmla="*/ 126423 h 1248462"/>
              <a:gd name="connsiteX16" fmla="*/ 4109604 w 4266044"/>
              <a:gd name="connsiteY16" fmla="*/ 237259 h 1248462"/>
              <a:gd name="connsiteX17" fmla="*/ 4213513 w 4266044"/>
              <a:gd name="connsiteY17" fmla="*/ 427759 h 1248462"/>
              <a:gd name="connsiteX18" fmla="*/ 4258540 w 4266044"/>
              <a:gd name="connsiteY18" fmla="*/ 635578 h 1248462"/>
              <a:gd name="connsiteX19" fmla="*/ 4258540 w 4266044"/>
              <a:gd name="connsiteY19" fmla="*/ 791441 h 1248462"/>
              <a:gd name="connsiteX20" fmla="*/ 4251613 w 4266044"/>
              <a:gd name="connsiteY20" fmla="*/ 815687 h 1248462"/>
              <a:gd name="connsiteX21" fmla="*/ 4223904 w 4266044"/>
              <a:gd name="connsiteY21" fmla="*/ 871105 h 1248462"/>
              <a:gd name="connsiteX22" fmla="*/ 4137313 w 4266044"/>
              <a:gd name="connsiteY22" fmla="*/ 912668 h 1248462"/>
              <a:gd name="connsiteX23" fmla="*/ 3932424 w 4266044"/>
              <a:gd name="connsiteY23" fmla="*/ 1032438 h 1248462"/>
              <a:gd name="connsiteX24" fmla="*/ 3500376 w 4266044"/>
              <a:gd name="connsiteY24" fmla="*/ 1176454 h 1248462"/>
              <a:gd name="connsiteX25" fmla="*/ 2780296 w 4266044"/>
              <a:gd name="connsiteY25" fmla="*/ 1248462 h 1248462"/>
              <a:gd name="connsiteX26" fmla="*/ 1916200 w 4266044"/>
              <a:gd name="connsiteY26" fmla="*/ 1176453 h 1248462"/>
              <a:gd name="connsiteX27" fmla="*/ 836080 w 4266044"/>
              <a:gd name="connsiteY27" fmla="*/ 1104446 h 1248462"/>
              <a:gd name="connsiteX28" fmla="*/ 548048 w 4266044"/>
              <a:gd name="connsiteY28" fmla="*/ 1032438 h 1248462"/>
              <a:gd name="connsiteX29" fmla="*/ 285749 w 4266044"/>
              <a:gd name="connsiteY29" fmla="*/ 919596 h 1248462"/>
              <a:gd name="connsiteX30" fmla="*/ 46759 w 4266044"/>
              <a:gd name="connsiteY30" fmla="*/ 774123 h 1248462"/>
              <a:gd name="connsiteX31" fmla="*/ 15586 w 4266044"/>
              <a:gd name="connsiteY31" fmla="*/ 514350 h 1248462"/>
              <a:gd name="connsiteX32" fmla="*/ 147204 w 4266044"/>
              <a:gd name="connsiteY32" fmla="*/ 77932 h 1248462"/>
              <a:gd name="connsiteX0" fmla="*/ 114268 w 4264312"/>
              <a:gd name="connsiteY0" fmla="*/ 126142 h 1206262"/>
              <a:gd name="connsiteX1" fmla="*/ 335972 w 4264312"/>
              <a:gd name="connsiteY1" fmla="*/ 4559 h 1206262"/>
              <a:gd name="connsiteX2" fmla="*/ 640772 w 4264312"/>
              <a:gd name="connsiteY2" fmla="*/ 153496 h 1206262"/>
              <a:gd name="connsiteX3" fmla="*/ 748145 w 4264312"/>
              <a:gd name="connsiteY3" fmla="*/ 312823 h 1206262"/>
              <a:gd name="connsiteX4" fmla="*/ 748145 w 4264312"/>
              <a:gd name="connsiteY4" fmla="*/ 323214 h 1206262"/>
              <a:gd name="connsiteX5" fmla="*/ 817417 w 4264312"/>
              <a:gd name="connsiteY5" fmla="*/ 496396 h 1206262"/>
              <a:gd name="connsiteX6" fmla="*/ 952499 w 4264312"/>
              <a:gd name="connsiteY6" fmla="*/ 766559 h 1206262"/>
              <a:gd name="connsiteX7" fmla="*/ 1458190 w 4264312"/>
              <a:gd name="connsiteY7" fmla="*/ 905105 h 1206262"/>
              <a:gd name="connsiteX8" fmla="*/ 2528454 w 4264312"/>
              <a:gd name="connsiteY8" fmla="*/ 974378 h 1206262"/>
              <a:gd name="connsiteX9" fmla="*/ 2743199 w 4264312"/>
              <a:gd name="connsiteY9" fmla="*/ 970914 h 1206262"/>
              <a:gd name="connsiteX10" fmla="*/ 2871354 w 4264312"/>
              <a:gd name="connsiteY10" fmla="*/ 915496 h 1206262"/>
              <a:gd name="connsiteX11" fmla="*/ 2947554 w 4264312"/>
              <a:gd name="connsiteY11" fmla="*/ 655723 h 1206262"/>
              <a:gd name="connsiteX12" fmla="*/ 2944090 w 4264312"/>
              <a:gd name="connsiteY12" fmla="*/ 402878 h 1206262"/>
              <a:gd name="connsiteX13" fmla="*/ 3058390 w 4264312"/>
              <a:gd name="connsiteY13" fmla="*/ 84223 h 1206262"/>
              <a:gd name="connsiteX14" fmla="*/ 3782290 w 4264312"/>
              <a:gd name="connsiteY14" fmla="*/ 46123 h 1206262"/>
              <a:gd name="connsiteX15" fmla="*/ 4007427 w 4264312"/>
              <a:gd name="connsiteY15" fmla="*/ 84223 h 1206262"/>
              <a:gd name="connsiteX16" fmla="*/ 4107872 w 4264312"/>
              <a:gd name="connsiteY16" fmla="*/ 195059 h 1206262"/>
              <a:gd name="connsiteX17" fmla="*/ 4211781 w 4264312"/>
              <a:gd name="connsiteY17" fmla="*/ 385559 h 1206262"/>
              <a:gd name="connsiteX18" fmla="*/ 4256808 w 4264312"/>
              <a:gd name="connsiteY18" fmla="*/ 593378 h 1206262"/>
              <a:gd name="connsiteX19" fmla="*/ 4256808 w 4264312"/>
              <a:gd name="connsiteY19" fmla="*/ 749241 h 1206262"/>
              <a:gd name="connsiteX20" fmla="*/ 4249881 w 4264312"/>
              <a:gd name="connsiteY20" fmla="*/ 773487 h 1206262"/>
              <a:gd name="connsiteX21" fmla="*/ 4222172 w 4264312"/>
              <a:gd name="connsiteY21" fmla="*/ 828905 h 1206262"/>
              <a:gd name="connsiteX22" fmla="*/ 4135581 w 4264312"/>
              <a:gd name="connsiteY22" fmla="*/ 870468 h 1206262"/>
              <a:gd name="connsiteX23" fmla="*/ 3930692 w 4264312"/>
              <a:gd name="connsiteY23" fmla="*/ 990238 h 1206262"/>
              <a:gd name="connsiteX24" fmla="*/ 3498644 w 4264312"/>
              <a:gd name="connsiteY24" fmla="*/ 1134254 h 1206262"/>
              <a:gd name="connsiteX25" fmla="*/ 2778564 w 4264312"/>
              <a:gd name="connsiteY25" fmla="*/ 1206262 h 1206262"/>
              <a:gd name="connsiteX26" fmla="*/ 1914468 w 4264312"/>
              <a:gd name="connsiteY26" fmla="*/ 1134253 h 1206262"/>
              <a:gd name="connsiteX27" fmla="*/ 834348 w 4264312"/>
              <a:gd name="connsiteY27" fmla="*/ 1062246 h 1206262"/>
              <a:gd name="connsiteX28" fmla="*/ 546316 w 4264312"/>
              <a:gd name="connsiteY28" fmla="*/ 990238 h 1206262"/>
              <a:gd name="connsiteX29" fmla="*/ 284017 w 4264312"/>
              <a:gd name="connsiteY29" fmla="*/ 877396 h 1206262"/>
              <a:gd name="connsiteX30" fmla="*/ 45027 w 4264312"/>
              <a:gd name="connsiteY30" fmla="*/ 731923 h 1206262"/>
              <a:gd name="connsiteX31" fmla="*/ 13854 w 4264312"/>
              <a:gd name="connsiteY31" fmla="*/ 472150 h 1206262"/>
              <a:gd name="connsiteX32" fmla="*/ 114268 w 4264312"/>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29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2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24735"/>
              <a:gd name="connsiteX1" fmla="*/ 343685 w 4272025"/>
              <a:gd name="connsiteY1" fmla="*/ 4559 h 1224735"/>
              <a:gd name="connsiteX2" fmla="*/ 648485 w 4272025"/>
              <a:gd name="connsiteY2" fmla="*/ 153496 h 1224735"/>
              <a:gd name="connsiteX3" fmla="*/ 755858 w 4272025"/>
              <a:gd name="connsiteY3" fmla="*/ 312823 h 1224735"/>
              <a:gd name="connsiteX4" fmla="*/ 755858 w 4272025"/>
              <a:gd name="connsiteY4" fmla="*/ 323214 h 1224735"/>
              <a:gd name="connsiteX5" fmla="*/ 825130 w 4272025"/>
              <a:gd name="connsiteY5" fmla="*/ 496396 h 1224735"/>
              <a:gd name="connsiteX6" fmla="*/ 960212 w 4272025"/>
              <a:gd name="connsiteY6" fmla="*/ 766559 h 1224735"/>
              <a:gd name="connsiteX7" fmla="*/ 1465903 w 4272025"/>
              <a:gd name="connsiteY7" fmla="*/ 905105 h 1224735"/>
              <a:gd name="connsiteX8" fmla="*/ 2536167 w 4272025"/>
              <a:gd name="connsiteY8" fmla="*/ 974378 h 1224735"/>
              <a:gd name="connsiteX9" fmla="*/ 2750912 w 4272025"/>
              <a:gd name="connsiteY9" fmla="*/ 970914 h 1224735"/>
              <a:gd name="connsiteX10" fmla="*/ 2879067 w 4272025"/>
              <a:gd name="connsiteY10" fmla="*/ 915496 h 1224735"/>
              <a:gd name="connsiteX11" fmla="*/ 2955267 w 4272025"/>
              <a:gd name="connsiteY11" fmla="*/ 655723 h 1224735"/>
              <a:gd name="connsiteX12" fmla="*/ 2951803 w 4272025"/>
              <a:gd name="connsiteY12" fmla="*/ 402878 h 1224735"/>
              <a:gd name="connsiteX13" fmla="*/ 3066103 w 4272025"/>
              <a:gd name="connsiteY13" fmla="*/ 84223 h 1224735"/>
              <a:gd name="connsiteX14" fmla="*/ 3790003 w 4272025"/>
              <a:gd name="connsiteY14" fmla="*/ 46123 h 1224735"/>
              <a:gd name="connsiteX15" fmla="*/ 4015140 w 4272025"/>
              <a:gd name="connsiteY15" fmla="*/ 84223 h 1224735"/>
              <a:gd name="connsiteX16" fmla="*/ 4115585 w 4272025"/>
              <a:gd name="connsiteY16" fmla="*/ 195059 h 1224735"/>
              <a:gd name="connsiteX17" fmla="*/ 4219494 w 4272025"/>
              <a:gd name="connsiteY17" fmla="*/ 385559 h 1224735"/>
              <a:gd name="connsiteX18" fmla="*/ 4264521 w 4272025"/>
              <a:gd name="connsiteY18" fmla="*/ 593378 h 1224735"/>
              <a:gd name="connsiteX19" fmla="*/ 4264521 w 4272025"/>
              <a:gd name="connsiteY19" fmla="*/ 749241 h 1224735"/>
              <a:gd name="connsiteX20" fmla="*/ 4257594 w 4272025"/>
              <a:gd name="connsiteY20" fmla="*/ 773487 h 1224735"/>
              <a:gd name="connsiteX21" fmla="*/ 4229885 w 4272025"/>
              <a:gd name="connsiteY21" fmla="*/ 828905 h 1224735"/>
              <a:gd name="connsiteX22" fmla="*/ 4143294 w 4272025"/>
              <a:gd name="connsiteY22" fmla="*/ 870468 h 1224735"/>
              <a:gd name="connsiteX23" fmla="*/ 3938405 w 4272025"/>
              <a:gd name="connsiteY23" fmla="*/ 990238 h 1224735"/>
              <a:gd name="connsiteX24" fmla="*/ 3506357 w 4272025"/>
              <a:gd name="connsiteY24" fmla="*/ 1134254 h 1224735"/>
              <a:gd name="connsiteX25" fmla="*/ 2786277 w 4272025"/>
              <a:gd name="connsiteY25" fmla="*/ 1206262 h 1224735"/>
              <a:gd name="connsiteX26" fmla="*/ 1922182 w 4272025"/>
              <a:gd name="connsiteY26" fmla="*/ 1206262 h 1224735"/>
              <a:gd name="connsiteX27" fmla="*/ 842062 w 4272025"/>
              <a:gd name="connsiteY27" fmla="*/ 1062246 h 1224735"/>
              <a:gd name="connsiteX28" fmla="*/ 554030 w 4272025"/>
              <a:gd name="connsiteY28" fmla="*/ 990238 h 1224735"/>
              <a:gd name="connsiteX29" fmla="*/ 338005 w 4272025"/>
              <a:gd name="connsiteY29" fmla="*/ 918230 h 1224735"/>
              <a:gd name="connsiteX30" fmla="*/ 52740 w 4272025"/>
              <a:gd name="connsiteY30" fmla="*/ 731923 h 1224735"/>
              <a:gd name="connsiteX31" fmla="*/ 21567 w 4272025"/>
              <a:gd name="connsiteY31" fmla="*/ 472150 h 1224735"/>
              <a:gd name="connsiteX32" fmla="*/ 121981 w 4272025"/>
              <a:gd name="connsiteY32" fmla="*/ 126142 h 1224735"/>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062246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554030 w 4272025"/>
              <a:gd name="connsiteY28" fmla="*/ 990238 h 1224128"/>
              <a:gd name="connsiteX29" fmla="*/ 338005 w 4272025"/>
              <a:gd name="connsiteY29" fmla="*/ 918230 h 1224128"/>
              <a:gd name="connsiteX30" fmla="*/ 52740 w 4272025"/>
              <a:gd name="connsiteY30" fmla="*/ 731923 h 1224128"/>
              <a:gd name="connsiteX31" fmla="*/ 21567 w 4272025"/>
              <a:gd name="connsiteY31" fmla="*/ 472150 h 1224128"/>
              <a:gd name="connsiteX32" fmla="*/ 121981 w 4272025"/>
              <a:gd name="connsiteY32" fmla="*/ 126142 h 1224128"/>
              <a:gd name="connsiteX0" fmla="*/ 121981 w 4272025"/>
              <a:gd name="connsiteY0" fmla="*/ 101378 h 1199364"/>
              <a:gd name="connsiteX1" fmla="*/ 337225 w 4272025"/>
              <a:gd name="connsiteY1" fmla="*/ 173328 h 1199364"/>
              <a:gd name="connsiteX2" fmla="*/ 648485 w 4272025"/>
              <a:gd name="connsiteY2" fmla="*/ 128732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981 w 4272025"/>
              <a:gd name="connsiteY32" fmla="*/ 101378 h 1199364"/>
              <a:gd name="connsiteX0" fmla="*/ 121981 w 4272025"/>
              <a:gd name="connsiteY0" fmla="*/ 101378 h 1199364"/>
              <a:gd name="connsiteX1" fmla="*/ 337225 w 4272025"/>
              <a:gd name="connsiteY1" fmla="*/ 173328 h 1199364"/>
              <a:gd name="connsiteX2" fmla="*/ 697270 w 4272025"/>
              <a:gd name="connsiteY2" fmla="*/ 245345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981 w 4272025"/>
              <a:gd name="connsiteY32" fmla="*/ 101378 h 1199364"/>
              <a:gd name="connsiteX0" fmla="*/ 121198 w 4272025"/>
              <a:gd name="connsiteY0" fmla="*/ 245345 h 1199364"/>
              <a:gd name="connsiteX1" fmla="*/ 337225 w 4272025"/>
              <a:gd name="connsiteY1" fmla="*/ 173328 h 1199364"/>
              <a:gd name="connsiteX2" fmla="*/ 697270 w 4272025"/>
              <a:gd name="connsiteY2" fmla="*/ 245345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21198 w 4272025"/>
              <a:gd name="connsiteY0" fmla="*/ 245345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21198 w 4272025"/>
              <a:gd name="connsiteY0" fmla="*/ 245345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21198 w 4272025"/>
              <a:gd name="connsiteY0" fmla="*/ 245345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34201 w 4272025"/>
              <a:gd name="connsiteY0" fmla="*/ 271384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55858 w 4272025"/>
              <a:gd name="connsiteY3" fmla="*/ 288059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03277 w 4272025"/>
              <a:gd name="connsiteY3" fmla="*/ 275364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03277 w 4272025"/>
              <a:gd name="connsiteY3" fmla="*/ 275364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3972426 w 4272025"/>
              <a:gd name="connsiteY15" fmla="*/ 89425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03277 w 4272025"/>
              <a:gd name="connsiteY3" fmla="*/ 275364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3972426 w 4272025"/>
              <a:gd name="connsiteY15" fmla="*/ 89425 h 1199364"/>
              <a:gd name="connsiteX16" fmla="*/ 4024577 w 4272025"/>
              <a:gd name="connsiteY16" fmla="*/ 196314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94416"/>
              <a:gd name="connsiteY0" fmla="*/ 271384 h 1199364"/>
              <a:gd name="connsiteX1" fmla="*/ 332897 w 4294416"/>
              <a:gd name="connsiteY1" fmla="*/ 212360 h 1199364"/>
              <a:gd name="connsiteX2" fmla="*/ 625261 w 4294416"/>
              <a:gd name="connsiteY2" fmla="*/ 245345 h 1199364"/>
              <a:gd name="connsiteX3" fmla="*/ 703277 w 4294416"/>
              <a:gd name="connsiteY3" fmla="*/ 275364 h 1199364"/>
              <a:gd name="connsiteX4" fmla="*/ 769279 w 4294416"/>
              <a:gd name="connsiteY4" fmla="*/ 389381 h 1199364"/>
              <a:gd name="connsiteX5" fmla="*/ 825130 w 4294416"/>
              <a:gd name="connsiteY5" fmla="*/ 471632 h 1199364"/>
              <a:gd name="connsiteX6" fmla="*/ 960212 w 4294416"/>
              <a:gd name="connsiteY6" fmla="*/ 741795 h 1199364"/>
              <a:gd name="connsiteX7" fmla="*/ 1465903 w 4294416"/>
              <a:gd name="connsiteY7" fmla="*/ 880341 h 1199364"/>
              <a:gd name="connsiteX8" fmla="*/ 2536167 w 4294416"/>
              <a:gd name="connsiteY8" fmla="*/ 949614 h 1199364"/>
              <a:gd name="connsiteX9" fmla="*/ 2750912 w 4294416"/>
              <a:gd name="connsiteY9" fmla="*/ 946150 h 1199364"/>
              <a:gd name="connsiteX10" fmla="*/ 2879067 w 4294416"/>
              <a:gd name="connsiteY10" fmla="*/ 890732 h 1199364"/>
              <a:gd name="connsiteX11" fmla="*/ 2955267 w 4294416"/>
              <a:gd name="connsiteY11" fmla="*/ 630959 h 1199364"/>
              <a:gd name="connsiteX12" fmla="*/ 2951803 w 4294416"/>
              <a:gd name="connsiteY12" fmla="*/ 378114 h 1199364"/>
              <a:gd name="connsiteX13" fmla="*/ 3066103 w 4294416"/>
              <a:gd name="connsiteY13" fmla="*/ 59459 h 1199364"/>
              <a:gd name="connsiteX14" fmla="*/ 3790003 w 4294416"/>
              <a:gd name="connsiteY14" fmla="*/ 21359 h 1199364"/>
              <a:gd name="connsiteX15" fmla="*/ 3972426 w 4294416"/>
              <a:gd name="connsiteY15" fmla="*/ 89425 h 1199364"/>
              <a:gd name="connsiteX16" fmla="*/ 4024577 w 4294416"/>
              <a:gd name="connsiteY16" fmla="*/ 196314 h 1199364"/>
              <a:gd name="connsiteX17" fmla="*/ 4085149 w 4294416"/>
              <a:gd name="connsiteY17" fmla="*/ 391151 h 1199364"/>
              <a:gd name="connsiteX18" fmla="*/ 4264521 w 4294416"/>
              <a:gd name="connsiteY18" fmla="*/ 568614 h 1199364"/>
              <a:gd name="connsiteX19" fmla="*/ 4264521 w 4294416"/>
              <a:gd name="connsiteY19" fmla="*/ 724477 h 1199364"/>
              <a:gd name="connsiteX20" fmla="*/ 4257594 w 4294416"/>
              <a:gd name="connsiteY20" fmla="*/ 748723 h 1199364"/>
              <a:gd name="connsiteX21" fmla="*/ 4229885 w 4294416"/>
              <a:gd name="connsiteY21" fmla="*/ 804141 h 1199364"/>
              <a:gd name="connsiteX22" fmla="*/ 4143294 w 4294416"/>
              <a:gd name="connsiteY22" fmla="*/ 845704 h 1199364"/>
              <a:gd name="connsiteX23" fmla="*/ 3938405 w 4294416"/>
              <a:gd name="connsiteY23" fmla="*/ 965474 h 1199364"/>
              <a:gd name="connsiteX24" fmla="*/ 3506357 w 4294416"/>
              <a:gd name="connsiteY24" fmla="*/ 1109490 h 1199364"/>
              <a:gd name="connsiteX25" fmla="*/ 2786277 w 4294416"/>
              <a:gd name="connsiteY25" fmla="*/ 1181498 h 1199364"/>
              <a:gd name="connsiteX26" fmla="*/ 1922182 w 4294416"/>
              <a:gd name="connsiteY26" fmla="*/ 1181498 h 1199364"/>
              <a:gd name="connsiteX27" fmla="*/ 1130094 w 4294416"/>
              <a:gd name="connsiteY27" fmla="*/ 1109490 h 1199364"/>
              <a:gd name="connsiteX28" fmla="*/ 554030 w 4294416"/>
              <a:gd name="connsiteY28" fmla="*/ 965474 h 1199364"/>
              <a:gd name="connsiteX29" fmla="*/ 338005 w 4294416"/>
              <a:gd name="connsiteY29" fmla="*/ 893466 h 1199364"/>
              <a:gd name="connsiteX30" fmla="*/ 52740 w 4294416"/>
              <a:gd name="connsiteY30" fmla="*/ 707159 h 1199364"/>
              <a:gd name="connsiteX31" fmla="*/ 21567 w 4294416"/>
              <a:gd name="connsiteY31" fmla="*/ 447386 h 1199364"/>
              <a:gd name="connsiteX32" fmla="*/ 134201 w 4294416"/>
              <a:gd name="connsiteY32" fmla="*/ 271384 h 1199364"/>
              <a:gd name="connsiteX0" fmla="*/ 134201 w 4301068"/>
              <a:gd name="connsiteY0" fmla="*/ 271384 h 1199364"/>
              <a:gd name="connsiteX1" fmla="*/ 332897 w 4301068"/>
              <a:gd name="connsiteY1" fmla="*/ 212360 h 1199364"/>
              <a:gd name="connsiteX2" fmla="*/ 625261 w 4301068"/>
              <a:gd name="connsiteY2" fmla="*/ 245345 h 1199364"/>
              <a:gd name="connsiteX3" fmla="*/ 703277 w 4301068"/>
              <a:gd name="connsiteY3" fmla="*/ 275364 h 1199364"/>
              <a:gd name="connsiteX4" fmla="*/ 769279 w 4301068"/>
              <a:gd name="connsiteY4" fmla="*/ 389381 h 1199364"/>
              <a:gd name="connsiteX5" fmla="*/ 825130 w 4301068"/>
              <a:gd name="connsiteY5" fmla="*/ 471632 h 1199364"/>
              <a:gd name="connsiteX6" fmla="*/ 960212 w 4301068"/>
              <a:gd name="connsiteY6" fmla="*/ 741795 h 1199364"/>
              <a:gd name="connsiteX7" fmla="*/ 1465903 w 4301068"/>
              <a:gd name="connsiteY7" fmla="*/ 880341 h 1199364"/>
              <a:gd name="connsiteX8" fmla="*/ 2536167 w 4301068"/>
              <a:gd name="connsiteY8" fmla="*/ 949614 h 1199364"/>
              <a:gd name="connsiteX9" fmla="*/ 2750912 w 4301068"/>
              <a:gd name="connsiteY9" fmla="*/ 946150 h 1199364"/>
              <a:gd name="connsiteX10" fmla="*/ 2879067 w 4301068"/>
              <a:gd name="connsiteY10" fmla="*/ 890732 h 1199364"/>
              <a:gd name="connsiteX11" fmla="*/ 2955267 w 4301068"/>
              <a:gd name="connsiteY11" fmla="*/ 630959 h 1199364"/>
              <a:gd name="connsiteX12" fmla="*/ 2951803 w 4301068"/>
              <a:gd name="connsiteY12" fmla="*/ 378114 h 1199364"/>
              <a:gd name="connsiteX13" fmla="*/ 3066103 w 4301068"/>
              <a:gd name="connsiteY13" fmla="*/ 59459 h 1199364"/>
              <a:gd name="connsiteX14" fmla="*/ 3790003 w 4301068"/>
              <a:gd name="connsiteY14" fmla="*/ 21359 h 1199364"/>
              <a:gd name="connsiteX15" fmla="*/ 3972426 w 4301068"/>
              <a:gd name="connsiteY15" fmla="*/ 89425 h 1199364"/>
              <a:gd name="connsiteX16" fmla="*/ 4024577 w 4301068"/>
              <a:gd name="connsiteY16" fmla="*/ 196314 h 1199364"/>
              <a:gd name="connsiteX17" fmla="*/ 4085149 w 4301068"/>
              <a:gd name="connsiteY17" fmla="*/ 391151 h 1199364"/>
              <a:gd name="connsiteX18" fmla="*/ 4264521 w 4301068"/>
              <a:gd name="connsiteY18" fmla="*/ 568614 h 1199364"/>
              <a:gd name="connsiteX19" fmla="*/ 4264521 w 4301068"/>
              <a:gd name="connsiteY19" fmla="*/ 724477 h 1199364"/>
              <a:gd name="connsiteX20" fmla="*/ 4045242 w 4301068"/>
              <a:gd name="connsiteY20" fmla="*/ 670664 h 1199364"/>
              <a:gd name="connsiteX21" fmla="*/ 4229885 w 4301068"/>
              <a:gd name="connsiteY21" fmla="*/ 804141 h 1199364"/>
              <a:gd name="connsiteX22" fmla="*/ 4143294 w 4301068"/>
              <a:gd name="connsiteY22" fmla="*/ 845704 h 1199364"/>
              <a:gd name="connsiteX23" fmla="*/ 3938405 w 4301068"/>
              <a:gd name="connsiteY23" fmla="*/ 965474 h 1199364"/>
              <a:gd name="connsiteX24" fmla="*/ 3506357 w 4301068"/>
              <a:gd name="connsiteY24" fmla="*/ 1109490 h 1199364"/>
              <a:gd name="connsiteX25" fmla="*/ 2786277 w 4301068"/>
              <a:gd name="connsiteY25" fmla="*/ 1181498 h 1199364"/>
              <a:gd name="connsiteX26" fmla="*/ 1922182 w 4301068"/>
              <a:gd name="connsiteY26" fmla="*/ 1181498 h 1199364"/>
              <a:gd name="connsiteX27" fmla="*/ 1130094 w 4301068"/>
              <a:gd name="connsiteY27" fmla="*/ 1109490 h 1199364"/>
              <a:gd name="connsiteX28" fmla="*/ 554030 w 4301068"/>
              <a:gd name="connsiteY28" fmla="*/ 965474 h 1199364"/>
              <a:gd name="connsiteX29" fmla="*/ 338005 w 4301068"/>
              <a:gd name="connsiteY29" fmla="*/ 893466 h 1199364"/>
              <a:gd name="connsiteX30" fmla="*/ 52740 w 4301068"/>
              <a:gd name="connsiteY30" fmla="*/ 707159 h 1199364"/>
              <a:gd name="connsiteX31" fmla="*/ 21567 w 4301068"/>
              <a:gd name="connsiteY31" fmla="*/ 447386 h 1199364"/>
              <a:gd name="connsiteX32" fmla="*/ 134201 w 4301068"/>
              <a:gd name="connsiteY32" fmla="*/ 271384 h 1199364"/>
              <a:gd name="connsiteX0" fmla="*/ 134201 w 4277232"/>
              <a:gd name="connsiteY0" fmla="*/ 271384 h 1199364"/>
              <a:gd name="connsiteX1" fmla="*/ 332897 w 4277232"/>
              <a:gd name="connsiteY1" fmla="*/ 212360 h 1199364"/>
              <a:gd name="connsiteX2" fmla="*/ 625261 w 4277232"/>
              <a:gd name="connsiteY2" fmla="*/ 245345 h 1199364"/>
              <a:gd name="connsiteX3" fmla="*/ 703277 w 4277232"/>
              <a:gd name="connsiteY3" fmla="*/ 275364 h 1199364"/>
              <a:gd name="connsiteX4" fmla="*/ 769279 w 4277232"/>
              <a:gd name="connsiteY4" fmla="*/ 389381 h 1199364"/>
              <a:gd name="connsiteX5" fmla="*/ 825130 w 4277232"/>
              <a:gd name="connsiteY5" fmla="*/ 471632 h 1199364"/>
              <a:gd name="connsiteX6" fmla="*/ 960212 w 4277232"/>
              <a:gd name="connsiteY6" fmla="*/ 741795 h 1199364"/>
              <a:gd name="connsiteX7" fmla="*/ 1465903 w 4277232"/>
              <a:gd name="connsiteY7" fmla="*/ 880341 h 1199364"/>
              <a:gd name="connsiteX8" fmla="*/ 2536167 w 4277232"/>
              <a:gd name="connsiteY8" fmla="*/ 949614 h 1199364"/>
              <a:gd name="connsiteX9" fmla="*/ 2750912 w 4277232"/>
              <a:gd name="connsiteY9" fmla="*/ 946150 h 1199364"/>
              <a:gd name="connsiteX10" fmla="*/ 2879067 w 4277232"/>
              <a:gd name="connsiteY10" fmla="*/ 890732 h 1199364"/>
              <a:gd name="connsiteX11" fmla="*/ 2955267 w 4277232"/>
              <a:gd name="connsiteY11" fmla="*/ 630959 h 1199364"/>
              <a:gd name="connsiteX12" fmla="*/ 2951803 w 4277232"/>
              <a:gd name="connsiteY12" fmla="*/ 378114 h 1199364"/>
              <a:gd name="connsiteX13" fmla="*/ 3066103 w 4277232"/>
              <a:gd name="connsiteY13" fmla="*/ 59459 h 1199364"/>
              <a:gd name="connsiteX14" fmla="*/ 3790003 w 4277232"/>
              <a:gd name="connsiteY14" fmla="*/ 21359 h 1199364"/>
              <a:gd name="connsiteX15" fmla="*/ 3972426 w 4277232"/>
              <a:gd name="connsiteY15" fmla="*/ 89425 h 1199364"/>
              <a:gd name="connsiteX16" fmla="*/ 4024577 w 4277232"/>
              <a:gd name="connsiteY16" fmla="*/ 196314 h 1199364"/>
              <a:gd name="connsiteX17" fmla="*/ 4085149 w 4277232"/>
              <a:gd name="connsiteY17" fmla="*/ 391151 h 1199364"/>
              <a:gd name="connsiteX18" fmla="*/ 4121509 w 4277232"/>
              <a:gd name="connsiteY18" fmla="*/ 542595 h 1199364"/>
              <a:gd name="connsiteX19" fmla="*/ 4264521 w 4277232"/>
              <a:gd name="connsiteY19" fmla="*/ 724477 h 1199364"/>
              <a:gd name="connsiteX20" fmla="*/ 4045242 w 4277232"/>
              <a:gd name="connsiteY20" fmla="*/ 670664 h 1199364"/>
              <a:gd name="connsiteX21" fmla="*/ 4229885 w 4277232"/>
              <a:gd name="connsiteY21" fmla="*/ 804141 h 1199364"/>
              <a:gd name="connsiteX22" fmla="*/ 4143294 w 4277232"/>
              <a:gd name="connsiteY22" fmla="*/ 845704 h 1199364"/>
              <a:gd name="connsiteX23" fmla="*/ 3938405 w 4277232"/>
              <a:gd name="connsiteY23" fmla="*/ 965474 h 1199364"/>
              <a:gd name="connsiteX24" fmla="*/ 3506357 w 4277232"/>
              <a:gd name="connsiteY24" fmla="*/ 1109490 h 1199364"/>
              <a:gd name="connsiteX25" fmla="*/ 2786277 w 4277232"/>
              <a:gd name="connsiteY25" fmla="*/ 1181498 h 1199364"/>
              <a:gd name="connsiteX26" fmla="*/ 1922182 w 4277232"/>
              <a:gd name="connsiteY26" fmla="*/ 1181498 h 1199364"/>
              <a:gd name="connsiteX27" fmla="*/ 1130094 w 4277232"/>
              <a:gd name="connsiteY27" fmla="*/ 1109490 h 1199364"/>
              <a:gd name="connsiteX28" fmla="*/ 554030 w 4277232"/>
              <a:gd name="connsiteY28" fmla="*/ 965474 h 1199364"/>
              <a:gd name="connsiteX29" fmla="*/ 338005 w 4277232"/>
              <a:gd name="connsiteY29" fmla="*/ 893466 h 1199364"/>
              <a:gd name="connsiteX30" fmla="*/ 52740 w 4277232"/>
              <a:gd name="connsiteY30" fmla="*/ 707159 h 1199364"/>
              <a:gd name="connsiteX31" fmla="*/ 21567 w 4277232"/>
              <a:gd name="connsiteY31" fmla="*/ 447386 h 1199364"/>
              <a:gd name="connsiteX32" fmla="*/ 134201 w 4277232"/>
              <a:gd name="connsiteY32" fmla="*/ 271384 h 1199364"/>
              <a:gd name="connsiteX0" fmla="*/ 134201 w 4246227"/>
              <a:gd name="connsiteY0" fmla="*/ 271384 h 1199364"/>
              <a:gd name="connsiteX1" fmla="*/ 332897 w 4246227"/>
              <a:gd name="connsiteY1" fmla="*/ 212360 h 1199364"/>
              <a:gd name="connsiteX2" fmla="*/ 625261 w 4246227"/>
              <a:gd name="connsiteY2" fmla="*/ 245345 h 1199364"/>
              <a:gd name="connsiteX3" fmla="*/ 703277 w 4246227"/>
              <a:gd name="connsiteY3" fmla="*/ 275364 h 1199364"/>
              <a:gd name="connsiteX4" fmla="*/ 769279 w 4246227"/>
              <a:gd name="connsiteY4" fmla="*/ 389381 h 1199364"/>
              <a:gd name="connsiteX5" fmla="*/ 825130 w 4246227"/>
              <a:gd name="connsiteY5" fmla="*/ 471632 h 1199364"/>
              <a:gd name="connsiteX6" fmla="*/ 960212 w 4246227"/>
              <a:gd name="connsiteY6" fmla="*/ 741795 h 1199364"/>
              <a:gd name="connsiteX7" fmla="*/ 1465903 w 4246227"/>
              <a:gd name="connsiteY7" fmla="*/ 880341 h 1199364"/>
              <a:gd name="connsiteX8" fmla="*/ 2536167 w 4246227"/>
              <a:gd name="connsiteY8" fmla="*/ 949614 h 1199364"/>
              <a:gd name="connsiteX9" fmla="*/ 2750912 w 4246227"/>
              <a:gd name="connsiteY9" fmla="*/ 946150 h 1199364"/>
              <a:gd name="connsiteX10" fmla="*/ 2879067 w 4246227"/>
              <a:gd name="connsiteY10" fmla="*/ 890732 h 1199364"/>
              <a:gd name="connsiteX11" fmla="*/ 2955267 w 4246227"/>
              <a:gd name="connsiteY11" fmla="*/ 630959 h 1199364"/>
              <a:gd name="connsiteX12" fmla="*/ 2951803 w 4246227"/>
              <a:gd name="connsiteY12" fmla="*/ 378114 h 1199364"/>
              <a:gd name="connsiteX13" fmla="*/ 3066103 w 4246227"/>
              <a:gd name="connsiteY13" fmla="*/ 59459 h 1199364"/>
              <a:gd name="connsiteX14" fmla="*/ 3790003 w 4246227"/>
              <a:gd name="connsiteY14" fmla="*/ 21359 h 1199364"/>
              <a:gd name="connsiteX15" fmla="*/ 3972426 w 4246227"/>
              <a:gd name="connsiteY15" fmla="*/ 89425 h 1199364"/>
              <a:gd name="connsiteX16" fmla="*/ 4024577 w 4246227"/>
              <a:gd name="connsiteY16" fmla="*/ 196314 h 1199364"/>
              <a:gd name="connsiteX17" fmla="*/ 4085149 w 4246227"/>
              <a:gd name="connsiteY17" fmla="*/ 391151 h 1199364"/>
              <a:gd name="connsiteX18" fmla="*/ 4121509 w 4246227"/>
              <a:gd name="connsiteY18" fmla="*/ 542595 h 1199364"/>
              <a:gd name="connsiteX19" fmla="*/ 4045242 w 4246227"/>
              <a:gd name="connsiteY19" fmla="*/ 670664 h 1199364"/>
              <a:gd name="connsiteX20" fmla="*/ 4229885 w 4246227"/>
              <a:gd name="connsiteY20" fmla="*/ 804141 h 1199364"/>
              <a:gd name="connsiteX21" fmla="*/ 4143294 w 4246227"/>
              <a:gd name="connsiteY21" fmla="*/ 845704 h 1199364"/>
              <a:gd name="connsiteX22" fmla="*/ 3938405 w 4246227"/>
              <a:gd name="connsiteY22" fmla="*/ 965474 h 1199364"/>
              <a:gd name="connsiteX23" fmla="*/ 3506357 w 4246227"/>
              <a:gd name="connsiteY23" fmla="*/ 1109490 h 1199364"/>
              <a:gd name="connsiteX24" fmla="*/ 2786277 w 4246227"/>
              <a:gd name="connsiteY24" fmla="*/ 1181498 h 1199364"/>
              <a:gd name="connsiteX25" fmla="*/ 1922182 w 4246227"/>
              <a:gd name="connsiteY25" fmla="*/ 1181498 h 1199364"/>
              <a:gd name="connsiteX26" fmla="*/ 1130094 w 4246227"/>
              <a:gd name="connsiteY26" fmla="*/ 1109490 h 1199364"/>
              <a:gd name="connsiteX27" fmla="*/ 554030 w 4246227"/>
              <a:gd name="connsiteY27" fmla="*/ 965474 h 1199364"/>
              <a:gd name="connsiteX28" fmla="*/ 338005 w 4246227"/>
              <a:gd name="connsiteY28" fmla="*/ 893466 h 1199364"/>
              <a:gd name="connsiteX29" fmla="*/ 52740 w 4246227"/>
              <a:gd name="connsiteY29" fmla="*/ 707159 h 1199364"/>
              <a:gd name="connsiteX30" fmla="*/ 21567 w 4246227"/>
              <a:gd name="connsiteY30" fmla="*/ 447386 h 1199364"/>
              <a:gd name="connsiteX31" fmla="*/ 134201 w 4246227"/>
              <a:gd name="connsiteY31" fmla="*/ 271384 h 1199364"/>
              <a:gd name="connsiteX0" fmla="*/ 134201 w 4161100"/>
              <a:gd name="connsiteY0" fmla="*/ 271384 h 1199364"/>
              <a:gd name="connsiteX1" fmla="*/ 332897 w 4161100"/>
              <a:gd name="connsiteY1" fmla="*/ 212360 h 1199364"/>
              <a:gd name="connsiteX2" fmla="*/ 625261 w 4161100"/>
              <a:gd name="connsiteY2" fmla="*/ 245345 h 1199364"/>
              <a:gd name="connsiteX3" fmla="*/ 703277 w 4161100"/>
              <a:gd name="connsiteY3" fmla="*/ 275364 h 1199364"/>
              <a:gd name="connsiteX4" fmla="*/ 769279 w 4161100"/>
              <a:gd name="connsiteY4" fmla="*/ 389381 h 1199364"/>
              <a:gd name="connsiteX5" fmla="*/ 825130 w 4161100"/>
              <a:gd name="connsiteY5" fmla="*/ 471632 h 1199364"/>
              <a:gd name="connsiteX6" fmla="*/ 960212 w 4161100"/>
              <a:gd name="connsiteY6" fmla="*/ 741795 h 1199364"/>
              <a:gd name="connsiteX7" fmla="*/ 1465903 w 4161100"/>
              <a:gd name="connsiteY7" fmla="*/ 880341 h 1199364"/>
              <a:gd name="connsiteX8" fmla="*/ 2536167 w 4161100"/>
              <a:gd name="connsiteY8" fmla="*/ 949614 h 1199364"/>
              <a:gd name="connsiteX9" fmla="*/ 2750912 w 4161100"/>
              <a:gd name="connsiteY9" fmla="*/ 946150 h 1199364"/>
              <a:gd name="connsiteX10" fmla="*/ 2879067 w 4161100"/>
              <a:gd name="connsiteY10" fmla="*/ 890732 h 1199364"/>
              <a:gd name="connsiteX11" fmla="*/ 2955267 w 4161100"/>
              <a:gd name="connsiteY11" fmla="*/ 630959 h 1199364"/>
              <a:gd name="connsiteX12" fmla="*/ 2951803 w 4161100"/>
              <a:gd name="connsiteY12" fmla="*/ 378114 h 1199364"/>
              <a:gd name="connsiteX13" fmla="*/ 3066103 w 4161100"/>
              <a:gd name="connsiteY13" fmla="*/ 59459 h 1199364"/>
              <a:gd name="connsiteX14" fmla="*/ 3790003 w 4161100"/>
              <a:gd name="connsiteY14" fmla="*/ 21359 h 1199364"/>
              <a:gd name="connsiteX15" fmla="*/ 3972426 w 4161100"/>
              <a:gd name="connsiteY15" fmla="*/ 89425 h 1199364"/>
              <a:gd name="connsiteX16" fmla="*/ 4024577 w 4161100"/>
              <a:gd name="connsiteY16" fmla="*/ 196314 h 1199364"/>
              <a:gd name="connsiteX17" fmla="*/ 4085149 w 4161100"/>
              <a:gd name="connsiteY17" fmla="*/ 391151 h 1199364"/>
              <a:gd name="connsiteX18" fmla="*/ 4121509 w 4161100"/>
              <a:gd name="connsiteY18" fmla="*/ 542595 h 1199364"/>
              <a:gd name="connsiteX19" fmla="*/ 4045242 w 4161100"/>
              <a:gd name="connsiteY19" fmla="*/ 670664 h 1199364"/>
              <a:gd name="connsiteX20" fmla="*/ 4143294 w 4161100"/>
              <a:gd name="connsiteY20" fmla="*/ 845704 h 1199364"/>
              <a:gd name="connsiteX21" fmla="*/ 3938405 w 4161100"/>
              <a:gd name="connsiteY21" fmla="*/ 965474 h 1199364"/>
              <a:gd name="connsiteX22" fmla="*/ 3506357 w 4161100"/>
              <a:gd name="connsiteY22" fmla="*/ 1109490 h 1199364"/>
              <a:gd name="connsiteX23" fmla="*/ 2786277 w 4161100"/>
              <a:gd name="connsiteY23" fmla="*/ 1181498 h 1199364"/>
              <a:gd name="connsiteX24" fmla="*/ 1922182 w 4161100"/>
              <a:gd name="connsiteY24" fmla="*/ 1181498 h 1199364"/>
              <a:gd name="connsiteX25" fmla="*/ 1130094 w 4161100"/>
              <a:gd name="connsiteY25" fmla="*/ 1109490 h 1199364"/>
              <a:gd name="connsiteX26" fmla="*/ 554030 w 4161100"/>
              <a:gd name="connsiteY26" fmla="*/ 965474 h 1199364"/>
              <a:gd name="connsiteX27" fmla="*/ 338005 w 4161100"/>
              <a:gd name="connsiteY27" fmla="*/ 893466 h 1199364"/>
              <a:gd name="connsiteX28" fmla="*/ 52740 w 4161100"/>
              <a:gd name="connsiteY28" fmla="*/ 707159 h 1199364"/>
              <a:gd name="connsiteX29" fmla="*/ 21567 w 4161100"/>
              <a:gd name="connsiteY29" fmla="*/ 447386 h 1199364"/>
              <a:gd name="connsiteX30" fmla="*/ 134201 w 4161100"/>
              <a:gd name="connsiteY30" fmla="*/ 271384 h 1199364"/>
              <a:gd name="connsiteX0" fmla="*/ 134201 w 4128160"/>
              <a:gd name="connsiteY0" fmla="*/ 271384 h 1199364"/>
              <a:gd name="connsiteX1" fmla="*/ 332897 w 4128160"/>
              <a:gd name="connsiteY1" fmla="*/ 212360 h 1199364"/>
              <a:gd name="connsiteX2" fmla="*/ 625261 w 4128160"/>
              <a:gd name="connsiteY2" fmla="*/ 245345 h 1199364"/>
              <a:gd name="connsiteX3" fmla="*/ 703277 w 4128160"/>
              <a:gd name="connsiteY3" fmla="*/ 275364 h 1199364"/>
              <a:gd name="connsiteX4" fmla="*/ 769279 w 4128160"/>
              <a:gd name="connsiteY4" fmla="*/ 389381 h 1199364"/>
              <a:gd name="connsiteX5" fmla="*/ 825130 w 4128160"/>
              <a:gd name="connsiteY5" fmla="*/ 471632 h 1199364"/>
              <a:gd name="connsiteX6" fmla="*/ 960212 w 4128160"/>
              <a:gd name="connsiteY6" fmla="*/ 741795 h 1199364"/>
              <a:gd name="connsiteX7" fmla="*/ 1465903 w 4128160"/>
              <a:gd name="connsiteY7" fmla="*/ 880341 h 1199364"/>
              <a:gd name="connsiteX8" fmla="*/ 2536167 w 4128160"/>
              <a:gd name="connsiteY8" fmla="*/ 949614 h 1199364"/>
              <a:gd name="connsiteX9" fmla="*/ 2750912 w 4128160"/>
              <a:gd name="connsiteY9" fmla="*/ 946150 h 1199364"/>
              <a:gd name="connsiteX10" fmla="*/ 2879067 w 4128160"/>
              <a:gd name="connsiteY10" fmla="*/ 890732 h 1199364"/>
              <a:gd name="connsiteX11" fmla="*/ 2955267 w 4128160"/>
              <a:gd name="connsiteY11" fmla="*/ 630959 h 1199364"/>
              <a:gd name="connsiteX12" fmla="*/ 2951803 w 4128160"/>
              <a:gd name="connsiteY12" fmla="*/ 378114 h 1199364"/>
              <a:gd name="connsiteX13" fmla="*/ 3066103 w 4128160"/>
              <a:gd name="connsiteY13" fmla="*/ 59459 h 1199364"/>
              <a:gd name="connsiteX14" fmla="*/ 3790003 w 4128160"/>
              <a:gd name="connsiteY14" fmla="*/ 21359 h 1199364"/>
              <a:gd name="connsiteX15" fmla="*/ 3972426 w 4128160"/>
              <a:gd name="connsiteY15" fmla="*/ 89425 h 1199364"/>
              <a:gd name="connsiteX16" fmla="*/ 4024577 w 4128160"/>
              <a:gd name="connsiteY16" fmla="*/ 196314 h 1199364"/>
              <a:gd name="connsiteX17" fmla="*/ 4085149 w 4128160"/>
              <a:gd name="connsiteY17" fmla="*/ 391151 h 1199364"/>
              <a:gd name="connsiteX18" fmla="*/ 4121509 w 4128160"/>
              <a:gd name="connsiteY18" fmla="*/ 542595 h 1199364"/>
              <a:gd name="connsiteX19" fmla="*/ 4045242 w 4128160"/>
              <a:gd name="connsiteY19" fmla="*/ 670664 h 1199364"/>
              <a:gd name="connsiteX20" fmla="*/ 3938405 w 4128160"/>
              <a:gd name="connsiteY20" fmla="*/ 965474 h 1199364"/>
              <a:gd name="connsiteX21" fmla="*/ 3506357 w 4128160"/>
              <a:gd name="connsiteY21" fmla="*/ 1109490 h 1199364"/>
              <a:gd name="connsiteX22" fmla="*/ 2786277 w 4128160"/>
              <a:gd name="connsiteY22" fmla="*/ 1181498 h 1199364"/>
              <a:gd name="connsiteX23" fmla="*/ 1922182 w 4128160"/>
              <a:gd name="connsiteY23" fmla="*/ 1181498 h 1199364"/>
              <a:gd name="connsiteX24" fmla="*/ 1130094 w 4128160"/>
              <a:gd name="connsiteY24" fmla="*/ 1109490 h 1199364"/>
              <a:gd name="connsiteX25" fmla="*/ 554030 w 4128160"/>
              <a:gd name="connsiteY25" fmla="*/ 965474 h 1199364"/>
              <a:gd name="connsiteX26" fmla="*/ 338005 w 4128160"/>
              <a:gd name="connsiteY26" fmla="*/ 893466 h 1199364"/>
              <a:gd name="connsiteX27" fmla="*/ 52740 w 4128160"/>
              <a:gd name="connsiteY27" fmla="*/ 707159 h 1199364"/>
              <a:gd name="connsiteX28" fmla="*/ 21567 w 4128160"/>
              <a:gd name="connsiteY28" fmla="*/ 447386 h 1199364"/>
              <a:gd name="connsiteX29" fmla="*/ 134201 w 4128160"/>
              <a:gd name="connsiteY29" fmla="*/ 271384 h 1199364"/>
              <a:gd name="connsiteX0" fmla="*/ 134201 w 4088593"/>
              <a:gd name="connsiteY0" fmla="*/ 271384 h 1199364"/>
              <a:gd name="connsiteX1" fmla="*/ 332897 w 4088593"/>
              <a:gd name="connsiteY1" fmla="*/ 212360 h 1199364"/>
              <a:gd name="connsiteX2" fmla="*/ 625261 w 4088593"/>
              <a:gd name="connsiteY2" fmla="*/ 245345 h 1199364"/>
              <a:gd name="connsiteX3" fmla="*/ 703277 w 4088593"/>
              <a:gd name="connsiteY3" fmla="*/ 275364 h 1199364"/>
              <a:gd name="connsiteX4" fmla="*/ 769279 w 4088593"/>
              <a:gd name="connsiteY4" fmla="*/ 389381 h 1199364"/>
              <a:gd name="connsiteX5" fmla="*/ 825130 w 4088593"/>
              <a:gd name="connsiteY5" fmla="*/ 471632 h 1199364"/>
              <a:gd name="connsiteX6" fmla="*/ 960212 w 4088593"/>
              <a:gd name="connsiteY6" fmla="*/ 741795 h 1199364"/>
              <a:gd name="connsiteX7" fmla="*/ 1465903 w 4088593"/>
              <a:gd name="connsiteY7" fmla="*/ 880341 h 1199364"/>
              <a:gd name="connsiteX8" fmla="*/ 2536167 w 4088593"/>
              <a:gd name="connsiteY8" fmla="*/ 949614 h 1199364"/>
              <a:gd name="connsiteX9" fmla="*/ 2750912 w 4088593"/>
              <a:gd name="connsiteY9" fmla="*/ 946150 h 1199364"/>
              <a:gd name="connsiteX10" fmla="*/ 2879067 w 4088593"/>
              <a:gd name="connsiteY10" fmla="*/ 890732 h 1199364"/>
              <a:gd name="connsiteX11" fmla="*/ 2955267 w 4088593"/>
              <a:gd name="connsiteY11" fmla="*/ 630959 h 1199364"/>
              <a:gd name="connsiteX12" fmla="*/ 2951803 w 4088593"/>
              <a:gd name="connsiteY12" fmla="*/ 378114 h 1199364"/>
              <a:gd name="connsiteX13" fmla="*/ 3066103 w 4088593"/>
              <a:gd name="connsiteY13" fmla="*/ 59459 h 1199364"/>
              <a:gd name="connsiteX14" fmla="*/ 3790003 w 4088593"/>
              <a:gd name="connsiteY14" fmla="*/ 21359 h 1199364"/>
              <a:gd name="connsiteX15" fmla="*/ 3972426 w 4088593"/>
              <a:gd name="connsiteY15" fmla="*/ 89425 h 1199364"/>
              <a:gd name="connsiteX16" fmla="*/ 4024577 w 4088593"/>
              <a:gd name="connsiteY16" fmla="*/ 196314 h 1199364"/>
              <a:gd name="connsiteX17" fmla="*/ 4085149 w 4088593"/>
              <a:gd name="connsiteY17" fmla="*/ 391151 h 1199364"/>
              <a:gd name="connsiteX18" fmla="*/ 4045242 w 4088593"/>
              <a:gd name="connsiteY18" fmla="*/ 670664 h 1199364"/>
              <a:gd name="connsiteX19" fmla="*/ 3938405 w 4088593"/>
              <a:gd name="connsiteY19" fmla="*/ 965474 h 1199364"/>
              <a:gd name="connsiteX20" fmla="*/ 3506357 w 4088593"/>
              <a:gd name="connsiteY20" fmla="*/ 1109490 h 1199364"/>
              <a:gd name="connsiteX21" fmla="*/ 2786277 w 4088593"/>
              <a:gd name="connsiteY21" fmla="*/ 1181498 h 1199364"/>
              <a:gd name="connsiteX22" fmla="*/ 1922182 w 4088593"/>
              <a:gd name="connsiteY22" fmla="*/ 1181498 h 1199364"/>
              <a:gd name="connsiteX23" fmla="*/ 1130094 w 4088593"/>
              <a:gd name="connsiteY23" fmla="*/ 1109490 h 1199364"/>
              <a:gd name="connsiteX24" fmla="*/ 554030 w 4088593"/>
              <a:gd name="connsiteY24" fmla="*/ 965474 h 1199364"/>
              <a:gd name="connsiteX25" fmla="*/ 338005 w 4088593"/>
              <a:gd name="connsiteY25" fmla="*/ 893466 h 1199364"/>
              <a:gd name="connsiteX26" fmla="*/ 52740 w 4088593"/>
              <a:gd name="connsiteY26" fmla="*/ 707159 h 1199364"/>
              <a:gd name="connsiteX27" fmla="*/ 21567 w 4088593"/>
              <a:gd name="connsiteY27" fmla="*/ 447386 h 1199364"/>
              <a:gd name="connsiteX28" fmla="*/ 134201 w 4088593"/>
              <a:gd name="connsiteY28" fmla="*/ 271384 h 1199364"/>
              <a:gd name="connsiteX0" fmla="*/ 134201 w 4088593"/>
              <a:gd name="connsiteY0" fmla="*/ 271384 h 1199364"/>
              <a:gd name="connsiteX1" fmla="*/ 332897 w 4088593"/>
              <a:gd name="connsiteY1" fmla="*/ 212360 h 1199364"/>
              <a:gd name="connsiteX2" fmla="*/ 625261 w 4088593"/>
              <a:gd name="connsiteY2" fmla="*/ 245345 h 1199364"/>
              <a:gd name="connsiteX3" fmla="*/ 703277 w 4088593"/>
              <a:gd name="connsiteY3" fmla="*/ 275364 h 1199364"/>
              <a:gd name="connsiteX4" fmla="*/ 769279 w 4088593"/>
              <a:gd name="connsiteY4" fmla="*/ 389381 h 1199364"/>
              <a:gd name="connsiteX5" fmla="*/ 825130 w 4088593"/>
              <a:gd name="connsiteY5" fmla="*/ 471632 h 1199364"/>
              <a:gd name="connsiteX6" fmla="*/ 960212 w 4088593"/>
              <a:gd name="connsiteY6" fmla="*/ 741795 h 1199364"/>
              <a:gd name="connsiteX7" fmla="*/ 1465903 w 4088593"/>
              <a:gd name="connsiteY7" fmla="*/ 880341 h 1199364"/>
              <a:gd name="connsiteX8" fmla="*/ 2536167 w 4088593"/>
              <a:gd name="connsiteY8" fmla="*/ 949614 h 1199364"/>
              <a:gd name="connsiteX9" fmla="*/ 2750912 w 4088593"/>
              <a:gd name="connsiteY9" fmla="*/ 946150 h 1199364"/>
              <a:gd name="connsiteX10" fmla="*/ 2879067 w 4088593"/>
              <a:gd name="connsiteY10" fmla="*/ 890732 h 1199364"/>
              <a:gd name="connsiteX11" fmla="*/ 2955267 w 4088593"/>
              <a:gd name="connsiteY11" fmla="*/ 630959 h 1199364"/>
              <a:gd name="connsiteX12" fmla="*/ 2951803 w 4088593"/>
              <a:gd name="connsiteY12" fmla="*/ 378114 h 1199364"/>
              <a:gd name="connsiteX13" fmla="*/ 3066103 w 4088593"/>
              <a:gd name="connsiteY13" fmla="*/ 59459 h 1199364"/>
              <a:gd name="connsiteX14" fmla="*/ 3790003 w 4088593"/>
              <a:gd name="connsiteY14" fmla="*/ 21359 h 1199364"/>
              <a:gd name="connsiteX15" fmla="*/ 3946424 w 4088593"/>
              <a:gd name="connsiteY15" fmla="*/ 102433 h 1199364"/>
              <a:gd name="connsiteX16" fmla="*/ 4024577 w 4088593"/>
              <a:gd name="connsiteY16" fmla="*/ 196314 h 1199364"/>
              <a:gd name="connsiteX17" fmla="*/ 4085149 w 4088593"/>
              <a:gd name="connsiteY17" fmla="*/ 391151 h 1199364"/>
              <a:gd name="connsiteX18" fmla="*/ 4045242 w 4088593"/>
              <a:gd name="connsiteY18" fmla="*/ 670664 h 1199364"/>
              <a:gd name="connsiteX19" fmla="*/ 3938405 w 4088593"/>
              <a:gd name="connsiteY19" fmla="*/ 965474 h 1199364"/>
              <a:gd name="connsiteX20" fmla="*/ 3506357 w 4088593"/>
              <a:gd name="connsiteY20" fmla="*/ 1109490 h 1199364"/>
              <a:gd name="connsiteX21" fmla="*/ 2786277 w 4088593"/>
              <a:gd name="connsiteY21" fmla="*/ 1181498 h 1199364"/>
              <a:gd name="connsiteX22" fmla="*/ 1922182 w 4088593"/>
              <a:gd name="connsiteY22" fmla="*/ 1181498 h 1199364"/>
              <a:gd name="connsiteX23" fmla="*/ 1130094 w 4088593"/>
              <a:gd name="connsiteY23" fmla="*/ 1109490 h 1199364"/>
              <a:gd name="connsiteX24" fmla="*/ 554030 w 4088593"/>
              <a:gd name="connsiteY24" fmla="*/ 965474 h 1199364"/>
              <a:gd name="connsiteX25" fmla="*/ 338005 w 4088593"/>
              <a:gd name="connsiteY25" fmla="*/ 893466 h 1199364"/>
              <a:gd name="connsiteX26" fmla="*/ 52740 w 4088593"/>
              <a:gd name="connsiteY26" fmla="*/ 707159 h 1199364"/>
              <a:gd name="connsiteX27" fmla="*/ 21567 w 4088593"/>
              <a:gd name="connsiteY27" fmla="*/ 447386 h 1199364"/>
              <a:gd name="connsiteX28" fmla="*/ 134201 w 4088593"/>
              <a:gd name="connsiteY28" fmla="*/ 271384 h 1199364"/>
              <a:gd name="connsiteX0" fmla="*/ 134201 w 4088593"/>
              <a:gd name="connsiteY0" fmla="*/ 251916 h 1179896"/>
              <a:gd name="connsiteX1" fmla="*/ 332897 w 4088593"/>
              <a:gd name="connsiteY1" fmla="*/ 192892 h 1179896"/>
              <a:gd name="connsiteX2" fmla="*/ 625261 w 4088593"/>
              <a:gd name="connsiteY2" fmla="*/ 225877 h 1179896"/>
              <a:gd name="connsiteX3" fmla="*/ 703277 w 4088593"/>
              <a:gd name="connsiteY3" fmla="*/ 255896 h 1179896"/>
              <a:gd name="connsiteX4" fmla="*/ 769279 w 4088593"/>
              <a:gd name="connsiteY4" fmla="*/ 369913 h 1179896"/>
              <a:gd name="connsiteX5" fmla="*/ 825130 w 4088593"/>
              <a:gd name="connsiteY5" fmla="*/ 452164 h 1179896"/>
              <a:gd name="connsiteX6" fmla="*/ 960212 w 4088593"/>
              <a:gd name="connsiteY6" fmla="*/ 722327 h 1179896"/>
              <a:gd name="connsiteX7" fmla="*/ 1465903 w 4088593"/>
              <a:gd name="connsiteY7" fmla="*/ 860873 h 1179896"/>
              <a:gd name="connsiteX8" fmla="*/ 2536167 w 4088593"/>
              <a:gd name="connsiteY8" fmla="*/ 930146 h 1179896"/>
              <a:gd name="connsiteX9" fmla="*/ 2750912 w 4088593"/>
              <a:gd name="connsiteY9" fmla="*/ 926682 h 1179896"/>
              <a:gd name="connsiteX10" fmla="*/ 2879067 w 4088593"/>
              <a:gd name="connsiteY10" fmla="*/ 871264 h 1179896"/>
              <a:gd name="connsiteX11" fmla="*/ 2955267 w 4088593"/>
              <a:gd name="connsiteY11" fmla="*/ 611491 h 1179896"/>
              <a:gd name="connsiteX12" fmla="*/ 2951803 w 4088593"/>
              <a:gd name="connsiteY12" fmla="*/ 358646 h 1179896"/>
              <a:gd name="connsiteX13" fmla="*/ 3153435 w 4088593"/>
              <a:gd name="connsiteY13" fmla="*/ 94311 h 1179896"/>
              <a:gd name="connsiteX14" fmla="*/ 3790003 w 4088593"/>
              <a:gd name="connsiteY14" fmla="*/ 1891 h 1179896"/>
              <a:gd name="connsiteX15" fmla="*/ 3946424 w 4088593"/>
              <a:gd name="connsiteY15" fmla="*/ 82965 h 1179896"/>
              <a:gd name="connsiteX16" fmla="*/ 4024577 w 4088593"/>
              <a:gd name="connsiteY16" fmla="*/ 176846 h 1179896"/>
              <a:gd name="connsiteX17" fmla="*/ 4085149 w 4088593"/>
              <a:gd name="connsiteY17" fmla="*/ 371683 h 1179896"/>
              <a:gd name="connsiteX18" fmla="*/ 4045242 w 4088593"/>
              <a:gd name="connsiteY18" fmla="*/ 651196 h 1179896"/>
              <a:gd name="connsiteX19" fmla="*/ 3938405 w 4088593"/>
              <a:gd name="connsiteY19" fmla="*/ 946006 h 1179896"/>
              <a:gd name="connsiteX20" fmla="*/ 3506357 w 4088593"/>
              <a:gd name="connsiteY20" fmla="*/ 1090022 h 1179896"/>
              <a:gd name="connsiteX21" fmla="*/ 2786277 w 4088593"/>
              <a:gd name="connsiteY21" fmla="*/ 1162030 h 1179896"/>
              <a:gd name="connsiteX22" fmla="*/ 1922182 w 4088593"/>
              <a:gd name="connsiteY22" fmla="*/ 1162030 h 1179896"/>
              <a:gd name="connsiteX23" fmla="*/ 1130094 w 4088593"/>
              <a:gd name="connsiteY23" fmla="*/ 1090022 h 1179896"/>
              <a:gd name="connsiteX24" fmla="*/ 554030 w 4088593"/>
              <a:gd name="connsiteY24" fmla="*/ 946006 h 1179896"/>
              <a:gd name="connsiteX25" fmla="*/ 338005 w 4088593"/>
              <a:gd name="connsiteY25" fmla="*/ 873998 h 1179896"/>
              <a:gd name="connsiteX26" fmla="*/ 52740 w 4088593"/>
              <a:gd name="connsiteY26" fmla="*/ 687691 h 1179896"/>
              <a:gd name="connsiteX27" fmla="*/ 21567 w 4088593"/>
              <a:gd name="connsiteY27" fmla="*/ 427918 h 1179896"/>
              <a:gd name="connsiteX28" fmla="*/ 134201 w 4088593"/>
              <a:gd name="connsiteY28" fmla="*/ 251916 h 1179896"/>
              <a:gd name="connsiteX0" fmla="*/ 134201 w 4088593"/>
              <a:gd name="connsiteY0" fmla="*/ 251916 h 1179896"/>
              <a:gd name="connsiteX1" fmla="*/ 332897 w 4088593"/>
              <a:gd name="connsiteY1" fmla="*/ 192892 h 1179896"/>
              <a:gd name="connsiteX2" fmla="*/ 625261 w 4088593"/>
              <a:gd name="connsiteY2" fmla="*/ 225877 h 1179896"/>
              <a:gd name="connsiteX3" fmla="*/ 703277 w 4088593"/>
              <a:gd name="connsiteY3" fmla="*/ 255896 h 1179896"/>
              <a:gd name="connsiteX4" fmla="*/ 769279 w 4088593"/>
              <a:gd name="connsiteY4" fmla="*/ 369913 h 1179896"/>
              <a:gd name="connsiteX5" fmla="*/ 825130 w 4088593"/>
              <a:gd name="connsiteY5" fmla="*/ 452164 h 1179896"/>
              <a:gd name="connsiteX6" fmla="*/ 960212 w 4088593"/>
              <a:gd name="connsiteY6" fmla="*/ 722327 h 1179896"/>
              <a:gd name="connsiteX7" fmla="*/ 1465903 w 4088593"/>
              <a:gd name="connsiteY7" fmla="*/ 860873 h 1179896"/>
              <a:gd name="connsiteX8" fmla="*/ 2536167 w 4088593"/>
              <a:gd name="connsiteY8" fmla="*/ 930146 h 1179896"/>
              <a:gd name="connsiteX9" fmla="*/ 2750912 w 4088593"/>
              <a:gd name="connsiteY9" fmla="*/ 926682 h 1179896"/>
              <a:gd name="connsiteX10" fmla="*/ 2879067 w 4088593"/>
              <a:gd name="connsiteY10" fmla="*/ 871264 h 1179896"/>
              <a:gd name="connsiteX11" fmla="*/ 2955267 w 4088593"/>
              <a:gd name="connsiteY11" fmla="*/ 611491 h 1179896"/>
              <a:gd name="connsiteX12" fmla="*/ 2951803 w 4088593"/>
              <a:gd name="connsiteY12" fmla="*/ 358646 h 1179896"/>
              <a:gd name="connsiteX13" fmla="*/ 3153435 w 4088593"/>
              <a:gd name="connsiteY13" fmla="*/ 94311 h 1179896"/>
              <a:gd name="connsiteX14" fmla="*/ 3790003 w 4088593"/>
              <a:gd name="connsiteY14" fmla="*/ 1891 h 1179896"/>
              <a:gd name="connsiteX15" fmla="*/ 3946424 w 4088593"/>
              <a:gd name="connsiteY15" fmla="*/ 82965 h 1179896"/>
              <a:gd name="connsiteX16" fmla="*/ 4024577 w 4088593"/>
              <a:gd name="connsiteY16" fmla="*/ 176846 h 1179896"/>
              <a:gd name="connsiteX17" fmla="*/ 4085149 w 4088593"/>
              <a:gd name="connsiteY17" fmla="*/ 371683 h 1179896"/>
              <a:gd name="connsiteX18" fmla="*/ 4045242 w 4088593"/>
              <a:gd name="connsiteY18" fmla="*/ 651196 h 1179896"/>
              <a:gd name="connsiteX19" fmla="*/ 3908068 w 4088593"/>
              <a:gd name="connsiteY19" fmla="*/ 919987 h 1179896"/>
              <a:gd name="connsiteX20" fmla="*/ 3506357 w 4088593"/>
              <a:gd name="connsiteY20" fmla="*/ 1090022 h 1179896"/>
              <a:gd name="connsiteX21" fmla="*/ 2786277 w 4088593"/>
              <a:gd name="connsiteY21" fmla="*/ 1162030 h 1179896"/>
              <a:gd name="connsiteX22" fmla="*/ 1922182 w 4088593"/>
              <a:gd name="connsiteY22" fmla="*/ 1162030 h 1179896"/>
              <a:gd name="connsiteX23" fmla="*/ 1130094 w 4088593"/>
              <a:gd name="connsiteY23" fmla="*/ 1090022 h 1179896"/>
              <a:gd name="connsiteX24" fmla="*/ 554030 w 4088593"/>
              <a:gd name="connsiteY24" fmla="*/ 946006 h 1179896"/>
              <a:gd name="connsiteX25" fmla="*/ 338005 w 4088593"/>
              <a:gd name="connsiteY25" fmla="*/ 873998 h 1179896"/>
              <a:gd name="connsiteX26" fmla="*/ 52740 w 4088593"/>
              <a:gd name="connsiteY26" fmla="*/ 687691 h 1179896"/>
              <a:gd name="connsiteX27" fmla="*/ 21567 w 4088593"/>
              <a:gd name="connsiteY27" fmla="*/ 427918 h 1179896"/>
              <a:gd name="connsiteX28" fmla="*/ 134201 w 4088593"/>
              <a:gd name="connsiteY28" fmla="*/ 251916 h 1179896"/>
              <a:gd name="connsiteX0" fmla="*/ 134201 w 4088593"/>
              <a:gd name="connsiteY0" fmla="*/ 244607 h 1172587"/>
              <a:gd name="connsiteX1" fmla="*/ 332897 w 4088593"/>
              <a:gd name="connsiteY1" fmla="*/ 185583 h 1172587"/>
              <a:gd name="connsiteX2" fmla="*/ 625261 w 4088593"/>
              <a:gd name="connsiteY2" fmla="*/ 218568 h 1172587"/>
              <a:gd name="connsiteX3" fmla="*/ 703277 w 4088593"/>
              <a:gd name="connsiteY3" fmla="*/ 248587 h 1172587"/>
              <a:gd name="connsiteX4" fmla="*/ 769279 w 4088593"/>
              <a:gd name="connsiteY4" fmla="*/ 362604 h 1172587"/>
              <a:gd name="connsiteX5" fmla="*/ 825130 w 4088593"/>
              <a:gd name="connsiteY5" fmla="*/ 444855 h 1172587"/>
              <a:gd name="connsiteX6" fmla="*/ 960212 w 4088593"/>
              <a:gd name="connsiteY6" fmla="*/ 715018 h 1172587"/>
              <a:gd name="connsiteX7" fmla="*/ 1465903 w 4088593"/>
              <a:gd name="connsiteY7" fmla="*/ 853564 h 1172587"/>
              <a:gd name="connsiteX8" fmla="*/ 2536167 w 4088593"/>
              <a:gd name="connsiteY8" fmla="*/ 922837 h 1172587"/>
              <a:gd name="connsiteX9" fmla="*/ 2750912 w 4088593"/>
              <a:gd name="connsiteY9" fmla="*/ 919373 h 1172587"/>
              <a:gd name="connsiteX10" fmla="*/ 2879067 w 4088593"/>
              <a:gd name="connsiteY10" fmla="*/ 863955 h 1172587"/>
              <a:gd name="connsiteX11" fmla="*/ 2955267 w 4088593"/>
              <a:gd name="connsiteY11" fmla="*/ 604182 h 1172587"/>
              <a:gd name="connsiteX12" fmla="*/ 2951803 w 4088593"/>
              <a:gd name="connsiteY12" fmla="*/ 351337 h 1172587"/>
              <a:gd name="connsiteX13" fmla="*/ 3153435 w 4088593"/>
              <a:gd name="connsiteY13" fmla="*/ 87002 h 1172587"/>
              <a:gd name="connsiteX14" fmla="*/ 3721651 w 4088593"/>
              <a:gd name="connsiteY14" fmla="*/ 1891 h 1172587"/>
              <a:gd name="connsiteX15" fmla="*/ 3946424 w 4088593"/>
              <a:gd name="connsiteY15" fmla="*/ 75656 h 1172587"/>
              <a:gd name="connsiteX16" fmla="*/ 4024577 w 4088593"/>
              <a:gd name="connsiteY16" fmla="*/ 169537 h 1172587"/>
              <a:gd name="connsiteX17" fmla="*/ 4085149 w 4088593"/>
              <a:gd name="connsiteY17" fmla="*/ 364374 h 1172587"/>
              <a:gd name="connsiteX18" fmla="*/ 4045242 w 4088593"/>
              <a:gd name="connsiteY18" fmla="*/ 643887 h 1172587"/>
              <a:gd name="connsiteX19" fmla="*/ 3908068 w 4088593"/>
              <a:gd name="connsiteY19" fmla="*/ 912678 h 1172587"/>
              <a:gd name="connsiteX20" fmla="*/ 3506357 w 4088593"/>
              <a:gd name="connsiteY20" fmla="*/ 1082713 h 1172587"/>
              <a:gd name="connsiteX21" fmla="*/ 2786277 w 4088593"/>
              <a:gd name="connsiteY21" fmla="*/ 1154721 h 1172587"/>
              <a:gd name="connsiteX22" fmla="*/ 1922182 w 4088593"/>
              <a:gd name="connsiteY22" fmla="*/ 1154721 h 1172587"/>
              <a:gd name="connsiteX23" fmla="*/ 1130094 w 4088593"/>
              <a:gd name="connsiteY23" fmla="*/ 1082713 h 1172587"/>
              <a:gd name="connsiteX24" fmla="*/ 554030 w 4088593"/>
              <a:gd name="connsiteY24" fmla="*/ 938697 h 1172587"/>
              <a:gd name="connsiteX25" fmla="*/ 338005 w 4088593"/>
              <a:gd name="connsiteY25" fmla="*/ 866689 h 1172587"/>
              <a:gd name="connsiteX26" fmla="*/ 52740 w 4088593"/>
              <a:gd name="connsiteY26" fmla="*/ 680382 h 1172587"/>
              <a:gd name="connsiteX27" fmla="*/ 21567 w 4088593"/>
              <a:gd name="connsiteY27" fmla="*/ 420609 h 1172587"/>
              <a:gd name="connsiteX28" fmla="*/ 134201 w 4088593"/>
              <a:gd name="connsiteY28" fmla="*/ 244607 h 117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88593" h="1172587">
                <a:moveTo>
                  <a:pt x="134201" y="244607"/>
                </a:moveTo>
                <a:cubicBezTo>
                  <a:pt x="186089" y="205436"/>
                  <a:pt x="251054" y="189923"/>
                  <a:pt x="332897" y="185583"/>
                </a:cubicBezTo>
                <a:cubicBezTo>
                  <a:pt x="414740" y="181243"/>
                  <a:pt x="563531" y="208067"/>
                  <a:pt x="625261" y="218568"/>
                </a:cubicBezTo>
                <a:cubicBezTo>
                  <a:pt x="686991" y="229069"/>
                  <a:pt x="679274" y="224581"/>
                  <a:pt x="703277" y="248587"/>
                </a:cubicBezTo>
                <a:cubicBezTo>
                  <a:pt x="727280" y="272593"/>
                  <a:pt x="748970" y="329893"/>
                  <a:pt x="769279" y="362604"/>
                </a:cubicBezTo>
                <a:cubicBezTo>
                  <a:pt x="789588" y="395315"/>
                  <a:pt x="793308" y="386119"/>
                  <a:pt x="825130" y="444855"/>
                </a:cubicBezTo>
                <a:cubicBezTo>
                  <a:pt x="856952" y="503591"/>
                  <a:pt x="853417" y="646900"/>
                  <a:pt x="960212" y="715018"/>
                </a:cubicBezTo>
                <a:cubicBezTo>
                  <a:pt x="1067007" y="783136"/>
                  <a:pt x="1203244" y="818927"/>
                  <a:pt x="1465903" y="853564"/>
                </a:cubicBezTo>
                <a:cubicBezTo>
                  <a:pt x="1728562" y="888201"/>
                  <a:pt x="2321999" y="911869"/>
                  <a:pt x="2536167" y="922837"/>
                </a:cubicBezTo>
                <a:cubicBezTo>
                  <a:pt x="2750335" y="933805"/>
                  <a:pt x="2693762" y="929187"/>
                  <a:pt x="2750912" y="919373"/>
                </a:cubicBezTo>
                <a:cubicBezTo>
                  <a:pt x="2808062" y="909559"/>
                  <a:pt x="2845008" y="916487"/>
                  <a:pt x="2879067" y="863955"/>
                </a:cubicBezTo>
                <a:cubicBezTo>
                  <a:pt x="2913126" y="811423"/>
                  <a:pt x="2943144" y="689618"/>
                  <a:pt x="2955267" y="604182"/>
                </a:cubicBezTo>
                <a:cubicBezTo>
                  <a:pt x="2967390" y="518746"/>
                  <a:pt x="2918775" y="437534"/>
                  <a:pt x="2951803" y="351337"/>
                </a:cubicBezTo>
                <a:cubicBezTo>
                  <a:pt x="2984831" y="265140"/>
                  <a:pt x="3025127" y="145243"/>
                  <a:pt x="3153435" y="87002"/>
                </a:cubicBezTo>
                <a:cubicBezTo>
                  <a:pt x="3281743" y="28761"/>
                  <a:pt x="3589486" y="3782"/>
                  <a:pt x="3721651" y="1891"/>
                </a:cubicBezTo>
                <a:cubicBezTo>
                  <a:pt x="3853816" y="0"/>
                  <a:pt x="3895936" y="47715"/>
                  <a:pt x="3946424" y="75656"/>
                </a:cubicBezTo>
                <a:cubicBezTo>
                  <a:pt x="3996912" y="103597"/>
                  <a:pt x="4001456" y="121417"/>
                  <a:pt x="4024577" y="169537"/>
                </a:cubicBezTo>
                <a:cubicBezTo>
                  <a:pt x="4047698" y="217657"/>
                  <a:pt x="4081705" y="285316"/>
                  <a:pt x="4085149" y="364374"/>
                </a:cubicBezTo>
                <a:cubicBezTo>
                  <a:pt x="4088593" y="443432"/>
                  <a:pt x="4074756" y="552503"/>
                  <a:pt x="4045242" y="643887"/>
                </a:cubicBezTo>
                <a:cubicBezTo>
                  <a:pt x="4015729" y="735271"/>
                  <a:pt x="3997882" y="839540"/>
                  <a:pt x="3908068" y="912678"/>
                </a:cubicBezTo>
                <a:cubicBezTo>
                  <a:pt x="3818254" y="985816"/>
                  <a:pt x="3693322" y="1042373"/>
                  <a:pt x="3506357" y="1082713"/>
                </a:cubicBezTo>
                <a:cubicBezTo>
                  <a:pt x="3319392" y="1123054"/>
                  <a:pt x="3050306" y="1142720"/>
                  <a:pt x="2786277" y="1154721"/>
                </a:cubicBezTo>
                <a:cubicBezTo>
                  <a:pt x="2522248" y="1166722"/>
                  <a:pt x="2205744" y="1172587"/>
                  <a:pt x="1922182" y="1154721"/>
                </a:cubicBezTo>
                <a:lnTo>
                  <a:pt x="1130094" y="1082713"/>
                </a:lnTo>
                <a:lnTo>
                  <a:pt x="554030" y="938697"/>
                </a:lnTo>
                <a:cubicBezTo>
                  <a:pt x="509003" y="932924"/>
                  <a:pt x="421553" y="909742"/>
                  <a:pt x="338005" y="866689"/>
                </a:cubicBezTo>
                <a:cubicBezTo>
                  <a:pt x="254457" y="823637"/>
                  <a:pt x="105480" y="754729"/>
                  <a:pt x="52740" y="680382"/>
                </a:cubicBezTo>
                <a:cubicBezTo>
                  <a:pt x="0" y="606035"/>
                  <a:pt x="7990" y="493238"/>
                  <a:pt x="21567" y="420609"/>
                </a:cubicBezTo>
                <a:cubicBezTo>
                  <a:pt x="35144" y="347980"/>
                  <a:pt x="82313" y="283778"/>
                  <a:pt x="134201" y="244607"/>
                </a:cubicBezTo>
                <a:close/>
              </a:path>
            </a:pathLst>
          </a:custGeom>
          <a:solidFill>
            <a:srgbClr val="FFC000"/>
          </a:solidFill>
          <a:ln w="12700">
            <a:no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45" name="任意多边形 44">
            <a:extLst>
              <a:ext uri="{FF2B5EF4-FFF2-40B4-BE49-F238E27FC236}">
                <a16:creationId xmlns:a16="http://schemas.microsoft.com/office/drawing/2014/main" id="{8D32C2EF-0D7A-4C8E-6F67-3AB1F9B1120B}"/>
              </a:ext>
            </a:extLst>
          </p:cNvPr>
          <p:cNvSpPr/>
          <p:nvPr/>
        </p:nvSpPr>
        <p:spPr>
          <a:xfrm>
            <a:off x="3561297" y="1345617"/>
            <a:ext cx="1505631" cy="1936838"/>
          </a:xfrm>
          <a:custGeom>
            <a:avLst/>
            <a:gdLst>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320293 w 1416401"/>
              <a:gd name="connsiteY78" fmla="*/ 1342292 h 1424354"/>
              <a:gd name="connsiteX79" fmla="*/ 179616 w 1416401"/>
              <a:gd name="connsiteY79" fmla="*/ 1330569 h 1424354"/>
              <a:gd name="connsiteX80" fmla="*/ 144447 w 1416401"/>
              <a:gd name="connsiteY80" fmla="*/ 1324708 h 1424354"/>
              <a:gd name="connsiteX81" fmla="*/ 126862 w 1416401"/>
              <a:gd name="connsiteY81" fmla="*/ 1312985 h 1424354"/>
              <a:gd name="connsiteX82" fmla="*/ 109278 w 1416401"/>
              <a:gd name="connsiteY82" fmla="*/ 1307123 h 1424354"/>
              <a:gd name="connsiteX83" fmla="*/ 79970 w 1416401"/>
              <a:gd name="connsiteY83" fmla="*/ 1283677 h 1424354"/>
              <a:gd name="connsiteX84" fmla="*/ 50662 w 1416401"/>
              <a:gd name="connsiteY84" fmla="*/ 1248508 h 1424354"/>
              <a:gd name="connsiteX85" fmla="*/ 33078 w 1416401"/>
              <a:gd name="connsiteY85" fmla="*/ 1230923 h 1424354"/>
              <a:gd name="connsiteX86" fmla="*/ 21355 w 1416401"/>
              <a:gd name="connsiteY86" fmla="*/ 1189892 h 1424354"/>
              <a:gd name="connsiteX87" fmla="*/ 9632 w 1416401"/>
              <a:gd name="connsiteY87" fmla="*/ 1143000 h 1424354"/>
              <a:gd name="connsiteX88" fmla="*/ 9632 w 1416401"/>
              <a:gd name="connsiteY88" fmla="*/ 943708 h 1424354"/>
              <a:gd name="connsiteX89" fmla="*/ 15493 w 1416401"/>
              <a:gd name="connsiteY89" fmla="*/ 926123 h 1424354"/>
              <a:gd name="connsiteX90" fmla="*/ 21355 w 1416401"/>
              <a:gd name="connsiteY90" fmla="*/ 873369 h 1424354"/>
              <a:gd name="connsiteX91" fmla="*/ 27216 w 1416401"/>
              <a:gd name="connsiteY91" fmla="*/ 855785 h 1424354"/>
              <a:gd name="connsiteX92" fmla="*/ 33078 w 1416401"/>
              <a:gd name="connsiteY92" fmla="*/ 820615 h 1424354"/>
              <a:gd name="connsiteX93" fmla="*/ 50662 w 1416401"/>
              <a:gd name="connsiteY93" fmla="*/ 779585 h 1424354"/>
              <a:gd name="connsiteX94" fmla="*/ 62385 w 1416401"/>
              <a:gd name="connsiteY94" fmla="*/ 738554 h 1424354"/>
              <a:gd name="connsiteX95" fmla="*/ 74108 w 1416401"/>
              <a:gd name="connsiteY95" fmla="*/ 715108 h 1424354"/>
              <a:gd name="connsiteX96" fmla="*/ 85832 w 1416401"/>
              <a:gd name="connsiteY96" fmla="*/ 674077 h 1424354"/>
              <a:gd name="connsiteX97" fmla="*/ 91693 w 1416401"/>
              <a:gd name="connsiteY97" fmla="*/ 656492 h 1424354"/>
              <a:gd name="connsiteX98" fmla="*/ 97555 w 1416401"/>
              <a:gd name="connsiteY98" fmla="*/ 627185 h 1424354"/>
              <a:gd name="connsiteX99" fmla="*/ 103416 w 1416401"/>
              <a:gd name="connsiteY99" fmla="*/ 609600 h 1424354"/>
              <a:gd name="connsiteX100" fmla="*/ 109278 w 1416401"/>
              <a:gd name="connsiteY100" fmla="*/ 586154 h 1424354"/>
              <a:gd name="connsiteX101" fmla="*/ 115139 w 1416401"/>
              <a:gd name="connsiteY101" fmla="*/ 556846 h 1424354"/>
              <a:gd name="connsiteX102" fmla="*/ 126862 w 1416401"/>
              <a:gd name="connsiteY102" fmla="*/ 521677 h 1424354"/>
              <a:gd name="connsiteX103" fmla="*/ 121001 w 1416401"/>
              <a:gd name="connsiteY103" fmla="*/ 322385 h 1424354"/>
              <a:gd name="connsiteX104" fmla="*/ 115139 w 1416401"/>
              <a:gd name="connsiteY104" fmla="*/ 304800 h 1424354"/>
              <a:gd name="connsiteX105" fmla="*/ 103416 w 1416401"/>
              <a:gd name="connsiteY105" fmla="*/ 281354 h 1424354"/>
              <a:gd name="connsiteX106" fmla="*/ 85832 w 1416401"/>
              <a:gd name="connsiteY106" fmla="*/ 263769 h 1424354"/>
              <a:gd name="connsiteX107" fmla="*/ 79970 w 1416401"/>
              <a:gd name="connsiteY10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320293 w 1416401"/>
              <a:gd name="connsiteY78" fmla="*/ 1342292 h 1424354"/>
              <a:gd name="connsiteX79" fmla="*/ 179616 w 1416401"/>
              <a:gd name="connsiteY79" fmla="*/ 1330569 h 1424354"/>
              <a:gd name="connsiteX80" fmla="*/ 155426 w 1416401"/>
              <a:gd name="connsiteY80" fmla="*/ 1371600 h 1424354"/>
              <a:gd name="connsiteX81" fmla="*/ 126862 w 1416401"/>
              <a:gd name="connsiteY81" fmla="*/ 1312985 h 1424354"/>
              <a:gd name="connsiteX82" fmla="*/ 109278 w 1416401"/>
              <a:gd name="connsiteY82" fmla="*/ 1307123 h 1424354"/>
              <a:gd name="connsiteX83" fmla="*/ 79970 w 1416401"/>
              <a:gd name="connsiteY83" fmla="*/ 1283677 h 1424354"/>
              <a:gd name="connsiteX84" fmla="*/ 50662 w 1416401"/>
              <a:gd name="connsiteY84" fmla="*/ 1248508 h 1424354"/>
              <a:gd name="connsiteX85" fmla="*/ 33078 w 1416401"/>
              <a:gd name="connsiteY85" fmla="*/ 1230923 h 1424354"/>
              <a:gd name="connsiteX86" fmla="*/ 21355 w 1416401"/>
              <a:gd name="connsiteY86" fmla="*/ 1189892 h 1424354"/>
              <a:gd name="connsiteX87" fmla="*/ 9632 w 1416401"/>
              <a:gd name="connsiteY87" fmla="*/ 1143000 h 1424354"/>
              <a:gd name="connsiteX88" fmla="*/ 9632 w 1416401"/>
              <a:gd name="connsiteY88" fmla="*/ 943708 h 1424354"/>
              <a:gd name="connsiteX89" fmla="*/ 15493 w 1416401"/>
              <a:gd name="connsiteY89" fmla="*/ 926123 h 1424354"/>
              <a:gd name="connsiteX90" fmla="*/ 21355 w 1416401"/>
              <a:gd name="connsiteY90" fmla="*/ 873369 h 1424354"/>
              <a:gd name="connsiteX91" fmla="*/ 27216 w 1416401"/>
              <a:gd name="connsiteY91" fmla="*/ 855785 h 1424354"/>
              <a:gd name="connsiteX92" fmla="*/ 33078 w 1416401"/>
              <a:gd name="connsiteY92" fmla="*/ 820615 h 1424354"/>
              <a:gd name="connsiteX93" fmla="*/ 50662 w 1416401"/>
              <a:gd name="connsiteY93" fmla="*/ 779585 h 1424354"/>
              <a:gd name="connsiteX94" fmla="*/ 62385 w 1416401"/>
              <a:gd name="connsiteY94" fmla="*/ 738554 h 1424354"/>
              <a:gd name="connsiteX95" fmla="*/ 74108 w 1416401"/>
              <a:gd name="connsiteY95" fmla="*/ 715108 h 1424354"/>
              <a:gd name="connsiteX96" fmla="*/ 85832 w 1416401"/>
              <a:gd name="connsiteY96" fmla="*/ 674077 h 1424354"/>
              <a:gd name="connsiteX97" fmla="*/ 91693 w 1416401"/>
              <a:gd name="connsiteY97" fmla="*/ 656492 h 1424354"/>
              <a:gd name="connsiteX98" fmla="*/ 97555 w 1416401"/>
              <a:gd name="connsiteY98" fmla="*/ 627185 h 1424354"/>
              <a:gd name="connsiteX99" fmla="*/ 103416 w 1416401"/>
              <a:gd name="connsiteY99" fmla="*/ 609600 h 1424354"/>
              <a:gd name="connsiteX100" fmla="*/ 109278 w 1416401"/>
              <a:gd name="connsiteY100" fmla="*/ 586154 h 1424354"/>
              <a:gd name="connsiteX101" fmla="*/ 115139 w 1416401"/>
              <a:gd name="connsiteY101" fmla="*/ 556846 h 1424354"/>
              <a:gd name="connsiteX102" fmla="*/ 126862 w 1416401"/>
              <a:gd name="connsiteY102" fmla="*/ 521677 h 1424354"/>
              <a:gd name="connsiteX103" fmla="*/ 121001 w 1416401"/>
              <a:gd name="connsiteY103" fmla="*/ 322385 h 1424354"/>
              <a:gd name="connsiteX104" fmla="*/ 115139 w 1416401"/>
              <a:gd name="connsiteY104" fmla="*/ 304800 h 1424354"/>
              <a:gd name="connsiteX105" fmla="*/ 103416 w 1416401"/>
              <a:gd name="connsiteY105" fmla="*/ 281354 h 1424354"/>
              <a:gd name="connsiteX106" fmla="*/ 85832 w 1416401"/>
              <a:gd name="connsiteY106" fmla="*/ 263769 h 1424354"/>
              <a:gd name="connsiteX107" fmla="*/ 79970 w 1416401"/>
              <a:gd name="connsiteY10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179616 w 1416401"/>
              <a:gd name="connsiteY78" fmla="*/ 1330569 h 1424354"/>
              <a:gd name="connsiteX79" fmla="*/ 155426 w 1416401"/>
              <a:gd name="connsiteY79" fmla="*/ 1371600 h 1424354"/>
              <a:gd name="connsiteX80" fmla="*/ 126862 w 1416401"/>
              <a:gd name="connsiteY80" fmla="*/ 1312985 h 1424354"/>
              <a:gd name="connsiteX81" fmla="*/ 109278 w 1416401"/>
              <a:gd name="connsiteY81" fmla="*/ 1307123 h 1424354"/>
              <a:gd name="connsiteX82" fmla="*/ 79970 w 1416401"/>
              <a:gd name="connsiteY82" fmla="*/ 1283677 h 1424354"/>
              <a:gd name="connsiteX83" fmla="*/ 50662 w 1416401"/>
              <a:gd name="connsiteY83" fmla="*/ 1248508 h 1424354"/>
              <a:gd name="connsiteX84" fmla="*/ 33078 w 1416401"/>
              <a:gd name="connsiteY84" fmla="*/ 1230923 h 1424354"/>
              <a:gd name="connsiteX85" fmla="*/ 21355 w 1416401"/>
              <a:gd name="connsiteY85" fmla="*/ 1189892 h 1424354"/>
              <a:gd name="connsiteX86" fmla="*/ 9632 w 1416401"/>
              <a:gd name="connsiteY86" fmla="*/ 1143000 h 1424354"/>
              <a:gd name="connsiteX87" fmla="*/ 9632 w 1416401"/>
              <a:gd name="connsiteY87" fmla="*/ 943708 h 1424354"/>
              <a:gd name="connsiteX88" fmla="*/ 15493 w 1416401"/>
              <a:gd name="connsiteY88" fmla="*/ 926123 h 1424354"/>
              <a:gd name="connsiteX89" fmla="*/ 21355 w 1416401"/>
              <a:gd name="connsiteY89" fmla="*/ 873369 h 1424354"/>
              <a:gd name="connsiteX90" fmla="*/ 27216 w 1416401"/>
              <a:gd name="connsiteY90" fmla="*/ 855785 h 1424354"/>
              <a:gd name="connsiteX91" fmla="*/ 33078 w 1416401"/>
              <a:gd name="connsiteY91" fmla="*/ 820615 h 1424354"/>
              <a:gd name="connsiteX92" fmla="*/ 50662 w 1416401"/>
              <a:gd name="connsiteY92" fmla="*/ 779585 h 1424354"/>
              <a:gd name="connsiteX93" fmla="*/ 62385 w 1416401"/>
              <a:gd name="connsiteY93" fmla="*/ 738554 h 1424354"/>
              <a:gd name="connsiteX94" fmla="*/ 74108 w 1416401"/>
              <a:gd name="connsiteY94" fmla="*/ 715108 h 1424354"/>
              <a:gd name="connsiteX95" fmla="*/ 85832 w 1416401"/>
              <a:gd name="connsiteY95" fmla="*/ 674077 h 1424354"/>
              <a:gd name="connsiteX96" fmla="*/ 91693 w 1416401"/>
              <a:gd name="connsiteY96" fmla="*/ 656492 h 1424354"/>
              <a:gd name="connsiteX97" fmla="*/ 97555 w 1416401"/>
              <a:gd name="connsiteY97" fmla="*/ 627185 h 1424354"/>
              <a:gd name="connsiteX98" fmla="*/ 103416 w 1416401"/>
              <a:gd name="connsiteY98" fmla="*/ 609600 h 1424354"/>
              <a:gd name="connsiteX99" fmla="*/ 109278 w 1416401"/>
              <a:gd name="connsiteY99" fmla="*/ 586154 h 1424354"/>
              <a:gd name="connsiteX100" fmla="*/ 115139 w 1416401"/>
              <a:gd name="connsiteY100" fmla="*/ 556846 h 1424354"/>
              <a:gd name="connsiteX101" fmla="*/ 126862 w 1416401"/>
              <a:gd name="connsiteY101" fmla="*/ 521677 h 1424354"/>
              <a:gd name="connsiteX102" fmla="*/ 121001 w 1416401"/>
              <a:gd name="connsiteY102" fmla="*/ 322385 h 1424354"/>
              <a:gd name="connsiteX103" fmla="*/ 115139 w 1416401"/>
              <a:gd name="connsiteY103" fmla="*/ 304800 h 1424354"/>
              <a:gd name="connsiteX104" fmla="*/ 103416 w 1416401"/>
              <a:gd name="connsiteY104" fmla="*/ 281354 h 1424354"/>
              <a:gd name="connsiteX105" fmla="*/ 85832 w 1416401"/>
              <a:gd name="connsiteY105" fmla="*/ 263769 h 1424354"/>
              <a:gd name="connsiteX106" fmla="*/ 79970 w 1416401"/>
              <a:gd name="connsiteY106"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155426 w 1416401"/>
              <a:gd name="connsiteY78" fmla="*/ 1371600 h 1424354"/>
              <a:gd name="connsiteX79" fmla="*/ 126862 w 1416401"/>
              <a:gd name="connsiteY79" fmla="*/ 1312985 h 1424354"/>
              <a:gd name="connsiteX80" fmla="*/ 109278 w 1416401"/>
              <a:gd name="connsiteY80" fmla="*/ 1307123 h 1424354"/>
              <a:gd name="connsiteX81" fmla="*/ 79970 w 1416401"/>
              <a:gd name="connsiteY81" fmla="*/ 1283677 h 1424354"/>
              <a:gd name="connsiteX82" fmla="*/ 50662 w 1416401"/>
              <a:gd name="connsiteY82" fmla="*/ 1248508 h 1424354"/>
              <a:gd name="connsiteX83" fmla="*/ 33078 w 1416401"/>
              <a:gd name="connsiteY83" fmla="*/ 1230923 h 1424354"/>
              <a:gd name="connsiteX84" fmla="*/ 21355 w 1416401"/>
              <a:gd name="connsiteY84" fmla="*/ 1189892 h 1424354"/>
              <a:gd name="connsiteX85" fmla="*/ 9632 w 1416401"/>
              <a:gd name="connsiteY85" fmla="*/ 1143000 h 1424354"/>
              <a:gd name="connsiteX86" fmla="*/ 9632 w 1416401"/>
              <a:gd name="connsiteY86" fmla="*/ 943708 h 1424354"/>
              <a:gd name="connsiteX87" fmla="*/ 15493 w 1416401"/>
              <a:gd name="connsiteY87" fmla="*/ 926123 h 1424354"/>
              <a:gd name="connsiteX88" fmla="*/ 21355 w 1416401"/>
              <a:gd name="connsiteY88" fmla="*/ 873369 h 1424354"/>
              <a:gd name="connsiteX89" fmla="*/ 27216 w 1416401"/>
              <a:gd name="connsiteY89" fmla="*/ 855785 h 1424354"/>
              <a:gd name="connsiteX90" fmla="*/ 33078 w 1416401"/>
              <a:gd name="connsiteY90" fmla="*/ 820615 h 1424354"/>
              <a:gd name="connsiteX91" fmla="*/ 50662 w 1416401"/>
              <a:gd name="connsiteY91" fmla="*/ 779585 h 1424354"/>
              <a:gd name="connsiteX92" fmla="*/ 62385 w 1416401"/>
              <a:gd name="connsiteY92" fmla="*/ 738554 h 1424354"/>
              <a:gd name="connsiteX93" fmla="*/ 74108 w 1416401"/>
              <a:gd name="connsiteY93" fmla="*/ 715108 h 1424354"/>
              <a:gd name="connsiteX94" fmla="*/ 85832 w 1416401"/>
              <a:gd name="connsiteY94" fmla="*/ 674077 h 1424354"/>
              <a:gd name="connsiteX95" fmla="*/ 91693 w 1416401"/>
              <a:gd name="connsiteY95" fmla="*/ 656492 h 1424354"/>
              <a:gd name="connsiteX96" fmla="*/ 97555 w 1416401"/>
              <a:gd name="connsiteY96" fmla="*/ 627185 h 1424354"/>
              <a:gd name="connsiteX97" fmla="*/ 103416 w 1416401"/>
              <a:gd name="connsiteY97" fmla="*/ 609600 h 1424354"/>
              <a:gd name="connsiteX98" fmla="*/ 109278 w 1416401"/>
              <a:gd name="connsiteY98" fmla="*/ 586154 h 1424354"/>
              <a:gd name="connsiteX99" fmla="*/ 115139 w 1416401"/>
              <a:gd name="connsiteY99" fmla="*/ 556846 h 1424354"/>
              <a:gd name="connsiteX100" fmla="*/ 126862 w 1416401"/>
              <a:gd name="connsiteY100" fmla="*/ 521677 h 1424354"/>
              <a:gd name="connsiteX101" fmla="*/ 121001 w 1416401"/>
              <a:gd name="connsiteY101" fmla="*/ 322385 h 1424354"/>
              <a:gd name="connsiteX102" fmla="*/ 115139 w 1416401"/>
              <a:gd name="connsiteY102" fmla="*/ 304800 h 1424354"/>
              <a:gd name="connsiteX103" fmla="*/ 103416 w 1416401"/>
              <a:gd name="connsiteY103" fmla="*/ 281354 h 1424354"/>
              <a:gd name="connsiteX104" fmla="*/ 85832 w 1416401"/>
              <a:gd name="connsiteY104" fmla="*/ 263769 h 1424354"/>
              <a:gd name="connsiteX105" fmla="*/ 79970 w 1416401"/>
              <a:gd name="connsiteY105"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155426 w 1416401"/>
              <a:gd name="connsiteY77" fmla="*/ 1371600 h 1424354"/>
              <a:gd name="connsiteX78" fmla="*/ 126862 w 1416401"/>
              <a:gd name="connsiteY78" fmla="*/ 1312985 h 1424354"/>
              <a:gd name="connsiteX79" fmla="*/ 109278 w 1416401"/>
              <a:gd name="connsiteY79" fmla="*/ 1307123 h 1424354"/>
              <a:gd name="connsiteX80" fmla="*/ 79970 w 1416401"/>
              <a:gd name="connsiteY80" fmla="*/ 1283677 h 1424354"/>
              <a:gd name="connsiteX81" fmla="*/ 50662 w 1416401"/>
              <a:gd name="connsiteY81" fmla="*/ 1248508 h 1424354"/>
              <a:gd name="connsiteX82" fmla="*/ 33078 w 1416401"/>
              <a:gd name="connsiteY82" fmla="*/ 1230923 h 1424354"/>
              <a:gd name="connsiteX83" fmla="*/ 21355 w 1416401"/>
              <a:gd name="connsiteY83" fmla="*/ 1189892 h 1424354"/>
              <a:gd name="connsiteX84" fmla="*/ 9632 w 1416401"/>
              <a:gd name="connsiteY84" fmla="*/ 1143000 h 1424354"/>
              <a:gd name="connsiteX85" fmla="*/ 9632 w 1416401"/>
              <a:gd name="connsiteY85" fmla="*/ 943708 h 1424354"/>
              <a:gd name="connsiteX86" fmla="*/ 15493 w 1416401"/>
              <a:gd name="connsiteY86" fmla="*/ 926123 h 1424354"/>
              <a:gd name="connsiteX87" fmla="*/ 21355 w 1416401"/>
              <a:gd name="connsiteY87" fmla="*/ 873369 h 1424354"/>
              <a:gd name="connsiteX88" fmla="*/ 27216 w 1416401"/>
              <a:gd name="connsiteY88" fmla="*/ 855785 h 1424354"/>
              <a:gd name="connsiteX89" fmla="*/ 33078 w 1416401"/>
              <a:gd name="connsiteY89" fmla="*/ 820615 h 1424354"/>
              <a:gd name="connsiteX90" fmla="*/ 50662 w 1416401"/>
              <a:gd name="connsiteY90" fmla="*/ 779585 h 1424354"/>
              <a:gd name="connsiteX91" fmla="*/ 62385 w 1416401"/>
              <a:gd name="connsiteY91" fmla="*/ 738554 h 1424354"/>
              <a:gd name="connsiteX92" fmla="*/ 74108 w 1416401"/>
              <a:gd name="connsiteY92" fmla="*/ 715108 h 1424354"/>
              <a:gd name="connsiteX93" fmla="*/ 85832 w 1416401"/>
              <a:gd name="connsiteY93" fmla="*/ 674077 h 1424354"/>
              <a:gd name="connsiteX94" fmla="*/ 91693 w 1416401"/>
              <a:gd name="connsiteY94" fmla="*/ 656492 h 1424354"/>
              <a:gd name="connsiteX95" fmla="*/ 97555 w 1416401"/>
              <a:gd name="connsiteY95" fmla="*/ 627185 h 1424354"/>
              <a:gd name="connsiteX96" fmla="*/ 103416 w 1416401"/>
              <a:gd name="connsiteY96" fmla="*/ 609600 h 1424354"/>
              <a:gd name="connsiteX97" fmla="*/ 109278 w 1416401"/>
              <a:gd name="connsiteY97" fmla="*/ 586154 h 1424354"/>
              <a:gd name="connsiteX98" fmla="*/ 115139 w 1416401"/>
              <a:gd name="connsiteY98" fmla="*/ 556846 h 1424354"/>
              <a:gd name="connsiteX99" fmla="*/ 126862 w 1416401"/>
              <a:gd name="connsiteY99" fmla="*/ 521677 h 1424354"/>
              <a:gd name="connsiteX100" fmla="*/ 121001 w 1416401"/>
              <a:gd name="connsiteY100" fmla="*/ 322385 h 1424354"/>
              <a:gd name="connsiteX101" fmla="*/ 115139 w 1416401"/>
              <a:gd name="connsiteY101" fmla="*/ 304800 h 1424354"/>
              <a:gd name="connsiteX102" fmla="*/ 103416 w 1416401"/>
              <a:gd name="connsiteY102" fmla="*/ 281354 h 1424354"/>
              <a:gd name="connsiteX103" fmla="*/ 85832 w 1416401"/>
              <a:gd name="connsiteY103" fmla="*/ 263769 h 1424354"/>
              <a:gd name="connsiteX104" fmla="*/ 79970 w 1416401"/>
              <a:gd name="connsiteY10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361324 w 1416401"/>
              <a:gd name="connsiteY75" fmla="*/ 1354015 h 1424354"/>
              <a:gd name="connsiteX76" fmla="*/ 155426 w 1416401"/>
              <a:gd name="connsiteY76" fmla="*/ 1371600 h 1424354"/>
              <a:gd name="connsiteX77" fmla="*/ 126862 w 1416401"/>
              <a:gd name="connsiteY77" fmla="*/ 1312985 h 1424354"/>
              <a:gd name="connsiteX78" fmla="*/ 109278 w 1416401"/>
              <a:gd name="connsiteY78" fmla="*/ 1307123 h 1424354"/>
              <a:gd name="connsiteX79" fmla="*/ 79970 w 1416401"/>
              <a:gd name="connsiteY79" fmla="*/ 1283677 h 1424354"/>
              <a:gd name="connsiteX80" fmla="*/ 50662 w 1416401"/>
              <a:gd name="connsiteY80" fmla="*/ 1248508 h 1424354"/>
              <a:gd name="connsiteX81" fmla="*/ 33078 w 1416401"/>
              <a:gd name="connsiteY81" fmla="*/ 1230923 h 1424354"/>
              <a:gd name="connsiteX82" fmla="*/ 21355 w 1416401"/>
              <a:gd name="connsiteY82" fmla="*/ 1189892 h 1424354"/>
              <a:gd name="connsiteX83" fmla="*/ 9632 w 1416401"/>
              <a:gd name="connsiteY83" fmla="*/ 1143000 h 1424354"/>
              <a:gd name="connsiteX84" fmla="*/ 9632 w 1416401"/>
              <a:gd name="connsiteY84" fmla="*/ 943708 h 1424354"/>
              <a:gd name="connsiteX85" fmla="*/ 15493 w 1416401"/>
              <a:gd name="connsiteY85" fmla="*/ 926123 h 1424354"/>
              <a:gd name="connsiteX86" fmla="*/ 21355 w 1416401"/>
              <a:gd name="connsiteY86" fmla="*/ 873369 h 1424354"/>
              <a:gd name="connsiteX87" fmla="*/ 27216 w 1416401"/>
              <a:gd name="connsiteY87" fmla="*/ 855785 h 1424354"/>
              <a:gd name="connsiteX88" fmla="*/ 33078 w 1416401"/>
              <a:gd name="connsiteY88" fmla="*/ 820615 h 1424354"/>
              <a:gd name="connsiteX89" fmla="*/ 50662 w 1416401"/>
              <a:gd name="connsiteY89" fmla="*/ 779585 h 1424354"/>
              <a:gd name="connsiteX90" fmla="*/ 62385 w 1416401"/>
              <a:gd name="connsiteY90" fmla="*/ 738554 h 1424354"/>
              <a:gd name="connsiteX91" fmla="*/ 74108 w 1416401"/>
              <a:gd name="connsiteY91" fmla="*/ 715108 h 1424354"/>
              <a:gd name="connsiteX92" fmla="*/ 85832 w 1416401"/>
              <a:gd name="connsiteY92" fmla="*/ 674077 h 1424354"/>
              <a:gd name="connsiteX93" fmla="*/ 91693 w 1416401"/>
              <a:gd name="connsiteY93" fmla="*/ 656492 h 1424354"/>
              <a:gd name="connsiteX94" fmla="*/ 97555 w 1416401"/>
              <a:gd name="connsiteY94" fmla="*/ 627185 h 1424354"/>
              <a:gd name="connsiteX95" fmla="*/ 103416 w 1416401"/>
              <a:gd name="connsiteY95" fmla="*/ 609600 h 1424354"/>
              <a:gd name="connsiteX96" fmla="*/ 109278 w 1416401"/>
              <a:gd name="connsiteY96" fmla="*/ 586154 h 1424354"/>
              <a:gd name="connsiteX97" fmla="*/ 115139 w 1416401"/>
              <a:gd name="connsiteY97" fmla="*/ 556846 h 1424354"/>
              <a:gd name="connsiteX98" fmla="*/ 126862 w 1416401"/>
              <a:gd name="connsiteY98" fmla="*/ 521677 h 1424354"/>
              <a:gd name="connsiteX99" fmla="*/ 121001 w 1416401"/>
              <a:gd name="connsiteY99" fmla="*/ 322385 h 1424354"/>
              <a:gd name="connsiteX100" fmla="*/ 115139 w 1416401"/>
              <a:gd name="connsiteY100" fmla="*/ 304800 h 1424354"/>
              <a:gd name="connsiteX101" fmla="*/ 103416 w 1416401"/>
              <a:gd name="connsiteY101" fmla="*/ 281354 h 1424354"/>
              <a:gd name="connsiteX102" fmla="*/ 85832 w 1416401"/>
              <a:gd name="connsiteY102" fmla="*/ 263769 h 1424354"/>
              <a:gd name="connsiteX103" fmla="*/ 79970 w 1416401"/>
              <a:gd name="connsiteY103"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155426 w 1416401"/>
              <a:gd name="connsiteY75" fmla="*/ 1371600 h 1424354"/>
              <a:gd name="connsiteX76" fmla="*/ 126862 w 1416401"/>
              <a:gd name="connsiteY76" fmla="*/ 1312985 h 1424354"/>
              <a:gd name="connsiteX77" fmla="*/ 109278 w 1416401"/>
              <a:gd name="connsiteY77" fmla="*/ 1307123 h 1424354"/>
              <a:gd name="connsiteX78" fmla="*/ 79970 w 1416401"/>
              <a:gd name="connsiteY78" fmla="*/ 1283677 h 1424354"/>
              <a:gd name="connsiteX79" fmla="*/ 50662 w 1416401"/>
              <a:gd name="connsiteY79" fmla="*/ 1248508 h 1424354"/>
              <a:gd name="connsiteX80" fmla="*/ 33078 w 1416401"/>
              <a:gd name="connsiteY80" fmla="*/ 1230923 h 1424354"/>
              <a:gd name="connsiteX81" fmla="*/ 21355 w 1416401"/>
              <a:gd name="connsiteY81" fmla="*/ 1189892 h 1424354"/>
              <a:gd name="connsiteX82" fmla="*/ 9632 w 1416401"/>
              <a:gd name="connsiteY82" fmla="*/ 1143000 h 1424354"/>
              <a:gd name="connsiteX83" fmla="*/ 9632 w 1416401"/>
              <a:gd name="connsiteY83" fmla="*/ 943708 h 1424354"/>
              <a:gd name="connsiteX84" fmla="*/ 15493 w 1416401"/>
              <a:gd name="connsiteY84" fmla="*/ 926123 h 1424354"/>
              <a:gd name="connsiteX85" fmla="*/ 21355 w 1416401"/>
              <a:gd name="connsiteY85" fmla="*/ 873369 h 1424354"/>
              <a:gd name="connsiteX86" fmla="*/ 27216 w 1416401"/>
              <a:gd name="connsiteY86" fmla="*/ 855785 h 1424354"/>
              <a:gd name="connsiteX87" fmla="*/ 33078 w 1416401"/>
              <a:gd name="connsiteY87" fmla="*/ 820615 h 1424354"/>
              <a:gd name="connsiteX88" fmla="*/ 50662 w 1416401"/>
              <a:gd name="connsiteY88" fmla="*/ 779585 h 1424354"/>
              <a:gd name="connsiteX89" fmla="*/ 62385 w 1416401"/>
              <a:gd name="connsiteY89" fmla="*/ 738554 h 1424354"/>
              <a:gd name="connsiteX90" fmla="*/ 74108 w 1416401"/>
              <a:gd name="connsiteY90" fmla="*/ 715108 h 1424354"/>
              <a:gd name="connsiteX91" fmla="*/ 85832 w 1416401"/>
              <a:gd name="connsiteY91" fmla="*/ 674077 h 1424354"/>
              <a:gd name="connsiteX92" fmla="*/ 91693 w 1416401"/>
              <a:gd name="connsiteY92" fmla="*/ 656492 h 1424354"/>
              <a:gd name="connsiteX93" fmla="*/ 97555 w 1416401"/>
              <a:gd name="connsiteY93" fmla="*/ 627185 h 1424354"/>
              <a:gd name="connsiteX94" fmla="*/ 103416 w 1416401"/>
              <a:gd name="connsiteY94" fmla="*/ 609600 h 1424354"/>
              <a:gd name="connsiteX95" fmla="*/ 109278 w 1416401"/>
              <a:gd name="connsiteY95" fmla="*/ 586154 h 1424354"/>
              <a:gd name="connsiteX96" fmla="*/ 115139 w 1416401"/>
              <a:gd name="connsiteY96" fmla="*/ 556846 h 1424354"/>
              <a:gd name="connsiteX97" fmla="*/ 126862 w 1416401"/>
              <a:gd name="connsiteY97" fmla="*/ 521677 h 1424354"/>
              <a:gd name="connsiteX98" fmla="*/ 121001 w 1416401"/>
              <a:gd name="connsiteY98" fmla="*/ 322385 h 1424354"/>
              <a:gd name="connsiteX99" fmla="*/ 115139 w 1416401"/>
              <a:gd name="connsiteY99" fmla="*/ 304800 h 1424354"/>
              <a:gd name="connsiteX100" fmla="*/ 103416 w 1416401"/>
              <a:gd name="connsiteY100" fmla="*/ 281354 h 1424354"/>
              <a:gd name="connsiteX101" fmla="*/ 85832 w 1416401"/>
              <a:gd name="connsiteY101" fmla="*/ 263769 h 1424354"/>
              <a:gd name="connsiteX102" fmla="*/ 79970 w 1416401"/>
              <a:gd name="connsiteY102"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155426 w 1416401"/>
              <a:gd name="connsiteY74" fmla="*/ 1371600 h 1424354"/>
              <a:gd name="connsiteX75" fmla="*/ 126862 w 1416401"/>
              <a:gd name="connsiteY75" fmla="*/ 1312985 h 1424354"/>
              <a:gd name="connsiteX76" fmla="*/ 109278 w 1416401"/>
              <a:gd name="connsiteY76" fmla="*/ 1307123 h 1424354"/>
              <a:gd name="connsiteX77" fmla="*/ 79970 w 1416401"/>
              <a:gd name="connsiteY77" fmla="*/ 1283677 h 1424354"/>
              <a:gd name="connsiteX78" fmla="*/ 50662 w 1416401"/>
              <a:gd name="connsiteY78" fmla="*/ 1248508 h 1424354"/>
              <a:gd name="connsiteX79" fmla="*/ 33078 w 1416401"/>
              <a:gd name="connsiteY79" fmla="*/ 1230923 h 1424354"/>
              <a:gd name="connsiteX80" fmla="*/ 21355 w 1416401"/>
              <a:gd name="connsiteY80" fmla="*/ 1189892 h 1424354"/>
              <a:gd name="connsiteX81" fmla="*/ 9632 w 1416401"/>
              <a:gd name="connsiteY81" fmla="*/ 1143000 h 1424354"/>
              <a:gd name="connsiteX82" fmla="*/ 9632 w 1416401"/>
              <a:gd name="connsiteY82" fmla="*/ 943708 h 1424354"/>
              <a:gd name="connsiteX83" fmla="*/ 15493 w 1416401"/>
              <a:gd name="connsiteY83" fmla="*/ 926123 h 1424354"/>
              <a:gd name="connsiteX84" fmla="*/ 21355 w 1416401"/>
              <a:gd name="connsiteY84" fmla="*/ 873369 h 1424354"/>
              <a:gd name="connsiteX85" fmla="*/ 27216 w 1416401"/>
              <a:gd name="connsiteY85" fmla="*/ 855785 h 1424354"/>
              <a:gd name="connsiteX86" fmla="*/ 33078 w 1416401"/>
              <a:gd name="connsiteY86" fmla="*/ 820615 h 1424354"/>
              <a:gd name="connsiteX87" fmla="*/ 50662 w 1416401"/>
              <a:gd name="connsiteY87" fmla="*/ 779585 h 1424354"/>
              <a:gd name="connsiteX88" fmla="*/ 62385 w 1416401"/>
              <a:gd name="connsiteY88" fmla="*/ 738554 h 1424354"/>
              <a:gd name="connsiteX89" fmla="*/ 74108 w 1416401"/>
              <a:gd name="connsiteY89" fmla="*/ 715108 h 1424354"/>
              <a:gd name="connsiteX90" fmla="*/ 85832 w 1416401"/>
              <a:gd name="connsiteY90" fmla="*/ 674077 h 1424354"/>
              <a:gd name="connsiteX91" fmla="*/ 91693 w 1416401"/>
              <a:gd name="connsiteY91" fmla="*/ 656492 h 1424354"/>
              <a:gd name="connsiteX92" fmla="*/ 97555 w 1416401"/>
              <a:gd name="connsiteY92" fmla="*/ 627185 h 1424354"/>
              <a:gd name="connsiteX93" fmla="*/ 103416 w 1416401"/>
              <a:gd name="connsiteY93" fmla="*/ 609600 h 1424354"/>
              <a:gd name="connsiteX94" fmla="*/ 109278 w 1416401"/>
              <a:gd name="connsiteY94" fmla="*/ 586154 h 1424354"/>
              <a:gd name="connsiteX95" fmla="*/ 115139 w 1416401"/>
              <a:gd name="connsiteY95" fmla="*/ 556846 h 1424354"/>
              <a:gd name="connsiteX96" fmla="*/ 126862 w 1416401"/>
              <a:gd name="connsiteY96" fmla="*/ 521677 h 1424354"/>
              <a:gd name="connsiteX97" fmla="*/ 121001 w 1416401"/>
              <a:gd name="connsiteY97" fmla="*/ 322385 h 1424354"/>
              <a:gd name="connsiteX98" fmla="*/ 115139 w 1416401"/>
              <a:gd name="connsiteY98" fmla="*/ 304800 h 1424354"/>
              <a:gd name="connsiteX99" fmla="*/ 103416 w 1416401"/>
              <a:gd name="connsiteY99" fmla="*/ 281354 h 1424354"/>
              <a:gd name="connsiteX100" fmla="*/ 85832 w 1416401"/>
              <a:gd name="connsiteY100" fmla="*/ 263769 h 1424354"/>
              <a:gd name="connsiteX101" fmla="*/ 79970 w 1416401"/>
              <a:gd name="connsiteY101"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155426 w 1416401"/>
              <a:gd name="connsiteY73" fmla="*/ 1371600 h 1424354"/>
              <a:gd name="connsiteX74" fmla="*/ 126862 w 1416401"/>
              <a:gd name="connsiteY74" fmla="*/ 1312985 h 1424354"/>
              <a:gd name="connsiteX75" fmla="*/ 109278 w 1416401"/>
              <a:gd name="connsiteY75" fmla="*/ 1307123 h 1424354"/>
              <a:gd name="connsiteX76" fmla="*/ 79970 w 1416401"/>
              <a:gd name="connsiteY76" fmla="*/ 1283677 h 1424354"/>
              <a:gd name="connsiteX77" fmla="*/ 50662 w 1416401"/>
              <a:gd name="connsiteY77" fmla="*/ 1248508 h 1424354"/>
              <a:gd name="connsiteX78" fmla="*/ 33078 w 1416401"/>
              <a:gd name="connsiteY78" fmla="*/ 1230923 h 1424354"/>
              <a:gd name="connsiteX79" fmla="*/ 21355 w 1416401"/>
              <a:gd name="connsiteY79" fmla="*/ 1189892 h 1424354"/>
              <a:gd name="connsiteX80" fmla="*/ 9632 w 1416401"/>
              <a:gd name="connsiteY80" fmla="*/ 1143000 h 1424354"/>
              <a:gd name="connsiteX81" fmla="*/ 9632 w 1416401"/>
              <a:gd name="connsiteY81" fmla="*/ 943708 h 1424354"/>
              <a:gd name="connsiteX82" fmla="*/ 15493 w 1416401"/>
              <a:gd name="connsiteY82" fmla="*/ 926123 h 1424354"/>
              <a:gd name="connsiteX83" fmla="*/ 21355 w 1416401"/>
              <a:gd name="connsiteY83" fmla="*/ 873369 h 1424354"/>
              <a:gd name="connsiteX84" fmla="*/ 27216 w 1416401"/>
              <a:gd name="connsiteY84" fmla="*/ 855785 h 1424354"/>
              <a:gd name="connsiteX85" fmla="*/ 33078 w 1416401"/>
              <a:gd name="connsiteY85" fmla="*/ 820615 h 1424354"/>
              <a:gd name="connsiteX86" fmla="*/ 50662 w 1416401"/>
              <a:gd name="connsiteY86" fmla="*/ 779585 h 1424354"/>
              <a:gd name="connsiteX87" fmla="*/ 62385 w 1416401"/>
              <a:gd name="connsiteY87" fmla="*/ 738554 h 1424354"/>
              <a:gd name="connsiteX88" fmla="*/ 74108 w 1416401"/>
              <a:gd name="connsiteY88" fmla="*/ 715108 h 1424354"/>
              <a:gd name="connsiteX89" fmla="*/ 85832 w 1416401"/>
              <a:gd name="connsiteY89" fmla="*/ 674077 h 1424354"/>
              <a:gd name="connsiteX90" fmla="*/ 91693 w 1416401"/>
              <a:gd name="connsiteY90" fmla="*/ 656492 h 1424354"/>
              <a:gd name="connsiteX91" fmla="*/ 97555 w 1416401"/>
              <a:gd name="connsiteY91" fmla="*/ 627185 h 1424354"/>
              <a:gd name="connsiteX92" fmla="*/ 103416 w 1416401"/>
              <a:gd name="connsiteY92" fmla="*/ 609600 h 1424354"/>
              <a:gd name="connsiteX93" fmla="*/ 109278 w 1416401"/>
              <a:gd name="connsiteY93" fmla="*/ 586154 h 1424354"/>
              <a:gd name="connsiteX94" fmla="*/ 115139 w 1416401"/>
              <a:gd name="connsiteY94" fmla="*/ 556846 h 1424354"/>
              <a:gd name="connsiteX95" fmla="*/ 126862 w 1416401"/>
              <a:gd name="connsiteY95" fmla="*/ 521677 h 1424354"/>
              <a:gd name="connsiteX96" fmla="*/ 121001 w 1416401"/>
              <a:gd name="connsiteY96" fmla="*/ 322385 h 1424354"/>
              <a:gd name="connsiteX97" fmla="*/ 115139 w 1416401"/>
              <a:gd name="connsiteY97" fmla="*/ 304800 h 1424354"/>
              <a:gd name="connsiteX98" fmla="*/ 103416 w 1416401"/>
              <a:gd name="connsiteY98" fmla="*/ 281354 h 1424354"/>
              <a:gd name="connsiteX99" fmla="*/ 85832 w 1416401"/>
              <a:gd name="connsiteY99" fmla="*/ 263769 h 1424354"/>
              <a:gd name="connsiteX100" fmla="*/ 79970 w 1416401"/>
              <a:gd name="connsiteY100"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109278 w 1416401"/>
              <a:gd name="connsiteY74" fmla="*/ 1307123 h 1424354"/>
              <a:gd name="connsiteX75" fmla="*/ 79970 w 1416401"/>
              <a:gd name="connsiteY75" fmla="*/ 1283677 h 1424354"/>
              <a:gd name="connsiteX76" fmla="*/ 50662 w 1416401"/>
              <a:gd name="connsiteY76" fmla="*/ 1248508 h 1424354"/>
              <a:gd name="connsiteX77" fmla="*/ 33078 w 1416401"/>
              <a:gd name="connsiteY77" fmla="*/ 1230923 h 1424354"/>
              <a:gd name="connsiteX78" fmla="*/ 21355 w 1416401"/>
              <a:gd name="connsiteY78" fmla="*/ 1189892 h 1424354"/>
              <a:gd name="connsiteX79" fmla="*/ 9632 w 1416401"/>
              <a:gd name="connsiteY79" fmla="*/ 1143000 h 1424354"/>
              <a:gd name="connsiteX80" fmla="*/ 9632 w 1416401"/>
              <a:gd name="connsiteY80" fmla="*/ 943708 h 1424354"/>
              <a:gd name="connsiteX81" fmla="*/ 15493 w 1416401"/>
              <a:gd name="connsiteY81" fmla="*/ 926123 h 1424354"/>
              <a:gd name="connsiteX82" fmla="*/ 21355 w 1416401"/>
              <a:gd name="connsiteY82" fmla="*/ 873369 h 1424354"/>
              <a:gd name="connsiteX83" fmla="*/ 27216 w 1416401"/>
              <a:gd name="connsiteY83" fmla="*/ 855785 h 1424354"/>
              <a:gd name="connsiteX84" fmla="*/ 33078 w 1416401"/>
              <a:gd name="connsiteY84" fmla="*/ 820615 h 1424354"/>
              <a:gd name="connsiteX85" fmla="*/ 50662 w 1416401"/>
              <a:gd name="connsiteY85" fmla="*/ 779585 h 1424354"/>
              <a:gd name="connsiteX86" fmla="*/ 62385 w 1416401"/>
              <a:gd name="connsiteY86" fmla="*/ 738554 h 1424354"/>
              <a:gd name="connsiteX87" fmla="*/ 74108 w 1416401"/>
              <a:gd name="connsiteY87" fmla="*/ 715108 h 1424354"/>
              <a:gd name="connsiteX88" fmla="*/ 85832 w 1416401"/>
              <a:gd name="connsiteY88" fmla="*/ 674077 h 1424354"/>
              <a:gd name="connsiteX89" fmla="*/ 91693 w 1416401"/>
              <a:gd name="connsiteY89" fmla="*/ 656492 h 1424354"/>
              <a:gd name="connsiteX90" fmla="*/ 97555 w 1416401"/>
              <a:gd name="connsiteY90" fmla="*/ 627185 h 1424354"/>
              <a:gd name="connsiteX91" fmla="*/ 103416 w 1416401"/>
              <a:gd name="connsiteY91" fmla="*/ 609600 h 1424354"/>
              <a:gd name="connsiteX92" fmla="*/ 109278 w 1416401"/>
              <a:gd name="connsiteY92" fmla="*/ 586154 h 1424354"/>
              <a:gd name="connsiteX93" fmla="*/ 115139 w 1416401"/>
              <a:gd name="connsiteY93" fmla="*/ 556846 h 1424354"/>
              <a:gd name="connsiteX94" fmla="*/ 126862 w 1416401"/>
              <a:gd name="connsiteY94" fmla="*/ 521677 h 1424354"/>
              <a:gd name="connsiteX95" fmla="*/ 121001 w 1416401"/>
              <a:gd name="connsiteY95" fmla="*/ 322385 h 1424354"/>
              <a:gd name="connsiteX96" fmla="*/ 115139 w 1416401"/>
              <a:gd name="connsiteY96" fmla="*/ 304800 h 1424354"/>
              <a:gd name="connsiteX97" fmla="*/ 103416 w 1416401"/>
              <a:gd name="connsiteY97" fmla="*/ 281354 h 1424354"/>
              <a:gd name="connsiteX98" fmla="*/ 85832 w 1416401"/>
              <a:gd name="connsiteY98" fmla="*/ 263769 h 1424354"/>
              <a:gd name="connsiteX99" fmla="*/ 79970 w 1416401"/>
              <a:gd name="connsiteY99"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79970 w 1416401"/>
              <a:gd name="connsiteY74" fmla="*/ 1283677 h 1424354"/>
              <a:gd name="connsiteX75" fmla="*/ 50662 w 1416401"/>
              <a:gd name="connsiteY75" fmla="*/ 1248508 h 1424354"/>
              <a:gd name="connsiteX76" fmla="*/ 33078 w 1416401"/>
              <a:gd name="connsiteY76" fmla="*/ 1230923 h 1424354"/>
              <a:gd name="connsiteX77" fmla="*/ 21355 w 1416401"/>
              <a:gd name="connsiteY77" fmla="*/ 1189892 h 1424354"/>
              <a:gd name="connsiteX78" fmla="*/ 9632 w 1416401"/>
              <a:gd name="connsiteY78" fmla="*/ 1143000 h 1424354"/>
              <a:gd name="connsiteX79" fmla="*/ 9632 w 1416401"/>
              <a:gd name="connsiteY79" fmla="*/ 943708 h 1424354"/>
              <a:gd name="connsiteX80" fmla="*/ 15493 w 1416401"/>
              <a:gd name="connsiteY80" fmla="*/ 926123 h 1424354"/>
              <a:gd name="connsiteX81" fmla="*/ 21355 w 1416401"/>
              <a:gd name="connsiteY81" fmla="*/ 873369 h 1424354"/>
              <a:gd name="connsiteX82" fmla="*/ 27216 w 1416401"/>
              <a:gd name="connsiteY82" fmla="*/ 855785 h 1424354"/>
              <a:gd name="connsiteX83" fmla="*/ 33078 w 1416401"/>
              <a:gd name="connsiteY83" fmla="*/ 820615 h 1424354"/>
              <a:gd name="connsiteX84" fmla="*/ 50662 w 1416401"/>
              <a:gd name="connsiteY84" fmla="*/ 779585 h 1424354"/>
              <a:gd name="connsiteX85" fmla="*/ 62385 w 1416401"/>
              <a:gd name="connsiteY85" fmla="*/ 738554 h 1424354"/>
              <a:gd name="connsiteX86" fmla="*/ 74108 w 1416401"/>
              <a:gd name="connsiteY86" fmla="*/ 715108 h 1424354"/>
              <a:gd name="connsiteX87" fmla="*/ 85832 w 1416401"/>
              <a:gd name="connsiteY87" fmla="*/ 674077 h 1424354"/>
              <a:gd name="connsiteX88" fmla="*/ 91693 w 1416401"/>
              <a:gd name="connsiteY88" fmla="*/ 656492 h 1424354"/>
              <a:gd name="connsiteX89" fmla="*/ 97555 w 1416401"/>
              <a:gd name="connsiteY89" fmla="*/ 627185 h 1424354"/>
              <a:gd name="connsiteX90" fmla="*/ 103416 w 1416401"/>
              <a:gd name="connsiteY90" fmla="*/ 609600 h 1424354"/>
              <a:gd name="connsiteX91" fmla="*/ 109278 w 1416401"/>
              <a:gd name="connsiteY91" fmla="*/ 586154 h 1424354"/>
              <a:gd name="connsiteX92" fmla="*/ 115139 w 1416401"/>
              <a:gd name="connsiteY92" fmla="*/ 556846 h 1424354"/>
              <a:gd name="connsiteX93" fmla="*/ 126862 w 1416401"/>
              <a:gd name="connsiteY93" fmla="*/ 521677 h 1424354"/>
              <a:gd name="connsiteX94" fmla="*/ 121001 w 1416401"/>
              <a:gd name="connsiteY94" fmla="*/ 322385 h 1424354"/>
              <a:gd name="connsiteX95" fmla="*/ 115139 w 1416401"/>
              <a:gd name="connsiteY95" fmla="*/ 304800 h 1424354"/>
              <a:gd name="connsiteX96" fmla="*/ 103416 w 1416401"/>
              <a:gd name="connsiteY96" fmla="*/ 281354 h 1424354"/>
              <a:gd name="connsiteX97" fmla="*/ 85832 w 1416401"/>
              <a:gd name="connsiteY97" fmla="*/ 263769 h 1424354"/>
              <a:gd name="connsiteX98" fmla="*/ 79970 w 1416401"/>
              <a:gd name="connsiteY98"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83418 w 1416401"/>
              <a:gd name="connsiteY95" fmla="*/ 291480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83418 w 1416401"/>
              <a:gd name="connsiteY94" fmla="*/ 291480 h 1424354"/>
              <a:gd name="connsiteX95" fmla="*/ 85832 w 1416401"/>
              <a:gd name="connsiteY95" fmla="*/ 263769 h 1424354"/>
              <a:gd name="connsiteX96" fmla="*/ 79970 w 1416401"/>
              <a:gd name="connsiteY96"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83418 w 1416401"/>
              <a:gd name="connsiteY93" fmla="*/ 291480 h 1424354"/>
              <a:gd name="connsiteX94" fmla="*/ 85832 w 1416401"/>
              <a:gd name="connsiteY94" fmla="*/ 263769 h 1424354"/>
              <a:gd name="connsiteX95" fmla="*/ 79970 w 1416401"/>
              <a:gd name="connsiteY95"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83418 w 1416401"/>
              <a:gd name="connsiteY91" fmla="*/ 43549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2366 w 1416401"/>
              <a:gd name="connsiteY90" fmla="*/ 546969 h 1424354"/>
              <a:gd name="connsiteX91" fmla="*/ 83418 w 1416401"/>
              <a:gd name="connsiteY91" fmla="*/ 43549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87093 w 1416401"/>
              <a:gd name="connsiteY55" fmla="*/ 1219200 h 1424354"/>
              <a:gd name="connsiteX56" fmla="*/ 1381232 w 1416401"/>
              <a:gd name="connsiteY56" fmla="*/ 1289538 h 1424354"/>
              <a:gd name="connsiteX57" fmla="*/ 1351924 w 1416401"/>
              <a:gd name="connsiteY57" fmla="*/ 1330569 h 1424354"/>
              <a:gd name="connsiteX58" fmla="*/ 1322616 w 1416401"/>
              <a:gd name="connsiteY58" fmla="*/ 1359877 h 1424354"/>
              <a:gd name="connsiteX59" fmla="*/ 1287447 w 1416401"/>
              <a:gd name="connsiteY59" fmla="*/ 1383323 h 1424354"/>
              <a:gd name="connsiteX60" fmla="*/ 1269862 w 1416401"/>
              <a:gd name="connsiteY60" fmla="*/ 1395046 h 1424354"/>
              <a:gd name="connsiteX61" fmla="*/ 1234693 w 1416401"/>
              <a:gd name="connsiteY61" fmla="*/ 1406769 h 1424354"/>
              <a:gd name="connsiteX62" fmla="*/ 1217108 w 1416401"/>
              <a:gd name="connsiteY62" fmla="*/ 1412631 h 1424354"/>
              <a:gd name="connsiteX63" fmla="*/ 1176078 w 1416401"/>
              <a:gd name="connsiteY63" fmla="*/ 1418492 h 1424354"/>
              <a:gd name="connsiteX64" fmla="*/ 1140908 w 1416401"/>
              <a:gd name="connsiteY64" fmla="*/ 1424354 h 1424354"/>
              <a:gd name="connsiteX65" fmla="*/ 900585 w 1416401"/>
              <a:gd name="connsiteY65" fmla="*/ 1418492 h 1424354"/>
              <a:gd name="connsiteX66" fmla="*/ 883001 w 1416401"/>
              <a:gd name="connsiteY66" fmla="*/ 1412631 h 1424354"/>
              <a:gd name="connsiteX67" fmla="*/ 800939 w 1416401"/>
              <a:gd name="connsiteY67" fmla="*/ 1406769 h 1424354"/>
              <a:gd name="connsiteX68" fmla="*/ 630955 w 1416401"/>
              <a:gd name="connsiteY68" fmla="*/ 1400908 h 1424354"/>
              <a:gd name="connsiteX69" fmla="*/ 572339 w 1416401"/>
              <a:gd name="connsiteY69" fmla="*/ 1395046 h 1424354"/>
              <a:gd name="connsiteX70" fmla="*/ 476812 w 1416401"/>
              <a:gd name="connsiteY70" fmla="*/ 1400908 h 1424354"/>
              <a:gd name="connsiteX71" fmla="*/ 155426 w 1416401"/>
              <a:gd name="connsiteY71" fmla="*/ 1371600 h 1424354"/>
              <a:gd name="connsiteX72" fmla="*/ 83418 w 1416401"/>
              <a:gd name="connsiteY72" fmla="*/ 1299592 h 1424354"/>
              <a:gd name="connsiteX73" fmla="*/ 50662 w 1416401"/>
              <a:gd name="connsiteY73" fmla="*/ 1248508 h 1424354"/>
              <a:gd name="connsiteX74" fmla="*/ 33078 w 1416401"/>
              <a:gd name="connsiteY74" fmla="*/ 1230923 h 1424354"/>
              <a:gd name="connsiteX75" fmla="*/ 21355 w 1416401"/>
              <a:gd name="connsiteY75" fmla="*/ 1189892 h 1424354"/>
              <a:gd name="connsiteX76" fmla="*/ 9632 w 1416401"/>
              <a:gd name="connsiteY76" fmla="*/ 1143000 h 1424354"/>
              <a:gd name="connsiteX77" fmla="*/ 9632 w 1416401"/>
              <a:gd name="connsiteY77" fmla="*/ 943708 h 1424354"/>
              <a:gd name="connsiteX78" fmla="*/ 15493 w 1416401"/>
              <a:gd name="connsiteY78" fmla="*/ 926123 h 1424354"/>
              <a:gd name="connsiteX79" fmla="*/ 21355 w 1416401"/>
              <a:gd name="connsiteY79" fmla="*/ 873369 h 1424354"/>
              <a:gd name="connsiteX80" fmla="*/ 27216 w 1416401"/>
              <a:gd name="connsiteY80" fmla="*/ 855785 h 1424354"/>
              <a:gd name="connsiteX81" fmla="*/ 33078 w 1416401"/>
              <a:gd name="connsiteY81" fmla="*/ 820615 h 1424354"/>
              <a:gd name="connsiteX82" fmla="*/ 50662 w 1416401"/>
              <a:gd name="connsiteY82" fmla="*/ 779585 h 1424354"/>
              <a:gd name="connsiteX83" fmla="*/ 62385 w 1416401"/>
              <a:gd name="connsiteY83" fmla="*/ 738554 h 1424354"/>
              <a:gd name="connsiteX84" fmla="*/ 74108 w 1416401"/>
              <a:gd name="connsiteY84" fmla="*/ 715108 h 1424354"/>
              <a:gd name="connsiteX85" fmla="*/ 85832 w 1416401"/>
              <a:gd name="connsiteY85" fmla="*/ 674077 h 1424354"/>
              <a:gd name="connsiteX86" fmla="*/ 91693 w 1416401"/>
              <a:gd name="connsiteY86" fmla="*/ 656492 h 1424354"/>
              <a:gd name="connsiteX87" fmla="*/ 97555 w 1416401"/>
              <a:gd name="connsiteY87" fmla="*/ 627185 h 1424354"/>
              <a:gd name="connsiteX88" fmla="*/ 103416 w 1416401"/>
              <a:gd name="connsiteY88" fmla="*/ 609600 h 1424354"/>
              <a:gd name="connsiteX89" fmla="*/ 102366 w 1416401"/>
              <a:gd name="connsiteY89" fmla="*/ 546969 h 1424354"/>
              <a:gd name="connsiteX90" fmla="*/ 83418 w 1416401"/>
              <a:gd name="connsiteY90" fmla="*/ 435496 h 1424354"/>
              <a:gd name="connsiteX91" fmla="*/ 83418 w 1416401"/>
              <a:gd name="connsiteY91" fmla="*/ 291480 h 1424354"/>
              <a:gd name="connsiteX92" fmla="*/ 85832 w 1416401"/>
              <a:gd name="connsiteY92" fmla="*/ 263769 h 1424354"/>
              <a:gd name="connsiteX93" fmla="*/ 79970 w 1416401"/>
              <a:gd name="connsiteY93"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81232 w 1416401"/>
              <a:gd name="connsiteY55" fmla="*/ 1289538 h 1424354"/>
              <a:gd name="connsiteX56" fmla="*/ 1351924 w 1416401"/>
              <a:gd name="connsiteY56" fmla="*/ 1330569 h 1424354"/>
              <a:gd name="connsiteX57" fmla="*/ 1322616 w 1416401"/>
              <a:gd name="connsiteY57" fmla="*/ 1359877 h 1424354"/>
              <a:gd name="connsiteX58" fmla="*/ 1287447 w 1416401"/>
              <a:gd name="connsiteY58" fmla="*/ 1383323 h 1424354"/>
              <a:gd name="connsiteX59" fmla="*/ 1269862 w 1416401"/>
              <a:gd name="connsiteY59" fmla="*/ 1395046 h 1424354"/>
              <a:gd name="connsiteX60" fmla="*/ 1234693 w 1416401"/>
              <a:gd name="connsiteY60" fmla="*/ 1406769 h 1424354"/>
              <a:gd name="connsiteX61" fmla="*/ 1217108 w 1416401"/>
              <a:gd name="connsiteY61" fmla="*/ 1412631 h 1424354"/>
              <a:gd name="connsiteX62" fmla="*/ 1176078 w 1416401"/>
              <a:gd name="connsiteY62" fmla="*/ 1418492 h 1424354"/>
              <a:gd name="connsiteX63" fmla="*/ 1140908 w 1416401"/>
              <a:gd name="connsiteY63" fmla="*/ 1424354 h 1424354"/>
              <a:gd name="connsiteX64" fmla="*/ 900585 w 1416401"/>
              <a:gd name="connsiteY64" fmla="*/ 1418492 h 1424354"/>
              <a:gd name="connsiteX65" fmla="*/ 883001 w 1416401"/>
              <a:gd name="connsiteY65" fmla="*/ 1412631 h 1424354"/>
              <a:gd name="connsiteX66" fmla="*/ 800939 w 1416401"/>
              <a:gd name="connsiteY66" fmla="*/ 1406769 h 1424354"/>
              <a:gd name="connsiteX67" fmla="*/ 630955 w 1416401"/>
              <a:gd name="connsiteY67" fmla="*/ 1400908 h 1424354"/>
              <a:gd name="connsiteX68" fmla="*/ 572339 w 1416401"/>
              <a:gd name="connsiteY68" fmla="*/ 1395046 h 1424354"/>
              <a:gd name="connsiteX69" fmla="*/ 476812 w 1416401"/>
              <a:gd name="connsiteY69" fmla="*/ 1400908 h 1424354"/>
              <a:gd name="connsiteX70" fmla="*/ 155426 w 1416401"/>
              <a:gd name="connsiteY70" fmla="*/ 1371600 h 1424354"/>
              <a:gd name="connsiteX71" fmla="*/ 83418 w 1416401"/>
              <a:gd name="connsiteY71" fmla="*/ 1299592 h 1424354"/>
              <a:gd name="connsiteX72" fmla="*/ 50662 w 1416401"/>
              <a:gd name="connsiteY72" fmla="*/ 1248508 h 1424354"/>
              <a:gd name="connsiteX73" fmla="*/ 33078 w 1416401"/>
              <a:gd name="connsiteY73" fmla="*/ 1230923 h 1424354"/>
              <a:gd name="connsiteX74" fmla="*/ 21355 w 1416401"/>
              <a:gd name="connsiteY74" fmla="*/ 1189892 h 1424354"/>
              <a:gd name="connsiteX75" fmla="*/ 9632 w 1416401"/>
              <a:gd name="connsiteY75" fmla="*/ 1143000 h 1424354"/>
              <a:gd name="connsiteX76" fmla="*/ 9632 w 1416401"/>
              <a:gd name="connsiteY76" fmla="*/ 943708 h 1424354"/>
              <a:gd name="connsiteX77" fmla="*/ 15493 w 1416401"/>
              <a:gd name="connsiteY77" fmla="*/ 926123 h 1424354"/>
              <a:gd name="connsiteX78" fmla="*/ 21355 w 1416401"/>
              <a:gd name="connsiteY78" fmla="*/ 873369 h 1424354"/>
              <a:gd name="connsiteX79" fmla="*/ 27216 w 1416401"/>
              <a:gd name="connsiteY79" fmla="*/ 855785 h 1424354"/>
              <a:gd name="connsiteX80" fmla="*/ 33078 w 1416401"/>
              <a:gd name="connsiteY80" fmla="*/ 820615 h 1424354"/>
              <a:gd name="connsiteX81" fmla="*/ 50662 w 1416401"/>
              <a:gd name="connsiteY81" fmla="*/ 779585 h 1424354"/>
              <a:gd name="connsiteX82" fmla="*/ 62385 w 1416401"/>
              <a:gd name="connsiteY82" fmla="*/ 738554 h 1424354"/>
              <a:gd name="connsiteX83" fmla="*/ 74108 w 1416401"/>
              <a:gd name="connsiteY83" fmla="*/ 715108 h 1424354"/>
              <a:gd name="connsiteX84" fmla="*/ 85832 w 1416401"/>
              <a:gd name="connsiteY84" fmla="*/ 674077 h 1424354"/>
              <a:gd name="connsiteX85" fmla="*/ 91693 w 1416401"/>
              <a:gd name="connsiteY85" fmla="*/ 656492 h 1424354"/>
              <a:gd name="connsiteX86" fmla="*/ 97555 w 1416401"/>
              <a:gd name="connsiteY86" fmla="*/ 627185 h 1424354"/>
              <a:gd name="connsiteX87" fmla="*/ 103416 w 1416401"/>
              <a:gd name="connsiteY87" fmla="*/ 609600 h 1424354"/>
              <a:gd name="connsiteX88" fmla="*/ 102366 w 1416401"/>
              <a:gd name="connsiteY88" fmla="*/ 546969 h 1424354"/>
              <a:gd name="connsiteX89" fmla="*/ 83418 w 1416401"/>
              <a:gd name="connsiteY89" fmla="*/ 435496 h 1424354"/>
              <a:gd name="connsiteX90" fmla="*/ 83418 w 1416401"/>
              <a:gd name="connsiteY90" fmla="*/ 291480 h 1424354"/>
              <a:gd name="connsiteX91" fmla="*/ 85832 w 1416401"/>
              <a:gd name="connsiteY91" fmla="*/ 263769 h 1424354"/>
              <a:gd name="connsiteX92" fmla="*/ 79970 w 1416401"/>
              <a:gd name="connsiteY92"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81232 w 1416401"/>
              <a:gd name="connsiteY54" fmla="*/ 1289538 h 1424354"/>
              <a:gd name="connsiteX55" fmla="*/ 1351924 w 1416401"/>
              <a:gd name="connsiteY55" fmla="*/ 1330569 h 1424354"/>
              <a:gd name="connsiteX56" fmla="*/ 1322616 w 1416401"/>
              <a:gd name="connsiteY56" fmla="*/ 1359877 h 1424354"/>
              <a:gd name="connsiteX57" fmla="*/ 1287447 w 1416401"/>
              <a:gd name="connsiteY57" fmla="*/ 1383323 h 1424354"/>
              <a:gd name="connsiteX58" fmla="*/ 1269862 w 1416401"/>
              <a:gd name="connsiteY58" fmla="*/ 1395046 h 1424354"/>
              <a:gd name="connsiteX59" fmla="*/ 1234693 w 1416401"/>
              <a:gd name="connsiteY59" fmla="*/ 1406769 h 1424354"/>
              <a:gd name="connsiteX60" fmla="*/ 1217108 w 1416401"/>
              <a:gd name="connsiteY60" fmla="*/ 1412631 h 1424354"/>
              <a:gd name="connsiteX61" fmla="*/ 1176078 w 1416401"/>
              <a:gd name="connsiteY61" fmla="*/ 1418492 h 1424354"/>
              <a:gd name="connsiteX62" fmla="*/ 1140908 w 1416401"/>
              <a:gd name="connsiteY62" fmla="*/ 1424354 h 1424354"/>
              <a:gd name="connsiteX63" fmla="*/ 900585 w 1416401"/>
              <a:gd name="connsiteY63" fmla="*/ 1418492 h 1424354"/>
              <a:gd name="connsiteX64" fmla="*/ 883001 w 1416401"/>
              <a:gd name="connsiteY64" fmla="*/ 1412631 h 1424354"/>
              <a:gd name="connsiteX65" fmla="*/ 800939 w 1416401"/>
              <a:gd name="connsiteY65" fmla="*/ 1406769 h 1424354"/>
              <a:gd name="connsiteX66" fmla="*/ 630955 w 1416401"/>
              <a:gd name="connsiteY66" fmla="*/ 1400908 h 1424354"/>
              <a:gd name="connsiteX67" fmla="*/ 572339 w 1416401"/>
              <a:gd name="connsiteY67" fmla="*/ 1395046 h 1424354"/>
              <a:gd name="connsiteX68" fmla="*/ 476812 w 1416401"/>
              <a:gd name="connsiteY68" fmla="*/ 1400908 h 1424354"/>
              <a:gd name="connsiteX69" fmla="*/ 155426 w 1416401"/>
              <a:gd name="connsiteY69" fmla="*/ 1371600 h 1424354"/>
              <a:gd name="connsiteX70" fmla="*/ 83418 w 1416401"/>
              <a:gd name="connsiteY70" fmla="*/ 1299592 h 1424354"/>
              <a:gd name="connsiteX71" fmla="*/ 50662 w 1416401"/>
              <a:gd name="connsiteY71" fmla="*/ 1248508 h 1424354"/>
              <a:gd name="connsiteX72" fmla="*/ 33078 w 1416401"/>
              <a:gd name="connsiteY72" fmla="*/ 1230923 h 1424354"/>
              <a:gd name="connsiteX73" fmla="*/ 21355 w 1416401"/>
              <a:gd name="connsiteY73" fmla="*/ 1189892 h 1424354"/>
              <a:gd name="connsiteX74" fmla="*/ 9632 w 1416401"/>
              <a:gd name="connsiteY74" fmla="*/ 1143000 h 1424354"/>
              <a:gd name="connsiteX75" fmla="*/ 9632 w 1416401"/>
              <a:gd name="connsiteY75" fmla="*/ 943708 h 1424354"/>
              <a:gd name="connsiteX76" fmla="*/ 15493 w 1416401"/>
              <a:gd name="connsiteY76" fmla="*/ 926123 h 1424354"/>
              <a:gd name="connsiteX77" fmla="*/ 21355 w 1416401"/>
              <a:gd name="connsiteY77" fmla="*/ 873369 h 1424354"/>
              <a:gd name="connsiteX78" fmla="*/ 27216 w 1416401"/>
              <a:gd name="connsiteY78" fmla="*/ 855785 h 1424354"/>
              <a:gd name="connsiteX79" fmla="*/ 33078 w 1416401"/>
              <a:gd name="connsiteY79" fmla="*/ 820615 h 1424354"/>
              <a:gd name="connsiteX80" fmla="*/ 50662 w 1416401"/>
              <a:gd name="connsiteY80" fmla="*/ 779585 h 1424354"/>
              <a:gd name="connsiteX81" fmla="*/ 62385 w 1416401"/>
              <a:gd name="connsiteY81" fmla="*/ 738554 h 1424354"/>
              <a:gd name="connsiteX82" fmla="*/ 74108 w 1416401"/>
              <a:gd name="connsiteY82" fmla="*/ 715108 h 1424354"/>
              <a:gd name="connsiteX83" fmla="*/ 85832 w 1416401"/>
              <a:gd name="connsiteY83" fmla="*/ 674077 h 1424354"/>
              <a:gd name="connsiteX84" fmla="*/ 91693 w 1416401"/>
              <a:gd name="connsiteY84" fmla="*/ 656492 h 1424354"/>
              <a:gd name="connsiteX85" fmla="*/ 97555 w 1416401"/>
              <a:gd name="connsiteY85" fmla="*/ 627185 h 1424354"/>
              <a:gd name="connsiteX86" fmla="*/ 103416 w 1416401"/>
              <a:gd name="connsiteY86" fmla="*/ 609600 h 1424354"/>
              <a:gd name="connsiteX87" fmla="*/ 102366 w 1416401"/>
              <a:gd name="connsiteY87" fmla="*/ 546969 h 1424354"/>
              <a:gd name="connsiteX88" fmla="*/ 83418 w 1416401"/>
              <a:gd name="connsiteY88" fmla="*/ 435496 h 1424354"/>
              <a:gd name="connsiteX89" fmla="*/ 83418 w 1416401"/>
              <a:gd name="connsiteY89" fmla="*/ 291480 h 1424354"/>
              <a:gd name="connsiteX90" fmla="*/ 85832 w 1416401"/>
              <a:gd name="connsiteY90" fmla="*/ 263769 h 1424354"/>
              <a:gd name="connsiteX91" fmla="*/ 79970 w 1416401"/>
              <a:gd name="connsiteY91"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51924 w 1416401"/>
              <a:gd name="connsiteY54" fmla="*/ 1330569 h 1424354"/>
              <a:gd name="connsiteX55" fmla="*/ 1322616 w 1416401"/>
              <a:gd name="connsiteY55" fmla="*/ 1359877 h 1424354"/>
              <a:gd name="connsiteX56" fmla="*/ 1287447 w 1416401"/>
              <a:gd name="connsiteY56" fmla="*/ 1383323 h 1424354"/>
              <a:gd name="connsiteX57" fmla="*/ 1269862 w 1416401"/>
              <a:gd name="connsiteY57" fmla="*/ 1395046 h 1424354"/>
              <a:gd name="connsiteX58" fmla="*/ 1234693 w 1416401"/>
              <a:gd name="connsiteY58" fmla="*/ 1406769 h 1424354"/>
              <a:gd name="connsiteX59" fmla="*/ 1217108 w 1416401"/>
              <a:gd name="connsiteY59" fmla="*/ 1412631 h 1424354"/>
              <a:gd name="connsiteX60" fmla="*/ 1176078 w 1416401"/>
              <a:gd name="connsiteY60" fmla="*/ 1418492 h 1424354"/>
              <a:gd name="connsiteX61" fmla="*/ 1140908 w 1416401"/>
              <a:gd name="connsiteY61" fmla="*/ 1424354 h 1424354"/>
              <a:gd name="connsiteX62" fmla="*/ 900585 w 1416401"/>
              <a:gd name="connsiteY62" fmla="*/ 1418492 h 1424354"/>
              <a:gd name="connsiteX63" fmla="*/ 883001 w 1416401"/>
              <a:gd name="connsiteY63" fmla="*/ 1412631 h 1424354"/>
              <a:gd name="connsiteX64" fmla="*/ 800939 w 1416401"/>
              <a:gd name="connsiteY64" fmla="*/ 1406769 h 1424354"/>
              <a:gd name="connsiteX65" fmla="*/ 630955 w 1416401"/>
              <a:gd name="connsiteY65" fmla="*/ 1400908 h 1424354"/>
              <a:gd name="connsiteX66" fmla="*/ 572339 w 1416401"/>
              <a:gd name="connsiteY66" fmla="*/ 1395046 h 1424354"/>
              <a:gd name="connsiteX67" fmla="*/ 476812 w 1416401"/>
              <a:gd name="connsiteY67" fmla="*/ 1400908 h 1424354"/>
              <a:gd name="connsiteX68" fmla="*/ 155426 w 1416401"/>
              <a:gd name="connsiteY68" fmla="*/ 1371600 h 1424354"/>
              <a:gd name="connsiteX69" fmla="*/ 83418 w 1416401"/>
              <a:gd name="connsiteY69" fmla="*/ 1299592 h 1424354"/>
              <a:gd name="connsiteX70" fmla="*/ 50662 w 1416401"/>
              <a:gd name="connsiteY70" fmla="*/ 1248508 h 1424354"/>
              <a:gd name="connsiteX71" fmla="*/ 33078 w 1416401"/>
              <a:gd name="connsiteY71" fmla="*/ 1230923 h 1424354"/>
              <a:gd name="connsiteX72" fmla="*/ 21355 w 1416401"/>
              <a:gd name="connsiteY72" fmla="*/ 1189892 h 1424354"/>
              <a:gd name="connsiteX73" fmla="*/ 9632 w 1416401"/>
              <a:gd name="connsiteY73" fmla="*/ 1143000 h 1424354"/>
              <a:gd name="connsiteX74" fmla="*/ 9632 w 1416401"/>
              <a:gd name="connsiteY74" fmla="*/ 943708 h 1424354"/>
              <a:gd name="connsiteX75" fmla="*/ 15493 w 1416401"/>
              <a:gd name="connsiteY75" fmla="*/ 926123 h 1424354"/>
              <a:gd name="connsiteX76" fmla="*/ 21355 w 1416401"/>
              <a:gd name="connsiteY76" fmla="*/ 873369 h 1424354"/>
              <a:gd name="connsiteX77" fmla="*/ 27216 w 1416401"/>
              <a:gd name="connsiteY77" fmla="*/ 855785 h 1424354"/>
              <a:gd name="connsiteX78" fmla="*/ 33078 w 1416401"/>
              <a:gd name="connsiteY78" fmla="*/ 820615 h 1424354"/>
              <a:gd name="connsiteX79" fmla="*/ 50662 w 1416401"/>
              <a:gd name="connsiteY79" fmla="*/ 779585 h 1424354"/>
              <a:gd name="connsiteX80" fmla="*/ 62385 w 1416401"/>
              <a:gd name="connsiteY80" fmla="*/ 738554 h 1424354"/>
              <a:gd name="connsiteX81" fmla="*/ 74108 w 1416401"/>
              <a:gd name="connsiteY81" fmla="*/ 715108 h 1424354"/>
              <a:gd name="connsiteX82" fmla="*/ 85832 w 1416401"/>
              <a:gd name="connsiteY82" fmla="*/ 674077 h 1424354"/>
              <a:gd name="connsiteX83" fmla="*/ 91693 w 1416401"/>
              <a:gd name="connsiteY83" fmla="*/ 656492 h 1424354"/>
              <a:gd name="connsiteX84" fmla="*/ 97555 w 1416401"/>
              <a:gd name="connsiteY84" fmla="*/ 627185 h 1424354"/>
              <a:gd name="connsiteX85" fmla="*/ 103416 w 1416401"/>
              <a:gd name="connsiteY85" fmla="*/ 609600 h 1424354"/>
              <a:gd name="connsiteX86" fmla="*/ 102366 w 1416401"/>
              <a:gd name="connsiteY86" fmla="*/ 546969 h 1424354"/>
              <a:gd name="connsiteX87" fmla="*/ 83418 w 1416401"/>
              <a:gd name="connsiteY87" fmla="*/ 435496 h 1424354"/>
              <a:gd name="connsiteX88" fmla="*/ 83418 w 1416401"/>
              <a:gd name="connsiteY88" fmla="*/ 291480 h 1424354"/>
              <a:gd name="connsiteX89" fmla="*/ 85832 w 1416401"/>
              <a:gd name="connsiteY89" fmla="*/ 263769 h 1424354"/>
              <a:gd name="connsiteX90" fmla="*/ 79970 w 1416401"/>
              <a:gd name="connsiteY90"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22616 w 1416401"/>
              <a:gd name="connsiteY54" fmla="*/ 1359877 h 1424354"/>
              <a:gd name="connsiteX55" fmla="*/ 1287447 w 1416401"/>
              <a:gd name="connsiteY55" fmla="*/ 1383323 h 1424354"/>
              <a:gd name="connsiteX56" fmla="*/ 1269862 w 1416401"/>
              <a:gd name="connsiteY56" fmla="*/ 1395046 h 1424354"/>
              <a:gd name="connsiteX57" fmla="*/ 1234693 w 1416401"/>
              <a:gd name="connsiteY57" fmla="*/ 1406769 h 1424354"/>
              <a:gd name="connsiteX58" fmla="*/ 1217108 w 1416401"/>
              <a:gd name="connsiteY58" fmla="*/ 1412631 h 1424354"/>
              <a:gd name="connsiteX59" fmla="*/ 1176078 w 1416401"/>
              <a:gd name="connsiteY59" fmla="*/ 1418492 h 1424354"/>
              <a:gd name="connsiteX60" fmla="*/ 1140908 w 1416401"/>
              <a:gd name="connsiteY60" fmla="*/ 1424354 h 1424354"/>
              <a:gd name="connsiteX61" fmla="*/ 900585 w 1416401"/>
              <a:gd name="connsiteY61" fmla="*/ 1418492 h 1424354"/>
              <a:gd name="connsiteX62" fmla="*/ 883001 w 1416401"/>
              <a:gd name="connsiteY62" fmla="*/ 1412631 h 1424354"/>
              <a:gd name="connsiteX63" fmla="*/ 800939 w 1416401"/>
              <a:gd name="connsiteY63" fmla="*/ 1406769 h 1424354"/>
              <a:gd name="connsiteX64" fmla="*/ 630955 w 1416401"/>
              <a:gd name="connsiteY64" fmla="*/ 1400908 h 1424354"/>
              <a:gd name="connsiteX65" fmla="*/ 572339 w 1416401"/>
              <a:gd name="connsiteY65" fmla="*/ 1395046 h 1424354"/>
              <a:gd name="connsiteX66" fmla="*/ 476812 w 1416401"/>
              <a:gd name="connsiteY66" fmla="*/ 1400908 h 1424354"/>
              <a:gd name="connsiteX67" fmla="*/ 155426 w 1416401"/>
              <a:gd name="connsiteY67" fmla="*/ 1371600 h 1424354"/>
              <a:gd name="connsiteX68" fmla="*/ 83418 w 1416401"/>
              <a:gd name="connsiteY68" fmla="*/ 1299592 h 1424354"/>
              <a:gd name="connsiteX69" fmla="*/ 50662 w 1416401"/>
              <a:gd name="connsiteY69" fmla="*/ 1248508 h 1424354"/>
              <a:gd name="connsiteX70" fmla="*/ 33078 w 1416401"/>
              <a:gd name="connsiteY70" fmla="*/ 1230923 h 1424354"/>
              <a:gd name="connsiteX71" fmla="*/ 21355 w 1416401"/>
              <a:gd name="connsiteY71" fmla="*/ 1189892 h 1424354"/>
              <a:gd name="connsiteX72" fmla="*/ 9632 w 1416401"/>
              <a:gd name="connsiteY72" fmla="*/ 1143000 h 1424354"/>
              <a:gd name="connsiteX73" fmla="*/ 9632 w 1416401"/>
              <a:gd name="connsiteY73" fmla="*/ 943708 h 1424354"/>
              <a:gd name="connsiteX74" fmla="*/ 15493 w 1416401"/>
              <a:gd name="connsiteY74" fmla="*/ 926123 h 1424354"/>
              <a:gd name="connsiteX75" fmla="*/ 21355 w 1416401"/>
              <a:gd name="connsiteY75" fmla="*/ 873369 h 1424354"/>
              <a:gd name="connsiteX76" fmla="*/ 27216 w 1416401"/>
              <a:gd name="connsiteY76" fmla="*/ 855785 h 1424354"/>
              <a:gd name="connsiteX77" fmla="*/ 33078 w 1416401"/>
              <a:gd name="connsiteY77" fmla="*/ 820615 h 1424354"/>
              <a:gd name="connsiteX78" fmla="*/ 50662 w 1416401"/>
              <a:gd name="connsiteY78" fmla="*/ 779585 h 1424354"/>
              <a:gd name="connsiteX79" fmla="*/ 62385 w 1416401"/>
              <a:gd name="connsiteY79" fmla="*/ 738554 h 1424354"/>
              <a:gd name="connsiteX80" fmla="*/ 74108 w 1416401"/>
              <a:gd name="connsiteY80" fmla="*/ 715108 h 1424354"/>
              <a:gd name="connsiteX81" fmla="*/ 85832 w 1416401"/>
              <a:gd name="connsiteY81" fmla="*/ 674077 h 1424354"/>
              <a:gd name="connsiteX82" fmla="*/ 91693 w 1416401"/>
              <a:gd name="connsiteY82" fmla="*/ 656492 h 1424354"/>
              <a:gd name="connsiteX83" fmla="*/ 97555 w 1416401"/>
              <a:gd name="connsiteY83" fmla="*/ 627185 h 1424354"/>
              <a:gd name="connsiteX84" fmla="*/ 103416 w 1416401"/>
              <a:gd name="connsiteY84" fmla="*/ 609600 h 1424354"/>
              <a:gd name="connsiteX85" fmla="*/ 102366 w 1416401"/>
              <a:gd name="connsiteY85" fmla="*/ 546969 h 1424354"/>
              <a:gd name="connsiteX86" fmla="*/ 83418 w 1416401"/>
              <a:gd name="connsiteY86" fmla="*/ 435496 h 1424354"/>
              <a:gd name="connsiteX87" fmla="*/ 83418 w 1416401"/>
              <a:gd name="connsiteY87" fmla="*/ 291480 h 1424354"/>
              <a:gd name="connsiteX88" fmla="*/ 85832 w 1416401"/>
              <a:gd name="connsiteY88" fmla="*/ 263769 h 1424354"/>
              <a:gd name="connsiteX89" fmla="*/ 79970 w 1416401"/>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82870 w 1424802"/>
              <a:gd name="connsiteY5" fmla="*/ 75475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316389 h 1494558"/>
              <a:gd name="connsiteX1" fmla="*/ 97555 w 1424802"/>
              <a:gd name="connsiteY1" fmla="*/ 263635 h 1494558"/>
              <a:gd name="connsiteX2" fmla="*/ 103416 w 1424802"/>
              <a:gd name="connsiteY2" fmla="*/ 246050 h 1494558"/>
              <a:gd name="connsiteX3" fmla="*/ 109278 w 1424802"/>
              <a:gd name="connsiteY3" fmla="*/ 222604 h 1494558"/>
              <a:gd name="connsiteX4" fmla="*/ 132724 w 1424802"/>
              <a:gd name="connsiteY4" fmla="*/ 187435 h 1494558"/>
              <a:gd name="connsiteX5" fmla="*/ 82870 w 1424802"/>
              <a:gd name="connsiteY5" fmla="*/ 145679 h 1494558"/>
              <a:gd name="connsiteX6" fmla="*/ 197201 w 1424802"/>
              <a:gd name="connsiteY6" fmla="*/ 140542 h 1494558"/>
              <a:gd name="connsiteX7" fmla="*/ 226508 w 1424802"/>
              <a:gd name="connsiteY7" fmla="*/ 122958 h 1494558"/>
              <a:gd name="connsiteX8" fmla="*/ 261678 w 1424802"/>
              <a:gd name="connsiteY8" fmla="*/ 111235 h 1494558"/>
              <a:gd name="connsiteX9" fmla="*/ 308570 w 1424802"/>
              <a:gd name="connsiteY9" fmla="*/ 93650 h 1494558"/>
              <a:gd name="connsiteX10" fmla="*/ 326155 w 1424802"/>
              <a:gd name="connsiteY10" fmla="*/ 87789 h 1494558"/>
              <a:gd name="connsiteX11" fmla="*/ 367185 w 1424802"/>
              <a:gd name="connsiteY11" fmla="*/ 81927 h 1494558"/>
              <a:gd name="connsiteX12" fmla="*/ 490278 w 1424802"/>
              <a:gd name="connsiteY12" fmla="*/ 70204 h 1494558"/>
              <a:gd name="connsiteX13" fmla="*/ 607508 w 1424802"/>
              <a:gd name="connsiteY13" fmla="*/ 81927 h 1494558"/>
              <a:gd name="connsiteX14" fmla="*/ 659264 w 1424802"/>
              <a:gd name="connsiteY14" fmla="*/ 1626 h 1494558"/>
              <a:gd name="connsiteX15" fmla="*/ 671985 w 1424802"/>
              <a:gd name="connsiteY15" fmla="*/ 99512 h 1494558"/>
              <a:gd name="connsiteX16" fmla="*/ 695432 w 1424802"/>
              <a:gd name="connsiteY16" fmla="*/ 105373 h 1494558"/>
              <a:gd name="connsiteX17" fmla="*/ 718878 w 1424802"/>
              <a:gd name="connsiteY17" fmla="*/ 117096 h 1494558"/>
              <a:gd name="connsiteX18" fmla="*/ 754047 w 1424802"/>
              <a:gd name="connsiteY18" fmla="*/ 128819 h 1494558"/>
              <a:gd name="connsiteX19" fmla="*/ 771632 w 1424802"/>
              <a:gd name="connsiteY19" fmla="*/ 140542 h 1494558"/>
              <a:gd name="connsiteX20" fmla="*/ 789216 w 1424802"/>
              <a:gd name="connsiteY20" fmla="*/ 158127 h 1494558"/>
              <a:gd name="connsiteX21" fmla="*/ 824385 w 1424802"/>
              <a:gd name="connsiteY21" fmla="*/ 169850 h 1494558"/>
              <a:gd name="connsiteX22" fmla="*/ 841970 w 1424802"/>
              <a:gd name="connsiteY22" fmla="*/ 187435 h 1494558"/>
              <a:gd name="connsiteX23" fmla="*/ 847832 w 1424802"/>
              <a:gd name="connsiteY23" fmla="*/ 205019 h 1494558"/>
              <a:gd name="connsiteX24" fmla="*/ 865416 w 1424802"/>
              <a:gd name="connsiteY24" fmla="*/ 210881 h 1494558"/>
              <a:gd name="connsiteX25" fmla="*/ 906447 w 1424802"/>
              <a:gd name="connsiteY25" fmla="*/ 246050 h 1494558"/>
              <a:gd name="connsiteX26" fmla="*/ 918170 w 1424802"/>
              <a:gd name="connsiteY26" fmla="*/ 263635 h 1494558"/>
              <a:gd name="connsiteX27" fmla="*/ 935755 w 1424802"/>
              <a:gd name="connsiteY27" fmla="*/ 275358 h 1494558"/>
              <a:gd name="connsiteX28" fmla="*/ 959201 w 1424802"/>
              <a:gd name="connsiteY28" fmla="*/ 292942 h 1494558"/>
              <a:gd name="connsiteX29" fmla="*/ 976785 w 1424802"/>
              <a:gd name="connsiteY29" fmla="*/ 304666 h 1494558"/>
              <a:gd name="connsiteX30" fmla="*/ 994370 w 1424802"/>
              <a:gd name="connsiteY30" fmla="*/ 328112 h 1494558"/>
              <a:gd name="connsiteX31" fmla="*/ 1035401 w 1424802"/>
              <a:gd name="connsiteY31" fmla="*/ 351558 h 1494558"/>
              <a:gd name="connsiteX32" fmla="*/ 1058847 w 1424802"/>
              <a:gd name="connsiteY32" fmla="*/ 380866 h 1494558"/>
              <a:gd name="connsiteX33" fmla="*/ 1099878 w 1424802"/>
              <a:gd name="connsiteY33" fmla="*/ 416035 h 1494558"/>
              <a:gd name="connsiteX34" fmla="*/ 1129185 w 1424802"/>
              <a:gd name="connsiteY34" fmla="*/ 457066 h 1494558"/>
              <a:gd name="connsiteX35" fmla="*/ 1135047 w 1424802"/>
              <a:gd name="connsiteY35" fmla="*/ 474650 h 1494558"/>
              <a:gd name="connsiteX36" fmla="*/ 1170216 w 1424802"/>
              <a:gd name="connsiteY36" fmla="*/ 515681 h 1494558"/>
              <a:gd name="connsiteX37" fmla="*/ 1187801 w 1424802"/>
              <a:gd name="connsiteY37" fmla="*/ 539127 h 1494558"/>
              <a:gd name="connsiteX38" fmla="*/ 1211247 w 1424802"/>
              <a:gd name="connsiteY38" fmla="*/ 574296 h 1494558"/>
              <a:gd name="connsiteX39" fmla="*/ 1240555 w 1424802"/>
              <a:gd name="connsiteY39" fmla="*/ 615327 h 1494558"/>
              <a:gd name="connsiteX40" fmla="*/ 1264001 w 1424802"/>
              <a:gd name="connsiteY40" fmla="*/ 662219 h 1494558"/>
              <a:gd name="connsiteX41" fmla="*/ 1269862 w 1424802"/>
              <a:gd name="connsiteY41" fmla="*/ 679804 h 1494558"/>
              <a:gd name="connsiteX42" fmla="*/ 1287447 w 1424802"/>
              <a:gd name="connsiteY42" fmla="*/ 709112 h 1494558"/>
              <a:gd name="connsiteX43" fmla="*/ 1299170 w 1424802"/>
              <a:gd name="connsiteY43" fmla="*/ 732558 h 1494558"/>
              <a:gd name="connsiteX44" fmla="*/ 1316755 w 1424802"/>
              <a:gd name="connsiteY44" fmla="*/ 750142 h 1494558"/>
              <a:gd name="connsiteX45" fmla="*/ 1340201 w 1424802"/>
              <a:gd name="connsiteY45" fmla="*/ 791173 h 1494558"/>
              <a:gd name="connsiteX46" fmla="*/ 1351924 w 1424802"/>
              <a:gd name="connsiteY46" fmla="*/ 814619 h 1494558"/>
              <a:gd name="connsiteX47" fmla="*/ 1357785 w 1424802"/>
              <a:gd name="connsiteY47" fmla="*/ 832204 h 1494558"/>
              <a:gd name="connsiteX48" fmla="*/ 1369508 w 1424802"/>
              <a:gd name="connsiteY48" fmla="*/ 849789 h 1494558"/>
              <a:gd name="connsiteX49" fmla="*/ 1381232 w 1424802"/>
              <a:gd name="connsiteY49" fmla="*/ 879096 h 1494558"/>
              <a:gd name="connsiteX50" fmla="*/ 1398816 w 1424802"/>
              <a:gd name="connsiteY50" fmla="*/ 955296 h 1494558"/>
              <a:gd name="connsiteX51" fmla="*/ 1410539 w 1424802"/>
              <a:gd name="connsiteY51" fmla="*/ 1025635 h 1494558"/>
              <a:gd name="connsiteX52" fmla="*/ 1416401 w 1424802"/>
              <a:gd name="connsiteY52" fmla="*/ 1043219 h 1494558"/>
              <a:gd name="connsiteX53" fmla="*/ 1410539 w 1424802"/>
              <a:gd name="connsiteY53" fmla="*/ 1195619 h 1494558"/>
              <a:gd name="connsiteX54" fmla="*/ 1404287 w 1424802"/>
              <a:gd name="connsiteY54" fmla="*/ 1319245 h 1494558"/>
              <a:gd name="connsiteX55" fmla="*/ 1287447 w 1424802"/>
              <a:gd name="connsiteY55" fmla="*/ 1453527 h 1494558"/>
              <a:gd name="connsiteX56" fmla="*/ 1269862 w 1424802"/>
              <a:gd name="connsiteY56" fmla="*/ 1465250 h 1494558"/>
              <a:gd name="connsiteX57" fmla="*/ 1234693 w 1424802"/>
              <a:gd name="connsiteY57" fmla="*/ 1476973 h 1494558"/>
              <a:gd name="connsiteX58" fmla="*/ 1217108 w 1424802"/>
              <a:gd name="connsiteY58" fmla="*/ 1482835 h 1494558"/>
              <a:gd name="connsiteX59" fmla="*/ 1176078 w 1424802"/>
              <a:gd name="connsiteY59" fmla="*/ 1488696 h 1494558"/>
              <a:gd name="connsiteX60" fmla="*/ 1140908 w 1424802"/>
              <a:gd name="connsiteY60" fmla="*/ 1494558 h 1494558"/>
              <a:gd name="connsiteX61" fmla="*/ 900585 w 1424802"/>
              <a:gd name="connsiteY61" fmla="*/ 1488696 h 1494558"/>
              <a:gd name="connsiteX62" fmla="*/ 883001 w 1424802"/>
              <a:gd name="connsiteY62" fmla="*/ 1482835 h 1494558"/>
              <a:gd name="connsiteX63" fmla="*/ 800939 w 1424802"/>
              <a:gd name="connsiteY63" fmla="*/ 1476973 h 1494558"/>
              <a:gd name="connsiteX64" fmla="*/ 630955 w 1424802"/>
              <a:gd name="connsiteY64" fmla="*/ 1471112 h 1494558"/>
              <a:gd name="connsiteX65" fmla="*/ 572339 w 1424802"/>
              <a:gd name="connsiteY65" fmla="*/ 1465250 h 1494558"/>
              <a:gd name="connsiteX66" fmla="*/ 476812 w 1424802"/>
              <a:gd name="connsiteY66" fmla="*/ 1471112 h 1494558"/>
              <a:gd name="connsiteX67" fmla="*/ 155426 w 1424802"/>
              <a:gd name="connsiteY67" fmla="*/ 1441804 h 1494558"/>
              <a:gd name="connsiteX68" fmla="*/ 83418 w 1424802"/>
              <a:gd name="connsiteY68" fmla="*/ 1369796 h 1494558"/>
              <a:gd name="connsiteX69" fmla="*/ 50662 w 1424802"/>
              <a:gd name="connsiteY69" fmla="*/ 1318712 h 1494558"/>
              <a:gd name="connsiteX70" fmla="*/ 33078 w 1424802"/>
              <a:gd name="connsiteY70" fmla="*/ 1301127 h 1494558"/>
              <a:gd name="connsiteX71" fmla="*/ 21355 w 1424802"/>
              <a:gd name="connsiteY71" fmla="*/ 1260096 h 1494558"/>
              <a:gd name="connsiteX72" fmla="*/ 9632 w 1424802"/>
              <a:gd name="connsiteY72" fmla="*/ 1213204 h 1494558"/>
              <a:gd name="connsiteX73" fmla="*/ 9632 w 1424802"/>
              <a:gd name="connsiteY73" fmla="*/ 1013912 h 1494558"/>
              <a:gd name="connsiteX74" fmla="*/ 15493 w 1424802"/>
              <a:gd name="connsiteY74" fmla="*/ 996327 h 1494558"/>
              <a:gd name="connsiteX75" fmla="*/ 21355 w 1424802"/>
              <a:gd name="connsiteY75" fmla="*/ 943573 h 1494558"/>
              <a:gd name="connsiteX76" fmla="*/ 27216 w 1424802"/>
              <a:gd name="connsiteY76" fmla="*/ 925989 h 1494558"/>
              <a:gd name="connsiteX77" fmla="*/ 33078 w 1424802"/>
              <a:gd name="connsiteY77" fmla="*/ 890819 h 1494558"/>
              <a:gd name="connsiteX78" fmla="*/ 50662 w 1424802"/>
              <a:gd name="connsiteY78" fmla="*/ 849789 h 1494558"/>
              <a:gd name="connsiteX79" fmla="*/ 62385 w 1424802"/>
              <a:gd name="connsiteY79" fmla="*/ 808758 h 1494558"/>
              <a:gd name="connsiteX80" fmla="*/ 74108 w 1424802"/>
              <a:gd name="connsiteY80" fmla="*/ 785312 h 1494558"/>
              <a:gd name="connsiteX81" fmla="*/ 85832 w 1424802"/>
              <a:gd name="connsiteY81" fmla="*/ 744281 h 1494558"/>
              <a:gd name="connsiteX82" fmla="*/ 91693 w 1424802"/>
              <a:gd name="connsiteY82" fmla="*/ 726696 h 1494558"/>
              <a:gd name="connsiteX83" fmla="*/ 97555 w 1424802"/>
              <a:gd name="connsiteY83" fmla="*/ 697389 h 1494558"/>
              <a:gd name="connsiteX84" fmla="*/ 103416 w 1424802"/>
              <a:gd name="connsiteY84" fmla="*/ 679804 h 1494558"/>
              <a:gd name="connsiteX85" fmla="*/ 102366 w 1424802"/>
              <a:gd name="connsiteY85" fmla="*/ 617173 h 1494558"/>
              <a:gd name="connsiteX86" fmla="*/ 83418 w 1424802"/>
              <a:gd name="connsiteY86" fmla="*/ 505700 h 1494558"/>
              <a:gd name="connsiteX87" fmla="*/ 83418 w 1424802"/>
              <a:gd name="connsiteY87" fmla="*/ 361684 h 1494558"/>
              <a:gd name="connsiteX88" fmla="*/ 85832 w 1424802"/>
              <a:gd name="connsiteY88" fmla="*/ 333973 h 1494558"/>
              <a:gd name="connsiteX89" fmla="*/ 79970 w 1424802"/>
              <a:gd name="connsiteY89" fmla="*/ 316389 h 1494558"/>
              <a:gd name="connsiteX0" fmla="*/ 79970 w 1424802"/>
              <a:gd name="connsiteY0" fmla="*/ 316389 h 1494558"/>
              <a:gd name="connsiteX1" fmla="*/ 97555 w 1424802"/>
              <a:gd name="connsiteY1" fmla="*/ 263635 h 1494558"/>
              <a:gd name="connsiteX2" fmla="*/ 103416 w 1424802"/>
              <a:gd name="connsiteY2" fmla="*/ 246050 h 1494558"/>
              <a:gd name="connsiteX3" fmla="*/ 109278 w 1424802"/>
              <a:gd name="connsiteY3" fmla="*/ 222604 h 1494558"/>
              <a:gd name="connsiteX4" fmla="*/ 132724 w 1424802"/>
              <a:gd name="connsiteY4" fmla="*/ 187435 h 1494558"/>
              <a:gd name="connsiteX5" fmla="*/ 82870 w 1424802"/>
              <a:gd name="connsiteY5" fmla="*/ 145679 h 1494558"/>
              <a:gd name="connsiteX6" fmla="*/ 197201 w 1424802"/>
              <a:gd name="connsiteY6" fmla="*/ 140542 h 1494558"/>
              <a:gd name="connsiteX7" fmla="*/ 226508 w 1424802"/>
              <a:gd name="connsiteY7" fmla="*/ 122958 h 1494558"/>
              <a:gd name="connsiteX8" fmla="*/ 261678 w 1424802"/>
              <a:gd name="connsiteY8" fmla="*/ 111235 h 1494558"/>
              <a:gd name="connsiteX9" fmla="*/ 308570 w 1424802"/>
              <a:gd name="connsiteY9" fmla="*/ 93650 h 1494558"/>
              <a:gd name="connsiteX10" fmla="*/ 326155 w 1424802"/>
              <a:gd name="connsiteY10" fmla="*/ 87789 h 1494558"/>
              <a:gd name="connsiteX11" fmla="*/ 367185 w 1424802"/>
              <a:gd name="connsiteY11" fmla="*/ 81927 h 1494558"/>
              <a:gd name="connsiteX12" fmla="*/ 443116 w 1424802"/>
              <a:gd name="connsiteY12" fmla="*/ 1626 h 1494558"/>
              <a:gd name="connsiteX13" fmla="*/ 607508 w 1424802"/>
              <a:gd name="connsiteY13" fmla="*/ 81927 h 1494558"/>
              <a:gd name="connsiteX14" fmla="*/ 659264 w 1424802"/>
              <a:gd name="connsiteY14" fmla="*/ 1626 h 1494558"/>
              <a:gd name="connsiteX15" fmla="*/ 671985 w 1424802"/>
              <a:gd name="connsiteY15" fmla="*/ 99512 h 1494558"/>
              <a:gd name="connsiteX16" fmla="*/ 695432 w 1424802"/>
              <a:gd name="connsiteY16" fmla="*/ 105373 h 1494558"/>
              <a:gd name="connsiteX17" fmla="*/ 718878 w 1424802"/>
              <a:gd name="connsiteY17" fmla="*/ 117096 h 1494558"/>
              <a:gd name="connsiteX18" fmla="*/ 754047 w 1424802"/>
              <a:gd name="connsiteY18" fmla="*/ 128819 h 1494558"/>
              <a:gd name="connsiteX19" fmla="*/ 771632 w 1424802"/>
              <a:gd name="connsiteY19" fmla="*/ 140542 h 1494558"/>
              <a:gd name="connsiteX20" fmla="*/ 789216 w 1424802"/>
              <a:gd name="connsiteY20" fmla="*/ 158127 h 1494558"/>
              <a:gd name="connsiteX21" fmla="*/ 824385 w 1424802"/>
              <a:gd name="connsiteY21" fmla="*/ 169850 h 1494558"/>
              <a:gd name="connsiteX22" fmla="*/ 841970 w 1424802"/>
              <a:gd name="connsiteY22" fmla="*/ 187435 h 1494558"/>
              <a:gd name="connsiteX23" fmla="*/ 847832 w 1424802"/>
              <a:gd name="connsiteY23" fmla="*/ 205019 h 1494558"/>
              <a:gd name="connsiteX24" fmla="*/ 865416 w 1424802"/>
              <a:gd name="connsiteY24" fmla="*/ 210881 h 1494558"/>
              <a:gd name="connsiteX25" fmla="*/ 906447 w 1424802"/>
              <a:gd name="connsiteY25" fmla="*/ 246050 h 1494558"/>
              <a:gd name="connsiteX26" fmla="*/ 918170 w 1424802"/>
              <a:gd name="connsiteY26" fmla="*/ 263635 h 1494558"/>
              <a:gd name="connsiteX27" fmla="*/ 935755 w 1424802"/>
              <a:gd name="connsiteY27" fmla="*/ 275358 h 1494558"/>
              <a:gd name="connsiteX28" fmla="*/ 959201 w 1424802"/>
              <a:gd name="connsiteY28" fmla="*/ 292942 h 1494558"/>
              <a:gd name="connsiteX29" fmla="*/ 976785 w 1424802"/>
              <a:gd name="connsiteY29" fmla="*/ 304666 h 1494558"/>
              <a:gd name="connsiteX30" fmla="*/ 994370 w 1424802"/>
              <a:gd name="connsiteY30" fmla="*/ 328112 h 1494558"/>
              <a:gd name="connsiteX31" fmla="*/ 1035401 w 1424802"/>
              <a:gd name="connsiteY31" fmla="*/ 351558 h 1494558"/>
              <a:gd name="connsiteX32" fmla="*/ 1058847 w 1424802"/>
              <a:gd name="connsiteY32" fmla="*/ 380866 h 1494558"/>
              <a:gd name="connsiteX33" fmla="*/ 1099878 w 1424802"/>
              <a:gd name="connsiteY33" fmla="*/ 416035 h 1494558"/>
              <a:gd name="connsiteX34" fmla="*/ 1129185 w 1424802"/>
              <a:gd name="connsiteY34" fmla="*/ 457066 h 1494558"/>
              <a:gd name="connsiteX35" fmla="*/ 1135047 w 1424802"/>
              <a:gd name="connsiteY35" fmla="*/ 474650 h 1494558"/>
              <a:gd name="connsiteX36" fmla="*/ 1170216 w 1424802"/>
              <a:gd name="connsiteY36" fmla="*/ 515681 h 1494558"/>
              <a:gd name="connsiteX37" fmla="*/ 1187801 w 1424802"/>
              <a:gd name="connsiteY37" fmla="*/ 539127 h 1494558"/>
              <a:gd name="connsiteX38" fmla="*/ 1211247 w 1424802"/>
              <a:gd name="connsiteY38" fmla="*/ 574296 h 1494558"/>
              <a:gd name="connsiteX39" fmla="*/ 1240555 w 1424802"/>
              <a:gd name="connsiteY39" fmla="*/ 615327 h 1494558"/>
              <a:gd name="connsiteX40" fmla="*/ 1264001 w 1424802"/>
              <a:gd name="connsiteY40" fmla="*/ 662219 h 1494558"/>
              <a:gd name="connsiteX41" fmla="*/ 1269862 w 1424802"/>
              <a:gd name="connsiteY41" fmla="*/ 679804 h 1494558"/>
              <a:gd name="connsiteX42" fmla="*/ 1287447 w 1424802"/>
              <a:gd name="connsiteY42" fmla="*/ 709112 h 1494558"/>
              <a:gd name="connsiteX43" fmla="*/ 1299170 w 1424802"/>
              <a:gd name="connsiteY43" fmla="*/ 732558 h 1494558"/>
              <a:gd name="connsiteX44" fmla="*/ 1316755 w 1424802"/>
              <a:gd name="connsiteY44" fmla="*/ 750142 h 1494558"/>
              <a:gd name="connsiteX45" fmla="*/ 1340201 w 1424802"/>
              <a:gd name="connsiteY45" fmla="*/ 791173 h 1494558"/>
              <a:gd name="connsiteX46" fmla="*/ 1351924 w 1424802"/>
              <a:gd name="connsiteY46" fmla="*/ 814619 h 1494558"/>
              <a:gd name="connsiteX47" fmla="*/ 1357785 w 1424802"/>
              <a:gd name="connsiteY47" fmla="*/ 832204 h 1494558"/>
              <a:gd name="connsiteX48" fmla="*/ 1369508 w 1424802"/>
              <a:gd name="connsiteY48" fmla="*/ 849789 h 1494558"/>
              <a:gd name="connsiteX49" fmla="*/ 1381232 w 1424802"/>
              <a:gd name="connsiteY49" fmla="*/ 879096 h 1494558"/>
              <a:gd name="connsiteX50" fmla="*/ 1398816 w 1424802"/>
              <a:gd name="connsiteY50" fmla="*/ 955296 h 1494558"/>
              <a:gd name="connsiteX51" fmla="*/ 1410539 w 1424802"/>
              <a:gd name="connsiteY51" fmla="*/ 1025635 h 1494558"/>
              <a:gd name="connsiteX52" fmla="*/ 1416401 w 1424802"/>
              <a:gd name="connsiteY52" fmla="*/ 1043219 h 1494558"/>
              <a:gd name="connsiteX53" fmla="*/ 1410539 w 1424802"/>
              <a:gd name="connsiteY53" fmla="*/ 1195619 h 1494558"/>
              <a:gd name="connsiteX54" fmla="*/ 1404287 w 1424802"/>
              <a:gd name="connsiteY54" fmla="*/ 1319245 h 1494558"/>
              <a:gd name="connsiteX55" fmla="*/ 1287447 w 1424802"/>
              <a:gd name="connsiteY55" fmla="*/ 1453527 h 1494558"/>
              <a:gd name="connsiteX56" fmla="*/ 1269862 w 1424802"/>
              <a:gd name="connsiteY56" fmla="*/ 1465250 h 1494558"/>
              <a:gd name="connsiteX57" fmla="*/ 1234693 w 1424802"/>
              <a:gd name="connsiteY57" fmla="*/ 1476973 h 1494558"/>
              <a:gd name="connsiteX58" fmla="*/ 1217108 w 1424802"/>
              <a:gd name="connsiteY58" fmla="*/ 1482835 h 1494558"/>
              <a:gd name="connsiteX59" fmla="*/ 1176078 w 1424802"/>
              <a:gd name="connsiteY59" fmla="*/ 1488696 h 1494558"/>
              <a:gd name="connsiteX60" fmla="*/ 1140908 w 1424802"/>
              <a:gd name="connsiteY60" fmla="*/ 1494558 h 1494558"/>
              <a:gd name="connsiteX61" fmla="*/ 900585 w 1424802"/>
              <a:gd name="connsiteY61" fmla="*/ 1488696 h 1494558"/>
              <a:gd name="connsiteX62" fmla="*/ 883001 w 1424802"/>
              <a:gd name="connsiteY62" fmla="*/ 1482835 h 1494558"/>
              <a:gd name="connsiteX63" fmla="*/ 800939 w 1424802"/>
              <a:gd name="connsiteY63" fmla="*/ 1476973 h 1494558"/>
              <a:gd name="connsiteX64" fmla="*/ 630955 w 1424802"/>
              <a:gd name="connsiteY64" fmla="*/ 1471112 h 1494558"/>
              <a:gd name="connsiteX65" fmla="*/ 572339 w 1424802"/>
              <a:gd name="connsiteY65" fmla="*/ 1465250 h 1494558"/>
              <a:gd name="connsiteX66" fmla="*/ 476812 w 1424802"/>
              <a:gd name="connsiteY66" fmla="*/ 1471112 h 1494558"/>
              <a:gd name="connsiteX67" fmla="*/ 155426 w 1424802"/>
              <a:gd name="connsiteY67" fmla="*/ 1441804 h 1494558"/>
              <a:gd name="connsiteX68" fmla="*/ 83418 w 1424802"/>
              <a:gd name="connsiteY68" fmla="*/ 1369796 h 1494558"/>
              <a:gd name="connsiteX69" fmla="*/ 50662 w 1424802"/>
              <a:gd name="connsiteY69" fmla="*/ 1318712 h 1494558"/>
              <a:gd name="connsiteX70" fmla="*/ 33078 w 1424802"/>
              <a:gd name="connsiteY70" fmla="*/ 1301127 h 1494558"/>
              <a:gd name="connsiteX71" fmla="*/ 21355 w 1424802"/>
              <a:gd name="connsiteY71" fmla="*/ 1260096 h 1494558"/>
              <a:gd name="connsiteX72" fmla="*/ 9632 w 1424802"/>
              <a:gd name="connsiteY72" fmla="*/ 1213204 h 1494558"/>
              <a:gd name="connsiteX73" fmla="*/ 9632 w 1424802"/>
              <a:gd name="connsiteY73" fmla="*/ 1013912 h 1494558"/>
              <a:gd name="connsiteX74" fmla="*/ 15493 w 1424802"/>
              <a:gd name="connsiteY74" fmla="*/ 996327 h 1494558"/>
              <a:gd name="connsiteX75" fmla="*/ 21355 w 1424802"/>
              <a:gd name="connsiteY75" fmla="*/ 943573 h 1494558"/>
              <a:gd name="connsiteX76" fmla="*/ 27216 w 1424802"/>
              <a:gd name="connsiteY76" fmla="*/ 925989 h 1494558"/>
              <a:gd name="connsiteX77" fmla="*/ 33078 w 1424802"/>
              <a:gd name="connsiteY77" fmla="*/ 890819 h 1494558"/>
              <a:gd name="connsiteX78" fmla="*/ 50662 w 1424802"/>
              <a:gd name="connsiteY78" fmla="*/ 849789 h 1494558"/>
              <a:gd name="connsiteX79" fmla="*/ 62385 w 1424802"/>
              <a:gd name="connsiteY79" fmla="*/ 808758 h 1494558"/>
              <a:gd name="connsiteX80" fmla="*/ 74108 w 1424802"/>
              <a:gd name="connsiteY80" fmla="*/ 785312 h 1494558"/>
              <a:gd name="connsiteX81" fmla="*/ 85832 w 1424802"/>
              <a:gd name="connsiteY81" fmla="*/ 744281 h 1494558"/>
              <a:gd name="connsiteX82" fmla="*/ 91693 w 1424802"/>
              <a:gd name="connsiteY82" fmla="*/ 726696 h 1494558"/>
              <a:gd name="connsiteX83" fmla="*/ 97555 w 1424802"/>
              <a:gd name="connsiteY83" fmla="*/ 697389 h 1494558"/>
              <a:gd name="connsiteX84" fmla="*/ 103416 w 1424802"/>
              <a:gd name="connsiteY84" fmla="*/ 679804 h 1494558"/>
              <a:gd name="connsiteX85" fmla="*/ 102366 w 1424802"/>
              <a:gd name="connsiteY85" fmla="*/ 617173 h 1494558"/>
              <a:gd name="connsiteX86" fmla="*/ 83418 w 1424802"/>
              <a:gd name="connsiteY86" fmla="*/ 505700 h 1494558"/>
              <a:gd name="connsiteX87" fmla="*/ 83418 w 1424802"/>
              <a:gd name="connsiteY87" fmla="*/ 361684 h 1494558"/>
              <a:gd name="connsiteX88" fmla="*/ 85832 w 1424802"/>
              <a:gd name="connsiteY88" fmla="*/ 333973 h 1494558"/>
              <a:gd name="connsiteX89" fmla="*/ 79970 w 1424802"/>
              <a:gd name="connsiteY89" fmla="*/ 316389 h 1494558"/>
              <a:gd name="connsiteX0" fmla="*/ 79970 w 1424802"/>
              <a:gd name="connsiteY0" fmla="*/ 317472 h 1495641"/>
              <a:gd name="connsiteX1" fmla="*/ 97555 w 1424802"/>
              <a:gd name="connsiteY1" fmla="*/ 264718 h 1495641"/>
              <a:gd name="connsiteX2" fmla="*/ 103416 w 1424802"/>
              <a:gd name="connsiteY2" fmla="*/ 247133 h 1495641"/>
              <a:gd name="connsiteX3" fmla="*/ 109278 w 1424802"/>
              <a:gd name="connsiteY3" fmla="*/ 223687 h 1495641"/>
              <a:gd name="connsiteX4" fmla="*/ 132724 w 1424802"/>
              <a:gd name="connsiteY4" fmla="*/ 188518 h 1495641"/>
              <a:gd name="connsiteX5" fmla="*/ 82870 w 1424802"/>
              <a:gd name="connsiteY5" fmla="*/ 146762 h 1495641"/>
              <a:gd name="connsiteX6" fmla="*/ 197201 w 1424802"/>
              <a:gd name="connsiteY6" fmla="*/ 141625 h 1495641"/>
              <a:gd name="connsiteX7" fmla="*/ 226508 w 1424802"/>
              <a:gd name="connsiteY7" fmla="*/ 124041 h 1495641"/>
              <a:gd name="connsiteX8" fmla="*/ 261678 w 1424802"/>
              <a:gd name="connsiteY8" fmla="*/ 112318 h 1495641"/>
              <a:gd name="connsiteX9" fmla="*/ 308570 w 1424802"/>
              <a:gd name="connsiteY9" fmla="*/ 94733 h 1495641"/>
              <a:gd name="connsiteX10" fmla="*/ 299018 w 1424802"/>
              <a:gd name="connsiteY10" fmla="*/ 2709 h 1495641"/>
              <a:gd name="connsiteX11" fmla="*/ 367185 w 1424802"/>
              <a:gd name="connsiteY11" fmla="*/ 83010 h 1495641"/>
              <a:gd name="connsiteX12" fmla="*/ 443116 w 1424802"/>
              <a:gd name="connsiteY12" fmla="*/ 2709 h 1495641"/>
              <a:gd name="connsiteX13" fmla="*/ 607508 w 1424802"/>
              <a:gd name="connsiteY13" fmla="*/ 83010 h 1495641"/>
              <a:gd name="connsiteX14" fmla="*/ 659264 w 1424802"/>
              <a:gd name="connsiteY14" fmla="*/ 2709 h 1495641"/>
              <a:gd name="connsiteX15" fmla="*/ 671985 w 1424802"/>
              <a:gd name="connsiteY15" fmla="*/ 100595 h 1495641"/>
              <a:gd name="connsiteX16" fmla="*/ 695432 w 1424802"/>
              <a:gd name="connsiteY16" fmla="*/ 106456 h 1495641"/>
              <a:gd name="connsiteX17" fmla="*/ 718878 w 1424802"/>
              <a:gd name="connsiteY17" fmla="*/ 118179 h 1495641"/>
              <a:gd name="connsiteX18" fmla="*/ 754047 w 1424802"/>
              <a:gd name="connsiteY18" fmla="*/ 129902 h 1495641"/>
              <a:gd name="connsiteX19" fmla="*/ 771632 w 1424802"/>
              <a:gd name="connsiteY19" fmla="*/ 141625 h 1495641"/>
              <a:gd name="connsiteX20" fmla="*/ 789216 w 1424802"/>
              <a:gd name="connsiteY20" fmla="*/ 159210 h 1495641"/>
              <a:gd name="connsiteX21" fmla="*/ 824385 w 1424802"/>
              <a:gd name="connsiteY21" fmla="*/ 170933 h 1495641"/>
              <a:gd name="connsiteX22" fmla="*/ 841970 w 1424802"/>
              <a:gd name="connsiteY22" fmla="*/ 188518 h 1495641"/>
              <a:gd name="connsiteX23" fmla="*/ 847832 w 1424802"/>
              <a:gd name="connsiteY23" fmla="*/ 206102 h 1495641"/>
              <a:gd name="connsiteX24" fmla="*/ 865416 w 1424802"/>
              <a:gd name="connsiteY24" fmla="*/ 211964 h 1495641"/>
              <a:gd name="connsiteX25" fmla="*/ 906447 w 1424802"/>
              <a:gd name="connsiteY25" fmla="*/ 247133 h 1495641"/>
              <a:gd name="connsiteX26" fmla="*/ 918170 w 1424802"/>
              <a:gd name="connsiteY26" fmla="*/ 264718 h 1495641"/>
              <a:gd name="connsiteX27" fmla="*/ 935755 w 1424802"/>
              <a:gd name="connsiteY27" fmla="*/ 276441 h 1495641"/>
              <a:gd name="connsiteX28" fmla="*/ 959201 w 1424802"/>
              <a:gd name="connsiteY28" fmla="*/ 294025 h 1495641"/>
              <a:gd name="connsiteX29" fmla="*/ 976785 w 1424802"/>
              <a:gd name="connsiteY29" fmla="*/ 305749 h 1495641"/>
              <a:gd name="connsiteX30" fmla="*/ 994370 w 1424802"/>
              <a:gd name="connsiteY30" fmla="*/ 329195 h 1495641"/>
              <a:gd name="connsiteX31" fmla="*/ 1035401 w 1424802"/>
              <a:gd name="connsiteY31" fmla="*/ 352641 h 1495641"/>
              <a:gd name="connsiteX32" fmla="*/ 1058847 w 1424802"/>
              <a:gd name="connsiteY32" fmla="*/ 381949 h 1495641"/>
              <a:gd name="connsiteX33" fmla="*/ 1099878 w 1424802"/>
              <a:gd name="connsiteY33" fmla="*/ 417118 h 1495641"/>
              <a:gd name="connsiteX34" fmla="*/ 1129185 w 1424802"/>
              <a:gd name="connsiteY34" fmla="*/ 458149 h 1495641"/>
              <a:gd name="connsiteX35" fmla="*/ 1135047 w 1424802"/>
              <a:gd name="connsiteY35" fmla="*/ 475733 h 1495641"/>
              <a:gd name="connsiteX36" fmla="*/ 1170216 w 1424802"/>
              <a:gd name="connsiteY36" fmla="*/ 516764 h 1495641"/>
              <a:gd name="connsiteX37" fmla="*/ 1187801 w 1424802"/>
              <a:gd name="connsiteY37" fmla="*/ 540210 h 1495641"/>
              <a:gd name="connsiteX38" fmla="*/ 1211247 w 1424802"/>
              <a:gd name="connsiteY38" fmla="*/ 575379 h 1495641"/>
              <a:gd name="connsiteX39" fmla="*/ 1240555 w 1424802"/>
              <a:gd name="connsiteY39" fmla="*/ 616410 h 1495641"/>
              <a:gd name="connsiteX40" fmla="*/ 1264001 w 1424802"/>
              <a:gd name="connsiteY40" fmla="*/ 663302 h 1495641"/>
              <a:gd name="connsiteX41" fmla="*/ 1269862 w 1424802"/>
              <a:gd name="connsiteY41" fmla="*/ 680887 h 1495641"/>
              <a:gd name="connsiteX42" fmla="*/ 1287447 w 1424802"/>
              <a:gd name="connsiteY42" fmla="*/ 710195 h 1495641"/>
              <a:gd name="connsiteX43" fmla="*/ 1299170 w 1424802"/>
              <a:gd name="connsiteY43" fmla="*/ 733641 h 1495641"/>
              <a:gd name="connsiteX44" fmla="*/ 1316755 w 1424802"/>
              <a:gd name="connsiteY44" fmla="*/ 751225 h 1495641"/>
              <a:gd name="connsiteX45" fmla="*/ 1340201 w 1424802"/>
              <a:gd name="connsiteY45" fmla="*/ 792256 h 1495641"/>
              <a:gd name="connsiteX46" fmla="*/ 1351924 w 1424802"/>
              <a:gd name="connsiteY46" fmla="*/ 815702 h 1495641"/>
              <a:gd name="connsiteX47" fmla="*/ 1357785 w 1424802"/>
              <a:gd name="connsiteY47" fmla="*/ 833287 h 1495641"/>
              <a:gd name="connsiteX48" fmla="*/ 1369508 w 1424802"/>
              <a:gd name="connsiteY48" fmla="*/ 850872 h 1495641"/>
              <a:gd name="connsiteX49" fmla="*/ 1381232 w 1424802"/>
              <a:gd name="connsiteY49" fmla="*/ 880179 h 1495641"/>
              <a:gd name="connsiteX50" fmla="*/ 1398816 w 1424802"/>
              <a:gd name="connsiteY50" fmla="*/ 956379 h 1495641"/>
              <a:gd name="connsiteX51" fmla="*/ 1410539 w 1424802"/>
              <a:gd name="connsiteY51" fmla="*/ 1026718 h 1495641"/>
              <a:gd name="connsiteX52" fmla="*/ 1416401 w 1424802"/>
              <a:gd name="connsiteY52" fmla="*/ 1044302 h 1495641"/>
              <a:gd name="connsiteX53" fmla="*/ 1410539 w 1424802"/>
              <a:gd name="connsiteY53" fmla="*/ 1196702 h 1495641"/>
              <a:gd name="connsiteX54" fmla="*/ 1404287 w 1424802"/>
              <a:gd name="connsiteY54" fmla="*/ 1320328 h 1495641"/>
              <a:gd name="connsiteX55" fmla="*/ 1287447 w 1424802"/>
              <a:gd name="connsiteY55" fmla="*/ 1454610 h 1495641"/>
              <a:gd name="connsiteX56" fmla="*/ 1269862 w 1424802"/>
              <a:gd name="connsiteY56" fmla="*/ 1466333 h 1495641"/>
              <a:gd name="connsiteX57" fmla="*/ 1234693 w 1424802"/>
              <a:gd name="connsiteY57" fmla="*/ 1478056 h 1495641"/>
              <a:gd name="connsiteX58" fmla="*/ 1217108 w 1424802"/>
              <a:gd name="connsiteY58" fmla="*/ 1483918 h 1495641"/>
              <a:gd name="connsiteX59" fmla="*/ 1176078 w 1424802"/>
              <a:gd name="connsiteY59" fmla="*/ 1489779 h 1495641"/>
              <a:gd name="connsiteX60" fmla="*/ 1140908 w 1424802"/>
              <a:gd name="connsiteY60" fmla="*/ 1495641 h 1495641"/>
              <a:gd name="connsiteX61" fmla="*/ 900585 w 1424802"/>
              <a:gd name="connsiteY61" fmla="*/ 1489779 h 1495641"/>
              <a:gd name="connsiteX62" fmla="*/ 883001 w 1424802"/>
              <a:gd name="connsiteY62" fmla="*/ 1483918 h 1495641"/>
              <a:gd name="connsiteX63" fmla="*/ 800939 w 1424802"/>
              <a:gd name="connsiteY63" fmla="*/ 1478056 h 1495641"/>
              <a:gd name="connsiteX64" fmla="*/ 630955 w 1424802"/>
              <a:gd name="connsiteY64" fmla="*/ 1472195 h 1495641"/>
              <a:gd name="connsiteX65" fmla="*/ 572339 w 1424802"/>
              <a:gd name="connsiteY65" fmla="*/ 1466333 h 1495641"/>
              <a:gd name="connsiteX66" fmla="*/ 476812 w 1424802"/>
              <a:gd name="connsiteY66" fmla="*/ 1472195 h 1495641"/>
              <a:gd name="connsiteX67" fmla="*/ 155426 w 1424802"/>
              <a:gd name="connsiteY67" fmla="*/ 1442887 h 1495641"/>
              <a:gd name="connsiteX68" fmla="*/ 83418 w 1424802"/>
              <a:gd name="connsiteY68" fmla="*/ 1370879 h 1495641"/>
              <a:gd name="connsiteX69" fmla="*/ 50662 w 1424802"/>
              <a:gd name="connsiteY69" fmla="*/ 1319795 h 1495641"/>
              <a:gd name="connsiteX70" fmla="*/ 33078 w 1424802"/>
              <a:gd name="connsiteY70" fmla="*/ 1302210 h 1495641"/>
              <a:gd name="connsiteX71" fmla="*/ 21355 w 1424802"/>
              <a:gd name="connsiteY71" fmla="*/ 1261179 h 1495641"/>
              <a:gd name="connsiteX72" fmla="*/ 9632 w 1424802"/>
              <a:gd name="connsiteY72" fmla="*/ 1214287 h 1495641"/>
              <a:gd name="connsiteX73" fmla="*/ 9632 w 1424802"/>
              <a:gd name="connsiteY73" fmla="*/ 1014995 h 1495641"/>
              <a:gd name="connsiteX74" fmla="*/ 15493 w 1424802"/>
              <a:gd name="connsiteY74" fmla="*/ 997410 h 1495641"/>
              <a:gd name="connsiteX75" fmla="*/ 21355 w 1424802"/>
              <a:gd name="connsiteY75" fmla="*/ 944656 h 1495641"/>
              <a:gd name="connsiteX76" fmla="*/ 27216 w 1424802"/>
              <a:gd name="connsiteY76" fmla="*/ 927072 h 1495641"/>
              <a:gd name="connsiteX77" fmla="*/ 33078 w 1424802"/>
              <a:gd name="connsiteY77" fmla="*/ 891902 h 1495641"/>
              <a:gd name="connsiteX78" fmla="*/ 50662 w 1424802"/>
              <a:gd name="connsiteY78" fmla="*/ 850872 h 1495641"/>
              <a:gd name="connsiteX79" fmla="*/ 62385 w 1424802"/>
              <a:gd name="connsiteY79" fmla="*/ 809841 h 1495641"/>
              <a:gd name="connsiteX80" fmla="*/ 74108 w 1424802"/>
              <a:gd name="connsiteY80" fmla="*/ 786395 h 1495641"/>
              <a:gd name="connsiteX81" fmla="*/ 85832 w 1424802"/>
              <a:gd name="connsiteY81" fmla="*/ 745364 h 1495641"/>
              <a:gd name="connsiteX82" fmla="*/ 91693 w 1424802"/>
              <a:gd name="connsiteY82" fmla="*/ 727779 h 1495641"/>
              <a:gd name="connsiteX83" fmla="*/ 97555 w 1424802"/>
              <a:gd name="connsiteY83" fmla="*/ 698472 h 1495641"/>
              <a:gd name="connsiteX84" fmla="*/ 103416 w 1424802"/>
              <a:gd name="connsiteY84" fmla="*/ 680887 h 1495641"/>
              <a:gd name="connsiteX85" fmla="*/ 102366 w 1424802"/>
              <a:gd name="connsiteY85" fmla="*/ 618256 h 1495641"/>
              <a:gd name="connsiteX86" fmla="*/ 83418 w 1424802"/>
              <a:gd name="connsiteY86" fmla="*/ 506783 h 1495641"/>
              <a:gd name="connsiteX87" fmla="*/ 83418 w 1424802"/>
              <a:gd name="connsiteY87" fmla="*/ 362767 h 1495641"/>
              <a:gd name="connsiteX88" fmla="*/ 85832 w 1424802"/>
              <a:gd name="connsiteY88" fmla="*/ 335056 h 1495641"/>
              <a:gd name="connsiteX89" fmla="*/ 79970 w 1424802"/>
              <a:gd name="connsiteY89" fmla="*/ 317472 h 1495641"/>
              <a:gd name="connsiteX0" fmla="*/ 79970 w 1424802"/>
              <a:gd name="connsiteY0" fmla="*/ 321103 h 1499272"/>
              <a:gd name="connsiteX1" fmla="*/ 97555 w 1424802"/>
              <a:gd name="connsiteY1" fmla="*/ 268349 h 1499272"/>
              <a:gd name="connsiteX2" fmla="*/ 103416 w 1424802"/>
              <a:gd name="connsiteY2" fmla="*/ 250764 h 1499272"/>
              <a:gd name="connsiteX3" fmla="*/ 109278 w 1424802"/>
              <a:gd name="connsiteY3" fmla="*/ 227318 h 1499272"/>
              <a:gd name="connsiteX4" fmla="*/ 132724 w 1424802"/>
              <a:gd name="connsiteY4" fmla="*/ 192149 h 1499272"/>
              <a:gd name="connsiteX5" fmla="*/ 82870 w 1424802"/>
              <a:gd name="connsiteY5" fmla="*/ 150393 h 1499272"/>
              <a:gd name="connsiteX6" fmla="*/ 197201 w 1424802"/>
              <a:gd name="connsiteY6" fmla="*/ 145256 h 1499272"/>
              <a:gd name="connsiteX7" fmla="*/ 226508 w 1424802"/>
              <a:gd name="connsiteY7" fmla="*/ 127672 h 1499272"/>
              <a:gd name="connsiteX8" fmla="*/ 261678 w 1424802"/>
              <a:gd name="connsiteY8" fmla="*/ 115949 h 1499272"/>
              <a:gd name="connsiteX9" fmla="*/ 308570 w 1424802"/>
              <a:gd name="connsiteY9" fmla="*/ 98364 h 1499272"/>
              <a:gd name="connsiteX10" fmla="*/ 299018 w 1424802"/>
              <a:gd name="connsiteY10" fmla="*/ 6340 h 1499272"/>
              <a:gd name="connsiteX11" fmla="*/ 371067 w 1424802"/>
              <a:gd name="connsiteY11" fmla="*/ 6342 h 1499272"/>
              <a:gd name="connsiteX12" fmla="*/ 443116 w 1424802"/>
              <a:gd name="connsiteY12" fmla="*/ 6340 h 1499272"/>
              <a:gd name="connsiteX13" fmla="*/ 607508 w 1424802"/>
              <a:gd name="connsiteY13" fmla="*/ 86641 h 1499272"/>
              <a:gd name="connsiteX14" fmla="*/ 659264 w 1424802"/>
              <a:gd name="connsiteY14" fmla="*/ 6340 h 1499272"/>
              <a:gd name="connsiteX15" fmla="*/ 671985 w 1424802"/>
              <a:gd name="connsiteY15" fmla="*/ 104226 h 1499272"/>
              <a:gd name="connsiteX16" fmla="*/ 695432 w 1424802"/>
              <a:gd name="connsiteY16" fmla="*/ 110087 h 1499272"/>
              <a:gd name="connsiteX17" fmla="*/ 718878 w 1424802"/>
              <a:gd name="connsiteY17" fmla="*/ 121810 h 1499272"/>
              <a:gd name="connsiteX18" fmla="*/ 754047 w 1424802"/>
              <a:gd name="connsiteY18" fmla="*/ 133533 h 1499272"/>
              <a:gd name="connsiteX19" fmla="*/ 771632 w 1424802"/>
              <a:gd name="connsiteY19" fmla="*/ 145256 h 1499272"/>
              <a:gd name="connsiteX20" fmla="*/ 789216 w 1424802"/>
              <a:gd name="connsiteY20" fmla="*/ 162841 h 1499272"/>
              <a:gd name="connsiteX21" fmla="*/ 824385 w 1424802"/>
              <a:gd name="connsiteY21" fmla="*/ 174564 h 1499272"/>
              <a:gd name="connsiteX22" fmla="*/ 841970 w 1424802"/>
              <a:gd name="connsiteY22" fmla="*/ 192149 h 1499272"/>
              <a:gd name="connsiteX23" fmla="*/ 847832 w 1424802"/>
              <a:gd name="connsiteY23" fmla="*/ 209733 h 1499272"/>
              <a:gd name="connsiteX24" fmla="*/ 865416 w 1424802"/>
              <a:gd name="connsiteY24" fmla="*/ 215595 h 1499272"/>
              <a:gd name="connsiteX25" fmla="*/ 906447 w 1424802"/>
              <a:gd name="connsiteY25" fmla="*/ 250764 h 1499272"/>
              <a:gd name="connsiteX26" fmla="*/ 918170 w 1424802"/>
              <a:gd name="connsiteY26" fmla="*/ 268349 h 1499272"/>
              <a:gd name="connsiteX27" fmla="*/ 935755 w 1424802"/>
              <a:gd name="connsiteY27" fmla="*/ 280072 h 1499272"/>
              <a:gd name="connsiteX28" fmla="*/ 959201 w 1424802"/>
              <a:gd name="connsiteY28" fmla="*/ 297656 h 1499272"/>
              <a:gd name="connsiteX29" fmla="*/ 976785 w 1424802"/>
              <a:gd name="connsiteY29" fmla="*/ 309380 h 1499272"/>
              <a:gd name="connsiteX30" fmla="*/ 994370 w 1424802"/>
              <a:gd name="connsiteY30" fmla="*/ 332826 h 1499272"/>
              <a:gd name="connsiteX31" fmla="*/ 1035401 w 1424802"/>
              <a:gd name="connsiteY31" fmla="*/ 356272 h 1499272"/>
              <a:gd name="connsiteX32" fmla="*/ 1058847 w 1424802"/>
              <a:gd name="connsiteY32" fmla="*/ 385580 h 1499272"/>
              <a:gd name="connsiteX33" fmla="*/ 1099878 w 1424802"/>
              <a:gd name="connsiteY33" fmla="*/ 420749 h 1499272"/>
              <a:gd name="connsiteX34" fmla="*/ 1129185 w 1424802"/>
              <a:gd name="connsiteY34" fmla="*/ 461780 h 1499272"/>
              <a:gd name="connsiteX35" fmla="*/ 1135047 w 1424802"/>
              <a:gd name="connsiteY35" fmla="*/ 479364 h 1499272"/>
              <a:gd name="connsiteX36" fmla="*/ 1170216 w 1424802"/>
              <a:gd name="connsiteY36" fmla="*/ 520395 h 1499272"/>
              <a:gd name="connsiteX37" fmla="*/ 1187801 w 1424802"/>
              <a:gd name="connsiteY37" fmla="*/ 543841 h 1499272"/>
              <a:gd name="connsiteX38" fmla="*/ 1211247 w 1424802"/>
              <a:gd name="connsiteY38" fmla="*/ 579010 h 1499272"/>
              <a:gd name="connsiteX39" fmla="*/ 1240555 w 1424802"/>
              <a:gd name="connsiteY39" fmla="*/ 620041 h 1499272"/>
              <a:gd name="connsiteX40" fmla="*/ 1264001 w 1424802"/>
              <a:gd name="connsiteY40" fmla="*/ 666933 h 1499272"/>
              <a:gd name="connsiteX41" fmla="*/ 1269862 w 1424802"/>
              <a:gd name="connsiteY41" fmla="*/ 684518 h 1499272"/>
              <a:gd name="connsiteX42" fmla="*/ 1287447 w 1424802"/>
              <a:gd name="connsiteY42" fmla="*/ 713826 h 1499272"/>
              <a:gd name="connsiteX43" fmla="*/ 1299170 w 1424802"/>
              <a:gd name="connsiteY43" fmla="*/ 737272 h 1499272"/>
              <a:gd name="connsiteX44" fmla="*/ 1316755 w 1424802"/>
              <a:gd name="connsiteY44" fmla="*/ 754856 h 1499272"/>
              <a:gd name="connsiteX45" fmla="*/ 1340201 w 1424802"/>
              <a:gd name="connsiteY45" fmla="*/ 795887 h 1499272"/>
              <a:gd name="connsiteX46" fmla="*/ 1351924 w 1424802"/>
              <a:gd name="connsiteY46" fmla="*/ 819333 h 1499272"/>
              <a:gd name="connsiteX47" fmla="*/ 1357785 w 1424802"/>
              <a:gd name="connsiteY47" fmla="*/ 836918 h 1499272"/>
              <a:gd name="connsiteX48" fmla="*/ 1369508 w 1424802"/>
              <a:gd name="connsiteY48" fmla="*/ 854503 h 1499272"/>
              <a:gd name="connsiteX49" fmla="*/ 1381232 w 1424802"/>
              <a:gd name="connsiteY49" fmla="*/ 883810 h 1499272"/>
              <a:gd name="connsiteX50" fmla="*/ 1398816 w 1424802"/>
              <a:gd name="connsiteY50" fmla="*/ 960010 h 1499272"/>
              <a:gd name="connsiteX51" fmla="*/ 1410539 w 1424802"/>
              <a:gd name="connsiteY51" fmla="*/ 1030349 h 1499272"/>
              <a:gd name="connsiteX52" fmla="*/ 1416401 w 1424802"/>
              <a:gd name="connsiteY52" fmla="*/ 1047933 h 1499272"/>
              <a:gd name="connsiteX53" fmla="*/ 1410539 w 1424802"/>
              <a:gd name="connsiteY53" fmla="*/ 1200333 h 1499272"/>
              <a:gd name="connsiteX54" fmla="*/ 1404287 w 1424802"/>
              <a:gd name="connsiteY54" fmla="*/ 1323959 h 1499272"/>
              <a:gd name="connsiteX55" fmla="*/ 1287447 w 1424802"/>
              <a:gd name="connsiteY55" fmla="*/ 1458241 h 1499272"/>
              <a:gd name="connsiteX56" fmla="*/ 1269862 w 1424802"/>
              <a:gd name="connsiteY56" fmla="*/ 1469964 h 1499272"/>
              <a:gd name="connsiteX57" fmla="*/ 1234693 w 1424802"/>
              <a:gd name="connsiteY57" fmla="*/ 1481687 h 1499272"/>
              <a:gd name="connsiteX58" fmla="*/ 1217108 w 1424802"/>
              <a:gd name="connsiteY58" fmla="*/ 1487549 h 1499272"/>
              <a:gd name="connsiteX59" fmla="*/ 1176078 w 1424802"/>
              <a:gd name="connsiteY59" fmla="*/ 1493410 h 1499272"/>
              <a:gd name="connsiteX60" fmla="*/ 1140908 w 1424802"/>
              <a:gd name="connsiteY60" fmla="*/ 1499272 h 1499272"/>
              <a:gd name="connsiteX61" fmla="*/ 900585 w 1424802"/>
              <a:gd name="connsiteY61" fmla="*/ 1493410 h 1499272"/>
              <a:gd name="connsiteX62" fmla="*/ 883001 w 1424802"/>
              <a:gd name="connsiteY62" fmla="*/ 1487549 h 1499272"/>
              <a:gd name="connsiteX63" fmla="*/ 800939 w 1424802"/>
              <a:gd name="connsiteY63" fmla="*/ 1481687 h 1499272"/>
              <a:gd name="connsiteX64" fmla="*/ 630955 w 1424802"/>
              <a:gd name="connsiteY64" fmla="*/ 1475826 h 1499272"/>
              <a:gd name="connsiteX65" fmla="*/ 572339 w 1424802"/>
              <a:gd name="connsiteY65" fmla="*/ 1469964 h 1499272"/>
              <a:gd name="connsiteX66" fmla="*/ 476812 w 1424802"/>
              <a:gd name="connsiteY66" fmla="*/ 1475826 h 1499272"/>
              <a:gd name="connsiteX67" fmla="*/ 155426 w 1424802"/>
              <a:gd name="connsiteY67" fmla="*/ 1446518 h 1499272"/>
              <a:gd name="connsiteX68" fmla="*/ 83418 w 1424802"/>
              <a:gd name="connsiteY68" fmla="*/ 1374510 h 1499272"/>
              <a:gd name="connsiteX69" fmla="*/ 50662 w 1424802"/>
              <a:gd name="connsiteY69" fmla="*/ 1323426 h 1499272"/>
              <a:gd name="connsiteX70" fmla="*/ 33078 w 1424802"/>
              <a:gd name="connsiteY70" fmla="*/ 1305841 h 1499272"/>
              <a:gd name="connsiteX71" fmla="*/ 21355 w 1424802"/>
              <a:gd name="connsiteY71" fmla="*/ 1264810 h 1499272"/>
              <a:gd name="connsiteX72" fmla="*/ 9632 w 1424802"/>
              <a:gd name="connsiteY72" fmla="*/ 1217918 h 1499272"/>
              <a:gd name="connsiteX73" fmla="*/ 9632 w 1424802"/>
              <a:gd name="connsiteY73" fmla="*/ 1018626 h 1499272"/>
              <a:gd name="connsiteX74" fmla="*/ 15493 w 1424802"/>
              <a:gd name="connsiteY74" fmla="*/ 1001041 h 1499272"/>
              <a:gd name="connsiteX75" fmla="*/ 21355 w 1424802"/>
              <a:gd name="connsiteY75" fmla="*/ 948287 h 1499272"/>
              <a:gd name="connsiteX76" fmla="*/ 27216 w 1424802"/>
              <a:gd name="connsiteY76" fmla="*/ 930703 h 1499272"/>
              <a:gd name="connsiteX77" fmla="*/ 33078 w 1424802"/>
              <a:gd name="connsiteY77" fmla="*/ 895533 h 1499272"/>
              <a:gd name="connsiteX78" fmla="*/ 50662 w 1424802"/>
              <a:gd name="connsiteY78" fmla="*/ 854503 h 1499272"/>
              <a:gd name="connsiteX79" fmla="*/ 62385 w 1424802"/>
              <a:gd name="connsiteY79" fmla="*/ 813472 h 1499272"/>
              <a:gd name="connsiteX80" fmla="*/ 74108 w 1424802"/>
              <a:gd name="connsiteY80" fmla="*/ 790026 h 1499272"/>
              <a:gd name="connsiteX81" fmla="*/ 85832 w 1424802"/>
              <a:gd name="connsiteY81" fmla="*/ 748995 h 1499272"/>
              <a:gd name="connsiteX82" fmla="*/ 91693 w 1424802"/>
              <a:gd name="connsiteY82" fmla="*/ 731410 h 1499272"/>
              <a:gd name="connsiteX83" fmla="*/ 97555 w 1424802"/>
              <a:gd name="connsiteY83" fmla="*/ 702103 h 1499272"/>
              <a:gd name="connsiteX84" fmla="*/ 103416 w 1424802"/>
              <a:gd name="connsiteY84" fmla="*/ 684518 h 1499272"/>
              <a:gd name="connsiteX85" fmla="*/ 102366 w 1424802"/>
              <a:gd name="connsiteY85" fmla="*/ 621887 h 1499272"/>
              <a:gd name="connsiteX86" fmla="*/ 83418 w 1424802"/>
              <a:gd name="connsiteY86" fmla="*/ 510414 h 1499272"/>
              <a:gd name="connsiteX87" fmla="*/ 83418 w 1424802"/>
              <a:gd name="connsiteY87" fmla="*/ 366398 h 1499272"/>
              <a:gd name="connsiteX88" fmla="*/ 85832 w 1424802"/>
              <a:gd name="connsiteY88" fmla="*/ 338687 h 1499272"/>
              <a:gd name="connsiteX89" fmla="*/ 79970 w 1424802"/>
              <a:gd name="connsiteY89" fmla="*/ 321103 h 1499272"/>
              <a:gd name="connsiteX0" fmla="*/ 79970 w 1424802"/>
              <a:gd name="connsiteY0" fmla="*/ 321103 h 1499272"/>
              <a:gd name="connsiteX1" fmla="*/ 97555 w 1424802"/>
              <a:gd name="connsiteY1" fmla="*/ 268349 h 1499272"/>
              <a:gd name="connsiteX2" fmla="*/ 103416 w 1424802"/>
              <a:gd name="connsiteY2" fmla="*/ 250764 h 1499272"/>
              <a:gd name="connsiteX3" fmla="*/ 109278 w 1424802"/>
              <a:gd name="connsiteY3" fmla="*/ 227318 h 1499272"/>
              <a:gd name="connsiteX4" fmla="*/ 132724 w 1424802"/>
              <a:gd name="connsiteY4" fmla="*/ 192149 h 1499272"/>
              <a:gd name="connsiteX5" fmla="*/ 82870 w 1424802"/>
              <a:gd name="connsiteY5" fmla="*/ 150393 h 1499272"/>
              <a:gd name="connsiteX6" fmla="*/ 197201 w 1424802"/>
              <a:gd name="connsiteY6" fmla="*/ 145256 h 1499272"/>
              <a:gd name="connsiteX7" fmla="*/ 226508 w 1424802"/>
              <a:gd name="connsiteY7" fmla="*/ 127672 h 1499272"/>
              <a:gd name="connsiteX8" fmla="*/ 226969 w 1424802"/>
              <a:gd name="connsiteY8" fmla="*/ 78368 h 1499272"/>
              <a:gd name="connsiteX9" fmla="*/ 308570 w 1424802"/>
              <a:gd name="connsiteY9" fmla="*/ 98364 h 1499272"/>
              <a:gd name="connsiteX10" fmla="*/ 299018 w 1424802"/>
              <a:gd name="connsiteY10" fmla="*/ 6340 h 1499272"/>
              <a:gd name="connsiteX11" fmla="*/ 371067 w 1424802"/>
              <a:gd name="connsiteY11" fmla="*/ 6342 h 1499272"/>
              <a:gd name="connsiteX12" fmla="*/ 443116 w 1424802"/>
              <a:gd name="connsiteY12" fmla="*/ 6340 h 1499272"/>
              <a:gd name="connsiteX13" fmla="*/ 607508 w 1424802"/>
              <a:gd name="connsiteY13" fmla="*/ 86641 h 1499272"/>
              <a:gd name="connsiteX14" fmla="*/ 659264 w 1424802"/>
              <a:gd name="connsiteY14" fmla="*/ 6340 h 1499272"/>
              <a:gd name="connsiteX15" fmla="*/ 671985 w 1424802"/>
              <a:gd name="connsiteY15" fmla="*/ 104226 h 1499272"/>
              <a:gd name="connsiteX16" fmla="*/ 695432 w 1424802"/>
              <a:gd name="connsiteY16" fmla="*/ 110087 h 1499272"/>
              <a:gd name="connsiteX17" fmla="*/ 718878 w 1424802"/>
              <a:gd name="connsiteY17" fmla="*/ 121810 h 1499272"/>
              <a:gd name="connsiteX18" fmla="*/ 754047 w 1424802"/>
              <a:gd name="connsiteY18" fmla="*/ 133533 h 1499272"/>
              <a:gd name="connsiteX19" fmla="*/ 771632 w 1424802"/>
              <a:gd name="connsiteY19" fmla="*/ 145256 h 1499272"/>
              <a:gd name="connsiteX20" fmla="*/ 789216 w 1424802"/>
              <a:gd name="connsiteY20" fmla="*/ 162841 h 1499272"/>
              <a:gd name="connsiteX21" fmla="*/ 824385 w 1424802"/>
              <a:gd name="connsiteY21" fmla="*/ 174564 h 1499272"/>
              <a:gd name="connsiteX22" fmla="*/ 841970 w 1424802"/>
              <a:gd name="connsiteY22" fmla="*/ 192149 h 1499272"/>
              <a:gd name="connsiteX23" fmla="*/ 847832 w 1424802"/>
              <a:gd name="connsiteY23" fmla="*/ 209733 h 1499272"/>
              <a:gd name="connsiteX24" fmla="*/ 865416 w 1424802"/>
              <a:gd name="connsiteY24" fmla="*/ 215595 h 1499272"/>
              <a:gd name="connsiteX25" fmla="*/ 906447 w 1424802"/>
              <a:gd name="connsiteY25" fmla="*/ 250764 h 1499272"/>
              <a:gd name="connsiteX26" fmla="*/ 918170 w 1424802"/>
              <a:gd name="connsiteY26" fmla="*/ 268349 h 1499272"/>
              <a:gd name="connsiteX27" fmla="*/ 935755 w 1424802"/>
              <a:gd name="connsiteY27" fmla="*/ 280072 h 1499272"/>
              <a:gd name="connsiteX28" fmla="*/ 959201 w 1424802"/>
              <a:gd name="connsiteY28" fmla="*/ 297656 h 1499272"/>
              <a:gd name="connsiteX29" fmla="*/ 976785 w 1424802"/>
              <a:gd name="connsiteY29" fmla="*/ 309380 h 1499272"/>
              <a:gd name="connsiteX30" fmla="*/ 994370 w 1424802"/>
              <a:gd name="connsiteY30" fmla="*/ 332826 h 1499272"/>
              <a:gd name="connsiteX31" fmla="*/ 1035401 w 1424802"/>
              <a:gd name="connsiteY31" fmla="*/ 356272 h 1499272"/>
              <a:gd name="connsiteX32" fmla="*/ 1058847 w 1424802"/>
              <a:gd name="connsiteY32" fmla="*/ 385580 h 1499272"/>
              <a:gd name="connsiteX33" fmla="*/ 1099878 w 1424802"/>
              <a:gd name="connsiteY33" fmla="*/ 420749 h 1499272"/>
              <a:gd name="connsiteX34" fmla="*/ 1129185 w 1424802"/>
              <a:gd name="connsiteY34" fmla="*/ 461780 h 1499272"/>
              <a:gd name="connsiteX35" fmla="*/ 1135047 w 1424802"/>
              <a:gd name="connsiteY35" fmla="*/ 479364 h 1499272"/>
              <a:gd name="connsiteX36" fmla="*/ 1170216 w 1424802"/>
              <a:gd name="connsiteY36" fmla="*/ 520395 h 1499272"/>
              <a:gd name="connsiteX37" fmla="*/ 1187801 w 1424802"/>
              <a:gd name="connsiteY37" fmla="*/ 543841 h 1499272"/>
              <a:gd name="connsiteX38" fmla="*/ 1211247 w 1424802"/>
              <a:gd name="connsiteY38" fmla="*/ 579010 h 1499272"/>
              <a:gd name="connsiteX39" fmla="*/ 1240555 w 1424802"/>
              <a:gd name="connsiteY39" fmla="*/ 620041 h 1499272"/>
              <a:gd name="connsiteX40" fmla="*/ 1264001 w 1424802"/>
              <a:gd name="connsiteY40" fmla="*/ 666933 h 1499272"/>
              <a:gd name="connsiteX41" fmla="*/ 1269862 w 1424802"/>
              <a:gd name="connsiteY41" fmla="*/ 684518 h 1499272"/>
              <a:gd name="connsiteX42" fmla="*/ 1287447 w 1424802"/>
              <a:gd name="connsiteY42" fmla="*/ 713826 h 1499272"/>
              <a:gd name="connsiteX43" fmla="*/ 1299170 w 1424802"/>
              <a:gd name="connsiteY43" fmla="*/ 737272 h 1499272"/>
              <a:gd name="connsiteX44" fmla="*/ 1316755 w 1424802"/>
              <a:gd name="connsiteY44" fmla="*/ 754856 h 1499272"/>
              <a:gd name="connsiteX45" fmla="*/ 1340201 w 1424802"/>
              <a:gd name="connsiteY45" fmla="*/ 795887 h 1499272"/>
              <a:gd name="connsiteX46" fmla="*/ 1351924 w 1424802"/>
              <a:gd name="connsiteY46" fmla="*/ 819333 h 1499272"/>
              <a:gd name="connsiteX47" fmla="*/ 1357785 w 1424802"/>
              <a:gd name="connsiteY47" fmla="*/ 836918 h 1499272"/>
              <a:gd name="connsiteX48" fmla="*/ 1369508 w 1424802"/>
              <a:gd name="connsiteY48" fmla="*/ 854503 h 1499272"/>
              <a:gd name="connsiteX49" fmla="*/ 1381232 w 1424802"/>
              <a:gd name="connsiteY49" fmla="*/ 883810 h 1499272"/>
              <a:gd name="connsiteX50" fmla="*/ 1398816 w 1424802"/>
              <a:gd name="connsiteY50" fmla="*/ 960010 h 1499272"/>
              <a:gd name="connsiteX51" fmla="*/ 1410539 w 1424802"/>
              <a:gd name="connsiteY51" fmla="*/ 1030349 h 1499272"/>
              <a:gd name="connsiteX52" fmla="*/ 1416401 w 1424802"/>
              <a:gd name="connsiteY52" fmla="*/ 1047933 h 1499272"/>
              <a:gd name="connsiteX53" fmla="*/ 1410539 w 1424802"/>
              <a:gd name="connsiteY53" fmla="*/ 1200333 h 1499272"/>
              <a:gd name="connsiteX54" fmla="*/ 1404287 w 1424802"/>
              <a:gd name="connsiteY54" fmla="*/ 1323959 h 1499272"/>
              <a:gd name="connsiteX55" fmla="*/ 1287447 w 1424802"/>
              <a:gd name="connsiteY55" fmla="*/ 1458241 h 1499272"/>
              <a:gd name="connsiteX56" fmla="*/ 1269862 w 1424802"/>
              <a:gd name="connsiteY56" fmla="*/ 1469964 h 1499272"/>
              <a:gd name="connsiteX57" fmla="*/ 1234693 w 1424802"/>
              <a:gd name="connsiteY57" fmla="*/ 1481687 h 1499272"/>
              <a:gd name="connsiteX58" fmla="*/ 1217108 w 1424802"/>
              <a:gd name="connsiteY58" fmla="*/ 1487549 h 1499272"/>
              <a:gd name="connsiteX59" fmla="*/ 1176078 w 1424802"/>
              <a:gd name="connsiteY59" fmla="*/ 1493410 h 1499272"/>
              <a:gd name="connsiteX60" fmla="*/ 1140908 w 1424802"/>
              <a:gd name="connsiteY60" fmla="*/ 1499272 h 1499272"/>
              <a:gd name="connsiteX61" fmla="*/ 900585 w 1424802"/>
              <a:gd name="connsiteY61" fmla="*/ 1493410 h 1499272"/>
              <a:gd name="connsiteX62" fmla="*/ 883001 w 1424802"/>
              <a:gd name="connsiteY62" fmla="*/ 1487549 h 1499272"/>
              <a:gd name="connsiteX63" fmla="*/ 800939 w 1424802"/>
              <a:gd name="connsiteY63" fmla="*/ 1481687 h 1499272"/>
              <a:gd name="connsiteX64" fmla="*/ 630955 w 1424802"/>
              <a:gd name="connsiteY64" fmla="*/ 1475826 h 1499272"/>
              <a:gd name="connsiteX65" fmla="*/ 572339 w 1424802"/>
              <a:gd name="connsiteY65" fmla="*/ 1469964 h 1499272"/>
              <a:gd name="connsiteX66" fmla="*/ 476812 w 1424802"/>
              <a:gd name="connsiteY66" fmla="*/ 1475826 h 1499272"/>
              <a:gd name="connsiteX67" fmla="*/ 155426 w 1424802"/>
              <a:gd name="connsiteY67" fmla="*/ 1446518 h 1499272"/>
              <a:gd name="connsiteX68" fmla="*/ 83418 w 1424802"/>
              <a:gd name="connsiteY68" fmla="*/ 1374510 h 1499272"/>
              <a:gd name="connsiteX69" fmla="*/ 50662 w 1424802"/>
              <a:gd name="connsiteY69" fmla="*/ 1323426 h 1499272"/>
              <a:gd name="connsiteX70" fmla="*/ 33078 w 1424802"/>
              <a:gd name="connsiteY70" fmla="*/ 1305841 h 1499272"/>
              <a:gd name="connsiteX71" fmla="*/ 21355 w 1424802"/>
              <a:gd name="connsiteY71" fmla="*/ 1264810 h 1499272"/>
              <a:gd name="connsiteX72" fmla="*/ 9632 w 1424802"/>
              <a:gd name="connsiteY72" fmla="*/ 1217918 h 1499272"/>
              <a:gd name="connsiteX73" fmla="*/ 9632 w 1424802"/>
              <a:gd name="connsiteY73" fmla="*/ 1018626 h 1499272"/>
              <a:gd name="connsiteX74" fmla="*/ 15493 w 1424802"/>
              <a:gd name="connsiteY74" fmla="*/ 1001041 h 1499272"/>
              <a:gd name="connsiteX75" fmla="*/ 21355 w 1424802"/>
              <a:gd name="connsiteY75" fmla="*/ 948287 h 1499272"/>
              <a:gd name="connsiteX76" fmla="*/ 27216 w 1424802"/>
              <a:gd name="connsiteY76" fmla="*/ 930703 h 1499272"/>
              <a:gd name="connsiteX77" fmla="*/ 33078 w 1424802"/>
              <a:gd name="connsiteY77" fmla="*/ 895533 h 1499272"/>
              <a:gd name="connsiteX78" fmla="*/ 50662 w 1424802"/>
              <a:gd name="connsiteY78" fmla="*/ 854503 h 1499272"/>
              <a:gd name="connsiteX79" fmla="*/ 62385 w 1424802"/>
              <a:gd name="connsiteY79" fmla="*/ 813472 h 1499272"/>
              <a:gd name="connsiteX80" fmla="*/ 74108 w 1424802"/>
              <a:gd name="connsiteY80" fmla="*/ 790026 h 1499272"/>
              <a:gd name="connsiteX81" fmla="*/ 85832 w 1424802"/>
              <a:gd name="connsiteY81" fmla="*/ 748995 h 1499272"/>
              <a:gd name="connsiteX82" fmla="*/ 91693 w 1424802"/>
              <a:gd name="connsiteY82" fmla="*/ 731410 h 1499272"/>
              <a:gd name="connsiteX83" fmla="*/ 97555 w 1424802"/>
              <a:gd name="connsiteY83" fmla="*/ 702103 h 1499272"/>
              <a:gd name="connsiteX84" fmla="*/ 103416 w 1424802"/>
              <a:gd name="connsiteY84" fmla="*/ 684518 h 1499272"/>
              <a:gd name="connsiteX85" fmla="*/ 102366 w 1424802"/>
              <a:gd name="connsiteY85" fmla="*/ 621887 h 1499272"/>
              <a:gd name="connsiteX86" fmla="*/ 83418 w 1424802"/>
              <a:gd name="connsiteY86" fmla="*/ 510414 h 1499272"/>
              <a:gd name="connsiteX87" fmla="*/ 83418 w 1424802"/>
              <a:gd name="connsiteY87" fmla="*/ 366398 h 1499272"/>
              <a:gd name="connsiteX88" fmla="*/ 85832 w 1424802"/>
              <a:gd name="connsiteY88" fmla="*/ 338687 h 1499272"/>
              <a:gd name="connsiteX89" fmla="*/ 79970 w 1424802"/>
              <a:gd name="connsiteY89" fmla="*/ 321103 h 1499272"/>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132724 w 1424802"/>
              <a:gd name="connsiteY4" fmla="*/ 194538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695432 w 1424802"/>
              <a:gd name="connsiteY16" fmla="*/ 112476 h 1501661"/>
              <a:gd name="connsiteX17" fmla="*/ 718878 w 1424802"/>
              <a:gd name="connsiteY17" fmla="*/ 124199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132724 w 1424802"/>
              <a:gd name="connsiteY4" fmla="*/ 194538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695432 w 1424802"/>
              <a:gd name="connsiteY16" fmla="*/ 112476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132724 w 1424802"/>
              <a:gd name="connsiteY4" fmla="*/ 194538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731313 w 1424802"/>
              <a:gd name="connsiteY16" fmla="*/ 80757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82870 w 1424802"/>
              <a:gd name="connsiteY4" fmla="*/ 152783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731313 w 1424802"/>
              <a:gd name="connsiteY16" fmla="*/ 80757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82870 w 1424802"/>
              <a:gd name="connsiteY3" fmla="*/ 224810 h 1501661"/>
              <a:gd name="connsiteX4" fmla="*/ 82870 w 1424802"/>
              <a:gd name="connsiteY4" fmla="*/ 152783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731313 w 1424802"/>
              <a:gd name="connsiteY16" fmla="*/ 80757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82870 w 1424802"/>
              <a:gd name="connsiteY2" fmla="*/ 224810 h 1501661"/>
              <a:gd name="connsiteX3" fmla="*/ 82870 w 1424802"/>
              <a:gd name="connsiteY3" fmla="*/ 152783 h 1501661"/>
              <a:gd name="connsiteX4" fmla="*/ 82870 w 1424802"/>
              <a:gd name="connsiteY4" fmla="*/ 152782 h 1501661"/>
              <a:gd name="connsiteX5" fmla="*/ 197201 w 1424802"/>
              <a:gd name="connsiteY5" fmla="*/ 147645 h 1501661"/>
              <a:gd name="connsiteX6" fmla="*/ 226508 w 1424802"/>
              <a:gd name="connsiteY6" fmla="*/ 130061 h 1501661"/>
              <a:gd name="connsiteX7" fmla="*/ 226969 w 1424802"/>
              <a:gd name="connsiteY7" fmla="*/ 80757 h 1501661"/>
              <a:gd name="connsiteX8" fmla="*/ 308570 w 1424802"/>
              <a:gd name="connsiteY8" fmla="*/ 100753 h 1501661"/>
              <a:gd name="connsiteX9" fmla="*/ 299018 w 1424802"/>
              <a:gd name="connsiteY9" fmla="*/ 8729 h 1501661"/>
              <a:gd name="connsiteX10" fmla="*/ 371067 w 1424802"/>
              <a:gd name="connsiteY10" fmla="*/ 8731 h 1501661"/>
              <a:gd name="connsiteX11" fmla="*/ 443116 w 1424802"/>
              <a:gd name="connsiteY11" fmla="*/ 8729 h 1501661"/>
              <a:gd name="connsiteX12" fmla="*/ 587214 w 1424802"/>
              <a:gd name="connsiteY12" fmla="*/ 8731 h 1501661"/>
              <a:gd name="connsiteX13" fmla="*/ 659264 w 1424802"/>
              <a:gd name="connsiteY13" fmla="*/ 8729 h 1501661"/>
              <a:gd name="connsiteX14" fmla="*/ 671985 w 1424802"/>
              <a:gd name="connsiteY14" fmla="*/ 106615 h 1501661"/>
              <a:gd name="connsiteX15" fmla="*/ 731313 w 1424802"/>
              <a:gd name="connsiteY15" fmla="*/ 80757 h 1501661"/>
              <a:gd name="connsiteX16" fmla="*/ 731313 w 1424802"/>
              <a:gd name="connsiteY16" fmla="*/ 8730 h 1501661"/>
              <a:gd name="connsiteX17" fmla="*/ 754047 w 1424802"/>
              <a:gd name="connsiteY17" fmla="*/ 135922 h 1501661"/>
              <a:gd name="connsiteX18" fmla="*/ 771632 w 1424802"/>
              <a:gd name="connsiteY18" fmla="*/ 147645 h 1501661"/>
              <a:gd name="connsiteX19" fmla="*/ 789216 w 1424802"/>
              <a:gd name="connsiteY19" fmla="*/ 165230 h 1501661"/>
              <a:gd name="connsiteX20" fmla="*/ 824385 w 1424802"/>
              <a:gd name="connsiteY20" fmla="*/ 176953 h 1501661"/>
              <a:gd name="connsiteX21" fmla="*/ 841970 w 1424802"/>
              <a:gd name="connsiteY21" fmla="*/ 194538 h 1501661"/>
              <a:gd name="connsiteX22" fmla="*/ 847832 w 1424802"/>
              <a:gd name="connsiteY22" fmla="*/ 212122 h 1501661"/>
              <a:gd name="connsiteX23" fmla="*/ 865416 w 1424802"/>
              <a:gd name="connsiteY23" fmla="*/ 217984 h 1501661"/>
              <a:gd name="connsiteX24" fmla="*/ 906447 w 1424802"/>
              <a:gd name="connsiteY24" fmla="*/ 253153 h 1501661"/>
              <a:gd name="connsiteX25" fmla="*/ 918170 w 1424802"/>
              <a:gd name="connsiteY25" fmla="*/ 270738 h 1501661"/>
              <a:gd name="connsiteX26" fmla="*/ 935755 w 1424802"/>
              <a:gd name="connsiteY26" fmla="*/ 282461 h 1501661"/>
              <a:gd name="connsiteX27" fmla="*/ 959201 w 1424802"/>
              <a:gd name="connsiteY27" fmla="*/ 300045 h 1501661"/>
              <a:gd name="connsiteX28" fmla="*/ 976785 w 1424802"/>
              <a:gd name="connsiteY28" fmla="*/ 311769 h 1501661"/>
              <a:gd name="connsiteX29" fmla="*/ 994370 w 1424802"/>
              <a:gd name="connsiteY29" fmla="*/ 335215 h 1501661"/>
              <a:gd name="connsiteX30" fmla="*/ 1035401 w 1424802"/>
              <a:gd name="connsiteY30" fmla="*/ 358661 h 1501661"/>
              <a:gd name="connsiteX31" fmla="*/ 1058847 w 1424802"/>
              <a:gd name="connsiteY31" fmla="*/ 387969 h 1501661"/>
              <a:gd name="connsiteX32" fmla="*/ 1099878 w 1424802"/>
              <a:gd name="connsiteY32" fmla="*/ 423138 h 1501661"/>
              <a:gd name="connsiteX33" fmla="*/ 1129185 w 1424802"/>
              <a:gd name="connsiteY33" fmla="*/ 464169 h 1501661"/>
              <a:gd name="connsiteX34" fmla="*/ 1135047 w 1424802"/>
              <a:gd name="connsiteY34" fmla="*/ 481753 h 1501661"/>
              <a:gd name="connsiteX35" fmla="*/ 1170216 w 1424802"/>
              <a:gd name="connsiteY35" fmla="*/ 522784 h 1501661"/>
              <a:gd name="connsiteX36" fmla="*/ 1187801 w 1424802"/>
              <a:gd name="connsiteY36" fmla="*/ 546230 h 1501661"/>
              <a:gd name="connsiteX37" fmla="*/ 1211247 w 1424802"/>
              <a:gd name="connsiteY37" fmla="*/ 581399 h 1501661"/>
              <a:gd name="connsiteX38" fmla="*/ 1240555 w 1424802"/>
              <a:gd name="connsiteY38" fmla="*/ 622430 h 1501661"/>
              <a:gd name="connsiteX39" fmla="*/ 1264001 w 1424802"/>
              <a:gd name="connsiteY39" fmla="*/ 669322 h 1501661"/>
              <a:gd name="connsiteX40" fmla="*/ 1269862 w 1424802"/>
              <a:gd name="connsiteY40" fmla="*/ 686907 h 1501661"/>
              <a:gd name="connsiteX41" fmla="*/ 1287447 w 1424802"/>
              <a:gd name="connsiteY41" fmla="*/ 716215 h 1501661"/>
              <a:gd name="connsiteX42" fmla="*/ 1299170 w 1424802"/>
              <a:gd name="connsiteY42" fmla="*/ 739661 h 1501661"/>
              <a:gd name="connsiteX43" fmla="*/ 1316755 w 1424802"/>
              <a:gd name="connsiteY43" fmla="*/ 757245 h 1501661"/>
              <a:gd name="connsiteX44" fmla="*/ 1340201 w 1424802"/>
              <a:gd name="connsiteY44" fmla="*/ 798276 h 1501661"/>
              <a:gd name="connsiteX45" fmla="*/ 1351924 w 1424802"/>
              <a:gd name="connsiteY45" fmla="*/ 821722 h 1501661"/>
              <a:gd name="connsiteX46" fmla="*/ 1357785 w 1424802"/>
              <a:gd name="connsiteY46" fmla="*/ 839307 h 1501661"/>
              <a:gd name="connsiteX47" fmla="*/ 1369508 w 1424802"/>
              <a:gd name="connsiteY47" fmla="*/ 856892 h 1501661"/>
              <a:gd name="connsiteX48" fmla="*/ 1381232 w 1424802"/>
              <a:gd name="connsiteY48" fmla="*/ 886199 h 1501661"/>
              <a:gd name="connsiteX49" fmla="*/ 1398816 w 1424802"/>
              <a:gd name="connsiteY49" fmla="*/ 962399 h 1501661"/>
              <a:gd name="connsiteX50" fmla="*/ 1410539 w 1424802"/>
              <a:gd name="connsiteY50" fmla="*/ 1032738 h 1501661"/>
              <a:gd name="connsiteX51" fmla="*/ 1416401 w 1424802"/>
              <a:gd name="connsiteY51" fmla="*/ 1050322 h 1501661"/>
              <a:gd name="connsiteX52" fmla="*/ 1410539 w 1424802"/>
              <a:gd name="connsiteY52" fmla="*/ 1202722 h 1501661"/>
              <a:gd name="connsiteX53" fmla="*/ 1404287 w 1424802"/>
              <a:gd name="connsiteY53" fmla="*/ 1326348 h 1501661"/>
              <a:gd name="connsiteX54" fmla="*/ 1287447 w 1424802"/>
              <a:gd name="connsiteY54" fmla="*/ 1460630 h 1501661"/>
              <a:gd name="connsiteX55" fmla="*/ 1269862 w 1424802"/>
              <a:gd name="connsiteY55" fmla="*/ 1472353 h 1501661"/>
              <a:gd name="connsiteX56" fmla="*/ 1234693 w 1424802"/>
              <a:gd name="connsiteY56" fmla="*/ 1484076 h 1501661"/>
              <a:gd name="connsiteX57" fmla="*/ 1217108 w 1424802"/>
              <a:gd name="connsiteY57" fmla="*/ 1489938 h 1501661"/>
              <a:gd name="connsiteX58" fmla="*/ 1176078 w 1424802"/>
              <a:gd name="connsiteY58" fmla="*/ 1495799 h 1501661"/>
              <a:gd name="connsiteX59" fmla="*/ 1140908 w 1424802"/>
              <a:gd name="connsiteY59" fmla="*/ 1501661 h 1501661"/>
              <a:gd name="connsiteX60" fmla="*/ 900585 w 1424802"/>
              <a:gd name="connsiteY60" fmla="*/ 1495799 h 1501661"/>
              <a:gd name="connsiteX61" fmla="*/ 883001 w 1424802"/>
              <a:gd name="connsiteY61" fmla="*/ 1489938 h 1501661"/>
              <a:gd name="connsiteX62" fmla="*/ 800939 w 1424802"/>
              <a:gd name="connsiteY62" fmla="*/ 1484076 h 1501661"/>
              <a:gd name="connsiteX63" fmla="*/ 630955 w 1424802"/>
              <a:gd name="connsiteY63" fmla="*/ 1478215 h 1501661"/>
              <a:gd name="connsiteX64" fmla="*/ 572339 w 1424802"/>
              <a:gd name="connsiteY64" fmla="*/ 1472353 h 1501661"/>
              <a:gd name="connsiteX65" fmla="*/ 476812 w 1424802"/>
              <a:gd name="connsiteY65" fmla="*/ 1478215 h 1501661"/>
              <a:gd name="connsiteX66" fmla="*/ 155426 w 1424802"/>
              <a:gd name="connsiteY66" fmla="*/ 1448907 h 1501661"/>
              <a:gd name="connsiteX67" fmla="*/ 83418 w 1424802"/>
              <a:gd name="connsiteY67" fmla="*/ 1376899 h 1501661"/>
              <a:gd name="connsiteX68" fmla="*/ 50662 w 1424802"/>
              <a:gd name="connsiteY68" fmla="*/ 1325815 h 1501661"/>
              <a:gd name="connsiteX69" fmla="*/ 33078 w 1424802"/>
              <a:gd name="connsiteY69" fmla="*/ 1308230 h 1501661"/>
              <a:gd name="connsiteX70" fmla="*/ 21355 w 1424802"/>
              <a:gd name="connsiteY70" fmla="*/ 1267199 h 1501661"/>
              <a:gd name="connsiteX71" fmla="*/ 9632 w 1424802"/>
              <a:gd name="connsiteY71" fmla="*/ 1220307 h 1501661"/>
              <a:gd name="connsiteX72" fmla="*/ 9632 w 1424802"/>
              <a:gd name="connsiteY72" fmla="*/ 1021015 h 1501661"/>
              <a:gd name="connsiteX73" fmla="*/ 15493 w 1424802"/>
              <a:gd name="connsiteY73" fmla="*/ 1003430 h 1501661"/>
              <a:gd name="connsiteX74" fmla="*/ 21355 w 1424802"/>
              <a:gd name="connsiteY74" fmla="*/ 950676 h 1501661"/>
              <a:gd name="connsiteX75" fmla="*/ 27216 w 1424802"/>
              <a:gd name="connsiteY75" fmla="*/ 933092 h 1501661"/>
              <a:gd name="connsiteX76" fmla="*/ 33078 w 1424802"/>
              <a:gd name="connsiteY76" fmla="*/ 897922 h 1501661"/>
              <a:gd name="connsiteX77" fmla="*/ 50662 w 1424802"/>
              <a:gd name="connsiteY77" fmla="*/ 856892 h 1501661"/>
              <a:gd name="connsiteX78" fmla="*/ 62385 w 1424802"/>
              <a:gd name="connsiteY78" fmla="*/ 815861 h 1501661"/>
              <a:gd name="connsiteX79" fmla="*/ 74108 w 1424802"/>
              <a:gd name="connsiteY79" fmla="*/ 792415 h 1501661"/>
              <a:gd name="connsiteX80" fmla="*/ 85832 w 1424802"/>
              <a:gd name="connsiteY80" fmla="*/ 751384 h 1501661"/>
              <a:gd name="connsiteX81" fmla="*/ 91693 w 1424802"/>
              <a:gd name="connsiteY81" fmla="*/ 733799 h 1501661"/>
              <a:gd name="connsiteX82" fmla="*/ 97555 w 1424802"/>
              <a:gd name="connsiteY82" fmla="*/ 704492 h 1501661"/>
              <a:gd name="connsiteX83" fmla="*/ 103416 w 1424802"/>
              <a:gd name="connsiteY83" fmla="*/ 686907 h 1501661"/>
              <a:gd name="connsiteX84" fmla="*/ 102366 w 1424802"/>
              <a:gd name="connsiteY84" fmla="*/ 624276 h 1501661"/>
              <a:gd name="connsiteX85" fmla="*/ 83418 w 1424802"/>
              <a:gd name="connsiteY85" fmla="*/ 512803 h 1501661"/>
              <a:gd name="connsiteX86" fmla="*/ 83418 w 1424802"/>
              <a:gd name="connsiteY86" fmla="*/ 368787 h 1501661"/>
              <a:gd name="connsiteX87" fmla="*/ 85832 w 1424802"/>
              <a:gd name="connsiteY87" fmla="*/ 341076 h 1501661"/>
              <a:gd name="connsiteX88" fmla="*/ 79970 w 1424802"/>
              <a:gd name="connsiteY88"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197201 w 1424802"/>
              <a:gd name="connsiteY4" fmla="*/ 147645 h 1501661"/>
              <a:gd name="connsiteX5" fmla="*/ 226508 w 1424802"/>
              <a:gd name="connsiteY5" fmla="*/ 130061 h 1501661"/>
              <a:gd name="connsiteX6" fmla="*/ 226969 w 1424802"/>
              <a:gd name="connsiteY6" fmla="*/ 80757 h 1501661"/>
              <a:gd name="connsiteX7" fmla="*/ 308570 w 1424802"/>
              <a:gd name="connsiteY7" fmla="*/ 100753 h 1501661"/>
              <a:gd name="connsiteX8" fmla="*/ 299018 w 1424802"/>
              <a:gd name="connsiteY8" fmla="*/ 8729 h 1501661"/>
              <a:gd name="connsiteX9" fmla="*/ 371067 w 1424802"/>
              <a:gd name="connsiteY9" fmla="*/ 8731 h 1501661"/>
              <a:gd name="connsiteX10" fmla="*/ 443116 w 1424802"/>
              <a:gd name="connsiteY10" fmla="*/ 8729 h 1501661"/>
              <a:gd name="connsiteX11" fmla="*/ 587214 w 1424802"/>
              <a:gd name="connsiteY11" fmla="*/ 8731 h 1501661"/>
              <a:gd name="connsiteX12" fmla="*/ 659264 w 1424802"/>
              <a:gd name="connsiteY12" fmla="*/ 8729 h 1501661"/>
              <a:gd name="connsiteX13" fmla="*/ 671985 w 1424802"/>
              <a:gd name="connsiteY13" fmla="*/ 106615 h 1501661"/>
              <a:gd name="connsiteX14" fmla="*/ 731313 w 1424802"/>
              <a:gd name="connsiteY14" fmla="*/ 80757 h 1501661"/>
              <a:gd name="connsiteX15" fmla="*/ 731313 w 1424802"/>
              <a:gd name="connsiteY15" fmla="*/ 8730 h 1501661"/>
              <a:gd name="connsiteX16" fmla="*/ 754047 w 1424802"/>
              <a:gd name="connsiteY16" fmla="*/ 135922 h 1501661"/>
              <a:gd name="connsiteX17" fmla="*/ 771632 w 1424802"/>
              <a:gd name="connsiteY17" fmla="*/ 147645 h 1501661"/>
              <a:gd name="connsiteX18" fmla="*/ 789216 w 1424802"/>
              <a:gd name="connsiteY18" fmla="*/ 165230 h 1501661"/>
              <a:gd name="connsiteX19" fmla="*/ 824385 w 1424802"/>
              <a:gd name="connsiteY19" fmla="*/ 176953 h 1501661"/>
              <a:gd name="connsiteX20" fmla="*/ 841970 w 1424802"/>
              <a:gd name="connsiteY20" fmla="*/ 194538 h 1501661"/>
              <a:gd name="connsiteX21" fmla="*/ 847832 w 1424802"/>
              <a:gd name="connsiteY21" fmla="*/ 212122 h 1501661"/>
              <a:gd name="connsiteX22" fmla="*/ 865416 w 1424802"/>
              <a:gd name="connsiteY22" fmla="*/ 217984 h 1501661"/>
              <a:gd name="connsiteX23" fmla="*/ 906447 w 1424802"/>
              <a:gd name="connsiteY23" fmla="*/ 253153 h 1501661"/>
              <a:gd name="connsiteX24" fmla="*/ 918170 w 1424802"/>
              <a:gd name="connsiteY24" fmla="*/ 270738 h 1501661"/>
              <a:gd name="connsiteX25" fmla="*/ 935755 w 1424802"/>
              <a:gd name="connsiteY25" fmla="*/ 282461 h 1501661"/>
              <a:gd name="connsiteX26" fmla="*/ 959201 w 1424802"/>
              <a:gd name="connsiteY26" fmla="*/ 300045 h 1501661"/>
              <a:gd name="connsiteX27" fmla="*/ 976785 w 1424802"/>
              <a:gd name="connsiteY27" fmla="*/ 311769 h 1501661"/>
              <a:gd name="connsiteX28" fmla="*/ 994370 w 1424802"/>
              <a:gd name="connsiteY28" fmla="*/ 335215 h 1501661"/>
              <a:gd name="connsiteX29" fmla="*/ 1035401 w 1424802"/>
              <a:gd name="connsiteY29" fmla="*/ 358661 h 1501661"/>
              <a:gd name="connsiteX30" fmla="*/ 1058847 w 1424802"/>
              <a:gd name="connsiteY30" fmla="*/ 387969 h 1501661"/>
              <a:gd name="connsiteX31" fmla="*/ 1099878 w 1424802"/>
              <a:gd name="connsiteY31" fmla="*/ 423138 h 1501661"/>
              <a:gd name="connsiteX32" fmla="*/ 1129185 w 1424802"/>
              <a:gd name="connsiteY32" fmla="*/ 464169 h 1501661"/>
              <a:gd name="connsiteX33" fmla="*/ 1135047 w 1424802"/>
              <a:gd name="connsiteY33" fmla="*/ 481753 h 1501661"/>
              <a:gd name="connsiteX34" fmla="*/ 1170216 w 1424802"/>
              <a:gd name="connsiteY34" fmla="*/ 522784 h 1501661"/>
              <a:gd name="connsiteX35" fmla="*/ 1187801 w 1424802"/>
              <a:gd name="connsiteY35" fmla="*/ 546230 h 1501661"/>
              <a:gd name="connsiteX36" fmla="*/ 1211247 w 1424802"/>
              <a:gd name="connsiteY36" fmla="*/ 581399 h 1501661"/>
              <a:gd name="connsiteX37" fmla="*/ 1240555 w 1424802"/>
              <a:gd name="connsiteY37" fmla="*/ 622430 h 1501661"/>
              <a:gd name="connsiteX38" fmla="*/ 1264001 w 1424802"/>
              <a:gd name="connsiteY38" fmla="*/ 669322 h 1501661"/>
              <a:gd name="connsiteX39" fmla="*/ 1269862 w 1424802"/>
              <a:gd name="connsiteY39" fmla="*/ 686907 h 1501661"/>
              <a:gd name="connsiteX40" fmla="*/ 1287447 w 1424802"/>
              <a:gd name="connsiteY40" fmla="*/ 716215 h 1501661"/>
              <a:gd name="connsiteX41" fmla="*/ 1299170 w 1424802"/>
              <a:gd name="connsiteY41" fmla="*/ 739661 h 1501661"/>
              <a:gd name="connsiteX42" fmla="*/ 1316755 w 1424802"/>
              <a:gd name="connsiteY42" fmla="*/ 757245 h 1501661"/>
              <a:gd name="connsiteX43" fmla="*/ 1340201 w 1424802"/>
              <a:gd name="connsiteY43" fmla="*/ 798276 h 1501661"/>
              <a:gd name="connsiteX44" fmla="*/ 1351924 w 1424802"/>
              <a:gd name="connsiteY44" fmla="*/ 821722 h 1501661"/>
              <a:gd name="connsiteX45" fmla="*/ 1357785 w 1424802"/>
              <a:gd name="connsiteY45" fmla="*/ 839307 h 1501661"/>
              <a:gd name="connsiteX46" fmla="*/ 1369508 w 1424802"/>
              <a:gd name="connsiteY46" fmla="*/ 856892 h 1501661"/>
              <a:gd name="connsiteX47" fmla="*/ 1381232 w 1424802"/>
              <a:gd name="connsiteY47" fmla="*/ 886199 h 1501661"/>
              <a:gd name="connsiteX48" fmla="*/ 1398816 w 1424802"/>
              <a:gd name="connsiteY48" fmla="*/ 962399 h 1501661"/>
              <a:gd name="connsiteX49" fmla="*/ 1410539 w 1424802"/>
              <a:gd name="connsiteY49" fmla="*/ 1032738 h 1501661"/>
              <a:gd name="connsiteX50" fmla="*/ 1416401 w 1424802"/>
              <a:gd name="connsiteY50" fmla="*/ 1050322 h 1501661"/>
              <a:gd name="connsiteX51" fmla="*/ 1410539 w 1424802"/>
              <a:gd name="connsiteY51" fmla="*/ 1202722 h 1501661"/>
              <a:gd name="connsiteX52" fmla="*/ 1404287 w 1424802"/>
              <a:gd name="connsiteY52" fmla="*/ 1326348 h 1501661"/>
              <a:gd name="connsiteX53" fmla="*/ 1287447 w 1424802"/>
              <a:gd name="connsiteY53" fmla="*/ 1460630 h 1501661"/>
              <a:gd name="connsiteX54" fmla="*/ 1269862 w 1424802"/>
              <a:gd name="connsiteY54" fmla="*/ 1472353 h 1501661"/>
              <a:gd name="connsiteX55" fmla="*/ 1234693 w 1424802"/>
              <a:gd name="connsiteY55" fmla="*/ 1484076 h 1501661"/>
              <a:gd name="connsiteX56" fmla="*/ 1217108 w 1424802"/>
              <a:gd name="connsiteY56" fmla="*/ 1489938 h 1501661"/>
              <a:gd name="connsiteX57" fmla="*/ 1176078 w 1424802"/>
              <a:gd name="connsiteY57" fmla="*/ 1495799 h 1501661"/>
              <a:gd name="connsiteX58" fmla="*/ 1140908 w 1424802"/>
              <a:gd name="connsiteY58" fmla="*/ 1501661 h 1501661"/>
              <a:gd name="connsiteX59" fmla="*/ 900585 w 1424802"/>
              <a:gd name="connsiteY59" fmla="*/ 1495799 h 1501661"/>
              <a:gd name="connsiteX60" fmla="*/ 883001 w 1424802"/>
              <a:gd name="connsiteY60" fmla="*/ 1489938 h 1501661"/>
              <a:gd name="connsiteX61" fmla="*/ 800939 w 1424802"/>
              <a:gd name="connsiteY61" fmla="*/ 1484076 h 1501661"/>
              <a:gd name="connsiteX62" fmla="*/ 630955 w 1424802"/>
              <a:gd name="connsiteY62" fmla="*/ 1478215 h 1501661"/>
              <a:gd name="connsiteX63" fmla="*/ 572339 w 1424802"/>
              <a:gd name="connsiteY63" fmla="*/ 1472353 h 1501661"/>
              <a:gd name="connsiteX64" fmla="*/ 476812 w 1424802"/>
              <a:gd name="connsiteY64" fmla="*/ 1478215 h 1501661"/>
              <a:gd name="connsiteX65" fmla="*/ 155426 w 1424802"/>
              <a:gd name="connsiteY65" fmla="*/ 1448907 h 1501661"/>
              <a:gd name="connsiteX66" fmla="*/ 83418 w 1424802"/>
              <a:gd name="connsiteY66" fmla="*/ 1376899 h 1501661"/>
              <a:gd name="connsiteX67" fmla="*/ 50662 w 1424802"/>
              <a:gd name="connsiteY67" fmla="*/ 1325815 h 1501661"/>
              <a:gd name="connsiteX68" fmla="*/ 33078 w 1424802"/>
              <a:gd name="connsiteY68" fmla="*/ 1308230 h 1501661"/>
              <a:gd name="connsiteX69" fmla="*/ 21355 w 1424802"/>
              <a:gd name="connsiteY69" fmla="*/ 1267199 h 1501661"/>
              <a:gd name="connsiteX70" fmla="*/ 9632 w 1424802"/>
              <a:gd name="connsiteY70" fmla="*/ 1220307 h 1501661"/>
              <a:gd name="connsiteX71" fmla="*/ 9632 w 1424802"/>
              <a:gd name="connsiteY71" fmla="*/ 1021015 h 1501661"/>
              <a:gd name="connsiteX72" fmla="*/ 15493 w 1424802"/>
              <a:gd name="connsiteY72" fmla="*/ 1003430 h 1501661"/>
              <a:gd name="connsiteX73" fmla="*/ 21355 w 1424802"/>
              <a:gd name="connsiteY73" fmla="*/ 950676 h 1501661"/>
              <a:gd name="connsiteX74" fmla="*/ 27216 w 1424802"/>
              <a:gd name="connsiteY74" fmla="*/ 933092 h 1501661"/>
              <a:gd name="connsiteX75" fmla="*/ 33078 w 1424802"/>
              <a:gd name="connsiteY75" fmla="*/ 897922 h 1501661"/>
              <a:gd name="connsiteX76" fmla="*/ 50662 w 1424802"/>
              <a:gd name="connsiteY76" fmla="*/ 856892 h 1501661"/>
              <a:gd name="connsiteX77" fmla="*/ 62385 w 1424802"/>
              <a:gd name="connsiteY77" fmla="*/ 815861 h 1501661"/>
              <a:gd name="connsiteX78" fmla="*/ 74108 w 1424802"/>
              <a:gd name="connsiteY78" fmla="*/ 792415 h 1501661"/>
              <a:gd name="connsiteX79" fmla="*/ 85832 w 1424802"/>
              <a:gd name="connsiteY79" fmla="*/ 751384 h 1501661"/>
              <a:gd name="connsiteX80" fmla="*/ 91693 w 1424802"/>
              <a:gd name="connsiteY80" fmla="*/ 733799 h 1501661"/>
              <a:gd name="connsiteX81" fmla="*/ 97555 w 1424802"/>
              <a:gd name="connsiteY81" fmla="*/ 704492 h 1501661"/>
              <a:gd name="connsiteX82" fmla="*/ 103416 w 1424802"/>
              <a:gd name="connsiteY82" fmla="*/ 686907 h 1501661"/>
              <a:gd name="connsiteX83" fmla="*/ 102366 w 1424802"/>
              <a:gd name="connsiteY83" fmla="*/ 624276 h 1501661"/>
              <a:gd name="connsiteX84" fmla="*/ 83418 w 1424802"/>
              <a:gd name="connsiteY84" fmla="*/ 512803 h 1501661"/>
              <a:gd name="connsiteX85" fmla="*/ 83418 w 1424802"/>
              <a:gd name="connsiteY85" fmla="*/ 368787 h 1501661"/>
              <a:gd name="connsiteX86" fmla="*/ 85832 w 1424802"/>
              <a:gd name="connsiteY86" fmla="*/ 341076 h 1501661"/>
              <a:gd name="connsiteX87" fmla="*/ 79970 w 1424802"/>
              <a:gd name="connsiteY87"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226508 w 1424802"/>
              <a:gd name="connsiteY4" fmla="*/ 130061 h 1501661"/>
              <a:gd name="connsiteX5" fmla="*/ 226969 w 1424802"/>
              <a:gd name="connsiteY5" fmla="*/ 80757 h 1501661"/>
              <a:gd name="connsiteX6" fmla="*/ 308570 w 1424802"/>
              <a:gd name="connsiteY6" fmla="*/ 100753 h 1501661"/>
              <a:gd name="connsiteX7" fmla="*/ 299018 w 1424802"/>
              <a:gd name="connsiteY7" fmla="*/ 8729 h 1501661"/>
              <a:gd name="connsiteX8" fmla="*/ 371067 w 1424802"/>
              <a:gd name="connsiteY8" fmla="*/ 8731 h 1501661"/>
              <a:gd name="connsiteX9" fmla="*/ 443116 w 1424802"/>
              <a:gd name="connsiteY9" fmla="*/ 8729 h 1501661"/>
              <a:gd name="connsiteX10" fmla="*/ 587214 w 1424802"/>
              <a:gd name="connsiteY10" fmla="*/ 8731 h 1501661"/>
              <a:gd name="connsiteX11" fmla="*/ 659264 w 1424802"/>
              <a:gd name="connsiteY11" fmla="*/ 8729 h 1501661"/>
              <a:gd name="connsiteX12" fmla="*/ 671985 w 1424802"/>
              <a:gd name="connsiteY12" fmla="*/ 106615 h 1501661"/>
              <a:gd name="connsiteX13" fmla="*/ 731313 w 1424802"/>
              <a:gd name="connsiteY13" fmla="*/ 80757 h 1501661"/>
              <a:gd name="connsiteX14" fmla="*/ 731313 w 1424802"/>
              <a:gd name="connsiteY14" fmla="*/ 8730 h 1501661"/>
              <a:gd name="connsiteX15" fmla="*/ 754047 w 1424802"/>
              <a:gd name="connsiteY15" fmla="*/ 135922 h 1501661"/>
              <a:gd name="connsiteX16" fmla="*/ 771632 w 1424802"/>
              <a:gd name="connsiteY16" fmla="*/ 147645 h 1501661"/>
              <a:gd name="connsiteX17" fmla="*/ 789216 w 1424802"/>
              <a:gd name="connsiteY17" fmla="*/ 165230 h 1501661"/>
              <a:gd name="connsiteX18" fmla="*/ 824385 w 1424802"/>
              <a:gd name="connsiteY18" fmla="*/ 176953 h 1501661"/>
              <a:gd name="connsiteX19" fmla="*/ 841970 w 1424802"/>
              <a:gd name="connsiteY19" fmla="*/ 194538 h 1501661"/>
              <a:gd name="connsiteX20" fmla="*/ 847832 w 1424802"/>
              <a:gd name="connsiteY20" fmla="*/ 212122 h 1501661"/>
              <a:gd name="connsiteX21" fmla="*/ 865416 w 1424802"/>
              <a:gd name="connsiteY21" fmla="*/ 217984 h 1501661"/>
              <a:gd name="connsiteX22" fmla="*/ 906447 w 1424802"/>
              <a:gd name="connsiteY22" fmla="*/ 253153 h 1501661"/>
              <a:gd name="connsiteX23" fmla="*/ 918170 w 1424802"/>
              <a:gd name="connsiteY23" fmla="*/ 270738 h 1501661"/>
              <a:gd name="connsiteX24" fmla="*/ 935755 w 1424802"/>
              <a:gd name="connsiteY24" fmla="*/ 282461 h 1501661"/>
              <a:gd name="connsiteX25" fmla="*/ 959201 w 1424802"/>
              <a:gd name="connsiteY25" fmla="*/ 300045 h 1501661"/>
              <a:gd name="connsiteX26" fmla="*/ 976785 w 1424802"/>
              <a:gd name="connsiteY26" fmla="*/ 311769 h 1501661"/>
              <a:gd name="connsiteX27" fmla="*/ 994370 w 1424802"/>
              <a:gd name="connsiteY27" fmla="*/ 335215 h 1501661"/>
              <a:gd name="connsiteX28" fmla="*/ 1035401 w 1424802"/>
              <a:gd name="connsiteY28" fmla="*/ 358661 h 1501661"/>
              <a:gd name="connsiteX29" fmla="*/ 1058847 w 1424802"/>
              <a:gd name="connsiteY29" fmla="*/ 387969 h 1501661"/>
              <a:gd name="connsiteX30" fmla="*/ 1099878 w 1424802"/>
              <a:gd name="connsiteY30" fmla="*/ 423138 h 1501661"/>
              <a:gd name="connsiteX31" fmla="*/ 1129185 w 1424802"/>
              <a:gd name="connsiteY31" fmla="*/ 464169 h 1501661"/>
              <a:gd name="connsiteX32" fmla="*/ 1135047 w 1424802"/>
              <a:gd name="connsiteY32" fmla="*/ 481753 h 1501661"/>
              <a:gd name="connsiteX33" fmla="*/ 1170216 w 1424802"/>
              <a:gd name="connsiteY33" fmla="*/ 522784 h 1501661"/>
              <a:gd name="connsiteX34" fmla="*/ 1187801 w 1424802"/>
              <a:gd name="connsiteY34" fmla="*/ 546230 h 1501661"/>
              <a:gd name="connsiteX35" fmla="*/ 1211247 w 1424802"/>
              <a:gd name="connsiteY35" fmla="*/ 581399 h 1501661"/>
              <a:gd name="connsiteX36" fmla="*/ 1240555 w 1424802"/>
              <a:gd name="connsiteY36" fmla="*/ 622430 h 1501661"/>
              <a:gd name="connsiteX37" fmla="*/ 1264001 w 1424802"/>
              <a:gd name="connsiteY37" fmla="*/ 669322 h 1501661"/>
              <a:gd name="connsiteX38" fmla="*/ 1269862 w 1424802"/>
              <a:gd name="connsiteY38" fmla="*/ 686907 h 1501661"/>
              <a:gd name="connsiteX39" fmla="*/ 1287447 w 1424802"/>
              <a:gd name="connsiteY39" fmla="*/ 716215 h 1501661"/>
              <a:gd name="connsiteX40" fmla="*/ 1299170 w 1424802"/>
              <a:gd name="connsiteY40" fmla="*/ 739661 h 1501661"/>
              <a:gd name="connsiteX41" fmla="*/ 1316755 w 1424802"/>
              <a:gd name="connsiteY41" fmla="*/ 757245 h 1501661"/>
              <a:gd name="connsiteX42" fmla="*/ 1340201 w 1424802"/>
              <a:gd name="connsiteY42" fmla="*/ 798276 h 1501661"/>
              <a:gd name="connsiteX43" fmla="*/ 1351924 w 1424802"/>
              <a:gd name="connsiteY43" fmla="*/ 821722 h 1501661"/>
              <a:gd name="connsiteX44" fmla="*/ 1357785 w 1424802"/>
              <a:gd name="connsiteY44" fmla="*/ 839307 h 1501661"/>
              <a:gd name="connsiteX45" fmla="*/ 1369508 w 1424802"/>
              <a:gd name="connsiteY45" fmla="*/ 856892 h 1501661"/>
              <a:gd name="connsiteX46" fmla="*/ 1381232 w 1424802"/>
              <a:gd name="connsiteY46" fmla="*/ 886199 h 1501661"/>
              <a:gd name="connsiteX47" fmla="*/ 1398816 w 1424802"/>
              <a:gd name="connsiteY47" fmla="*/ 962399 h 1501661"/>
              <a:gd name="connsiteX48" fmla="*/ 1410539 w 1424802"/>
              <a:gd name="connsiteY48" fmla="*/ 1032738 h 1501661"/>
              <a:gd name="connsiteX49" fmla="*/ 1416401 w 1424802"/>
              <a:gd name="connsiteY49" fmla="*/ 1050322 h 1501661"/>
              <a:gd name="connsiteX50" fmla="*/ 1410539 w 1424802"/>
              <a:gd name="connsiteY50" fmla="*/ 1202722 h 1501661"/>
              <a:gd name="connsiteX51" fmla="*/ 1404287 w 1424802"/>
              <a:gd name="connsiteY51" fmla="*/ 1326348 h 1501661"/>
              <a:gd name="connsiteX52" fmla="*/ 1287447 w 1424802"/>
              <a:gd name="connsiteY52" fmla="*/ 1460630 h 1501661"/>
              <a:gd name="connsiteX53" fmla="*/ 1269862 w 1424802"/>
              <a:gd name="connsiteY53" fmla="*/ 1472353 h 1501661"/>
              <a:gd name="connsiteX54" fmla="*/ 1234693 w 1424802"/>
              <a:gd name="connsiteY54" fmla="*/ 1484076 h 1501661"/>
              <a:gd name="connsiteX55" fmla="*/ 1217108 w 1424802"/>
              <a:gd name="connsiteY55" fmla="*/ 1489938 h 1501661"/>
              <a:gd name="connsiteX56" fmla="*/ 1176078 w 1424802"/>
              <a:gd name="connsiteY56" fmla="*/ 1495799 h 1501661"/>
              <a:gd name="connsiteX57" fmla="*/ 1140908 w 1424802"/>
              <a:gd name="connsiteY57" fmla="*/ 1501661 h 1501661"/>
              <a:gd name="connsiteX58" fmla="*/ 900585 w 1424802"/>
              <a:gd name="connsiteY58" fmla="*/ 1495799 h 1501661"/>
              <a:gd name="connsiteX59" fmla="*/ 883001 w 1424802"/>
              <a:gd name="connsiteY59" fmla="*/ 1489938 h 1501661"/>
              <a:gd name="connsiteX60" fmla="*/ 800939 w 1424802"/>
              <a:gd name="connsiteY60" fmla="*/ 1484076 h 1501661"/>
              <a:gd name="connsiteX61" fmla="*/ 630955 w 1424802"/>
              <a:gd name="connsiteY61" fmla="*/ 1478215 h 1501661"/>
              <a:gd name="connsiteX62" fmla="*/ 572339 w 1424802"/>
              <a:gd name="connsiteY62" fmla="*/ 1472353 h 1501661"/>
              <a:gd name="connsiteX63" fmla="*/ 476812 w 1424802"/>
              <a:gd name="connsiteY63" fmla="*/ 1478215 h 1501661"/>
              <a:gd name="connsiteX64" fmla="*/ 155426 w 1424802"/>
              <a:gd name="connsiteY64" fmla="*/ 1448907 h 1501661"/>
              <a:gd name="connsiteX65" fmla="*/ 83418 w 1424802"/>
              <a:gd name="connsiteY65" fmla="*/ 1376899 h 1501661"/>
              <a:gd name="connsiteX66" fmla="*/ 50662 w 1424802"/>
              <a:gd name="connsiteY66" fmla="*/ 1325815 h 1501661"/>
              <a:gd name="connsiteX67" fmla="*/ 33078 w 1424802"/>
              <a:gd name="connsiteY67" fmla="*/ 1308230 h 1501661"/>
              <a:gd name="connsiteX68" fmla="*/ 21355 w 1424802"/>
              <a:gd name="connsiteY68" fmla="*/ 1267199 h 1501661"/>
              <a:gd name="connsiteX69" fmla="*/ 9632 w 1424802"/>
              <a:gd name="connsiteY69" fmla="*/ 1220307 h 1501661"/>
              <a:gd name="connsiteX70" fmla="*/ 9632 w 1424802"/>
              <a:gd name="connsiteY70" fmla="*/ 1021015 h 1501661"/>
              <a:gd name="connsiteX71" fmla="*/ 15493 w 1424802"/>
              <a:gd name="connsiteY71" fmla="*/ 1003430 h 1501661"/>
              <a:gd name="connsiteX72" fmla="*/ 21355 w 1424802"/>
              <a:gd name="connsiteY72" fmla="*/ 950676 h 1501661"/>
              <a:gd name="connsiteX73" fmla="*/ 27216 w 1424802"/>
              <a:gd name="connsiteY73" fmla="*/ 933092 h 1501661"/>
              <a:gd name="connsiteX74" fmla="*/ 33078 w 1424802"/>
              <a:gd name="connsiteY74" fmla="*/ 897922 h 1501661"/>
              <a:gd name="connsiteX75" fmla="*/ 50662 w 1424802"/>
              <a:gd name="connsiteY75" fmla="*/ 856892 h 1501661"/>
              <a:gd name="connsiteX76" fmla="*/ 62385 w 1424802"/>
              <a:gd name="connsiteY76" fmla="*/ 815861 h 1501661"/>
              <a:gd name="connsiteX77" fmla="*/ 74108 w 1424802"/>
              <a:gd name="connsiteY77" fmla="*/ 792415 h 1501661"/>
              <a:gd name="connsiteX78" fmla="*/ 85832 w 1424802"/>
              <a:gd name="connsiteY78" fmla="*/ 751384 h 1501661"/>
              <a:gd name="connsiteX79" fmla="*/ 91693 w 1424802"/>
              <a:gd name="connsiteY79" fmla="*/ 733799 h 1501661"/>
              <a:gd name="connsiteX80" fmla="*/ 97555 w 1424802"/>
              <a:gd name="connsiteY80" fmla="*/ 704492 h 1501661"/>
              <a:gd name="connsiteX81" fmla="*/ 103416 w 1424802"/>
              <a:gd name="connsiteY81" fmla="*/ 686907 h 1501661"/>
              <a:gd name="connsiteX82" fmla="*/ 102366 w 1424802"/>
              <a:gd name="connsiteY82" fmla="*/ 624276 h 1501661"/>
              <a:gd name="connsiteX83" fmla="*/ 83418 w 1424802"/>
              <a:gd name="connsiteY83" fmla="*/ 512803 h 1501661"/>
              <a:gd name="connsiteX84" fmla="*/ 83418 w 1424802"/>
              <a:gd name="connsiteY84" fmla="*/ 368787 h 1501661"/>
              <a:gd name="connsiteX85" fmla="*/ 85832 w 1424802"/>
              <a:gd name="connsiteY85" fmla="*/ 341076 h 1501661"/>
              <a:gd name="connsiteX86" fmla="*/ 79970 w 1424802"/>
              <a:gd name="connsiteY86"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226969 w 1424802"/>
              <a:gd name="connsiteY4" fmla="*/ 80757 h 1501661"/>
              <a:gd name="connsiteX5" fmla="*/ 308570 w 1424802"/>
              <a:gd name="connsiteY5" fmla="*/ 100753 h 1501661"/>
              <a:gd name="connsiteX6" fmla="*/ 299018 w 1424802"/>
              <a:gd name="connsiteY6" fmla="*/ 8729 h 1501661"/>
              <a:gd name="connsiteX7" fmla="*/ 371067 w 1424802"/>
              <a:gd name="connsiteY7" fmla="*/ 8731 h 1501661"/>
              <a:gd name="connsiteX8" fmla="*/ 443116 w 1424802"/>
              <a:gd name="connsiteY8" fmla="*/ 8729 h 1501661"/>
              <a:gd name="connsiteX9" fmla="*/ 587214 w 1424802"/>
              <a:gd name="connsiteY9" fmla="*/ 8731 h 1501661"/>
              <a:gd name="connsiteX10" fmla="*/ 659264 w 1424802"/>
              <a:gd name="connsiteY10" fmla="*/ 8729 h 1501661"/>
              <a:gd name="connsiteX11" fmla="*/ 671985 w 1424802"/>
              <a:gd name="connsiteY11" fmla="*/ 106615 h 1501661"/>
              <a:gd name="connsiteX12" fmla="*/ 731313 w 1424802"/>
              <a:gd name="connsiteY12" fmla="*/ 80757 h 1501661"/>
              <a:gd name="connsiteX13" fmla="*/ 731313 w 1424802"/>
              <a:gd name="connsiteY13" fmla="*/ 8730 h 1501661"/>
              <a:gd name="connsiteX14" fmla="*/ 754047 w 1424802"/>
              <a:gd name="connsiteY14" fmla="*/ 135922 h 1501661"/>
              <a:gd name="connsiteX15" fmla="*/ 771632 w 1424802"/>
              <a:gd name="connsiteY15" fmla="*/ 147645 h 1501661"/>
              <a:gd name="connsiteX16" fmla="*/ 789216 w 1424802"/>
              <a:gd name="connsiteY16" fmla="*/ 165230 h 1501661"/>
              <a:gd name="connsiteX17" fmla="*/ 824385 w 1424802"/>
              <a:gd name="connsiteY17" fmla="*/ 176953 h 1501661"/>
              <a:gd name="connsiteX18" fmla="*/ 841970 w 1424802"/>
              <a:gd name="connsiteY18" fmla="*/ 194538 h 1501661"/>
              <a:gd name="connsiteX19" fmla="*/ 847832 w 1424802"/>
              <a:gd name="connsiteY19" fmla="*/ 212122 h 1501661"/>
              <a:gd name="connsiteX20" fmla="*/ 865416 w 1424802"/>
              <a:gd name="connsiteY20" fmla="*/ 217984 h 1501661"/>
              <a:gd name="connsiteX21" fmla="*/ 906447 w 1424802"/>
              <a:gd name="connsiteY21" fmla="*/ 253153 h 1501661"/>
              <a:gd name="connsiteX22" fmla="*/ 918170 w 1424802"/>
              <a:gd name="connsiteY22" fmla="*/ 270738 h 1501661"/>
              <a:gd name="connsiteX23" fmla="*/ 935755 w 1424802"/>
              <a:gd name="connsiteY23" fmla="*/ 282461 h 1501661"/>
              <a:gd name="connsiteX24" fmla="*/ 959201 w 1424802"/>
              <a:gd name="connsiteY24" fmla="*/ 300045 h 1501661"/>
              <a:gd name="connsiteX25" fmla="*/ 976785 w 1424802"/>
              <a:gd name="connsiteY25" fmla="*/ 311769 h 1501661"/>
              <a:gd name="connsiteX26" fmla="*/ 994370 w 1424802"/>
              <a:gd name="connsiteY26" fmla="*/ 335215 h 1501661"/>
              <a:gd name="connsiteX27" fmla="*/ 1035401 w 1424802"/>
              <a:gd name="connsiteY27" fmla="*/ 358661 h 1501661"/>
              <a:gd name="connsiteX28" fmla="*/ 1058847 w 1424802"/>
              <a:gd name="connsiteY28" fmla="*/ 387969 h 1501661"/>
              <a:gd name="connsiteX29" fmla="*/ 1099878 w 1424802"/>
              <a:gd name="connsiteY29" fmla="*/ 423138 h 1501661"/>
              <a:gd name="connsiteX30" fmla="*/ 1129185 w 1424802"/>
              <a:gd name="connsiteY30" fmla="*/ 464169 h 1501661"/>
              <a:gd name="connsiteX31" fmla="*/ 1135047 w 1424802"/>
              <a:gd name="connsiteY31" fmla="*/ 481753 h 1501661"/>
              <a:gd name="connsiteX32" fmla="*/ 1170216 w 1424802"/>
              <a:gd name="connsiteY32" fmla="*/ 522784 h 1501661"/>
              <a:gd name="connsiteX33" fmla="*/ 1187801 w 1424802"/>
              <a:gd name="connsiteY33" fmla="*/ 546230 h 1501661"/>
              <a:gd name="connsiteX34" fmla="*/ 1211247 w 1424802"/>
              <a:gd name="connsiteY34" fmla="*/ 581399 h 1501661"/>
              <a:gd name="connsiteX35" fmla="*/ 1240555 w 1424802"/>
              <a:gd name="connsiteY35" fmla="*/ 622430 h 1501661"/>
              <a:gd name="connsiteX36" fmla="*/ 1264001 w 1424802"/>
              <a:gd name="connsiteY36" fmla="*/ 669322 h 1501661"/>
              <a:gd name="connsiteX37" fmla="*/ 1269862 w 1424802"/>
              <a:gd name="connsiteY37" fmla="*/ 686907 h 1501661"/>
              <a:gd name="connsiteX38" fmla="*/ 1287447 w 1424802"/>
              <a:gd name="connsiteY38" fmla="*/ 716215 h 1501661"/>
              <a:gd name="connsiteX39" fmla="*/ 1299170 w 1424802"/>
              <a:gd name="connsiteY39" fmla="*/ 739661 h 1501661"/>
              <a:gd name="connsiteX40" fmla="*/ 1316755 w 1424802"/>
              <a:gd name="connsiteY40" fmla="*/ 757245 h 1501661"/>
              <a:gd name="connsiteX41" fmla="*/ 1340201 w 1424802"/>
              <a:gd name="connsiteY41" fmla="*/ 798276 h 1501661"/>
              <a:gd name="connsiteX42" fmla="*/ 1351924 w 1424802"/>
              <a:gd name="connsiteY42" fmla="*/ 821722 h 1501661"/>
              <a:gd name="connsiteX43" fmla="*/ 1357785 w 1424802"/>
              <a:gd name="connsiteY43" fmla="*/ 839307 h 1501661"/>
              <a:gd name="connsiteX44" fmla="*/ 1369508 w 1424802"/>
              <a:gd name="connsiteY44" fmla="*/ 856892 h 1501661"/>
              <a:gd name="connsiteX45" fmla="*/ 1381232 w 1424802"/>
              <a:gd name="connsiteY45" fmla="*/ 886199 h 1501661"/>
              <a:gd name="connsiteX46" fmla="*/ 1398816 w 1424802"/>
              <a:gd name="connsiteY46" fmla="*/ 962399 h 1501661"/>
              <a:gd name="connsiteX47" fmla="*/ 1410539 w 1424802"/>
              <a:gd name="connsiteY47" fmla="*/ 1032738 h 1501661"/>
              <a:gd name="connsiteX48" fmla="*/ 1416401 w 1424802"/>
              <a:gd name="connsiteY48" fmla="*/ 1050322 h 1501661"/>
              <a:gd name="connsiteX49" fmla="*/ 1410539 w 1424802"/>
              <a:gd name="connsiteY49" fmla="*/ 1202722 h 1501661"/>
              <a:gd name="connsiteX50" fmla="*/ 1404287 w 1424802"/>
              <a:gd name="connsiteY50" fmla="*/ 1326348 h 1501661"/>
              <a:gd name="connsiteX51" fmla="*/ 1287447 w 1424802"/>
              <a:gd name="connsiteY51" fmla="*/ 1460630 h 1501661"/>
              <a:gd name="connsiteX52" fmla="*/ 1269862 w 1424802"/>
              <a:gd name="connsiteY52" fmla="*/ 1472353 h 1501661"/>
              <a:gd name="connsiteX53" fmla="*/ 1234693 w 1424802"/>
              <a:gd name="connsiteY53" fmla="*/ 1484076 h 1501661"/>
              <a:gd name="connsiteX54" fmla="*/ 1217108 w 1424802"/>
              <a:gd name="connsiteY54" fmla="*/ 1489938 h 1501661"/>
              <a:gd name="connsiteX55" fmla="*/ 1176078 w 1424802"/>
              <a:gd name="connsiteY55" fmla="*/ 1495799 h 1501661"/>
              <a:gd name="connsiteX56" fmla="*/ 1140908 w 1424802"/>
              <a:gd name="connsiteY56" fmla="*/ 1501661 h 1501661"/>
              <a:gd name="connsiteX57" fmla="*/ 900585 w 1424802"/>
              <a:gd name="connsiteY57" fmla="*/ 1495799 h 1501661"/>
              <a:gd name="connsiteX58" fmla="*/ 883001 w 1424802"/>
              <a:gd name="connsiteY58" fmla="*/ 1489938 h 1501661"/>
              <a:gd name="connsiteX59" fmla="*/ 800939 w 1424802"/>
              <a:gd name="connsiteY59" fmla="*/ 1484076 h 1501661"/>
              <a:gd name="connsiteX60" fmla="*/ 630955 w 1424802"/>
              <a:gd name="connsiteY60" fmla="*/ 1478215 h 1501661"/>
              <a:gd name="connsiteX61" fmla="*/ 572339 w 1424802"/>
              <a:gd name="connsiteY61" fmla="*/ 1472353 h 1501661"/>
              <a:gd name="connsiteX62" fmla="*/ 476812 w 1424802"/>
              <a:gd name="connsiteY62" fmla="*/ 1478215 h 1501661"/>
              <a:gd name="connsiteX63" fmla="*/ 155426 w 1424802"/>
              <a:gd name="connsiteY63" fmla="*/ 1448907 h 1501661"/>
              <a:gd name="connsiteX64" fmla="*/ 83418 w 1424802"/>
              <a:gd name="connsiteY64" fmla="*/ 1376899 h 1501661"/>
              <a:gd name="connsiteX65" fmla="*/ 50662 w 1424802"/>
              <a:gd name="connsiteY65" fmla="*/ 1325815 h 1501661"/>
              <a:gd name="connsiteX66" fmla="*/ 33078 w 1424802"/>
              <a:gd name="connsiteY66" fmla="*/ 1308230 h 1501661"/>
              <a:gd name="connsiteX67" fmla="*/ 21355 w 1424802"/>
              <a:gd name="connsiteY67" fmla="*/ 1267199 h 1501661"/>
              <a:gd name="connsiteX68" fmla="*/ 9632 w 1424802"/>
              <a:gd name="connsiteY68" fmla="*/ 1220307 h 1501661"/>
              <a:gd name="connsiteX69" fmla="*/ 9632 w 1424802"/>
              <a:gd name="connsiteY69" fmla="*/ 1021015 h 1501661"/>
              <a:gd name="connsiteX70" fmla="*/ 15493 w 1424802"/>
              <a:gd name="connsiteY70" fmla="*/ 1003430 h 1501661"/>
              <a:gd name="connsiteX71" fmla="*/ 21355 w 1424802"/>
              <a:gd name="connsiteY71" fmla="*/ 950676 h 1501661"/>
              <a:gd name="connsiteX72" fmla="*/ 27216 w 1424802"/>
              <a:gd name="connsiteY72" fmla="*/ 933092 h 1501661"/>
              <a:gd name="connsiteX73" fmla="*/ 33078 w 1424802"/>
              <a:gd name="connsiteY73" fmla="*/ 897922 h 1501661"/>
              <a:gd name="connsiteX74" fmla="*/ 50662 w 1424802"/>
              <a:gd name="connsiteY74" fmla="*/ 856892 h 1501661"/>
              <a:gd name="connsiteX75" fmla="*/ 62385 w 1424802"/>
              <a:gd name="connsiteY75" fmla="*/ 815861 h 1501661"/>
              <a:gd name="connsiteX76" fmla="*/ 74108 w 1424802"/>
              <a:gd name="connsiteY76" fmla="*/ 792415 h 1501661"/>
              <a:gd name="connsiteX77" fmla="*/ 85832 w 1424802"/>
              <a:gd name="connsiteY77" fmla="*/ 751384 h 1501661"/>
              <a:gd name="connsiteX78" fmla="*/ 91693 w 1424802"/>
              <a:gd name="connsiteY78" fmla="*/ 733799 h 1501661"/>
              <a:gd name="connsiteX79" fmla="*/ 97555 w 1424802"/>
              <a:gd name="connsiteY79" fmla="*/ 704492 h 1501661"/>
              <a:gd name="connsiteX80" fmla="*/ 103416 w 1424802"/>
              <a:gd name="connsiteY80" fmla="*/ 686907 h 1501661"/>
              <a:gd name="connsiteX81" fmla="*/ 102366 w 1424802"/>
              <a:gd name="connsiteY81" fmla="*/ 624276 h 1501661"/>
              <a:gd name="connsiteX82" fmla="*/ 83418 w 1424802"/>
              <a:gd name="connsiteY82" fmla="*/ 512803 h 1501661"/>
              <a:gd name="connsiteX83" fmla="*/ 83418 w 1424802"/>
              <a:gd name="connsiteY83" fmla="*/ 368787 h 1501661"/>
              <a:gd name="connsiteX84" fmla="*/ 85832 w 1424802"/>
              <a:gd name="connsiteY84" fmla="*/ 341076 h 1501661"/>
              <a:gd name="connsiteX85" fmla="*/ 79970 w 1424802"/>
              <a:gd name="connsiteY85"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226969 w 1424802"/>
              <a:gd name="connsiteY4" fmla="*/ 80757 h 1501661"/>
              <a:gd name="connsiteX5" fmla="*/ 299018 w 1424802"/>
              <a:gd name="connsiteY5" fmla="*/ 8729 h 1501661"/>
              <a:gd name="connsiteX6" fmla="*/ 371067 w 1424802"/>
              <a:gd name="connsiteY6" fmla="*/ 8731 h 1501661"/>
              <a:gd name="connsiteX7" fmla="*/ 443116 w 1424802"/>
              <a:gd name="connsiteY7" fmla="*/ 8729 h 1501661"/>
              <a:gd name="connsiteX8" fmla="*/ 587214 w 1424802"/>
              <a:gd name="connsiteY8" fmla="*/ 8731 h 1501661"/>
              <a:gd name="connsiteX9" fmla="*/ 659264 w 1424802"/>
              <a:gd name="connsiteY9" fmla="*/ 8729 h 1501661"/>
              <a:gd name="connsiteX10" fmla="*/ 671985 w 1424802"/>
              <a:gd name="connsiteY10" fmla="*/ 106615 h 1501661"/>
              <a:gd name="connsiteX11" fmla="*/ 731313 w 1424802"/>
              <a:gd name="connsiteY11" fmla="*/ 80757 h 1501661"/>
              <a:gd name="connsiteX12" fmla="*/ 731313 w 1424802"/>
              <a:gd name="connsiteY12" fmla="*/ 8730 h 1501661"/>
              <a:gd name="connsiteX13" fmla="*/ 754047 w 1424802"/>
              <a:gd name="connsiteY13" fmla="*/ 135922 h 1501661"/>
              <a:gd name="connsiteX14" fmla="*/ 771632 w 1424802"/>
              <a:gd name="connsiteY14" fmla="*/ 147645 h 1501661"/>
              <a:gd name="connsiteX15" fmla="*/ 789216 w 1424802"/>
              <a:gd name="connsiteY15" fmla="*/ 165230 h 1501661"/>
              <a:gd name="connsiteX16" fmla="*/ 824385 w 1424802"/>
              <a:gd name="connsiteY16" fmla="*/ 176953 h 1501661"/>
              <a:gd name="connsiteX17" fmla="*/ 841970 w 1424802"/>
              <a:gd name="connsiteY17" fmla="*/ 194538 h 1501661"/>
              <a:gd name="connsiteX18" fmla="*/ 847832 w 1424802"/>
              <a:gd name="connsiteY18" fmla="*/ 212122 h 1501661"/>
              <a:gd name="connsiteX19" fmla="*/ 865416 w 1424802"/>
              <a:gd name="connsiteY19" fmla="*/ 217984 h 1501661"/>
              <a:gd name="connsiteX20" fmla="*/ 906447 w 1424802"/>
              <a:gd name="connsiteY20" fmla="*/ 253153 h 1501661"/>
              <a:gd name="connsiteX21" fmla="*/ 918170 w 1424802"/>
              <a:gd name="connsiteY21" fmla="*/ 270738 h 1501661"/>
              <a:gd name="connsiteX22" fmla="*/ 935755 w 1424802"/>
              <a:gd name="connsiteY22" fmla="*/ 282461 h 1501661"/>
              <a:gd name="connsiteX23" fmla="*/ 959201 w 1424802"/>
              <a:gd name="connsiteY23" fmla="*/ 300045 h 1501661"/>
              <a:gd name="connsiteX24" fmla="*/ 976785 w 1424802"/>
              <a:gd name="connsiteY24" fmla="*/ 311769 h 1501661"/>
              <a:gd name="connsiteX25" fmla="*/ 994370 w 1424802"/>
              <a:gd name="connsiteY25" fmla="*/ 335215 h 1501661"/>
              <a:gd name="connsiteX26" fmla="*/ 1035401 w 1424802"/>
              <a:gd name="connsiteY26" fmla="*/ 358661 h 1501661"/>
              <a:gd name="connsiteX27" fmla="*/ 1058847 w 1424802"/>
              <a:gd name="connsiteY27" fmla="*/ 387969 h 1501661"/>
              <a:gd name="connsiteX28" fmla="*/ 1099878 w 1424802"/>
              <a:gd name="connsiteY28" fmla="*/ 423138 h 1501661"/>
              <a:gd name="connsiteX29" fmla="*/ 1129185 w 1424802"/>
              <a:gd name="connsiteY29" fmla="*/ 464169 h 1501661"/>
              <a:gd name="connsiteX30" fmla="*/ 1135047 w 1424802"/>
              <a:gd name="connsiteY30" fmla="*/ 481753 h 1501661"/>
              <a:gd name="connsiteX31" fmla="*/ 1170216 w 1424802"/>
              <a:gd name="connsiteY31" fmla="*/ 522784 h 1501661"/>
              <a:gd name="connsiteX32" fmla="*/ 1187801 w 1424802"/>
              <a:gd name="connsiteY32" fmla="*/ 546230 h 1501661"/>
              <a:gd name="connsiteX33" fmla="*/ 1211247 w 1424802"/>
              <a:gd name="connsiteY33" fmla="*/ 581399 h 1501661"/>
              <a:gd name="connsiteX34" fmla="*/ 1240555 w 1424802"/>
              <a:gd name="connsiteY34" fmla="*/ 622430 h 1501661"/>
              <a:gd name="connsiteX35" fmla="*/ 1264001 w 1424802"/>
              <a:gd name="connsiteY35" fmla="*/ 669322 h 1501661"/>
              <a:gd name="connsiteX36" fmla="*/ 1269862 w 1424802"/>
              <a:gd name="connsiteY36" fmla="*/ 686907 h 1501661"/>
              <a:gd name="connsiteX37" fmla="*/ 1287447 w 1424802"/>
              <a:gd name="connsiteY37" fmla="*/ 716215 h 1501661"/>
              <a:gd name="connsiteX38" fmla="*/ 1299170 w 1424802"/>
              <a:gd name="connsiteY38" fmla="*/ 739661 h 1501661"/>
              <a:gd name="connsiteX39" fmla="*/ 1316755 w 1424802"/>
              <a:gd name="connsiteY39" fmla="*/ 757245 h 1501661"/>
              <a:gd name="connsiteX40" fmla="*/ 1340201 w 1424802"/>
              <a:gd name="connsiteY40" fmla="*/ 798276 h 1501661"/>
              <a:gd name="connsiteX41" fmla="*/ 1351924 w 1424802"/>
              <a:gd name="connsiteY41" fmla="*/ 821722 h 1501661"/>
              <a:gd name="connsiteX42" fmla="*/ 1357785 w 1424802"/>
              <a:gd name="connsiteY42" fmla="*/ 839307 h 1501661"/>
              <a:gd name="connsiteX43" fmla="*/ 1369508 w 1424802"/>
              <a:gd name="connsiteY43" fmla="*/ 856892 h 1501661"/>
              <a:gd name="connsiteX44" fmla="*/ 1381232 w 1424802"/>
              <a:gd name="connsiteY44" fmla="*/ 886199 h 1501661"/>
              <a:gd name="connsiteX45" fmla="*/ 1398816 w 1424802"/>
              <a:gd name="connsiteY45" fmla="*/ 962399 h 1501661"/>
              <a:gd name="connsiteX46" fmla="*/ 1410539 w 1424802"/>
              <a:gd name="connsiteY46" fmla="*/ 1032738 h 1501661"/>
              <a:gd name="connsiteX47" fmla="*/ 1416401 w 1424802"/>
              <a:gd name="connsiteY47" fmla="*/ 1050322 h 1501661"/>
              <a:gd name="connsiteX48" fmla="*/ 1410539 w 1424802"/>
              <a:gd name="connsiteY48" fmla="*/ 1202722 h 1501661"/>
              <a:gd name="connsiteX49" fmla="*/ 1404287 w 1424802"/>
              <a:gd name="connsiteY49" fmla="*/ 1326348 h 1501661"/>
              <a:gd name="connsiteX50" fmla="*/ 1287447 w 1424802"/>
              <a:gd name="connsiteY50" fmla="*/ 1460630 h 1501661"/>
              <a:gd name="connsiteX51" fmla="*/ 1269862 w 1424802"/>
              <a:gd name="connsiteY51" fmla="*/ 1472353 h 1501661"/>
              <a:gd name="connsiteX52" fmla="*/ 1234693 w 1424802"/>
              <a:gd name="connsiteY52" fmla="*/ 1484076 h 1501661"/>
              <a:gd name="connsiteX53" fmla="*/ 1217108 w 1424802"/>
              <a:gd name="connsiteY53" fmla="*/ 1489938 h 1501661"/>
              <a:gd name="connsiteX54" fmla="*/ 1176078 w 1424802"/>
              <a:gd name="connsiteY54" fmla="*/ 1495799 h 1501661"/>
              <a:gd name="connsiteX55" fmla="*/ 1140908 w 1424802"/>
              <a:gd name="connsiteY55" fmla="*/ 1501661 h 1501661"/>
              <a:gd name="connsiteX56" fmla="*/ 900585 w 1424802"/>
              <a:gd name="connsiteY56" fmla="*/ 1495799 h 1501661"/>
              <a:gd name="connsiteX57" fmla="*/ 883001 w 1424802"/>
              <a:gd name="connsiteY57" fmla="*/ 1489938 h 1501661"/>
              <a:gd name="connsiteX58" fmla="*/ 800939 w 1424802"/>
              <a:gd name="connsiteY58" fmla="*/ 1484076 h 1501661"/>
              <a:gd name="connsiteX59" fmla="*/ 630955 w 1424802"/>
              <a:gd name="connsiteY59" fmla="*/ 1478215 h 1501661"/>
              <a:gd name="connsiteX60" fmla="*/ 572339 w 1424802"/>
              <a:gd name="connsiteY60" fmla="*/ 1472353 h 1501661"/>
              <a:gd name="connsiteX61" fmla="*/ 476812 w 1424802"/>
              <a:gd name="connsiteY61" fmla="*/ 1478215 h 1501661"/>
              <a:gd name="connsiteX62" fmla="*/ 155426 w 1424802"/>
              <a:gd name="connsiteY62" fmla="*/ 1448907 h 1501661"/>
              <a:gd name="connsiteX63" fmla="*/ 83418 w 1424802"/>
              <a:gd name="connsiteY63" fmla="*/ 1376899 h 1501661"/>
              <a:gd name="connsiteX64" fmla="*/ 50662 w 1424802"/>
              <a:gd name="connsiteY64" fmla="*/ 1325815 h 1501661"/>
              <a:gd name="connsiteX65" fmla="*/ 33078 w 1424802"/>
              <a:gd name="connsiteY65" fmla="*/ 1308230 h 1501661"/>
              <a:gd name="connsiteX66" fmla="*/ 21355 w 1424802"/>
              <a:gd name="connsiteY66" fmla="*/ 1267199 h 1501661"/>
              <a:gd name="connsiteX67" fmla="*/ 9632 w 1424802"/>
              <a:gd name="connsiteY67" fmla="*/ 1220307 h 1501661"/>
              <a:gd name="connsiteX68" fmla="*/ 9632 w 1424802"/>
              <a:gd name="connsiteY68" fmla="*/ 1021015 h 1501661"/>
              <a:gd name="connsiteX69" fmla="*/ 15493 w 1424802"/>
              <a:gd name="connsiteY69" fmla="*/ 1003430 h 1501661"/>
              <a:gd name="connsiteX70" fmla="*/ 21355 w 1424802"/>
              <a:gd name="connsiteY70" fmla="*/ 950676 h 1501661"/>
              <a:gd name="connsiteX71" fmla="*/ 27216 w 1424802"/>
              <a:gd name="connsiteY71" fmla="*/ 933092 h 1501661"/>
              <a:gd name="connsiteX72" fmla="*/ 33078 w 1424802"/>
              <a:gd name="connsiteY72" fmla="*/ 897922 h 1501661"/>
              <a:gd name="connsiteX73" fmla="*/ 50662 w 1424802"/>
              <a:gd name="connsiteY73" fmla="*/ 856892 h 1501661"/>
              <a:gd name="connsiteX74" fmla="*/ 62385 w 1424802"/>
              <a:gd name="connsiteY74" fmla="*/ 815861 h 1501661"/>
              <a:gd name="connsiteX75" fmla="*/ 74108 w 1424802"/>
              <a:gd name="connsiteY75" fmla="*/ 792415 h 1501661"/>
              <a:gd name="connsiteX76" fmla="*/ 85832 w 1424802"/>
              <a:gd name="connsiteY76" fmla="*/ 751384 h 1501661"/>
              <a:gd name="connsiteX77" fmla="*/ 91693 w 1424802"/>
              <a:gd name="connsiteY77" fmla="*/ 733799 h 1501661"/>
              <a:gd name="connsiteX78" fmla="*/ 97555 w 1424802"/>
              <a:gd name="connsiteY78" fmla="*/ 704492 h 1501661"/>
              <a:gd name="connsiteX79" fmla="*/ 103416 w 1424802"/>
              <a:gd name="connsiteY79" fmla="*/ 686907 h 1501661"/>
              <a:gd name="connsiteX80" fmla="*/ 102366 w 1424802"/>
              <a:gd name="connsiteY80" fmla="*/ 624276 h 1501661"/>
              <a:gd name="connsiteX81" fmla="*/ 83418 w 1424802"/>
              <a:gd name="connsiteY81" fmla="*/ 512803 h 1501661"/>
              <a:gd name="connsiteX82" fmla="*/ 83418 w 1424802"/>
              <a:gd name="connsiteY82" fmla="*/ 368787 h 1501661"/>
              <a:gd name="connsiteX83" fmla="*/ 85832 w 1424802"/>
              <a:gd name="connsiteY83" fmla="*/ 341076 h 1501661"/>
              <a:gd name="connsiteX84" fmla="*/ 79970 w 1424802"/>
              <a:gd name="connsiteY84" fmla="*/ 323492 h 1501661"/>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671985 w 1424802"/>
              <a:gd name="connsiteY10" fmla="*/ 121894 h 1516940"/>
              <a:gd name="connsiteX11" fmla="*/ 731313 w 1424802"/>
              <a:gd name="connsiteY11" fmla="*/ 96036 h 1516940"/>
              <a:gd name="connsiteX12" fmla="*/ 731313 w 1424802"/>
              <a:gd name="connsiteY12" fmla="*/ 24009 h 1516940"/>
              <a:gd name="connsiteX13" fmla="*/ 754047 w 1424802"/>
              <a:gd name="connsiteY13" fmla="*/ 151201 h 1516940"/>
              <a:gd name="connsiteX14" fmla="*/ 771632 w 1424802"/>
              <a:gd name="connsiteY14" fmla="*/ 162924 h 1516940"/>
              <a:gd name="connsiteX15" fmla="*/ 789216 w 1424802"/>
              <a:gd name="connsiteY15" fmla="*/ 180509 h 1516940"/>
              <a:gd name="connsiteX16" fmla="*/ 824385 w 1424802"/>
              <a:gd name="connsiteY16" fmla="*/ 192232 h 1516940"/>
              <a:gd name="connsiteX17" fmla="*/ 841970 w 1424802"/>
              <a:gd name="connsiteY17" fmla="*/ 209817 h 1516940"/>
              <a:gd name="connsiteX18" fmla="*/ 847832 w 1424802"/>
              <a:gd name="connsiteY18" fmla="*/ 227401 h 1516940"/>
              <a:gd name="connsiteX19" fmla="*/ 865416 w 1424802"/>
              <a:gd name="connsiteY19" fmla="*/ 233263 h 1516940"/>
              <a:gd name="connsiteX20" fmla="*/ 906447 w 1424802"/>
              <a:gd name="connsiteY20" fmla="*/ 268432 h 1516940"/>
              <a:gd name="connsiteX21" fmla="*/ 918170 w 1424802"/>
              <a:gd name="connsiteY21" fmla="*/ 286017 h 1516940"/>
              <a:gd name="connsiteX22" fmla="*/ 935755 w 1424802"/>
              <a:gd name="connsiteY22" fmla="*/ 297740 h 1516940"/>
              <a:gd name="connsiteX23" fmla="*/ 959201 w 1424802"/>
              <a:gd name="connsiteY23" fmla="*/ 315324 h 1516940"/>
              <a:gd name="connsiteX24" fmla="*/ 976785 w 1424802"/>
              <a:gd name="connsiteY24" fmla="*/ 327048 h 1516940"/>
              <a:gd name="connsiteX25" fmla="*/ 994370 w 1424802"/>
              <a:gd name="connsiteY25" fmla="*/ 350494 h 1516940"/>
              <a:gd name="connsiteX26" fmla="*/ 1035401 w 1424802"/>
              <a:gd name="connsiteY26" fmla="*/ 373940 h 1516940"/>
              <a:gd name="connsiteX27" fmla="*/ 1058847 w 1424802"/>
              <a:gd name="connsiteY27" fmla="*/ 403248 h 1516940"/>
              <a:gd name="connsiteX28" fmla="*/ 1099878 w 1424802"/>
              <a:gd name="connsiteY28" fmla="*/ 438417 h 1516940"/>
              <a:gd name="connsiteX29" fmla="*/ 1129185 w 1424802"/>
              <a:gd name="connsiteY29" fmla="*/ 479448 h 1516940"/>
              <a:gd name="connsiteX30" fmla="*/ 1135047 w 1424802"/>
              <a:gd name="connsiteY30" fmla="*/ 497032 h 1516940"/>
              <a:gd name="connsiteX31" fmla="*/ 1170216 w 1424802"/>
              <a:gd name="connsiteY31" fmla="*/ 538063 h 1516940"/>
              <a:gd name="connsiteX32" fmla="*/ 1187801 w 1424802"/>
              <a:gd name="connsiteY32" fmla="*/ 561509 h 1516940"/>
              <a:gd name="connsiteX33" fmla="*/ 1211247 w 1424802"/>
              <a:gd name="connsiteY33" fmla="*/ 596678 h 1516940"/>
              <a:gd name="connsiteX34" fmla="*/ 1240555 w 1424802"/>
              <a:gd name="connsiteY34" fmla="*/ 637709 h 1516940"/>
              <a:gd name="connsiteX35" fmla="*/ 1264001 w 1424802"/>
              <a:gd name="connsiteY35" fmla="*/ 684601 h 1516940"/>
              <a:gd name="connsiteX36" fmla="*/ 1269862 w 1424802"/>
              <a:gd name="connsiteY36" fmla="*/ 702186 h 1516940"/>
              <a:gd name="connsiteX37" fmla="*/ 1287447 w 1424802"/>
              <a:gd name="connsiteY37" fmla="*/ 731494 h 1516940"/>
              <a:gd name="connsiteX38" fmla="*/ 1299170 w 1424802"/>
              <a:gd name="connsiteY38" fmla="*/ 754940 h 1516940"/>
              <a:gd name="connsiteX39" fmla="*/ 1316755 w 1424802"/>
              <a:gd name="connsiteY39" fmla="*/ 772524 h 1516940"/>
              <a:gd name="connsiteX40" fmla="*/ 1340201 w 1424802"/>
              <a:gd name="connsiteY40" fmla="*/ 813555 h 1516940"/>
              <a:gd name="connsiteX41" fmla="*/ 1351924 w 1424802"/>
              <a:gd name="connsiteY41" fmla="*/ 837001 h 1516940"/>
              <a:gd name="connsiteX42" fmla="*/ 1357785 w 1424802"/>
              <a:gd name="connsiteY42" fmla="*/ 854586 h 1516940"/>
              <a:gd name="connsiteX43" fmla="*/ 1369508 w 1424802"/>
              <a:gd name="connsiteY43" fmla="*/ 872171 h 1516940"/>
              <a:gd name="connsiteX44" fmla="*/ 1381232 w 1424802"/>
              <a:gd name="connsiteY44" fmla="*/ 901478 h 1516940"/>
              <a:gd name="connsiteX45" fmla="*/ 1398816 w 1424802"/>
              <a:gd name="connsiteY45" fmla="*/ 977678 h 1516940"/>
              <a:gd name="connsiteX46" fmla="*/ 1410539 w 1424802"/>
              <a:gd name="connsiteY46" fmla="*/ 1048017 h 1516940"/>
              <a:gd name="connsiteX47" fmla="*/ 1416401 w 1424802"/>
              <a:gd name="connsiteY47" fmla="*/ 1065601 h 1516940"/>
              <a:gd name="connsiteX48" fmla="*/ 1410539 w 1424802"/>
              <a:gd name="connsiteY48" fmla="*/ 1218001 h 1516940"/>
              <a:gd name="connsiteX49" fmla="*/ 1404287 w 1424802"/>
              <a:gd name="connsiteY49" fmla="*/ 1341627 h 1516940"/>
              <a:gd name="connsiteX50" fmla="*/ 1287447 w 1424802"/>
              <a:gd name="connsiteY50" fmla="*/ 1475909 h 1516940"/>
              <a:gd name="connsiteX51" fmla="*/ 1269862 w 1424802"/>
              <a:gd name="connsiteY51" fmla="*/ 1487632 h 1516940"/>
              <a:gd name="connsiteX52" fmla="*/ 1234693 w 1424802"/>
              <a:gd name="connsiteY52" fmla="*/ 1499355 h 1516940"/>
              <a:gd name="connsiteX53" fmla="*/ 1217108 w 1424802"/>
              <a:gd name="connsiteY53" fmla="*/ 1505217 h 1516940"/>
              <a:gd name="connsiteX54" fmla="*/ 1176078 w 1424802"/>
              <a:gd name="connsiteY54" fmla="*/ 1511078 h 1516940"/>
              <a:gd name="connsiteX55" fmla="*/ 1140908 w 1424802"/>
              <a:gd name="connsiteY55" fmla="*/ 1516940 h 1516940"/>
              <a:gd name="connsiteX56" fmla="*/ 900585 w 1424802"/>
              <a:gd name="connsiteY56" fmla="*/ 1511078 h 1516940"/>
              <a:gd name="connsiteX57" fmla="*/ 883001 w 1424802"/>
              <a:gd name="connsiteY57" fmla="*/ 1505217 h 1516940"/>
              <a:gd name="connsiteX58" fmla="*/ 800939 w 1424802"/>
              <a:gd name="connsiteY58" fmla="*/ 1499355 h 1516940"/>
              <a:gd name="connsiteX59" fmla="*/ 630955 w 1424802"/>
              <a:gd name="connsiteY59" fmla="*/ 1493494 h 1516940"/>
              <a:gd name="connsiteX60" fmla="*/ 572339 w 1424802"/>
              <a:gd name="connsiteY60" fmla="*/ 1487632 h 1516940"/>
              <a:gd name="connsiteX61" fmla="*/ 476812 w 1424802"/>
              <a:gd name="connsiteY61" fmla="*/ 1493494 h 1516940"/>
              <a:gd name="connsiteX62" fmla="*/ 155426 w 1424802"/>
              <a:gd name="connsiteY62" fmla="*/ 1464186 h 1516940"/>
              <a:gd name="connsiteX63" fmla="*/ 83418 w 1424802"/>
              <a:gd name="connsiteY63" fmla="*/ 1392178 h 1516940"/>
              <a:gd name="connsiteX64" fmla="*/ 50662 w 1424802"/>
              <a:gd name="connsiteY64" fmla="*/ 1341094 h 1516940"/>
              <a:gd name="connsiteX65" fmla="*/ 33078 w 1424802"/>
              <a:gd name="connsiteY65" fmla="*/ 1323509 h 1516940"/>
              <a:gd name="connsiteX66" fmla="*/ 21355 w 1424802"/>
              <a:gd name="connsiteY66" fmla="*/ 1282478 h 1516940"/>
              <a:gd name="connsiteX67" fmla="*/ 9632 w 1424802"/>
              <a:gd name="connsiteY67" fmla="*/ 1235586 h 1516940"/>
              <a:gd name="connsiteX68" fmla="*/ 9632 w 1424802"/>
              <a:gd name="connsiteY68" fmla="*/ 1036294 h 1516940"/>
              <a:gd name="connsiteX69" fmla="*/ 15493 w 1424802"/>
              <a:gd name="connsiteY69" fmla="*/ 1018709 h 1516940"/>
              <a:gd name="connsiteX70" fmla="*/ 21355 w 1424802"/>
              <a:gd name="connsiteY70" fmla="*/ 965955 h 1516940"/>
              <a:gd name="connsiteX71" fmla="*/ 27216 w 1424802"/>
              <a:gd name="connsiteY71" fmla="*/ 948371 h 1516940"/>
              <a:gd name="connsiteX72" fmla="*/ 33078 w 1424802"/>
              <a:gd name="connsiteY72" fmla="*/ 913201 h 1516940"/>
              <a:gd name="connsiteX73" fmla="*/ 50662 w 1424802"/>
              <a:gd name="connsiteY73" fmla="*/ 872171 h 1516940"/>
              <a:gd name="connsiteX74" fmla="*/ 62385 w 1424802"/>
              <a:gd name="connsiteY74" fmla="*/ 831140 h 1516940"/>
              <a:gd name="connsiteX75" fmla="*/ 74108 w 1424802"/>
              <a:gd name="connsiteY75" fmla="*/ 807694 h 1516940"/>
              <a:gd name="connsiteX76" fmla="*/ 85832 w 1424802"/>
              <a:gd name="connsiteY76" fmla="*/ 766663 h 1516940"/>
              <a:gd name="connsiteX77" fmla="*/ 91693 w 1424802"/>
              <a:gd name="connsiteY77" fmla="*/ 749078 h 1516940"/>
              <a:gd name="connsiteX78" fmla="*/ 97555 w 1424802"/>
              <a:gd name="connsiteY78" fmla="*/ 719771 h 1516940"/>
              <a:gd name="connsiteX79" fmla="*/ 103416 w 1424802"/>
              <a:gd name="connsiteY79" fmla="*/ 702186 h 1516940"/>
              <a:gd name="connsiteX80" fmla="*/ 102366 w 1424802"/>
              <a:gd name="connsiteY80" fmla="*/ 639555 h 1516940"/>
              <a:gd name="connsiteX81" fmla="*/ 83418 w 1424802"/>
              <a:gd name="connsiteY81" fmla="*/ 528082 h 1516940"/>
              <a:gd name="connsiteX82" fmla="*/ 83418 w 1424802"/>
              <a:gd name="connsiteY82" fmla="*/ 384066 h 1516940"/>
              <a:gd name="connsiteX83" fmla="*/ 85832 w 1424802"/>
              <a:gd name="connsiteY83" fmla="*/ 356355 h 1516940"/>
              <a:gd name="connsiteX84" fmla="*/ 79970 w 1424802"/>
              <a:gd name="connsiteY84"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96036 h 1516940"/>
              <a:gd name="connsiteX11" fmla="*/ 731313 w 1424802"/>
              <a:gd name="connsiteY11" fmla="*/ 24009 h 1516940"/>
              <a:gd name="connsiteX12" fmla="*/ 754047 w 1424802"/>
              <a:gd name="connsiteY12" fmla="*/ 151201 h 1516940"/>
              <a:gd name="connsiteX13" fmla="*/ 771632 w 1424802"/>
              <a:gd name="connsiteY13" fmla="*/ 162924 h 1516940"/>
              <a:gd name="connsiteX14" fmla="*/ 789216 w 1424802"/>
              <a:gd name="connsiteY14" fmla="*/ 180509 h 1516940"/>
              <a:gd name="connsiteX15" fmla="*/ 824385 w 1424802"/>
              <a:gd name="connsiteY15" fmla="*/ 192232 h 1516940"/>
              <a:gd name="connsiteX16" fmla="*/ 841970 w 1424802"/>
              <a:gd name="connsiteY16" fmla="*/ 209817 h 1516940"/>
              <a:gd name="connsiteX17" fmla="*/ 847832 w 1424802"/>
              <a:gd name="connsiteY17" fmla="*/ 227401 h 1516940"/>
              <a:gd name="connsiteX18" fmla="*/ 865416 w 1424802"/>
              <a:gd name="connsiteY18" fmla="*/ 233263 h 1516940"/>
              <a:gd name="connsiteX19" fmla="*/ 906447 w 1424802"/>
              <a:gd name="connsiteY19" fmla="*/ 268432 h 1516940"/>
              <a:gd name="connsiteX20" fmla="*/ 918170 w 1424802"/>
              <a:gd name="connsiteY20" fmla="*/ 286017 h 1516940"/>
              <a:gd name="connsiteX21" fmla="*/ 935755 w 1424802"/>
              <a:gd name="connsiteY21" fmla="*/ 297740 h 1516940"/>
              <a:gd name="connsiteX22" fmla="*/ 959201 w 1424802"/>
              <a:gd name="connsiteY22" fmla="*/ 315324 h 1516940"/>
              <a:gd name="connsiteX23" fmla="*/ 976785 w 1424802"/>
              <a:gd name="connsiteY23" fmla="*/ 327048 h 1516940"/>
              <a:gd name="connsiteX24" fmla="*/ 994370 w 1424802"/>
              <a:gd name="connsiteY24" fmla="*/ 350494 h 1516940"/>
              <a:gd name="connsiteX25" fmla="*/ 1035401 w 1424802"/>
              <a:gd name="connsiteY25" fmla="*/ 373940 h 1516940"/>
              <a:gd name="connsiteX26" fmla="*/ 1058847 w 1424802"/>
              <a:gd name="connsiteY26" fmla="*/ 403248 h 1516940"/>
              <a:gd name="connsiteX27" fmla="*/ 1099878 w 1424802"/>
              <a:gd name="connsiteY27" fmla="*/ 438417 h 1516940"/>
              <a:gd name="connsiteX28" fmla="*/ 1129185 w 1424802"/>
              <a:gd name="connsiteY28" fmla="*/ 479448 h 1516940"/>
              <a:gd name="connsiteX29" fmla="*/ 1135047 w 1424802"/>
              <a:gd name="connsiteY29" fmla="*/ 497032 h 1516940"/>
              <a:gd name="connsiteX30" fmla="*/ 1170216 w 1424802"/>
              <a:gd name="connsiteY30" fmla="*/ 538063 h 1516940"/>
              <a:gd name="connsiteX31" fmla="*/ 1187801 w 1424802"/>
              <a:gd name="connsiteY31" fmla="*/ 561509 h 1516940"/>
              <a:gd name="connsiteX32" fmla="*/ 1211247 w 1424802"/>
              <a:gd name="connsiteY32" fmla="*/ 596678 h 1516940"/>
              <a:gd name="connsiteX33" fmla="*/ 1240555 w 1424802"/>
              <a:gd name="connsiteY33" fmla="*/ 637709 h 1516940"/>
              <a:gd name="connsiteX34" fmla="*/ 1264001 w 1424802"/>
              <a:gd name="connsiteY34" fmla="*/ 684601 h 1516940"/>
              <a:gd name="connsiteX35" fmla="*/ 1269862 w 1424802"/>
              <a:gd name="connsiteY35" fmla="*/ 702186 h 1516940"/>
              <a:gd name="connsiteX36" fmla="*/ 1287447 w 1424802"/>
              <a:gd name="connsiteY36" fmla="*/ 731494 h 1516940"/>
              <a:gd name="connsiteX37" fmla="*/ 1299170 w 1424802"/>
              <a:gd name="connsiteY37" fmla="*/ 754940 h 1516940"/>
              <a:gd name="connsiteX38" fmla="*/ 1316755 w 1424802"/>
              <a:gd name="connsiteY38" fmla="*/ 772524 h 1516940"/>
              <a:gd name="connsiteX39" fmla="*/ 1340201 w 1424802"/>
              <a:gd name="connsiteY39" fmla="*/ 813555 h 1516940"/>
              <a:gd name="connsiteX40" fmla="*/ 1351924 w 1424802"/>
              <a:gd name="connsiteY40" fmla="*/ 837001 h 1516940"/>
              <a:gd name="connsiteX41" fmla="*/ 1357785 w 1424802"/>
              <a:gd name="connsiteY41" fmla="*/ 854586 h 1516940"/>
              <a:gd name="connsiteX42" fmla="*/ 1369508 w 1424802"/>
              <a:gd name="connsiteY42" fmla="*/ 872171 h 1516940"/>
              <a:gd name="connsiteX43" fmla="*/ 1381232 w 1424802"/>
              <a:gd name="connsiteY43" fmla="*/ 901478 h 1516940"/>
              <a:gd name="connsiteX44" fmla="*/ 1398816 w 1424802"/>
              <a:gd name="connsiteY44" fmla="*/ 977678 h 1516940"/>
              <a:gd name="connsiteX45" fmla="*/ 1410539 w 1424802"/>
              <a:gd name="connsiteY45" fmla="*/ 1048017 h 1516940"/>
              <a:gd name="connsiteX46" fmla="*/ 1416401 w 1424802"/>
              <a:gd name="connsiteY46" fmla="*/ 1065601 h 1516940"/>
              <a:gd name="connsiteX47" fmla="*/ 1410539 w 1424802"/>
              <a:gd name="connsiteY47" fmla="*/ 1218001 h 1516940"/>
              <a:gd name="connsiteX48" fmla="*/ 1404287 w 1424802"/>
              <a:gd name="connsiteY48" fmla="*/ 1341627 h 1516940"/>
              <a:gd name="connsiteX49" fmla="*/ 1287447 w 1424802"/>
              <a:gd name="connsiteY49" fmla="*/ 1475909 h 1516940"/>
              <a:gd name="connsiteX50" fmla="*/ 1269862 w 1424802"/>
              <a:gd name="connsiteY50" fmla="*/ 1487632 h 1516940"/>
              <a:gd name="connsiteX51" fmla="*/ 1234693 w 1424802"/>
              <a:gd name="connsiteY51" fmla="*/ 1499355 h 1516940"/>
              <a:gd name="connsiteX52" fmla="*/ 1217108 w 1424802"/>
              <a:gd name="connsiteY52" fmla="*/ 1505217 h 1516940"/>
              <a:gd name="connsiteX53" fmla="*/ 1176078 w 1424802"/>
              <a:gd name="connsiteY53" fmla="*/ 1511078 h 1516940"/>
              <a:gd name="connsiteX54" fmla="*/ 1140908 w 1424802"/>
              <a:gd name="connsiteY54" fmla="*/ 1516940 h 1516940"/>
              <a:gd name="connsiteX55" fmla="*/ 900585 w 1424802"/>
              <a:gd name="connsiteY55" fmla="*/ 1511078 h 1516940"/>
              <a:gd name="connsiteX56" fmla="*/ 883001 w 1424802"/>
              <a:gd name="connsiteY56" fmla="*/ 1505217 h 1516940"/>
              <a:gd name="connsiteX57" fmla="*/ 800939 w 1424802"/>
              <a:gd name="connsiteY57" fmla="*/ 1499355 h 1516940"/>
              <a:gd name="connsiteX58" fmla="*/ 630955 w 1424802"/>
              <a:gd name="connsiteY58" fmla="*/ 1493494 h 1516940"/>
              <a:gd name="connsiteX59" fmla="*/ 572339 w 1424802"/>
              <a:gd name="connsiteY59" fmla="*/ 1487632 h 1516940"/>
              <a:gd name="connsiteX60" fmla="*/ 476812 w 1424802"/>
              <a:gd name="connsiteY60" fmla="*/ 1493494 h 1516940"/>
              <a:gd name="connsiteX61" fmla="*/ 155426 w 1424802"/>
              <a:gd name="connsiteY61" fmla="*/ 1464186 h 1516940"/>
              <a:gd name="connsiteX62" fmla="*/ 83418 w 1424802"/>
              <a:gd name="connsiteY62" fmla="*/ 1392178 h 1516940"/>
              <a:gd name="connsiteX63" fmla="*/ 50662 w 1424802"/>
              <a:gd name="connsiteY63" fmla="*/ 1341094 h 1516940"/>
              <a:gd name="connsiteX64" fmla="*/ 33078 w 1424802"/>
              <a:gd name="connsiteY64" fmla="*/ 1323509 h 1516940"/>
              <a:gd name="connsiteX65" fmla="*/ 21355 w 1424802"/>
              <a:gd name="connsiteY65" fmla="*/ 1282478 h 1516940"/>
              <a:gd name="connsiteX66" fmla="*/ 9632 w 1424802"/>
              <a:gd name="connsiteY66" fmla="*/ 1235586 h 1516940"/>
              <a:gd name="connsiteX67" fmla="*/ 9632 w 1424802"/>
              <a:gd name="connsiteY67" fmla="*/ 1036294 h 1516940"/>
              <a:gd name="connsiteX68" fmla="*/ 15493 w 1424802"/>
              <a:gd name="connsiteY68" fmla="*/ 1018709 h 1516940"/>
              <a:gd name="connsiteX69" fmla="*/ 21355 w 1424802"/>
              <a:gd name="connsiteY69" fmla="*/ 965955 h 1516940"/>
              <a:gd name="connsiteX70" fmla="*/ 27216 w 1424802"/>
              <a:gd name="connsiteY70" fmla="*/ 948371 h 1516940"/>
              <a:gd name="connsiteX71" fmla="*/ 33078 w 1424802"/>
              <a:gd name="connsiteY71" fmla="*/ 913201 h 1516940"/>
              <a:gd name="connsiteX72" fmla="*/ 50662 w 1424802"/>
              <a:gd name="connsiteY72" fmla="*/ 872171 h 1516940"/>
              <a:gd name="connsiteX73" fmla="*/ 62385 w 1424802"/>
              <a:gd name="connsiteY73" fmla="*/ 831140 h 1516940"/>
              <a:gd name="connsiteX74" fmla="*/ 74108 w 1424802"/>
              <a:gd name="connsiteY74" fmla="*/ 807694 h 1516940"/>
              <a:gd name="connsiteX75" fmla="*/ 85832 w 1424802"/>
              <a:gd name="connsiteY75" fmla="*/ 766663 h 1516940"/>
              <a:gd name="connsiteX76" fmla="*/ 91693 w 1424802"/>
              <a:gd name="connsiteY76" fmla="*/ 749078 h 1516940"/>
              <a:gd name="connsiteX77" fmla="*/ 97555 w 1424802"/>
              <a:gd name="connsiteY77" fmla="*/ 719771 h 1516940"/>
              <a:gd name="connsiteX78" fmla="*/ 103416 w 1424802"/>
              <a:gd name="connsiteY78" fmla="*/ 702186 h 1516940"/>
              <a:gd name="connsiteX79" fmla="*/ 102366 w 1424802"/>
              <a:gd name="connsiteY79" fmla="*/ 639555 h 1516940"/>
              <a:gd name="connsiteX80" fmla="*/ 83418 w 1424802"/>
              <a:gd name="connsiteY80" fmla="*/ 528082 h 1516940"/>
              <a:gd name="connsiteX81" fmla="*/ 83418 w 1424802"/>
              <a:gd name="connsiteY81" fmla="*/ 384066 h 1516940"/>
              <a:gd name="connsiteX82" fmla="*/ 85832 w 1424802"/>
              <a:gd name="connsiteY82" fmla="*/ 356355 h 1516940"/>
              <a:gd name="connsiteX83" fmla="*/ 79970 w 1424802"/>
              <a:gd name="connsiteY83"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754047 w 1424802"/>
              <a:gd name="connsiteY11" fmla="*/ 151201 h 1516940"/>
              <a:gd name="connsiteX12" fmla="*/ 771632 w 1424802"/>
              <a:gd name="connsiteY12" fmla="*/ 162924 h 1516940"/>
              <a:gd name="connsiteX13" fmla="*/ 789216 w 1424802"/>
              <a:gd name="connsiteY13" fmla="*/ 180509 h 1516940"/>
              <a:gd name="connsiteX14" fmla="*/ 824385 w 1424802"/>
              <a:gd name="connsiteY14" fmla="*/ 192232 h 1516940"/>
              <a:gd name="connsiteX15" fmla="*/ 841970 w 1424802"/>
              <a:gd name="connsiteY15" fmla="*/ 209817 h 1516940"/>
              <a:gd name="connsiteX16" fmla="*/ 847832 w 1424802"/>
              <a:gd name="connsiteY16" fmla="*/ 227401 h 1516940"/>
              <a:gd name="connsiteX17" fmla="*/ 865416 w 1424802"/>
              <a:gd name="connsiteY17" fmla="*/ 233263 h 1516940"/>
              <a:gd name="connsiteX18" fmla="*/ 906447 w 1424802"/>
              <a:gd name="connsiteY18" fmla="*/ 268432 h 1516940"/>
              <a:gd name="connsiteX19" fmla="*/ 918170 w 1424802"/>
              <a:gd name="connsiteY19" fmla="*/ 286017 h 1516940"/>
              <a:gd name="connsiteX20" fmla="*/ 935755 w 1424802"/>
              <a:gd name="connsiteY20" fmla="*/ 297740 h 1516940"/>
              <a:gd name="connsiteX21" fmla="*/ 959201 w 1424802"/>
              <a:gd name="connsiteY21" fmla="*/ 315324 h 1516940"/>
              <a:gd name="connsiteX22" fmla="*/ 976785 w 1424802"/>
              <a:gd name="connsiteY22" fmla="*/ 327048 h 1516940"/>
              <a:gd name="connsiteX23" fmla="*/ 994370 w 1424802"/>
              <a:gd name="connsiteY23" fmla="*/ 350494 h 1516940"/>
              <a:gd name="connsiteX24" fmla="*/ 1035401 w 1424802"/>
              <a:gd name="connsiteY24" fmla="*/ 373940 h 1516940"/>
              <a:gd name="connsiteX25" fmla="*/ 1058847 w 1424802"/>
              <a:gd name="connsiteY25" fmla="*/ 403248 h 1516940"/>
              <a:gd name="connsiteX26" fmla="*/ 1099878 w 1424802"/>
              <a:gd name="connsiteY26" fmla="*/ 438417 h 1516940"/>
              <a:gd name="connsiteX27" fmla="*/ 1129185 w 1424802"/>
              <a:gd name="connsiteY27" fmla="*/ 479448 h 1516940"/>
              <a:gd name="connsiteX28" fmla="*/ 1135047 w 1424802"/>
              <a:gd name="connsiteY28" fmla="*/ 497032 h 1516940"/>
              <a:gd name="connsiteX29" fmla="*/ 1170216 w 1424802"/>
              <a:gd name="connsiteY29" fmla="*/ 538063 h 1516940"/>
              <a:gd name="connsiteX30" fmla="*/ 1187801 w 1424802"/>
              <a:gd name="connsiteY30" fmla="*/ 561509 h 1516940"/>
              <a:gd name="connsiteX31" fmla="*/ 1211247 w 1424802"/>
              <a:gd name="connsiteY31" fmla="*/ 596678 h 1516940"/>
              <a:gd name="connsiteX32" fmla="*/ 1240555 w 1424802"/>
              <a:gd name="connsiteY32" fmla="*/ 637709 h 1516940"/>
              <a:gd name="connsiteX33" fmla="*/ 1264001 w 1424802"/>
              <a:gd name="connsiteY33" fmla="*/ 684601 h 1516940"/>
              <a:gd name="connsiteX34" fmla="*/ 1269862 w 1424802"/>
              <a:gd name="connsiteY34" fmla="*/ 702186 h 1516940"/>
              <a:gd name="connsiteX35" fmla="*/ 1287447 w 1424802"/>
              <a:gd name="connsiteY35" fmla="*/ 731494 h 1516940"/>
              <a:gd name="connsiteX36" fmla="*/ 1299170 w 1424802"/>
              <a:gd name="connsiteY36" fmla="*/ 754940 h 1516940"/>
              <a:gd name="connsiteX37" fmla="*/ 1316755 w 1424802"/>
              <a:gd name="connsiteY37" fmla="*/ 772524 h 1516940"/>
              <a:gd name="connsiteX38" fmla="*/ 1340201 w 1424802"/>
              <a:gd name="connsiteY38" fmla="*/ 813555 h 1516940"/>
              <a:gd name="connsiteX39" fmla="*/ 1351924 w 1424802"/>
              <a:gd name="connsiteY39" fmla="*/ 837001 h 1516940"/>
              <a:gd name="connsiteX40" fmla="*/ 1357785 w 1424802"/>
              <a:gd name="connsiteY40" fmla="*/ 854586 h 1516940"/>
              <a:gd name="connsiteX41" fmla="*/ 1369508 w 1424802"/>
              <a:gd name="connsiteY41" fmla="*/ 872171 h 1516940"/>
              <a:gd name="connsiteX42" fmla="*/ 1381232 w 1424802"/>
              <a:gd name="connsiteY42" fmla="*/ 901478 h 1516940"/>
              <a:gd name="connsiteX43" fmla="*/ 1398816 w 1424802"/>
              <a:gd name="connsiteY43" fmla="*/ 977678 h 1516940"/>
              <a:gd name="connsiteX44" fmla="*/ 1410539 w 1424802"/>
              <a:gd name="connsiteY44" fmla="*/ 1048017 h 1516940"/>
              <a:gd name="connsiteX45" fmla="*/ 1416401 w 1424802"/>
              <a:gd name="connsiteY45" fmla="*/ 1065601 h 1516940"/>
              <a:gd name="connsiteX46" fmla="*/ 1410539 w 1424802"/>
              <a:gd name="connsiteY46" fmla="*/ 1218001 h 1516940"/>
              <a:gd name="connsiteX47" fmla="*/ 1404287 w 1424802"/>
              <a:gd name="connsiteY47" fmla="*/ 1341627 h 1516940"/>
              <a:gd name="connsiteX48" fmla="*/ 1287447 w 1424802"/>
              <a:gd name="connsiteY48" fmla="*/ 1475909 h 1516940"/>
              <a:gd name="connsiteX49" fmla="*/ 1269862 w 1424802"/>
              <a:gd name="connsiteY49" fmla="*/ 1487632 h 1516940"/>
              <a:gd name="connsiteX50" fmla="*/ 1234693 w 1424802"/>
              <a:gd name="connsiteY50" fmla="*/ 1499355 h 1516940"/>
              <a:gd name="connsiteX51" fmla="*/ 1217108 w 1424802"/>
              <a:gd name="connsiteY51" fmla="*/ 1505217 h 1516940"/>
              <a:gd name="connsiteX52" fmla="*/ 1176078 w 1424802"/>
              <a:gd name="connsiteY52" fmla="*/ 1511078 h 1516940"/>
              <a:gd name="connsiteX53" fmla="*/ 1140908 w 1424802"/>
              <a:gd name="connsiteY53" fmla="*/ 1516940 h 1516940"/>
              <a:gd name="connsiteX54" fmla="*/ 900585 w 1424802"/>
              <a:gd name="connsiteY54" fmla="*/ 1511078 h 1516940"/>
              <a:gd name="connsiteX55" fmla="*/ 883001 w 1424802"/>
              <a:gd name="connsiteY55" fmla="*/ 1505217 h 1516940"/>
              <a:gd name="connsiteX56" fmla="*/ 800939 w 1424802"/>
              <a:gd name="connsiteY56" fmla="*/ 1499355 h 1516940"/>
              <a:gd name="connsiteX57" fmla="*/ 630955 w 1424802"/>
              <a:gd name="connsiteY57" fmla="*/ 1493494 h 1516940"/>
              <a:gd name="connsiteX58" fmla="*/ 572339 w 1424802"/>
              <a:gd name="connsiteY58" fmla="*/ 1487632 h 1516940"/>
              <a:gd name="connsiteX59" fmla="*/ 476812 w 1424802"/>
              <a:gd name="connsiteY59" fmla="*/ 1493494 h 1516940"/>
              <a:gd name="connsiteX60" fmla="*/ 155426 w 1424802"/>
              <a:gd name="connsiteY60" fmla="*/ 1464186 h 1516940"/>
              <a:gd name="connsiteX61" fmla="*/ 83418 w 1424802"/>
              <a:gd name="connsiteY61" fmla="*/ 1392178 h 1516940"/>
              <a:gd name="connsiteX62" fmla="*/ 50662 w 1424802"/>
              <a:gd name="connsiteY62" fmla="*/ 1341094 h 1516940"/>
              <a:gd name="connsiteX63" fmla="*/ 33078 w 1424802"/>
              <a:gd name="connsiteY63" fmla="*/ 1323509 h 1516940"/>
              <a:gd name="connsiteX64" fmla="*/ 21355 w 1424802"/>
              <a:gd name="connsiteY64" fmla="*/ 1282478 h 1516940"/>
              <a:gd name="connsiteX65" fmla="*/ 9632 w 1424802"/>
              <a:gd name="connsiteY65" fmla="*/ 1235586 h 1516940"/>
              <a:gd name="connsiteX66" fmla="*/ 9632 w 1424802"/>
              <a:gd name="connsiteY66" fmla="*/ 1036294 h 1516940"/>
              <a:gd name="connsiteX67" fmla="*/ 15493 w 1424802"/>
              <a:gd name="connsiteY67" fmla="*/ 1018709 h 1516940"/>
              <a:gd name="connsiteX68" fmla="*/ 21355 w 1424802"/>
              <a:gd name="connsiteY68" fmla="*/ 965955 h 1516940"/>
              <a:gd name="connsiteX69" fmla="*/ 27216 w 1424802"/>
              <a:gd name="connsiteY69" fmla="*/ 948371 h 1516940"/>
              <a:gd name="connsiteX70" fmla="*/ 33078 w 1424802"/>
              <a:gd name="connsiteY70" fmla="*/ 913201 h 1516940"/>
              <a:gd name="connsiteX71" fmla="*/ 50662 w 1424802"/>
              <a:gd name="connsiteY71" fmla="*/ 872171 h 1516940"/>
              <a:gd name="connsiteX72" fmla="*/ 62385 w 1424802"/>
              <a:gd name="connsiteY72" fmla="*/ 831140 h 1516940"/>
              <a:gd name="connsiteX73" fmla="*/ 74108 w 1424802"/>
              <a:gd name="connsiteY73" fmla="*/ 807694 h 1516940"/>
              <a:gd name="connsiteX74" fmla="*/ 85832 w 1424802"/>
              <a:gd name="connsiteY74" fmla="*/ 766663 h 1516940"/>
              <a:gd name="connsiteX75" fmla="*/ 91693 w 1424802"/>
              <a:gd name="connsiteY75" fmla="*/ 749078 h 1516940"/>
              <a:gd name="connsiteX76" fmla="*/ 97555 w 1424802"/>
              <a:gd name="connsiteY76" fmla="*/ 719771 h 1516940"/>
              <a:gd name="connsiteX77" fmla="*/ 103416 w 1424802"/>
              <a:gd name="connsiteY77" fmla="*/ 702186 h 1516940"/>
              <a:gd name="connsiteX78" fmla="*/ 102366 w 1424802"/>
              <a:gd name="connsiteY78" fmla="*/ 639555 h 1516940"/>
              <a:gd name="connsiteX79" fmla="*/ 83418 w 1424802"/>
              <a:gd name="connsiteY79" fmla="*/ 528082 h 1516940"/>
              <a:gd name="connsiteX80" fmla="*/ 83418 w 1424802"/>
              <a:gd name="connsiteY80" fmla="*/ 384066 h 1516940"/>
              <a:gd name="connsiteX81" fmla="*/ 85832 w 1424802"/>
              <a:gd name="connsiteY81" fmla="*/ 356355 h 1516940"/>
              <a:gd name="connsiteX82" fmla="*/ 79970 w 1424802"/>
              <a:gd name="connsiteY82"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754047 w 1424802"/>
              <a:gd name="connsiteY11" fmla="*/ 151201 h 1516940"/>
              <a:gd name="connsiteX12" fmla="*/ 789216 w 1424802"/>
              <a:gd name="connsiteY12" fmla="*/ 180509 h 1516940"/>
              <a:gd name="connsiteX13" fmla="*/ 824385 w 1424802"/>
              <a:gd name="connsiteY13" fmla="*/ 192232 h 1516940"/>
              <a:gd name="connsiteX14" fmla="*/ 841970 w 1424802"/>
              <a:gd name="connsiteY14" fmla="*/ 209817 h 1516940"/>
              <a:gd name="connsiteX15" fmla="*/ 847832 w 1424802"/>
              <a:gd name="connsiteY15" fmla="*/ 227401 h 1516940"/>
              <a:gd name="connsiteX16" fmla="*/ 865416 w 1424802"/>
              <a:gd name="connsiteY16" fmla="*/ 233263 h 1516940"/>
              <a:gd name="connsiteX17" fmla="*/ 906447 w 1424802"/>
              <a:gd name="connsiteY17" fmla="*/ 268432 h 1516940"/>
              <a:gd name="connsiteX18" fmla="*/ 918170 w 1424802"/>
              <a:gd name="connsiteY18" fmla="*/ 286017 h 1516940"/>
              <a:gd name="connsiteX19" fmla="*/ 935755 w 1424802"/>
              <a:gd name="connsiteY19" fmla="*/ 297740 h 1516940"/>
              <a:gd name="connsiteX20" fmla="*/ 959201 w 1424802"/>
              <a:gd name="connsiteY20" fmla="*/ 315324 h 1516940"/>
              <a:gd name="connsiteX21" fmla="*/ 976785 w 1424802"/>
              <a:gd name="connsiteY21" fmla="*/ 327048 h 1516940"/>
              <a:gd name="connsiteX22" fmla="*/ 994370 w 1424802"/>
              <a:gd name="connsiteY22" fmla="*/ 350494 h 1516940"/>
              <a:gd name="connsiteX23" fmla="*/ 1035401 w 1424802"/>
              <a:gd name="connsiteY23" fmla="*/ 373940 h 1516940"/>
              <a:gd name="connsiteX24" fmla="*/ 1058847 w 1424802"/>
              <a:gd name="connsiteY24" fmla="*/ 403248 h 1516940"/>
              <a:gd name="connsiteX25" fmla="*/ 1099878 w 1424802"/>
              <a:gd name="connsiteY25" fmla="*/ 438417 h 1516940"/>
              <a:gd name="connsiteX26" fmla="*/ 1129185 w 1424802"/>
              <a:gd name="connsiteY26" fmla="*/ 479448 h 1516940"/>
              <a:gd name="connsiteX27" fmla="*/ 1135047 w 1424802"/>
              <a:gd name="connsiteY27" fmla="*/ 497032 h 1516940"/>
              <a:gd name="connsiteX28" fmla="*/ 1170216 w 1424802"/>
              <a:gd name="connsiteY28" fmla="*/ 538063 h 1516940"/>
              <a:gd name="connsiteX29" fmla="*/ 1187801 w 1424802"/>
              <a:gd name="connsiteY29" fmla="*/ 561509 h 1516940"/>
              <a:gd name="connsiteX30" fmla="*/ 1211247 w 1424802"/>
              <a:gd name="connsiteY30" fmla="*/ 596678 h 1516940"/>
              <a:gd name="connsiteX31" fmla="*/ 1240555 w 1424802"/>
              <a:gd name="connsiteY31" fmla="*/ 637709 h 1516940"/>
              <a:gd name="connsiteX32" fmla="*/ 1264001 w 1424802"/>
              <a:gd name="connsiteY32" fmla="*/ 684601 h 1516940"/>
              <a:gd name="connsiteX33" fmla="*/ 1269862 w 1424802"/>
              <a:gd name="connsiteY33" fmla="*/ 702186 h 1516940"/>
              <a:gd name="connsiteX34" fmla="*/ 1287447 w 1424802"/>
              <a:gd name="connsiteY34" fmla="*/ 731494 h 1516940"/>
              <a:gd name="connsiteX35" fmla="*/ 1299170 w 1424802"/>
              <a:gd name="connsiteY35" fmla="*/ 754940 h 1516940"/>
              <a:gd name="connsiteX36" fmla="*/ 1316755 w 1424802"/>
              <a:gd name="connsiteY36" fmla="*/ 772524 h 1516940"/>
              <a:gd name="connsiteX37" fmla="*/ 1340201 w 1424802"/>
              <a:gd name="connsiteY37" fmla="*/ 813555 h 1516940"/>
              <a:gd name="connsiteX38" fmla="*/ 1351924 w 1424802"/>
              <a:gd name="connsiteY38" fmla="*/ 837001 h 1516940"/>
              <a:gd name="connsiteX39" fmla="*/ 1357785 w 1424802"/>
              <a:gd name="connsiteY39" fmla="*/ 854586 h 1516940"/>
              <a:gd name="connsiteX40" fmla="*/ 1369508 w 1424802"/>
              <a:gd name="connsiteY40" fmla="*/ 872171 h 1516940"/>
              <a:gd name="connsiteX41" fmla="*/ 1381232 w 1424802"/>
              <a:gd name="connsiteY41" fmla="*/ 901478 h 1516940"/>
              <a:gd name="connsiteX42" fmla="*/ 1398816 w 1424802"/>
              <a:gd name="connsiteY42" fmla="*/ 977678 h 1516940"/>
              <a:gd name="connsiteX43" fmla="*/ 1410539 w 1424802"/>
              <a:gd name="connsiteY43" fmla="*/ 1048017 h 1516940"/>
              <a:gd name="connsiteX44" fmla="*/ 1416401 w 1424802"/>
              <a:gd name="connsiteY44" fmla="*/ 1065601 h 1516940"/>
              <a:gd name="connsiteX45" fmla="*/ 1410539 w 1424802"/>
              <a:gd name="connsiteY45" fmla="*/ 1218001 h 1516940"/>
              <a:gd name="connsiteX46" fmla="*/ 1404287 w 1424802"/>
              <a:gd name="connsiteY46" fmla="*/ 1341627 h 1516940"/>
              <a:gd name="connsiteX47" fmla="*/ 1287447 w 1424802"/>
              <a:gd name="connsiteY47" fmla="*/ 1475909 h 1516940"/>
              <a:gd name="connsiteX48" fmla="*/ 1269862 w 1424802"/>
              <a:gd name="connsiteY48" fmla="*/ 1487632 h 1516940"/>
              <a:gd name="connsiteX49" fmla="*/ 1234693 w 1424802"/>
              <a:gd name="connsiteY49" fmla="*/ 1499355 h 1516940"/>
              <a:gd name="connsiteX50" fmla="*/ 1217108 w 1424802"/>
              <a:gd name="connsiteY50" fmla="*/ 1505217 h 1516940"/>
              <a:gd name="connsiteX51" fmla="*/ 1176078 w 1424802"/>
              <a:gd name="connsiteY51" fmla="*/ 1511078 h 1516940"/>
              <a:gd name="connsiteX52" fmla="*/ 1140908 w 1424802"/>
              <a:gd name="connsiteY52" fmla="*/ 1516940 h 1516940"/>
              <a:gd name="connsiteX53" fmla="*/ 900585 w 1424802"/>
              <a:gd name="connsiteY53" fmla="*/ 1511078 h 1516940"/>
              <a:gd name="connsiteX54" fmla="*/ 883001 w 1424802"/>
              <a:gd name="connsiteY54" fmla="*/ 1505217 h 1516940"/>
              <a:gd name="connsiteX55" fmla="*/ 800939 w 1424802"/>
              <a:gd name="connsiteY55" fmla="*/ 1499355 h 1516940"/>
              <a:gd name="connsiteX56" fmla="*/ 630955 w 1424802"/>
              <a:gd name="connsiteY56" fmla="*/ 1493494 h 1516940"/>
              <a:gd name="connsiteX57" fmla="*/ 572339 w 1424802"/>
              <a:gd name="connsiteY57" fmla="*/ 1487632 h 1516940"/>
              <a:gd name="connsiteX58" fmla="*/ 476812 w 1424802"/>
              <a:gd name="connsiteY58" fmla="*/ 1493494 h 1516940"/>
              <a:gd name="connsiteX59" fmla="*/ 155426 w 1424802"/>
              <a:gd name="connsiteY59" fmla="*/ 1464186 h 1516940"/>
              <a:gd name="connsiteX60" fmla="*/ 83418 w 1424802"/>
              <a:gd name="connsiteY60" fmla="*/ 1392178 h 1516940"/>
              <a:gd name="connsiteX61" fmla="*/ 50662 w 1424802"/>
              <a:gd name="connsiteY61" fmla="*/ 1341094 h 1516940"/>
              <a:gd name="connsiteX62" fmla="*/ 33078 w 1424802"/>
              <a:gd name="connsiteY62" fmla="*/ 1323509 h 1516940"/>
              <a:gd name="connsiteX63" fmla="*/ 21355 w 1424802"/>
              <a:gd name="connsiteY63" fmla="*/ 1282478 h 1516940"/>
              <a:gd name="connsiteX64" fmla="*/ 9632 w 1424802"/>
              <a:gd name="connsiteY64" fmla="*/ 1235586 h 1516940"/>
              <a:gd name="connsiteX65" fmla="*/ 9632 w 1424802"/>
              <a:gd name="connsiteY65" fmla="*/ 1036294 h 1516940"/>
              <a:gd name="connsiteX66" fmla="*/ 15493 w 1424802"/>
              <a:gd name="connsiteY66" fmla="*/ 1018709 h 1516940"/>
              <a:gd name="connsiteX67" fmla="*/ 21355 w 1424802"/>
              <a:gd name="connsiteY67" fmla="*/ 965955 h 1516940"/>
              <a:gd name="connsiteX68" fmla="*/ 27216 w 1424802"/>
              <a:gd name="connsiteY68" fmla="*/ 948371 h 1516940"/>
              <a:gd name="connsiteX69" fmla="*/ 33078 w 1424802"/>
              <a:gd name="connsiteY69" fmla="*/ 913201 h 1516940"/>
              <a:gd name="connsiteX70" fmla="*/ 50662 w 1424802"/>
              <a:gd name="connsiteY70" fmla="*/ 872171 h 1516940"/>
              <a:gd name="connsiteX71" fmla="*/ 62385 w 1424802"/>
              <a:gd name="connsiteY71" fmla="*/ 831140 h 1516940"/>
              <a:gd name="connsiteX72" fmla="*/ 74108 w 1424802"/>
              <a:gd name="connsiteY72" fmla="*/ 807694 h 1516940"/>
              <a:gd name="connsiteX73" fmla="*/ 85832 w 1424802"/>
              <a:gd name="connsiteY73" fmla="*/ 766663 h 1516940"/>
              <a:gd name="connsiteX74" fmla="*/ 91693 w 1424802"/>
              <a:gd name="connsiteY74" fmla="*/ 749078 h 1516940"/>
              <a:gd name="connsiteX75" fmla="*/ 97555 w 1424802"/>
              <a:gd name="connsiteY75" fmla="*/ 719771 h 1516940"/>
              <a:gd name="connsiteX76" fmla="*/ 103416 w 1424802"/>
              <a:gd name="connsiteY76" fmla="*/ 702186 h 1516940"/>
              <a:gd name="connsiteX77" fmla="*/ 102366 w 1424802"/>
              <a:gd name="connsiteY77" fmla="*/ 639555 h 1516940"/>
              <a:gd name="connsiteX78" fmla="*/ 83418 w 1424802"/>
              <a:gd name="connsiteY78" fmla="*/ 528082 h 1516940"/>
              <a:gd name="connsiteX79" fmla="*/ 83418 w 1424802"/>
              <a:gd name="connsiteY79" fmla="*/ 384066 h 1516940"/>
              <a:gd name="connsiteX80" fmla="*/ 85832 w 1424802"/>
              <a:gd name="connsiteY80" fmla="*/ 356355 h 1516940"/>
              <a:gd name="connsiteX81" fmla="*/ 79970 w 1424802"/>
              <a:gd name="connsiteY81"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789216 w 1424802"/>
              <a:gd name="connsiteY11" fmla="*/ 180509 h 1516940"/>
              <a:gd name="connsiteX12" fmla="*/ 824385 w 1424802"/>
              <a:gd name="connsiteY12" fmla="*/ 192232 h 1516940"/>
              <a:gd name="connsiteX13" fmla="*/ 841970 w 1424802"/>
              <a:gd name="connsiteY13" fmla="*/ 209817 h 1516940"/>
              <a:gd name="connsiteX14" fmla="*/ 847832 w 1424802"/>
              <a:gd name="connsiteY14" fmla="*/ 227401 h 1516940"/>
              <a:gd name="connsiteX15" fmla="*/ 865416 w 1424802"/>
              <a:gd name="connsiteY15" fmla="*/ 233263 h 1516940"/>
              <a:gd name="connsiteX16" fmla="*/ 906447 w 1424802"/>
              <a:gd name="connsiteY16" fmla="*/ 268432 h 1516940"/>
              <a:gd name="connsiteX17" fmla="*/ 918170 w 1424802"/>
              <a:gd name="connsiteY17" fmla="*/ 286017 h 1516940"/>
              <a:gd name="connsiteX18" fmla="*/ 935755 w 1424802"/>
              <a:gd name="connsiteY18" fmla="*/ 297740 h 1516940"/>
              <a:gd name="connsiteX19" fmla="*/ 959201 w 1424802"/>
              <a:gd name="connsiteY19" fmla="*/ 315324 h 1516940"/>
              <a:gd name="connsiteX20" fmla="*/ 976785 w 1424802"/>
              <a:gd name="connsiteY20" fmla="*/ 327048 h 1516940"/>
              <a:gd name="connsiteX21" fmla="*/ 994370 w 1424802"/>
              <a:gd name="connsiteY21" fmla="*/ 350494 h 1516940"/>
              <a:gd name="connsiteX22" fmla="*/ 1035401 w 1424802"/>
              <a:gd name="connsiteY22" fmla="*/ 373940 h 1516940"/>
              <a:gd name="connsiteX23" fmla="*/ 1058847 w 1424802"/>
              <a:gd name="connsiteY23" fmla="*/ 403248 h 1516940"/>
              <a:gd name="connsiteX24" fmla="*/ 1099878 w 1424802"/>
              <a:gd name="connsiteY24" fmla="*/ 438417 h 1516940"/>
              <a:gd name="connsiteX25" fmla="*/ 1129185 w 1424802"/>
              <a:gd name="connsiteY25" fmla="*/ 479448 h 1516940"/>
              <a:gd name="connsiteX26" fmla="*/ 1135047 w 1424802"/>
              <a:gd name="connsiteY26" fmla="*/ 497032 h 1516940"/>
              <a:gd name="connsiteX27" fmla="*/ 1170216 w 1424802"/>
              <a:gd name="connsiteY27" fmla="*/ 538063 h 1516940"/>
              <a:gd name="connsiteX28" fmla="*/ 1187801 w 1424802"/>
              <a:gd name="connsiteY28" fmla="*/ 561509 h 1516940"/>
              <a:gd name="connsiteX29" fmla="*/ 1211247 w 1424802"/>
              <a:gd name="connsiteY29" fmla="*/ 596678 h 1516940"/>
              <a:gd name="connsiteX30" fmla="*/ 1240555 w 1424802"/>
              <a:gd name="connsiteY30" fmla="*/ 637709 h 1516940"/>
              <a:gd name="connsiteX31" fmla="*/ 1264001 w 1424802"/>
              <a:gd name="connsiteY31" fmla="*/ 684601 h 1516940"/>
              <a:gd name="connsiteX32" fmla="*/ 1269862 w 1424802"/>
              <a:gd name="connsiteY32" fmla="*/ 702186 h 1516940"/>
              <a:gd name="connsiteX33" fmla="*/ 1287447 w 1424802"/>
              <a:gd name="connsiteY33" fmla="*/ 731494 h 1516940"/>
              <a:gd name="connsiteX34" fmla="*/ 1299170 w 1424802"/>
              <a:gd name="connsiteY34" fmla="*/ 754940 h 1516940"/>
              <a:gd name="connsiteX35" fmla="*/ 1316755 w 1424802"/>
              <a:gd name="connsiteY35" fmla="*/ 772524 h 1516940"/>
              <a:gd name="connsiteX36" fmla="*/ 1340201 w 1424802"/>
              <a:gd name="connsiteY36" fmla="*/ 813555 h 1516940"/>
              <a:gd name="connsiteX37" fmla="*/ 1351924 w 1424802"/>
              <a:gd name="connsiteY37" fmla="*/ 837001 h 1516940"/>
              <a:gd name="connsiteX38" fmla="*/ 1357785 w 1424802"/>
              <a:gd name="connsiteY38" fmla="*/ 854586 h 1516940"/>
              <a:gd name="connsiteX39" fmla="*/ 1369508 w 1424802"/>
              <a:gd name="connsiteY39" fmla="*/ 872171 h 1516940"/>
              <a:gd name="connsiteX40" fmla="*/ 1381232 w 1424802"/>
              <a:gd name="connsiteY40" fmla="*/ 901478 h 1516940"/>
              <a:gd name="connsiteX41" fmla="*/ 1398816 w 1424802"/>
              <a:gd name="connsiteY41" fmla="*/ 977678 h 1516940"/>
              <a:gd name="connsiteX42" fmla="*/ 1410539 w 1424802"/>
              <a:gd name="connsiteY42" fmla="*/ 1048017 h 1516940"/>
              <a:gd name="connsiteX43" fmla="*/ 1416401 w 1424802"/>
              <a:gd name="connsiteY43" fmla="*/ 1065601 h 1516940"/>
              <a:gd name="connsiteX44" fmla="*/ 1410539 w 1424802"/>
              <a:gd name="connsiteY44" fmla="*/ 1218001 h 1516940"/>
              <a:gd name="connsiteX45" fmla="*/ 1404287 w 1424802"/>
              <a:gd name="connsiteY45" fmla="*/ 1341627 h 1516940"/>
              <a:gd name="connsiteX46" fmla="*/ 1287447 w 1424802"/>
              <a:gd name="connsiteY46" fmla="*/ 1475909 h 1516940"/>
              <a:gd name="connsiteX47" fmla="*/ 1269862 w 1424802"/>
              <a:gd name="connsiteY47" fmla="*/ 1487632 h 1516940"/>
              <a:gd name="connsiteX48" fmla="*/ 1234693 w 1424802"/>
              <a:gd name="connsiteY48" fmla="*/ 1499355 h 1516940"/>
              <a:gd name="connsiteX49" fmla="*/ 1217108 w 1424802"/>
              <a:gd name="connsiteY49" fmla="*/ 1505217 h 1516940"/>
              <a:gd name="connsiteX50" fmla="*/ 1176078 w 1424802"/>
              <a:gd name="connsiteY50" fmla="*/ 1511078 h 1516940"/>
              <a:gd name="connsiteX51" fmla="*/ 1140908 w 1424802"/>
              <a:gd name="connsiteY51" fmla="*/ 1516940 h 1516940"/>
              <a:gd name="connsiteX52" fmla="*/ 900585 w 1424802"/>
              <a:gd name="connsiteY52" fmla="*/ 1511078 h 1516940"/>
              <a:gd name="connsiteX53" fmla="*/ 883001 w 1424802"/>
              <a:gd name="connsiteY53" fmla="*/ 1505217 h 1516940"/>
              <a:gd name="connsiteX54" fmla="*/ 800939 w 1424802"/>
              <a:gd name="connsiteY54" fmla="*/ 1499355 h 1516940"/>
              <a:gd name="connsiteX55" fmla="*/ 630955 w 1424802"/>
              <a:gd name="connsiteY55" fmla="*/ 1493494 h 1516940"/>
              <a:gd name="connsiteX56" fmla="*/ 572339 w 1424802"/>
              <a:gd name="connsiteY56" fmla="*/ 1487632 h 1516940"/>
              <a:gd name="connsiteX57" fmla="*/ 476812 w 1424802"/>
              <a:gd name="connsiteY57" fmla="*/ 1493494 h 1516940"/>
              <a:gd name="connsiteX58" fmla="*/ 155426 w 1424802"/>
              <a:gd name="connsiteY58" fmla="*/ 1464186 h 1516940"/>
              <a:gd name="connsiteX59" fmla="*/ 83418 w 1424802"/>
              <a:gd name="connsiteY59" fmla="*/ 1392178 h 1516940"/>
              <a:gd name="connsiteX60" fmla="*/ 50662 w 1424802"/>
              <a:gd name="connsiteY60" fmla="*/ 1341094 h 1516940"/>
              <a:gd name="connsiteX61" fmla="*/ 33078 w 1424802"/>
              <a:gd name="connsiteY61" fmla="*/ 1323509 h 1516940"/>
              <a:gd name="connsiteX62" fmla="*/ 21355 w 1424802"/>
              <a:gd name="connsiteY62" fmla="*/ 1282478 h 1516940"/>
              <a:gd name="connsiteX63" fmla="*/ 9632 w 1424802"/>
              <a:gd name="connsiteY63" fmla="*/ 1235586 h 1516940"/>
              <a:gd name="connsiteX64" fmla="*/ 9632 w 1424802"/>
              <a:gd name="connsiteY64" fmla="*/ 1036294 h 1516940"/>
              <a:gd name="connsiteX65" fmla="*/ 15493 w 1424802"/>
              <a:gd name="connsiteY65" fmla="*/ 1018709 h 1516940"/>
              <a:gd name="connsiteX66" fmla="*/ 21355 w 1424802"/>
              <a:gd name="connsiteY66" fmla="*/ 965955 h 1516940"/>
              <a:gd name="connsiteX67" fmla="*/ 27216 w 1424802"/>
              <a:gd name="connsiteY67" fmla="*/ 948371 h 1516940"/>
              <a:gd name="connsiteX68" fmla="*/ 33078 w 1424802"/>
              <a:gd name="connsiteY68" fmla="*/ 913201 h 1516940"/>
              <a:gd name="connsiteX69" fmla="*/ 50662 w 1424802"/>
              <a:gd name="connsiteY69" fmla="*/ 872171 h 1516940"/>
              <a:gd name="connsiteX70" fmla="*/ 62385 w 1424802"/>
              <a:gd name="connsiteY70" fmla="*/ 831140 h 1516940"/>
              <a:gd name="connsiteX71" fmla="*/ 74108 w 1424802"/>
              <a:gd name="connsiteY71" fmla="*/ 807694 h 1516940"/>
              <a:gd name="connsiteX72" fmla="*/ 85832 w 1424802"/>
              <a:gd name="connsiteY72" fmla="*/ 766663 h 1516940"/>
              <a:gd name="connsiteX73" fmla="*/ 91693 w 1424802"/>
              <a:gd name="connsiteY73" fmla="*/ 749078 h 1516940"/>
              <a:gd name="connsiteX74" fmla="*/ 97555 w 1424802"/>
              <a:gd name="connsiteY74" fmla="*/ 719771 h 1516940"/>
              <a:gd name="connsiteX75" fmla="*/ 103416 w 1424802"/>
              <a:gd name="connsiteY75" fmla="*/ 702186 h 1516940"/>
              <a:gd name="connsiteX76" fmla="*/ 102366 w 1424802"/>
              <a:gd name="connsiteY76" fmla="*/ 639555 h 1516940"/>
              <a:gd name="connsiteX77" fmla="*/ 83418 w 1424802"/>
              <a:gd name="connsiteY77" fmla="*/ 528082 h 1516940"/>
              <a:gd name="connsiteX78" fmla="*/ 83418 w 1424802"/>
              <a:gd name="connsiteY78" fmla="*/ 384066 h 1516940"/>
              <a:gd name="connsiteX79" fmla="*/ 85832 w 1424802"/>
              <a:gd name="connsiteY79" fmla="*/ 356355 h 1516940"/>
              <a:gd name="connsiteX80" fmla="*/ 79970 w 1424802"/>
              <a:gd name="connsiteY80"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824385 w 1424802"/>
              <a:gd name="connsiteY11" fmla="*/ 192232 h 1516940"/>
              <a:gd name="connsiteX12" fmla="*/ 841970 w 1424802"/>
              <a:gd name="connsiteY12" fmla="*/ 209817 h 1516940"/>
              <a:gd name="connsiteX13" fmla="*/ 847832 w 1424802"/>
              <a:gd name="connsiteY13" fmla="*/ 227401 h 1516940"/>
              <a:gd name="connsiteX14" fmla="*/ 865416 w 1424802"/>
              <a:gd name="connsiteY14" fmla="*/ 233263 h 1516940"/>
              <a:gd name="connsiteX15" fmla="*/ 906447 w 1424802"/>
              <a:gd name="connsiteY15" fmla="*/ 268432 h 1516940"/>
              <a:gd name="connsiteX16" fmla="*/ 918170 w 1424802"/>
              <a:gd name="connsiteY16" fmla="*/ 286017 h 1516940"/>
              <a:gd name="connsiteX17" fmla="*/ 935755 w 1424802"/>
              <a:gd name="connsiteY17" fmla="*/ 297740 h 1516940"/>
              <a:gd name="connsiteX18" fmla="*/ 959201 w 1424802"/>
              <a:gd name="connsiteY18" fmla="*/ 315324 h 1516940"/>
              <a:gd name="connsiteX19" fmla="*/ 976785 w 1424802"/>
              <a:gd name="connsiteY19" fmla="*/ 327048 h 1516940"/>
              <a:gd name="connsiteX20" fmla="*/ 994370 w 1424802"/>
              <a:gd name="connsiteY20" fmla="*/ 350494 h 1516940"/>
              <a:gd name="connsiteX21" fmla="*/ 1035401 w 1424802"/>
              <a:gd name="connsiteY21" fmla="*/ 373940 h 1516940"/>
              <a:gd name="connsiteX22" fmla="*/ 1058847 w 1424802"/>
              <a:gd name="connsiteY22" fmla="*/ 403248 h 1516940"/>
              <a:gd name="connsiteX23" fmla="*/ 1099878 w 1424802"/>
              <a:gd name="connsiteY23" fmla="*/ 438417 h 1516940"/>
              <a:gd name="connsiteX24" fmla="*/ 1129185 w 1424802"/>
              <a:gd name="connsiteY24" fmla="*/ 479448 h 1516940"/>
              <a:gd name="connsiteX25" fmla="*/ 1135047 w 1424802"/>
              <a:gd name="connsiteY25" fmla="*/ 497032 h 1516940"/>
              <a:gd name="connsiteX26" fmla="*/ 1170216 w 1424802"/>
              <a:gd name="connsiteY26" fmla="*/ 538063 h 1516940"/>
              <a:gd name="connsiteX27" fmla="*/ 1187801 w 1424802"/>
              <a:gd name="connsiteY27" fmla="*/ 561509 h 1516940"/>
              <a:gd name="connsiteX28" fmla="*/ 1211247 w 1424802"/>
              <a:gd name="connsiteY28" fmla="*/ 596678 h 1516940"/>
              <a:gd name="connsiteX29" fmla="*/ 1240555 w 1424802"/>
              <a:gd name="connsiteY29" fmla="*/ 637709 h 1516940"/>
              <a:gd name="connsiteX30" fmla="*/ 1264001 w 1424802"/>
              <a:gd name="connsiteY30" fmla="*/ 684601 h 1516940"/>
              <a:gd name="connsiteX31" fmla="*/ 1269862 w 1424802"/>
              <a:gd name="connsiteY31" fmla="*/ 702186 h 1516940"/>
              <a:gd name="connsiteX32" fmla="*/ 1287447 w 1424802"/>
              <a:gd name="connsiteY32" fmla="*/ 731494 h 1516940"/>
              <a:gd name="connsiteX33" fmla="*/ 1299170 w 1424802"/>
              <a:gd name="connsiteY33" fmla="*/ 754940 h 1516940"/>
              <a:gd name="connsiteX34" fmla="*/ 1316755 w 1424802"/>
              <a:gd name="connsiteY34" fmla="*/ 772524 h 1516940"/>
              <a:gd name="connsiteX35" fmla="*/ 1340201 w 1424802"/>
              <a:gd name="connsiteY35" fmla="*/ 813555 h 1516940"/>
              <a:gd name="connsiteX36" fmla="*/ 1351924 w 1424802"/>
              <a:gd name="connsiteY36" fmla="*/ 837001 h 1516940"/>
              <a:gd name="connsiteX37" fmla="*/ 1357785 w 1424802"/>
              <a:gd name="connsiteY37" fmla="*/ 854586 h 1516940"/>
              <a:gd name="connsiteX38" fmla="*/ 1369508 w 1424802"/>
              <a:gd name="connsiteY38" fmla="*/ 872171 h 1516940"/>
              <a:gd name="connsiteX39" fmla="*/ 1381232 w 1424802"/>
              <a:gd name="connsiteY39" fmla="*/ 901478 h 1516940"/>
              <a:gd name="connsiteX40" fmla="*/ 1398816 w 1424802"/>
              <a:gd name="connsiteY40" fmla="*/ 977678 h 1516940"/>
              <a:gd name="connsiteX41" fmla="*/ 1410539 w 1424802"/>
              <a:gd name="connsiteY41" fmla="*/ 1048017 h 1516940"/>
              <a:gd name="connsiteX42" fmla="*/ 1416401 w 1424802"/>
              <a:gd name="connsiteY42" fmla="*/ 1065601 h 1516940"/>
              <a:gd name="connsiteX43" fmla="*/ 1410539 w 1424802"/>
              <a:gd name="connsiteY43" fmla="*/ 1218001 h 1516940"/>
              <a:gd name="connsiteX44" fmla="*/ 1404287 w 1424802"/>
              <a:gd name="connsiteY44" fmla="*/ 1341627 h 1516940"/>
              <a:gd name="connsiteX45" fmla="*/ 1287447 w 1424802"/>
              <a:gd name="connsiteY45" fmla="*/ 1475909 h 1516940"/>
              <a:gd name="connsiteX46" fmla="*/ 1269862 w 1424802"/>
              <a:gd name="connsiteY46" fmla="*/ 1487632 h 1516940"/>
              <a:gd name="connsiteX47" fmla="*/ 1234693 w 1424802"/>
              <a:gd name="connsiteY47" fmla="*/ 1499355 h 1516940"/>
              <a:gd name="connsiteX48" fmla="*/ 1217108 w 1424802"/>
              <a:gd name="connsiteY48" fmla="*/ 1505217 h 1516940"/>
              <a:gd name="connsiteX49" fmla="*/ 1176078 w 1424802"/>
              <a:gd name="connsiteY49" fmla="*/ 1511078 h 1516940"/>
              <a:gd name="connsiteX50" fmla="*/ 1140908 w 1424802"/>
              <a:gd name="connsiteY50" fmla="*/ 1516940 h 1516940"/>
              <a:gd name="connsiteX51" fmla="*/ 900585 w 1424802"/>
              <a:gd name="connsiteY51" fmla="*/ 1511078 h 1516940"/>
              <a:gd name="connsiteX52" fmla="*/ 883001 w 1424802"/>
              <a:gd name="connsiteY52" fmla="*/ 1505217 h 1516940"/>
              <a:gd name="connsiteX53" fmla="*/ 800939 w 1424802"/>
              <a:gd name="connsiteY53" fmla="*/ 1499355 h 1516940"/>
              <a:gd name="connsiteX54" fmla="*/ 630955 w 1424802"/>
              <a:gd name="connsiteY54" fmla="*/ 1493494 h 1516940"/>
              <a:gd name="connsiteX55" fmla="*/ 572339 w 1424802"/>
              <a:gd name="connsiteY55" fmla="*/ 1487632 h 1516940"/>
              <a:gd name="connsiteX56" fmla="*/ 476812 w 1424802"/>
              <a:gd name="connsiteY56" fmla="*/ 1493494 h 1516940"/>
              <a:gd name="connsiteX57" fmla="*/ 155426 w 1424802"/>
              <a:gd name="connsiteY57" fmla="*/ 1464186 h 1516940"/>
              <a:gd name="connsiteX58" fmla="*/ 83418 w 1424802"/>
              <a:gd name="connsiteY58" fmla="*/ 1392178 h 1516940"/>
              <a:gd name="connsiteX59" fmla="*/ 50662 w 1424802"/>
              <a:gd name="connsiteY59" fmla="*/ 1341094 h 1516940"/>
              <a:gd name="connsiteX60" fmla="*/ 33078 w 1424802"/>
              <a:gd name="connsiteY60" fmla="*/ 1323509 h 1516940"/>
              <a:gd name="connsiteX61" fmla="*/ 21355 w 1424802"/>
              <a:gd name="connsiteY61" fmla="*/ 1282478 h 1516940"/>
              <a:gd name="connsiteX62" fmla="*/ 9632 w 1424802"/>
              <a:gd name="connsiteY62" fmla="*/ 1235586 h 1516940"/>
              <a:gd name="connsiteX63" fmla="*/ 9632 w 1424802"/>
              <a:gd name="connsiteY63" fmla="*/ 1036294 h 1516940"/>
              <a:gd name="connsiteX64" fmla="*/ 15493 w 1424802"/>
              <a:gd name="connsiteY64" fmla="*/ 1018709 h 1516940"/>
              <a:gd name="connsiteX65" fmla="*/ 21355 w 1424802"/>
              <a:gd name="connsiteY65" fmla="*/ 965955 h 1516940"/>
              <a:gd name="connsiteX66" fmla="*/ 27216 w 1424802"/>
              <a:gd name="connsiteY66" fmla="*/ 948371 h 1516940"/>
              <a:gd name="connsiteX67" fmla="*/ 33078 w 1424802"/>
              <a:gd name="connsiteY67" fmla="*/ 913201 h 1516940"/>
              <a:gd name="connsiteX68" fmla="*/ 50662 w 1424802"/>
              <a:gd name="connsiteY68" fmla="*/ 872171 h 1516940"/>
              <a:gd name="connsiteX69" fmla="*/ 62385 w 1424802"/>
              <a:gd name="connsiteY69" fmla="*/ 831140 h 1516940"/>
              <a:gd name="connsiteX70" fmla="*/ 74108 w 1424802"/>
              <a:gd name="connsiteY70" fmla="*/ 807694 h 1516940"/>
              <a:gd name="connsiteX71" fmla="*/ 85832 w 1424802"/>
              <a:gd name="connsiteY71" fmla="*/ 766663 h 1516940"/>
              <a:gd name="connsiteX72" fmla="*/ 91693 w 1424802"/>
              <a:gd name="connsiteY72" fmla="*/ 749078 h 1516940"/>
              <a:gd name="connsiteX73" fmla="*/ 97555 w 1424802"/>
              <a:gd name="connsiteY73" fmla="*/ 719771 h 1516940"/>
              <a:gd name="connsiteX74" fmla="*/ 103416 w 1424802"/>
              <a:gd name="connsiteY74" fmla="*/ 702186 h 1516940"/>
              <a:gd name="connsiteX75" fmla="*/ 102366 w 1424802"/>
              <a:gd name="connsiteY75" fmla="*/ 639555 h 1516940"/>
              <a:gd name="connsiteX76" fmla="*/ 83418 w 1424802"/>
              <a:gd name="connsiteY76" fmla="*/ 528082 h 1516940"/>
              <a:gd name="connsiteX77" fmla="*/ 83418 w 1424802"/>
              <a:gd name="connsiteY77" fmla="*/ 384066 h 1516940"/>
              <a:gd name="connsiteX78" fmla="*/ 85832 w 1424802"/>
              <a:gd name="connsiteY78" fmla="*/ 356355 h 1516940"/>
              <a:gd name="connsiteX79" fmla="*/ 79970 w 1424802"/>
              <a:gd name="connsiteY79"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9 h 1516940"/>
              <a:gd name="connsiteX10" fmla="*/ 731313 w 1424802"/>
              <a:gd name="connsiteY10" fmla="*/ 24009 h 1516940"/>
              <a:gd name="connsiteX11" fmla="*/ 824385 w 1424802"/>
              <a:gd name="connsiteY11" fmla="*/ 192232 h 1516940"/>
              <a:gd name="connsiteX12" fmla="*/ 841970 w 1424802"/>
              <a:gd name="connsiteY12" fmla="*/ 209817 h 1516940"/>
              <a:gd name="connsiteX13" fmla="*/ 847832 w 1424802"/>
              <a:gd name="connsiteY13" fmla="*/ 227401 h 1516940"/>
              <a:gd name="connsiteX14" fmla="*/ 865416 w 1424802"/>
              <a:gd name="connsiteY14" fmla="*/ 233263 h 1516940"/>
              <a:gd name="connsiteX15" fmla="*/ 906447 w 1424802"/>
              <a:gd name="connsiteY15" fmla="*/ 268432 h 1516940"/>
              <a:gd name="connsiteX16" fmla="*/ 918170 w 1424802"/>
              <a:gd name="connsiteY16" fmla="*/ 286017 h 1516940"/>
              <a:gd name="connsiteX17" fmla="*/ 935755 w 1424802"/>
              <a:gd name="connsiteY17" fmla="*/ 297740 h 1516940"/>
              <a:gd name="connsiteX18" fmla="*/ 959201 w 1424802"/>
              <a:gd name="connsiteY18" fmla="*/ 315324 h 1516940"/>
              <a:gd name="connsiteX19" fmla="*/ 976785 w 1424802"/>
              <a:gd name="connsiteY19" fmla="*/ 327048 h 1516940"/>
              <a:gd name="connsiteX20" fmla="*/ 994370 w 1424802"/>
              <a:gd name="connsiteY20" fmla="*/ 350494 h 1516940"/>
              <a:gd name="connsiteX21" fmla="*/ 1035401 w 1424802"/>
              <a:gd name="connsiteY21" fmla="*/ 373940 h 1516940"/>
              <a:gd name="connsiteX22" fmla="*/ 1058847 w 1424802"/>
              <a:gd name="connsiteY22" fmla="*/ 403248 h 1516940"/>
              <a:gd name="connsiteX23" fmla="*/ 1099878 w 1424802"/>
              <a:gd name="connsiteY23" fmla="*/ 438417 h 1516940"/>
              <a:gd name="connsiteX24" fmla="*/ 1129185 w 1424802"/>
              <a:gd name="connsiteY24" fmla="*/ 479448 h 1516940"/>
              <a:gd name="connsiteX25" fmla="*/ 1135047 w 1424802"/>
              <a:gd name="connsiteY25" fmla="*/ 497032 h 1516940"/>
              <a:gd name="connsiteX26" fmla="*/ 1170216 w 1424802"/>
              <a:gd name="connsiteY26" fmla="*/ 538063 h 1516940"/>
              <a:gd name="connsiteX27" fmla="*/ 1187801 w 1424802"/>
              <a:gd name="connsiteY27" fmla="*/ 561509 h 1516940"/>
              <a:gd name="connsiteX28" fmla="*/ 1211247 w 1424802"/>
              <a:gd name="connsiteY28" fmla="*/ 596678 h 1516940"/>
              <a:gd name="connsiteX29" fmla="*/ 1240555 w 1424802"/>
              <a:gd name="connsiteY29" fmla="*/ 637709 h 1516940"/>
              <a:gd name="connsiteX30" fmla="*/ 1264001 w 1424802"/>
              <a:gd name="connsiteY30" fmla="*/ 684601 h 1516940"/>
              <a:gd name="connsiteX31" fmla="*/ 1269862 w 1424802"/>
              <a:gd name="connsiteY31" fmla="*/ 702186 h 1516940"/>
              <a:gd name="connsiteX32" fmla="*/ 1287447 w 1424802"/>
              <a:gd name="connsiteY32" fmla="*/ 731494 h 1516940"/>
              <a:gd name="connsiteX33" fmla="*/ 1299170 w 1424802"/>
              <a:gd name="connsiteY33" fmla="*/ 754940 h 1516940"/>
              <a:gd name="connsiteX34" fmla="*/ 1316755 w 1424802"/>
              <a:gd name="connsiteY34" fmla="*/ 772524 h 1516940"/>
              <a:gd name="connsiteX35" fmla="*/ 1340201 w 1424802"/>
              <a:gd name="connsiteY35" fmla="*/ 813555 h 1516940"/>
              <a:gd name="connsiteX36" fmla="*/ 1351924 w 1424802"/>
              <a:gd name="connsiteY36" fmla="*/ 837001 h 1516940"/>
              <a:gd name="connsiteX37" fmla="*/ 1357785 w 1424802"/>
              <a:gd name="connsiteY37" fmla="*/ 854586 h 1516940"/>
              <a:gd name="connsiteX38" fmla="*/ 1369508 w 1424802"/>
              <a:gd name="connsiteY38" fmla="*/ 872171 h 1516940"/>
              <a:gd name="connsiteX39" fmla="*/ 1381232 w 1424802"/>
              <a:gd name="connsiteY39" fmla="*/ 901478 h 1516940"/>
              <a:gd name="connsiteX40" fmla="*/ 1398816 w 1424802"/>
              <a:gd name="connsiteY40" fmla="*/ 977678 h 1516940"/>
              <a:gd name="connsiteX41" fmla="*/ 1410539 w 1424802"/>
              <a:gd name="connsiteY41" fmla="*/ 1048017 h 1516940"/>
              <a:gd name="connsiteX42" fmla="*/ 1416401 w 1424802"/>
              <a:gd name="connsiteY42" fmla="*/ 1065601 h 1516940"/>
              <a:gd name="connsiteX43" fmla="*/ 1410539 w 1424802"/>
              <a:gd name="connsiteY43" fmla="*/ 1218001 h 1516940"/>
              <a:gd name="connsiteX44" fmla="*/ 1404287 w 1424802"/>
              <a:gd name="connsiteY44" fmla="*/ 1341627 h 1516940"/>
              <a:gd name="connsiteX45" fmla="*/ 1287447 w 1424802"/>
              <a:gd name="connsiteY45" fmla="*/ 1475909 h 1516940"/>
              <a:gd name="connsiteX46" fmla="*/ 1269862 w 1424802"/>
              <a:gd name="connsiteY46" fmla="*/ 1487632 h 1516940"/>
              <a:gd name="connsiteX47" fmla="*/ 1234693 w 1424802"/>
              <a:gd name="connsiteY47" fmla="*/ 1499355 h 1516940"/>
              <a:gd name="connsiteX48" fmla="*/ 1217108 w 1424802"/>
              <a:gd name="connsiteY48" fmla="*/ 1505217 h 1516940"/>
              <a:gd name="connsiteX49" fmla="*/ 1176078 w 1424802"/>
              <a:gd name="connsiteY49" fmla="*/ 1511078 h 1516940"/>
              <a:gd name="connsiteX50" fmla="*/ 1140908 w 1424802"/>
              <a:gd name="connsiteY50" fmla="*/ 1516940 h 1516940"/>
              <a:gd name="connsiteX51" fmla="*/ 900585 w 1424802"/>
              <a:gd name="connsiteY51" fmla="*/ 1511078 h 1516940"/>
              <a:gd name="connsiteX52" fmla="*/ 883001 w 1424802"/>
              <a:gd name="connsiteY52" fmla="*/ 1505217 h 1516940"/>
              <a:gd name="connsiteX53" fmla="*/ 800939 w 1424802"/>
              <a:gd name="connsiteY53" fmla="*/ 1499355 h 1516940"/>
              <a:gd name="connsiteX54" fmla="*/ 630955 w 1424802"/>
              <a:gd name="connsiteY54" fmla="*/ 1493494 h 1516940"/>
              <a:gd name="connsiteX55" fmla="*/ 572339 w 1424802"/>
              <a:gd name="connsiteY55" fmla="*/ 1487632 h 1516940"/>
              <a:gd name="connsiteX56" fmla="*/ 476812 w 1424802"/>
              <a:gd name="connsiteY56" fmla="*/ 1493494 h 1516940"/>
              <a:gd name="connsiteX57" fmla="*/ 155426 w 1424802"/>
              <a:gd name="connsiteY57" fmla="*/ 1464186 h 1516940"/>
              <a:gd name="connsiteX58" fmla="*/ 83418 w 1424802"/>
              <a:gd name="connsiteY58" fmla="*/ 1392178 h 1516940"/>
              <a:gd name="connsiteX59" fmla="*/ 50662 w 1424802"/>
              <a:gd name="connsiteY59" fmla="*/ 1341094 h 1516940"/>
              <a:gd name="connsiteX60" fmla="*/ 33078 w 1424802"/>
              <a:gd name="connsiteY60" fmla="*/ 1323509 h 1516940"/>
              <a:gd name="connsiteX61" fmla="*/ 21355 w 1424802"/>
              <a:gd name="connsiteY61" fmla="*/ 1282478 h 1516940"/>
              <a:gd name="connsiteX62" fmla="*/ 9632 w 1424802"/>
              <a:gd name="connsiteY62" fmla="*/ 1235586 h 1516940"/>
              <a:gd name="connsiteX63" fmla="*/ 9632 w 1424802"/>
              <a:gd name="connsiteY63" fmla="*/ 1036294 h 1516940"/>
              <a:gd name="connsiteX64" fmla="*/ 15493 w 1424802"/>
              <a:gd name="connsiteY64" fmla="*/ 1018709 h 1516940"/>
              <a:gd name="connsiteX65" fmla="*/ 21355 w 1424802"/>
              <a:gd name="connsiteY65" fmla="*/ 965955 h 1516940"/>
              <a:gd name="connsiteX66" fmla="*/ 27216 w 1424802"/>
              <a:gd name="connsiteY66" fmla="*/ 948371 h 1516940"/>
              <a:gd name="connsiteX67" fmla="*/ 33078 w 1424802"/>
              <a:gd name="connsiteY67" fmla="*/ 913201 h 1516940"/>
              <a:gd name="connsiteX68" fmla="*/ 50662 w 1424802"/>
              <a:gd name="connsiteY68" fmla="*/ 872171 h 1516940"/>
              <a:gd name="connsiteX69" fmla="*/ 62385 w 1424802"/>
              <a:gd name="connsiteY69" fmla="*/ 831140 h 1516940"/>
              <a:gd name="connsiteX70" fmla="*/ 74108 w 1424802"/>
              <a:gd name="connsiteY70" fmla="*/ 807694 h 1516940"/>
              <a:gd name="connsiteX71" fmla="*/ 85832 w 1424802"/>
              <a:gd name="connsiteY71" fmla="*/ 766663 h 1516940"/>
              <a:gd name="connsiteX72" fmla="*/ 91693 w 1424802"/>
              <a:gd name="connsiteY72" fmla="*/ 749078 h 1516940"/>
              <a:gd name="connsiteX73" fmla="*/ 97555 w 1424802"/>
              <a:gd name="connsiteY73" fmla="*/ 719771 h 1516940"/>
              <a:gd name="connsiteX74" fmla="*/ 103416 w 1424802"/>
              <a:gd name="connsiteY74" fmla="*/ 702186 h 1516940"/>
              <a:gd name="connsiteX75" fmla="*/ 102366 w 1424802"/>
              <a:gd name="connsiteY75" fmla="*/ 639555 h 1516940"/>
              <a:gd name="connsiteX76" fmla="*/ 83418 w 1424802"/>
              <a:gd name="connsiteY76" fmla="*/ 528082 h 1516940"/>
              <a:gd name="connsiteX77" fmla="*/ 83418 w 1424802"/>
              <a:gd name="connsiteY77" fmla="*/ 384066 h 1516940"/>
              <a:gd name="connsiteX78" fmla="*/ 85832 w 1424802"/>
              <a:gd name="connsiteY78" fmla="*/ 356355 h 1516940"/>
              <a:gd name="connsiteX79" fmla="*/ 79970 w 1424802"/>
              <a:gd name="connsiteY79" fmla="*/ 338771 h 1516940"/>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54920 w 1424802"/>
              <a:gd name="connsiteY4" fmla="*/ 146762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54920 w 1424802"/>
              <a:gd name="connsiteY4" fmla="*/ 146763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54920 w 1424802"/>
              <a:gd name="connsiteY4" fmla="*/ 146763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41534 w 1424802"/>
              <a:gd name="connsiteY10" fmla="*/ 19253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40439 w 1424802"/>
              <a:gd name="connsiteY3" fmla="*/ 284355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41534 w 1424802"/>
              <a:gd name="connsiteY10" fmla="*/ 19253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24101 w 1424802"/>
              <a:gd name="connsiteY1" fmla="*/ 362935 h 1639693"/>
              <a:gd name="connsiteX2" fmla="*/ 82870 w 1424802"/>
              <a:gd name="connsiteY2" fmla="*/ 290815 h 1639693"/>
              <a:gd name="connsiteX3" fmla="*/ 40439 w 1424802"/>
              <a:gd name="connsiteY3" fmla="*/ 284355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41534 w 1424802"/>
              <a:gd name="connsiteY10" fmla="*/ 19253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83418 w 1424802"/>
              <a:gd name="connsiteY76" fmla="*/ 506819 h 1639693"/>
              <a:gd name="connsiteX77" fmla="*/ 85832 w 1424802"/>
              <a:gd name="connsiteY77" fmla="*/ 479108 h 1639693"/>
              <a:gd name="connsiteX78" fmla="*/ 79970 w 1424802"/>
              <a:gd name="connsiteY78" fmla="*/ 461524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83418 w 1424802"/>
              <a:gd name="connsiteY76" fmla="*/ 506819 h 1639693"/>
              <a:gd name="connsiteX77" fmla="*/ 85832 w 1424802"/>
              <a:gd name="connsiteY77" fmla="*/ 479108 h 1639693"/>
              <a:gd name="connsiteX78" fmla="*/ 34270 w 1424802"/>
              <a:gd name="connsiteY78" fmla="*/ 471442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83418 w 1424802"/>
              <a:gd name="connsiteY76" fmla="*/ 506819 h 1639693"/>
              <a:gd name="connsiteX77" fmla="*/ 34270 w 1424802"/>
              <a:gd name="connsiteY77" fmla="*/ 471442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34270 w 1424802"/>
              <a:gd name="connsiteY76" fmla="*/ 471442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51506 w 1424802"/>
              <a:gd name="connsiteY6" fmla="*/ 58629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34270 w 1424802"/>
              <a:gd name="connsiteY76" fmla="*/ 471442 h 1639693"/>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240555 w 1424802"/>
              <a:gd name="connsiteY27" fmla="*/ 770815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316755 w 1424802"/>
              <a:gd name="connsiteY32" fmla="*/ 905630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81232 w 1424802"/>
              <a:gd name="connsiteY37" fmla="*/ 1034584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316755 w 1424802"/>
              <a:gd name="connsiteY32" fmla="*/ 905630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81232 w 1424802"/>
              <a:gd name="connsiteY37" fmla="*/ 1034584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81232 w 1424802"/>
              <a:gd name="connsiteY37" fmla="*/ 1034584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53869 w 1424802"/>
              <a:gd name="connsiteY38" fmla="*/ 1173135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53869 w 1424802"/>
              <a:gd name="connsiteY38" fmla="*/ 1173135 h 1650046"/>
              <a:gd name="connsiteX39" fmla="*/ 1410539 w 1424802"/>
              <a:gd name="connsiteY39" fmla="*/ 1181123 h 1650046"/>
              <a:gd name="connsiteX40" fmla="*/ 1379755 w 1424802"/>
              <a:gd name="connsiteY40" fmla="*/ 1237514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53869 w 1424802"/>
              <a:gd name="connsiteY38" fmla="*/ 1173135 h 1650046"/>
              <a:gd name="connsiteX39" fmla="*/ 1379755 w 1424802"/>
              <a:gd name="connsiteY39" fmla="*/ 1237514 h 1650046"/>
              <a:gd name="connsiteX40" fmla="*/ 1410539 w 1424802"/>
              <a:gd name="connsiteY40" fmla="*/ 1351107 h 1650046"/>
              <a:gd name="connsiteX41" fmla="*/ 1404287 w 1424802"/>
              <a:gd name="connsiteY41" fmla="*/ 1474733 h 1650046"/>
              <a:gd name="connsiteX42" fmla="*/ 1287447 w 1424802"/>
              <a:gd name="connsiteY42" fmla="*/ 1609015 h 1650046"/>
              <a:gd name="connsiteX43" fmla="*/ 1269862 w 1424802"/>
              <a:gd name="connsiteY43" fmla="*/ 1620738 h 1650046"/>
              <a:gd name="connsiteX44" fmla="*/ 1234693 w 1424802"/>
              <a:gd name="connsiteY44" fmla="*/ 1632461 h 1650046"/>
              <a:gd name="connsiteX45" fmla="*/ 1217108 w 1424802"/>
              <a:gd name="connsiteY45" fmla="*/ 1638323 h 1650046"/>
              <a:gd name="connsiteX46" fmla="*/ 1176078 w 1424802"/>
              <a:gd name="connsiteY46" fmla="*/ 1644184 h 1650046"/>
              <a:gd name="connsiteX47" fmla="*/ 1140908 w 1424802"/>
              <a:gd name="connsiteY47" fmla="*/ 1650046 h 1650046"/>
              <a:gd name="connsiteX48" fmla="*/ 900585 w 1424802"/>
              <a:gd name="connsiteY48" fmla="*/ 1644184 h 1650046"/>
              <a:gd name="connsiteX49" fmla="*/ 883001 w 1424802"/>
              <a:gd name="connsiteY49" fmla="*/ 1638323 h 1650046"/>
              <a:gd name="connsiteX50" fmla="*/ 800939 w 1424802"/>
              <a:gd name="connsiteY50" fmla="*/ 1632461 h 1650046"/>
              <a:gd name="connsiteX51" fmla="*/ 630955 w 1424802"/>
              <a:gd name="connsiteY51" fmla="*/ 1626600 h 1650046"/>
              <a:gd name="connsiteX52" fmla="*/ 572339 w 1424802"/>
              <a:gd name="connsiteY52" fmla="*/ 1620738 h 1650046"/>
              <a:gd name="connsiteX53" fmla="*/ 476812 w 1424802"/>
              <a:gd name="connsiteY53" fmla="*/ 1626600 h 1650046"/>
              <a:gd name="connsiteX54" fmla="*/ 155426 w 1424802"/>
              <a:gd name="connsiteY54" fmla="*/ 1597292 h 1650046"/>
              <a:gd name="connsiteX55" fmla="*/ 83418 w 1424802"/>
              <a:gd name="connsiteY55" fmla="*/ 1525284 h 1650046"/>
              <a:gd name="connsiteX56" fmla="*/ 50662 w 1424802"/>
              <a:gd name="connsiteY56" fmla="*/ 1474200 h 1650046"/>
              <a:gd name="connsiteX57" fmla="*/ 33078 w 1424802"/>
              <a:gd name="connsiteY57" fmla="*/ 1456615 h 1650046"/>
              <a:gd name="connsiteX58" fmla="*/ 21355 w 1424802"/>
              <a:gd name="connsiteY58" fmla="*/ 1415584 h 1650046"/>
              <a:gd name="connsiteX59" fmla="*/ 9632 w 1424802"/>
              <a:gd name="connsiteY59" fmla="*/ 1368692 h 1650046"/>
              <a:gd name="connsiteX60" fmla="*/ 9632 w 1424802"/>
              <a:gd name="connsiteY60" fmla="*/ 1169400 h 1650046"/>
              <a:gd name="connsiteX61" fmla="*/ 15493 w 1424802"/>
              <a:gd name="connsiteY61" fmla="*/ 1151815 h 1650046"/>
              <a:gd name="connsiteX62" fmla="*/ 21355 w 1424802"/>
              <a:gd name="connsiteY62" fmla="*/ 1099061 h 1650046"/>
              <a:gd name="connsiteX63" fmla="*/ 27216 w 1424802"/>
              <a:gd name="connsiteY63" fmla="*/ 1081477 h 1650046"/>
              <a:gd name="connsiteX64" fmla="*/ 33078 w 1424802"/>
              <a:gd name="connsiteY64" fmla="*/ 1046307 h 1650046"/>
              <a:gd name="connsiteX65" fmla="*/ 50662 w 1424802"/>
              <a:gd name="connsiteY65" fmla="*/ 1005277 h 1650046"/>
              <a:gd name="connsiteX66" fmla="*/ 62385 w 1424802"/>
              <a:gd name="connsiteY66" fmla="*/ 964246 h 1650046"/>
              <a:gd name="connsiteX67" fmla="*/ 74108 w 1424802"/>
              <a:gd name="connsiteY67" fmla="*/ 940800 h 1650046"/>
              <a:gd name="connsiteX68" fmla="*/ 85832 w 1424802"/>
              <a:gd name="connsiteY68" fmla="*/ 899769 h 1650046"/>
              <a:gd name="connsiteX69" fmla="*/ 91693 w 1424802"/>
              <a:gd name="connsiteY69" fmla="*/ 882184 h 1650046"/>
              <a:gd name="connsiteX70" fmla="*/ 97555 w 1424802"/>
              <a:gd name="connsiteY70" fmla="*/ 852877 h 1650046"/>
              <a:gd name="connsiteX71" fmla="*/ 103416 w 1424802"/>
              <a:gd name="connsiteY71" fmla="*/ 835292 h 1650046"/>
              <a:gd name="connsiteX72" fmla="*/ 102366 w 1424802"/>
              <a:gd name="connsiteY72" fmla="*/ 772661 h 1650046"/>
              <a:gd name="connsiteX73" fmla="*/ 83418 w 1424802"/>
              <a:gd name="connsiteY73" fmla="*/ 661188 h 1650046"/>
              <a:gd name="connsiteX74" fmla="*/ 34270 w 1424802"/>
              <a:gd name="connsiteY74"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07706 w 1424802"/>
              <a:gd name="connsiteY36" fmla="*/ 1093461 h 1650046"/>
              <a:gd name="connsiteX37" fmla="*/ 1353869 w 1424802"/>
              <a:gd name="connsiteY37" fmla="*/ 1173135 h 1650046"/>
              <a:gd name="connsiteX38" fmla="*/ 1379755 w 1424802"/>
              <a:gd name="connsiteY38" fmla="*/ 1237514 h 1650046"/>
              <a:gd name="connsiteX39" fmla="*/ 1410539 w 1424802"/>
              <a:gd name="connsiteY39" fmla="*/ 1351107 h 1650046"/>
              <a:gd name="connsiteX40" fmla="*/ 1404287 w 1424802"/>
              <a:gd name="connsiteY40" fmla="*/ 1474733 h 1650046"/>
              <a:gd name="connsiteX41" fmla="*/ 1287447 w 1424802"/>
              <a:gd name="connsiteY41" fmla="*/ 1609015 h 1650046"/>
              <a:gd name="connsiteX42" fmla="*/ 1269862 w 1424802"/>
              <a:gd name="connsiteY42" fmla="*/ 1620738 h 1650046"/>
              <a:gd name="connsiteX43" fmla="*/ 1234693 w 1424802"/>
              <a:gd name="connsiteY43" fmla="*/ 1632461 h 1650046"/>
              <a:gd name="connsiteX44" fmla="*/ 1217108 w 1424802"/>
              <a:gd name="connsiteY44" fmla="*/ 1638323 h 1650046"/>
              <a:gd name="connsiteX45" fmla="*/ 1176078 w 1424802"/>
              <a:gd name="connsiteY45" fmla="*/ 1644184 h 1650046"/>
              <a:gd name="connsiteX46" fmla="*/ 1140908 w 1424802"/>
              <a:gd name="connsiteY46" fmla="*/ 1650046 h 1650046"/>
              <a:gd name="connsiteX47" fmla="*/ 900585 w 1424802"/>
              <a:gd name="connsiteY47" fmla="*/ 1644184 h 1650046"/>
              <a:gd name="connsiteX48" fmla="*/ 883001 w 1424802"/>
              <a:gd name="connsiteY48" fmla="*/ 1638323 h 1650046"/>
              <a:gd name="connsiteX49" fmla="*/ 800939 w 1424802"/>
              <a:gd name="connsiteY49" fmla="*/ 1632461 h 1650046"/>
              <a:gd name="connsiteX50" fmla="*/ 630955 w 1424802"/>
              <a:gd name="connsiteY50" fmla="*/ 1626600 h 1650046"/>
              <a:gd name="connsiteX51" fmla="*/ 572339 w 1424802"/>
              <a:gd name="connsiteY51" fmla="*/ 1620738 h 1650046"/>
              <a:gd name="connsiteX52" fmla="*/ 476812 w 1424802"/>
              <a:gd name="connsiteY52" fmla="*/ 1626600 h 1650046"/>
              <a:gd name="connsiteX53" fmla="*/ 155426 w 1424802"/>
              <a:gd name="connsiteY53" fmla="*/ 1597292 h 1650046"/>
              <a:gd name="connsiteX54" fmla="*/ 83418 w 1424802"/>
              <a:gd name="connsiteY54" fmla="*/ 1525284 h 1650046"/>
              <a:gd name="connsiteX55" fmla="*/ 50662 w 1424802"/>
              <a:gd name="connsiteY55" fmla="*/ 1474200 h 1650046"/>
              <a:gd name="connsiteX56" fmla="*/ 33078 w 1424802"/>
              <a:gd name="connsiteY56" fmla="*/ 1456615 h 1650046"/>
              <a:gd name="connsiteX57" fmla="*/ 21355 w 1424802"/>
              <a:gd name="connsiteY57" fmla="*/ 1415584 h 1650046"/>
              <a:gd name="connsiteX58" fmla="*/ 9632 w 1424802"/>
              <a:gd name="connsiteY58" fmla="*/ 1368692 h 1650046"/>
              <a:gd name="connsiteX59" fmla="*/ 9632 w 1424802"/>
              <a:gd name="connsiteY59" fmla="*/ 1169400 h 1650046"/>
              <a:gd name="connsiteX60" fmla="*/ 15493 w 1424802"/>
              <a:gd name="connsiteY60" fmla="*/ 1151815 h 1650046"/>
              <a:gd name="connsiteX61" fmla="*/ 21355 w 1424802"/>
              <a:gd name="connsiteY61" fmla="*/ 1099061 h 1650046"/>
              <a:gd name="connsiteX62" fmla="*/ 27216 w 1424802"/>
              <a:gd name="connsiteY62" fmla="*/ 1081477 h 1650046"/>
              <a:gd name="connsiteX63" fmla="*/ 33078 w 1424802"/>
              <a:gd name="connsiteY63" fmla="*/ 1046307 h 1650046"/>
              <a:gd name="connsiteX64" fmla="*/ 50662 w 1424802"/>
              <a:gd name="connsiteY64" fmla="*/ 1005277 h 1650046"/>
              <a:gd name="connsiteX65" fmla="*/ 62385 w 1424802"/>
              <a:gd name="connsiteY65" fmla="*/ 964246 h 1650046"/>
              <a:gd name="connsiteX66" fmla="*/ 74108 w 1424802"/>
              <a:gd name="connsiteY66" fmla="*/ 940800 h 1650046"/>
              <a:gd name="connsiteX67" fmla="*/ 85832 w 1424802"/>
              <a:gd name="connsiteY67" fmla="*/ 899769 h 1650046"/>
              <a:gd name="connsiteX68" fmla="*/ 91693 w 1424802"/>
              <a:gd name="connsiteY68" fmla="*/ 882184 h 1650046"/>
              <a:gd name="connsiteX69" fmla="*/ 97555 w 1424802"/>
              <a:gd name="connsiteY69" fmla="*/ 852877 h 1650046"/>
              <a:gd name="connsiteX70" fmla="*/ 103416 w 1424802"/>
              <a:gd name="connsiteY70" fmla="*/ 835292 h 1650046"/>
              <a:gd name="connsiteX71" fmla="*/ 102366 w 1424802"/>
              <a:gd name="connsiteY71" fmla="*/ 772661 h 1650046"/>
              <a:gd name="connsiteX72" fmla="*/ 83418 w 1424802"/>
              <a:gd name="connsiteY72" fmla="*/ 661188 h 1650046"/>
              <a:gd name="connsiteX73" fmla="*/ 34270 w 1424802"/>
              <a:gd name="connsiteY73"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07706 w 1424802"/>
              <a:gd name="connsiteY35" fmla="*/ 1093461 h 1650046"/>
              <a:gd name="connsiteX36" fmla="*/ 1353869 w 1424802"/>
              <a:gd name="connsiteY36" fmla="*/ 1173135 h 1650046"/>
              <a:gd name="connsiteX37" fmla="*/ 1379755 w 1424802"/>
              <a:gd name="connsiteY37" fmla="*/ 1237514 h 1650046"/>
              <a:gd name="connsiteX38" fmla="*/ 1410539 w 1424802"/>
              <a:gd name="connsiteY38" fmla="*/ 1351107 h 1650046"/>
              <a:gd name="connsiteX39" fmla="*/ 1404287 w 1424802"/>
              <a:gd name="connsiteY39" fmla="*/ 1474733 h 1650046"/>
              <a:gd name="connsiteX40" fmla="*/ 1287447 w 1424802"/>
              <a:gd name="connsiteY40" fmla="*/ 1609015 h 1650046"/>
              <a:gd name="connsiteX41" fmla="*/ 1269862 w 1424802"/>
              <a:gd name="connsiteY41" fmla="*/ 1620738 h 1650046"/>
              <a:gd name="connsiteX42" fmla="*/ 1234693 w 1424802"/>
              <a:gd name="connsiteY42" fmla="*/ 1632461 h 1650046"/>
              <a:gd name="connsiteX43" fmla="*/ 1217108 w 1424802"/>
              <a:gd name="connsiteY43" fmla="*/ 1638323 h 1650046"/>
              <a:gd name="connsiteX44" fmla="*/ 1176078 w 1424802"/>
              <a:gd name="connsiteY44" fmla="*/ 1644184 h 1650046"/>
              <a:gd name="connsiteX45" fmla="*/ 1140908 w 1424802"/>
              <a:gd name="connsiteY45" fmla="*/ 1650046 h 1650046"/>
              <a:gd name="connsiteX46" fmla="*/ 900585 w 1424802"/>
              <a:gd name="connsiteY46" fmla="*/ 1644184 h 1650046"/>
              <a:gd name="connsiteX47" fmla="*/ 883001 w 1424802"/>
              <a:gd name="connsiteY47" fmla="*/ 1638323 h 1650046"/>
              <a:gd name="connsiteX48" fmla="*/ 800939 w 1424802"/>
              <a:gd name="connsiteY48" fmla="*/ 1632461 h 1650046"/>
              <a:gd name="connsiteX49" fmla="*/ 630955 w 1424802"/>
              <a:gd name="connsiteY49" fmla="*/ 1626600 h 1650046"/>
              <a:gd name="connsiteX50" fmla="*/ 572339 w 1424802"/>
              <a:gd name="connsiteY50" fmla="*/ 1620738 h 1650046"/>
              <a:gd name="connsiteX51" fmla="*/ 476812 w 1424802"/>
              <a:gd name="connsiteY51" fmla="*/ 1626600 h 1650046"/>
              <a:gd name="connsiteX52" fmla="*/ 155426 w 1424802"/>
              <a:gd name="connsiteY52" fmla="*/ 1597292 h 1650046"/>
              <a:gd name="connsiteX53" fmla="*/ 83418 w 1424802"/>
              <a:gd name="connsiteY53" fmla="*/ 1525284 h 1650046"/>
              <a:gd name="connsiteX54" fmla="*/ 50662 w 1424802"/>
              <a:gd name="connsiteY54" fmla="*/ 1474200 h 1650046"/>
              <a:gd name="connsiteX55" fmla="*/ 33078 w 1424802"/>
              <a:gd name="connsiteY55" fmla="*/ 1456615 h 1650046"/>
              <a:gd name="connsiteX56" fmla="*/ 21355 w 1424802"/>
              <a:gd name="connsiteY56" fmla="*/ 1415584 h 1650046"/>
              <a:gd name="connsiteX57" fmla="*/ 9632 w 1424802"/>
              <a:gd name="connsiteY57" fmla="*/ 1368692 h 1650046"/>
              <a:gd name="connsiteX58" fmla="*/ 9632 w 1424802"/>
              <a:gd name="connsiteY58" fmla="*/ 1169400 h 1650046"/>
              <a:gd name="connsiteX59" fmla="*/ 15493 w 1424802"/>
              <a:gd name="connsiteY59" fmla="*/ 1151815 h 1650046"/>
              <a:gd name="connsiteX60" fmla="*/ 21355 w 1424802"/>
              <a:gd name="connsiteY60" fmla="*/ 1099061 h 1650046"/>
              <a:gd name="connsiteX61" fmla="*/ 27216 w 1424802"/>
              <a:gd name="connsiteY61" fmla="*/ 1081477 h 1650046"/>
              <a:gd name="connsiteX62" fmla="*/ 33078 w 1424802"/>
              <a:gd name="connsiteY62" fmla="*/ 1046307 h 1650046"/>
              <a:gd name="connsiteX63" fmla="*/ 50662 w 1424802"/>
              <a:gd name="connsiteY63" fmla="*/ 1005277 h 1650046"/>
              <a:gd name="connsiteX64" fmla="*/ 62385 w 1424802"/>
              <a:gd name="connsiteY64" fmla="*/ 964246 h 1650046"/>
              <a:gd name="connsiteX65" fmla="*/ 74108 w 1424802"/>
              <a:gd name="connsiteY65" fmla="*/ 940800 h 1650046"/>
              <a:gd name="connsiteX66" fmla="*/ 85832 w 1424802"/>
              <a:gd name="connsiteY66" fmla="*/ 899769 h 1650046"/>
              <a:gd name="connsiteX67" fmla="*/ 91693 w 1424802"/>
              <a:gd name="connsiteY67" fmla="*/ 882184 h 1650046"/>
              <a:gd name="connsiteX68" fmla="*/ 97555 w 1424802"/>
              <a:gd name="connsiteY68" fmla="*/ 852877 h 1650046"/>
              <a:gd name="connsiteX69" fmla="*/ 103416 w 1424802"/>
              <a:gd name="connsiteY69" fmla="*/ 835292 h 1650046"/>
              <a:gd name="connsiteX70" fmla="*/ 102366 w 1424802"/>
              <a:gd name="connsiteY70" fmla="*/ 772661 h 1650046"/>
              <a:gd name="connsiteX71" fmla="*/ 83418 w 1424802"/>
              <a:gd name="connsiteY71" fmla="*/ 661188 h 1650046"/>
              <a:gd name="connsiteX72" fmla="*/ 34270 w 1424802"/>
              <a:gd name="connsiteY72"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51924 w 1424802"/>
              <a:gd name="connsiteY33" fmla="*/ 970107 h 1650046"/>
              <a:gd name="connsiteX34" fmla="*/ 1307706 w 1424802"/>
              <a:gd name="connsiteY34" fmla="*/ 1093461 h 1650046"/>
              <a:gd name="connsiteX35" fmla="*/ 1353869 w 1424802"/>
              <a:gd name="connsiteY35" fmla="*/ 1173135 h 1650046"/>
              <a:gd name="connsiteX36" fmla="*/ 1379755 w 1424802"/>
              <a:gd name="connsiteY36" fmla="*/ 1237514 h 1650046"/>
              <a:gd name="connsiteX37" fmla="*/ 1410539 w 1424802"/>
              <a:gd name="connsiteY37" fmla="*/ 1351107 h 1650046"/>
              <a:gd name="connsiteX38" fmla="*/ 1404287 w 1424802"/>
              <a:gd name="connsiteY38" fmla="*/ 1474733 h 1650046"/>
              <a:gd name="connsiteX39" fmla="*/ 1287447 w 1424802"/>
              <a:gd name="connsiteY39" fmla="*/ 1609015 h 1650046"/>
              <a:gd name="connsiteX40" fmla="*/ 1269862 w 1424802"/>
              <a:gd name="connsiteY40" fmla="*/ 1620738 h 1650046"/>
              <a:gd name="connsiteX41" fmla="*/ 1234693 w 1424802"/>
              <a:gd name="connsiteY41" fmla="*/ 1632461 h 1650046"/>
              <a:gd name="connsiteX42" fmla="*/ 1217108 w 1424802"/>
              <a:gd name="connsiteY42" fmla="*/ 1638323 h 1650046"/>
              <a:gd name="connsiteX43" fmla="*/ 1176078 w 1424802"/>
              <a:gd name="connsiteY43" fmla="*/ 1644184 h 1650046"/>
              <a:gd name="connsiteX44" fmla="*/ 1140908 w 1424802"/>
              <a:gd name="connsiteY44" fmla="*/ 1650046 h 1650046"/>
              <a:gd name="connsiteX45" fmla="*/ 900585 w 1424802"/>
              <a:gd name="connsiteY45" fmla="*/ 1644184 h 1650046"/>
              <a:gd name="connsiteX46" fmla="*/ 883001 w 1424802"/>
              <a:gd name="connsiteY46" fmla="*/ 1638323 h 1650046"/>
              <a:gd name="connsiteX47" fmla="*/ 800939 w 1424802"/>
              <a:gd name="connsiteY47" fmla="*/ 1632461 h 1650046"/>
              <a:gd name="connsiteX48" fmla="*/ 630955 w 1424802"/>
              <a:gd name="connsiteY48" fmla="*/ 1626600 h 1650046"/>
              <a:gd name="connsiteX49" fmla="*/ 572339 w 1424802"/>
              <a:gd name="connsiteY49" fmla="*/ 1620738 h 1650046"/>
              <a:gd name="connsiteX50" fmla="*/ 476812 w 1424802"/>
              <a:gd name="connsiteY50" fmla="*/ 1626600 h 1650046"/>
              <a:gd name="connsiteX51" fmla="*/ 155426 w 1424802"/>
              <a:gd name="connsiteY51" fmla="*/ 1597292 h 1650046"/>
              <a:gd name="connsiteX52" fmla="*/ 83418 w 1424802"/>
              <a:gd name="connsiteY52" fmla="*/ 1525284 h 1650046"/>
              <a:gd name="connsiteX53" fmla="*/ 50662 w 1424802"/>
              <a:gd name="connsiteY53" fmla="*/ 1474200 h 1650046"/>
              <a:gd name="connsiteX54" fmla="*/ 33078 w 1424802"/>
              <a:gd name="connsiteY54" fmla="*/ 1456615 h 1650046"/>
              <a:gd name="connsiteX55" fmla="*/ 21355 w 1424802"/>
              <a:gd name="connsiteY55" fmla="*/ 1415584 h 1650046"/>
              <a:gd name="connsiteX56" fmla="*/ 9632 w 1424802"/>
              <a:gd name="connsiteY56" fmla="*/ 1368692 h 1650046"/>
              <a:gd name="connsiteX57" fmla="*/ 9632 w 1424802"/>
              <a:gd name="connsiteY57" fmla="*/ 1169400 h 1650046"/>
              <a:gd name="connsiteX58" fmla="*/ 15493 w 1424802"/>
              <a:gd name="connsiteY58" fmla="*/ 1151815 h 1650046"/>
              <a:gd name="connsiteX59" fmla="*/ 21355 w 1424802"/>
              <a:gd name="connsiteY59" fmla="*/ 1099061 h 1650046"/>
              <a:gd name="connsiteX60" fmla="*/ 27216 w 1424802"/>
              <a:gd name="connsiteY60" fmla="*/ 1081477 h 1650046"/>
              <a:gd name="connsiteX61" fmla="*/ 33078 w 1424802"/>
              <a:gd name="connsiteY61" fmla="*/ 1046307 h 1650046"/>
              <a:gd name="connsiteX62" fmla="*/ 50662 w 1424802"/>
              <a:gd name="connsiteY62" fmla="*/ 1005277 h 1650046"/>
              <a:gd name="connsiteX63" fmla="*/ 62385 w 1424802"/>
              <a:gd name="connsiteY63" fmla="*/ 964246 h 1650046"/>
              <a:gd name="connsiteX64" fmla="*/ 74108 w 1424802"/>
              <a:gd name="connsiteY64" fmla="*/ 940800 h 1650046"/>
              <a:gd name="connsiteX65" fmla="*/ 85832 w 1424802"/>
              <a:gd name="connsiteY65" fmla="*/ 899769 h 1650046"/>
              <a:gd name="connsiteX66" fmla="*/ 91693 w 1424802"/>
              <a:gd name="connsiteY66" fmla="*/ 882184 h 1650046"/>
              <a:gd name="connsiteX67" fmla="*/ 97555 w 1424802"/>
              <a:gd name="connsiteY67" fmla="*/ 852877 h 1650046"/>
              <a:gd name="connsiteX68" fmla="*/ 103416 w 1424802"/>
              <a:gd name="connsiteY68" fmla="*/ 835292 h 1650046"/>
              <a:gd name="connsiteX69" fmla="*/ 102366 w 1424802"/>
              <a:gd name="connsiteY69" fmla="*/ 772661 h 1650046"/>
              <a:gd name="connsiteX70" fmla="*/ 83418 w 1424802"/>
              <a:gd name="connsiteY70" fmla="*/ 661188 h 1650046"/>
              <a:gd name="connsiteX71" fmla="*/ 34270 w 1424802"/>
              <a:gd name="connsiteY71"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07706 w 1424802"/>
              <a:gd name="connsiteY33" fmla="*/ 1093461 h 1650046"/>
              <a:gd name="connsiteX34" fmla="*/ 1353869 w 1424802"/>
              <a:gd name="connsiteY34" fmla="*/ 1173135 h 1650046"/>
              <a:gd name="connsiteX35" fmla="*/ 1379755 w 1424802"/>
              <a:gd name="connsiteY35" fmla="*/ 1237514 h 1650046"/>
              <a:gd name="connsiteX36" fmla="*/ 1410539 w 1424802"/>
              <a:gd name="connsiteY36" fmla="*/ 1351107 h 1650046"/>
              <a:gd name="connsiteX37" fmla="*/ 1404287 w 1424802"/>
              <a:gd name="connsiteY37" fmla="*/ 1474733 h 1650046"/>
              <a:gd name="connsiteX38" fmla="*/ 1287447 w 1424802"/>
              <a:gd name="connsiteY38" fmla="*/ 1609015 h 1650046"/>
              <a:gd name="connsiteX39" fmla="*/ 1269862 w 1424802"/>
              <a:gd name="connsiteY39" fmla="*/ 1620738 h 1650046"/>
              <a:gd name="connsiteX40" fmla="*/ 1234693 w 1424802"/>
              <a:gd name="connsiteY40" fmla="*/ 1632461 h 1650046"/>
              <a:gd name="connsiteX41" fmla="*/ 1217108 w 1424802"/>
              <a:gd name="connsiteY41" fmla="*/ 1638323 h 1650046"/>
              <a:gd name="connsiteX42" fmla="*/ 1176078 w 1424802"/>
              <a:gd name="connsiteY42" fmla="*/ 1644184 h 1650046"/>
              <a:gd name="connsiteX43" fmla="*/ 1140908 w 1424802"/>
              <a:gd name="connsiteY43" fmla="*/ 1650046 h 1650046"/>
              <a:gd name="connsiteX44" fmla="*/ 900585 w 1424802"/>
              <a:gd name="connsiteY44" fmla="*/ 1644184 h 1650046"/>
              <a:gd name="connsiteX45" fmla="*/ 883001 w 1424802"/>
              <a:gd name="connsiteY45" fmla="*/ 1638323 h 1650046"/>
              <a:gd name="connsiteX46" fmla="*/ 800939 w 1424802"/>
              <a:gd name="connsiteY46" fmla="*/ 1632461 h 1650046"/>
              <a:gd name="connsiteX47" fmla="*/ 630955 w 1424802"/>
              <a:gd name="connsiteY47" fmla="*/ 1626600 h 1650046"/>
              <a:gd name="connsiteX48" fmla="*/ 572339 w 1424802"/>
              <a:gd name="connsiteY48" fmla="*/ 1620738 h 1650046"/>
              <a:gd name="connsiteX49" fmla="*/ 476812 w 1424802"/>
              <a:gd name="connsiteY49" fmla="*/ 1626600 h 1650046"/>
              <a:gd name="connsiteX50" fmla="*/ 155426 w 1424802"/>
              <a:gd name="connsiteY50" fmla="*/ 1597292 h 1650046"/>
              <a:gd name="connsiteX51" fmla="*/ 83418 w 1424802"/>
              <a:gd name="connsiteY51" fmla="*/ 1525284 h 1650046"/>
              <a:gd name="connsiteX52" fmla="*/ 50662 w 1424802"/>
              <a:gd name="connsiteY52" fmla="*/ 1474200 h 1650046"/>
              <a:gd name="connsiteX53" fmla="*/ 33078 w 1424802"/>
              <a:gd name="connsiteY53" fmla="*/ 1456615 h 1650046"/>
              <a:gd name="connsiteX54" fmla="*/ 21355 w 1424802"/>
              <a:gd name="connsiteY54" fmla="*/ 1415584 h 1650046"/>
              <a:gd name="connsiteX55" fmla="*/ 9632 w 1424802"/>
              <a:gd name="connsiteY55" fmla="*/ 1368692 h 1650046"/>
              <a:gd name="connsiteX56" fmla="*/ 9632 w 1424802"/>
              <a:gd name="connsiteY56" fmla="*/ 1169400 h 1650046"/>
              <a:gd name="connsiteX57" fmla="*/ 15493 w 1424802"/>
              <a:gd name="connsiteY57" fmla="*/ 1151815 h 1650046"/>
              <a:gd name="connsiteX58" fmla="*/ 21355 w 1424802"/>
              <a:gd name="connsiteY58" fmla="*/ 1099061 h 1650046"/>
              <a:gd name="connsiteX59" fmla="*/ 27216 w 1424802"/>
              <a:gd name="connsiteY59" fmla="*/ 1081477 h 1650046"/>
              <a:gd name="connsiteX60" fmla="*/ 33078 w 1424802"/>
              <a:gd name="connsiteY60" fmla="*/ 1046307 h 1650046"/>
              <a:gd name="connsiteX61" fmla="*/ 50662 w 1424802"/>
              <a:gd name="connsiteY61" fmla="*/ 1005277 h 1650046"/>
              <a:gd name="connsiteX62" fmla="*/ 62385 w 1424802"/>
              <a:gd name="connsiteY62" fmla="*/ 964246 h 1650046"/>
              <a:gd name="connsiteX63" fmla="*/ 74108 w 1424802"/>
              <a:gd name="connsiteY63" fmla="*/ 940800 h 1650046"/>
              <a:gd name="connsiteX64" fmla="*/ 85832 w 1424802"/>
              <a:gd name="connsiteY64" fmla="*/ 899769 h 1650046"/>
              <a:gd name="connsiteX65" fmla="*/ 91693 w 1424802"/>
              <a:gd name="connsiteY65" fmla="*/ 882184 h 1650046"/>
              <a:gd name="connsiteX66" fmla="*/ 97555 w 1424802"/>
              <a:gd name="connsiteY66" fmla="*/ 852877 h 1650046"/>
              <a:gd name="connsiteX67" fmla="*/ 103416 w 1424802"/>
              <a:gd name="connsiteY67" fmla="*/ 835292 h 1650046"/>
              <a:gd name="connsiteX68" fmla="*/ 102366 w 1424802"/>
              <a:gd name="connsiteY68" fmla="*/ 772661 h 1650046"/>
              <a:gd name="connsiteX69" fmla="*/ 83418 w 1424802"/>
              <a:gd name="connsiteY69" fmla="*/ 661188 h 1650046"/>
              <a:gd name="connsiteX70" fmla="*/ 34270 w 1424802"/>
              <a:gd name="connsiteY70"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35657 w 1424802"/>
              <a:gd name="connsiteY31" fmla="*/ 1021434 h 1650046"/>
              <a:gd name="connsiteX32" fmla="*/ 1307706 w 1424802"/>
              <a:gd name="connsiteY32" fmla="*/ 1093461 h 1650046"/>
              <a:gd name="connsiteX33" fmla="*/ 1353869 w 1424802"/>
              <a:gd name="connsiteY33" fmla="*/ 1173135 h 1650046"/>
              <a:gd name="connsiteX34" fmla="*/ 1379755 w 1424802"/>
              <a:gd name="connsiteY34" fmla="*/ 1237514 h 1650046"/>
              <a:gd name="connsiteX35" fmla="*/ 1410539 w 1424802"/>
              <a:gd name="connsiteY35" fmla="*/ 1351107 h 1650046"/>
              <a:gd name="connsiteX36" fmla="*/ 1404287 w 1424802"/>
              <a:gd name="connsiteY36" fmla="*/ 1474733 h 1650046"/>
              <a:gd name="connsiteX37" fmla="*/ 1287447 w 1424802"/>
              <a:gd name="connsiteY37" fmla="*/ 1609015 h 1650046"/>
              <a:gd name="connsiteX38" fmla="*/ 1269862 w 1424802"/>
              <a:gd name="connsiteY38" fmla="*/ 1620738 h 1650046"/>
              <a:gd name="connsiteX39" fmla="*/ 1234693 w 1424802"/>
              <a:gd name="connsiteY39" fmla="*/ 1632461 h 1650046"/>
              <a:gd name="connsiteX40" fmla="*/ 1217108 w 1424802"/>
              <a:gd name="connsiteY40" fmla="*/ 1638323 h 1650046"/>
              <a:gd name="connsiteX41" fmla="*/ 1176078 w 1424802"/>
              <a:gd name="connsiteY41" fmla="*/ 1644184 h 1650046"/>
              <a:gd name="connsiteX42" fmla="*/ 1140908 w 1424802"/>
              <a:gd name="connsiteY42" fmla="*/ 1650046 h 1650046"/>
              <a:gd name="connsiteX43" fmla="*/ 900585 w 1424802"/>
              <a:gd name="connsiteY43" fmla="*/ 1644184 h 1650046"/>
              <a:gd name="connsiteX44" fmla="*/ 883001 w 1424802"/>
              <a:gd name="connsiteY44" fmla="*/ 1638323 h 1650046"/>
              <a:gd name="connsiteX45" fmla="*/ 800939 w 1424802"/>
              <a:gd name="connsiteY45" fmla="*/ 1632461 h 1650046"/>
              <a:gd name="connsiteX46" fmla="*/ 630955 w 1424802"/>
              <a:gd name="connsiteY46" fmla="*/ 1626600 h 1650046"/>
              <a:gd name="connsiteX47" fmla="*/ 572339 w 1424802"/>
              <a:gd name="connsiteY47" fmla="*/ 1620738 h 1650046"/>
              <a:gd name="connsiteX48" fmla="*/ 476812 w 1424802"/>
              <a:gd name="connsiteY48" fmla="*/ 1626600 h 1650046"/>
              <a:gd name="connsiteX49" fmla="*/ 155426 w 1424802"/>
              <a:gd name="connsiteY49" fmla="*/ 1597292 h 1650046"/>
              <a:gd name="connsiteX50" fmla="*/ 83418 w 1424802"/>
              <a:gd name="connsiteY50" fmla="*/ 1525284 h 1650046"/>
              <a:gd name="connsiteX51" fmla="*/ 50662 w 1424802"/>
              <a:gd name="connsiteY51" fmla="*/ 1474200 h 1650046"/>
              <a:gd name="connsiteX52" fmla="*/ 33078 w 1424802"/>
              <a:gd name="connsiteY52" fmla="*/ 1456615 h 1650046"/>
              <a:gd name="connsiteX53" fmla="*/ 21355 w 1424802"/>
              <a:gd name="connsiteY53" fmla="*/ 1415584 h 1650046"/>
              <a:gd name="connsiteX54" fmla="*/ 9632 w 1424802"/>
              <a:gd name="connsiteY54" fmla="*/ 1368692 h 1650046"/>
              <a:gd name="connsiteX55" fmla="*/ 9632 w 1424802"/>
              <a:gd name="connsiteY55" fmla="*/ 1169400 h 1650046"/>
              <a:gd name="connsiteX56" fmla="*/ 15493 w 1424802"/>
              <a:gd name="connsiteY56" fmla="*/ 1151815 h 1650046"/>
              <a:gd name="connsiteX57" fmla="*/ 21355 w 1424802"/>
              <a:gd name="connsiteY57" fmla="*/ 1099061 h 1650046"/>
              <a:gd name="connsiteX58" fmla="*/ 27216 w 1424802"/>
              <a:gd name="connsiteY58" fmla="*/ 1081477 h 1650046"/>
              <a:gd name="connsiteX59" fmla="*/ 33078 w 1424802"/>
              <a:gd name="connsiteY59" fmla="*/ 1046307 h 1650046"/>
              <a:gd name="connsiteX60" fmla="*/ 50662 w 1424802"/>
              <a:gd name="connsiteY60" fmla="*/ 1005277 h 1650046"/>
              <a:gd name="connsiteX61" fmla="*/ 62385 w 1424802"/>
              <a:gd name="connsiteY61" fmla="*/ 964246 h 1650046"/>
              <a:gd name="connsiteX62" fmla="*/ 74108 w 1424802"/>
              <a:gd name="connsiteY62" fmla="*/ 940800 h 1650046"/>
              <a:gd name="connsiteX63" fmla="*/ 85832 w 1424802"/>
              <a:gd name="connsiteY63" fmla="*/ 899769 h 1650046"/>
              <a:gd name="connsiteX64" fmla="*/ 91693 w 1424802"/>
              <a:gd name="connsiteY64" fmla="*/ 882184 h 1650046"/>
              <a:gd name="connsiteX65" fmla="*/ 97555 w 1424802"/>
              <a:gd name="connsiteY65" fmla="*/ 852877 h 1650046"/>
              <a:gd name="connsiteX66" fmla="*/ 103416 w 1424802"/>
              <a:gd name="connsiteY66" fmla="*/ 835292 h 1650046"/>
              <a:gd name="connsiteX67" fmla="*/ 102366 w 1424802"/>
              <a:gd name="connsiteY67" fmla="*/ 772661 h 1650046"/>
              <a:gd name="connsiteX68" fmla="*/ 83418 w 1424802"/>
              <a:gd name="connsiteY68" fmla="*/ 661188 h 1650046"/>
              <a:gd name="connsiteX69" fmla="*/ 34270 w 1424802"/>
              <a:gd name="connsiteY6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35657 w 1424802"/>
              <a:gd name="connsiteY30" fmla="*/ 1021434 h 1650046"/>
              <a:gd name="connsiteX31" fmla="*/ 1307706 w 1424802"/>
              <a:gd name="connsiteY31" fmla="*/ 1093461 h 1650046"/>
              <a:gd name="connsiteX32" fmla="*/ 1353869 w 1424802"/>
              <a:gd name="connsiteY32" fmla="*/ 1173135 h 1650046"/>
              <a:gd name="connsiteX33" fmla="*/ 1379755 w 1424802"/>
              <a:gd name="connsiteY33" fmla="*/ 1237514 h 1650046"/>
              <a:gd name="connsiteX34" fmla="*/ 1410539 w 1424802"/>
              <a:gd name="connsiteY34" fmla="*/ 1351107 h 1650046"/>
              <a:gd name="connsiteX35" fmla="*/ 1404287 w 1424802"/>
              <a:gd name="connsiteY35" fmla="*/ 1474733 h 1650046"/>
              <a:gd name="connsiteX36" fmla="*/ 1287447 w 1424802"/>
              <a:gd name="connsiteY36" fmla="*/ 1609015 h 1650046"/>
              <a:gd name="connsiteX37" fmla="*/ 1269862 w 1424802"/>
              <a:gd name="connsiteY37" fmla="*/ 1620738 h 1650046"/>
              <a:gd name="connsiteX38" fmla="*/ 1234693 w 1424802"/>
              <a:gd name="connsiteY38" fmla="*/ 1632461 h 1650046"/>
              <a:gd name="connsiteX39" fmla="*/ 1217108 w 1424802"/>
              <a:gd name="connsiteY39" fmla="*/ 1638323 h 1650046"/>
              <a:gd name="connsiteX40" fmla="*/ 1176078 w 1424802"/>
              <a:gd name="connsiteY40" fmla="*/ 1644184 h 1650046"/>
              <a:gd name="connsiteX41" fmla="*/ 1140908 w 1424802"/>
              <a:gd name="connsiteY41" fmla="*/ 1650046 h 1650046"/>
              <a:gd name="connsiteX42" fmla="*/ 900585 w 1424802"/>
              <a:gd name="connsiteY42" fmla="*/ 1644184 h 1650046"/>
              <a:gd name="connsiteX43" fmla="*/ 883001 w 1424802"/>
              <a:gd name="connsiteY43" fmla="*/ 1638323 h 1650046"/>
              <a:gd name="connsiteX44" fmla="*/ 800939 w 1424802"/>
              <a:gd name="connsiteY44" fmla="*/ 1632461 h 1650046"/>
              <a:gd name="connsiteX45" fmla="*/ 630955 w 1424802"/>
              <a:gd name="connsiteY45" fmla="*/ 1626600 h 1650046"/>
              <a:gd name="connsiteX46" fmla="*/ 572339 w 1424802"/>
              <a:gd name="connsiteY46" fmla="*/ 1620738 h 1650046"/>
              <a:gd name="connsiteX47" fmla="*/ 476812 w 1424802"/>
              <a:gd name="connsiteY47" fmla="*/ 1626600 h 1650046"/>
              <a:gd name="connsiteX48" fmla="*/ 155426 w 1424802"/>
              <a:gd name="connsiteY48" fmla="*/ 1597292 h 1650046"/>
              <a:gd name="connsiteX49" fmla="*/ 83418 w 1424802"/>
              <a:gd name="connsiteY49" fmla="*/ 1525284 h 1650046"/>
              <a:gd name="connsiteX50" fmla="*/ 50662 w 1424802"/>
              <a:gd name="connsiteY50" fmla="*/ 1474200 h 1650046"/>
              <a:gd name="connsiteX51" fmla="*/ 33078 w 1424802"/>
              <a:gd name="connsiteY51" fmla="*/ 1456615 h 1650046"/>
              <a:gd name="connsiteX52" fmla="*/ 21355 w 1424802"/>
              <a:gd name="connsiteY52" fmla="*/ 1415584 h 1650046"/>
              <a:gd name="connsiteX53" fmla="*/ 9632 w 1424802"/>
              <a:gd name="connsiteY53" fmla="*/ 1368692 h 1650046"/>
              <a:gd name="connsiteX54" fmla="*/ 9632 w 1424802"/>
              <a:gd name="connsiteY54" fmla="*/ 1169400 h 1650046"/>
              <a:gd name="connsiteX55" fmla="*/ 15493 w 1424802"/>
              <a:gd name="connsiteY55" fmla="*/ 1151815 h 1650046"/>
              <a:gd name="connsiteX56" fmla="*/ 21355 w 1424802"/>
              <a:gd name="connsiteY56" fmla="*/ 1099061 h 1650046"/>
              <a:gd name="connsiteX57" fmla="*/ 27216 w 1424802"/>
              <a:gd name="connsiteY57" fmla="*/ 1081477 h 1650046"/>
              <a:gd name="connsiteX58" fmla="*/ 33078 w 1424802"/>
              <a:gd name="connsiteY58" fmla="*/ 1046307 h 1650046"/>
              <a:gd name="connsiteX59" fmla="*/ 50662 w 1424802"/>
              <a:gd name="connsiteY59" fmla="*/ 1005277 h 1650046"/>
              <a:gd name="connsiteX60" fmla="*/ 62385 w 1424802"/>
              <a:gd name="connsiteY60" fmla="*/ 964246 h 1650046"/>
              <a:gd name="connsiteX61" fmla="*/ 74108 w 1424802"/>
              <a:gd name="connsiteY61" fmla="*/ 940800 h 1650046"/>
              <a:gd name="connsiteX62" fmla="*/ 85832 w 1424802"/>
              <a:gd name="connsiteY62" fmla="*/ 899769 h 1650046"/>
              <a:gd name="connsiteX63" fmla="*/ 91693 w 1424802"/>
              <a:gd name="connsiteY63" fmla="*/ 882184 h 1650046"/>
              <a:gd name="connsiteX64" fmla="*/ 97555 w 1424802"/>
              <a:gd name="connsiteY64" fmla="*/ 852877 h 1650046"/>
              <a:gd name="connsiteX65" fmla="*/ 103416 w 1424802"/>
              <a:gd name="connsiteY65" fmla="*/ 835292 h 1650046"/>
              <a:gd name="connsiteX66" fmla="*/ 102366 w 1424802"/>
              <a:gd name="connsiteY66" fmla="*/ 772661 h 1650046"/>
              <a:gd name="connsiteX67" fmla="*/ 83418 w 1424802"/>
              <a:gd name="connsiteY67" fmla="*/ 661188 h 1650046"/>
              <a:gd name="connsiteX68" fmla="*/ 34270 w 1424802"/>
              <a:gd name="connsiteY6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35657 w 1424802"/>
              <a:gd name="connsiteY29" fmla="*/ 1021434 h 1650046"/>
              <a:gd name="connsiteX30" fmla="*/ 1307706 w 1424802"/>
              <a:gd name="connsiteY30" fmla="*/ 1093461 h 1650046"/>
              <a:gd name="connsiteX31" fmla="*/ 1353869 w 1424802"/>
              <a:gd name="connsiteY31" fmla="*/ 1173135 h 1650046"/>
              <a:gd name="connsiteX32" fmla="*/ 1379755 w 1424802"/>
              <a:gd name="connsiteY32" fmla="*/ 1237514 h 1650046"/>
              <a:gd name="connsiteX33" fmla="*/ 1410539 w 1424802"/>
              <a:gd name="connsiteY33" fmla="*/ 1351107 h 1650046"/>
              <a:gd name="connsiteX34" fmla="*/ 1404287 w 1424802"/>
              <a:gd name="connsiteY34" fmla="*/ 1474733 h 1650046"/>
              <a:gd name="connsiteX35" fmla="*/ 1287447 w 1424802"/>
              <a:gd name="connsiteY35" fmla="*/ 1609015 h 1650046"/>
              <a:gd name="connsiteX36" fmla="*/ 1269862 w 1424802"/>
              <a:gd name="connsiteY36" fmla="*/ 1620738 h 1650046"/>
              <a:gd name="connsiteX37" fmla="*/ 1234693 w 1424802"/>
              <a:gd name="connsiteY37" fmla="*/ 1632461 h 1650046"/>
              <a:gd name="connsiteX38" fmla="*/ 1217108 w 1424802"/>
              <a:gd name="connsiteY38" fmla="*/ 1638323 h 1650046"/>
              <a:gd name="connsiteX39" fmla="*/ 1176078 w 1424802"/>
              <a:gd name="connsiteY39" fmla="*/ 1644184 h 1650046"/>
              <a:gd name="connsiteX40" fmla="*/ 1140908 w 1424802"/>
              <a:gd name="connsiteY40" fmla="*/ 1650046 h 1650046"/>
              <a:gd name="connsiteX41" fmla="*/ 900585 w 1424802"/>
              <a:gd name="connsiteY41" fmla="*/ 1644184 h 1650046"/>
              <a:gd name="connsiteX42" fmla="*/ 883001 w 1424802"/>
              <a:gd name="connsiteY42" fmla="*/ 1638323 h 1650046"/>
              <a:gd name="connsiteX43" fmla="*/ 800939 w 1424802"/>
              <a:gd name="connsiteY43" fmla="*/ 1632461 h 1650046"/>
              <a:gd name="connsiteX44" fmla="*/ 630955 w 1424802"/>
              <a:gd name="connsiteY44" fmla="*/ 1626600 h 1650046"/>
              <a:gd name="connsiteX45" fmla="*/ 572339 w 1424802"/>
              <a:gd name="connsiteY45" fmla="*/ 1620738 h 1650046"/>
              <a:gd name="connsiteX46" fmla="*/ 476812 w 1424802"/>
              <a:gd name="connsiteY46" fmla="*/ 1626600 h 1650046"/>
              <a:gd name="connsiteX47" fmla="*/ 155426 w 1424802"/>
              <a:gd name="connsiteY47" fmla="*/ 1597292 h 1650046"/>
              <a:gd name="connsiteX48" fmla="*/ 83418 w 1424802"/>
              <a:gd name="connsiteY48" fmla="*/ 1525284 h 1650046"/>
              <a:gd name="connsiteX49" fmla="*/ 50662 w 1424802"/>
              <a:gd name="connsiteY49" fmla="*/ 1474200 h 1650046"/>
              <a:gd name="connsiteX50" fmla="*/ 33078 w 1424802"/>
              <a:gd name="connsiteY50" fmla="*/ 1456615 h 1650046"/>
              <a:gd name="connsiteX51" fmla="*/ 21355 w 1424802"/>
              <a:gd name="connsiteY51" fmla="*/ 1415584 h 1650046"/>
              <a:gd name="connsiteX52" fmla="*/ 9632 w 1424802"/>
              <a:gd name="connsiteY52" fmla="*/ 1368692 h 1650046"/>
              <a:gd name="connsiteX53" fmla="*/ 9632 w 1424802"/>
              <a:gd name="connsiteY53" fmla="*/ 1169400 h 1650046"/>
              <a:gd name="connsiteX54" fmla="*/ 15493 w 1424802"/>
              <a:gd name="connsiteY54" fmla="*/ 1151815 h 1650046"/>
              <a:gd name="connsiteX55" fmla="*/ 21355 w 1424802"/>
              <a:gd name="connsiteY55" fmla="*/ 1099061 h 1650046"/>
              <a:gd name="connsiteX56" fmla="*/ 27216 w 1424802"/>
              <a:gd name="connsiteY56" fmla="*/ 1081477 h 1650046"/>
              <a:gd name="connsiteX57" fmla="*/ 33078 w 1424802"/>
              <a:gd name="connsiteY57" fmla="*/ 1046307 h 1650046"/>
              <a:gd name="connsiteX58" fmla="*/ 50662 w 1424802"/>
              <a:gd name="connsiteY58" fmla="*/ 1005277 h 1650046"/>
              <a:gd name="connsiteX59" fmla="*/ 62385 w 1424802"/>
              <a:gd name="connsiteY59" fmla="*/ 964246 h 1650046"/>
              <a:gd name="connsiteX60" fmla="*/ 74108 w 1424802"/>
              <a:gd name="connsiteY60" fmla="*/ 940800 h 1650046"/>
              <a:gd name="connsiteX61" fmla="*/ 85832 w 1424802"/>
              <a:gd name="connsiteY61" fmla="*/ 899769 h 1650046"/>
              <a:gd name="connsiteX62" fmla="*/ 91693 w 1424802"/>
              <a:gd name="connsiteY62" fmla="*/ 882184 h 1650046"/>
              <a:gd name="connsiteX63" fmla="*/ 97555 w 1424802"/>
              <a:gd name="connsiteY63" fmla="*/ 852877 h 1650046"/>
              <a:gd name="connsiteX64" fmla="*/ 103416 w 1424802"/>
              <a:gd name="connsiteY64" fmla="*/ 835292 h 1650046"/>
              <a:gd name="connsiteX65" fmla="*/ 102366 w 1424802"/>
              <a:gd name="connsiteY65" fmla="*/ 772661 h 1650046"/>
              <a:gd name="connsiteX66" fmla="*/ 83418 w 1424802"/>
              <a:gd name="connsiteY66" fmla="*/ 661188 h 1650046"/>
              <a:gd name="connsiteX67" fmla="*/ 34270 w 1424802"/>
              <a:gd name="connsiteY67"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35657 w 1424802"/>
              <a:gd name="connsiteY28" fmla="*/ 1021434 h 1650046"/>
              <a:gd name="connsiteX29" fmla="*/ 1307706 w 1424802"/>
              <a:gd name="connsiteY29" fmla="*/ 1093461 h 1650046"/>
              <a:gd name="connsiteX30" fmla="*/ 1353869 w 1424802"/>
              <a:gd name="connsiteY30" fmla="*/ 1173135 h 1650046"/>
              <a:gd name="connsiteX31" fmla="*/ 1379755 w 1424802"/>
              <a:gd name="connsiteY31" fmla="*/ 1237514 h 1650046"/>
              <a:gd name="connsiteX32" fmla="*/ 1410539 w 1424802"/>
              <a:gd name="connsiteY32" fmla="*/ 1351107 h 1650046"/>
              <a:gd name="connsiteX33" fmla="*/ 1404287 w 1424802"/>
              <a:gd name="connsiteY33" fmla="*/ 1474733 h 1650046"/>
              <a:gd name="connsiteX34" fmla="*/ 1287447 w 1424802"/>
              <a:gd name="connsiteY34" fmla="*/ 1609015 h 1650046"/>
              <a:gd name="connsiteX35" fmla="*/ 1269862 w 1424802"/>
              <a:gd name="connsiteY35" fmla="*/ 1620738 h 1650046"/>
              <a:gd name="connsiteX36" fmla="*/ 1234693 w 1424802"/>
              <a:gd name="connsiteY36" fmla="*/ 1632461 h 1650046"/>
              <a:gd name="connsiteX37" fmla="*/ 1217108 w 1424802"/>
              <a:gd name="connsiteY37" fmla="*/ 1638323 h 1650046"/>
              <a:gd name="connsiteX38" fmla="*/ 1176078 w 1424802"/>
              <a:gd name="connsiteY38" fmla="*/ 1644184 h 1650046"/>
              <a:gd name="connsiteX39" fmla="*/ 1140908 w 1424802"/>
              <a:gd name="connsiteY39" fmla="*/ 1650046 h 1650046"/>
              <a:gd name="connsiteX40" fmla="*/ 900585 w 1424802"/>
              <a:gd name="connsiteY40" fmla="*/ 1644184 h 1650046"/>
              <a:gd name="connsiteX41" fmla="*/ 883001 w 1424802"/>
              <a:gd name="connsiteY41" fmla="*/ 1638323 h 1650046"/>
              <a:gd name="connsiteX42" fmla="*/ 800939 w 1424802"/>
              <a:gd name="connsiteY42" fmla="*/ 1632461 h 1650046"/>
              <a:gd name="connsiteX43" fmla="*/ 630955 w 1424802"/>
              <a:gd name="connsiteY43" fmla="*/ 1626600 h 1650046"/>
              <a:gd name="connsiteX44" fmla="*/ 572339 w 1424802"/>
              <a:gd name="connsiteY44" fmla="*/ 1620738 h 1650046"/>
              <a:gd name="connsiteX45" fmla="*/ 476812 w 1424802"/>
              <a:gd name="connsiteY45" fmla="*/ 1626600 h 1650046"/>
              <a:gd name="connsiteX46" fmla="*/ 155426 w 1424802"/>
              <a:gd name="connsiteY46" fmla="*/ 1597292 h 1650046"/>
              <a:gd name="connsiteX47" fmla="*/ 83418 w 1424802"/>
              <a:gd name="connsiteY47" fmla="*/ 1525284 h 1650046"/>
              <a:gd name="connsiteX48" fmla="*/ 50662 w 1424802"/>
              <a:gd name="connsiteY48" fmla="*/ 1474200 h 1650046"/>
              <a:gd name="connsiteX49" fmla="*/ 33078 w 1424802"/>
              <a:gd name="connsiteY49" fmla="*/ 1456615 h 1650046"/>
              <a:gd name="connsiteX50" fmla="*/ 21355 w 1424802"/>
              <a:gd name="connsiteY50" fmla="*/ 1415584 h 1650046"/>
              <a:gd name="connsiteX51" fmla="*/ 9632 w 1424802"/>
              <a:gd name="connsiteY51" fmla="*/ 1368692 h 1650046"/>
              <a:gd name="connsiteX52" fmla="*/ 9632 w 1424802"/>
              <a:gd name="connsiteY52" fmla="*/ 1169400 h 1650046"/>
              <a:gd name="connsiteX53" fmla="*/ 15493 w 1424802"/>
              <a:gd name="connsiteY53" fmla="*/ 1151815 h 1650046"/>
              <a:gd name="connsiteX54" fmla="*/ 21355 w 1424802"/>
              <a:gd name="connsiteY54" fmla="*/ 1099061 h 1650046"/>
              <a:gd name="connsiteX55" fmla="*/ 27216 w 1424802"/>
              <a:gd name="connsiteY55" fmla="*/ 1081477 h 1650046"/>
              <a:gd name="connsiteX56" fmla="*/ 33078 w 1424802"/>
              <a:gd name="connsiteY56" fmla="*/ 1046307 h 1650046"/>
              <a:gd name="connsiteX57" fmla="*/ 50662 w 1424802"/>
              <a:gd name="connsiteY57" fmla="*/ 1005277 h 1650046"/>
              <a:gd name="connsiteX58" fmla="*/ 62385 w 1424802"/>
              <a:gd name="connsiteY58" fmla="*/ 964246 h 1650046"/>
              <a:gd name="connsiteX59" fmla="*/ 74108 w 1424802"/>
              <a:gd name="connsiteY59" fmla="*/ 940800 h 1650046"/>
              <a:gd name="connsiteX60" fmla="*/ 85832 w 1424802"/>
              <a:gd name="connsiteY60" fmla="*/ 899769 h 1650046"/>
              <a:gd name="connsiteX61" fmla="*/ 91693 w 1424802"/>
              <a:gd name="connsiteY61" fmla="*/ 882184 h 1650046"/>
              <a:gd name="connsiteX62" fmla="*/ 97555 w 1424802"/>
              <a:gd name="connsiteY62" fmla="*/ 852877 h 1650046"/>
              <a:gd name="connsiteX63" fmla="*/ 103416 w 1424802"/>
              <a:gd name="connsiteY63" fmla="*/ 835292 h 1650046"/>
              <a:gd name="connsiteX64" fmla="*/ 102366 w 1424802"/>
              <a:gd name="connsiteY64" fmla="*/ 772661 h 1650046"/>
              <a:gd name="connsiteX65" fmla="*/ 83418 w 1424802"/>
              <a:gd name="connsiteY65" fmla="*/ 661188 h 1650046"/>
              <a:gd name="connsiteX66" fmla="*/ 34270 w 1424802"/>
              <a:gd name="connsiteY66"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091559 w 1424802"/>
              <a:gd name="connsiteY26" fmla="*/ 805354 h 1650046"/>
              <a:gd name="connsiteX27" fmla="*/ 1235657 w 1424802"/>
              <a:gd name="connsiteY27" fmla="*/ 1021434 h 1650046"/>
              <a:gd name="connsiteX28" fmla="*/ 1307706 w 1424802"/>
              <a:gd name="connsiteY28" fmla="*/ 1093461 h 1650046"/>
              <a:gd name="connsiteX29" fmla="*/ 1353869 w 1424802"/>
              <a:gd name="connsiteY29" fmla="*/ 1173135 h 1650046"/>
              <a:gd name="connsiteX30" fmla="*/ 1379755 w 1424802"/>
              <a:gd name="connsiteY30" fmla="*/ 1237514 h 1650046"/>
              <a:gd name="connsiteX31" fmla="*/ 1410539 w 1424802"/>
              <a:gd name="connsiteY31" fmla="*/ 1351107 h 1650046"/>
              <a:gd name="connsiteX32" fmla="*/ 1404287 w 1424802"/>
              <a:gd name="connsiteY32" fmla="*/ 1474733 h 1650046"/>
              <a:gd name="connsiteX33" fmla="*/ 1287447 w 1424802"/>
              <a:gd name="connsiteY33" fmla="*/ 1609015 h 1650046"/>
              <a:gd name="connsiteX34" fmla="*/ 1269862 w 1424802"/>
              <a:gd name="connsiteY34" fmla="*/ 1620738 h 1650046"/>
              <a:gd name="connsiteX35" fmla="*/ 1234693 w 1424802"/>
              <a:gd name="connsiteY35" fmla="*/ 1632461 h 1650046"/>
              <a:gd name="connsiteX36" fmla="*/ 1217108 w 1424802"/>
              <a:gd name="connsiteY36" fmla="*/ 1638323 h 1650046"/>
              <a:gd name="connsiteX37" fmla="*/ 1176078 w 1424802"/>
              <a:gd name="connsiteY37" fmla="*/ 1644184 h 1650046"/>
              <a:gd name="connsiteX38" fmla="*/ 1140908 w 1424802"/>
              <a:gd name="connsiteY38" fmla="*/ 1650046 h 1650046"/>
              <a:gd name="connsiteX39" fmla="*/ 900585 w 1424802"/>
              <a:gd name="connsiteY39" fmla="*/ 1644184 h 1650046"/>
              <a:gd name="connsiteX40" fmla="*/ 883001 w 1424802"/>
              <a:gd name="connsiteY40" fmla="*/ 1638323 h 1650046"/>
              <a:gd name="connsiteX41" fmla="*/ 800939 w 1424802"/>
              <a:gd name="connsiteY41" fmla="*/ 1632461 h 1650046"/>
              <a:gd name="connsiteX42" fmla="*/ 630955 w 1424802"/>
              <a:gd name="connsiteY42" fmla="*/ 1626600 h 1650046"/>
              <a:gd name="connsiteX43" fmla="*/ 572339 w 1424802"/>
              <a:gd name="connsiteY43" fmla="*/ 1620738 h 1650046"/>
              <a:gd name="connsiteX44" fmla="*/ 476812 w 1424802"/>
              <a:gd name="connsiteY44" fmla="*/ 1626600 h 1650046"/>
              <a:gd name="connsiteX45" fmla="*/ 155426 w 1424802"/>
              <a:gd name="connsiteY45" fmla="*/ 1597292 h 1650046"/>
              <a:gd name="connsiteX46" fmla="*/ 83418 w 1424802"/>
              <a:gd name="connsiteY46" fmla="*/ 1525284 h 1650046"/>
              <a:gd name="connsiteX47" fmla="*/ 50662 w 1424802"/>
              <a:gd name="connsiteY47" fmla="*/ 1474200 h 1650046"/>
              <a:gd name="connsiteX48" fmla="*/ 33078 w 1424802"/>
              <a:gd name="connsiteY48" fmla="*/ 1456615 h 1650046"/>
              <a:gd name="connsiteX49" fmla="*/ 21355 w 1424802"/>
              <a:gd name="connsiteY49" fmla="*/ 1415584 h 1650046"/>
              <a:gd name="connsiteX50" fmla="*/ 9632 w 1424802"/>
              <a:gd name="connsiteY50" fmla="*/ 1368692 h 1650046"/>
              <a:gd name="connsiteX51" fmla="*/ 9632 w 1424802"/>
              <a:gd name="connsiteY51" fmla="*/ 1169400 h 1650046"/>
              <a:gd name="connsiteX52" fmla="*/ 15493 w 1424802"/>
              <a:gd name="connsiteY52" fmla="*/ 1151815 h 1650046"/>
              <a:gd name="connsiteX53" fmla="*/ 21355 w 1424802"/>
              <a:gd name="connsiteY53" fmla="*/ 1099061 h 1650046"/>
              <a:gd name="connsiteX54" fmla="*/ 27216 w 1424802"/>
              <a:gd name="connsiteY54" fmla="*/ 1081477 h 1650046"/>
              <a:gd name="connsiteX55" fmla="*/ 33078 w 1424802"/>
              <a:gd name="connsiteY55" fmla="*/ 1046307 h 1650046"/>
              <a:gd name="connsiteX56" fmla="*/ 50662 w 1424802"/>
              <a:gd name="connsiteY56" fmla="*/ 1005277 h 1650046"/>
              <a:gd name="connsiteX57" fmla="*/ 62385 w 1424802"/>
              <a:gd name="connsiteY57" fmla="*/ 964246 h 1650046"/>
              <a:gd name="connsiteX58" fmla="*/ 74108 w 1424802"/>
              <a:gd name="connsiteY58" fmla="*/ 940800 h 1650046"/>
              <a:gd name="connsiteX59" fmla="*/ 85832 w 1424802"/>
              <a:gd name="connsiteY59" fmla="*/ 899769 h 1650046"/>
              <a:gd name="connsiteX60" fmla="*/ 91693 w 1424802"/>
              <a:gd name="connsiteY60" fmla="*/ 882184 h 1650046"/>
              <a:gd name="connsiteX61" fmla="*/ 97555 w 1424802"/>
              <a:gd name="connsiteY61" fmla="*/ 852877 h 1650046"/>
              <a:gd name="connsiteX62" fmla="*/ 103416 w 1424802"/>
              <a:gd name="connsiteY62" fmla="*/ 835292 h 1650046"/>
              <a:gd name="connsiteX63" fmla="*/ 102366 w 1424802"/>
              <a:gd name="connsiteY63" fmla="*/ 772661 h 1650046"/>
              <a:gd name="connsiteX64" fmla="*/ 83418 w 1424802"/>
              <a:gd name="connsiteY64" fmla="*/ 661188 h 1650046"/>
              <a:gd name="connsiteX65" fmla="*/ 34270 w 1424802"/>
              <a:gd name="connsiteY6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091559 w 1424802"/>
              <a:gd name="connsiteY25" fmla="*/ 805354 h 1650046"/>
              <a:gd name="connsiteX26" fmla="*/ 1235657 w 1424802"/>
              <a:gd name="connsiteY26" fmla="*/ 1021434 h 1650046"/>
              <a:gd name="connsiteX27" fmla="*/ 1307706 w 1424802"/>
              <a:gd name="connsiteY27" fmla="*/ 1093461 h 1650046"/>
              <a:gd name="connsiteX28" fmla="*/ 1353869 w 1424802"/>
              <a:gd name="connsiteY28" fmla="*/ 1173135 h 1650046"/>
              <a:gd name="connsiteX29" fmla="*/ 1379755 w 1424802"/>
              <a:gd name="connsiteY29" fmla="*/ 1237514 h 1650046"/>
              <a:gd name="connsiteX30" fmla="*/ 1410539 w 1424802"/>
              <a:gd name="connsiteY30" fmla="*/ 1351107 h 1650046"/>
              <a:gd name="connsiteX31" fmla="*/ 1404287 w 1424802"/>
              <a:gd name="connsiteY31" fmla="*/ 1474733 h 1650046"/>
              <a:gd name="connsiteX32" fmla="*/ 1287447 w 1424802"/>
              <a:gd name="connsiteY32" fmla="*/ 1609015 h 1650046"/>
              <a:gd name="connsiteX33" fmla="*/ 1269862 w 1424802"/>
              <a:gd name="connsiteY33" fmla="*/ 1620738 h 1650046"/>
              <a:gd name="connsiteX34" fmla="*/ 1234693 w 1424802"/>
              <a:gd name="connsiteY34" fmla="*/ 1632461 h 1650046"/>
              <a:gd name="connsiteX35" fmla="*/ 1217108 w 1424802"/>
              <a:gd name="connsiteY35" fmla="*/ 1638323 h 1650046"/>
              <a:gd name="connsiteX36" fmla="*/ 1176078 w 1424802"/>
              <a:gd name="connsiteY36" fmla="*/ 1644184 h 1650046"/>
              <a:gd name="connsiteX37" fmla="*/ 1140908 w 1424802"/>
              <a:gd name="connsiteY37" fmla="*/ 1650046 h 1650046"/>
              <a:gd name="connsiteX38" fmla="*/ 900585 w 1424802"/>
              <a:gd name="connsiteY38" fmla="*/ 1644184 h 1650046"/>
              <a:gd name="connsiteX39" fmla="*/ 883001 w 1424802"/>
              <a:gd name="connsiteY39" fmla="*/ 1638323 h 1650046"/>
              <a:gd name="connsiteX40" fmla="*/ 800939 w 1424802"/>
              <a:gd name="connsiteY40" fmla="*/ 1632461 h 1650046"/>
              <a:gd name="connsiteX41" fmla="*/ 630955 w 1424802"/>
              <a:gd name="connsiteY41" fmla="*/ 1626600 h 1650046"/>
              <a:gd name="connsiteX42" fmla="*/ 572339 w 1424802"/>
              <a:gd name="connsiteY42" fmla="*/ 1620738 h 1650046"/>
              <a:gd name="connsiteX43" fmla="*/ 476812 w 1424802"/>
              <a:gd name="connsiteY43" fmla="*/ 1626600 h 1650046"/>
              <a:gd name="connsiteX44" fmla="*/ 155426 w 1424802"/>
              <a:gd name="connsiteY44" fmla="*/ 1597292 h 1650046"/>
              <a:gd name="connsiteX45" fmla="*/ 83418 w 1424802"/>
              <a:gd name="connsiteY45" fmla="*/ 1525284 h 1650046"/>
              <a:gd name="connsiteX46" fmla="*/ 50662 w 1424802"/>
              <a:gd name="connsiteY46" fmla="*/ 1474200 h 1650046"/>
              <a:gd name="connsiteX47" fmla="*/ 33078 w 1424802"/>
              <a:gd name="connsiteY47" fmla="*/ 1456615 h 1650046"/>
              <a:gd name="connsiteX48" fmla="*/ 21355 w 1424802"/>
              <a:gd name="connsiteY48" fmla="*/ 1415584 h 1650046"/>
              <a:gd name="connsiteX49" fmla="*/ 9632 w 1424802"/>
              <a:gd name="connsiteY49" fmla="*/ 1368692 h 1650046"/>
              <a:gd name="connsiteX50" fmla="*/ 9632 w 1424802"/>
              <a:gd name="connsiteY50" fmla="*/ 1169400 h 1650046"/>
              <a:gd name="connsiteX51" fmla="*/ 15493 w 1424802"/>
              <a:gd name="connsiteY51" fmla="*/ 1151815 h 1650046"/>
              <a:gd name="connsiteX52" fmla="*/ 21355 w 1424802"/>
              <a:gd name="connsiteY52" fmla="*/ 1099061 h 1650046"/>
              <a:gd name="connsiteX53" fmla="*/ 27216 w 1424802"/>
              <a:gd name="connsiteY53" fmla="*/ 1081477 h 1650046"/>
              <a:gd name="connsiteX54" fmla="*/ 33078 w 1424802"/>
              <a:gd name="connsiteY54" fmla="*/ 1046307 h 1650046"/>
              <a:gd name="connsiteX55" fmla="*/ 50662 w 1424802"/>
              <a:gd name="connsiteY55" fmla="*/ 1005277 h 1650046"/>
              <a:gd name="connsiteX56" fmla="*/ 62385 w 1424802"/>
              <a:gd name="connsiteY56" fmla="*/ 964246 h 1650046"/>
              <a:gd name="connsiteX57" fmla="*/ 74108 w 1424802"/>
              <a:gd name="connsiteY57" fmla="*/ 940800 h 1650046"/>
              <a:gd name="connsiteX58" fmla="*/ 85832 w 1424802"/>
              <a:gd name="connsiteY58" fmla="*/ 899769 h 1650046"/>
              <a:gd name="connsiteX59" fmla="*/ 91693 w 1424802"/>
              <a:gd name="connsiteY59" fmla="*/ 882184 h 1650046"/>
              <a:gd name="connsiteX60" fmla="*/ 97555 w 1424802"/>
              <a:gd name="connsiteY60" fmla="*/ 852877 h 1650046"/>
              <a:gd name="connsiteX61" fmla="*/ 103416 w 1424802"/>
              <a:gd name="connsiteY61" fmla="*/ 835292 h 1650046"/>
              <a:gd name="connsiteX62" fmla="*/ 102366 w 1424802"/>
              <a:gd name="connsiteY62" fmla="*/ 772661 h 1650046"/>
              <a:gd name="connsiteX63" fmla="*/ 83418 w 1424802"/>
              <a:gd name="connsiteY63" fmla="*/ 661188 h 1650046"/>
              <a:gd name="connsiteX64" fmla="*/ 34270 w 1424802"/>
              <a:gd name="connsiteY64"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091559 w 1424802"/>
              <a:gd name="connsiteY24" fmla="*/ 805354 h 1650046"/>
              <a:gd name="connsiteX25" fmla="*/ 1235657 w 1424802"/>
              <a:gd name="connsiteY25" fmla="*/ 1021434 h 1650046"/>
              <a:gd name="connsiteX26" fmla="*/ 1307706 w 1424802"/>
              <a:gd name="connsiteY26" fmla="*/ 1093461 h 1650046"/>
              <a:gd name="connsiteX27" fmla="*/ 1353869 w 1424802"/>
              <a:gd name="connsiteY27" fmla="*/ 1173135 h 1650046"/>
              <a:gd name="connsiteX28" fmla="*/ 1379755 w 1424802"/>
              <a:gd name="connsiteY28" fmla="*/ 1237514 h 1650046"/>
              <a:gd name="connsiteX29" fmla="*/ 1410539 w 1424802"/>
              <a:gd name="connsiteY29" fmla="*/ 1351107 h 1650046"/>
              <a:gd name="connsiteX30" fmla="*/ 1404287 w 1424802"/>
              <a:gd name="connsiteY30" fmla="*/ 1474733 h 1650046"/>
              <a:gd name="connsiteX31" fmla="*/ 1287447 w 1424802"/>
              <a:gd name="connsiteY31" fmla="*/ 1609015 h 1650046"/>
              <a:gd name="connsiteX32" fmla="*/ 1269862 w 1424802"/>
              <a:gd name="connsiteY32" fmla="*/ 1620738 h 1650046"/>
              <a:gd name="connsiteX33" fmla="*/ 1234693 w 1424802"/>
              <a:gd name="connsiteY33" fmla="*/ 1632461 h 1650046"/>
              <a:gd name="connsiteX34" fmla="*/ 1217108 w 1424802"/>
              <a:gd name="connsiteY34" fmla="*/ 1638323 h 1650046"/>
              <a:gd name="connsiteX35" fmla="*/ 1176078 w 1424802"/>
              <a:gd name="connsiteY35" fmla="*/ 1644184 h 1650046"/>
              <a:gd name="connsiteX36" fmla="*/ 1140908 w 1424802"/>
              <a:gd name="connsiteY36" fmla="*/ 1650046 h 1650046"/>
              <a:gd name="connsiteX37" fmla="*/ 900585 w 1424802"/>
              <a:gd name="connsiteY37" fmla="*/ 1644184 h 1650046"/>
              <a:gd name="connsiteX38" fmla="*/ 883001 w 1424802"/>
              <a:gd name="connsiteY38" fmla="*/ 1638323 h 1650046"/>
              <a:gd name="connsiteX39" fmla="*/ 800939 w 1424802"/>
              <a:gd name="connsiteY39" fmla="*/ 1632461 h 1650046"/>
              <a:gd name="connsiteX40" fmla="*/ 630955 w 1424802"/>
              <a:gd name="connsiteY40" fmla="*/ 1626600 h 1650046"/>
              <a:gd name="connsiteX41" fmla="*/ 572339 w 1424802"/>
              <a:gd name="connsiteY41" fmla="*/ 1620738 h 1650046"/>
              <a:gd name="connsiteX42" fmla="*/ 476812 w 1424802"/>
              <a:gd name="connsiteY42" fmla="*/ 1626600 h 1650046"/>
              <a:gd name="connsiteX43" fmla="*/ 155426 w 1424802"/>
              <a:gd name="connsiteY43" fmla="*/ 1597292 h 1650046"/>
              <a:gd name="connsiteX44" fmla="*/ 83418 w 1424802"/>
              <a:gd name="connsiteY44" fmla="*/ 1525284 h 1650046"/>
              <a:gd name="connsiteX45" fmla="*/ 50662 w 1424802"/>
              <a:gd name="connsiteY45" fmla="*/ 1474200 h 1650046"/>
              <a:gd name="connsiteX46" fmla="*/ 33078 w 1424802"/>
              <a:gd name="connsiteY46" fmla="*/ 1456615 h 1650046"/>
              <a:gd name="connsiteX47" fmla="*/ 21355 w 1424802"/>
              <a:gd name="connsiteY47" fmla="*/ 1415584 h 1650046"/>
              <a:gd name="connsiteX48" fmla="*/ 9632 w 1424802"/>
              <a:gd name="connsiteY48" fmla="*/ 1368692 h 1650046"/>
              <a:gd name="connsiteX49" fmla="*/ 9632 w 1424802"/>
              <a:gd name="connsiteY49" fmla="*/ 1169400 h 1650046"/>
              <a:gd name="connsiteX50" fmla="*/ 15493 w 1424802"/>
              <a:gd name="connsiteY50" fmla="*/ 1151815 h 1650046"/>
              <a:gd name="connsiteX51" fmla="*/ 21355 w 1424802"/>
              <a:gd name="connsiteY51" fmla="*/ 1099061 h 1650046"/>
              <a:gd name="connsiteX52" fmla="*/ 27216 w 1424802"/>
              <a:gd name="connsiteY52" fmla="*/ 1081477 h 1650046"/>
              <a:gd name="connsiteX53" fmla="*/ 33078 w 1424802"/>
              <a:gd name="connsiteY53" fmla="*/ 1046307 h 1650046"/>
              <a:gd name="connsiteX54" fmla="*/ 50662 w 1424802"/>
              <a:gd name="connsiteY54" fmla="*/ 1005277 h 1650046"/>
              <a:gd name="connsiteX55" fmla="*/ 62385 w 1424802"/>
              <a:gd name="connsiteY55" fmla="*/ 964246 h 1650046"/>
              <a:gd name="connsiteX56" fmla="*/ 74108 w 1424802"/>
              <a:gd name="connsiteY56" fmla="*/ 940800 h 1650046"/>
              <a:gd name="connsiteX57" fmla="*/ 85832 w 1424802"/>
              <a:gd name="connsiteY57" fmla="*/ 899769 h 1650046"/>
              <a:gd name="connsiteX58" fmla="*/ 91693 w 1424802"/>
              <a:gd name="connsiteY58" fmla="*/ 882184 h 1650046"/>
              <a:gd name="connsiteX59" fmla="*/ 97555 w 1424802"/>
              <a:gd name="connsiteY59" fmla="*/ 852877 h 1650046"/>
              <a:gd name="connsiteX60" fmla="*/ 103416 w 1424802"/>
              <a:gd name="connsiteY60" fmla="*/ 835292 h 1650046"/>
              <a:gd name="connsiteX61" fmla="*/ 102366 w 1424802"/>
              <a:gd name="connsiteY61" fmla="*/ 772661 h 1650046"/>
              <a:gd name="connsiteX62" fmla="*/ 83418 w 1424802"/>
              <a:gd name="connsiteY62" fmla="*/ 661188 h 1650046"/>
              <a:gd name="connsiteX63" fmla="*/ 34270 w 1424802"/>
              <a:gd name="connsiteY63"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35047 w 1424802"/>
              <a:gd name="connsiteY22" fmla="*/ 630138 h 1650046"/>
              <a:gd name="connsiteX23" fmla="*/ 1091559 w 1424802"/>
              <a:gd name="connsiteY23" fmla="*/ 805354 h 1650046"/>
              <a:gd name="connsiteX24" fmla="*/ 1235657 w 1424802"/>
              <a:gd name="connsiteY24" fmla="*/ 1021434 h 1650046"/>
              <a:gd name="connsiteX25" fmla="*/ 1307706 w 1424802"/>
              <a:gd name="connsiteY25" fmla="*/ 1093461 h 1650046"/>
              <a:gd name="connsiteX26" fmla="*/ 1353869 w 1424802"/>
              <a:gd name="connsiteY26" fmla="*/ 1173135 h 1650046"/>
              <a:gd name="connsiteX27" fmla="*/ 1379755 w 1424802"/>
              <a:gd name="connsiteY27" fmla="*/ 1237514 h 1650046"/>
              <a:gd name="connsiteX28" fmla="*/ 1410539 w 1424802"/>
              <a:gd name="connsiteY28" fmla="*/ 1351107 h 1650046"/>
              <a:gd name="connsiteX29" fmla="*/ 1404287 w 1424802"/>
              <a:gd name="connsiteY29" fmla="*/ 1474733 h 1650046"/>
              <a:gd name="connsiteX30" fmla="*/ 1287447 w 1424802"/>
              <a:gd name="connsiteY30" fmla="*/ 1609015 h 1650046"/>
              <a:gd name="connsiteX31" fmla="*/ 1269862 w 1424802"/>
              <a:gd name="connsiteY31" fmla="*/ 1620738 h 1650046"/>
              <a:gd name="connsiteX32" fmla="*/ 1234693 w 1424802"/>
              <a:gd name="connsiteY32" fmla="*/ 1632461 h 1650046"/>
              <a:gd name="connsiteX33" fmla="*/ 1217108 w 1424802"/>
              <a:gd name="connsiteY33" fmla="*/ 1638323 h 1650046"/>
              <a:gd name="connsiteX34" fmla="*/ 1176078 w 1424802"/>
              <a:gd name="connsiteY34" fmla="*/ 1644184 h 1650046"/>
              <a:gd name="connsiteX35" fmla="*/ 1140908 w 1424802"/>
              <a:gd name="connsiteY35" fmla="*/ 1650046 h 1650046"/>
              <a:gd name="connsiteX36" fmla="*/ 900585 w 1424802"/>
              <a:gd name="connsiteY36" fmla="*/ 1644184 h 1650046"/>
              <a:gd name="connsiteX37" fmla="*/ 883001 w 1424802"/>
              <a:gd name="connsiteY37" fmla="*/ 1638323 h 1650046"/>
              <a:gd name="connsiteX38" fmla="*/ 800939 w 1424802"/>
              <a:gd name="connsiteY38" fmla="*/ 1632461 h 1650046"/>
              <a:gd name="connsiteX39" fmla="*/ 630955 w 1424802"/>
              <a:gd name="connsiteY39" fmla="*/ 1626600 h 1650046"/>
              <a:gd name="connsiteX40" fmla="*/ 572339 w 1424802"/>
              <a:gd name="connsiteY40" fmla="*/ 1620738 h 1650046"/>
              <a:gd name="connsiteX41" fmla="*/ 476812 w 1424802"/>
              <a:gd name="connsiteY41" fmla="*/ 1626600 h 1650046"/>
              <a:gd name="connsiteX42" fmla="*/ 155426 w 1424802"/>
              <a:gd name="connsiteY42" fmla="*/ 1597292 h 1650046"/>
              <a:gd name="connsiteX43" fmla="*/ 83418 w 1424802"/>
              <a:gd name="connsiteY43" fmla="*/ 1525284 h 1650046"/>
              <a:gd name="connsiteX44" fmla="*/ 50662 w 1424802"/>
              <a:gd name="connsiteY44" fmla="*/ 1474200 h 1650046"/>
              <a:gd name="connsiteX45" fmla="*/ 33078 w 1424802"/>
              <a:gd name="connsiteY45" fmla="*/ 1456615 h 1650046"/>
              <a:gd name="connsiteX46" fmla="*/ 21355 w 1424802"/>
              <a:gd name="connsiteY46" fmla="*/ 1415584 h 1650046"/>
              <a:gd name="connsiteX47" fmla="*/ 9632 w 1424802"/>
              <a:gd name="connsiteY47" fmla="*/ 1368692 h 1650046"/>
              <a:gd name="connsiteX48" fmla="*/ 9632 w 1424802"/>
              <a:gd name="connsiteY48" fmla="*/ 1169400 h 1650046"/>
              <a:gd name="connsiteX49" fmla="*/ 15493 w 1424802"/>
              <a:gd name="connsiteY49" fmla="*/ 1151815 h 1650046"/>
              <a:gd name="connsiteX50" fmla="*/ 21355 w 1424802"/>
              <a:gd name="connsiteY50" fmla="*/ 1099061 h 1650046"/>
              <a:gd name="connsiteX51" fmla="*/ 27216 w 1424802"/>
              <a:gd name="connsiteY51" fmla="*/ 1081477 h 1650046"/>
              <a:gd name="connsiteX52" fmla="*/ 33078 w 1424802"/>
              <a:gd name="connsiteY52" fmla="*/ 1046307 h 1650046"/>
              <a:gd name="connsiteX53" fmla="*/ 50662 w 1424802"/>
              <a:gd name="connsiteY53" fmla="*/ 1005277 h 1650046"/>
              <a:gd name="connsiteX54" fmla="*/ 62385 w 1424802"/>
              <a:gd name="connsiteY54" fmla="*/ 964246 h 1650046"/>
              <a:gd name="connsiteX55" fmla="*/ 74108 w 1424802"/>
              <a:gd name="connsiteY55" fmla="*/ 940800 h 1650046"/>
              <a:gd name="connsiteX56" fmla="*/ 85832 w 1424802"/>
              <a:gd name="connsiteY56" fmla="*/ 899769 h 1650046"/>
              <a:gd name="connsiteX57" fmla="*/ 91693 w 1424802"/>
              <a:gd name="connsiteY57" fmla="*/ 882184 h 1650046"/>
              <a:gd name="connsiteX58" fmla="*/ 97555 w 1424802"/>
              <a:gd name="connsiteY58" fmla="*/ 852877 h 1650046"/>
              <a:gd name="connsiteX59" fmla="*/ 103416 w 1424802"/>
              <a:gd name="connsiteY59" fmla="*/ 835292 h 1650046"/>
              <a:gd name="connsiteX60" fmla="*/ 102366 w 1424802"/>
              <a:gd name="connsiteY60" fmla="*/ 772661 h 1650046"/>
              <a:gd name="connsiteX61" fmla="*/ 83418 w 1424802"/>
              <a:gd name="connsiteY61" fmla="*/ 661188 h 1650046"/>
              <a:gd name="connsiteX62" fmla="*/ 34270 w 1424802"/>
              <a:gd name="connsiteY62"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135047 w 1424802"/>
              <a:gd name="connsiteY21" fmla="*/ 630138 h 1650046"/>
              <a:gd name="connsiteX22" fmla="*/ 1091559 w 1424802"/>
              <a:gd name="connsiteY22" fmla="*/ 805354 h 1650046"/>
              <a:gd name="connsiteX23" fmla="*/ 1235657 w 1424802"/>
              <a:gd name="connsiteY23" fmla="*/ 1021434 h 1650046"/>
              <a:gd name="connsiteX24" fmla="*/ 1307706 w 1424802"/>
              <a:gd name="connsiteY24" fmla="*/ 1093461 h 1650046"/>
              <a:gd name="connsiteX25" fmla="*/ 1353869 w 1424802"/>
              <a:gd name="connsiteY25" fmla="*/ 1173135 h 1650046"/>
              <a:gd name="connsiteX26" fmla="*/ 1379755 w 1424802"/>
              <a:gd name="connsiteY26" fmla="*/ 1237514 h 1650046"/>
              <a:gd name="connsiteX27" fmla="*/ 1410539 w 1424802"/>
              <a:gd name="connsiteY27" fmla="*/ 1351107 h 1650046"/>
              <a:gd name="connsiteX28" fmla="*/ 1404287 w 1424802"/>
              <a:gd name="connsiteY28" fmla="*/ 1474733 h 1650046"/>
              <a:gd name="connsiteX29" fmla="*/ 1287447 w 1424802"/>
              <a:gd name="connsiteY29" fmla="*/ 1609015 h 1650046"/>
              <a:gd name="connsiteX30" fmla="*/ 1269862 w 1424802"/>
              <a:gd name="connsiteY30" fmla="*/ 1620738 h 1650046"/>
              <a:gd name="connsiteX31" fmla="*/ 1234693 w 1424802"/>
              <a:gd name="connsiteY31" fmla="*/ 1632461 h 1650046"/>
              <a:gd name="connsiteX32" fmla="*/ 1217108 w 1424802"/>
              <a:gd name="connsiteY32" fmla="*/ 1638323 h 1650046"/>
              <a:gd name="connsiteX33" fmla="*/ 1176078 w 1424802"/>
              <a:gd name="connsiteY33" fmla="*/ 1644184 h 1650046"/>
              <a:gd name="connsiteX34" fmla="*/ 1140908 w 1424802"/>
              <a:gd name="connsiteY34" fmla="*/ 1650046 h 1650046"/>
              <a:gd name="connsiteX35" fmla="*/ 900585 w 1424802"/>
              <a:gd name="connsiteY35" fmla="*/ 1644184 h 1650046"/>
              <a:gd name="connsiteX36" fmla="*/ 883001 w 1424802"/>
              <a:gd name="connsiteY36" fmla="*/ 1638323 h 1650046"/>
              <a:gd name="connsiteX37" fmla="*/ 800939 w 1424802"/>
              <a:gd name="connsiteY37" fmla="*/ 1632461 h 1650046"/>
              <a:gd name="connsiteX38" fmla="*/ 630955 w 1424802"/>
              <a:gd name="connsiteY38" fmla="*/ 1626600 h 1650046"/>
              <a:gd name="connsiteX39" fmla="*/ 572339 w 1424802"/>
              <a:gd name="connsiteY39" fmla="*/ 1620738 h 1650046"/>
              <a:gd name="connsiteX40" fmla="*/ 476812 w 1424802"/>
              <a:gd name="connsiteY40" fmla="*/ 1626600 h 1650046"/>
              <a:gd name="connsiteX41" fmla="*/ 155426 w 1424802"/>
              <a:gd name="connsiteY41" fmla="*/ 1597292 h 1650046"/>
              <a:gd name="connsiteX42" fmla="*/ 83418 w 1424802"/>
              <a:gd name="connsiteY42" fmla="*/ 1525284 h 1650046"/>
              <a:gd name="connsiteX43" fmla="*/ 50662 w 1424802"/>
              <a:gd name="connsiteY43" fmla="*/ 1474200 h 1650046"/>
              <a:gd name="connsiteX44" fmla="*/ 33078 w 1424802"/>
              <a:gd name="connsiteY44" fmla="*/ 1456615 h 1650046"/>
              <a:gd name="connsiteX45" fmla="*/ 21355 w 1424802"/>
              <a:gd name="connsiteY45" fmla="*/ 1415584 h 1650046"/>
              <a:gd name="connsiteX46" fmla="*/ 9632 w 1424802"/>
              <a:gd name="connsiteY46" fmla="*/ 1368692 h 1650046"/>
              <a:gd name="connsiteX47" fmla="*/ 9632 w 1424802"/>
              <a:gd name="connsiteY47" fmla="*/ 1169400 h 1650046"/>
              <a:gd name="connsiteX48" fmla="*/ 15493 w 1424802"/>
              <a:gd name="connsiteY48" fmla="*/ 1151815 h 1650046"/>
              <a:gd name="connsiteX49" fmla="*/ 21355 w 1424802"/>
              <a:gd name="connsiteY49" fmla="*/ 1099061 h 1650046"/>
              <a:gd name="connsiteX50" fmla="*/ 27216 w 1424802"/>
              <a:gd name="connsiteY50" fmla="*/ 1081477 h 1650046"/>
              <a:gd name="connsiteX51" fmla="*/ 33078 w 1424802"/>
              <a:gd name="connsiteY51" fmla="*/ 1046307 h 1650046"/>
              <a:gd name="connsiteX52" fmla="*/ 50662 w 1424802"/>
              <a:gd name="connsiteY52" fmla="*/ 1005277 h 1650046"/>
              <a:gd name="connsiteX53" fmla="*/ 62385 w 1424802"/>
              <a:gd name="connsiteY53" fmla="*/ 964246 h 1650046"/>
              <a:gd name="connsiteX54" fmla="*/ 74108 w 1424802"/>
              <a:gd name="connsiteY54" fmla="*/ 940800 h 1650046"/>
              <a:gd name="connsiteX55" fmla="*/ 85832 w 1424802"/>
              <a:gd name="connsiteY55" fmla="*/ 899769 h 1650046"/>
              <a:gd name="connsiteX56" fmla="*/ 91693 w 1424802"/>
              <a:gd name="connsiteY56" fmla="*/ 882184 h 1650046"/>
              <a:gd name="connsiteX57" fmla="*/ 97555 w 1424802"/>
              <a:gd name="connsiteY57" fmla="*/ 852877 h 1650046"/>
              <a:gd name="connsiteX58" fmla="*/ 103416 w 1424802"/>
              <a:gd name="connsiteY58" fmla="*/ 835292 h 1650046"/>
              <a:gd name="connsiteX59" fmla="*/ 102366 w 1424802"/>
              <a:gd name="connsiteY59" fmla="*/ 772661 h 1650046"/>
              <a:gd name="connsiteX60" fmla="*/ 83418 w 1424802"/>
              <a:gd name="connsiteY60" fmla="*/ 661188 h 1650046"/>
              <a:gd name="connsiteX61" fmla="*/ 34270 w 1424802"/>
              <a:gd name="connsiteY61"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1559 w 1424802"/>
              <a:gd name="connsiteY21" fmla="*/ 805354 h 1650046"/>
              <a:gd name="connsiteX22" fmla="*/ 1235657 w 1424802"/>
              <a:gd name="connsiteY22" fmla="*/ 1021434 h 1650046"/>
              <a:gd name="connsiteX23" fmla="*/ 1307706 w 1424802"/>
              <a:gd name="connsiteY23" fmla="*/ 1093461 h 1650046"/>
              <a:gd name="connsiteX24" fmla="*/ 1353869 w 1424802"/>
              <a:gd name="connsiteY24" fmla="*/ 1173135 h 1650046"/>
              <a:gd name="connsiteX25" fmla="*/ 1379755 w 1424802"/>
              <a:gd name="connsiteY25" fmla="*/ 1237514 h 1650046"/>
              <a:gd name="connsiteX26" fmla="*/ 1410539 w 1424802"/>
              <a:gd name="connsiteY26" fmla="*/ 1351107 h 1650046"/>
              <a:gd name="connsiteX27" fmla="*/ 1404287 w 1424802"/>
              <a:gd name="connsiteY27" fmla="*/ 1474733 h 1650046"/>
              <a:gd name="connsiteX28" fmla="*/ 1287447 w 1424802"/>
              <a:gd name="connsiteY28" fmla="*/ 1609015 h 1650046"/>
              <a:gd name="connsiteX29" fmla="*/ 1269862 w 1424802"/>
              <a:gd name="connsiteY29" fmla="*/ 1620738 h 1650046"/>
              <a:gd name="connsiteX30" fmla="*/ 1234693 w 1424802"/>
              <a:gd name="connsiteY30" fmla="*/ 1632461 h 1650046"/>
              <a:gd name="connsiteX31" fmla="*/ 1217108 w 1424802"/>
              <a:gd name="connsiteY31" fmla="*/ 1638323 h 1650046"/>
              <a:gd name="connsiteX32" fmla="*/ 1176078 w 1424802"/>
              <a:gd name="connsiteY32" fmla="*/ 1644184 h 1650046"/>
              <a:gd name="connsiteX33" fmla="*/ 1140908 w 1424802"/>
              <a:gd name="connsiteY33" fmla="*/ 1650046 h 1650046"/>
              <a:gd name="connsiteX34" fmla="*/ 900585 w 1424802"/>
              <a:gd name="connsiteY34" fmla="*/ 1644184 h 1650046"/>
              <a:gd name="connsiteX35" fmla="*/ 883001 w 1424802"/>
              <a:gd name="connsiteY35" fmla="*/ 1638323 h 1650046"/>
              <a:gd name="connsiteX36" fmla="*/ 800939 w 1424802"/>
              <a:gd name="connsiteY36" fmla="*/ 1632461 h 1650046"/>
              <a:gd name="connsiteX37" fmla="*/ 630955 w 1424802"/>
              <a:gd name="connsiteY37" fmla="*/ 1626600 h 1650046"/>
              <a:gd name="connsiteX38" fmla="*/ 572339 w 1424802"/>
              <a:gd name="connsiteY38" fmla="*/ 1620738 h 1650046"/>
              <a:gd name="connsiteX39" fmla="*/ 476812 w 1424802"/>
              <a:gd name="connsiteY39" fmla="*/ 1626600 h 1650046"/>
              <a:gd name="connsiteX40" fmla="*/ 155426 w 1424802"/>
              <a:gd name="connsiteY40" fmla="*/ 1597292 h 1650046"/>
              <a:gd name="connsiteX41" fmla="*/ 83418 w 1424802"/>
              <a:gd name="connsiteY41" fmla="*/ 1525284 h 1650046"/>
              <a:gd name="connsiteX42" fmla="*/ 50662 w 1424802"/>
              <a:gd name="connsiteY42" fmla="*/ 1474200 h 1650046"/>
              <a:gd name="connsiteX43" fmla="*/ 33078 w 1424802"/>
              <a:gd name="connsiteY43" fmla="*/ 1456615 h 1650046"/>
              <a:gd name="connsiteX44" fmla="*/ 21355 w 1424802"/>
              <a:gd name="connsiteY44" fmla="*/ 1415584 h 1650046"/>
              <a:gd name="connsiteX45" fmla="*/ 9632 w 1424802"/>
              <a:gd name="connsiteY45" fmla="*/ 1368692 h 1650046"/>
              <a:gd name="connsiteX46" fmla="*/ 9632 w 1424802"/>
              <a:gd name="connsiteY46" fmla="*/ 1169400 h 1650046"/>
              <a:gd name="connsiteX47" fmla="*/ 15493 w 1424802"/>
              <a:gd name="connsiteY47" fmla="*/ 1151815 h 1650046"/>
              <a:gd name="connsiteX48" fmla="*/ 21355 w 1424802"/>
              <a:gd name="connsiteY48" fmla="*/ 1099061 h 1650046"/>
              <a:gd name="connsiteX49" fmla="*/ 27216 w 1424802"/>
              <a:gd name="connsiteY49" fmla="*/ 1081477 h 1650046"/>
              <a:gd name="connsiteX50" fmla="*/ 33078 w 1424802"/>
              <a:gd name="connsiteY50" fmla="*/ 1046307 h 1650046"/>
              <a:gd name="connsiteX51" fmla="*/ 50662 w 1424802"/>
              <a:gd name="connsiteY51" fmla="*/ 1005277 h 1650046"/>
              <a:gd name="connsiteX52" fmla="*/ 62385 w 1424802"/>
              <a:gd name="connsiteY52" fmla="*/ 964246 h 1650046"/>
              <a:gd name="connsiteX53" fmla="*/ 74108 w 1424802"/>
              <a:gd name="connsiteY53" fmla="*/ 940800 h 1650046"/>
              <a:gd name="connsiteX54" fmla="*/ 85832 w 1424802"/>
              <a:gd name="connsiteY54" fmla="*/ 899769 h 1650046"/>
              <a:gd name="connsiteX55" fmla="*/ 91693 w 1424802"/>
              <a:gd name="connsiteY55" fmla="*/ 882184 h 1650046"/>
              <a:gd name="connsiteX56" fmla="*/ 97555 w 1424802"/>
              <a:gd name="connsiteY56" fmla="*/ 852877 h 1650046"/>
              <a:gd name="connsiteX57" fmla="*/ 103416 w 1424802"/>
              <a:gd name="connsiteY57" fmla="*/ 835292 h 1650046"/>
              <a:gd name="connsiteX58" fmla="*/ 102366 w 1424802"/>
              <a:gd name="connsiteY58" fmla="*/ 772661 h 1650046"/>
              <a:gd name="connsiteX59" fmla="*/ 83418 w 1424802"/>
              <a:gd name="connsiteY59" fmla="*/ 661188 h 1650046"/>
              <a:gd name="connsiteX60" fmla="*/ 34270 w 1424802"/>
              <a:gd name="connsiteY60"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91559 w 1424802"/>
              <a:gd name="connsiteY20" fmla="*/ 805354 h 1650046"/>
              <a:gd name="connsiteX21" fmla="*/ 1235657 w 1424802"/>
              <a:gd name="connsiteY21" fmla="*/ 1021434 h 1650046"/>
              <a:gd name="connsiteX22" fmla="*/ 1307706 w 1424802"/>
              <a:gd name="connsiteY22" fmla="*/ 1093461 h 1650046"/>
              <a:gd name="connsiteX23" fmla="*/ 1353869 w 1424802"/>
              <a:gd name="connsiteY23" fmla="*/ 1173135 h 1650046"/>
              <a:gd name="connsiteX24" fmla="*/ 1379755 w 1424802"/>
              <a:gd name="connsiteY24" fmla="*/ 1237514 h 1650046"/>
              <a:gd name="connsiteX25" fmla="*/ 1410539 w 1424802"/>
              <a:gd name="connsiteY25" fmla="*/ 1351107 h 1650046"/>
              <a:gd name="connsiteX26" fmla="*/ 1404287 w 1424802"/>
              <a:gd name="connsiteY26" fmla="*/ 1474733 h 1650046"/>
              <a:gd name="connsiteX27" fmla="*/ 1287447 w 1424802"/>
              <a:gd name="connsiteY27" fmla="*/ 1609015 h 1650046"/>
              <a:gd name="connsiteX28" fmla="*/ 1269862 w 1424802"/>
              <a:gd name="connsiteY28" fmla="*/ 1620738 h 1650046"/>
              <a:gd name="connsiteX29" fmla="*/ 1234693 w 1424802"/>
              <a:gd name="connsiteY29" fmla="*/ 1632461 h 1650046"/>
              <a:gd name="connsiteX30" fmla="*/ 1217108 w 1424802"/>
              <a:gd name="connsiteY30" fmla="*/ 1638323 h 1650046"/>
              <a:gd name="connsiteX31" fmla="*/ 1176078 w 1424802"/>
              <a:gd name="connsiteY31" fmla="*/ 1644184 h 1650046"/>
              <a:gd name="connsiteX32" fmla="*/ 1140908 w 1424802"/>
              <a:gd name="connsiteY32" fmla="*/ 1650046 h 1650046"/>
              <a:gd name="connsiteX33" fmla="*/ 900585 w 1424802"/>
              <a:gd name="connsiteY33" fmla="*/ 1644184 h 1650046"/>
              <a:gd name="connsiteX34" fmla="*/ 883001 w 1424802"/>
              <a:gd name="connsiteY34" fmla="*/ 1638323 h 1650046"/>
              <a:gd name="connsiteX35" fmla="*/ 800939 w 1424802"/>
              <a:gd name="connsiteY35" fmla="*/ 1632461 h 1650046"/>
              <a:gd name="connsiteX36" fmla="*/ 630955 w 1424802"/>
              <a:gd name="connsiteY36" fmla="*/ 1626600 h 1650046"/>
              <a:gd name="connsiteX37" fmla="*/ 572339 w 1424802"/>
              <a:gd name="connsiteY37" fmla="*/ 1620738 h 1650046"/>
              <a:gd name="connsiteX38" fmla="*/ 476812 w 1424802"/>
              <a:gd name="connsiteY38" fmla="*/ 1626600 h 1650046"/>
              <a:gd name="connsiteX39" fmla="*/ 155426 w 1424802"/>
              <a:gd name="connsiteY39" fmla="*/ 1597292 h 1650046"/>
              <a:gd name="connsiteX40" fmla="*/ 83418 w 1424802"/>
              <a:gd name="connsiteY40" fmla="*/ 1525284 h 1650046"/>
              <a:gd name="connsiteX41" fmla="*/ 50662 w 1424802"/>
              <a:gd name="connsiteY41" fmla="*/ 1474200 h 1650046"/>
              <a:gd name="connsiteX42" fmla="*/ 33078 w 1424802"/>
              <a:gd name="connsiteY42" fmla="*/ 1456615 h 1650046"/>
              <a:gd name="connsiteX43" fmla="*/ 21355 w 1424802"/>
              <a:gd name="connsiteY43" fmla="*/ 1415584 h 1650046"/>
              <a:gd name="connsiteX44" fmla="*/ 9632 w 1424802"/>
              <a:gd name="connsiteY44" fmla="*/ 1368692 h 1650046"/>
              <a:gd name="connsiteX45" fmla="*/ 9632 w 1424802"/>
              <a:gd name="connsiteY45" fmla="*/ 1169400 h 1650046"/>
              <a:gd name="connsiteX46" fmla="*/ 15493 w 1424802"/>
              <a:gd name="connsiteY46" fmla="*/ 1151815 h 1650046"/>
              <a:gd name="connsiteX47" fmla="*/ 21355 w 1424802"/>
              <a:gd name="connsiteY47" fmla="*/ 1099061 h 1650046"/>
              <a:gd name="connsiteX48" fmla="*/ 27216 w 1424802"/>
              <a:gd name="connsiteY48" fmla="*/ 1081477 h 1650046"/>
              <a:gd name="connsiteX49" fmla="*/ 33078 w 1424802"/>
              <a:gd name="connsiteY49" fmla="*/ 1046307 h 1650046"/>
              <a:gd name="connsiteX50" fmla="*/ 50662 w 1424802"/>
              <a:gd name="connsiteY50" fmla="*/ 1005277 h 1650046"/>
              <a:gd name="connsiteX51" fmla="*/ 62385 w 1424802"/>
              <a:gd name="connsiteY51" fmla="*/ 964246 h 1650046"/>
              <a:gd name="connsiteX52" fmla="*/ 74108 w 1424802"/>
              <a:gd name="connsiteY52" fmla="*/ 940800 h 1650046"/>
              <a:gd name="connsiteX53" fmla="*/ 85832 w 1424802"/>
              <a:gd name="connsiteY53" fmla="*/ 899769 h 1650046"/>
              <a:gd name="connsiteX54" fmla="*/ 91693 w 1424802"/>
              <a:gd name="connsiteY54" fmla="*/ 882184 h 1650046"/>
              <a:gd name="connsiteX55" fmla="*/ 97555 w 1424802"/>
              <a:gd name="connsiteY55" fmla="*/ 852877 h 1650046"/>
              <a:gd name="connsiteX56" fmla="*/ 103416 w 1424802"/>
              <a:gd name="connsiteY56" fmla="*/ 835292 h 1650046"/>
              <a:gd name="connsiteX57" fmla="*/ 102366 w 1424802"/>
              <a:gd name="connsiteY57" fmla="*/ 772661 h 1650046"/>
              <a:gd name="connsiteX58" fmla="*/ 83418 w 1424802"/>
              <a:gd name="connsiteY58" fmla="*/ 661188 h 1650046"/>
              <a:gd name="connsiteX59" fmla="*/ 34270 w 1424802"/>
              <a:gd name="connsiteY5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91559 w 1424802"/>
              <a:gd name="connsiteY19" fmla="*/ 805354 h 1650046"/>
              <a:gd name="connsiteX20" fmla="*/ 1235657 w 1424802"/>
              <a:gd name="connsiteY20" fmla="*/ 1021434 h 1650046"/>
              <a:gd name="connsiteX21" fmla="*/ 1307706 w 1424802"/>
              <a:gd name="connsiteY21" fmla="*/ 1093461 h 1650046"/>
              <a:gd name="connsiteX22" fmla="*/ 1353869 w 1424802"/>
              <a:gd name="connsiteY22" fmla="*/ 1173135 h 1650046"/>
              <a:gd name="connsiteX23" fmla="*/ 1379755 w 1424802"/>
              <a:gd name="connsiteY23" fmla="*/ 1237514 h 1650046"/>
              <a:gd name="connsiteX24" fmla="*/ 1410539 w 1424802"/>
              <a:gd name="connsiteY24" fmla="*/ 1351107 h 1650046"/>
              <a:gd name="connsiteX25" fmla="*/ 1404287 w 1424802"/>
              <a:gd name="connsiteY25" fmla="*/ 1474733 h 1650046"/>
              <a:gd name="connsiteX26" fmla="*/ 1287447 w 1424802"/>
              <a:gd name="connsiteY26" fmla="*/ 1609015 h 1650046"/>
              <a:gd name="connsiteX27" fmla="*/ 1269862 w 1424802"/>
              <a:gd name="connsiteY27" fmla="*/ 1620738 h 1650046"/>
              <a:gd name="connsiteX28" fmla="*/ 1234693 w 1424802"/>
              <a:gd name="connsiteY28" fmla="*/ 1632461 h 1650046"/>
              <a:gd name="connsiteX29" fmla="*/ 1217108 w 1424802"/>
              <a:gd name="connsiteY29" fmla="*/ 1638323 h 1650046"/>
              <a:gd name="connsiteX30" fmla="*/ 1176078 w 1424802"/>
              <a:gd name="connsiteY30" fmla="*/ 1644184 h 1650046"/>
              <a:gd name="connsiteX31" fmla="*/ 1140908 w 1424802"/>
              <a:gd name="connsiteY31" fmla="*/ 1650046 h 1650046"/>
              <a:gd name="connsiteX32" fmla="*/ 900585 w 1424802"/>
              <a:gd name="connsiteY32" fmla="*/ 1644184 h 1650046"/>
              <a:gd name="connsiteX33" fmla="*/ 883001 w 1424802"/>
              <a:gd name="connsiteY33" fmla="*/ 1638323 h 1650046"/>
              <a:gd name="connsiteX34" fmla="*/ 800939 w 1424802"/>
              <a:gd name="connsiteY34" fmla="*/ 1632461 h 1650046"/>
              <a:gd name="connsiteX35" fmla="*/ 630955 w 1424802"/>
              <a:gd name="connsiteY35" fmla="*/ 1626600 h 1650046"/>
              <a:gd name="connsiteX36" fmla="*/ 572339 w 1424802"/>
              <a:gd name="connsiteY36" fmla="*/ 1620738 h 1650046"/>
              <a:gd name="connsiteX37" fmla="*/ 476812 w 1424802"/>
              <a:gd name="connsiteY37" fmla="*/ 1626600 h 1650046"/>
              <a:gd name="connsiteX38" fmla="*/ 155426 w 1424802"/>
              <a:gd name="connsiteY38" fmla="*/ 1597292 h 1650046"/>
              <a:gd name="connsiteX39" fmla="*/ 83418 w 1424802"/>
              <a:gd name="connsiteY39" fmla="*/ 1525284 h 1650046"/>
              <a:gd name="connsiteX40" fmla="*/ 50662 w 1424802"/>
              <a:gd name="connsiteY40" fmla="*/ 1474200 h 1650046"/>
              <a:gd name="connsiteX41" fmla="*/ 33078 w 1424802"/>
              <a:gd name="connsiteY41" fmla="*/ 1456615 h 1650046"/>
              <a:gd name="connsiteX42" fmla="*/ 21355 w 1424802"/>
              <a:gd name="connsiteY42" fmla="*/ 1415584 h 1650046"/>
              <a:gd name="connsiteX43" fmla="*/ 9632 w 1424802"/>
              <a:gd name="connsiteY43" fmla="*/ 1368692 h 1650046"/>
              <a:gd name="connsiteX44" fmla="*/ 9632 w 1424802"/>
              <a:gd name="connsiteY44" fmla="*/ 1169400 h 1650046"/>
              <a:gd name="connsiteX45" fmla="*/ 15493 w 1424802"/>
              <a:gd name="connsiteY45" fmla="*/ 1151815 h 1650046"/>
              <a:gd name="connsiteX46" fmla="*/ 21355 w 1424802"/>
              <a:gd name="connsiteY46" fmla="*/ 1099061 h 1650046"/>
              <a:gd name="connsiteX47" fmla="*/ 27216 w 1424802"/>
              <a:gd name="connsiteY47" fmla="*/ 1081477 h 1650046"/>
              <a:gd name="connsiteX48" fmla="*/ 33078 w 1424802"/>
              <a:gd name="connsiteY48" fmla="*/ 1046307 h 1650046"/>
              <a:gd name="connsiteX49" fmla="*/ 50662 w 1424802"/>
              <a:gd name="connsiteY49" fmla="*/ 1005277 h 1650046"/>
              <a:gd name="connsiteX50" fmla="*/ 62385 w 1424802"/>
              <a:gd name="connsiteY50" fmla="*/ 964246 h 1650046"/>
              <a:gd name="connsiteX51" fmla="*/ 74108 w 1424802"/>
              <a:gd name="connsiteY51" fmla="*/ 940800 h 1650046"/>
              <a:gd name="connsiteX52" fmla="*/ 85832 w 1424802"/>
              <a:gd name="connsiteY52" fmla="*/ 899769 h 1650046"/>
              <a:gd name="connsiteX53" fmla="*/ 91693 w 1424802"/>
              <a:gd name="connsiteY53" fmla="*/ 882184 h 1650046"/>
              <a:gd name="connsiteX54" fmla="*/ 97555 w 1424802"/>
              <a:gd name="connsiteY54" fmla="*/ 852877 h 1650046"/>
              <a:gd name="connsiteX55" fmla="*/ 103416 w 1424802"/>
              <a:gd name="connsiteY55" fmla="*/ 835292 h 1650046"/>
              <a:gd name="connsiteX56" fmla="*/ 102366 w 1424802"/>
              <a:gd name="connsiteY56" fmla="*/ 772661 h 1650046"/>
              <a:gd name="connsiteX57" fmla="*/ 83418 w 1424802"/>
              <a:gd name="connsiteY57" fmla="*/ 661188 h 1650046"/>
              <a:gd name="connsiteX58" fmla="*/ 34270 w 1424802"/>
              <a:gd name="connsiteY5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1091559 w 1424802"/>
              <a:gd name="connsiteY18" fmla="*/ 805354 h 1650046"/>
              <a:gd name="connsiteX19" fmla="*/ 1235657 w 1424802"/>
              <a:gd name="connsiteY19" fmla="*/ 1021434 h 1650046"/>
              <a:gd name="connsiteX20" fmla="*/ 1307706 w 1424802"/>
              <a:gd name="connsiteY20" fmla="*/ 1093461 h 1650046"/>
              <a:gd name="connsiteX21" fmla="*/ 1353869 w 1424802"/>
              <a:gd name="connsiteY21" fmla="*/ 1173135 h 1650046"/>
              <a:gd name="connsiteX22" fmla="*/ 1379755 w 1424802"/>
              <a:gd name="connsiteY22" fmla="*/ 1237514 h 1650046"/>
              <a:gd name="connsiteX23" fmla="*/ 1410539 w 1424802"/>
              <a:gd name="connsiteY23" fmla="*/ 1351107 h 1650046"/>
              <a:gd name="connsiteX24" fmla="*/ 1404287 w 1424802"/>
              <a:gd name="connsiteY24" fmla="*/ 1474733 h 1650046"/>
              <a:gd name="connsiteX25" fmla="*/ 1287447 w 1424802"/>
              <a:gd name="connsiteY25" fmla="*/ 1609015 h 1650046"/>
              <a:gd name="connsiteX26" fmla="*/ 1269862 w 1424802"/>
              <a:gd name="connsiteY26" fmla="*/ 1620738 h 1650046"/>
              <a:gd name="connsiteX27" fmla="*/ 1234693 w 1424802"/>
              <a:gd name="connsiteY27" fmla="*/ 1632461 h 1650046"/>
              <a:gd name="connsiteX28" fmla="*/ 1217108 w 1424802"/>
              <a:gd name="connsiteY28" fmla="*/ 1638323 h 1650046"/>
              <a:gd name="connsiteX29" fmla="*/ 1176078 w 1424802"/>
              <a:gd name="connsiteY29" fmla="*/ 1644184 h 1650046"/>
              <a:gd name="connsiteX30" fmla="*/ 1140908 w 1424802"/>
              <a:gd name="connsiteY30" fmla="*/ 1650046 h 1650046"/>
              <a:gd name="connsiteX31" fmla="*/ 900585 w 1424802"/>
              <a:gd name="connsiteY31" fmla="*/ 1644184 h 1650046"/>
              <a:gd name="connsiteX32" fmla="*/ 883001 w 1424802"/>
              <a:gd name="connsiteY32" fmla="*/ 1638323 h 1650046"/>
              <a:gd name="connsiteX33" fmla="*/ 800939 w 1424802"/>
              <a:gd name="connsiteY33" fmla="*/ 1632461 h 1650046"/>
              <a:gd name="connsiteX34" fmla="*/ 630955 w 1424802"/>
              <a:gd name="connsiteY34" fmla="*/ 1626600 h 1650046"/>
              <a:gd name="connsiteX35" fmla="*/ 572339 w 1424802"/>
              <a:gd name="connsiteY35" fmla="*/ 1620738 h 1650046"/>
              <a:gd name="connsiteX36" fmla="*/ 476812 w 1424802"/>
              <a:gd name="connsiteY36" fmla="*/ 1626600 h 1650046"/>
              <a:gd name="connsiteX37" fmla="*/ 155426 w 1424802"/>
              <a:gd name="connsiteY37" fmla="*/ 1597292 h 1650046"/>
              <a:gd name="connsiteX38" fmla="*/ 83418 w 1424802"/>
              <a:gd name="connsiteY38" fmla="*/ 1525284 h 1650046"/>
              <a:gd name="connsiteX39" fmla="*/ 50662 w 1424802"/>
              <a:gd name="connsiteY39" fmla="*/ 1474200 h 1650046"/>
              <a:gd name="connsiteX40" fmla="*/ 33078 w 1424802"/>
              <a:gd name="connsiteY40" fmla="*/ 1456615 h 1650046"/>
              <a:gd name="connsiteX41" fmla="*/ 21355 w 1424802"/>
              <a:gd name="connsiteY41" fmla="*/ 1415584 h 1650046"/>
              <a:gd name="connsiteX42" fmla="*/ 9632 w 1424802"/>
              <a:gd name="connsiteY42" fmla="*/ 1368692 h 1650046"/>
              <a:gd name="connsiteX43" fmla="*/ 9632 w 1424802"/>
              <a:gd name="connsiteY43" fmla="*/ 1169400 h 1650046"/>
              <a:gd name="connsiteX44" fmla="*/ 15493 w 1424802"/>
              <a:gd name="connsiteY44" fmla="*/ 1151815 h 1650046"/>
              <a:gd name="connsiteX45" fmla="*/ 21355 w 1424802"/>
              <a:gd name="connsiteY45" fmla="*/ 1099061 h 1650046"/>
              <a:gd name="connsiteX46" fmla="*/ 27216 w 1424802"/>
              <a:gd name="connsiteY46" fmla="*/ 1081477 h 1650046"/>
              <a:gd name="connsiteX47" fmla="*/ 33078 w 1424802"/>
              <a:gd name="connsiteY47" fmla="*/ 1046307 h 1650046"/>
              <a:gd name="connsiteX48" fmla="*/ 50662 w 1424802"/>
              <a:gd name="connsiteY48" fmla="*/ 1005277 h 1650046"/>
              <a:gd name="connsiteX49" fmla="*/ 62385 w 1424802"/>
              <a:gd name="connsiteY49" fmla="*/ 964246 h 1650046"/>
              <a:gd name="connsiteX50" fmla="*/ 74108 w 1424802"/>
              <a:gd name="connsiteY50" fmla="*/ 940800 h 1650046"/>
              <a:gd name="connsiteX51" fmla="*/ 85832 w 1424802"/>
              <a:gd name="connsiteY51" fmla="*/ 899769 h 1650046"/>
              <a:gd name="connsiteX52" fmla="*/ 91693 w 1424802"/>
              <a:gd name="connsiteY52" fmla="*/ 882184 h 1650046"/>
              <a:gd name="connsiteX53" fmla="*/ 97555 w 1424802"/>
              <a:gd name="connsiteY53" fmla="*/ 852877 h 1650046"/>
              <a:gd name="connsiteX54" fmla="*/ 103416 w 1424802"/>
              <a:gd name="connsiteY54" fmla="*/ 835292 h 1650046"/>
              <a:gd name="connsiteX55" fmla="*/ 102366 w 1424802"/>
              <a:gd name="connsiteY55" fmla="*/ 772661 h 1650046"/>
              <a:gd name="connsiteX56" fmla="*/ 83418 w 1424802"/>
              <a:gd name="connsiteY56" fmla="*/ 661188 h 1650046"/>
              <a:gd name="connsiteX57" fmla="*/ 34270 w 1424802"/>
              <a:gd name="connsiteY57"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1091559 w 1424802"/>
              <a:gd name="connsiteY17" fmla="*/ 805354 h 1650046"/>
              <a:gd name="connsiteX18" fmla="*/ 1235657 w 1424802"/>
              <a:gd name="connsiteY18" fmla="*/ 1021434 h 1650046"/>
              <a:gd name="connsiteX19" fmla="*/ 1307706 w 1424802"/>
              <a:gd name="connsiteY19" fmla="*/ 1093461 h 1650046"/>
              <a:gd name="connsiteX20" fmla="*/ 1353869 w 1424802"/>
              <a:gd name="connsiteY20" fmla="*/ 1173135 h 1650046"/>
              <a:gd name="connsiteX21" fmla="*/ 1379755 w 1424802"/>
              <a:gd name="connsiteY21" fmla="*/ 1237514 h 1650046"/>
              <a:gd name="connsiteX22" fmla="*/ 1410539 w 1424802"/>
              <a:gd name="connsiteY22" fmla="*/ 1351107 h 1650046"/>
              <a:gd name="connsiteX23" fmla="*/ 1404287 w 1424802"/>
              <a:gd name="connsiteY23" fmla="*/ 1474733 h 1650046"/>
              <a:gd name="connsiteX24" fmla="*/ 1287447 w 1424802"/>
              <a:gd name="connsiteY24" fmla="*/ 1609015 h 1650046"/>
              <a:gd name="connsiteX25" fmla="*/ 1269862 w 1424802"/>
              <a:gd name="connsiteY25" fmla="*/ 1620738 h 1650046"/>
              <a:gd name="connsiteX26" fmla="*/ 1234693 w 1424802"/>
              <a:gd name="connsiteY26" fmla="*/ 1632461 h 1650046"/>
              <a:gd name="connsiteX27" fmla="*/ 1217108 w 1424802"/>
              <a:gd name="connsiteY27" fmla="*/ 1638323 h 1650046"/>
              <a:gd name="connsiteX28" fmla="*/ 1176078 w 1424802"/>
              <a:gd name="connsiteY28" fmla="*/ 1644184 h 1650046"/>
              <a:gd name="connsiteX29" fmla="*/ 1140908 w 1424802"/>
              <a:gd name="connsiteY29" fmla="*/ 1650046 h 1650046"/>
              <a:gd name="connsiteX30" fmla="*/ 900585 w 1424802"/>
              <a:gd name="connsiteY30" fmla="*/ 1644184 h 1650046"/>
              <a:gd name="connsiteX31" fmla="*/ 883001 w 1424802"/>
              <a:gd name="connsiteY31" fmla="*/ 1638323 h 1650046"/>
              <a:gd name="connsiteX32" fmla="*/ 800939 w 1424802"/>
              <a:gd name="connsiteY32" fmla="*/ 1632461 h 1650046"/>
              <a:gd name="connsiteX33" fmla="*/ 630955 w 1424802"/>
              <a:gd name="connsiteY33" fmla="*/ 1626600 h 1650046"/>
              <a:gd name="connsiteX34" fmla="*/ 572339 w 1424802"/>
              <a:gd name="connsiteY34" fmla="*/ 1620738 h 1650046"/>
              <a:gd name="connsiteX35" fmla="*/ 476812 w 1424802"/>
              <a:gd name="connsiteY35" fmla="*/ 1626600 h 1650046"/>
              <a:gd name="connsiteX36" fmla="*/ 155426 w 1424802"/>
              <a:gd name="connsiteY36" fmla="*/ 1597292 h 1650046"/>
              <a:gd name="connsiteX37" fmla="*/ 83418 w 1424802"/>
              <a:gd name="connsiteY37" fmla="*/ 1525284 h 1650046"/>
              <a:gd name="connsiteX38" fmla="*/ 50662 w 1424802"/>
              <a:gd name="connsiteY38" fmla="*/ 1474200 h 1650046"/>
              <a:gd name="connsiteX39" fmla="*/ 33078 w 1424802"/>
              <a:gd name="connsiteY39" fmla="*/ 1456615 h 1650046"/>
              <a:gd name="connsiteX40" fmla="*/ 21355 w 1424802"/>
              <a:gd name="connsiteY40" fmla="*/ 1415584 h 1650046"/>
              <a:gd name="connsiteX41" fmla="*/ 9632 w 1424802"/>
              <a:gd name="connsiteY41" fmla="*/ 1368692 h 1650046"/>
              <a:gd name="connsiteX42" fmla="*/ 9632 w 1424802"/>
              <a:gd name="connsiteY42" fmla="*/ 1169400 h 1650046"/>
              <a:gd name="connsiteX43" fmla="*/ 15493 w 1424802"/>
              <a:gd name="connsiteY43" fmla="*/ 1151815 h 1650046"/>
              <a:gd name="connsiteX44" fmla="*/ 21355 w 1424802"/>
              <a:gd name="connsiteY44" fmla="*/ 1099061 h 1650046"/>
              <a:gd name="connsiteX45" fmla="*/ 27216 w 1424802"/>
              <a:gd name="connsiteY45" fmla="*/ 1081477 h 1650046"/>
              <a:gd name="connsiteX46" fmla="*/ 33078 w 1424802"/>
              <a:gd name="connsiteY46" fmla="*/ 1046307 h 1650046"/>
              <a:gd name="connsiteX47" fmla="*/ 50662 w 1424802"/>
              <a:gd name="connsiteY47" fmla="*/ 1005277 h 1650046"/>
              <a:gd name="connsiteX48" fmla="*/ 62385 w 1424802"/>
              <a:gd name="connsiteY48" fmla="*/ 964246 h 1650046"/>
              <a:gd name="connsiteX49" fmla="*/ 74108 w 1424802"/>
              <a:gd name="connsiteY49" fmla="*/ 940800 h 1650046"/>
              <a:gd name="connsiteX50" fmla="*/ 85832 w 1424802"/>
              <a:gd name="connsiteY50" fmla="*/ 899769 h 1650046"/>
              <a:gd name="connsiteX51" fmla="*/ 91693 w 1424802"/>
              <a:gd name="connsiteY51" fmla="*/ 882184 h 1650046"/>
              <a:gd name="connsiteX52" fmla="*/ 97555 w 1424802"/>
              <a:gd name="connsiteY52" fmla="*/ 852877 h 1650046"/>
              <a:gd name="connsiteX53" fmla="*/ 103416 w 1424802"/>
              <a:gd name="connsiteY53" fmla="*/ 835292 h 1650046"/>
              <a:gd name="connsiteX54" fmla="*/ 102366 w 1424802"/>
              <a:gd name="connsiteY54" fmla="*/ 772661 h 1650046"/>
              <a:gd name="connsiteX55" fmla="*/ 83418 w 1424802"/>
              <a:gd name="connsiteY55" fmla="*/ 661188 h 1650046"/>
              <a:gd name="connsiteX56" fmla="*/ 34270 w 1424802"/>
              <a:gd name="connsiteY56"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1091559 w 1424802"/>
              <a:gd name="connsiteY16" fmla="*/ 805354 h 1650046"/>
              <a:gd name="connsiteX17" fmla="*/ 1235657 w 1424802"/>
              <a:gd name="connsiteY17" fmla="*/ 1021434 h 1650046"/>
              <a:gd name="connsiteX18" fmla="*/ 1307706 w 1424802"/>
              <a:gd name="connsiteY18" fmla="*/ 1093461 h 1650046"/>
              <a:gd name="connsiteX19" fmla="*/ 1353869 w 1424802"/>
              <a:gd name="connsiteY19" fmla="*/ 1173135 h 1650046"/>
              <a:gd name="connsiteX20" fmla="*/ 1379755 w 1424802"/>
              <a:gd name="connsiteY20" fmla="*/ 1237514 h 1650046"/>
              <a:gd name="connsiteX21" fmla="*/ 1410539 w 1424802"/>
              <a:gd name="connsiteY21" fmla="*/ 1351107 h 1650046"/>
              <a:gd name="connsiteX22" fmla="*/ 1404287 w 1424802"/>
              <a:gd name="connsiteY22" fmla="*/ 1474733 h 1650046"/>
              <a:gd name="connsiteX23" fmla="*/ 1287447 w 1424802"/>
              <a:gd name="connsiteY23" fmla="*/ 1609015 h 1650046"/>
              <a:gd name="connsiteX24" fmla="*/ 1269862 w 1424802"/>
              <a:gd name="connsiteY24" fmla="*/ 1620738 h 1650046"/>
              <a:gd name="connsiteX25" fmla="*/ 1234693 w 1424802"/>
              <a:gd name="connsiteY25" fmla="*/ 1632461 h 1650046"/>
              <a:gd name="connsiteX26" fmla="*/ 1217108 w 1424802"/>
              <a:gd name="connsiteY26" fmla="*/ 1638323 h 1650046"/>
              <a:gd name="connsiteX27" fmla="*/ 1176078 w 1424802"/>
              <a:gd name="connsiteY27" fmla="*/ 1644184 h 1650046"/>
              <a:gd name="connsiteX28" fmla="*/ 1140908 w 1424802"/>
              <a:gd name="connsiteY28" fmla="*/ 1650046 h 1650046"/>
              <a:gd name="connsiteX29" fmla="*/ 900585 w 1424802"/>
              <a:gd name="connsiteY29" fmla="*/ 1644184 h 1650046"/>
              <a:gd name="connsiteX30" fmla="*/ 883001 w 1424802"/>
              <a:gd name="connsiteY30" fmla="*/ 1638323 h 1650046"/>
              <a:gd name="connsiteX31" fmla="*/ 800939 w 1424802"/>
              <a:gd name="connsiteY31" fmla="*/ 1632461 h 1650046"/>
              <a:gd name="connsiteX32" fmla="*/ 630955 w 1424802"/>
              <a:gd name="connsiteY32" fmla="*/ 1626600 h 1650046"/>
              <a:gd name="connsiteX33" fmla="*/ 572339 w 1424802"/>
              <a:gd name="connsiteY33" fmla="*/ 1620738 h 1650046"/>
              <a:gd name="connsiteX34" fmla="*/ 476812 w 1424802"/>
              <a:gd name="connsiteY34" fmla="*/ 1626600 h 1650046"/>
              <a:gd name="connsiteX35" fmla="*/ 155426 w 1424802"/>
              <a:gd name="connsiteY35" fmla="*/ 1597292 h 1650046"/>
              <a:gd name="connsiteX36" fmla="*/ 83418 w 1424802"/>
              <a:gd name="connsiteY36" fmla="*/ 1525284 h 1650046"/>
              <a:gd name="connsiteX37" fmla="*/ 50662 w 1424802"/>
              <a:gd name="connsiteY37" fmla="*/ 1474200 h 1650046"/>
              <a:gd name="connsiteX38" fmla="*/ 33078 w 1424802"/>
              <a:gd name="connsiteY38" fmla="*/ 1456615 h 1650046"/>
              <a:gd name="connsiteX39" fmla="*/ 21355 w 1424802"/>
              <a:gd name="connsiteY39" fmla="*/ 1415584 h 1650046"/>
              <a:gd name="connsiteX40" fmla="*/ 9632 w 1424802"/>
              <a:gd name="connsiteY40" fmla="*/ 1368692 h 1650046"/>
              <a:gd name="connsiteX41" fmla="*/ 9632 w 1424802"/>
              <a:gd name="connsiteY41" fmla="*/ 1169400 h 1650046"/>
              <a:gd name="connsiteX42" fmla="*/ 15493 w 1424802"/>
              <a:gd name="connsiteY42" fmla="*/ 1151815 h 1650046"/>
              <a:gd name="connsiteX43" fmla="*/ 21355 w 1424802"/>
              <a:gd name="connsiteY43" fmla="*/ 1099061 h 1650046"/>
              <a:gd name="connsiteX44" fmla="*/ 27216 w 1424802"/>
              <a:gd name="connsiteY44" fmla="*/ 1081477 h 1650046"/>
              <a:gd name="connsiteX45" fmla="*/ 33078 w 1424802"/>
              <a:gd name="connsiteY45" fmla="*/ 1046307 h 1650046"/>
              <a:gd name="connsiteX46" fmla="*/ 50662 w 1424802"/>
              <a:gd name="connsiteY46" fmla="*/ 1005277 h 1650046"/>
              <a:gd name="connsiteX47" fmla="*/ 62385 w 1424802"/>
              <a:gd name="connsiteY47" fmla="*/ 964246 h 1650046"/>
              <a:gd name="connsiteX48" fmla="*/ 74108 w 1424802"/>
              <a:gd name="connsiteY48" fmla="*/ 940800 h 1650046"/>
              <a:gd name="connsiteX49" fmla="*/ 85832 w 1424802"/>
              <a:gd name="connsiteY49" fmla="*/ 899769 h 1650046"/>
              <a:gd name="connsiteX50" fmla="*/ 91693 w 1424802"/>
              <a:gd name="connsiteY50" fmla="*/ 882184 h 1650046"/>
              <a:gd name="connsiteX51" fmla="*/ 97555 w 1424802"/>
              <a:gd name="connsiteY51" fmla="*/ 852877 h 1650046"/>
              <a:gd name="connsiteX52" fmla="*/ 103416 w 1424802"/>
              <a:gd name="connsiteY52" fmla="*/ 835292 h 1650046"/>
              <a:gd name="connsiteX53" fmla="*/ 102366 w 1424802"/>
              <a:gd name="connsiteY53" fmla="*/ 772661 h 1650046"/>
              <a:gd name="connsiteX54" fmla="*/ 83418 w 1424802"/>
              <a:gd name="connsiteY54" fmla="*/ 661188 h 1650046"/>
              <a:gd name="connsiteX55" fmla="*/ 34270 w 1424802"/>
              <a:gd name="connsiteY5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1091559 w 1424802"/>
              <a:gd name="connsiteY15" fmla="*/ 805354 h 1650046"/>
              <a:gd name="connsiteX16" fmla="*/ 1235657 w 1424802"/>
              <a:gd name="connsiteY16" fmla="*/ 1021434 h 1650046"/>
              <a:gd name="connsiteX17" fmla="*/ 1307706 w 1424802"/>
              <a:gd name="connsiteY17" fmla="*/ 1093461 h 1650046"/>
              <a:gd name="connsiteX18" fmla="*/ 1353869 w 1424802"/>
              <a:gd name="connsiteY18" fmla="*/ 1173135 h 1650046"/>
              <a:gd name="connsiteX19" fmla="*/ 1379755 w 1424802"/>
              <a:gd name="connsiteY19" fmla="*/ 1237514 h 1650046"/>
              <a:gd name="connsiteX20" fmla="*/ 1410539 w 1424802"/>
              <a:gd name="connsiteY20" fmla="*/ 1351107 h 1650046"/>
              <a:gd name="connsiteX21" fmla="*/ 1404287 w 1424802"/>
              <a:gd name="connsiteY21" fmla="*/ 1474733 h 1650046"/>
              <a:gd name="connsiteX22" fmla="*/ 1287447 w 1424802"/>
              <a:gd name="connsiteY22" fmla="*/ 1609015 h 1650046"/>
              <a:gd name="connsiteX23" fmla="*/ 1269862 w 1424802"/>
              <a:gd name="connsiteY23" fmla="*/ 1620738 h 1650046"/>
              <a:gd name="connsiteX24" fmla="*/ 1234693 w 1424802"/>
              <a:gd name="connsiteY24" fmla="*/ 1632461 h 1650046"/>
              <a:gd name="connsiteX25" fmla="*/ 1217108 w 1424802"/>
              <a:gd name="connsiteY25" fmla="*/ 1638323 h 1650046"/>
              <a:gd name="connsiteX26" fmla="*/ 1176078 w 1424802"/>
              <a:gd name="connsiteY26" fmla="*/ 1644184 h 1650046"/>
              <a:gd name="connsiteX27" fmla="*/ 1140908 w 1424802"/>
              <a:gd name="connsiteY27" fmla="*/ 1650046 h 1650046"/>
              <a:gd name="connsiteX28" fmla="*/ 900585 w 1424802"/>
              <a:gd name="connsiteY28" fmla="*/ 1644184 h 1650046"/>
              <a:gd name="connsiteX29" fmla="*/ 883001 w 1424802"/>
              <a:gd name="connsiteY29" fmla="*/ 1638323 h 1650046"/>
              <a:gd name="connsiteX30" fmla="*/ 800939 w 1424802"/>
              <a:gd name="connsiteY30" fmla="*/ 1632461 h 1650046"/>
              <a:gd name="connsiteX31" fmla="*/ 630955 w 1424802"/>
              <a:gd name="connsiteY31" fmla="*/ 1626600 h 1650046"/>
              <a:gd name="connsiteX32" fmla="*/ 572339 w 1424802"/>
              <a:gd name="connsiteY32" fmla="*/ 1620738 h 1650046"/>
              <a:gd name="connsiteX33" fmla="*/ 476812 w 1424802"/>
              <a:gd name="connsiteY33" fmla="*/ 1626600 h 1650046"/>
              <a:gd name="connsiteX34" fmla="*/ 155426 w 1424802"/>
              <a:gd name="connsiteY34" fmla="*/ 1597292 h 1650046"/>
              <a:gd name="connsiteX35" fmla="*/ 83418 w 1424802"/>
              <a:gd name="connsiteY35" fmla="*/ 1525284 h 1650046"/>
              <a:gd name="connsiteX36" fmla="*/ 50662 w 1424802"/>
              <a:gd name="connsiteY36" fmla="*/ 1474200 h 1650046"/>
              <a:gd name="connsiteX37" fmla="*/ 33078 w 1424802"/>
              <a:gd name="connsiteY37" fmla="*/ 1456615 h 1650046"/>
              <a:gd name="connsiteX38" fmla="*/ 21355 w 1424802"/>
              <a:gd name="connsiteY38" fmla="*/ 1415584 h 1650046"/>
              <a:gd name="connsiteX39" fmla="*/ 9632 w 1424802"/>
              <a:gd name="connsiteY39" fmla="*/ 1368692 h 1650046"/>
              <a:gd name="connsiteX40" fmla="*/ 9632 w 1424802"/>
              <a:gd name="connsiteY40" fmla="*/ 1169400 h 1650046"/>
              <a:gd name="connsiteX41" fmla="*/ 15493 w 1424802"/>
              <a:gd name="connsiteY41" fmla="*/ 1151815 h 1650046"/>
              <a:gd name="connsiteX42" fmla="*/ 21355 w 1424802"/>
              <a:gd name="connsiteY42" fmla="*/ 1099061 h 1650046"/>
              <a:gd name="connsiteX43" fmla="*/ 27216 w 1424802"/>
              <a:gd name="connsiteY43" fmla="*/ 1081477 h 1650046"/>
              <a:gd name="connsiteX44" fmla="*/ 33078 w 1424802"/>
              <a:gd name="connsiteY44" fmla="*/ 1046307 h 1650046"/>
              <a:gd name="connsiteX45" fmla="*/ 50662 w 1424802"/>
              <a:gd name="connsiteY45" fmla="*/ 1005277 h 1650046"/>
              <a:gd name="connsiteX46" fmla="*/ 62385 w 1424802"/>
              <a:gd name="connsiteY46" fmla="*/ 964246 h 1650046"/>
              <a:gd name="connsiteX47" fmla="*/ 74108 w 1424802"/>
              <a:gd name="connsiteY47" fmla="*/ 940800 h 1650046"/>
              <a:gd name="connsiteX48" fmla="*/ 85832 w 1424802"/>
              <a:gd name="connsiteY48" fmla="*/ 899769 h 1650046"/>
              <a:gd name="connsiteX49" fmla="*/ 91693 w 1424802"/>
              <a:gd name="connsiteY49" fmla="*/ 882184 h 1650046"/>
              <a:gd name="connsiteX50" fmla="*/ 97555 w 1424802"/>
              <a:gd name="connsiteY50" fmla="*/ 852877 h 1650046"/>
              <a:gd name="connsiteX51" fmla="*/ 103416 w 1424802"/>
              <a:gd name="connsiteY51" fmla="*/ 835292 h 1650046"/>
              <a:gd name="connsiteX52" fmla="*/ 102366 w 1424802"/>
              <a:gd name="connsiteY52" fmla="*/ 772661 h 1650046"/>
              <a:gd name="connsiteX53" fmla="*/ 83418 w 1424802"/>
              <a:gd name="connsiteY53" fmla="*/ 661188 h 1650046"/>
              <a:gd name="connsiteX54" fmla="*/ 34270 w 1424802"/>
              <a:gd name="connsiteY54"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1091559 w 1424802"/>
              <a:gd name="connsiteY14" fmla="*/ 805354 h 1650046"/>
              <a:gd name="connsiteX15" fmla="*/ 1235657 w 1424802"/>
              <a:gd name="connsiteY15" fmla="*/ 1021434 h 1650046"/>
              <a:gd name="connsiteX16" fmla="*/ 1307706 w 1424802"/>
              <a:gd name="connsiteY16" fmla="*/ 1093461 h 1650046"/>
              <a:gd name="connsiteX17" fmla="*/ 1353869 w 1424802"/>
              <a:gd name="connsiteY17" fmla="*/ 1173135 h 1650046"/>
              <a:gd name="connsiteX18" fmla="*/ 1379755 w 1424802"/>
              <a:gd name="connsiteY18" fmla="*/ 1237514 h 1650046"/>
              <a:gd name="connsiteX19" fmla="*/ 1410539 w 1424802"/>
              <a:gd name="connsiteY19" fmla="*/ 1351107 h 1650046"/>
              <a:gd name="connsiteX20" fmla="*/ 1404287 w 1424802"/>
              <a:gd name="connsiteY20" fmla="*/ 1474733 h 1650046"/>
              <a:gd name="connsiteX21" fmla="*/ 1287447 w 1424802"/>
              <a:gd name="connsiteY21" fmla="*/ 1609015 h 1650046"/>
              <a:gd name="connsiteX22" fmla="*/ 1269862 w 1424802"/>
              <a:gd name="connsiteY22" fmla="*/ 1620738 h 1650046"/>
              <a:gd name="connsiteX23" fmla="*/ 1234693 w 1424802"/>
              <a:gd name="connsiteY23" fmla="*/ 1632461 h 1650046"/>
              <a:gd name="connsiteX24" fmla="*/ 1217108 w 1424802"/>
              <a:gd name="connsiteY24" fmla="*/ 1638323 h 1650046"/>
              <a:gd name="connsiteX25" fmla="*/ 1176078 w 1424802"/>
              <a:gd name="connsiteY25" fmla="*/ 1644184 h 1650046"/>
              <a:gd name="connsiteX26" fmla="*/ 1140908 w 1424802"/>
              <a:gd name="connsiteY26" fmla="*/ 1650046 h 1650046"/>
              <a:gd name="connsiteX27" fmla="*/ 900585 w 1424802"/>
              <a:gd name="connsiteY27" fmla="*/ 1644184 h 1650046"/>
              <a:gd name="connsiteX28" fmla="*/ 883001 w 1424802"/>
              <a:gd name="connsiteY28" fmla="*/ 1638323 h 1650046"/>
              <a:gd name="connsiteX29" fmla="*/ 800939 w 1424802"/>
              <a:gd name="connsiteY29" fmla="*/ 1632461 h 1650046"/>
              <a:gd name="connsiteX30" fmla="*/ 630955 w 1424802"/>
              <a:gd name="connsiteY30" fmla="*/ 1626600 h 1650046"/>
              <a:gd name="connsiteX31" fmla="*/ 572339 w 1424802"/>
              <a:gd name="connsiteY31" fmla="*/ 1620738 h 1650046"/>
              <a:gd name="connsiteX32" fmla="*/ 476812 w 1424802"/>
              <a:gd name="connsiteY32" fmla="*/ 1626600 h 1650046"/>
              <a:gd name="connsiteX33" fmla="*/ 155426 w 1424802"/>
              <a:gd name="connsiteY33" fmla="*/ 1597292 h 1650046"/>
              <a:gd name="connsiteX34" fmla="*/ 83418 w 1424802"/>
              <a:gd name="connsiteY34" fmla="*/ 1525284 h 1650046"/>
              <a:gd name="connsiteX35" fmla="*/ 50662 w 1424802"/>
              <a:gd name="connsiteY35" fmla="*/ 1474200 h 1650046"/>
              <a:gd name="connsiteX36" fmla="*/ 33078 w 1424802"/>
              <a:gd name="connsiteY36" fmla="*/ 1456615 h 1650046"/>
              <a:gd name="connsiteX37" fmla="*/ 21355 w 1424802"/>
              <a:gd name="connsiteY37" fmla="*/ 1415584 h 1650046"/>
              <a:gd name="connsiteX38" fmla="*/ 9632 w 1424802"/>
              <a:gd name="connsiteY38" fmla="*/ 1368692 h 1650046"/>
              <a:gd name="connsiteX39" fmla="*/ 9632 w 1424802"/>
              <a:gd name="connsiteY39" fmla="*/ 1169400 h 1650046"/>
              <a:gd name="connsiteX40" fmla="*/ 15493 w 1424802"/>
              <a:gd name="connsiteY40" fmla="*/ 1151815 h 1650046"/>
              <a:gd name="connsiteX41" fmla="*/ 21355 w 1424802"/>
              <a:gd name="connsiteY41" fmla="*/ 1099061 h 1650046"/>
              <a:gd name="connsiteX42" fmla="*/ 27216 w 1424802"/>
              <a:gd name="connsiteY42" fmla="*/ 1081477 h 1650046"/>
              <a:gd name="connsiteX43" fmla="*/ 33078 w 1424802"/>
              <a:gd name="connsiteY43" fmla="*/ 1046307 h 1650046"/>
              <a:gd name="connsiteX44" fmla="*/ 50662 w 1424802"/>
              <a:gd name="connsiteY44" fmla="*/ 1005277 h 1650046"/>
              <a:gd name="connsiteX45" fmla="*/ 62385 w 1424802"/>
              <a:gd name="connsiteY45" fmla="*/ 964246 h 1650046"/>
              <a:gd name="connsiteX46" fmla="*/ 74108 w 1424802"/>
              <a:gd name="connsiteY46" fmla="*/ 940800 h 1650046"/>
              <a:gd name="connsiteX47" fmla="*/ 85832 w 1424802"/>
              <a:gd name="connsiteY47" fmla="*/ 899769 h 1650046"/>
              <a:gd name="connsiteX48" fmla="*/ 91693 w 1424802"/>
              <a:gd name="connsiteY48" fmla="*/ 882184 h 1650046"/>
              <a:gd name="connsiteX49" fmla="*/ 97555 w 1424802"/>
              <a:gd name="connsiteY49" fmla="*/ 852877 h 1650046"/>
              <a:gd name="connsiteX50" fmla="*/ 103416 w 1424802"/>
              <a:gd name="connsiteY50" fmla="*/ 835292 h 1650046"/>
              <a:gd name="connsiteX51" fmla="*/ 102366 w 1424802"/>
              <a:gd name="connsiteY51" fmla="*/ 772661 h 1650046"/>
              <a:gd name="connsiteX52" fmla="*/ 83418 w 1424802"/>
              <a:gd name="connsiteY52" fmla="*/ 661188 h 1650046"/>
              <a:gd name="connsiteX53" fmla="*/ 34270 w 1424802"/>
              <a:gd name="connsiteY53"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1091559 w 1424802"/>
              <a:gd name="connsiteY13" fmla="*/ 805354 h 1650046"/>
              <a:gd name="connsiteX14" fmla="*/ 1235657 w 1424802"/>
              <a:gd name="connsiteY14" fmla="*/ 1021434 h 1650046"/>
              <a:gd name="connsiteX15" fmla="*/ 1307706 w 1424802"/>
              <a:gd name="connsiteY15" fmla="*/ 1093461 h 1650046"/>
              <a:gd name="connsiteX16" fmla="*/ 1353869 w 1424802"/>
              <a:gd name="connsiteY16" fmla="*/ 1173135 h 1650046"/>
              <a:gd name="connsiteX17" fmla="*/ 1379755 w 1424802"/>
              <a:gd name="connsiteY17" fmla="*/ 1237514 h 1650046"/>
              <a:gd name="connsiteX18" fmla="*/ 1410539 w 1424802"/>
              <a:gd name="connsiteY18" fmla="*/ 1351107 h 1650046"/>
              <a:gd name="connsiteX19" fmla="*/ 1404287 w 1424802"/>
              <a:gd name="connsiteY19" fmla="*/ 1474733 h 1650046"/>
              <a:gd name="connsiteX20" fmla="*/ 1287447 w 1424802"/>
              <a:gd name="connsiteY20" fmla="*/ 1609015 h 1650046"/>
              <a:gd name="connsiteX21" fmla="*/ 1269862 w 1424802"/>
              <a:gd name="connsiteY21" fmla="*/ 1620738 h 1650046"/>
              <a:gd name="connsiteX22" fmla="*/ 1234693 w 1424802"/>
              <a:gd name="connsiteY22" fmla="*/ 1632461 h 1650046"/>
              <a:gd name="connsiteX23" fmla="*/ 1217108 w 1424802"/>
              <a:gd name="connsiteY23" fmla="*/ 1638323 h 1650046"/>
              <a:gd name="connsiteX24" fmla="*/ 1176078 w 1424802"/>
              <a:gd name="connsiteY24" fmla="*/ 1644184 h 1650046"/>
              <a:gd name="connsiteX25" fmla="*/ 1140908 w 1424802"/>
              <a:gd name="connsiteY25" fmla="*/ 1650046 h 1650046"/>
              <a:gd name="connsiteX26" fmla="*/ 900585 w 1424802"/>
              <a:gd name="connsiteY26" fmla="*/ 1644184 h 1650046"/>
              <a:gd name="connsiteX27" fmla="*/ 883001 w 1424802"/>
              <a:gd name="connsiteY27" fmla="*/ 1638323 h 1650046"/>
              <a:gd name="connsiteX28" fmla="*/ 800939 w 1424802"/>
              <a:gd name="connsiteY28" fmla="*/ 1632461 h 1650046"/>
              <a:gd name="connsiteX29" fmla="*/ 630955 w 1424802"/>
              <a:gd name="connsiteY29" fmla="*/ 1626600 h 1650046"/>
              <a:gd name="connsiteX30" fmla="*/ 572339 w 1424802"/>
              <a:gd name="connsiteY30" fmla="*/ 1620738 h 1650046"/>
              <a:gd name="connsiteX31" fmla="*/ 476812 w 1424802"/>
              <a:gd name="connsiteY31" fmla="*/ 1626600 h 1650046"/>
              <a:gd name="connsiteX32" fmla="*/ 155426 w 1424802"/>
              <a:gd name="connsiteY32" fmla="*/ 1597292 h 1650046"/>
              <a:gd name="connsiteX33" fmla="*/ 83418 w 1424802"/>
              <a:gd name="connsiteY33" fmla="*/ 1525284 h 1650046"/>
              <a:gd name="connsiteX34" fmla="*/ 50662 w 1424802"/>
              <a:gd name="connsiteY34" fmla="*/ 1474200 h 1650046"/>
              <a:gd name="connsiteX35" fmla="*/ 33078 w 1424802"/>
              <a:gd name="connsiteY35" fmla="*/ 1456615 h 1650046"/>
              <a:gd name="connsiteX36" fmla="*/ 21355 w 1424802"/>
              <a:gd name="connsiteY36" fmla="*/ 1415584 h 1650046"/>
              <a:gd name="connsiteX37" fmla="*/ 9632 w 1424802"/>
              <a:gd name="connsiteY37" fmla="*/ 1368692 h 1650046"/>
              <a:gd name="connsiteX38" fmla="*/ 9632 w 1424802"/>
              <a:gd name="connsiteY38" fmla="*/ 1169400 h 1650046"/>
              <a:gd name="connsiteX39" fmla="*/ 15493 w 1424802"/>
              <a:gd name="connsiteY39" fmla="*/ 1151815 h 1650046"/>
              <a:gd name="connsiteX40" fmla="*/ 21355 w 1424802"/>
              <a:gd name="connsiteY40" fmla="*/ 1099061 h 1650046"/>
              <a:gd name="connsiteX41" fmla="*/ 27216 w 1424802"/>
              <a:gd name="connsiteY41" fmla="*/ 1081477 h 1650046"/>
              <a:gd name="connsiteX42" fmla="*/ 33078 w 1424802"/>
              <a:gd name="connsiteY42" fmla="*/ 1046307 h 1650046"/>
              <a:gd name="connsiteX43" fmla="*/ 50662 w 1424802"/>
              <a:gd name="connsiteY43" fmla="*/ 1005277 h 1650046"/>
              <a:gd name="connsiteX44" fmla="*/ 62385 w 1424802"/>
              <a:gd name="connsiteY44" fmla="*/ 964246 h 1650046"/>
              <a:gd name="connsiteX45" fmla="*/ 74108 w 1424802"/>
              <a:gd name="connsiteY45" fmla="*/ 940800 h 1650046"/>
              <a:gd name="connsiteX46" fmla="*/ 85832 w 1424802"/>
              <a:gd name="connsiteY46" fmla="*/ 899769 h 1650046"/>
              <a:gd name="connsiteX47" fmla="*/ 91693 w 1424802"/>
              <a:gd name="connsiteY47" fmla="*/ 882184 h 1650046"/>
              <a:gd name="connsiteX48" fmla="*/ 97555 w 1424802"/>
              <a:gd name="connsiteY48" fmla="*/ 852877 h 1650046"/>
              <a:gd name="connsiteX49" fmla="*/ 103416 w 1424802"/>
              <a:gd name="connsiteY49" fmla="*/ 835292 h 1650046"/>
              <a:gd name="connsiteX50" fmla="*/ 102366 w 1424802"/>
              <a:gd name="connsiteY50" fmla="*/ 772661 h 1650046"/>
              <a:gd name="connsiteX51" fmla="*/ 83418 w 1424802"/>
              <a:gd name="connsiteY51" fmla="*/ 661188 h 1650046"/>
              <a:gd name="connsiteX52" fmla="*/ 34270 w 1424802"/>
              <a:gd name="connsiteY52"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55426 w 1424802"/>
              <a:gd name="connsiteY31" fmla="*/ 1597292 h 1650046"/>
              <a:gd name="connsiteX32" fmla="*/ 83418 w 1424802"/>
              <a:gd name="connsiteY32" fmla="*/ 1525284 h 1650046"/>
              <a:gd name="connsiteX33" fmla="*/ 50662 w 1424802"/>
              <a:gd name="connsiteY33" fmla="*/ 1474200 h 1650046"/>
              <a:gd name="connsiteX34" fmla="*/ 33078 w 1424802"/>
              <a:gd name="connsiteY34" fmla="*/ 1456615 h 1650046"/>
              <a:gd name="connsiteX35" fmla="*/ 21355 w 1424802"/>
              <a:gd name="connsiteY35" fmla="*/ 1415584 h 1650046"/>
              <a:gd name="connsiteX36" fmla="*/ 9632 w 1424802"/>
              <a:gd name="connsiteY36" fmla="*/ 1368692 h 1650046"/>
              <a:gd name="connsiteX37" fmla="*/ 9632 w 1424802"/>
              <a:gd name="connsiteY37" fmla="*/ 1169400 h 1650046"/>
              <a:gd name="connsiteX38" fmla="*/ 15493 w 1424802"/>
              <a:gd name="connsiteY38" fmla="*/ 1151815 h 1650046"/>
              <a:gd name="connsiteX39" fmla="*/ 21355 w 1424802"/>
              <a:gd name="connsiteY39" fmla="*/ 1099061 h 1650046"/>
              <a:gd name="connsiteX40" fmla="*/ 27216 w 1424802"/>
              <a:gd name="connsiteY40" fmla="*/ 1081477 h 1650046"/>
              <a:gd name="connsiteX41" fmla="*/ 33078 w 1424802"/>
              <a:gd name="connsiteY41" fmla="*/ 1046307 h 1650046"/>
              <a:gd name="connsiteX42" fmla="*/ 50662 w 1424802"/>
              <a:gd name="connsiteY42" fmla="*/ 1005277 h 1650046"/>
              <a:gd name="connsiteX43" fmla="*/ 62385 w 1424802"/>
              <a:gd name="connsiteY43" fmla="*/ 964246 h 1650046"/>
              <a:gd name="connsiteX44" fmla="*/ 74108 w 1424802"/>
              <a:gd name="connsiteY44" fmla="*/ 940800 h 1650046"/>
              <a:gd name="connsiteX45" fmla="*/ 85832 w 1424802"/>
              <a:gd name="connsiteY45" fmla="*/ 899769 h 1650046"/>
              <a:gd name="connsiteX46" fmla="*/ 91693 w 1424802"/>
              <a:gd name="connsiteY46" fmla="*/ 882184 h 1650046"/>
              <a:gd name="connsiteX47" fmla="*/ 97555 w 1424802"/>
              <a:gd name="connsiteY47" fmla="*/ 852877 h 1650046"/>
              <a:gd name="connsiteX48" fmla="*/ 103416 w 1424802"/>
              <a:gd name="connsiteY48" fmla="*/ 835292 h 1650046"/>
              <a:gd name="connsiteX49" fmla="*/ 102366 w 1424802"/>
              <a:gd name="connsiteY49" fmla="*/ 772661 h 1650046"/>
              <a:gd name="connsiteX50" fmla="*/ 83418 w 1424802"/>
              <a:gd name="connsiteY50" fmla="*/ 661188 h 1650046"/>
              <a:gd name="connsiteX51" fmla="*/ 34270 w 1424802"/>
              <a:gd name="connsiteY51"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83418 w 1424802"/>
              <a:gd name="connsiteY31" fmla="*/ 1525284 h 1650046"/>
              <a:gd name="connsiteX32" fmla="*/ 50662 w 1424802"/>
              <a:gd name="connsiteY32" fmla="*/ 1474200 h 1650046"/>
              <a:gd name="connsiteX33" fmla="*/ 33078 w 1424802"/>
              <a:gd name="connsiteY33" fmla="*/ 1456615 h 1650046"/>
              <a:gd name="connsiteX34" fmla="*/ 21355 w 1424802"/>
              <a:gd name="connsiteY34" fmla="*/ 1415584 h 1650046"/>
              <a:gd name="connsiteX35" fmla="*/ 9632 w 1424802"/>
              <a:gd name="connsiteY35" fmla="*/ 1368692 h 1650046"/>
              <a:gd name="connsiteX36" fmla="*/ 9632 w 1424802"/>
              <a:gd name="connsiteY36" fmla="*/ 1169400 h 1650046"/>
              <a:gd name="connsiteX37" fmla="*/ 15493 w 1424802"/>
              <a:gd name="connsiteY37" fmla="*/ 1151815 h 1650046"/>
              <a:gd name="connsiteX38" fmla="*/ 21355 w 1424802"/>
              <a:gd name="connsiteY38" fmla="*/ 1099061 h 1650046"/>
              <a:gd name="connsiteX39" fmla="*/ 27216 w 1424802"/>
              <a:gd name="connsiteY39" fmla="*/ 1081477 h 1650046"/>
              <a:gd name="connsiteX40" fmla="*/ 33078 w 1424802"/>
              <a:gd name="connsiteY40" fmla="*/ 1046307 h 1650046"/>
              <a:gd name="connsiteX41" fmla="*/ 50662 w 1424802"/>
              <a:gd name="connsiteY41" fmla="*/ 1005277 h 1650046"/>
              <a:gd name="connsiteX42" fmla="*/ 62385 w 1424802"/>
              <a:gd name="connsiteY42" fmla="*/ 964246 h 1650046"/>
              <a:gd name="connsiteX43" fmla="*/ 74108 w 1424802"/>
              <a:gd name="connsiteY43" fmla="*/ 940800 h 1650046"/>
              <a:gd name="connsiteX44" fmla="*/ 85832 w 1424802"/>
              <a:gd name="connsiteY44" fmla="*/ 899769 h 1650046"/>
              <a:gd name="connsiteX45" fmla="*/ 91693 w 1424802"/>
              <a:gd name="connsiteY45" fmla="*/ 882184 h 1650046"/>
              <a:gd name="connsiteX46" fmla="*/ 97555 w 1424802"/>
              <a:gd name="connsiteY46" fmla="*/ 852877 h 1650046"/>
              <a:gd name="connsiteX47" fmla="*/ 103416 w 1424802"/>
              <a:gd name="connsiteY47" fmla="*/ 835292 h 1650046"/>
              <a:gd name="connsiteX48" fmla="*/ 102366 w 1424802"/>
              <a:gd name="connsiteY48" fmla="*/ 772661 h 1650046"/>
              <a:gd name="connsiteX49" fmla="*/ 83418 w 1424802"/>
              <a:gd name="connsiteY49" fmla="*/ 661188 h 1650046"/>
              <a:gd name="connsiteX50" fmla="*/ 34270 w 1424802"/>
              <a:gd name="connsiteY50"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50662 w 1424802"/>
              <a:gd name="connsiteY31" fmla="*/ 1474200 h 1650046"/>
              <a:gd name="connsiteX32" fmla="*/ 33078 w 1424802"/>
              <a:gd name="connsiteY32" fmla="*/ 1456615 h 1650046"/>
              <a:gd name="connsiteX33" fmla="*/ 21355 w 1424802"/>
              <a:gd name="connsiteY33" fmla="*/ 1415584 h 1650046"/>
              <a:gd name="connsiteX34" fmla="*/ 9632 w 1424802"/>
              <a:gd name="connsiteY34" fmla="*/ 136869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50662 w 1424802"/>
              <a:gd name="connsiteY31" fmla="*/ 1474200 h 1650046"/>
              <a:gd name="connsiteX32" fmla="*/ 69040 w 1424802"/>
              <a:gd name="connsiteY32" fmla="*/ 1434124 h 1650046"/>
              <a:gd name="connsiteX33" fmla="*/ 21355 w 1424802"/>
              <a:gd name="connsiteY33" fmla="*/ 1415584 h 1650046"/>
              <a:gd name="connsiteX34" fmla="*/ 9632 w 1424802"/>
              <a:gd name="connsiteY34" fmla="*/ 136869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69040 w 1424802"/>
              <a:gd name="connsiteY32" fmla="*/ 1434124 h 1650046"/>
              <a:gd name="connsiteX33" fmla="*/ 21355 w 1424802"/>
              <a:gd name="connsiteY33" fmla="*/ 1415584 h 1650046"/>
              <a:gd name="connsiteX34" fmla="*/ 9632 w 1424802"/>
              <a:gd name="connsiteY34" fmla="*/ 136869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69040 w 1424802"/>
              <a:gd name="connsiteY32" fmla="*/ 1434124 h 1650046"/>
              <a:gd name="connsiteX33" fmla="*/ 21355 w 1424802"/>
              <a:gd name="connsiteY33" fmla="*/ 1415584 h 1650046"/>
              <a:gd name="connsiteX34" fmla="*/ 52096 w 1424802"/>
              <a:gd name="connsiteY34" fmla="*/ 134013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69040 w 1424802"/>
              <a:gd name="connsiteY32" fmla="*/ 1434124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88685 w 1424802"/>
              <a:gd name="connsiteY32" fmla="*/ 1418160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7085 w 1424802"/>
              <a:gd name="connsiteY30" fmla="*/ 1597620 h 1650046"/>
              <a:gd name="connsiteX31" fmla="*/ 119310 w 1424802"/>
              <a:gd name="connsiteY31" fmla="*/ 1468046 h 1650046"/>
              <a:gd name="connsiteX32" fmla="*/ 88685 w 1424802"/>
              <a:gd name="connsiteY32" fmla="*/ 1418160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185128 w 1424802"/>
              <a:gd name="connsiteY22" fmla="*/ 159301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7085 w 1424802"/>
              <a:gd name="connsiteY30" fmla="*/ 1597620 h 1650046"/>
              <a:gd name="connsiteX31" fmla="*/ 119310 w 1424802"/>
              <a:gd name="connsiteY31" fmla="*/ 1468046 h 1650046"/>
              <a:gd name="connsiteX32" fmla="*/ 88685 w 1424802"/>
              <a:gd name="connsiteY32" fmla="*/ 1418160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269862 w 1424802"/>
              <a:gd name="connsiteY20" fmla="*/ 1620738 h 1647823"/>
              <a:gd name="connsiteX21" fmla="*/ 1234693 w 1424802"/>
              <a:gd name="connsiteY21" fmla="*/ 1632461 h 1647823"/>
              <a:gd name="connsiteX22" fmla="*/ 1185128 w 1424802"/>
              <a:gd name="connsiteY22" fmla="*/ 1593013 h 1647823"/>
              <a:gd name="connsiteX23" fmla="*/ 1176078 w 1424802"/>
              <a:gd name="connsiteY23" fmla="*/ 1644184 h 1647823"/>
              <a:gd name="connsiteX24" fmla="*/ 1112152 w 1424802"/>
              <a:gd name="connsiteY24" fmla="*/ 1601472 h 1647823"/>
              <a:gd name="connsiteX25" fmla="*/ 900585 w 1424802"/>
              <a:gd name="connsiteY25" fmla="*/ 1644184 h 1647823"/>
              <a:gd name="connsiteX26" fmla="*/ 883001 w 1424802"/>
              <a:gd name="connsiteY26" fmla="*/ 1638323 h 1647823"/>
              <a:gd name="connsiteX27" fmla="*/ 800939 w 1424802"/>
              <a:gd name="connsiteY27" fmla="*/ 1632461 h 1647823"/>
              <a:gd name="connsiteX28" fmla="*/ 630955 w 1424802"/>
              <a:gd name="connsiteY28" fmla="*/ 1626600 h 1647823"/>
              <a:gd name="connsiteX29" fmla="*/ 572339 w 1424802"/>
              <a:gd name="connsiteY29" fmla="*/ 1620738 h 1647823"/>
              <a:gd name="connsiteX30" fmla="*/ 477085 w 1424802"/>
              <a:gd name="connsiteY30" fmla="*/ 1597620 h 1647823"/>
              <a:gd name="connsiteX31" fmla="*/ 119310 w 1424802"/>
              <a:gd name="connsiteY31" fmla="*/ 1468046 h 1647823"/>
              <a:gd name="connsiteX32" fmla="*/ 88685 w 1424802"/>
              <a:gd name="connsiteY32" fmla="*/ 1418160 h 1647823"/>
              <a:gd name="connsiteX33" fmla="*/ 52096 w 1424802"/>
              <a:gd name="connsiteY33" fmla="*/ 1340132 h 1647823"/>
              <a:gd name="connsiteX34" fmla="*/ 9632 w 1424802"/>
              <a:gd name="connsiteY34" fmla="*/ 1169400 h 1647823"/>
              <a:gd name="connsiteX35" fmla="*/ 15493 w 1424802"/>
              <a:gd name="connsiteY35" fmla="*/ 1151815 h 1647823"/>
              <a:gd name="connsiteX36" fmla="*/ 21355 w 1424802"/>
              <a:gd name="connsiteY36" fmla="*/ 1099061 h 1647823"/>
              <a:gd name="connsiteX37" fmla="*/ 27216 w 1424802"/>
              <a:gd name="connsiteY37" fmla="*/ 1081477 h 1647823"/>
              <a:gd name="connsiteX38" fmla="*/ 33078 w 1424802"/>
              <a:gd name="connsiteY38" fmla="*/ 1046307 h 1647823"/>
              <a:gd name="connsiteX39" fmla="*/ 50662 w 1424802"/>
              <a:gd name="connsiteY39" fmla="*/ 1005277 h 1647823"/>
              <a:gd name="connsiteX40" fmla="*/ 62385 w 1424802"/>
              <a:gd name="connsiteY40" fmla="*/ 964246 h 1647823"/>
              <a:gd name="connsiteX41" fmla="*/ 74108 w 1424802"/>
              <a:gd name="connsiteY41" fmla="*/ 940800 h 1647823"/>
              <a:gd name="connsiteX42" fmla="*/ 85832 w 1424802"/>
              <a:gd name="connsiteY42" fmla="*/ 899769 h 1647823"/>
              <a:gd name="connsiteX43" fmla="*/ 91693 w 1424802"/>
              <a:gd name="connsiteY43" fmla="*/ 882184 h 1647823"/>
              <a:gd name="connsiteX44" fmla="*/ 97555 w 1424802"/>
              <a:gd name="connsiteY44" fmla="*/ 852877 h 1647823"/>
              <a:gd name="connsiteX45" fmla="*/ 103416 w 1424802"/>
              <a:gd name="connsiteY45" fmla="*/ 835292 h 1647823"/>
              <a:gd name="connsiteX46" fmla="*/ 102366 w 1424802"/>
              <a:gd name="connsiteY46" fmla="*/ 772661 h 1647823"/>
              <a:gd name="connsiteX47" fmla="*/ 83418 w 1424802"/>
              <a:gd name="connsiteY47" fmla="*/ 661188 h 1647823"/>
              <a:gd name="connsiteX48" fmla="*/ 34270 w 1424802"/>
              <a:gd name="connsiteY48"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269862 w 1424802"/>
              <a:gd name="connsiteY20" fmla="*/ 1620738 h 1647823"/>
              <a:gd name="connsiteX21" fmla="*/ 1234693 w 1424802"/>
              <a:gd name="connsiteY21" fmla="*/ 1632461 h 1647823"/>
              <a:gd name="connsiteX22" fmla="*/ 1185128 w 1424802"/>
              <a:gd name="connsiteY22" fmla="*/ 1593013 h 1647823"/>
              <a:gd name="connsiteX23" fmla="*/ 1112152 w 1424802"/>
              <a:gd name="connsiteY23" fmla="*/ 1601472 h 1647823"/>
              <a:gd name="connsiteX24" fmla="*/ 900585 w 1424802"/>
              <a:gd name="connsiteY24" fmla="*/ 1644184 h 1647823"/>
              <a:gd name="connsiteX25" fmla="*/ 883001 w 1424802"/>
              <a:gd name="connsiteY25" fmla="*/ 1638323 h 1647823"/>
              <a:gd name="connsiteX26" fmla="*/ 800939 w 1424802"/>
              <a:gd name="connsiteY26" fmla="*/ 1632461 h 1647823"/>
              <a:gd name="connsiteX27" fmla="*/ 630955 w 1424802"/>
              <a:gd name="connsiteY27" fmla="*/ 1626600 h 1647823"/>
              <a:gd name="connsiteX28" fmla="*/ 572339 w 1424802"/>
              <a:gd name="connsiteY28" fmla="*/ 1620738 h 1647823"/>
              <a:gd name="connsiteX29" fmla="*/ 477085 w 1424802"/>
              <a:gd name="connsiteY29" fmla="*/ 1597620 h 1647823"/>
              <a:gd name="connsiteX30" fmla="*/ 119310 w 1424802"/>
              <a:gd name="connsiteY30" fmla="*/ 1468046 h 1647823"/>
              <a:gd name="connsiteX31" fmla="*/ 88685 w 1424802"/>
              <a:gd name="connsiteY31" fmla="*/ 1418160 h 1647823"/>
              <a:gd name="connsiteX32" fmla="*/ 52096 w 1424802"/>
              <a:gd name="connsiteY32" fmla="*/ 1340132 h 1647823"/>
              <a:gd name="connsiteX33" fmla="*/ 9632 w 1424802"/>
              <a:gd name="connsiteY33" fmla="*/ 1169400 h 1647823"/>
              <a:gd name="connsiteX34" fmla="*/ 15493 w 1424802"/>
              <a:gd name="connsiteY34" fmla="*/ 1151815 h 1647823"/>
              <a:gd name="connsiteX35" fmla="*/ 21355 w 1424802"/>
              <a:gd name="connsiteY35" fmla="*/ 1099061 h 1647823"/>
              <a:gd name="connsiteX36" fmla="*/ 27216 w 1424802"/>
              <a:gd name="connsiteY36" fmla="*/ 1081477 h 1647823"/>
              <a:gd name="connsiteX37" fmla="*/ 33078 w 1424802"/>
              <a:gd name="connsiteY37" fmla="*/ 1046307 h 1647823"/>
              <a:gd name="connsiteX38" fmla="*/ 50662 w 1424802"/>
              <a:gd name="connsiteY38" fmla="*/ 1005277 h 1647823"/>
              <a:gd name="connsiteX39" fmla="*/ 62385 w 1424802"/>
              <a:gd name="connsiteY39" fmla="*/ 964246 h 1647823"/>
              <a:gd name="connsiteX40" fmla="*/ 74108 w 1424802"/>
              <a:gd name="connsiteY40" fmla="*/ 940800 h 1647823"/>
              <a:gd name="connsiteX41" fmla="*/ 85832 w 1424802"/>
              <a:gd name="connsiteY41" fmla="*/ 899769 h 1647823"/>
              <a:gd name="connsiteX42" fmla="*/ 91693 w 1424802"/>
              <a:gd name="connsiteY42" fmla="*/ 882184 h 1647823"/>
              <a:gd name="connsiteX43" fmla="*/ 97555 w 1424802"/>
              <a:gd name="connsiteY43" fmla="*/ 852877 h 1647823"/>
              <a:gd name="connsiteX44" fmla="*/ 103416 w 1424802"/>
              <a:gd name="connsiteY44" fmla="*/ 835292 h 1647823"/>
              <a:gd name="connsiteX45" fmla="*/ 102366 w 1424802"/>
              <a:gd name="connsiteY45" fmla="*/ 772661 h 1647823"/>
              <a:gd name="connsiteX46" fmla="*/ 83418 w 1424802"/>
              <a:gd name="connsiteY46" fmla="*/ 661188 h 1647823"/>
              <a:gd name="connsiteX47" fmla="*/ 34270 w 1424802"/>
              <a:gd name="connsiteY47"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269862 w 1424802"/>
              <a:gd name="connsiteY20" fmla="*/ 1620738 h 1647823"/>
              <a:gd name="connsiteX21" fmla="*/ 1185128 w 1424802"/>
              <a:gd name="connsiteY21" fmla="*/ 1593013 h 1647823"/>
              <a:gd name="connsiteX22" fmla="*/ 1112152 w 1424802"/>
              <a:gd name="connsiteY22" fmla="*/ 1601472 h 1647823"/>
              <a:gd name="connsiteX23" fmla="*/ 900585 w 1424802"/>
              <a:gd name="connsiteY23" fmla="*/ 1644184 h 1647823"/>
              <a:gd name="connsiteX24" fmla="*/ 883001 w 1424802"/>
              <a:gd name="connsiteY24" fmla="*/ 1638323 h 1647823"/>
              <a:gd name="connsiteX25" fmla="*/ 800939 w 1424802"/>
              <a:gd name="connsiteY25" fmla="*/ 1632461 h 1647823"/>
              <a:gd name="connsiteX26" fmla="*/ 630955 w 1424802"/>
              <a:gd name="connsiteY26" fmla="*/ 1626600 h 1647823"/>
              <a:gd name="connsiteX27" fmla="*/ 572339 w 1424802"/>
              <a:gd name="connsiteY27" fmla="*/ 1620738 h 1647823"/>
              <a:gd name="connsiteX28" fmla="*/ 477085 w 1424802"/>
              <a:gd name="connsiteY28" fmla="*/ 1597620 h 1647823"/>
              <a:gd name="connsiteX29" fmla="*/ 119310 w 1424802"/>
              <a:gd name="connsiteY29" fmla="*/ 1468046 h 1647823"/>
              <a:gd name="connsiteX30" fmla="*/ 88685 w 1424802"/>
              <a:gd name="connsiteY30" fmla="*/ 1418160 h 1647823"/>
              <a:gd name="connsiteX31" fmla="*/ 52096 w 1424802"/>
              <a:gd name="connsiteY31" fmla="*/ 1340132 h 1647823"/>
              <a:gd name="connsiteX32" fmla="*/ 9632 w 1424802"/>
              <a:gd name="connsiteY32" fmla="*/ 1169400 h 1647823"/>
              <a:gd name="connsiteX33" fmla="*/ 15493 w 1424802"/>
              <a:gd name="connsiteY33" fmla="*/ 1151815 h 1647823"/>
              <a:gd name="connsiteX34" fmla="*/ 21355 w 1424802"/>
              <a:gd name="connsiteY34" fmla="*/ 1099061 h 1647823"/>
              <a:gd name="connsiteX35" fmla="*/ 27216 w 1424802"/>
              <a:gd name="connsiteY35" fmla="*/ 1081477 h 1647823"/>
              <a:gd name="connsiteX36" fmla="*/ 33078 w 1424802"/>
              <a:gd name="connsiteY36" fmla="*/ 1046307 h 1647823"/>
              <a:gd name="connsiteX37" fmla="*/ 50662 w 1424802"/>
              <a:gd name="connsiteY37" fmla="*/ 1005277 h 1647823"/>
              <a:gd name="connsiteX38" fmla="*/ 62385 w 1424802"/>
              <a:gd name="connsiteY38" fmla="*/ 964246 h 1647823"/>
              <a:gd name="connsiteX39" fmla="*/ 74108 w 1424802"/>
              <a:gd name="connsiteY39" fmla="*/ 940800 h 1647823"/>
              <a:gd name="connsiteX40" fmla="*/ 85832 w 1424802"/>
              <a:gd name="connsiteY40" fmla="*/ 899769 h 1647823"/>
              <a:gd name="connsiteX41" fmla="*/ 91693 w 1424802"/>
              <a:gd name="connsiteY41" fmla="*/ 882184 h 1647823"/>
              <a:gd name="connsiteX42" fmla="*/ 97555 w 1424802"/>
              <a:gd name="connsiteY42" fmla="*/ 852877 h 1647823"/>
              <a:gd name="connsiteX43" fmla="*/ 103416 w 1424802"/>
              <a:gd name="connsiteY43" fmla="*/ 835292 h 1647823"/>
              <a:gd name="connsiteX44" fmla="*/ 102366 w 1424802"/>
              <a:gd name="connsiteY44" fmla="*/ 772661 h 1647823"/>
              <a:gd name="connsiteX45" fmla="*/ 83418 w 1424802"/>
              <a:gd name="connsiteY45" fmla="*/ 661188 h 1647823"/>
              <a:gd name="connsiteX46" fmla="*/ 34270 w 1424802"/>
              <a:gd name="connsiteY46"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185128 w 1424802"/>
              <a:gd name="connsiteY20" fmla="*/ 1593013 h 1647823"/>
              <a:gd name="connsiteX21" fmla="*/ 1112152 w 1424802"/>
              <a:gd name="connsiteY21" fmla="*/ 1601472 h 1647823"/>
              <a:gd name="connsiteX22" fmla="*/ 900585 w 1424802"/>
              <a:gd name="connsiteY22" fmla="*/ 1644184 h 1647823"/>
              <a:gd name="connsiteX23" fmla="*/ 883001 w 1424802"/>
              <a:gd name="connsiteY23" fmla="*/ 1638323 h 1647823"/>
              <a:gd name="connsiteX24" fmla="*/ 800939 w 1424802"/>
              <a:gd name="connsiteY24" fmla="*/ 1632461 h 1647823"/>
              <a:gd name="connsiteX25" fmla="*/ 630955 w 1424802"/>
              <a:gd name="connsiteY25" fmla="*/ 1626600 h 1647823"/>
              <a:gd name="connsiteX26" fmla="*/ 572339 w 1424802"/>
              <a:gd name="connsiteY26" fmla="*/ 1620738 h 1647823"/>
              <a:gd name="connsiteX27" fmla="*/ 477085 w 1424802"/>
              <a:gd name="connsiteY27" fmla="*/ 1597620 h 1647823"/>
              <a:gd name="connsiteX28" fmla="*/ 119310 w 1424802"/>
              <a:gd name="connsiteY28" fmla="*/ 1468046 h 1647823"/>
              <a:gd name="connsiteX29" fmla="*/ 88685 w 1424802"/>
              <a:gd name="connsiteY29" fmla="*/ 1418160 h 1647823"/>
              <a:gd name="connsiteX30" fmla="*/ 52096 w 1424802"/>
              <a:gd name="connsiteY30" fmla="*/ 1340132 h 1647823"/>
              <a:gd name="connsiteX31" fmla="*/ 9632 w 1424802"/>
              <a:gd name="connsiteY31" fmla="*/ 1169400 h 1647823"/>
              <a:gd name="connsiteX32" fmla="*/ 15493 w 1424802"/>
              <a:gd name="connsiteY32" fmla="*/ 1151815 h 1647823"/>
              <a:gd name="connsiteX33" fmla="*/ 21355 w 1424802"/>
              <a:gd name="connsiteY33" fmla="*/ 1099061 h 1647823"/>
              <a:gd name="connsiteX34" fmla="*/ 27216 w 1424802"/>
              <a:gd name="connsiteY34" fmla="*/ 1081477 h 1647823"/>
              <a:gd name="connsiteX35" fmla="*/ 33078 w 1424802"/>
              <a:gd name="connsiteY35" fmla="*/ 1046307 h 1647823"/>
              <a:gd name="connsiteX36" fmla="*/ 50662 w 1424802"/>
              <a:gd name="connsiteY36" fmla="*/ 1005277 h 1647823"/>
              <a:gd name="connsiteX37" fmla="*/ 62385 w 1424802"/>
              <a:gd name="connsiteY37" fmla="*/ 964246 h 1647823"/>
              <a:gd name="connsiteX38" fmla="*/ 74108 w 1424802"/>
              <a:gd name="connsiteY38" fmla="*/ 940800 h 1647823"/>
              <a:gd name="connsiteX39" fmla="*/ 85832 w 1424802"/>
              <a:gd name="connsiteY39" fmla="*/ 899769 h 1647823"/>
              <a:gd name="connsiteX40" fmla="*/ 91693 w 1424802"/>
              <a:gd name="connsiteY40" fmla="*/ 882184 h 1647823"/>
              <a:gd name="connsiteX41" fmla="*/ 97555 w 1424802"/>
              <a:gd name="connsiteY41" fmla="*/ 852877 h 1647823"/>
              <a:gd name="connsiteX42" fmla="*/ 103416 w 1424802"/>
              <a:gd name="connsiteY42" fmla="*/ 835292 h 1647823"/>
              <a:gd name="connsiteX43" fmla="*/ 102366 w 1424802"/>
              <a:gd name="connsiteY43" fmla="*/ 772661 h 1647823"/>
              <a:gd name="connsiteX44" fmla="*/ 83418 w 1424802"/>
              <a:gd name="connsiteY44" fmla="*/ 661188 h 1647823"/>
              <a:gd name="connsiteX45" fmla="*/ 34270 w 1424802"/>
              <a:gd name="connsiteY45"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185128 w 1424802"/>
              <a:gd name="connsiteY19" fmla="*/ 1593013 h 1647823"/>
              <a:gd name="connsiteX20" fmla="*/ 1112152 w 1424802"/>
              <a:gd name="connsiteY20" fmla="*/ 1601472 h 1647823"/>
              <a:gd name="connsiteX21" fmla="*/ 900585 w 1424802"/>
              <a:gd name="connsiteY21" fmla="*/ 1644184 h 1647823"/>
              <a:gd name="connsiteX22" fmla="*/ 883001 w 1424802"/>
              <a:gd name="connsiteY22" fmla="*/ 1638323 h 1647823"/>
              <a:gd name="connsiteX23" fmla="*/ 800939 w 1424802"/>
              <a:gd name="connsiteY23" fmla="*/ 1632461 h 1647823"/>
              <a:gd name="connsiteX24" fmla="*/ 630955 w 1424802"/>
              <a:gd name="connsiteY24" fmla="*/ 1626600 h 1647823"/>
              <a:gd name="connsiteX25" fmla="*/ 572339 w 1424802"/>
              <a:gd name="connsiteY25" fmla="*/ 1620738 h 1647823"/>
              <a:gd name="connsiteX26" fmla="*/ 477085 w 1424802"/>
              <a:gd name="connsiteY26" fmla="*/ 1597620 h 1647823"/>
              <a:gd name="connsiteX27" fmla="*/ 119310 w 1424802"/>
              <a:gd name="connsiteY27" fmla="*/ 1468046 h 1647823"/>
              <a:gd name="connsiteX28" fmla="*/ 88685 w 1424802"/>
              <a:gd name="connsiteY28" fmla="*/ 1418160 h 1647823"/>
              <a:gd name="connsiteX29" fmla="*/ 52096 w 1424802"/>
              <a:gd name="connsiteY29" fmla="*/ 1340132 h 1647823"/>
              <a:gd name="connsiteX30" fmla="*/ 9632 w 1424802"/>
              <a:gd name="connsiteY30" fmla="*/ 1169400 h 1647823"/>
              <a:gd name="connsiteX31" fmla="*/ 15493 w 1424802"/>
              <a:gd name="connsiteY31" fmla="*/ 1151815 h 1647823"/>
              <a:gd name="connsiteX32" fmla="*/ 21355 w 1424802"/>
              <a:gd name="connsiteY32" fmla="*/ 1099061 h 1647823"/>
              <a:gd name="connsiteX33" fmla="*/ 27216 w 1424802"/>
              <a:gd name="connsiteY33" fmla="*/ 1081477 h 1647823"/>
              <a:gd name="connsiteX34" fmla="*/ 33078 w 1424802"/>
              <a:gd name="connsiteY34" fmla="*/ 1046307 h 1647823"/>
              <a:gd name="connsiteX35" fmla="*/ 50662 w 1424802"/>
              <a:gd name="connsiteY35" fmla="*/ 1005277 h 1647823"/>
              <a:gd name="connsiteX36" fmla="*/ 62385 w 1424802"/>
              <a:gd name="connsiteY36" fmla="*/ 964246 h 1647823"/>
              <a:gd name="connsiteX37" fmla="*/ 74108 w 1424802"/>
              <a:gd name="connsiteY37" fmla="*/ 940800 h 1647823"/>
              <a:gd name="connsiteX38" fmla="*/ 85832 w 1424802"/>
              <a:gd name="connsiteY38" fmla="*/ 899769 h 1647823"/>
              <a:gd name="connsiteX39" fmla="*/ 91693 w 1424802"/>
              <a:gd name="connsiteY39" fmla="*/ 882184 h 1647823"/>
              <a:gd name="connsiteX40" fmla="*/ 97555 w 1424802"/>
              <a:gd name="connsiteY40" fmla="*/ 852877 h 1647823"/>
              <a:gd name="connsiteX41" fmla="*/ 103416 w 1424802"/>
              <a:gd name="connsiteY41" fmla="*/ 835292 h 1647823"/>
              <a:gd name="connsiteX42" fmla="*/ 102366 w 1424802"/>
              <a:gd name="connsiteY42" fmla="*/ 772661 h 1647823"/>
              <a:gd name="connsiteX43" fmla="*/ 83418 w 1424802"/>
              <a:gd name="connsiteY43" fmla="*/ 661188 h 1647823"/>
              <a:gd name="connsiteX44" fmla="*/ 34270 w 1424802"/>
              <a:gd name="connsiteY44" fmla="*/ 481795 h 1647823"/>
              <a:gd name="connsiteX0" fmla="*/ 34270 w 1415284"/>
              <a:gd name="connsiteY0" fmla="*/ 481795 h 1647823"/>
              <a:gd name="connsiteX1" fmla="*/ 24101 w 1415284"/>
              <a:gd name="connsiteY1" fmla="*/ 373288 h 1647823"/>
              <a:gd name="connsiteX2" fmla="*/ 40439 w 1415284"/>
              <a:gd name="connsiteY2" fmla="*/ 294708 h 1647823"/>
              <a:gd name="connsiteX3" fmla="*/ 105996 w 1415284"/>
              <a:gd name="connsiteY3" fmla="*/ 147354 h 1647823"/>
              <a:gd name="connsiteX4" fmla="*/ 299018 w 1415284"/>
              <a:gd name="connsiteY4" fmla="*/ 13062 h 1647823"/>
              <a:gd name="connsiteX5" fmla="*/ 551506 w 1415284"/>
              <a:gd name="connsiteY5" fmla="*/ 68982 h 1647823"/>
              <a:gd name="connsiteX6" fmla="*/ 620226 w 1415284"/>
              <a:gd name="connsiteY6" fmla="*/ 131022 h 1647823"/>
              <a:gd name="connsiteX7" fmla="*/ 659264 w 1415284"/>
              <a:gd name="connsiteY7" fmla="*/ 157115 h 1647823"/>
              <a:gd name="connsiteX8" fmla="*/ 741534 w 1415284"/>
              <a:gd name="connsiteY8" fmla="*/ 202885 h 1647823"/>
              <a:gd name="connsiteX9" fmla="*/ 824385 w 1415284"/>
              <a:gd name="connsiteY9" fmla="*/ 325338 h 1647823"/>
              <a:gd name="connsiteX10" fmla="*/ 841970 w 1415284"/>
              <a:gd name="connsiteY10" fmla="*/ 342923 h 1647823"/>
              <a:gd name="connsiteX11" fmla="*/ 847832 w 1415284"/>
              <a:gd name="connsiteY11" fmla="*/ 360507 h 1647823"/>
              <a:gd name="connsiteX12" fmla="*/ 1091559 w 1415284"/>
              <a:gd name="connsiteY12" fmla="*/ 805354 h 1647823"/>
              <a:gd name="connsiteX13" fmla="*/ 1235657 w 1415284"/>
              <a:gd name="connsiteY13" fmla="*/ 1021434 h 1647823"/>
              <a:gd name="connsiteX14" fmla="*/ 1307706 w 1415284"/>
              <a:gd name="connsiteY14" fmla="*/ 1093461 h 1647823"/>
              <a:gd name="connsiteX15" fmla="*/ 1353869 w 1415284"/>
              <a:gd name="connsiteY15" fmla="*/ 1173135 h 1647823"/>
              <a:gd name="connsiteX16" fmla="*/ 1379755 w 1415284"/>
              <a:gd name="connsiteY16" fmla="*/ 1237514 h 1647823"/>
              <a:gd name="connsiteX17" fmla="*/ 1410539 w 1415284"/>
              <a:gd name="connsiteY17" fmla="*/ 1351107 h 1647823"/>
              <a:gd name="connsiteX18" fmla="*/ 1382217 w 1415284"/>
              <a:gd name="connsiteY18" fmla="*/ 1471846 h 1647823"/>
              <a:gd name="connsiteX19" fmla="*/ 1185128 w 1415284"/>
              <a:gd name="connsiteY19" fmla="*/ 1593013 h 1647823"/>
              <a:gd name="connsiteX20" fmla="*/ 1112152 w 1415284"/>
              <a:gd name="connsiteY20" fmla="*/ 1601472 h 1647823"/>
              <a:gd name="connsiteX21" fmla="*/ 900585 w 1415284"/>
              <a:gd name="connsiteY21" fmla="*/ 1644184 h 1647823"/>
              <a:gd name="connsiteX22" fmla="*/ 883001 w 1415284"/>
              <a:gd name="connsiteY22" fmla="*/ 1638323 h 1647823"/>
              <a:gd name="connsiteX23" fmla="*/ 800939 w 1415284"/>
              <a:gd name="connsiteY23" fmla="*/ 1632461 h 1647823"/>
              <a:gd name="connsiteX24" fmla="*/ 630955 w 1415284"/>
              <a:gd name="connsiteY24" fmla="*/ 1626600 h 1647823"/>
              <a:gd name="connsiteX25" fmla="*/ 572339 w 1415284"/>
              <a:gd name="connsiteY25" fmla="*/ 1620738 h 1647823"/>
              <a:gd name="connsiteX26" fmla="*/ 477085 w 1415284"/>
              <a:gd name="connsiteY26" fmla="*/ 1597620 h 1647823"/>
              <a:gd name="connsiteX27" fmla="*/ 119310 w 1415284"/>
              <a:gd name="connsiteY27" fmla="*/ 1468046 h 1647823"/>
              <a:gd name="connsiteX28" fmla="*/ 88685 w 1415284"/>
              <a:gd name="connsiteY28" fmla="*/ 1418160 h 1647823"/>
              <a:gd name="connsiteX29" fmla="*/ 52096 w 1415284"/>
              <a:gd name="connsiteY29" fmla="*/ 1340132 h 1647823"/>
              <a:gd name="connsiteX30" fmla="*/ 9632 w 1415284"/>
              <a:gd name="connsiteY30" fmla="*/ 1169400 h 1647823"/>
              <a:gd name="connsiteX31" fmla="*/ 15493 w 1415284"/>
              <a:gd name="connsiteY31" fmla="*/ 1151815 h 1647823"/>
              <a:gd name="connsiteX32" fmla="*/ 21355 w 1415284"/>
              <a:gd name="connsiteY32" fmla="*/ 1099061 h 1647823"/>
              <a:gd name="connsiteX33" fmla="*/ 27216 w 1415284"/>
              <a:gd name="connsiteY33" fmla="*/ 1081477 h 1647823"/>
              <a:gd name="connsiteX34" fmla="*/ 33078 w 1415284"/>
              <a:gd name="connsiteY34" fmla="*/ 1046307 h 1647823"/>
              <a:gd name="connsiteX35" fmla="*/ 50662 w 1415284"/>
              <a:gd name="connsiteY35" fmla="*/ 1005277 h 1647823"/>
              <a:gd name="connsiteX36" fmla="*/ 62385 w 1415284"/>
              <a:gd name="connsiteY36" fmla="*/ 964246 h 1647823"/>
              <a:gd name="connsiteX37" fmla="*/ 74108 w 1415284"/>
              <a:gd name="connsiteY37" fmla="*/ 940800 h 1647823"/>
              <a:gd name="connsiteX38" fmla="*/ 85832 w 1415284"/>
              <a:gd name="connsiteY38" fmla="*/ 899769 h 1647823"/>
              <a:gd name="connsiteX39" fmla="*/ 91693 w 1415284"/>
              <a:gd name="connsiteY39" fmla="*/ 882184 h 1647823"/>
              <a:gd name="connsiteX40" fmla="*/ 97555 w 1415284"/>
              <a:gd name="connsiteY40" fmla="*/ 852877 h 1647823"/>
              <a:gd name="connsiteX41" fmla="*/ 103416 w 1415284"/>
              <a:gd name="connsiteY41" fmla="*/ 835292 h 1647823"/>
              <a:gd name="connsiteX42" fmla="*/ 102366 w 1415284"/>
              <a:gd name="connsiteY42" fmla="*/ 772661 h 1647823"/>
              <a:gd name="connsiteX43" fmla="*/ 83418 w 1415284"/>
              <a:gd name="connsiteY43" fmla="*/ 661188 h 1647823"/>
              <a:gd name="connsiteX44" fmla="*/ 34270 w 1415284"/>
              <a:gd name="connsiteY44" fmla="*/ 481795 h 164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415284" h="1647823">
                <a:moveTo>
                  <a:pt x="34270" y="481795"/>
                </a:moveTo>
                <a:cubicBezTo>
                  <a:pt x="33776" y="462417"/>
                  <a:pt x="23618" y="401739"/>
                  <a:pt x="24101" y="373288"/>
                </a:cubicBezTo>
                <a:cubicBezTo>
                  <a:pt x="17513" y="343760"/>
                  <a:pt x="26790" y="332364"/>
                  <a:pt x="40439" y="294708"/>
                </a:cubicBezTo>
                <a:cubicBezTo>
                  <a:pt x="64456" y="282704"/>
                  <a:pt x="68379" y="156025"/>
                  <a:pt x="105996" y="147354"/>
                </a:cubicBezTo>
                <a:cubicBezTo>
                  <a:pt x="82806" y="51492"/>
                  <a:pt x="275002" y="25066"/>
                  <a:pt x="299018" y="13062"/>
                </a:cubicBezTo>
                <a:cubicBezTo>
                  <a:pt x="373270" y="0"/>
                  <a:pt x="497972" y="49322"/>
                  <a:pt x="551506" y="68982"/>
                </a:cubicBezTo>
                <a:cubicBezTo>
                  <a:pt x="592513" y="71911"/>
                  <a:pt x="580936" y="122291"/>
                  <a:pt x="620226" y="131022"/>
                </a:cubicBezTo>
                <a:cubicBezTo>
                  <a:pt x="626258" y="132362"/>
                  <a:pt x="653303" y="155489"/>
                  <a:pt x="659264" y="157115"/>
                </a:cubicBezTo>
                <a:cubicBezTo>
                  <a:pt x="683280" y="157115"/>
                  <a:pt x="725737" y="181686"/>
                  <a:pt x="741534" y="202885"/>
                </a:cubicBezTo>
                <a:cubicBezTo>
                  <a:pt x="769054" y="230922"/>
                  <a:pt x="805942" y="294370"/>
                  <a:pt x="824385" y="325338"/>
                </a:cubicBezTo>
                <a:cubicBezTo>
                  <a:pt x="830247" y="331200"/>
                  <a:pt x="837372" y="336026"/>
                  <a:pt x="841970" y="342923"/>
                </a:cubicBezTo>
                <a:cubicBezTo>
                  <a:pt x="845397" y="348064"/>
                  <a:pt x="806234" y="283435"/>
                  <a:pt x="847832" y="360507"/>
                </a:cubicBezTo>
                <a:cubicBezTo>
                  <a:pt x="889430" y="437579"/>
                  <a:pt x="1026922" y="695200"/>
                  <a:pt x="1091559" y="805354"/>
                </a:cubicBezTo>
                <a:cubicBezTo>
                  <a:pt x="1095627" y="853962"/>
                  <a:pt x="1199633" y="973416"/>
                  <a:pt x="1235657" y="1021434"/>
                </a:cubicBezTo>
                <a:cubicBezTo>
                  <a:pt x="1237080" y="1055670"/>
                  <a:pt x="1288004" y="1068178"/>
                  <a:pt x="1307706" y="1093461"/>
                </a:cubicBezTo>
                <a:cubicBezTo>
                  <a:pt x="1315314" y="1146725"/>
                  <a:pt x="1337777" y="1124859"/>
                  <a:pt x="1353869" y="1173135"/>
                </a:cubicBezTo>
                <a:cubicBezTo>
                  <a:pt x="1365877" y="1197144"/>
                  <a:pt x="1370310" y="1207852"/>
                  <a:pt x="1379755" y="1237514"/>
                </a:cubicBezTo>
                <a:cubicBezTo>
                  <a:pt x="1377801" y="1288314"/>
                  <a:pt x="1415284" y="1300491"/>
                  <a:pt x="1410539" y="1351107"/>
                </a:cubicBezTo>
                <a:cubicBezTo>
                  <a:pt x="1394908" y="1415584"/>
                  <a:pt x="1402732" y="1428861"/>
                  <a:pt x="1382217" y="1471846"/>
                </a:cubicBezTo>
                <a:cubicBezTo>
                  <a:pt x="1344649" y="1512164"/>
                  <a:pt x="1233817" y="1571890"/>
                  <a:pt x="1185128" y="1593013"/>
                </a:cubicBezTo>
                <a:cubicBezTo>
                  <a:pt x="1164705" y="1587848"/>
                  <a:pt x="1159576" y="1592944"/>
                  <a:pt x="1112152" y="1601472"/>
                </a:cubicBezTo>
                <a:cubicBezTo>
                  <a:pt x="1032044" y="1599518"/>
                  <a:pt x="980634" y="1647823"/>
                  <a:pt x="900585" y="1644184"/>
                </a:cubicBezTo>
                <a:cubicBezTo>
                  <a:pt x="894413" y="1643903"/>
                  <a:pt x="889137" y="1639045"/>
                  <a:pt x="883001" y="1638323"/>
                </a:cubicBezTo>
                <a:cubicBezTo>
                  <a:pt x="855765" y="1635119"/>
                  <a:pt x="828333" y="1633735"/>
                  <a:pt x="800939" y="1632461"/>
                </a:cubicBezTo>
                <a:cubicBezTo>
                  <a:pt x="744305" y="1629827"/>
                  <a:pt x="687616" y="1628554"/>
                  <a:pt x="630955" y="1626600"/>
                </a:cubicBezTo>
                <a:cubicBezTo>
                  <a:pt x="611416" y="1624646"/>
                  <a:pt x="591639" y="1624357"/>
                  <a:pt x="572339" y="1620738"/>
                </a:cubicBezTo>
                <a:cubicBezTo>
                  <a:pt x="560194" y="1618461"/>
                  <a:pt x="488808" y="1601528"/>
                  <a:pt x="477085" y="1597620"/>
                </a:cubicBezTo>
                <a:cubicBezTo>
                  <a:pt x="390139" y="1573197"/>
                  <a:pt x="193266" y="1496377"/>
                  <a:pt x="119310" y="1468046"/>
                </a:cubicBezTo>
                <a:cubicBezTo>
                  <a:pt x="114003" y="1461678"/>
                  <a:pt x="94546" y="1424022"/>
                  <a:pt x="88685" y="1418160"/>
                </a:cubicBezTo>
                <a:cubicBezTo>
                  <a:pt x="77483" y="1396841"/>
                  <a:pt x="61997" y="1384253"/>
                  <a:pt x="52096" y="1340132"/>
                </a:cubicBezTo>
                <a:cubicBezTo>
                  <a:pt x="43520" y="1245807"/>
                  <a:pt x="0" y="1294619"/>
                  <a:pt x="9632" y="1169400"/>
                </a:cubicBezTo>
                <a:cubicBezTo>
                  <a:pt x="10106" y="1163240"/>
                  <a:pt x="13539" y="1157677"/>
                  <a:pt x="15493" y="1151815"/>
                </a:cubicBezTo>
                <a:cubicBezTo>
                  <a:pt x="17447" y="1134230"/>
                  <a:pt x="18446" y="1116513"/>
                  <a:pt x="21355" y="1099061"/>
                </a:cubicBezTo>
                <a:cubicBezTo>
                  <a:pt x="22371" y="1092967"/>
                  <a:pt x="25876" y="1087508"/>
                  <a:pt x="27216" y="1081477"/>
                </a:cubicBezTo>
                <a:cubicBezTo>
                  <a:pt x="29794" y="1069875"/>
                  <a:pt x="30500" y="1057909"/>
                  <a:pt x="33078" y="1046307"/>
                </a:cubicBezTo>
                <a:cubicBezTo>
                  <a:pt x="37308" y="1027272"/>
                  <a:pt x="42390" y="1024577"/>
                  <a:pt x="50662" y="1005277"/>
                </a:cubicBezTo>
                <a:cubicBezTo>
                  <a:pt x="64837" y="972203"/>
                  <a:pt x="47509" y="1003917"/>
                  <a:pt x="62385" y="964246"/>
                </a:cubicBezTo>
                <a:cubicBezTo>
                  <a:pt x="65453" y="956065"/>
                  <a:pt x="70666" y="948831"/>
                  <a:pt x="74108" y="940800"/>
                </a:cubicBezTo>
                <a:cubicBezTo>
                  <a:pt x="80131" y="926747"/>
                  <a:pt x="81583" y="914640"/>
                  <a:pt x="85832" y="899769"/>
                </a:cubicBezTo>
                <a:cubicBezTo>
                  <a:pt x="87529" y="893828"/>
                  <a:pt x="90194" y="888178"/>
                  <a:pt x="91693" y="882184"/>
                </a:cubicBezTo>
                <a:cubicBezTo>
                  <a:pt x="94109" y="872519"/>
                  <a:pt x="95139" y="862542"/>
                  <a:pt x="97555" y="852877"/>
                </a:cubicBezTo>
                <a:cubicBezTo>
                  <a:pt x="99054" y="846883"/>
                  <a:pt x="101719" y="841233"/>
                  <a:pt x="103416" y="835292"/>
                </a:cubicBezTo>
                <a:cubicBezTo>
                  <a:pt x="105629" y="827546"/>
                  <a:pt x="100618" y="780525"/>
                  <a:pt x="102366" y="772661"/>
                </a:cubicBezTo>
                <a:cubicBezTo>
                  <a:pt x="104527" y="762935"/>
                  <a:pt x="80797" y="670800"/>
                  <a:pt x="83418" y="661188"/>
                </a:cubicBezTo>
                <a:cubicBezTo>
                  <a:pt x="72069" y="612710"/>
                  <a:pt x="44156" y="529778"/>
                  <a:pt x="34270" y="481795"/>
                </a:cubicBezTo>
                <a:close/>
              </a:path>
            </a:pathLst>
          </a:custGeom>
          <a:solidFill>
            <a:srgbClr val="92D050"/>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46" name="Line 42">
            <a:extLst>
              <a:ext uri="{FF2B5EF4-FFF2-40B4-BE49-F238E27FC236}">
                <a16:creationId xmlns:a16="http://schemas.microsoft.com/office/drawing/2014/main" id="{162950C0-40F1-8D2E-06EA-93A717CAB8FA}"/>
              </a:ext>
            </a:extLst>
          </p:cNvPr>
          <p:cNvSpPr>
            <a:spLocks noChangeShapeType="1"/>
          </p:cNvSpPr>
          <p:nvPr/>
        </p:nvSpPr>
        <p:spPr bwMode="auto">
          <a:xfrm>
            <a:off x="3343311" y="1700144"/>
            <a:ext cx="689447" cy="839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7" name="Line 8">
            <a:extLst>
              <a:ext uri="{FF2B5EF4-FFF2-40B4-BE49-F238E27FC236}">
                <a16:creationId xmlns:a16="http://schemas.microsoft.com/office/drawing/2014/main" id="{357EBA12-B889-0548-48A5-D16C2AE2627C}"/>
              </a:ext>
            </a:extLst>
          </p:cNvPr>
          <p:cNvSpPr>
            <a:spLocks noChangeShapeType="1"/>
          </p:cNvSpPr>
          <p:nvPr/>
        </p:nvSpPr>
        <p:spPr bwMode="auto">
          <a:xfrm flipV="1">
            <a:off x="3343311" y="2325232"/>
            <a:ext cx="1666163" cy="5037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8" name="Line 15">
            <a:extLst>
              <a:ext uri="{FF2B5EF4-FFF2-40B4-BE49-F238E27FC236}">
                <a16:creationId xmlns:a16="http://schemas.microsoft.com/office/drawing/2014/main" id="{D24202FE-CC3D-FAB4-3657-0D8476FD2D4B}"/>
              </a:ext>
            </a:extLst>
          </p:cNvPr>
          <p:cNvSpPr>
            <a:spLocks noChangeShapeType="1"/>
          </p:cNvSpPr>
          <p:nvPr/>
        </p:nvSpPr>
        <p:spPr bwMode="auto">
          <a:xfrm flipH="1">
            <a:off x="1810642" y="2375611"/>
            <a:ext cx="611715" cy="8583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9" name="Line 16">
            <a:extLst>
              <a:ext uri="{FF2B5EF4-FFF2-40B4-BE49-F238E27FC236}">
                <a16:creationId xmlns:a16="http://schemas.microsoft.com/office/drawing/2014/main" id="{845AFBAF-5240-AEF7-B460-FD76A62114CC}"/>
              </a:ext>
            </a:extLst>
          </p:cNvPr>
          <p:cNvSpPr>
            <a:spLocks noChangeShapeType="1"/>
          </p:cNvSpPr>
          <p:nvPr/>
        </p:nvSpPr>
        <p:spPr bwMode="auto">
          <a:xfrm>
            <a:off x="2576131" y="2375611"/>
            <a:ext cx="0" cy="423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0" name="Line 17">
            <a:extLst>
              <a:ext uri="{FF2B5EF4-FFF2-40B4-BE49-F238E27FC236}">
                <a16:creationId xmlns:a16="http://schemas.microsoft.com/office/drawing/2014/main" id="{DD9C20C0-F1F0-C39D-C567-D5D1454CBC2D}"/>
              </a:ext>
            </a:extLst>
          </p:cNvPr>
          <p:cNvSpPr>
            <a:spLocks noChangeShapeType="1"/>
          </p:cNvSpPr>
          <p:nvPr/>
        </p:nvSpPr>
        <p:spPr bwMode="auto">
          <a:xfrm flipH="1">
            <a:off x="4017549" y="2375611"/>
            <a:ext cx="934471" cy="423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1" name="Line 18">
            <a:extLst>
              <a:ext uri="{FF2B5EF4-FFF2-40B4-BE49-F238E27FC236}">
                <a16:creationId xmlns:a16="http://schemas.microsoft.com/office/drawing/2014/main" id="{D0A26DF8-B4A7-79F0-F149-954D60B0FB53}"/>
              </a:ext>
            </a:extLst>
          </p:cNvPr>
          <p:cNvSpPr>
            <a:spLocks noChangeShapeType="1"/>
          </p:cNvSpPr>
          <p:nvPr/>
        </p:nvSpPr>
        <p:spPr bwMode="auto">
          <a:xfrm flipH="1">
            <a:off x="4783038" y="2375611"/>
            <a:ext cx="246714" cy="423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2" name="Line 19">
            <a:extLst>
              <a:ext uri="{FF2B5EF4-FFF2-40B4-BE49-F238E27FC236}">
                <a16:creationId xmlns:a16="http://schemas.microsoft.com/office/drawing/2014/main" id="{28F20E6C-5EB3-ABE5-C8FC-DCE6EA4BE4DB}"/>
              </a:ext>
            </a:extLst>
          </p:cNvPr>
          <p:cNvSpPr>
            <a:spLocks noChangeShapeType="1"/>
          </p:cNvSpPr>
          <p:nvPr/>
        </p:nvSpPr>
        <p:spPr bwMode="auto">
          <a:xfrm>
            <a:off x="5029752" y="2375611"/>
            <a:ext cx="613405" cy="5933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3" name="Line 20">
            <a:extLst>
              <a:ext uri="{FF2B5EF4-FFF2-40B4-BE49-F238E27FC236}">
                <a16:creationId xmlns:a16="http://schemas.microsoft.com/office/drawing/2014/main" id="{30CAC30F-94A6-C266-2408-CEA2962D0102}"/>
              </a:ext>
            </a:extLst>
          </p:cNvPr>
          <p:cNvSpPr>
            <a:spLocks noChangeShapeType="1"/>
          </p:cNvSpPr>
          <p:nvPr/>
        </p:nvSpPr>
        <p:spPr bwMode="auto">
          <a:xfrm>
            <a:off x="5105793" y="2375611"/>
            <a:ext cx="843221" cy="339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4" name="Line 23">
            <a:extLst>
              <a:ext uri="{FF2B5EF4-FFF2-40B4-BE49-F238E27FC236}">
                <a16:creationId xmlns:a16="http://schemas.microsoft.com/office/drawing/2014/main" id="{75F02758-DE18-5E75-4947-A66731656E02}"/>
              </a:ext>
            </a:extLst>
          </p:cNvPr>
          <p:cNvSpPr>
            <a:spLocks noChangeShapeType="1"/>
          </p:cNvSpPr>
          <p:nvPr/>
        </p:nvSpPr>
        <p:spPr bwMode="auto">
          <a:xfrm flipH="1">
            <a:off x="3265579" y="1614311"/>
            <a:ext cx="0" cy="6773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55" name="Picture 5">
            <a:extLst>
              <a:ext uri="{FF2B5EF4-FFF2-40B4-BE49-F238E27FC236}">
                <a16:creationId xmlns:a16="http://schemas.microsoft.com/office/drawing/2014/main" id="{D62314AE-7215-A55B-28F8-27DDEDD8126B}"/>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79137" y="2121844"/>
            <a:ext cx="474839"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7">
            <a:extLst>
              <a:ext uri="{FF2B5EF4-FFF2-40B4-BE49-F238E27FC236}">
                <a16:creationId xmlns:a16="http://schemas.microsoft.com/office/drawing/2014/main" id="{FF465139-D5F0-7669-9FC7-803A512D5E12}"/>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31107" y="2629378"/>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9">
            <a:extLst>
              <a:ext uri="{FF2B5EF4-FFF2-40B4-BE49-F238E27FC236}">
                <a16:creationId xmlns:a16="http://schemas.microsoft.com/office/drawing/2014/main" id="{AFC5C8BC-8CF2-0E89-3E4D-51F1F1CA60A4}"/>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74174" y="2881279"/>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10">
            <a:extLst>
              <a:ext uri="{FF2B5EF4-FFF2-40B4-BE49-F238E27FC236}">
                <a16:creationId xmlns:a16="http://schemas.microsoft.com/office/drawing/2014/main" id="{8841A397-5782-DC29-381A-B1376D207914}"/>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53222" y="2629378"/>
            <a:ext cx="474839"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11">
            <a:extLst>
              <a:ext uri="{FF2B5EF4-FFF2-40B4-BE49-F238E27FC236}">
                <a16:creationId xmlns:a16="http://schemas.microsoft.com/office/drawing/2014/main" id="{83906952-7E1C-0CCF-F35A-E1CB8821545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87733" y="2629378"/>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12">
            <a:extLst>
              <a:ext uri="{FF2B5EF4-FFF2-40B4-BE49-F238E27FC236}">
                <a16:creationId xmlns:a16="http://schemas.microsoft.com/office/drawing/2014/main" id="{BB19FF6F-8D8E-9EB3-59D3-E5356BCC2E0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95240" y="2375611"/>
            <a:ext cx="474841" cy="50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Line 21">
            <a:extLst>
              <a:ext uri="{FF2B5EF4-FFF2-40B4-BE49-F238E27FC236}">
                <a16:creationId xmlns:a16="http://schemas.microsoft.com/office/drawing/2014/main" id="{49DCD24C-E49E-D6A2-ACEC-3B08B0CF2C76}"/>
              </a:ext>
            </a:extLst>
          </p:cNvPr>
          <p:cNvSpPr>
            <a:spLocks noChangeShapeType="1"/>
          </p:cNvSpPr>
          <p:nvPr/>
        </p:nvSpPr>
        <p:spPr bwMode="auto">
          <a:xfrm>
            <a:off x="6317396" y="2799179"/>
            <a:ext cx="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62" name="Picture 4">
            <a:extLst>
              <a:ext uri="{FF2B5EF4-FFF2-40B4-BE49-F238E27FC236}">
                <a16:creationId xmlns:a16="http://schemas.microsoft.com/office/drawing/2014/main" id="{195EA9C9-6601-DA17-D296-65167BA9C6F6}"/>
              </a:ext>
            </a:extLst>
          </p:cNvPr>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35763" y="2207677"/>
            <a:ext cx="473150" cy="307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3" name="Picture 14">
            <a:extLst>
              <a:ext uri="{FF2B5EF4-FFF2-40B4-BE49-F238E27FC236}">
                <a16:creationId xmlns:a16="http://schemas.microsoft.com/office/drawing/2014/main" id="{CD66B695-CB0D-D89E-698A-0BDCB2BFD3F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49168" y="1360544"/>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Text Box 27">
            <a:extLst>
              <a:ext uri="{FF2B5EF4-FFF2-40B4-BE49-F238E27FC236}">
                <a16:creationId xmlns:a16="http://schemas.microsoft.com/office/drawing/2014/main" id="{FC0619E3-78A6-C292-4F03-245E5544C8C9}"/>
              </a:ext>
            </a:extLst>
          </p:cNvPr>
          <p:cNvSpPr txBox="1">
            <a:spLocks noChangeArrowheads="1"/>
          </p:cNvSpPr>
          <p:nvPr/>
        </p:nvSpPr>
        <p:spPr bwMode="auto">
          <a:xfrm>
            <a:off x="4919833" y="1265382"/>
            <a:ext cx="130360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2400"/>
              </a:lnSpc>
            </a:pPr>
            <a:r>
              <a:rPr lang="zh-CN" altLang="en-US" sz="1600" b="1" dirty="0">
                <a:latin typeface="微软雅黑" panose="020B0503020204020204" pitchFamily="34" charset="-122"/>
                <a:ea typeface="微软雅黑" panose="020B0503020204020204" pitchFamily="34" charset="-122"/>
              </a:rPr>
              <a:t>多播组 </a:t>
            </a: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M</a:t>
            </a:r>
            <a:r>
              <a:rPr lang="en-US" altLang="zh-CN" sz="1600" b="1" baseline="-25000" dirty="0">
                <a:latin typeface="微软雅黑" panose="020B0503020204020204" pitchFamily="34" charset="-122"/>
                <a:ea typeface="微软雅黑" panose="020B0503020204020204" pitchFamily="34" charset="-122"/>
                <a:cs typeface="Times New Roman" panose="02020603050405020304" pitchFamily="18" charset="0"/>
              </a:rPr>
              <a:t>1</a:t>
            </a:r>
            <a:endParaRPr lang="en-US" altLang="zh-CN" sz="1600" b="1" dirty="0">
              <a:latin typeface="微软雅黑" panose="020B0503020204020204" pitchFamily="34" charset="-122"/>
              <a:ea typeface="微软雅黑" panose="020B0503020204020204" pitchFamily="34" charset="-122"/>
              <a:cs typeface="Times New Roman" panose="02020603050405020304" pitchFamily="18" charset="0"/>
            </a:endParaRPr>
          </a:p>
          <a:p>
            <a:pPr algn="ctr" eaLnBrk="1" hangingPunct="1">
              <a:lnSpc>
                <a:spcPts val="2400"/>
              </a:lnSpc>
            </a:pP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(A, B, C)</a:t>
            </a:r>
          </a:p>
        </p:txBody>
      </p:sp>
      <p:sp>
        <p:nvSpPr>
          <p:cNvPr id="66" name="Text Box 32">
            <a:extLst>
              <a:ext uri="{FF2B5EF4-FFF2-40B4-BE49-F238E27FC236}">
                <a16:creationId xmlns:a16="http://schemas.microsoft.com/office/drawing/2014/main" id="{1E67E9DD-5133-369B-BEA9-557FBE34F0DF}"/>
              </a:ext>
            </a:extLst>
          </p:cNvPr>
          <p:cNvSpPr txBox="1">
            <a:spLocks noChangeArrowheads="1"/>
          </p:cNvSpPr>
          <p:nvPr/>
        </p:nvSpPr>
        <p:spPr bwMode="auto">
          <a:xfrm>
            <a:off x="4071855" y="1530345"/>
            <a:ext cx="348270"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A</a:t>
            </a:r>
          </a:p>
        </p:txBody>
      </p:sp>
      <p:sp>
        <p:nvSpPr>
          <p:cNvPr id="67" name="Text Box 33">
            <a:extLst>
              <a:ext uri="{FF2B5EF4-FFF2-40B4-BE49-F238E27FC236}">
                <a16:creationId xmlns:a16="http://schemas.microsoft.com/office/drawing/2014/main" id="{537C861F-7D16-DCEC-F4DD-39261D30A286}"/>
              </a:ext>
            </a:extLst>
          </p:cNvPr>
          <p:cNvSpPr txBox="1">
            <a:spLocks noChangeArrowheads="1"/>
          </p:cNvSpPr>
          <p:nvPr/>
        </p:nvSpPr>
        <p:spPr bwMode="auto">
          <a:xfrm>
            <a:off x="3576389" y="2567708"/>
            <a:ext cx="335078"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B</a:t>
            </a:r>
          </a:p>
        </p:txBody>
      </p:sp>
      <p:sp>
        <p:nvSpPr>
          <p:cNvPr id="68" name="Text Box 34">
            <a:extLst>
              <a:ext uri="{FF2B5EF4-FFF2-40B4-BE49-F238E27FC236}">
                <a16:creationId xmlns:a16="http://schemas.microsoft.com/office/drawing/2014/main" id="{2AEE7DA5-79B7-C818-EA1B-2AE4BC26B77A}"/>
              </a:ext>
            </a:extLst>
          </p:cNvPr>
          <p:cNvSpPr txBox="1">
            <a:spLocks noChangeArrowheads="1"/>
          </p:cNvSpPr>
          <p:nvPr/>
        </p:nvSpPr>
        <p:spPr bwMode="auto">
          <a:xfrm>
            <a:off x="4367342" y="2560339"/>
            <a:ext cx="331779"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C</a:t>
            </a:r>
          </a:p>
        </p:txBody>
      </p:sp>
      <p:sp>
        <p:nvSpPr>
          <p:cNvPr id="69" name="Text Box 35">
            <a:extLst>
              <a:ext uri="{FF2B5EF4-FFF2-40B4-BE49-F238E27FC236}">
                <a16:creationId xmlns:a16="http://schemas.microsoft.com/office/drawing/2014/main" id="{12E4498A-96F6-8391-205C-992698AD5DB7}"/>
              </a:ext>
            </a:extLst>
          </p:cNvPr>
          <p:cNvSpPr txBox="1">
            <a:spLocks noChangeArrowheads="1"/>
          </p:cNvSpPr>
          <p:nvPr/>
        </p:nvSpPr>
        <p:spPr bwMode="auto">
          <a:xfrm>
            <a:off x="5213942" y="2827167"/>
            <a:ext cx="356515"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D</a:t>
            </a:r>
          </a:p>
        </p:txBody>
      </p:sp>
      <p:sp>
        <p:nvSpPr>
          <p:cNvPr id="70" name="Text Box 36">
            <a:extLst>
              <a:ext uri="{FF2B5EF4-FFF2-40B4-BE49-F238E27FC236}">
                <a16:creationId xmlns:a16="http://schemas.microsoft.com/office/drawing/2014/main" id="{08C8B695-A07B-3D5C-BACC-5CB1382398BA}"/>
              </a:ext>
            </a:extLst>
          </p:cNvPr>
          <p:cNvSpPr txBox="1">
            <a:spLocks noChangeArrowheads="1"/>
          </p:cNvSpPr>
          <p:nvPr/>
        </p:nvSpPr>
        <p:spPr bwMode="auto">
          <a:xfrm>
            <a:off x="5565424" y="2291645"/>
            <a:ext cx="31034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a:t>
            </a:r>
          </a:p>
        </p:txBody>
      </p:sp>
      <p:sp>
        <p:nvSpPr>
          <p:cNvPr id="71" name="Text Box 37">
            <a:extLst>
              <a:ext uri="{FF2B5EF4-FFF2-40B4-BE49-F238E27FC236}">
                <a16:creationId xmlns:a16="http://schemas.microsoft.com/office/drawing/2014/main" id="{2DF919EB-D8A9-589A-056E-6B94EFDEBEC4}"/>
              </a:ext>
            </a:extLst>
          </p:cNvPr>
          <p:cNvSpPr txBox="1">
            <a:spLocks noChangeArrowheads="1"/>
          </p:cNvSpPr>
          <p:nvPr/>
        </p:nvSpPr>
        <p:spPr bwMode="auto">
          <a:xfrm>
            <a:off x="1372747" y="2084058"/>
            <a:ext cx="351567"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G</a:t>
            </a:r>
          </a:p>
        </p:txBody>
      </p:sp>
      <p:sp>
        <p:nvSpPr>
          <p:cNvPr id="72" name="Text Box 38">
            <a:extLst>
              <a:ext uri="{FF2B5EF4-FFF2-40B4-BE49-F238E27FC236}">
                <a16:creationId xmlns:a16="http://schemas.microsoft.com/office/drawing/2014/main" id="{F08B1C29-CFE6-6FF3-261C-0BE124A77A71}"/>
              </a:ext>
            </a:extLst>
          </p:cNvPr>
          <p:cNvSpPr txBox="1">
            <a:spLocks noChangeArrowheads="1"/>
          </p:cNvSpPr>
          <p:nvPr/>
        </p:nvSpPr>
        <p:spPr bwMode="auto">
          <a:xfrm>
            <a:off x="2116501" y="2558472"/>
            <a:ext cx="307045"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F</a:t>
            </a:r>
          </a:p>
        </p:txBody>
      </p:sp>
      <p:sp>
        <p:nvSpPr>
          <p:cNvPr id="73" name="Text Box 39">
            <a:extLst>
              <a:ext uri="{FF2B5EF4-FFF2-40B4-BE49-F238E27FC236}">
                <a16:creationId xmlns:a16="http://schemas.microsoft.com/office/drawing/2014/main" id="{AF7052D3-D56B-F220-3854-B934121E086E}"/>
              </a:ext>
            </a:extLst>
          </p:cNvPr>
          <p:cNvSpPr txBox="1">
            <a:spLocks noChangeArrowheads="1"/>
          </p:cNvSpPr>
          <p:nvPr/>
        </p:nvSpPr>
        <p:spPr bwMode="auto">
          <a:xfrm>
            <a:off x="3192064" y="1251042"/>
            <a:ext cx="45710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rPr>
              <a:t>N</a:t>
            </a:r>
            <a:r>
              <a:rPr lang="en-US" altLang="zh-CN" sz="1600" b="1" baseline="-25000" dirty="0">
                <a:solidFill>
                  <a:srgbClr val="0000FF"/>
                </a:solidFill>
                <a:latin typeface="微软雅黑" panose="020B0503020204020204" pitchFamily="34" charset="-122"/>
                <a:ea typeface="微软雅黑" panose="020B0503020204020204" pitchFamily="34" charset="-122"/>
              </a:rPr>
              <a:t>1</a:t>
            </a:r>
          </a:p>
        </p:txBody>
      </p:sp>
      <p:sp>
        <p:nvSpPr>
          <p:cNvPr id="74" name="Text Box 41">
            <a:extLst>
              <a:ext uri="{FF2B5EF4-FFF2-40B4-BE49-F238E27FC236}">
                <a16:creationId xmlns:a16="http://schemas.microsoft.com/office/drawing/2014/main" id="{198CCAB0-2C2D-DCAD-29AF-044E58DE07FC}"/>
              </a:ext>
            </a:extLst>
          </p:cNvPr>
          <p:cNvSpPr txBox="1">
            <a:spLocks noChangeArrowheads="1"/>
          </p:cNvSpPr>
          <p:nvPr/>
        </p:nvSpPr>
        <p:spPr bwMode="auto">
          <a:xfrm>
            <a:off x="2056932" y="1828894"/>
            <a:ext cx="45710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rPr>
              <a:t>N</a:t>
            </a:r>
            <a:r>
              <a:rPr lang="en-US" altLang="zh-CN" sz="1600" b="1" baseline="-25000" dirty="0">
                <a:solidFill>
                  <a:srgbClr val="0000FF"/>
                </a:solidFill>
                <a:latin typeface="微软雅黑" panose="020B0503020204020204" pitchFamily="34" charset="-122"/>
                <a:ea typeface="微软雅黑" panose="020B0503020204020204" pitchFamily="34" charset="-122"/>
              </a:rPr>
              <a:t>3</a:t>
            </a:r>
          </a:p>
        </p:txBody>
      </p:sp>
      <p:sp>
        <p:nvSpPr>
          <p:cNvPr id="75" name="Text Box 43">
            <a:extLst>
              <a:ext uri="{FF2B5EF4-FFF2-40B4-BE49-F238E27FC236}">
                <a16:creationId xmlns:a16="http://schemas.microsoft.com/office/drawing/2014/main" id="{079F2E2D-8144-6AC7-9045-F421E38E1CF8}"/>
              </a:ext>
            </a:extLst>
          </p:cNvPr>
          <p:cNvSpPr txBox="1">
            <a:spLocks noChangeArrowheads="1"/>
          </p:cNvSpPr>
          <p:nvPr/>
        </p:nvSpPr>
        <p:spPr bwMode="auto">
          <a:xfrm>
            <a:off x="3003656" y="1960719"/>
            <a:ext cx="336727"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990099"/>
                </a:solidFill>
                <a:latin typeface="微软雅黑" panose="020B0503020204020204" pitchFamily="34" charset="-122"/>
                <a:ea typeface="微软雅黑" panose="020B0503020204020204" pitchFamily="34" charset="-122"/>
              </a:rPr>
              <a:t>R</a:t>
            </a:r>
            <a:endParaRPr lang="en-US" altLang="zh-CN" sz="1600" b="1" baseline="-25000" dirty="0">
              <a:solidFill>
                <a:srgbClr val="990099"/>
              </a:solidFill>
              <a:latin typeface="微软雅黑" panose="020B0503020204020204" pitchFamily="34" charset="-122"/>
              <a:ea typeface="微软雅黑" panose="020B0503020204020204" pitchFamily="34" charset="-122"/>
            </a:endParaRPr>
          </a:p>
        </p:txBody>
      </p:sp>
      <p:cxnSp>
        <p:nvCxnSpPr>
          <p:cNvPr id="76" name="直接箭头连接符 75">
            <a:extLst>
              <a:ext uri="{FF2B5EF4-FFF2-40B4-BE49-F238E27FC236}">
                <a16:creationId xmlns:a16="http://schemas.microsoft.com/office/drawing/2014/main" id="{8567CCF0-C502-7EC7-10A7-4163FFA73BE4}"/>
              </a:ext>
            </a:extLst>
          </p:cNvPr>
          <p:cNvCxnSpPr/>
          <p:nvPr/>
        </p:nvCxnSpPr>
        <p:spPr>
          <a:xfrm flipH="1">
            <a:off x="4421417" y="1640434"/>
            <a:ext cx="618475" cy="361991"/>
          </a:xfrm>
          <a:prstGeom prst="straightConnector1">
            <a:avLst/>
          </a:prstGeom>
          <a:ln>
            <a:solidFill>
              <a:schemeClr val="tx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pic>
        <p:nvPicPr>
          <p:cNvPr id="78" name="Picture 58">
            <a:extLst>
              <a:ext uri="{FF2B5EF4-FFF2-40B4-BE49-F238E27FC236}">
                <a16:creationId xmlns:a16="http://schemas.microsoft.com/office/drawing/2014/main" id="{1DFFF976-A18F-0E01-97D4-C78435040804}"/>
              </a:ext>
            </a:extLst>
          </p:cNvPr>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837112" y="2246863"/>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0" name="Picture 58">
            <a:extLst>
              <a:ext uri="{FF2B5EF4-FFF2-40B4-BE49-F238E27FC236}">
                <a16:creationId xmlns:a16="http://schemas.microsoft.com/office/drawing/2014/main" id="{34A690E9-E7A8-1189-3DBC-92FDC9F3CC3C}"/>
              </a:ext>
            </a:extLst>
          </p:cNvPr>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46316" y="2207677"/>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1" name="Picture 58">
            <a:extLst>
              <a:ext uri="{FF2B5EF4-FFF2-40B4-BE49-F238E27FC236}">
                <a16:creationId xmlns:a16="http://schemas.microsoft.com/office/drawing/2014/main" id="{B53381E6-5AEE-3EC0-695E-C9767E0E117D}"/>
              </a:ext>
            </a:extLst>
          </p:cNvPr>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059421" y="1552736"/>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92" name="Text Box 40">
            <a:extLst>
              <a:ext uri="{FF2B5EF4-FFF2-40B4-BE49-F238E27FC236}">
                <a16:creationId xmlns:a16="http://schemas.microsoft.com/office/drawing/2014/main" id="{6289CA9C-E170-5002-0C91-F8F928744A02}"/>
              </a:ext>
            </a:extLst>
          </p:cNvPr>
          <p:cNvSpPr txBox="1">
            <a:spLocks noChangeArrowheads="1"/>
          </p:cNvSpPr>
          <p:nvPr/>
        </p:nvSpPr>
        <p:spPr bwMode="auto">
          <a:xfrm>
            <a:off x="5216626" y="2009327"/>
            <a:ext cx="45710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rPr>
              <a:t>N</a:t>
            </a:r>
            <a:r>
              <a:rPr lang="en-US" altLang="zh-CN" sz="1600" b="1" baseline="-25000" dirty="0">
                <a:solidFill>
                  <a:srgbClr val="0000FF"/>
                </a:solidFill>
                <a:latin typeface="微软雅黑" panose="020B0503020204020204" pitchFamily="34" charset="-122"/>
                <a:ea typeface="微软雅黑" panose="020B0503020204020204" pitchFamily="34" charset="-122"/>
              </a:rPr>
              <a:t>2</a:t>
            </a:r>
          </a:p>
        </p:txBody>
      </p:sp>
      <p:cxnSp>
        <p:nvCxnSpPr>
          <p:cNvPr id="93" name="直接箭头连接符 92">
            <a:extLst>
              <a:ext uri="{FF2B5EF4-FFF2-40B4-BE49-F238E27FC236}">
                <a16:creationId xmlns:a16="http://schemas.microsoft.com/office/drawing/2014/main" id="{2D4B7079-236F-87A3-0C8E-3FCF4C286E0A}"/>
              </a:ext>
            </a:extLst>
          </p:cNvPr>
          <p:cNvCxnSpPr/>
          <p:nvPr/>
        </p:nvCxnSpPr>
        <p:spPr>
          <a:xfrm flipH="1">
            <a:off x="6266701" y="1978168"/>
            <a:ext cx="476530" cy="584036"/>
          </a:xfrm>
          <a:prstGeom prst="straightConnector1">
            <a:avLst/>
          </a:prstGeom>
          <a:ln>
            <a:solidFill>
              <a:schemeClr val="tx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94" name="椭圆 93">
            <a:extLst>
              <a:ext uri="{FF2B5EF4-FFF2-40B4-BE49-F238E27FC236}">
                <a16:creationId xmlns:a16="http://schemas.microsoft.com/office/drawing/2014/main" id="{9344F4CA-8984-71D6-F495-B6DFAFB51F46}"/>
              </a:ext>
            </a:extLst>
          </p:cNvPr>
          <p:cNvSpPr/>
          <p:nvPr/>
        </p:nvSpPr>
        <p:spPr>
          <a:xfrm rot="1662349">
            <a:off x="1323974" y="1858749"/>
            <a:ext cx="1769243" cy="1438633"/>
          </a:xfrm>
          <a:prstGeom prst="ellipse">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95" name="椭圆 94">
            <a:extLst>
              <a:ext uri="{FF2B5EF4-FFF2-40B4-BE49-F238E27FC236}">
                <a16:creationId xmlns:a16="http://schemas.microsoft.com/office/drawing/2014/main" id="{5BE97311-9E9C-C9A9-E100-E905C121E423}"/>
              </a:ext>
            </a:extLst>
          </p:cNvPr>
          <p:cNvSpPr/>
          <p:nvPr/>
        </p:nvSpPr>
        <p:spPr>
          <a:xfrm>
            <a:off x="2729905" y="1276578"/>
            <a:ext cx="1762483" cy="761300"/>
          </a:xfrm>
          <a:prstGeom prst="ellipse">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98" name="椭圆 97">
            <a:extLst>
              <a:ext uri="{FF2B5EF4-FFF2-40B4-BE49-F238E27FC236}">
                <a16:creationId xmlns:a16="http://schemas.microsoft.com/office/drawing/2014/main" id="{07DC4ED0-D9CF-52AA-6A86-2C6F222FEB4A}"/>
              </a:ext>
            </a:extLst>
          </p:cNvPr>
          <p:cNvSpPr/>
          <p:nvPr/>
        </p:nvSpPr>
        <p:spPr>
          <a:xfrm>
            <a:off x="3495394" y="2037878"/>
            <a:ext cx="3296840" cy="1490879"/>
          </a:xfrm>
          <a:prstGeom prst="ellipse">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112" name="Text Box 27">
            <a:extLst>
              <a:ext uri="{FF2B5EF4-FFF2-40B4-BE49-F238E27FC236}">
                <a16:creationId xmlns:a16="http://schemas.microsoft.com/office/drawing/2014/main" id="{8B1551B3-4696-3C0E-C3B5-D42B95EF13B6}"/>
              </a:ext>
            </a:extLst>
          </p:cNvPr>
          <p:cNvSpPr txBox="1">
            <a:spLocks noChangeArrowheads="1"/>
          </p:cNvSpPr>
          <p:nvPr/>
        </p:nvSpPr>
        <p:spPr bwMode="auto">
          <a:xfrm>
            <a:off x="6509908" y="1569415"/>
            <a:ext cx="130360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2400"/>
              </a:lnSpc>
            </a:pPr>
            <a:r>
              <a:rPr lang="zh-CN" altLang="en-US" sz="1600" b="1" dirty="0">
                <a:latin typeface="微软雅黑" panose="020B0503020204020204" pitchFamily="34" charset="-122"/>
                <a:ea typeface="微软雅黑" panose="020B0503020204020204" pitchFamily="34" charset="-122"/>
              </a:rPr>
              <a:t>多播组 </a:t>
            </a: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M</a:t>
            </a:r>
            <a:r>
              <a:rPr lang="en-US" altLang="zh-CN" sz="1600" b="1" baseline="-25000" dirty="0">
                <a:latin typeface="微软雅黑" panose="020B0503020204020204" pitchFamily="34" charset="-122"/>
                <a:ea typeface="微软雅黑" panose="020B0503020204020204" pitchFamily="34" charset="-122"/>
                <a:cs typeface="Times New Roman" panose="02020603050405020304" pitchFamily="18" charset="0"/>
              </a:rPr>
              <a:t>2</a:t>
            </a:r>
            <a:endParaRPr lang="en-US" altLang="zh-CN" sz="1600" b="1" dirty="0">
              <a:latin typeface="微软雅黑" panose="020B0503020204020204" pitchFamily="34" charset="-122"/>
              <a:ea typeface="微软雅黑" panose="020B0503020204020204" pitchFamily="34" charset="-122"/>
              <a:cs typeface="Times New Roman" panose="02020603050405020304" pitchFamily="18" charset="0"/>
            </a:endParaRPr>
          </a:p>
          <a:p>
            <a:pPr algn="ctr" eaLnBrk="1" hangingPunct="1">
              <a:lnSpc>
                <a:spcPts val="2400"/>
              </a:lnSpc>
            </a:pP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(D, E, F)</a:t>
            </a:r>
          </a:p>
        </p:txBody>
      </p:sp>
      <p:sp>
        <p:nvSpPr>
          <p:cNvPr id="7" name="矩形 6">
            <a:extLst>
              <a:ext uri="{FF2B5EF4-FFF2-40B4-BE49-F238E27FC236}">
                <a16:creationId xmlns:a16="http://schemas.microsoft.com/office/drawing/2014/main" id="{7B1260AF-BE3C-6DA9-3CB1-7C589D27FE78}"/>
              </a:ext>
            </a:extLst>
          </p:cNvPr>
          <p:cNvSpPr/>
          <p:nvPr/>
        </p:nvSpPr>
        <p:spPr>
          <a:xfrm>
            <a:off x="1579733" y="3968371"/>
            <a:ext cx="6002874" cy="707886"/>
          </a:xfrm>
          <a:prstGeom prst="rect">
            <a:avLst/>
          </a:prstGeom>
        </p:spPr>
        <p:txBody>
          <a:bodyPr wrap="square">
            <a:spAutoFit/>
          </a:bodyPr>
          <a:lstStyle/>
          <a:p>
            <a:pPr>
              <a:lnSpc>
                <a:spcPts val="2400"/>
              </a:lnSpc>
            </a:pPr>
            <a:r>
              <a:rPr lang="zh-CN" altLang="en-US" b="1" dirty="0">
                <a:latin typeface="微软雅黑" panose="020B0503020204020204" pitchFamily="34" charset="-122"/>
                <a:ea typeface="微软雅黑" panose="020B0503020204020204" pitchFamily="34" charset="-122"/>
              </a:rPr>
              <a:t>路由器 </a:t>
            </a:r>
            <a:r>
              <a:rPr lang="en-US" altLang="zh-CN" b="1" dirty="0">
                <a:latin typeface="微软雅黑" panose="020B0503020204020204" pitchFamily="34" charset="-122"/>
                <a:ea typeface="微软雅黑" panose="020B0503020204020204" pitchFamily="34" charset="-122"/>
              </a:rPr>
              <a:t>R </a:t>
            </a:r>
            <a:r>
              <a:rPr lang="zh-CN" altLang="en-US" b="1" dirty="0">
                <a:latin typeface="微软雅黑" panose="020B0503020204020204" pitchFamily="34" charset="-122"/>
                <a:ea typeface="微软雅黑" panose="020B0503020204020204" pitchFamily="34" charset="-122"/>
              </a:rPr>
              <a:t>不应当向网络 </a:t>
            </a:r>
            <a:r>
              <a:rPr lang="en-US" altLang="zh-CN" b="1" dirty="0">
                <a:latin typeface="微软雅黑" panose="020B0503020204020204" pitchFamily="34" charset="-122"/>
                <a:ea typeface="微软雅黑" panose="020B0503020204020204" pitchFamily="34" charset="-122"/>
              </a:rPr>
              <a:t>N</a:t>
            </a:r>
            <a:r>
              <a:rPr lang="en-US" altLang="zh-CN" b="1" baseline="-25000" dirty="0">
                <a:latin typeface="微软雅黑" panose="020B0503020204020204" pitchFamily="34" charset="-122"/>
                <a:ea typeface="微软雅黑" panose="020B0503020204020204" pitchFamily="34" charset="-122"/>
              </a:rPr>
              <a:t>3</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转发多播组 </a:t>
            </a:r>
            <a:r>
              <a:rPr lang="en-US" altLang="zh-CN" b="1" dirty="0">
                <a:latin typeface="微软雅黑" panose="020B0503020204020204" pitchFamily="34" charset="-122"/>
                <a:ea typeface="微软雅黑" panose="020B0503020204020204" pitchFamily="34" charset="-122"/>
              </a:rPr>
              <a:t>M</a:t>
            </a:r>
            <a:r>
              <a:rPr lang="en-US" altLang="zh-CN" b="1" baseline="-25000" dirty="0">
                <a:latin typeface="微软雅黑" panose="020B0503020204020204" pitchFamily="34" charset="-122"/>
                <a:ea typeface="微软雅黑" panose="020B0503020204020204" pitchFamily="34" charset="-122"/>
              </a:rPr>
              <a:t>1</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的分组，因为网络 </a:t>
            </a:r>
            <a:r>
              <a:rPr lang="en-US" altLang="zh-CN" b="1" dirty="0">
                <a:latin typeface="微软雅黑" panose="020B0503020204020204" pitchFamily="34" charset="-122"/>
                <a:ea typeface="微软雅黑" panose="020B0503020204020204" pitchFamily="34" charset="-122"/>
              </a:rPr>
              <a:t>N</a:t>
            </a:r>
            <a:r>
              <a:rPr lang="en-US" altLang="zh-CN" b="1" baseline="-25000" dirty="0">
                <a:latin typeface="微软雅黑" panose="020B0503020204020204" pitchFamily="34" charset="-122"/>
                <a:ea typeface="微软雅黑" panose="020B0503020204020204" pitchFamily="34" charset="-122"/>
              </a:rPr>
              <a:t>3</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上没有多播组 </a:t>
            </a:r>
            <a:r>
              <a:rPr lang="en-US" altLang="zh-CN" b="1" dirty="0">
                <a:latin typeface="微软雅黑" panose="020B0503020204020204" pitchFamily="34" charset="-122"/>
                <a:ea typeface="微软雅黑" panose="020B0503020204020204" pitchFamily="34" charset="-122"/>
              </a:rPr>
              <a:t>M</a:t>
            </a:r>
            <a:r>
              <a:rPr lang="en-US" altLang="zh-CN" b="1" baseline="-25000" dirty="0">
                <a:latin typeface="微软雅黑" panose="020B0503020204020204" pitchFamily="34" charset="-122"/>
                <a:ea typeface="微软雅黑" panose="020B0503020204020204" pitchFamily="34" charset="-122"/>
              </a:rPr>
              <a:t>1</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的成员。</a:t>
            </a:r>
          </a:p>
        </p:txBody>
      </p:sp>
    </p:spTree>
    <p:extLst>
      <p:ext uri="{BB962C8B-B14F-4D97-AF65-F5344CB8AC3E}">
        <p14:creationId xmlns:p14="http://schemas.microsoft.com/office/powerpoint/2010/main" val="3974124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65"/>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76"/>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45"/>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grpId="0" nodeType="clickEffect">
                                  <p:stCondLst>
                                    <p:cond delay="0"/>
                                  </p:stCondLst>
                                  <p:childTnLst>
                                    <p:anim calcmode="discrete" valueType="str">
                                      <p:cBhvr>
                                        <p:cTn id="14" dur="1000" fill="hold"/>
                                        <p:tgtEl>
                                          <p:spTgt spid="112"/>
                                        </p:tgtEl>
                                        <p:attrNameLst>
                                          <p:attrName>style.visibility</p:attrName>
                                        </p:attrNameLst>
                                      </p:cBhvr>
                                      <p:tavLst>
                                        <p:tav tm="0">
                                          <p:val>
                                            <p:strVal val="hidden"/>
                                          </p:val>
                                        </p:tav>
                                        <p:tav tm="50000">
                                          <p:val>
                                            <p:strVal val="visible"/>
                                          </p:val>
                                        </p:tav>
                                      </p:tavLst>
                                    </p:anim>
                                  </p:childTnLst>
                                </p:cTn>
                              </p:par>
                              <p:par>
                                <p:cTn id="15" presetID="35" presetClass="emph" presetSubtype="0" repeatCount="3000" fill="hold" nodeType="withEffect">
                                  <p:stCondLst>
                                    <p:cond delay="0"/>
                                  </p:stCondLst>
                                  <p:childTnLst>
                                    <p:anim calcmode="discrete" valueType="str">
                                      <p:cBhvr>
                                        <p:cTn id="16" dur="1000" fill="hold"/>
                                        <p:tgtEl>
                                          <p:spTgt spid="93"/>
                                        </p:tgtEl>
                                        <p:attrNameLst>
                                          <p:attrName>style.visibility</p:attrName>
                                        </p:attrNameLst>
                                      </p:cBhvr>
                                      <p:tavLst>
                                        <p:tav tm="0">
                                          <p:val>
                                            <p:strVal val="hidden"/>
                                          </p:val>
                                        </p:tav>
                                        <p:tav tm="50000">
                                          <p:val>
                                            <p:strVal val="visible"/>
                                          </p:val>
                                        </p:tav>
                                      </p:tavLst>
                                    </p:anim>
                                  </p:childTnLst>
                                </p:cTn>
                              </p:par>
                              <p:par>
                                <p:cTn id="17" presetID="35" presetClass="emph" presetSubtype="0" repeatCount="3000" fill="hold" grpId="0" nodeType="withEffect">
                                  <p:stCondLst>
                                    <p:cond delay="0"/>
                                  </p:stCondLst>
                                  <p:childTnLst>
                                    <p:anim calcmode="discrete" valueType="str">
                                      <p:cBhvr>
                                        <p:cTn id="18" dur="1000" fill="hold"/>
                                        <p:tgtEl>
                                          <p:spTgt spid="44"/>
                                        </p:tgtEl>
                                        <p:attrNameLst>
                                          <p:attrName>style.visibility</p:attrName>
                                        </p:attrNameLst>
                                      </p:cBhvr>
                                      <p:tavLst>
                                        <p:tav tm="0">
                                          <p:val>
                                            <p:strVal val="hidden"/>
                                          </p:val>
                                        </p:tav>
                                        <p:tav tm="50000">
                                          <p:val>
                                            <p:strVal val="visible"/>
                                          </p:val>
                                        </p:tav>
                                      </p:tavLst>
                                    </p:anim>
                                  </p:childTnLst>
                                </p:cTn>
                              </p:par>
                            </p:childTnLst>
                          </p:cTn>
                        </p:par>
                      </p:childTnLst>
                    </p:cTn>
                  </p:par>
                  <p:par>
                    <p:cTn id="19" fill="hold">
                      <p:stCondLst>
                        <p:cond delay="indefinite"/>
                      </p:stCondLst>
                      <p:childTnLst>
                        <p:par>
                          <p:cTn id="20" fill="hold">
                            <p:stCondLst>
                              <p:cond delay="0"/>
                            </p:stCondLst>
                            <p:childTnLst>
                              <p:par>
                                <p:cTn id="21" presetID="35" presetClass="emph" presetSubtype="0" repeatCount="3000" fill="hold" grpId="0" nodeType="clickEffect">
                                  <p:stCondLst>
                                    <p:cond delay="0"/>
                                  </p:stCondLst>
                                  <p:childTnLst>
                                    <p:anim calcmode="discrete" valueType="str">
                                      <p:cBhvr>
                                        <p:cTn id="22" dur="1000" fill="hold"/>
                                        <p:tgtEl>
                                          <p:spTgt spid="94"/>
                                        </p:tgtEl>
                                        <p:attrNameLst>
                                          <p:attrName>style.visibility</p:attrName>
                                        </p:attrNameLst>
                                      </p:cBhvr>
                                      <p:tavLst>
                                        <p:tav tm="0">
                                          <p:val>
                                            <p:strVal val="hidden"/>
                                          </p:val>
                                        </p:tav>
                                        <p:tav tm="50000">
                                          <p:val>
                                            <p:strVal val="visible"/>
                                          </p:val>
                                        </p:tav>
                                      </p:tavLst>
                                    </p:anim>
                                  </p:childTnLst>
                                </p:cTn>
                              </p:par>
                              <p:par>
                                <p:cTn id="23" presetID="35" presetClass="emph" presetSubtype="0" repeatCount="3000" fill="hold" grpId="0" nodeType="withEffect">
                                  <p:stCondLst>
                                    <p:cond delay="0"/>
                                  </p:stCondLst>
                                  <p:childTnLst>
                                    <p:anim calcmode="discrete" valueType="str">
                                      <p:cBhvr>
                                        <p:cTn id="24" dur="1000" fill="hold"/>
                                        <p:tgtEl>
                                          <p:spTgt spid="95"/>
                                        </p:tgtEl>
                                        <p:attrNameLst>
                                          <p:attrName>style.visibility</p:attrName>
                                        </p:attrNameLst>
                                      </p:cBhvr>
                                      <p:tavLst>
                                        <p:tav tm="0">
                                          <p:val>
                                            <p:strVal val="hidden"/>
                                          </p:val>
                                        </p:tav>
                                        <p:tav tm="50000">
                                          <p:val>
                                            <p:strVal val="visible"/>
                                          </p:val>
                                        </p:tav>
                                      </p:tavLst>
                                    </p:anim>
                                  </p:childTnLst>
                                </p:cTn>
                              </p:par>
                              <p:par>
                                <p:cTn id="25" presetID="35" presetClass="emph" presetSubtype="0" repeatCount="3000" fill="hold" grpId="0" nodeType="withEffect">
                                  <p:stCondLst>
                                    <p:cond delay="0"/>
                                  </p:stCondLst>
                                  <p:childTnLst>
                                    <p:anim calcmode="discrete" valueType="str">
                                      <p:cBhvr>
                                        <p:cTn id="26" dur="1000" fill="hold"/>
                                        <p:tgtEl>
                                          <p:spTgt spid="98"/>
                                        </p:tgtEl>
                                        <p:attrNameLst>
                                          <p:attrName>style.visibility</p:attrName>
                                        </p:attrNameLst>
                                      </p:cBhvr>
                                      <p:tavLst>
                                        <p:tav tm="0">
                                          <p:val>
                                            <p:strVal val="hidden"/>
                                          </p:val>
                                        </p:tav>
                                        <p:tav tm="50000">
                                          <p:val>
                                            <p:strVal val="visible"/>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1000"/>
                                        <p:tgtEl>
                                          <p:spTgt spid="7"/>
                                        </p:tgtEl>
                                      </p:cBhvr>
                                    </p:animEffect>
                                    <p:anim calcmode="lin" valueType="num">
                                      <p:cBhvr>
                                        <p:cTn id="32" dur="1000" fill="hold"/>
                                        <p:tgtEl>
                                          <p:spTgt spid="7"/>
                                        </p:tgtEl>
                                        <p:attrNameLst>
                                          <p:attrName>ppt_x</p:attrName>
                                        </p:attrNameLst>
                                      </p:cBhvr>
                                      <p:tavLst>
                                        <p:tav tm="0">
                                          <p:val>
                                            <p:strVal val="#ppt_x"/>
                                          </p:val>
                                        </p:tav>
                                        <p:tav tm="100000">
                                          <p:val>
                                            <p:strVal val="#ppt_x"/>
                                          </p:val>
                                        </p:tav>
                                      </p:tavLst>
                                    </p:anim>
                                    <p:anim calcmode="lin" valueType="num">
                                      <p:cBhvr>
                                        <p:cTn id="3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65" grpId="0"/>
      <p:bldP spid="94" grpId="0" animBg="1"/>
      <p:bldP spid="95" grpId="0" animBg="1"/>
      <p:bldP spid="98" grpId="0" animBg="1"/>
      <p:bldP spid="112" grpId="0"/>
      <p:bldP spid="7" grpId="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545144" y="1000548"/>
            <a:ext cx="8053711" cy="297108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13" name="任意多边形: 形状 12">
            <a:extLst>
              <a:ext uri="{FF2B5EF4-FFF2-40B4-BE49-F238E27FC236}">
                <a16:creationId xmlns:a16="http://schemas.microsoft.com/office/drawing/2014/main" id="{6EA59060-E856-BA09-1EB8-2B537E0A9CA8}"/>
              </a:ext>
            </a:extLst>
          </p:cNvPr>
          <p:cNvSpPr/>
          <p:nvPr/>
        </p:nvSpPr>
        <p:spPr>
          <a:xfrm>
            <a:off x="1370660" y="1157042"/>
            <a:ext cx="2791743" cy="1666048"/>
          </a:xfrm>
          <a:custGeom>
            <a:avLst/>
            <a:gdLst>
              <a:gd name="csX0" fmla="*/ 707522 w 2791743"/>
              <a:gd name="csY0" fmla="*/ 1389278 h 1666048"/>
              <a:gd name="csX1" fmla="*/ 685646 w 2791743"/>
              <a:gd name="csY1" fmla="*/ 1551157 h 1666048"/>
              <a:gd name="csX2" fmla="*/ 550018 w 2791743"/>
              <a:gd name="csY2" fmla="*/ 1634284 h 1666048"/>
              <a:gd name="csX3" fmla="*/ 217508 w 2791743"/>
              <a:gd name="csY3" fmla="*/ 1647410 h 1666048"/>
              <a:gd name="csX4" fmla="*/ 11878 w 2791743"/>
              <a:gd name="csY4" fmla="*/ 1384902 h 1666048"/>
              <a:gd name="csX5" fmla="*/ 73129 w 2791743"/>
              <a:gd name="csY5" fmla="*/ 995517 h 1666048"/>
              <a:gd name="csX6" fmla="*/ 471265 w 2791743"/>
              <a:gd name="csY6" fmla="*/ 536129 h 1666048"/>
              <a:gd name="csX7" fmla="*/ 1783801 w 2791743"/>
              <a:gd name="csY7" fmla="*/ 6740 h 1666048"/>
              <a:gd name="csX8" fmla="*/ 2706951 w 2791743"/>
              <a:gd name="csY8" fmla="*/ 256122 h 1666048"/>
              <a:gd name="csX9" fmla="*/ 2702576 w 2791743"/>
              <a:gd name="csY9" fmla="*/ 536129 h 1666048"/>
              <a:gd name="csX10" fmla="*/ 2286940 w 2791743"/>
              <a:gd name="csY10" fmla="*/ 470502 h 1666048"/>
              <a:gd name="csX11" fmla="*/ 1928180 w 2791743"/>
              <a:gd name="csY11" fmla="*/ 216746 h 1666048"/>
              <a:gd name="csX12" fmla="*/ 1145034 w 2791743"/>
              <a:gd name="csY12" fmla="*/ 444252 h 1666048"/>
              <a:gd name="csX13" fmla="*/ 620019 w 2791743"/>
              <a:gd name="csY13" fmla="*/ 746135 h 1666048"/>
              <a:gd name="csX14" fmla="*/ 707522 w 2791743"/>
              <a:gd name="csY14" fmla="*/ 1389278 h 16660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2791743" h="1666048">
                <a:moveTo>
                  <a:pt x="707522" y="1389278"/>
                </a:moveTo>
                <a:cubicBezTo>
                  <a:pt x="718460" y="1523448"/>
                  <a:pt x="711897" y="1510323"/>
                  <a:pt x="685646" y="1551157"/>
                </a:cubicBezTo>
                <a:cubicBezTo>
                  <a:pt x="659395" y="1591991"/>
                  <a:pt x="628041" y="1618242"/>
                  <a:pt x="550018" y="1634284"/>
                </a:cubicBezTo>
                <a:cubicBezTo>
                  <a:pt x="471995" y="1650326"/>
                  <a:pt x="307198" y="1688974"/>
                  <a:pt x="217508" y="1647410"/>
                </a:cubicBezTo>
                <a:cubicBezTo>
                  <a:pt x="127818" y="1605846"/>
                  <a:pt x="35941" y="1493551"/>
                  <a:pt x="11878" y="1384902"/>
                </a:cubicBezTo>
                <a:cubicBezTo>
                  <a:pt x="-12185" y="1276253"/>
                  <a:pt x="-3436" y="1136979"/>
                  <a:pt x="73129" y="995517"/>
                </a:cubicBezTo>
                <a:cubicBezTo>
                  <a:pt x="149693" y="854055"/>
                  <a:pt x="186153" y="700925"/>
                  <a:pt x="471265" y="536129"/>
                </a:cubicBezTo>
                <a:cubicBezTo>
                  <a:pt x="756377" y="371333"/>
                  <a:pt x="1411187" y="53408"/>
                  <a:pt x="1783801" y="6740"/>
                </a:cubicBezTo>
                <a:cubicBezTo>
                  <a:pt x="2156415" y="-39928"/>
                  <a:pt x="2553822" y="167890"/>
                  <a:pt x="2706951" y="256122"/>
                </a:cubicBezTo>
                <a:cubicBezTo>
                  <a:pt x="2860080" y="344354"/>
                  <a:pt x="2772578" y="500399"/>
                  <a:pt x="2702576" y="536129"/>
                </a:cubicBezTo>
                <a:cubicBezTo>
                  <a:pt x="2632574" y="571859"/>
                  <a:pt x="2416006" y="523732"/>
                  <a:pt x="2286940" y="470502"/>
                </a:cubicBezTo>
                <a:cubicBezTo>
                  <a:pt x="2157874" y="417272"/>
                  <a:pt x="2118498" y="221121"/>
                  <a:pt x="1928180" y="216746"/>
                </a:cubicBezTo>
                <a:cubicBezTo>
                  <a:pt x="1737862" y="212371"/>
                  <a:pt x="1363061" y="356020"/>
                  <a:pt x="1145034" y="444252"/>
                </a:cubicBezTo>
                <a:cubicBezTo>
                  <a:pt x="927007" y="532483"/>
                  <a:pt x="692208" y="594464"/>
                  <a:pt x="620019" y="746135"/>
                </a:cubicBezTo>
                <a:cubicBezTo>
                  <a:pt x="547830" y="897806"/>
                  <a:pt x="696584" y="1255108"/>
                  <a:pt x="707522" y="1389278"/>
                </a:cubicBezTo>
                <a:close/>
              </a:path>
            </a:pathLst>
          </a:custGeom>
          <a:solidFill>
            <a:srgbClr val="92D050"/>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b="1">
              <a:latin typeface="微软雅黑" panose="020B0503020204020204" pitchFamily="34" charset="-122"/>
              <a:ea typeface="微软雅黑" panose="020B0503020204020204" pitchFamily="34" charset="-122"/>
            </a:endParaRPr>
          </a:p>
        </p:txBody>
      </p:sp>
      <p:sp>
        <p:nvSpPr>
          <p:cNvPr id="10" name="任意多边形 43">
            <a:extLst>
              <a:ext uri="{FF2B5EF4-FFF2-40B4-BE49-F238E27FC236}">
                <a16:creationId xmlns:a16="http://schemas.microsoft.com/office/drawing/2014/main" id="{0DE9DC2C-B2C0-CA9D-5EDA-64F353B11CAE}"/>
              </a:ext>
            </a:extLst>
          </p:cNvPr>
          <p:cNvSpPr/>
          <p:nvPr/>
        </p:nvSpPr>
        <p:spPr>
          <a:xfrm>
            <a:off x="2064116" y="2289778"/>
            <a:ext cx="4351289" cy="1377058"/>
          </a:xfrm>
          <a:custGeom>
            <a:avLst/>
            <a:gdLst>
              <a:gd name="connsiteX0" fmla="*/ 147204 w 4266044"/>
              <a:gd name="connsiteY0" fmla="*/ 77932 h 1078345"/>
              <a:gd name="connsiteX1" fmla="*/ 337704 w 4266044"/>
              <a:gd name="connsiteY1" fmla="*/ 46759 h 1078345"/>
              <a:gd name="connsiteX2" fmla="*/ 393122 w 4266044"/>
              <a:gd name="connsiteY2" fmla="*/ 50223 h 1078345"/>
              <a:gd name="connsiteX3" fmla="*/ 642504 w 4266044"/>
              <a:gd name="connsiteY3" fmla="*/ 195696 h 1078345"/>
              <a:gd name="connsiteX4" fmla="*/ 749877 w 4266044"/>
              <a:gd name="connsiteY4" fmla="*/ 355023 h 1078345"/>
              <a:gd name="connsiteX5" fmla="*/ 749877 w 4266044"/>
              <a:gd name="connsiteY5" fmla="*/ 365414 h 1078345"/>
              <a:gd name="connsiteX6" fmla="*/ 819149 w 4266044"/>
              <a:gd name="connsiteY6" fmla="*/ 538596 h 1078345"/>
              <a:gd name="connsiteX7" fmla="*/ 954231 w 4266044"/>
              <a:gd name="connsiteY7" fmla="*/ 808759 h 1078345"/>
              <a:gd name="connsiteX8" fmla="*/ 1459922 w 4266044"/>
              <a:gd name="connsiteY8" fmla="*/ 947305 h 1078345"/>
              <a:gd name="connsiteX9" fmla="*/ 2530186 w 4266044"/>
              <a:gd name="connsiteY9" fmla="*/ 1016578 h 1078345"/>
              <a:gd name="connsiteX10" fmla="*/ 2744931 w 4266044"/>
              <a:gd name="connsiteY10" fmla="*/ 1013114 h 1078345"/>
              <a:gd name="connsiteX11" fmla="*/ 2873086 w 4266044"/>
              <a:gd name="connsiteY11" fmla="*/ 957696 h 1078345"/>
              <a:gd name="connsiteX12" fmla="*/ 2949286 w 4266044"/>
              <a:gd name="connsiteY12" fmla="*/ 697923 h 1078345"/>
              <a:gd name="connsiteX13" fmla="*/ 2945822 w 4266044"/>
              <a:gd name="connsiteY13" fmla="*/ 445078 h 1078345"/>
              <a:gd name="connsiteX14" fmla="*/ 3060122 w 4266044"/>
              <a:gd name="connsiteY14" fmla="*/ 126423 h 1078345"/>
              <a:gd name="connsiteX15" fmla="*/ 3784022 w 4266044"/>
              <a:gd name="connsiteY15" fmla="*/ 88323 h 1078345"/>
              <a:gd name="connsiteX16" fmla="*/ 4009159 w 4266044"/>
              <a:gd name="connsiteY16" fmla="*/ 126423 h 1078345"/>
              <a:gd name="connsiteX17" fmla="*/ 4109604 w 4266044"/>
              <a:gd name="connsiteY17" fmla="*/ 237259 h 1078345"/>
              <a:gd name="connsiteX18" fmla="*/ 4213513 w 4266044"/>
              <a:gd name="connsiteY18" fmla="*/ 427759 h 1078345"/>
              <a:gd name="connsiteX19" fmla="*/ 4258540 w 4266044"/>
              <a:gd name="connsiteY19" fmla="*/ 635578 h 1078345"/>
              <a:gd name="connsiteX20" fmla="*/ 4258540 w 4266044"/>
              <a:gd name="connsiteY20" fmla="*/ 791441 h 1078345"/>
              <a:gd name="connsiteX21" fmla="*/ 4251613 w 4266044"/>
              <a:gd name="connsiteY21" fmla="*/ 815687 h 1078345"/>
              <a:gd name="connsiteX22" fmla="*/ 4223904 w 4266044"/>
              <a:gd name="connsiteY22" fmla="*/ 871105 h 1078345"/>
              <a:gd name="connsiteX23" fmla="*/ 4137313 w 4266044"/>
              <a:gd name="connsiteY23" fmla="*/ 912668 h 1078345"/>
              <a:gd name="connsiteX24" fmla="*/ 3905249 w 4266044"/>
              <a:gd name="connsiteY24" fmla="*/ 964623 h 1078345"/>
              <a:gd name="connsiteX25" fmla="*/ 3448049 w 4266044"/>
              <a:gd name="connsiteY25" fmla="*/ 1033896 h 1078345"/>
              <a:gd name="connsiteX26" fmla="*/ 2734540 w 4266044"/>
              <a:gd name="connsiteY26" fmla="*/ 1065068 h 1078345"/>
              <a:gd name="connsiteX27" fmla="*/ 555913 w 4266044"/>
              <a:gd name="connsiteY27" fmla="*/ 954232 h 1078345"/>
              <a:gd name="connsiteX28" fmla="*/ 555913 w 4266044"/>
              <a:gd name="connsiteY28" fmla="*/ 954232 h 1078345"/>
              <a:gd name="connsiteX29" fmla="*/ 285749 w 4266044"/>
              <a:gd name="connsiteY29" fmla="*/ 919596 h 1078345"/>
              <a:gd name="connsiteX30" fmla="*/ 46759 w 4266044"/>
              <a:gd name="connsiteY30" fmla="*/ 774123 h 1078345"/>
              <a:gd name="connsiteX31" fmla="*/ 15586 w 4266044"/>
              <a:gd name="connsiteY31" fmla="*/ 514350 h 1078345"/>
              <a:gd name="connsiteX32" fmla="*/ 147204 w 4266044"/>
              <a:gd name="connsiteY32" fmla="*/ 77932 h 1078345"/>
              <a:gd name="connsiteX0" fmla="*/ 147204 w 4266044"/>
              <a:gd name="connsiteY0" fmla="*/ 77932 h 1122920"/>
              <a:gd name="connsiteX1" fmla="*/ 337704 w 4266044"/>
              <a:gd name="connsiteY1" fmla="*/ 46759 h 1122920"/>
              <a:gd name="connsiteX2" fmla="*/ 393122 w 4266044"/>
              <a:gd name="connsiteY2" fmla="*/ 50223 h 1122920"/>
              <a:gd name="connsiteX3" fmla="*/ 642504 w 4266044"/>
              <a:gd name="connsiteY3" fmla="*/ 195696 h 1122920"/>
              <a:gd name="connsiteX4" fmla="*/ 749877 w 4266044"/>
              <a:gd name="connsiteY4" fmla="*/ 355023 h 1122920"/>
              <a:gd name="connsiteX5" fmla="*/ 749877 w 4266044"/>
              <a:gd name="connsiteY5" fmla="*/ 365414 h 1122920"/>
              <a:gd name="connsiteX6" fmla="*/ 819149 w 4266044"/>
              <a:gd name="connsiteY6" fmla="*/ 538596 h 1122920"/>
              <a:gd name="connsiteX7" fmla="*/ 954231 w 4266044"/>
              <a:gd name="connsiteY7" fmla="*/ 808759 h 1122920"/>
              <a:gd name="connsiteX8" fmla="*/ 1459922 w 4266044"/>
              <a:gd name="connsiteY8" fmla="*/ 947305 h 1122920"/>
              <a:gd name="connsiteX9" fmla="*/ 2530186 w 4266044"/>
              <a:gd name="connsiteY9" fmla="*/ 1016578 h 1122920"/>
              <a:gd name="connsiteX10" fmla="*/ 2744931 w 4266044"/>
              <a:gd name="connsiteY10" fmla="*/ 1013114 h 1122920"/>
              <a:gd name="connsiteX11" fmla="*/ 2873086 w 4266044"/>
              <a:gd name="connsiteY11" fmla="*/ 957696 h 1122920"/>
              <a:gd name="connsiteX12" fmla="*/ 2949286 w 4266044"/>
              <a:gd name="connsiteY12" fmla="*/ 697923 h 1122920"/>
              <a:gd name="connsiteX13" fmla="*/ 2945822 w 4266044"/>
              <a:gd name="connsiteY13" fmla="*/ 445078 h 1122920"/>
              <a:gd name="connsiteX14" fmla="*/ 3060122 w 4266044"/>
              <a:gd name="connsiteY14" fmla="*/ 126423 h 1122920"/>
              <a:gd name="connsiteX15" fmla="*/ 3784022 w 4266044"/>
              <a:gd name="connsiteY15" fmla="*/ 88323 h 1122920"/>
              <a:gd name="connsiteX16" fmla="*/ 4009159 w 4266044"/>
              <a:gd name="connsiteY16" fmla="*/ 126423 h 1122920"/>
              <a:gd name="connsiteX17" fmla="*/ 4109604 w 4266044"/>
              <a:gd name="connsiteY17" fmla="*/ 237259 h 1122920"/>
              <a:gd name="connsiteX18" fmla="*/ 4213513 w 4266044"/>
              <a:gd name="connsiteY18" fmla="*/ 427759 h 1122920"/>
              <a:gd name="connsiteX19" fmla="*/ 4258540 w 4266044"/>
              <a:gd name="connsiteY19" fmla="*/ 635578 h 1122920"/>
              <a:gd name="connsiteX20" fmla="*/ 4258540 w 4266044"/>
              <a:gd name="connsiteY20" fmla="*/ 791441 h 1122920"/>
              <a:gd name="connsiteX21" fmla="*/ 4251613 w 4266044"/>
              <a:gd name="connsiteY21" fmla="*/ 815687 h 1122920"/>
              <a:gd name="connsiteX22" fmla="*/ 4223904 w 4266044"/>
              <a:gd name="connsiteY22" fmla="*/ 871105 h 1122920"/>
              <a:gd name="connsiteX23" fmla="*/ 4137313 w 4266044"/>
              <a:gd name="connsiteY23" fmla="*/ 912668 h 1122920"/>
              <a:gd name="connsiteX24" fmla="*/ 3905249 w 4266044"/>
              <a:gd name="connsiteY24" fmla="*/ 964623 h 1122920"/>
              <a:gd name="connsiteX25" fmla="*/ 3448049 w 4266044"/>
              <a:gd name="connsiteY25" fmla="*/ 1033896 h 1122920"/>
              <a:gd name="connsiteX26" fmla="*/ 2734540 w 4266044"/>
              <a:gd name="connsiteY26" fmla="*/ 1065068 h 1122920"/>
              <a:gd name="connsiteX27" fmla="*/ 1916200 w 4266044"/>
              <a:gd name="connsiteY27" fmla="*/ 1104447 h 1122920"/>
              <a:gd name="connsiteX28" fmla="*/ 555913 w 4266044"/>
              <a:gd name="connsiteY28" fmla="*/ 954232 h 1122920"/>
              <a:gd name="connsiteX29" fmla="*/ 555913 w 4266044"/>
              <a:gd name="connsiteY29" fmla="*/ 954232 h 1122920"/>
              <a:gd name="connsiteX30" fmla="*/ 285749 w 4266044"/>
              <a:gd name="connsiteY30" fmla="*/ 919596 h 1122920"/>
              <a:gd name="connsiteX31" fmla="*/ 46759 w 4266044"/>
              <a:gd name="connsiteY31" fmla="*/ 774123 h 1122920"/>
              <a:gd name="connsiteX32" fmla="*/ 15586 w 4266044"/>
              <a:gd name="connsiteY32" fmla="*/ 514350 h 1122920"/>
              <a:gd name="connsiteX33" fmla="*/ 147204 w 4266044"/>
              <a:gd name="connsiteY33" fmla="*/ 77932 h 1122920"/>
              <a:gd name="connsiteX0" fmla="*/ 147204 w 4266044"/>
              <a:gd name="connsiteY0" fmla="*/ 77932 h 1188212"/>
              <a:gd name="connsiteX1" fmla="*/ 337704 w 4266044"/>
              <a:gd name="connsiteY1" fmla="*/ 46759 h 1188212"/>
              <a:gd name="connsiteX2" fmla="*/ 393122 w 4266044"/>
              <a:gd name="connsiteY2" fmla="*/ 50223 h 1188212"/>
              <a:gd name="connsiteX3" fmla="*/ 642504 w 4266044"/>
              <a:gd name="connsiteY3" fmla="*/ 195696 h 1188212"/>
              <a:gd name="connsiteX4" fmla="*/ 749877 w 4266044"/>
              <a:gd name="connsiteY4" fmla="*/ 355023 h 1188212"/>
              <a:gd name="connsiteX5" fmla="*/ 749877 w 4266044"/>
              <a:gd name="connsiteY5" fmla="*/ 365414 h 1188212"/>
              <a:gd name="connsiteX6" fmla="*/ 819149 w 4266044"/>
              <a:gd name="connsiteY6" fmla="*/ 538596 h 1188212"/>
              <a:gd name="connsiteX7" fmla="*/ 954231 w 4266044"/>
              <a:gd name="connsiteY7" fmla="*/ 808759 h 1188212"/>
              <a:gd name="connsiteX8" fmla="*/ 1459922 w 4266044"/>
              <a:gd name="connsiteY8" fmla="*/ 947305 h 1188212"/>
              <a:gd name="connsiteX9" fmla="*/ 2530186 w 4266044"/>
              <a:gd name="connsiteY9" fmla="*/ 1016578 h 1188212"/>
              <a:gd name="connsiteX10" fmla="*/ 2744931 w 4266044"/>
              <a:gd name="connsiteY10" fmla="*/ 1013114 h 1188212"/>
              <a:gd name="connsiteX11" fmla="*/ 2873086 w 4266044"/>
              <a:gd name="connsiteY11" fmla="*/ 957696 h 1188212"/>
              <a:gd name="connsiteX12" fmla="*/ 2949286 w 4266044"/>
              <a:gd name="connsiteY12" fmla="*/ 697923 h 1188212"/>
              <a:gd name="connsiteX13" fmla="*/ 2945822 w 4266044"/>
              <a:gd name="connsiteY13" fmla="*/ 445078 h 1188212"/>
              <a:gd name="connsiteX14" fmla="*/ 3060122 w 4266044"/>
              <a:gd name="connsiteY14" fmla="*/ 126423 h 1188212"/>
              <a:gd name="connsiteX15" fmla="*/ 3784022 w 4266044"/>
              <a:gd name="connsiteY15" fmla="*/ 88323 h 1188212"/>
              <a:gd name="connsiteX16" fmla="*/ 4009159 w 4266044"/>
              <a:gd name="connsiteY16" fmla="*/ 126423 h 1188212"/>
              <a:gd name="connsiteX17" fmla="*/ 4109604 w 4266044"/>
              <a:gd name="connsiteY17" fmla="*/ 237259 h 1188212"/>
              <a:gd name="connsiteX18" fmla="*/ 4213513 w 4266044"/>
              <a:gd name="connsiteY18" fmla="*/ 427759 h 1188212"/>
              <a:gd name="connsiteX19" fmla="*/ 4258540 w 4266044"/>
              <a:gd name="connsiteY19" fmla="*/ 635578 h 1188212"/>
              <a:gd name="connsiteX20" fmla="*/ 4258540 w 4266044"/>
              <a:gd name="connsiteY20" fmla="*/ 791441 h 1188212"/>
              <a:gd name="connsiteX21" fmla="*/ 4251613 w 4266044"/>
              <a:gd name="connsiteY21" fmla="*/ 815687 h 1188212"/>
              <a:gd name="connsiteX22" fmla="*/ 4223904 w 4266044"/>
              <a:gd name="connsiteY22" fmla="*/ 871105 h 1188212"/>
              <a:gd name="connsiteX23" fmla="*/ 4137313 w 4266044"/>
              <a:gd name="connsiteY23" fmla="*/ 912668 h 1188212"/>
              <a:gd name="connsiteX24" fmla="*/ 3905249 w 4266044"/>
              <a:gd name="connsiteY24" fmla="*/ 964623 h 1188212"/>
              <a:gd name="connsiteX25" fmla="*/ 3448049 w 4266044"/>
              <a:gd name="connsiteY25" fmla="*/ 1033896 h 1188212"/>
              <a:gd name="connsiteX26" fmla="*/ 2780296 w 4266044"/>
              <a:gd name="connsiteY26" fmla="*/ 1176454 h 1188212"/>
              <a:gd name="connsiteX27" fmla="*/ 1916200 w 4266044"/>
              <a:gd name="connsiteY27" fmla="*/ 1104447 h 1188212"/>
              <a:gd name="connsiteX28" fmla="*/ 555913 w 4266044"/>
              <a:gd name="connsiteY28" fmla="*/ 954232 h 1188212"/>
              <a:gd name="connsiteX29" fmla="*/ 555913 w 4266044"/>
              <a:gd name="connsiteY29" fmla="*/ 954232 h 1188212"/>
              <a:gd name="connsiteX30" fmla="*/ 285749 w 4266044"/>
              <a:gd name="connsiteY30" fmla="*/ 919596 h 1188212"/>
              <a:gd name="connsiteX31" fmla="*/ 46759 w 4266044"/>
              <a:gd name="connsiteY31" fmla="*/ 774123 h 1188212"/>
              <a:gd name="connsiteX32" fmla="*/ 15586 w 4266044"/>
              <a:gd name="connsiteY32" fmla="*/ 514350 h 1188212"/>
              <a:gd name="connsiteX33" fmla="*/ 147204 w 4266044"/>
              <a:gd name="connsiteY33" fmla="*/ 77932 h 1188212"/>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05249 w 4266044"/>
              <a:gd name="connsiteY24" fmla="*/ 964623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55913 w 4266044"/>
              <a:gd name="connsiteY29" fmla="*/ 954232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55913 w 4266044"/>
              <a:gd name="connsiteY29" fmla="*/ 954232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764072 w 4266044"/>
              <a:gd name="connsiteY28" fmla="*/ 1032438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764072 w 4266044"/>
              <a:gd name="connsiteY28" fmla="*/ 1032438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764072 w 4266044"/>
              <a:gd name="connsiteY28" fmla="*/ 1032438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764072 w 4266044"/>
              <a:gd name="connsiteY28" fmla="*/ 1032438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836080 w 4266044"/>
              <a:gd name="connsiteY28" fmla="*/ 1104446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200457"/>
              <a:gd name="connsiteX1" fmla="*/ 337704 w 4266044"/>
              <a:gd name="connsiteY1" fmla="*/ 46759 h 1200457"/>
              <a:gd name="connsiteX2" fmla="*/ 393122 w 4266044"/>
              <a:gd name="connsiteY2" fmla="*/ 50223 h 1200457"/>
              <a:gd name="connsiteX3" fmla="*/ 642504 w 4266044"/>
              <a:gd name="connsiteY3" fmla="*/ 195696 h 1200457"/>
              <a:gd name="connsiteX4" fmla="*/ 749877 w 4266044"/>
              <a:gd name="connsiteY4" fmla="*/ 355023 h 1200457"/>
              <a:gd name="connsiteX5" fmla="*/ 749877 w 4266044"/>
              <a:gd name="connsiteY5" fmla="*/ 365414 h 1200457"/>
              <a:gd name="connsiteX6" fmla="*/ 819149 w 4266044"/>
              <a:gd name="connsiteY6" fmla="*/ 538596 h 1200457"/>
              <a:gd name="connsiteX7" fmla="*/ 954231 w 4266044"/>
              <a:gd name="connsiteY7" fmla="*/ 808759 h 1200457"/>
              <a:gd name="connsiteX8" fmla="*/ 1459922 w 4266044"/>
              <a:gd name="connsiteY8" fmla="*/ 947305 h 1200457"/>
              <a:gd name="connsiteX9" fmla="*/ 2530186 w 4266044"/>
              <a:gd name="connsiteY9" fmla="*/ 1016578 h 1200457"/>
              <a:gd name="connsiteX10" fmla="*/ 2744931 w 4266044"/>
              <a:gd name="connsiteY10" fmla="*/ 1013114 h 1200457"/>
              <a:gd name="connsiteX11" fmla="*/ 2873086 w 4266044"/>
              <a:gd name="connsiteY11" fmla="*/ 957696 h 1200457"/>
              <a:gd name="connsiteX12" fmla="*/ 2949286 w 4266044"/>
              <a:gd name="connsiteY12" fmla="*/ 697923 h 1200457"/>
              <a:gd name="connsiteX13" fmla="*/ 2945822 w 4266044"/>
              <a:gd name="connsiteY13" fmla="*/ 445078 h 1200457"/>
              <a:gd name="connsiteX14" fmla="*/ 3060122 w 4266044"/>
              <a:gd name="connsiteY14" fmla="*/ 126423 h 1200457"/>
              <a:gd name="connsiteX15" fmla="*/ 3784022 w 4266044"/>
              <a:gd name="connsiteY15" fmla="*/ 88323 h 1200457"/>
              <a:gd name="connsiteX16" fmla="*/ 4009159 w 4266044"/>
              <a:gd name="connsiteY16" fmla="*/ 126423 h 1200457"/>
              <a:gd name="connsiteX17" fmla="*/ 4109604 w 4266044"/>
              <a:gd name="connsiteY17" fmla="*/ 237259 h 1200457"/>
              <a:gd name="connsiteX18" fmla="*/ 4213513 w 4266044"/>
              <a:gd name="connsiteY18" fmla="*/ 427759 h 1200457"/>
              <a:gd name="connsiteX19" fmla="*/ 4258540 w 4266044"/>
              <a:gd name="connsiteY19" fmla="*/ 635578 h 1200457"/>
              <a:gd name="connsiteX20" fmla="*/ 4258540 w 4266044"/>
              <a:gd name="connsiteY20" fmla="*/ 791441 h 1200457"/>
              <a:gd name="connsiteX21" fmla="*/ 4251613 w 4266044"/>
              <a:gd name="connsiteY21" fmla="*/ 815687 h 1200457"/>
              <a:gd name="connsiteX22" fmla="*/ 4223904 w 4266044"/>
              <a:gd name="connsiteY22" fmla="*/ 871105 h 1200457"/>
              <a:gd name="connsiteX23" fmla="*/ 4137313 w 4266044"/>
              <a:gd name="connsiteY23" fmla="*/ 912668 h 1200457"/>
              <a:gd name="connsiteX24" fmla="*/ 3932424 w 4266044"/>
              <a:gd name="connsiteY24" fmla="*/ 1032438 h 1200457"/>
              <a:gd name="connsiteX25" fmla="*/ 3500376 w 4266044"/>
              <a:gd name="connsiteY25" fmla="*/ 1176454 h 1200457"/>
              <a:gd name="connsiteX26" fmla="*/ 2780296 w 4266044"/>
              <a:gd name="connsiteY26" fmla="*/ 1176454 h 1200457"/>
              <a:gd name="connsiteX27" fmla="*/ 1916200 w 4266044"/>
              <a:gd name="connsiteY27" fmla="*/ 1176454 h 1200457"/>
              <a:gd name="connsiteX28" fmla="*/ 836080 w 4266044"/>
              <a:gd name="connsiteY28" fmla="*/ 1104446 h 1200457"/>
              <a:gd name="connsiteX29" fmla="*/ 548048 w 4266044"/>
              <a:gd name="connsiteY29" fmla="*/ 1032438 h 1200457"/>
              <a:gd name="connsiteX30" fmla="*/ 285749 w 4266044"/>
              <a:gd name="connsiteY30" fmla="*/ 919596 h 1200457"/>
              <a:gd name="connsiteX31" fmla="*/ 46759 w 4266044"/>
              <a:gd name="connsiteY31" fmla="*/ 774123 h 1200457"/>
              <a:gd name="connsiteX32" fmla="*/ 15586 w 4266044"/>
              <a:gd name="connsiteY32" fmla="*/ 514350 h 1200457"/>
              <a:gd name="connsiteX33" fmla="*/ 147204 w 4266044"/>
              <a:gd name="connsiteY33" fmla="*/ 77932 h 1200457"/>
              <a:gd name="connsiteX0" fmla="*/ 147204 w 4266044"/>
              <a:gd name="connsiteY0" fmla="*/ 77932 h 1248462"/>
              <a:gd name="connsiteX1" fmla="*/ 337704 w 4266044"/>
              <a:gd name="connsiteY1" fmla="*/ 46759 h 1248462"/>
              <a:gd name="connsiteX2" fmla="*/ 393122 w 4266044"/>
              <a:gd name="connsiteY2" fmla="*/ 50223 h 1248462"/>
              <a:gd name="connsiteX3" fmla="*/ 642504 w 4266044"/>
              <a:gd name="connsiteY3" fmla="*/ 195696 h 1248462"/>
              <a:gd name="connsiteX4" fmla="*/ 749877 w 4266044"/>
              <a:gd name="connsiteY4" fmla="*/ 355023 h 1248462"/>
              <a:gd name="connsiteX5" fmla="*/ 749877 w 4266044"/>
              <a:gd name="connsiteY5" fmla="*/ 365414 h 1248462"/>
              <a:gd name="connsiteX6" fmla="*/ 819149 w 4266044"/>
              <a:gd name="connsiteY6" fmla="*/ 538596 h 1248462"/>
              <a:gd name="connsiteX7" fmla="*/ 954231 w 4266044"/>
              <a:gd name="connsiteY7" fmla="*/ 808759 h 1248462"/>
              <a:gd name="connsiteX8" fmla="*/ 1459922 w 4266044"/>
              <a:gd name="connsiteY8" fmla="*/ 947305 h 1248462"/>
              <a:gd name="connsiteX9" fmla="*/ 2530186 w 4266044"/>
              <a:gd name="connsiteY9" fmla="*/ 1016578 h 1248462"/>
              <a:gd name="connsiteX10" fmla="*/ 2744931 w 4266044"/>
              <a:gd name="connsiteY10" fmla="*/ 1013114 h 1248462"/>
              <a:gd name="connsiteX11" fmla="*/ 2873086 w 4266044"/>
              <a:gd name="connsiteY11" fmla="*/ 957696 h 1248462"/>
              <a:gd name="connsiteX12" fmla="*/ 2949286 w 4266044"/>
              <a:gd name="connsiteY12" fmla="*/ 697923 h 1248462"/>
              <a:gd name="connsiteX13" fmla="*/ 2945822 w 4266044"/>
              <a:gd name="connsiteY13" fmla="*/ 445078 h 1248462"/>
              <a:gd name="connsiteX14" fmla="*/ 3060122 w 4266044"/>
              <a:gd name="connsiteY14" fmla="*/ 126423 h 1248462"/>
              <a:gd name="connsiteX15" fmla="*/ 3784022 w 4266044"/>
              <a:gd name="connsiteY15" fmla="*/ 88323 h 1248462"/>
              <a:gd name="connsiteX16" fmla="*/ 4009159 w 4266044"/>
              <a:gd name="connsiteY16" fmla="*/ 126423 h 1248462"/>
              <a:gd name="connsiteX17" fmla="*/ 4109604 w 4266044"/>
              <a:gd name="connsiteY17" fmla="*/ 237259 h 1248462"/>
              <a:gd name="connsiteX18" fmla="*/ 4213513 w 4266044"/>
              <a:gd name="connsiteY18" fmla="*/ 427759 h 1248462"/>
              <a:gd name="connsiteX19" fmla="*/ 4258540 w 4266044"/>
              <a:gd name="connsiteY19" fmla="*/ 635578 h 1248462"/>
              <a:gd name="connsiteX20" fmla="*/ 4258540 w 4266044"/>
              <a:gd name="connsiteY20" fmla="*/ 791441 h 1248462"/>
              <a:gd name="connsiteX21" fmla="*/ 4251613 w 4266044"/>
              <a:gd name="connsiteY21" fmla="*/ 815687 h 1248462"/>
              <a:gd name="connsiteX22" fmla="*/ 4223904 w 4266044"/>
              <a:gd name="connsiteY22" fmla="*/ 871105 h 1248462"/>
              <a:gd name="connsiteX23" fmla="*/ 4137313 w 4266044"/>
              <a:gd name="connsiteY23" fmla="*/ 912668 h 1248462"/>
              <a:gd name="connsiteX24" fmla="*/ 3932424 w 4266044"/>
              <a:gd name="connsiteY24" fmla="*/ 1032438 h 1248462"/>
              <a:gd name="connsiteX25" fmla="*/ 3500376 w 4266044"/>
              <a:gd name="connsiteY25" fmla="*/ 1176454 h 1248462"/>
              <a:gd name="connsiteX26" fmla="*/ 2780296 w 4266044"/>
              <a:gd name="connsiteY26" fmla="*/ 1248462 h 1248462"/>
              <a:gd name="connsiteX27" fmla="*/ 1916200 w 4266044"/>
              <a:gd name="connsiteY27" fmla="*/ 1176454 h 1248462"/>
              <a:gd name="connsiteX28" fmla="*/ 836080 w 4266044"/>
              <a:gd name="connsiteY28" fmla="*/ 1104446 h 1248462"/>
              <a:gd name="connsiteX29" fmla="*/ 548048 w 4266044"/>
              <a:gd name="connsiteY29" fmla="*/ 1032438 h 1248462"/>
              <a:gd name="connsiteX30" fmla="*/ 285749 w 4266044"/>
              <a:gd name="connsiteY30" fmla="*/ 919596 h 1248462"/>
              <a:gd name="connsiteX31" fmla="*/ 46759 w 4266044"/>
              <a:gd name="connsiteY31" fmla="*/ 774123 h 1248462"/>
              <a:gd name="connsiteX32" fmla="*/ 15586 w 4266044"/>
              <a:gd name="connsiteY32" fmla="*/ 514350 h 1248462"/>
              <a:gd name="connsiteX33" fmla="*/ 147204 w 4266044"/>
              <a:gd name="connsiteY33" fmla="*/ 77932 h 1248462"/>
              <a:gd name="connsiteX0" fmla="*/ 147204 w 4266044"/>
              <a:gd name="connsiteY0" fmla="*/ 77932 h 1248462"/>
              <a:gd name="connsiteX1" fmla="*/ 337704 w 4266044"/>
              <a:gd name="connsiteY1" fmla="*/ 46759 h 1248462"/>
              <a:gd name="connsiteX2" fmla="*/ 393122 w 4266044"/>
              <a:gd name="connsiteY2" fmla="*/ 50223 h 1248462"/>
              <a:gd name="connsiteX3" fmla="*/ 642504 w 4266044"/>
              <a:gd name="connsiteY3" fmla="*/ 195696 h 1248462"/>
              <a:gd name="connsiteX4" fmla="*/ 749877 w 4266044"/>
              <a:gd name="connsiteY4" fmla="*/ 355023 h 1248462"/>
              <a:gd name="connsiteX5" fmla="*/ 749877 w 4266044"/>
              <a:gd name="connsiteY5" fmla="*/ 365414 h 1248462"/>
              <a:gd name="connsiteX6" fmla="*/ 819149 w 4266044"/>
              <a:gd name="connsiteY6" fmla="*/ 538596 h 1248462"/>
              <a:gd name="connsiteX7" fmla="*/ 954231 w 4266044"/>
              <a:gd name="connsiteY7" fmla="*/ 808759 h 1248462"/>
              <a:gd name="connsiteX8" fmla="*/ 1459922 w 4266044"/>
              <a:gd name="connsiteY8" fmla="*/ 947305 h 1248462"/>
              <a:gd name="connsiteX9" fmla="*/ 2530186 w 4266044"/>
              <a:gd name="connsiteY9" fmla="*/ 1016578 h 1248462"/>
              <a:gd name="connsiteX10" fmla="*/ 2744931 w 4266044"/>
              <a:gd name="connsiteY10" fmla="*/ 1013114 h 1248462"/>
              <a:gd name="connsiteX11" fmla="*/ 2873086 w 4266044"/>
              <a:gd name="connsiteY11" fmla="*/ 957696 h 1248462"/>
              <a:gd name="connsiteX12" fmla="*/ 2949286 w 4266044"/>
              <a:gd name="connsiteY12" fmla="*/ 697923 h 1248462"/>
              <a:gd name="connsiteX13" fmla="*/ 2945822 w 4266044"/>
              <a:gd name="connsiteY13" fmla="*/ 445078 h 1248462"/>
              <a:gd name="connsiteX14" fmla="*/ 3060122 w 4266044"/>
              <a:gd name="connsiteY14" fmla="*/ 126423 h 1248462"/>
              <a:gd name="connsiteX15" fmla="*/ 3784022 w 4266044"/>
              <a:gd name="connsiteY15" fmla="*/ 88323 h 1248462"/>
              <a:gd name="connsiteX16" fmla="*/ 4009159 w 4266044"/>
              <a:gd name="connsiteY16" fmla="*/ 126423 h 1248462"/>
              <a:gd name="connsiteX17" fmla="*/ 4109604 w 4266044"/>
              <a:gd name="connsiteY17" fmla="*/ 237259 h 1248462"/>
              <a:gd name="connsiteX18" fmla="*/ 4213513 w 4266044"/>
              <a:gd name="connsiteY18" fmla="*/ 427759 h 1248462"/>
              <a:gd name="connsiteX19" fmla="*/ 4258540 w 4266044"/>
              <a:gd name="connsiteY19" fmla="*/ 635578 h 1248462"/>
              <a:gd name="connsiteX20" fmla="*/ 4258540 w 4266044"/>
              <a:gd name="connsiteY20" fmla="*/ 791441 h 1248462"/>
              <a:gd name="connsiteX21" fmla="*/ 4251613 w 4266044"/>
              <a:gd name="connsiteY21" fmla="*/ 815687 h 1248462"/>
              <a:gd name="connsiteX22" fmla="*/ 4223904 w 4266044"/>
              <a:gd name="connsiteY22" fmla="*/ 871105 h 1248462"/>
              <a:gd name="connsiteX23" fmla="*/ 4137313 w 4266044"/>
              <a:gd name="connsiteY23" fmla="*/ 912668 h 1248462"/>
              <a:gd name="connsiteX24" fmla="*/ 3932424 w 4266044"/>
              <a:gd name="connsiteY24" fmla="*/ 1032438 h 1248462"/>
              <a:gd name="connsiteX25" fmla="*/ 3500376 w 4266044"/>
              <a:gd name="connsiteY25" fmla="*/ 1176454 h 1248462"/>
              <a:gd name="connsiteX26" fmla="*/ 2780296 w 4266044"/>
              <a:gd name="connsiteY26" fmla="*/ 1248462 h 1248462"/>
              <a:gd name="connsiteX27" fmla="*/ 1916200 w 4266044"/>
              <a:gd name="connsiteY27" fmla="*/ 1176453 h 1248462"/>
              <a:gd name="connsiteX28" fmla="*/ 836080 w 4266044"/>
              <a:gd name="connsiteY28" fmla="*/ 1104446 h 1248462"/>
              <a:gd name="connsiteX29" fmla="*/ 548048 w 4266044"/>
              <a:gd name="connsiteY29" fmla="*/ 1032438 h 1248462"/>
              <a:gd name="connsiteX30" fmla="*/ 285749 w 4266044"/>
              <a:gd name="connsiteY30" fmla="*/ 919596 h 1248462"/>
              <a:gd name="connsiteX31" fmla="*/ 46759 w 4266044"/>
              <a:gd name="connsiteY31" fmla="*/ 774123 h 1248462"/>
              <a:gd name="connsiteX32" fmla="*/ 15586 w 4266044"/>
              <a:gd name="connsiteY32" fmla="*/ 514350 h 1248462"/>
              <a:gd name="connsiteX33" fmla="*/ 147204 w 4266044"/>
              <a:gd name="connsiteY33" fmla="*/ 77932 h 1248462"/>
              <a:gd name="connsiteX0" fmla="*/ 147204 w 4266044"/>
              <a:gd name="connsiteY0" fmla="*/ 77932 h 1248462"/>
              <a:gd name="connsiteX1" fmla="*/ 337704 w 4266044"/>
              <a:gd name="connsiteY1" fmla="*/ 46759 h 1248462"/>
              <a:gd name="connsiteX2" fmla="*/ 642504 w 4266044"/>
              <a:gd name="connsiteY2" fmla="*/ 195696 h 1248462"/>
              <a:gd name="connsiteX3" fmla="*/ 749877 w 4266044"/>
              <a:gd name="connsiteY3" fmla="*/ 355023 h 1248462"/>
              <a:gd name="connsiteX4" fmla="*/ 749877 w 4266044"/>
              <a:gd name="connsiteY4" fmla="*/ 365414 h 1248462"/>
              <a:gd name="connsiteX5" fmla="*/ 819149 w 4266044"/>
              <a:gd name="connsiteY5" fmla="*/ 538596 h 1248462"/>
              <a:gd name="connsiteX6" fmla="*/ 954231 w 4266044"/>
              <a:gd name="connsiteY6" fmla="*/ 808759 h 1248462"/>
              <a:gd name="connsiteX7" fmla="*/ 1459922 w 4266044"/>
              <a:gd name="connsiteY7" fmla="*/ 947305 h 1248462"/>
              <a:gd name="connsiteX8" fmla="*/ 2530186 w 4266044"/>
              <a:gd name="connsiteY8" fmla="*/ 1016578 h 1248462"/>
              <a:gd name="connsiteX9" fmla="*/ 2744931 w 4266044"/>
              <a:gd name="connsiteY9" fmla="*/ 1013114 h 1248462"/>
              <a:gd name="connsiteX10" fmla="*/ 2873086 w 4266044"/>
              <a:gd name="connsiteY10" fmla="*/ 957696 h 1248462"/>
              <a:gd name="connsiteX11" fmla="*/ 2949286 w 4266044"/>
              <a:gd name="connsiteY11" fmla="*/ 697923 h 1248462"/>
              <a:gd name="connsiteX12" fmla="*/ 2945822 w 4266044"/>
              <a:gd name="connsiteY12" fmla="*/ 445078 h 1248462"/>
              <a:gd name="connsiteX13" fmla="*/ 3060122 w 4266044"/>
              <a:gd name="connsiteY13" fmla="*/ 126423 h 1248462"/>
              <a:gd name="connsiteX14" fmla="*/ 3784022 w 4266044"/>
              <a:gd name="connsiteY14" fmla="*/ 88323 h 1248462"/>
              <a:gd name="connsiteX15" fmla="*/ 4009159 w 4266044"/>
              <a:gd name="connsiteY15" fmla="*/ 126423 h 1248462"/>
              <a:gd name="connsiteX16" fmla="*/ 4109604 w 4266044"/>
              <a:gd name="connsiteY16" fmla="*/ 237259 h 1248462"/>
              <a:gd name="connsiteX17" fmla="*/ 4213513 w 4266044"/>
              <a:gd name="connsiteY17" fmla="*/ 427759 h 1248462"/>
              <a:gd name="connsiteX18" fmla="*/ 4258540 w 4266044"/>
              <a:gd name="connsiteY18" fmla="*/ 635578 h 1248462"/>
              <a:gd name="connsiteX19" fmla="*/ 4258540 w 4266044"/>
              <a:gd name="connsiteY19" fmla="*/ 791441 h 1248462"/>
              <a:gd name="connsiteX20" fmla="*/ 4251613 w 4266044"/>
              <a:gd name="connsiteY20" fmla="*/ 815687 h 1248462"/>
              <a:gd name="connsiteX21" fmla="*/ 4223904 w 4266044"/>
              <a:gd name="connsiteY21" fmla="*/ 871105 h 1248462"/>
              <a:gd name="connsiteX22" fmla="*/ 4137313 w 4266044"/>
              <a:gd name="connsiteY22" fmla="*/ 912668 h 1248462"/>
              <a:gd name="connsiteX23" fmla="*/ 3932424 w 4266044"/>
              <a:gd name="connsiteY23" fmla="*/ 1032438 h 1248462"/>
              <a:gd name="connsiteX24" fmla="*/ 3500376 w 4266044"/>
              <a:gd name="connsiteY24" fmla="*/ 1176454 h 1248462"/>
              <a:gd name="connsiteX25" fmla="*/ 2780296 w 4266044"/>
              <a:gd name="connsiteY25" fmla="*/ 1248462 h 1248462"/>
              <a:gd name="connsiteX26" fmla="*/ 1916200 w 4266044"/>
              <a:gd name="connsiteY26" fmla="*/ 1176453 h 1248462"/>
              <a:gd name="connsiteX27" fmla="*/ 836080 w 4266044"/>
              <a:gd name="connsiteY27" fmla="*/ 1104446 h 1248462"/>
              <a:gd name="connsiteX28" fmla="*/ 548048 w 4266044"/>
              <a:gd name="connsiteY28" fmla="*/ 1032438 h 1248462"/>
              <a:gd name="connsiteX29" fmla="*/ 285749 w 4266044"/>
              <a:gd name="connsiteY29" fmla="*/ 919596 h 1248462"/>
              <a:gd name="connsiteX30" fmla="*/ 46759 w 4266044"/>
              <a:gd name="connsiteY30" fmla="*/ 774123 h 1248462"/>
              <a:gd name="connsiteX31" fmla="*/ 15586 w 4266044"/>
              <a:gd name="connsiteY31" fmla="*/ 514350 h 1248462"/>
              <a:gd name="connsiteX32" fmla="*/ 147204 w 4266044"/>
              <a:gd name="connsiteY32" fmla="*/ 77932 h 1248462"/>
              <a:gd name="connsiteX0" fmla="*/ 114268 w 4264312"/>
              <a:gd name="connsiteY0" fmla="*/ 126142 h 1206262"/>
              <a:gd name="connsiteX1" fmla="*/ 335972 w 4264312"/>
              <a:gd name="connsiteY1" fmla="*/ 4559 h 1206262"/>
              <a:gd name="connsiteX2" fmla="*/ 640772 w 4264312"/>
              <a:gd name="connsiteY2" fmla="*/ 153496 h 1206262"/>
              <a:gd name="connsiteX3" fmla="*/ 748145 w 4264312"/>
              <a:gd name="connsiteY3" fmla="*/ 312823 h 1206262"/>
              <a:gd name="connsiteX4" fmla="*/ 748145 w 4264312"/>
              <a:gd name="connsiteY4" fmla="*/ 323214 h 1206262"/>
              <a:gd name="connsiteX5" fmla="*/ 817417 w 4264312"/>
              <a:gd name="connsiteY5" fmla="*/ 496396 h 1206262"/>
              <a:gd name="connsiteX6" fmla="*/ 952499 w 4264312"/>
              <a:gd name="connsiteY6" fmla="*/ 766559 h 1206262"/>
              <a:gd name="connsiteX7" fmla="*/ 1458190 w 4264312"/>
              <a:gd name="connsiteY7" fmla="*/ 905105 h 1206262"/>
              <a:gd name="connsiteX8" fmla="*/ 2528454 w 4264312"/>
              <a:gd name="connsiteY8" fmla="*/ 974378 h 1206262"/>
              <a:gd name="connsiteX9" fmla="*/ 2743199 w 4264312"/>
              <a:gd name="connsiteY9" fmla="*/ 970914 h 1206262"/>
              <a:gd name="connsiteX10" fmla="*/ 2871354 w 4264312"/>
              <a:gd name="connsiteY10" fmla="*/ 915496 h 1206262"/>
              <a:gd name="connsiteX11" fmla="*/ 2947554 w 4264312"/>
              <a:gd name="connsiteY11" fmla="*/ 655723 h 1206262"/>
              <a:gd name="connsiteX12" fmla="*/ 2944090 w 4264312"/>
              <a:gd name="connsiteY12" fmla="*/ 402878 h 1206262"/>
              <a:gd name="connsiteX13" fmla="*/ 3058390 w 4264312"/>
              <a:gd name="connsiteY13" fmla="*/ 84223 h 1206262"/>
              <a:gd name="connsiteX14" fmla="*/ 3782290 w 4264312"/>
              <a:gd name="connsiteY14" fmla="*/ 46123 h 1206262"/>
              <a:gd name="connsiteX15" fmla="*/ 4007427 w 4264312"/>
              <a:gd name="connsiteY15" fmla="*/ 84223 h 1206262"/>
              <a:gd name="connsiteX16" fmla="*/ 4107872 w 4264312"/>
              <a:gd name="connsiteY16" fmla="*/ 195059 h 1206262"/>
              <a:gd name="connsiteX17" fmla="*/ 4211781 w 4264312"/>
              <a:gd name="connsiteY17" fmla="*/ 385559 h 1206262"/>
              <a:gd name="connsiteX18" fmla="*/ 4256808 w 4264312"/>
              <a:gd name="connsiteY18" fmla="*/ 593378 h 1206262"/>
              <a:gd name="connsiteX19" fmla="*/ 4256808 w 4264312"/>
              <a:gd name="connsiteY19" fmla="*/ 749241 h 1206262"/>
              <a:gd name="connsiteX20" fmla="*/ 4249881 w 4264312"/>
              <a:gd name="connsiteY20" fmla="*/ 773487 h 1206262"/>
              <a:gd name="connsiteX21" fmla="*/ 4222172 w 4264312"/>
              <a:gd name="connsiteY21" fmla="*/ 828905 h 1206262"/>
              <a:gd name="connsiteX22" fmla="*/ 4135581 w 4264312"/>
              <a:gd name="connsiteY22" fmla="*/ 870468 h 1206262"/>
              <a:gd name="connsiteX23" fmla="*/ 3930692 w 4264312"/>
              <a:gd name="connsiteY23" fmla="*/ 990238 h 1206262"/>
              <a:gd name="connsiteX24" fmla="*/ 3498644 w 4264312"/>
              <a:gd name="connsiteY24" fmla="*/ 1134254 h 1206262"/>
              <a:gd name="connsiteX25" fmla="*/ 2778564 w 4264312"/>
              <a:gd name="connsiteY25" fmla="*/ 1206262 h 1206262"/>
              <a:gd name="connsiteX26" fmla="*/ 1914468 w 4264312"/>
              <a:gd name="connsiteY26" fmla="*/ 1134253 h 1206262"/>
              <a:gd name="connsiteX27" fmla="*/ 834348 w 4264312"/>
              <a:gd name="connsiteY27" fmla="*/ 1062246 h 1206262"/>
              <a:gd name="connsiteX28" fmla="*/ 546316 w 4264312"/>
              <a:gd name="connsiteY28" fmla="*/ 990238 h 1206262"/>
              <a:gd name="connsiteX29" fmla="*/ 284017 w 4264312"/>
              <a:gd name="connsiteY29" fmla="*/ 877396 h 1206262"/>
              <a:gd name="connsiteX30" fmla="*/ 45027 w 4264312"/>
              <a:gd name="connsiteY30" fmla="*/ 731923 h 1206262"/>
              <a:gd name="connsiteX31" fmla="*/ 13854 w 4264312"/>
              <a:gd name="connsiteY31" fmla="*/ 472150 h 1206262"/>
              <a:gd name="connsiteX32" fmla="*/ 114268 w 4264312"/>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29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2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24735"/>
              <a:gd name="connsiteX1" fmla="*/ 343685 w 4272025"/>
              <a:gd name="connsiteY1" fmla="*/ 4559 h 1224735"/>
              <a:gd name="connsiteX2" fmla="*/ 648485 w 4272025"/>
              <a:gd name="connsiteY2" fmla="*/ 153496 h 1224735"/>
              <a:gd name="connsiteX3" fmla="*/ 755858 w 4272025"/>
              <a:gd name="connsiteY3" fmla="*/ 312823 h 1224735"/>
              <a:gd name="connsiteX4" fmla="*/ 755858 w 4272025"/>
              <a:gd name="connsiteY4" fmla="*/ 323214 h 1224735"/>
              <a:gd name="connsiteX5" fmla="*/ 825130 w 4272025"/>
              <a:gd name="connsiteY5" fmla="*/ 496396 h 1224735"/>
              <a:gd name="connsiteX6" fmla="*/ 960212 w 4272025"/>
              <a:gd name="connsiteY6" fmla="*/ 766559 h 1224735"/>
              <a:gd name="connsiteX7" fmla="*/ 1465903 w 4272025"/>
              <a:gd name="connsiteY7" fmla="*/ 905105 h 1224735"/>
              <a:gd name="connsiteX8" fmla="*/ 2536167 w 4272025"/>
              <a:gd name="connsiteY8" fmla="*/ 974378 h 1224735"/>
              <a:gd name="connsiteX9" fmla="*/ 2750912 w 4272025"/>
              <a:gd name="connsiteY9" fmla="*/ 970914 h 1224735"/>
              <a:gd name="connsiteX10" fmla="*/ 2879067 w 4272025"/>
              <a:gd name="connsiteY10" fmla="*/ 915496 h 1224735"/>
              <a:gd name="connsiteX11" fmla="*/ 2955267 w 4272025"/>
              <a:gd name="connsiteY11" fmla="*/ 655723 h 1224735"/>
              <a:gd name="connsiteX12" fmla="*/ 2951803 w 4272025"/>
              <a:gd name="connsiteY12" fmla="*/ 402878 h 1224735"/>
              <a:gd name="connsiteX13" fmla="*/ 3066103 w 4272025"/>
              <a:gd name="connsiteY13" fmla="*/ 84223 h 1224735"/>
              <a:gd name="connsiteX14" fmla="*/ 3790003 w 4272025"/>
              <a:gd name="connsiteY14" fmla="*/ 46123 h 1224735"/>
              <a:gd name="connsiteX15" fmla="*/ 4015140 w 4272025"/>
              <a:gd name="connsiteY15" fmla="*/ 84223 h 1224735"/>
              <a:gd name="connsiteX16" fmla="*/ 4115585 w 4272025"/>
              <a:gd name="connsiteY16" fmla="*/ 195059 h 1224735"/>
              <a:gd name="connsiteX17" fmla="*/ 4219494 w 4272025"/>
              <a:gd name="connsiteY17" fmla="*/ 385559 h 1224735"/>
              <a:gd name="connsiteX18" fmla="*/ 4264521 w 4272025"/>
              <a:gd name="connsiteY18" fmla="*/ 593378 h 1224735"/>
              <a:gd name="connsiteX19" fmla="*/ 4264521 w 4272025"/>
              <a:gd name="connsiteY19" fmla="*/ 749241 h 1224735"/>
              <a:gd name="connsiteX20" fmla="*/ 4257594 w 4272025"/>
              <a:gd name="connsiteY20" fmla="*/ 773487 h 1224735"/>
              <a:gd name="connsiteX21" fmla="*/ 4229885 w 4272025"/>
              <a:gd name="connsiteY21" fmla="*/ 828905 h 1224735"/>
              <a:gd name="connsiteX22" fmla="*/ 4143294 w 4272025"/>
              <a:gd name="connsiteY22" fmla="*/ 870468 h 1224735"/>
              <a:gd name="connsiteX23" fmla="*/ 3938405 w 4272025"/>
              <a:gd name="connsiteY23" fmla="*/ 990238 h 1224735"/>
              <a:gd name="connsiteX24" fmla="*/ 3506357 w 4272025"/>
              <a:gd name="connsiteY24" fmla="*/ 1134254 h 1224735"/>
              <a:gd name="connsiteX25" fmla="*/ 2786277 w 4272025"/>
              <a:gd name="connsiteY25" fmla="*/ 1206262 h 1224735"/>
              <a:gd name="connsiteX26" fmla="*/ 1922182 w 4272025"/>
              <a:gd name="connsiteY26" fmla="*/ 1206262 h 1224735"/>
              <a:gd name="connsiteX27" fmla="*/ 842062 w 4272025"/>
              <a:gd name="connsiteY27" fmla="*/ 1062246 h 1224735"/>
              <a:gd name="connsiteX28" fmla="*/ 554030 w 4272025"/>
              <a:gd name="connsiteY28" fmla="*/ 990238 h 1224735"/>
              <a:gd name="connsiteX29" fmla="*/ 338005 w 4272025"/>
              <a:gd name="connsiteY29" fmla="*/ 918230 h 1224735"/>
              <a:gd name="connsiteX30" fmla="*/ 52740 w 4272025"/>
              <a:gd name="connsiteY30" fmla="*/ 731923 h 1224735"/>
              <a:gd name="connsiteX31" fmla="*/ 21567 w 4272025"/>
              <a:gd name="connsiteY31" fmla="*/ 472150 h 1224735"/>
              <a:gd name="connsiteX32" fmla="*/ 121981 w 4272025"/>
              <a:gd name="connsiteY32" fmla="*/ 126142 h 1224735"/>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062246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554030 w 4272025"/>
              <a:gd name="connsiteY28" fmla="*/ 990238 h 1224128"/>
              <a:gd name="connsiteX29" fmla="*/ 338005 w 4272025"/>
              <a:gd name="connsiteY29" fmla="*/ 918230 h 1224128"/>
              <a:gd name="connsiteX30" fmla="*/ 52740 w 4272025"/>
              <a:gd name="connsiteY30" fmla="*/ 731923 h 1224128"/>
              <a:gd name="connsiteX31" fmla="*/ 21567 w 4272025"/>
              <a:gd name="connsiteY31" fmla="*/ 472150 h 1224128"/>
              <a:gd name="connsiteX32" fmla="*/ 121981 w 4272025"/>
              <a:gd name="connsiteY32" fmla="*/ 126142 h 1224128"/>
              <a:gd name="connsiteX0" fmla="*/ 121981 w 4272025"/>
              <a:gd name="connsiteY0" fmla="*/ 101378 h 1199364"/>
              <a:gd name="connsiteX1" fmla="*/ 337225 w 4272025"/>
              <a:gd name="connsiteY1" fmla="*/ 173328 h 1199364"/>
              <a:gd name="connsiteX2" fmla="*/ 648485 w 4272025"/>
              <a:gd name="connsiteY2" fmla="*/ 128732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981 w 4272025"/>
              <a:gd name="connsiteY32" fmla="*/ 101378 h 1199364"/>
              <a:gd name="connsiteX0" fmla="*/ 121981 w 4272025"/>
              <a:gd name="connsiteY0" fmla="*/ 101378 h 1199364"/>
              <a:gd name="connsiteX1" fmla="*/ 337225 w 4272025"/>
              <a:gd name="connsiteY1" fmla="*/ 173328 h 1199364"/>
              <a:gd name="connsiteX2" fmla="*/ 697270 w 4272025"/>
              <a:gd name="connsiteY2" fmla="*/ 245345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981 w 4272025"/>
              <a:gd name="connsiteY32" fmla="*/ 101378 h 1199364"/>
              <a:gd name="connsiteX0" fmla="*/ 121198 w 4272025"/>
              <a:gd name="connsiteY0" fmla="*/ 245345 h 1199364"/>
              <a:gd name="connsiteX1" fmla="*/ 337225 w 4272025"/>
              <a:gd name="connsiteY1" fmla="*/ 173328 h 1199364"/>
              <a:gd name="connsiteX2" fmla="*/ 697270 w 4272025"/>
              <a:gd name="connsiteY2" fmla="*/ 245345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21198 w 4272025"/>
              <a:gd name="connsiteY0" fmla="*/ 245345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55858 w 4272025"/>
              <a:gd name="connsiteY4" fmla="*/ 298450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21198 w 4272025"/>
              <a:gd name="connsiteY0" fmla="*/ 245345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21198 w 4272025"/>
              <a:gd name="connsiteY0" fmla="*/ 245345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21198 w 4272025"/>
              <a:gd name="connsiteY32" fmla="*/ 245345 h 1199364"/>
              <a:gd name="connsiteX0" fmla="*/ 134201 w 4272025"/>
              <a:gd name="connsiteY0" fmla="*/ 271384 h 1199364"/>
              <a:gd name="connsiteX1" fmla="*/ 337225 w 4272025"/>
              <a:gd name="connsiteY1" fmla="*/ 173328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55858 w 4272025"/>
              <a:gd name="connsiteY3" fmla="*/ 288059 h 1199364"/>
              <a:gd name="connsiteX4" fmla="*/ 769279 w 4272025"/>
              <a:gd name="connsiteY4" fmla="*/ 317363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55858 w 4272025"/>
              <a:gd name="connsiteY3" fmla="*/ 288059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03277 w 4272025"/>
              <a:gd name="connsiteY3" fmla="*/ 275364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4015140 w 4272025"/>
              <a:gd name="connsiteY15" fmla="*/ 59459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03277 w 4272025"/>
              <a:gd name="connsiteY3" fmla="*/ 275364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3972426 w 4272025"/>
              <a:gd name="connsiteY15" fmla="*/ 89425 h 1199364"/>
              <a:gd name="connsiteX16" fmla="*/ 4115585 w 4272025"/>
              <a:gd name="connsiteY16" fmla="*/ 170295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72025"/>
              <a:gd name="connsiteY0" fmla="*/ 271384 h 1199364"/>
              <a:gd name="connsiteX1" fmla="*/ 332897 w 4272025"/>
              <a:gd name="connsiteY1" fmla="*/ 212360 h 1199364"/>
              <a:gd name="connsiteX2" fmla="*/ 625261 w 4272025"/>
              <a:gd name="connsiteY2" fmla="*/ 245345 h 1199364"/>
              <a:gd name="connsiteX3" fmla="*/ 703277 w 4272025"/>
              <a:gd name="connsiteY3" fmla="*/ 275364 h 1199364"/>
              <a:gd name="connsiteX4" fmla="*/ 769279 w 4272025"/>
              <a:gd name="connsiteY4" fmla="*/ 389381 h 1199364"/>
              <a:gd name="connsiteX5" fmla="*/ 825130 w 4272025"/>
              <a:gd name="connsiteY5" fmla="*/ 471632 h 1199364"/>
              <a:gd name="connsiteX6" fmla="*/ 960212 w 4272025"/>
              <a:gd name="connsiteY6" fmla="*/ 741795 h 1199364"/>
              <a:gd name="connsiteX7" fmla="*/ 1465903 w 4272025"/>
              <a:gd name="connsiteY7" fmla="*/ 880341 h 1199364"/>
              <a:gd name="connsiteX8" fmla="*/ 2536167 w 4272025"/>
              <a:gd name="connsiteY8" fmla="*/ 949614 h 1199364"/>
              <a:gd name="connsiteX9" fmla="*/ 2750912 w 4272025"/>
              <a:gd name="connsiteY9" fmla="*/ 946150 h 1199364"/>
              <a:gd name="connsiteX10" fmla="*/ 2879067 w 4272025"/>
              <a:gd name="connsiteY10" fmla="*/ 890732 h 1199364"/>
              <a:gd name="connsiteX11" fmla="*/ 2955267 w 4272025"/>
              <a:gd name="connsiteY11" fmla="*/ 630959 h 1199364"/>
              <a:gd name="connsiteX12" fmla="*/ 2951803 w 4272025"/>
              <a:gd name="connsiteY12" fmla="*/ 378114 h 1199364"/>
              <a:gd name="connsiteX13" fmla="*/ 3066103 w 4272025"/>
              <a:gd name="connsiteY13" fmla="*/ 59459 h 1199364"/>
              <a:gd name="connsiteX14" fmla="*/ 3790003 w 4272025"/>
              <a:gd name="connsiteY14" fmla="*/ 21359 h 1199364"/>
              <a:gd name="connsiteX15" fmla="*/ 3972426 w 4272025"/>
              <a:gd name="connsiteY15" fmla="*/ 89425 h 1199364"/>
              <a:gd name="connsiteX16" fmla="*/ 4024577 w 4272025"/>
              <a:gd name="connsiteY16" fmla="*/ 196314 h 1199364"/>
              <a:gd name="connsiteX17" fmla="*/ 4219494 w 4272025"/>
              <a:gd name="connsiteY17" fmla="*/ 360795 h 1199364"/>
              <a:gd name="connsiteX18" fmla="*/ 4264521 w 4272025"/>
              <a:gd name="connsiteY18" fmla="*/ 568614 h 1199364"/>
              <a:gd name="connsiteX19" fmla="*/ 4264521 w 4272025"/>
              <a:gd name="connsiteY19" fmla="*/ 724477 h 1199364"/>
              <a:gd name="connsiteX20" fmla="*/ 4257594 w 4272025"/>
              <a:gd name="connsiteY20" fmla="*/ 748723 h 1199364"/>
              <a:gd name="connsiteX21" fmla="*/ 4229885 w 4272025"/>
              <a:gd name="connsiteY21" fmla="*/ 804141 h 1199364"/>
              <a:gd name="connsiteX22" fmla="*/ 4143294 w 4272025"/>
              <a:gd name="connsiteY22" fmla="*/ 845704 h 1199364"/>
              <a:gd name="connsiteX23" fmla="*/ 3938405 w 4272025"/>
              <a:gd name="connsiteY23" fmla="*/ 965474 h 1199364"/>
              <a:gd name="connsiteX24" fmla="*/ 3506357 w 4272025"/>
              <a:gd name="connsiteY24" fmla="*/ 1109490 h 1199364"/>
              <a:gd name="connsiteX25" fmla="*/ 2786277 w 4272025"/>
              <a:gd name="connsiteY25" fmla="*/ 1181498 h 1199364"/>
              <a:gd name="connsiteX26" fmla="*/ 1922182 w 4272025"/>
              <a:gd name="connsiteY26" fmla="*/ 1181498 h 1199364"/>
              <a:gd name="connsiteX27" fmla="*/ 1130094 w 4272025"/>
              <a:gd name="connsiteY27" fmla="*/ 1109490 h 1199364"/>
              <a:gd name="connsiteX28" fmla="*/ 554030 w 4272025"/>
              <a:gd name="connsiteY28" fmla="*/ 965474 h 1199364"/>
              <a:gd name="connsiteX29" fmla="*/ 338005 w 4272025"/>
              <a:gd name="connsiteY29" fmla="*/ 893466 h 1199364"/>
              <a:gd name="connsiteX30" fmla="*/ 52740 w 4272025"/>
              <a:gd name="connsiteY30" fmla="*/ 707159 h 1199364"/>
              <a:gd name="connsiteX31" fmla="*/ 21567 w 4272025"/>
              <a:gd name="connsiteY31" fmla="*/ 447386 h 1199364"/>
              <a:gd name="connsiteX32" fmla="*/ 134201 w 4272025"/>
              <a:gd name="connsiteY32" fmla="*/ 271384 h 1199364"/>
              <a:gd name="connsiteX0" fmla="*/ 134201 w 4294416"/>
              <a:gd name="connsiteY0" fmla="*/ 271384 h 1199364"/>
              <a:gd name="connsiteX1" fmla="*/ 332897 w 4294416"/>
              <a:gd name="connsiteY1" fmla="*/ 212360 h 1199364"/>
              <a:gd name="connsiteX2" fmla="*/ 625261 w 4294416"/>
              <a:gd name="connsiteY2" fmla="*/ 245345 h 1199364"/>
              <a:gd name="connsiteX3" fmla="*/ 703277 w 4294416"/>
              <a:gd name="connsiteY3" fmla="*/ 275364 h 1199364"/>
              <a:gd name="connsiteX4" fmla="*/ 769279 w 4294416"/>
              <a:gd name="connsiteY4" fmla="*/ 389381 h 1199364"/>
              <a:gd name="connsiteX5" fmla="*/ 825130 w 4294416"/>
              <a:gd name="connsiteY5" fmla="*/ 471632 h 1199364"/>
              <a:gd name="connsiteX6" fmla="*/ 960212 w 4294416"/>
              <a:gd name="connsiteY6" fmla="*/ 741795 h 1199364"/>
              <a:gd name="connsiteX7" fmla="*/ 1465903 w 4294416"/>
              <a:gd name="connsiteY7" fmla="*/ 880341 h 1199364"/>
              <a:gd name="connsiteX8" fmla="*/ 2536167 w 4294416"/>
              <a:gd name="connsiteY8" fmla="*/ 949614 h 1199364"/>
              <a:gd name="connsiteX9" fmla="*/ 2750912 w 4294416"/>
              <a:gd name="connsiteY9" fmla="*/ 946150 h 1199364"/>
              <a:gd name="connsiteX10" fmla="*/ 2879067 w 4294416"/>
              <a:gd name="connsiteY10" fmla="*/ 890732 h 1199364"/>
              <a:gd name="connsiteX11" fmla="*/ 2955267 w 4294416"/>
              <a:gd name="connsiteY11" fmla="*/ 630959 h 1199364"/>
              <a:gd name="connsiteX12" fmla="*/ 2951803 w 4294416"/>
              <a:gd name="connsiteY12" fmla="*/ 378114 h 1199364"/>
              <a:gd name="connsiteX13" fmla="*/ 3066103 w 4294416"/>
              <a:gd name="connsiteY13" fmla="*/ 59459 h 1199364"/>
              <a:gd name="connsiteX14" fmla="*/ 3790003 w 4294416"/>
              <a:gd name="connsiteY14" fmla="*/ 21359 h 1199364"/>
              <a:gd name="connsiteX15" fmla="*/ 3972426 w 4294416"/>
              <a:gd name="connsiteY15" fmla="*/ 89425 h 1199364"/>
              <a:gd name="connsiteX16" fmla="*/ 4024577 w 4294416"/>
              <a:gd name="connsiteY16" fmla="*/ 196314 h 1199364"/>
              <a:gd name="connsiteX17" fmla="*/ 4085149 w 4294416"/>
              <a:gd name="connsiteY17" fmla="*/ 391151 h 1199364"/>
              <a:gd name="connsiteX18" fmla="*/ 4264521 w 4294416"/>
              <a:gd name="connsiteY18" fmla="*/ 568614 h 1199364"/>
              <a:gd name="connsiteX19" fmla="*/ 4264521 w 4294416"/>
              <a:gd name="connsiteY19" fmla="*/ 724477 h 1199364"/>
              <a:gd name="connsiteX20" fmla="*/ 4257594 w 4294416"/>
              <a:gd name="connsiteY20" fmla="*/ 748723 h 1199364"/>
              <a:gd name="connsiteX21" fmla="*/ 4229885 w 4294416"/>
              <a:gd name="connsiteY21" fmla="*/ 804141 h 1199364"/>
              <a:gd name="connsiteX22" fmla="*/ 4143294 w 4294416"/>
              <a:gd name="connsiteY22" fmla="*/ 845704 h 1199364"/>
              <a:gd name="connsiteX23" fmla="*/ 3938405 w 4294416"/>
              <a:gd name="connsiteY23" fmla="*/ 965474 h 1199364"/>
              <a:gd name="connsiteX24" fmla="*/ 3506357 w 4294416"/>
              <a:gd name="connsiteY24" fmla="*/ 1109490 h 1199364"/>
              <a:gd name="connsiteX25" fmla="*/ 2786277 w 4294416"/>
              <a:gd name="connsiteY25" fmla="*/ 1181498 h 1199364"/>
              <a:gd name="connsiteX26" fmla="*/ 1922182 w 4294416"/>
              <a:gd name="connsiteY26" fmla="*/ 1181498 h 1199364"/>
              <a:gd name="connsiteX27" fmla="*/ 1130094 w 4294416"/>
              <a:gd name="connsiteY27" fmla="*/ 1109490 h 1199364"/>
              <a:gd name="connsiteX28" fmla="*/ 554030 w 4294416"/>
              <a:gd name="connsiteY28" fmla="*/ 965474 h 1199364"/>
              <a:gd name="connsiteX29" fmla="*/ 338005 w 4294416"/>
              <a:gd name="connsiteY29" fmla="*/ 893466 h 1199364"/>
              <a:gd name="connsiteX30" fmla="*/ 52740 w 4294416"/>
              <a:gd name="connsiteY30" fmla="*/ 707159 h 1199364"/>
              <a:gd name="connsiteX31" fmla="*/ 21567 w 4294416"/>
              <a:gd name="connsiteY31" fmla="*/ 447386 h 1199364"/>
              <a:gd name="connsiteX32" fmla="*/ 134201 w 4294416"/>
              <a:gd name="connsiteY32" fmla="*/ 271384 h 1199364"/>
              <a:gd name="connsiteX0" fmla="*/ 134201 w 4301068"/>
              <a:gd name="connsiteY0" fmla="*/ 271384 h 1199364"/>
              <a:gd name="connsiteX1" fmla="*/ 332897 w 4301068"/>
              <a:gd name="connsiteY1" fmla="*/ 212360 h 1199364"/>
              <a:gd name="connsiteX2" fmla="*/ 625261 w 4301068"/>
              <a:gd name="connsiteY2" fmla="*/ 245345 h 1199364"/>
              <a:gd name="connsiteX3" fmla="*/ 703277 w 4301068"/>
              <a:gd name="connsiteY3" fmla="*/ 275364 h 1199364"/>
              <a:gd name="connsiteX4" fmla="*/ 769279 w 4301068"/>
              <a:gd name="connsiteY4" fmla="*/ 389381 h 1199364"/>
              <a:gd name="connsiteX5" fmla="*/ 825130 w 4301068"/>
              <a:gd name="connsiteY5" fmla="*/ 471632 h 1199364"/>
              <a:gd name="connsiteX6" fmla="*/ 960212 w 4301068"/>
              <a:gd name="connsiteY6" fmla="*/ 741795 h 1199364"/>
              <a:gd name="connsiteX7" fmla="*/ 1465903 w 4301068"/>
              <a:gd name="connsiteY7" fmla="*/ 880341 h 1199364"/>
              <a:gd name="connsiteX8" fmla="*/ 2536167 w 4301068"/>
              <a:gd name="connsiteY8" fmla="*/ 949614 h 1199364"/>
              <a:gd name="connsiteX9" fmla="*/ 2750912 w 4301068"/>
              <a:gd name="connsiteY9" fmla="*/ 946150 h 1199364"/>
              <a:gd name="connsiteX10" fmla="*/ 2879067 w 4301068"/>
              <a:gd name="connsiteY10" fmla="*/ 890732 h 1199364"/>
              <a:gd name="connsiteX11" fmla="*/ 2955267 w 4301068"/>
              <a:gd name="connsiteY11" fmla="*/ 630959 h 1199364"/>
              <a:gd name="connsiteX12" fmla="*/ 2951803 w 4301068"/>
              <a:gd name="connsiteY12" fmla="*/ 378114 h 1199364"/>
              <a:gd name="connsiteX13" fmla="*/ 3066103 w 4301068"/>
              <a:gd name="connsiteY13" fmla="*/ 59459 h 1199364"/>
              <a:gd name="connsiteX14" fmla="*/ 3790003 w 4301068"/>
              <a:gd name="connsiteY14" fmla="*/ 21359 h 1199364"/>
              <a:gd name="connsiteX15" fmla="*/ 3972426 w 4301068"/>
              <a:gd name="connsiteY15" fmla="*/ 89425 h 1199364"/>
              <a:gd name="connsiteX16" fmla="*/ 4024577 w 4301068"/>
              <a:gd name="connsiteY16" fmla="*/ 196314 h 1199364"/>
              <a:gd name="connsiteX17" fmla="*/ 4085149 w 4301068"/>
              <a:gd name="connsiteY17" fmla="*/ 391151 h 1199364"/>
              <a:gd name="connsiteX18" fmla="*/ 4264521 w 4301068"/>
              <a:gd name="connsiteY18" fmla="*/ 568614 h 1199364"/>
              <a:gd name="connsiteX19" fmla="*/ 4264521 w 4301068"/>
              <a:gd name="connsiteY19" fmla="*/ 724477 h 1199364"/>
              <a:gd name="connsiteX20" fmla="*/ 4045242 w 4301068"/>
              <a:gd name="connsiteY20" fmla="*/ 670664 h 1199364"/>
              <a:gd name="connsiteX21" fmla="*/ 4229885 w 4301068"/>
              <a:gd name="connsiteY21" fmla="*/ 804141 h 1199364"/>
              <a:gd name="connsiteX22" fmla="*/ 4143294 w 4301068"/>
              <a:gd name="connsiteY22" fmla="*/ 845704 h 1199364"/>
              <a:gd name="connsiteX23" fmla="*/ 3938405 w 4301068"/>
              <a:gd name="connsiteY23" fmla="*/ 965474 h 1199364"/>
              <a:gd name="connsiteX24" fmla="*/ 3506357 w 4301068"/>
              <a:gd name="connsiteY24" fmla="*/ 1109490 h 1199364"/>
              <a:gd name="connsiteX25" fmla="*/ 2786277 w 4301068"/>
              <a:gd name="connsiteY25" fmla="*/ 1181498 h 1199364"/>
              <a:gd name="connsiteX26" fmla="*/ 1922182 w 4301068"/>
              <a:gd name="connsiteY26" fmla="*/ 1181498 h 1199364"/>
              <a:gd name="connsiteX27" fmla="*/ 1130094 w 4301068"/>
              <a:gd name="connsiteY27" fmla="*/ 1109490 h 1199364"/>
              <a:gd name="connsiteX28" fmla="*/ 554030 w 4301068"/>
              <a:gd name="connsiteY28" fmla="*/ 965474 h 1199364"/>
              <a:gd name="connsiteX29" fmla="*/ 338005 w 4301068"/>
              <a:gd name="connsiteY29" fmla="*/ 893466 h 1199364"/>
              <a:gd name="connsiteX30" fmla="*/ 52740 w 4301068"/>
              <a:gd name="connsiteY30" fmla="*/ 707159 h 1199364"/>
              <a:gd name="connsiteX31" fmla="*/ 21567 w 4301068"/>
              <a:gd name="connsiteY31" fmla="*/ 447386 h 1199364"/>
              <a:gd name="connsiteX32" fmla="*/ 134201 w 4301068"/>
              <a:gd name="connsiteY32" fmla="*/ 271384 h 1199364"/>
              <a:gd name="connsiteX0" fmla="*/ 134201 w 4277232"/>
              <a:gd name="connsiteY0" fmla="*/ 271384 h 1199364"/>
              <a:gd name="connsiteX1" fmla="*/ 332897 w 4277232"/>
              <a:gd name="connsiteY1" fmla="*/ 212360 h 1199364"/>
              <a:gd name="connsiteX2" fmla="*/ 625261 w 4277232"/>
              <a:gd name="connsiteY2" fmla="*/ 245345 h 1199364"/>
              <a:gd name="connsiteX3" fmla="*/ 703277 w 4277232"/>
              <a:gd name="connsiteY3" fmla="*/ 275364 h 1199364"/>
              <a:gd name="connsiteX4" fmla="*/ 769279 w 4277232"/>
              <a:gd name="connsiteY4" fmla="*/ 389381 h 1199364"/>
              <a:gd name="connsiteX5" fmla="*/ 825130 w 4277232"/>
              <a:gd name="connsiteY5" fmla="*/ 471632 h 1199364"/>
              <a:gd name="connsiteX6" fmla="*/ 960212 w 4277232"/>
              <a:gd name="connsiteY6" fmla="*/ 741795 h 1199364"/>
              <a:gd name="connsiteX7" fmla="*/ 1465903 w 4277232"/>
              <a:gd name="connsiteY7" fmla="*/ 880341 h 1199364"/>
              <a:gd name="connsiteX8" fmla="*/ 2536167 w 4277232"/>
              <a:gd name="connsiteY8" fmla="*/ 949614 h 1199364"/>
              <a:gd name="connsiteX9" fmla="*/ 2750912 w 4277232"/>
              <a:gd name="connsiteY9" fmla="*/ 946150 h 1199364"/>
              <a:gd name="connsiteX10" fmla="*/ 2879067 w 4277232"/>
              <a:gd name="connsiteY10" fmla="*/ 890732 h 1199364"/>
              <a:gd name="connsiteX11" fmla="*/ 2955267 w 4277232"/>
              <a:gd name="connsiteY11" fmla="*/ 630959 h 1199364"/>
              <a:gd name="connsiteX12" fmla="*/ 2951803 w 4277232"/>
              <a:gd name="connsiteY12" fmla="*/ 378114 h 1199364"/>
              <a:gd name="connsiteX13" fmla="*/ 3066103 w 4277232"/>
              <a:gd name="connsiteY13" fmla="*/ 59459 h 1199364"/>
              <a:gd name="connsiteX14" fmla="*/ 3790003 w 4277232"/>
              <a:gd name="connsiteY14" fmla="*/ 21359 h 1199364"/>
              <a:gd name="connsiteX15" fmla="*/ 3972426 w 4277232"/>
              <a:gd name="connsiteY15" fmla="*/ 89425 h 1199364"/>
              <a:gd name="connsiteX16" fmla="*/ 4024577 w 4277232"/>
              <a:gd name="connsiteY16" fmla="*/ 196314 h 1199364"/>
              <a:gd name="connsiteX17" fmla="*/ 4085149 w 4277232"/>
              <a:gd name="connsiteY17" fmla="*/ 391151 h 1199364"/>
              <a:gd name="connsiteX18" fmla="*/ 4121509 w 4277232"/>
              <a:gd name="connsiteY18" fmla="*/ 542595 h 1199364"/>
              <a:gd name="connsiteX19" fmla="*/ 4264521 w 4277232"/>
              <a:gd name="connsiteY19" fmla="*/ 724477 h 1199364"/>
              <a:gd name="connsiteX20" fmla="*/ 4045242 w 4277232"/>
              <a:gd name="connsiteY20" fmla="*/ 670664 h 1199364"/>
              <a:gd name="connsiteX21" fmla="*/ 4229885 w 4277232"/>
              <a:gd name="connsiteY21" fmla="*/ 804141 h 1199364"/>
              <a:gd name="connsiteX22" fmla="*/ 4143294 w 4277232"/>
              <a:gd name="connsiteY22" fmla="*/ 845704 h 1199364"/>
              <a:gd name="connsiteX23" fmla="*/ 3938405 w 4277232"/>
              <a:gd name="connsiteY23" fmla="*/ 965474 h 1199364"/>
              <a:gd name="connsiteX24" fmla="*/ 3506357 w 4277232"/>
              <a:gd name="connsiteY24" fmla="*/ 1109490 h 1199364"/>
              <a:gd name="connsiteX25" fmla="*/ 2786277 w 4277232"/>
              <a:gd name="connsiteY25" fmla="*/ 1181498 h 1199364"/>
              <a:gd name="connsiteX26" fmla="*/ 1922182 w 4277232"/>
              <a:gd name="connsiteY26" fmla="*/ 1181498 h 1199364"/>
              <a:gd name="connsiteX27" fmla="*/ 1130094 w 4277232"/>
              <a:gd name="connsiteY27" fmla="*/ 1109490 h 1199364"/>
              <a:gd name="connsiteX28" fmla="*/ 554030 w 4277232"/>
              <a:gd name="connsiteY28" fmla="*/ 965474 h 1199364"/>
              <a:gd name="connsiteX29" fmla="*/ 338005 w 4277232"/>
              <a:gd name="connsiteY29" fmla="*/ 893466 h 1199364"/>
              <a:gd name="connsiteX30" fmla="*/ 52740 w 4277232"/>
              <a:gd name="connsiteY30" fmla="*/ 707159 h 1199364"/>
              <a:gd name="connsiteX31" fmla="*/ 21567 w 4277232"/>
              <a:gd name="connsiteY31" fmla="*/ 447386 h 1199364"/>
              <a:gd name="connsiteX32" fmla="*/ 134201 w 4277232"/>
              <a:gd name="connsiteY32" fmla="*/ 271384 h 1199364"/>
              <a:gd name="connsiteX0" fmla="*/ 134201 w 4246227"/>
              <a:gd name="connsiteY0" fmla="*/ 271384 h 1199364"/>
              <a:gd name="connsiteX1" fmla="*/ 332897 w 4246227"/>
              <a:gd name="connsiteY1" fmla="*/ 212360 h 1199364"/>
              <a:gd name="connsiteX2" fmla="*/ 625261 w 4246227"/>
              <a:gd name="connsiteY2" fmla="*/ 245345 h 1199364"/>
              <a:gd name="connsiteX3" fmla="*/ 703277 w 4246227"/>
              <a:gd name="connsiteY3" fmla="*/ 275364 h 1199364"/>
              <a:gd name="connsiteX4" fmla="*/ 769279 w 4246227"/>
              <a:gd name="connsiteY4" fmla="*/ 389381 h 1199364"/>
              <a:gd name="connsiteX5" fmla="*/ 825130 w 4246227"/>
              <a:gd name="connsiteY5" fmla="*/ 471632 h 1199364"/>
              <a:gd name="connsiteX6" fmla="*/ 960212 w 4246227"/>
              <a:gd name="connsiteY6" fmla="*/ 741795 h 1199364"/>
              <a:gd name="connsiteX7" fmla="*/ 1465903 w 4246227"/>
              <a:gd name="connsiteY7" fmla="*/ 880341 h 1199364"/>
              <a:gd name="connsiteX8" fmla="*/ 2536167 w 4246227"/>
              <a:gd name="connsiteY8" fmla="*/ 949614 h 1199364"/>
              <a:gd name="connsiteX9" fmla="*/ 2750912 w 4246227"/>
              <a:gd name="connsiteY9" fmla="*/ 946150 h 1199364"/>
              <a:gd name="connsiteX10" fmla="*/ 2879067 w 4246227"/>
              <a:gd name="connsiteY10" fmla="*/ 890732 h 1199364"/>
              <a:gd name="connsiteX11" fmla="*/ 2955267 w 4246227"/>
              <a:gd name="connsiteY11" fmla="*/ 630959 h 1199364"/>
              <a:gd name="connsiteX12" fmla="*/ 2951803 w 4246227"/>
              <a:gd name="connsiteY12" fmla="*/ 378114 h 1199364"/>
              <a:gd name="connsiteX13" fmla="*/ 3066103 w 4246227"/>
              <a:gd name="connsiteY13" fmla="*/ 59459 h 1199364"/>
              <a:gd name="connsiteX14" fmla="*/ 3790003 w 4246227"/>
              <a:gd name="connsiteY14" fmla="*/ 21359 h 1199364"/>
              <a:gd name="connsiteX15" fmla="*/ 3972426 w 4246227"/>
              <a:gd name="connsiteY15" fmla="*/ 89425 h 1199364"/>
              <a:gd name="connsiteX16" fmla="*/ 4024577 w 4246227"/>
              <a:gd name="connsiteY16" fmla="*/ 196314 h 1199364"/>
              <a:gd name="connsiteX17" fmla="*/ 4085149 w 4246227"/>
              <a:gd name="connsiteY17" fmla="*/ 391151 h 1199364"/>
              <a:gd name="connsiteX18" fmla="*/ 4121509 w 4246227"/>
              <a:gd name="connsiteY18" fmla="*/ 542595 h 1199364"/>
              <a:gd name="connsiteX19" fmla="*/ 4045242 w 4246227"/>
              <a:gd name="connsiteY19" fmla="*/ 670664 h 1199364"/>
              <a:gd name="connsiteX20" fmla="*/ 4229885 w 4246227"/>
              <a:gd name="connsiteY20" fmla="*/ 804141 h 1199364"/>
              <a:gd name="connsiteX21" fmla="*/ 4143294 w 4246227"/>
              <a:gd name="connsiteY21" fmla="*/ 845704 h 1199364"/>
              <a:gd name="connsiteX22" fmla="*/ 3938405 w 4246227"/>
              <a:gd name="connsiteY22" fmla="*/ 965474 h 1199364"/>
              <a:gd name="connsiteX23" fmla="*/ 3506357 w 4246227"/>
              <a:gd name="connsiteY23" fmla="*/ 1109490 h 1199364"/>
              <a:gd name="connsiteX24" fmla="*/ 2786277 w 4246227"/>
              <a:gd name="connsiteY24" fmla="*/ 1181498 h 1199364"/>
              <a:gd name="connsiteX25" fmla="*/ 1922182 w 4246227"/>
              <a:gd name="connsiteY25" fmla="*/ 1181498 h 1199364"/>
              <a:gd name="connsiteX26" fmla="*/ 1130094 w 4246227"/>
              <a:gd name="connsiteY26" fmla="*/ 1109490 h 1199364"/>
              <a:gd name="connsiteX27" fmla="*/ 554030 w 4246227"/>
              <a:gd name="connsiteY27" fmla="*/ 965474 h 1199364"/>
              <a:gd name="connsiteX28" fmla="*/ 338005 w 4246227"/>
              <a:gd name="connsiteY28" fmla="*/ 893466 h 1199364"/>
              <a:gd name="connsiteX29" fmla="*/ 52740 w 4246227"/>
              <a:gd name="connsiteY29" fmla="*/ 707159 h 1199364"/>
              <a:gd name="connsiteX30" fmla="*/ 21567 w 4246227"/>
              <a:gd name="connsiteY30" fmla="*/ 447386 h 1199364"/>
              <a:gd name="connsiteX31" fmla="*/ 134201 w 4246227"/>
              <a:gd name="connsiteY31" fmla="*/ 271384 h 1199364"/>
              <a:gd name="connsiteX0" fmla="*/ 134201 w 4161100"/>
              <a:gd name="connsiteY0" fmla="*/ 271384 h 1199364"/>
              <a:gd name="connsiteX1" fmla="*/ 332897 w 4161100"/>
              <a:gd name="connsiteY1" fmla="*/ 212360 h 1199364"/>
              <a:gd name="connsiteX2" fmla="*/ 625261 w 4161100"/>
              <a:gd name="connsiteY2" fmla="*/ 245345 h 1199364"/>
              <a:gd name="connsiteX3" fmla="*/ 703277 w 4161100"/>
              <a:gd name="connsiteY3" fmla="*/ 275364 h 1199364"/>
              <a:gd name="connsiteX4" fmla="*/ 769279 w 4161100"/>
              <a:gd name="connsiteY4" fmla="*/ 389381 h 1199364"/>
              <a:gd name="connsiteX5" fmla="*/ 825130 w 4161100"/>
              <a:gd name="connsiteY5" fmla="*/ 471632 h 1199364"/>
              <a:gd name="connsiteX6" fmla="*/ 960212 w 4161100"/>
              <a:gd name="connsiteY6" fmla="*/ 741795 h 1199364"/>
              <a:gd name="connsiteX7" fmla="*/ 1465903 w 4161100"/>
              <a:gd name="connsiteY7" fmla="*/ 880341 h 1199364"/>
              <a:gd name="connsiteX8" fmla="*/ 2536167 w 4161100"/>
              <a:gd name="connsiteY8" fmla="*/ 949614 h 1199364"/>
              <a:gd name="connsiteX9" fmla="*/ 2750912 w 4161100"/>
              <a:gd name="connsiteY9" fmla="*/ 946150 h 1199364"/>
              <a:gd name="connsiteX10" fmla="*/ 2879067 w 4161100"/>
              <a:gd name="connsiteY10" fmla="*/ 890732 h 1199364"/>
              <a:gd name="connsiteX11" fmla="*/ 2955267 w 4161100"/>
              <a:gd name="connsiteY11" fmla="*/ 630959 h 1199364"/>
              <a:gd name="connsiteX12" fmla="*/ 2951803 w 4161100"/>
              <a:gd name="connsiteY12" fmla="*/ 378114 h 1199364"/>
              <a:gd name="connsiteX13" fmla="*/ 3066103 w 4161100"/>
              <a:gd name="connsiteY13" fmla="*/ 59459 h 1199364"/>
              <a:gd name="connsiteX14" fmla="*/ 3790003 w 4161100"/>
              <a:gd name="connsiteY14" fmla="*/ 21359 h 1199364"/>
              <a:gd name="connsiteX15" fmla="*/ 3972426 w 4161100"/>
              <a:gd name="connsiteY15" fmla="*/ 89425 h 1199364"/>
              <a:gd name="connsiteX16" fmla="*/ 4024577 w 4161100"/>
              <a:gd name="connsiteY16" fmla="*/ 196314 h 1199364"/>
              <a:gd name="connsiteX17" fmla="*/ 4085149 w 4161100"/>
              <a:gd name="connsiteY17" fmla="*/ 391151 h 1199364"/>
              <a:gd name="connsiteX18" fmla="*/ 4121509 w 4161100"/>
              <a:gd name="connsiteY18" fmla="*/ 542595 h 1199364"/>
              <a:gd name="connsiteX19" fmla="*/ 4045242 w 4161100"/>
              <a:gd name="connsiteY19" fmla="*/ 670664 h 1199364"/>
              <a:gd name="connsiteX20" fmla="*/ 4143294 w 4161100"/>
              <a:gd name="connsiteY20" fmla="*/ 845704 h 1199364"/>
              <a:gd name="connsiteX21" fmla="*/ 3938405 w 4161100"/>
              <a:gd name="connsiteY21" fmla="*/ 965474 h 1199364"/>
              <a:gd name="connsiteX22" fmla="*/ 3506357 w 4161100"/>
              <a:gd name="connsiteY22" fmla="*/ 1109490 h 1199364"/>
              <a:gd name="connsiteX23" fmla="*/ 2786277 w 4161100"/>
              <a:gd name="connsiteY23" fmla="*/ 1181498 h 1199364"/>
              <a:gd name="connsiteX24" fmla="*/ 1922182 w 4161100"/>
              <a:gd name="connsiteY24" fmla="*/ 1181498 h 1199364"/>
              <a:gd name="connsiteX25" fmla="*/ 1130094 w 4161100"/>
              <a:gd name="connsiteY25" fmla="*/ 1109490 h 1199364"/>
              <a:gd name="connsiteX26" fmla="*/ 554030 w 4161100"/>
              <a:gd name="connsiteY26" fmla="*/ 965474 h 1199364"/>
              <a:gd name="connsiteX27" fmla="*/ 338005 w 4161100"/>
              <a:gd name="connsiteY27" fmla="*/ 893466 h 1199364"/>
              <a:gd name="connsiteX28" fmla="*/ 52740 w 4161100"/>
              <a:gd name="connsiteY28" fmla="*/ 707159 h 1199364"/>
              <a:gd name="connsiteX29" fmla="*/ 21567 w 4161100"/>
              <a:gd name="connsiteY29" fmla="*/ 447386 h 1199364"/>
              <a:gd name="connsiteX30" fmla="*/ 134201 w 4161100"/>
              <a:gd name="connsiteY30" fmla="*/ 271384 h 1199364"/>
              <a:gd name="connsiteX0" fmla="*/ 134201 w 4128160"/>
              <a:gd name="connsiteY0" fmla="*/ 271384 h 1199364"/>
              <a:gd name="connsiteX1" fmla="*/ 332897 w 4128160"/>
              <a:gd name="connsiteY1" fmla="*/ 212360 h 1199364"/>
              <a:gd name="connsiteX2" fmla="*/ 625261 w 4128160"/>
              <a:gd name="connsiteY2" fmla="*/ 245345 h 1199364"/>
              <a:gd name="connsiteX3" fmla="*/ 703277 w 4128160"/>
              <a:gd name="connsiteY3" fmla="*/ 275364 h 1199364"/>
              <a:gd name="connsiteX4" fmla="*/ 769279 w 4128160"/>
              <a:gd name="connsiteY4" fmla="*/ 389381 h 1199364"/>
              <a:gd name="connsiteX5" fmla="*/ 825130 w 4128160"/>
              <a:gd name="connsiteY5" fmla="*/ 471632 h 1199364"/>
              <a:gd name="connsiteX6" fmla="*/ 960212 w 4128160"/>
              <a:gd name="connsiteY6" fmla="*/ 741795 h 1199364"/>
              <a:gd name="connsiteX7" fmla="*/ 1465903 w 4128160"/>
              <a:gd name="connsiteY7" fmla="*/ 880341 h 1199364"/>
              <a:gd name="connsiteX8" fmla="*/ 2536167 w 4128160"/>
              <a:gd name="connsiteY8" fmla="*/ 949614 h 1199364"/>
              <a:gd name="connsiteX9" fmla="*/ 2750912 w 4128160"/>
              <a:gd name="connsiteY9" fmla="*/ 946150 h 1199364"/>
              <a:gd name="connsiteX10" fmla="*/ 2879067 w 4128160"/>
              <a:gd name="connsiteY10" fmla="*/ 890732 h 1199364"/>
              <a:gd name="connsiteX11" fmla="*/ 2955267 w 4128160"/>
              <a:gd name="connsiteY11" fmla="*/ 630959 h 1199364"/>
              <a:gd name="connsiteX12" fmla="*/ 2951803 w 4128160"/>
              <a:gd name="connsiteY12" fmla="*/ 378114 h 1199364"/>
              <a:gd name="connsiteX13" fmla="*/ 3066103 w 4128160"/>
              <a:gd name="connsiteY13" fmla="*/ 59459 h 1199364"/>
              <a:gd name="connsiteX14" fmla="*/ 3790003 w 4128160"/>
              <a:gd name="connsiteY14" fmla="*/ 21359 h 1199364"/>
              <a:gd name="connsiteX15" fmla="*/ 3972426 w 4128160"/>
              <a:gd name="connsiteY15" fmla="*/ 89425 h 1199364"/>
              <a:gd name="connsiteX16" fmla="*/ 4024577 w 4128160"/>
              <a:gd name="connsiteY16" fmla="*/ 196314 h 1199364"/>
              <a:gd name="connsiteX17" fmla="*/ 4085149 w 4128160"/>
              <a:gd name="connsiteY17" fmla="*/ 391151 h 1199364"/>
              <a:gd name="connsiteX18" fmla="*/ 4121509 w 4128160"/>
              <a:gd name="connsiteY18" fmla="*/ 542595 h 1199364"/>
              <a:gd name="connsiteX19" fmla="*/ 4045242 w 4128160"/>
              <a:gd name="connsiteY19" fmla="*/ 670664 h 1199364"/>
              <a:gd name="connsiteX20" fmla="*/ 3938405 w 4128160"/>
              <a:gd name="connsiteY20" fmla="*/ 965474 h 1199364"/>
              <a:gd name="connsiteX21" fmla="*/ 3506357 w 4128160"/>
              <a:gd name="connsiteY21" fmla="*/ 1109490 h 1199364"/>
              <a:gd name="connsiteX22" fmla="*/ 2786277 w 4128160"/>
              <a:gd name="connsiteY22" fmla="*/ 1181498 h 1199364"/>
              <a:gd name="connsiteX23" fmla="*/ 1922182 w 4128160"/>
              <a:gd name="connsiteY23" fmla="*/ 1181498 h 1199364"/>
              <a:gd name="connsiteX24" fmla="*/ 1130094 w 4128160"/>
              <a:gd name="connsiteY24" fmla="*/ 1109490 h 1199364"/>
              <a:gd name="connsiteX25" fmla="*/ 554030 w 4128160"/>
              <a:gd name="connsiteY25" fmla="*/ 965474 h 1199364"/>
              <a:gd name="connsiteX26" fmla="*/ 338005 w 4128160"/>
              <a:gd name="connsiteY26" fmla="*/ 893466 h 1199364"/>
              <a:gd name="connsiteX27" fmla="*/ 52740 w 4128160"/>
              <a:gd name="connsiteY27" fmla="*/ 707159 h 1199364"/>
              <a:gd name="connsiteX28" fmla="*/ 21567 w 4128160"/>
              <a:gd name="connsiteY28" fmla="*/ 447386 h 1199364"/>
              <a:gd name="connsiteX29" fmla="*/ 134201 w 4128160"/>
              <a:gd name="connsiteY29" fmla="*/ 271384 h 1199364"/>
              <a:gd name="connsiteX0" fmla="*/ 134201 w 4088593"/>
              <a:gd name="connsiteY0" fmla="*/ 271384 h 1199364"/>
              <a:gd name="connsiteX1" fmla="*/ 332897 w 4088593"/>
              <a:gd name="connsiteY1" fmla="*/ 212360 h 1199364"/>
              <a:gd name="connsiteX2" fmla="*/ 625261 w 4088593"/>
              <a:gd name="connsiteY2" fmla="*/ 245345 h 1199364"/>
              <a:gd name="connsiteX3" fmla="*/ 703277 w 4088593"/>
              <a:gd name="connsiteY3" fmla="*/ 275364 h 1199364"/>
              <a:gd name="connsiteX4" fmla="*/ 769279 w 4088593"/>
              <a:gd name="connsiteY4" fmla="*/ 389381 h 1199364"/>
              <a:gd name="connsiteX5" fmla="*/ 825130 w 4088593"/>
              <a:gd name="connsiteY5" fmla="*/ 471632 h 1199364"/>
              <a:gd name="connsiteX6" fmla="*/ 960212 w 4088593"/>
              <a:gd name="connsiteY6" fmla="*/ 741795 h 1199364"/>
              <a:gd name="connsiteX7" fmla="*/ 1465903 w 4088593"/>
              <a:gd name="connsiteY7" fmla="*/ 880341 h 1199364"/>
              <a:gd name="connsiteX8" fmla="*/ 2536167 w 4088593"/>
              <a:gd name="connsiteY8" fmla="*/ 949614 h 1199364"/>
              <a:gd name="connsiteX9" fmla="*/ 2750912 w 4088593"/>
              <a:gd name="connsiteY9" fmla="*/ 946150 h 1199364"/>
              <a:gd name="connsiteX10" fmla="*/ 2879067 w 4088593"/>
              <a:gd name="connsiteY10" fmla="*/ 890732 h 1199364"/>
              <a:gd name="connsiteX11" fmla="*/ 2955267 w 4088593"/>
              <a:gd name="connsiteY11" fmla="*/ 630959 h 1199364"/>
              <a:gd name="connsiteX12" fmla="*/ 2951803 w 4088593"/>
              <a:gd name="connsiteY12" fmla="*/ 378114 h 1199364"/>
              <a:gd name="connsiteX13" fmla="*/ 3066103 w 4088593"/>
              <a:gd name="connsiteY13" fmla="*/ 59459 h 1199364"/>
              <a:gd name="connsiteX14" fmla="*/ 3790003 w 4088593"/>
              <a:gd name="connsiteY14" fmla="*/ 21359 h 1199364"/>
              <a:gd name="connsiteX15" fmla="*/ 3972426 w 4088593"/>
              <a:gd name="connsiteY15" fmla="*/ 89425 h 1199364"/>
              <a:gd name="connsiteX16" fmla="*/ 4024577 w 4088593"/>
              <a:gd name="connsiteY16" fmla="*/ 196314 h 1199364"/>
              <a:gd name="connsiteX17" fmla="*/ 4085149 w 4088593"/>
              <a:gd name="connsiteY17" fmla="*/ 391151 h 1199364"/>
              <a:gd name="connsiteX18" fmla="*/ 4045242 w 4088593"/>
              <a:gd name="connsiteY18" fmla="*/ 670664 h 1199364"/>
              <a:gd name="connsiteX19" fmla="*/ 3938405 w 4088593"/>
              <a:gd name="connsiteY19" fmla="*/ 965474 h 1199364"/>
              <a:gd name="connsiteX20" fmla="*/ 3506357 w 4088593"/>
              <a:gd name="connsiteY20" fmla="*/ 1109490 h 1199364"/>
              <a:gd name="connsiteX21" fmla="*/ 2786277 w 4088593"/>
              <a:gd name="connsiteY21" fmla="*/ 1181498 h 1199364"/>
              <a:gd name="connsiteX22" fmla="*/ 1922182 w 4088593"/>
              <a:gd name="connsiteY22" fmla="*/ 1181498 h 1199364"/>
              <a:gd name="connsiteX23" fmla="*/ 1130094 w 4088593"/>
              <a:gd name="connsiteY23" fmla="*/ 1109490 h 1199364"/>
              <a:gd name="connsiteX24" fmla="*/ 554030 w 4088593"/>
              <a:gd name="connsiteY24" fmla="*/ 965474 h 1199364"/>
              <a:gd name="connsiteX25" fmla="*/ 338005 w 4088593"/>
              <a:gd name="connsiteY25" fmla="*/ 893466 h 1199364"/>
              <a:gd name="connsiteX26" fmla="*/ 52740 w 4088593"/>
              <a:gd name="connsiteY26" fmla="*/ 707159 h 1199364"/>
              <a:gd name="connsiteX27" fmla="*/ 21567 w 4088593"/>
              <a:gd name="connsiteY27" fmla="*/ 447386 h 1199364"/>
              <a:gd name="connsiteX28" fmla="*/ 134201 w 4088593"/>
              <a:gd name="connsiteY28" fmla="*/ 271384 h 1199364"/>
              <a:gd name="connsiteX0" fmla="*/ 134201 w 4088593"/>
              <a:gd name="connsiteY0" fmla="*/ 271384 h 1199364"/>
              <a:gd name="connsiteX1" fmla="*/ 332897 w 4088593"/>
              <a:gd name="connsiteY1" fmla="*/ 212360 h 1199364"/>
              <a:gd name="connsiteX2" fmla="*/ 625261 w 4088593"/>
              <a:gd name="connsiteY2" fmla="*/ 245345 h 1199364"/>
              <a:gd name="connsiteX3" fmla="*/ 703277 w 4088593"/>
              <a:gd name="connsiteY3" fmla="*/ 275364 h 1199364"/>
              <a:gd name="connsiteX4" fmla="*/ 769279 w 4088593"/>
              <a:gd name="connsiteY4" fmla="*/ 389381 h 1199364"/>
              <a:gd name="connsiteX5" fmla="*/ 825130 w 4088593"/>
              <a:gd name="connsiteY5" fmla="*/ 471632 h 1199364"/>
              <a:gd name="connsiteX6" fmla="*/ 960212 w 4088593"/>
              <a:gd name="connsiteY6" fmla="*/ 741795 h 1199364"/>
              <a:gd name="connsiteX7" fmla="*/ 1465903 w 4088593"/>
              <a:gd name="connsiteY7" fmla="*/ 880341 h 1199364"/>
              <a:gd name="connsiteX8" fmla="*/ 2536167 w 4088593"/>
              <a:gd name="connsiteY8" fmla="*/ 949614 h 1199364"/>
              <a:gd name="connsiteX9" fmla="*/ 2750912 w 4088593"/>
              <a:gd name="connsiteY9" fmla="*/ 946150 h 1199364"/>
              <a:gd name="connsiteX10" fmla="*/ 2879067 w 4088593"/>
              <a:gd name="connsiteY10" fmla="*/ 890732 h 1199364"/>
              <a:gd name="connsiteX11" fmla="*/ 2955267 w 4088593"/>
              <a:gd name="connsiteY11" fmla="*/ 630959 h 1199364"/>
              <a:gd name="connsiteX12" fmla="*/ 2951803 w 4088593"/>
              <a:gd name="connsiteY12" fmla="*/ 378114 h 1199364"/>
              <a:gd name="connsiteX13" fmla="*/ 3066103 w 4088593"/>
              <a:gd name="connsiteY13" fmla="*/ 59459 h 1199364"/>
              <a:gd name="connsiteX14" fmla="*/ 3790003 w 4088593"/>
              <a:gd name="connsiteY14" fmla="*/ 21359 h 1199364"/>
              <a:gd name="connsiteX15" fmla="*/ 3946424 w 4088593"/>
              <a:gd name="connsiteY15" fmla="*/ 102433 h 1199364"/>
              <a:gd name="connsiteX16" fmla="*/ 4024577 w 4088593"/>
              <a:gd name="connsiteY16" fmla="*/ 196314 h 1199364"/>
              <a:gd name="connsiteX17" fmla="*/ 4085149 w 4088593"/>
              <a:gd name="connsiteY17" fmla="*/ 391151 h 1199364"/>
              <a:gd name="connsiteX18" fmla="*/ 4045242 w 4088593"/>
              <a:gd name="connsiteY18" fmla="*/ 670664 h 1199364"/>
              <a:gd name="connsiteX19" fmla="*/ 3938405 w 4088593"/>
              <a:gd name="connsiteY19" fmla="*/ 965474 h 1199364"/>
              <a:gd name="connsiteX20" fmla="*/ 3506357 w 4088593"/>
              <a:gd name="connsiteY20" fmla="*/ 1109490 h 1199364"/>
              <a:gd name="connsiteX21" fmla="*/ 2786277 w 4088593"/>
              <a:gd name="connsiteY21" fmla="*/ 1181498 h 1199364"/>
              <a:gd name="connsiteX22" fmla="*/ 1922182 w 4088593"/>
              <a:gd name="connsiteY22" fmla="*/ 1181498 h 1199364"/>
              <a:gd name="connsiteX23" fmla="*/ 1130094 w 4088593"/>
              <a:gd name="connsiteY23" fmla="*/ 1109490 h 1199364"/>
              <a:gd name="connsiteX24" fmla="*/ 554030 w 4088593"/>
              <a:gd name="connsiteY24" fmla="*/ 965474 h 1199364"/>
              <a:gd name="connsiteX25" fmla="*/ 338005 w 4088593"/>
              <a:gd name="connsiteY25" fmla="*/ 893466 h 1199364"/>
              <a:gd name="connsiteX26" fmla="*/ 52740 w 4088593"/>
              <a:gd name="connsiteY26" fmla="*/ 707159 h 1199364"/>
              <a:gd name="connsiteX27" fmla="*/ 21567 w 4088593"/>
              <a:gd name="connsiteY27" fmla="*/ 447386 h 1199364"/>
              <a:gd name="connsiteX28" fmla="*/ 134201 w 4088593"/>
              <a:gd name="connsiteY28" fmla="*/ 271384 h 1199364"/>
              <a:gd name="connsiteX0" fmla="*/ 134201 w 4088593"/>
              <a:gd name="connsiteY0" fmla="*/ 251916 h 1179896"/>
              <a:gd name="connsiteX1" fmla="*/ 332897 w 4088593"/>
              <a:gd name="connsiteY1" fmla="*/ 192892 h 1179896"/>
              <a:gd name="connsiteX2" fmla="*/ 625261 w 4088593"/>
              <a:gd name="connsiteY2" fmla="*/ 225877 h 1179896"/>
              <a:gd name="connsiteX3" fmla="*/ 703277 w 4088593"/>
              <a:gd name="connsiteY3" fmla="*/ 255896 h 1179896"/>
              <a:gd name="connsiteX4" fmla="*/ 769279 w 4088593"/>
              <a:gd name="connsiteY4" fmla="*/ 369913 h 1179896"/>
              <a:gd name="connsiteX5" fmla="*/ 825130 w 4088593"/>
              <a:gd name="connsiteY5" fmla="*/ 452164 h 1179896"/>
              <a:gd name="connsiteX6" fmla="*/ 960212 w 4088593"/>
              <a:gd name="connsiteY6" fmla="*/ 722327 h 1179896"/>
              <a:gd name="connsiteX7" fmla="*/ 1465903 w 4088593"/>
              <a:gd name="connsiteY7" fmla="*/ 860873 h 1179896"/>
              <a:gd name="connsiteX8" fmla="*/ 2536167 w 4088593"/>
              <a:gd name="connsiteY8" fmla="*/ 930146 h 1179896"/>
              <a:gd name="connsiteX9" fmla="*/ 2750912 w 4088593"/>
              <a:gd name="connsiteY9" fmla="*/ 926682 h 1179896"/>
              <a:gd name="connsiteX10" fmla="*/ 2879067 w 4088593"/>
              <a:gd name="connsiteY10" fmla="*/ 871264 h 1179896"/>
              <a:gd name="connsiteX11" fmla="*/ 2955267 w 4088593"/>
              <a:gd name="connsiteY11" fmla="*/ 611491 h 1179896"/>
              <a:gd name="connsiteX12" fmla="*/ 2951803 w 4088593"/>
              <a:gd name="connsiteY12" fmla="*/ 358646 h 1179896"/>
              <a:gd name="connsiteX13" fmla="*/ 3153435 w 4088593"/>
              <a:gd name="connsiteY13" fmla="*/ 94311 h 1179896"/>
              <a:gd name="connsiteX14" fmla="*/ 3790003 w 4088593"/>
              <a:gd name="connsiteY14" fmla="*/ 1891 h 1179896"/>
              <a:gd name="connsiteX15" fmla="*/ 3946424 w 4088593"/>
              <a:gd name="connsiteY15" fmla="*/ 82965 h 1179896"/>
              <a:gd name="connsiteX16" fmla="*/ 4024577 w 4088593"/>
              <a:gd name="connsiteY16" fmla="*/ 176846 h 1179896"/>
              <a:gd name="connsiteX17" fmla="*/ 4085149 w 4088593"/>
              <a:gd name="connsiteY17" fmla="*/ 371683 h 1179896"/>
              <a:gd name="connsiteX18" fmla="*/ 4045242 w 4088593"/>
              <a:gd name="connsiteY18" fmla="*/ 651196 h 1179896"/>
              <a:gd name="connsiteX19" fmla="*/ 3938405 w 4088593"/>
              <a:gd name="connsiteY19" fmla="*/ 946006 h 1179896"/>
              <a:gd name="connsiteX20" fmla="*/ 3506357 w 4088593"/>
              <a:gd name="connsiteY20" fmla="*/ 1090022 h 1179896"/>
              <a:gd name="connsiteX21" fmla="*/ 2786277 w 4088593"/>
              <a:gd name="connsiteY21" fmla="*/ 1162030 h 1179896"/>
              <a:gd name="connsiteX22" fmla="*/ 1922182 w 4088593"/>
              <a:gd name="connsiteY22" fmla="*/ 1162030 h 1179896"/>
              <a:gd name="connsiteX23" fmla="*/ 1130094 w 4088593"/>
              <a:gd name="connsiteY23" fmla="*/ 1090022 h 1179896"/>
              <a:gd name="connsiteX24" fmla="*/ 554030 w 4088593"/>
              <a:gd name="connsiteY24" fmla="*/ 946006 h 1179896"/>
              <a:gd name="connsiteX25" fmla="*/ 338005 w 4088593"/>
              <a:gd name="connsiteY25" fmla="*/ 873998 h 1179896"/>
              <a:gd name="connsiteX26" fmla="*/ 52740 w 4088593"/>
              <a:gd name="connsiteY26" fmla="*/ 687691 h 1179896"/>
              <a:gd name="connsiteX27" fmla="*/ 21567 w 4088593"/>
              <a:gd name="connsiteY27" fmla="*/ 427918 h 1179896"/>
              <a:gd name="connsiteX28" fmla="*/ 134201 w 4088593"/>
              <a:gd name="connsiteY28" fmla="*/ 251916 h 1179896"/>
              <a:gd name="connsiteX0" fmla="*/ 134201 w 4088593"/>
              <a:gd name="connsiteY0" fmla="*/ 251916 h 1179896"/>
              <a:gd name="connsiteX1" fmla="*/ 332897 w 4088593"/>
              <a:gd name="connsiteY1" fmla="*/ 192892 h 1179896"/>
              <a:gd name="connsiteX2" fmla="*/ 625261 w 4088593"/>
              <a:gd name="connsiteY2" fmla="*/ 225877 h 1179896"/>
              <a:gd name="connsiteX3" fmla="*/ 703277 w 4088593"/>
              <a:gd name="connsiteY3" fmla="*/ 255896 h 1179896"/>
              <a:gd name="connsiteX4" fmla="*/ 769279 w 4088593"/>
              <a:gd name="connsiteY4" fmla="*/ 369913 h 1179896"/>
              <a:gd name="connsiteX5" fmla="*/ 825130 w 4088593"/>
              <a:gd name="connsiteY5" fmla="*/ 452164 h 1179896"/>
              <a:gd name="connsiteX6" fmla="*/ 960212 w 4088593"/>
              <a:gd name="connsiteY6" fmla="*/ 722327 h 1179896"/>
              <a:gd name="connsiteX7" fmla="*/ 1465903 w 4088593"/>
              <a:gd name="connsiteY7" fmla="*/ 860873 h 1179896"/>
              <a:gd name="connsiteX8" fmla="*/ 2536167 w 4088593"/>
              <a:gd name="connsiteY8" fmla="*/ 930146 h 1179896"/>
              <a:gd name="connsiteX9" fmla="*/ 2750912 w 4088593"/>
              <a:gd name="connsiteY9" fmla="*/ 926682 h 1179896"/>
              <a:gd name="connsiteX10" fmla="*/ 2879067 w 4088593"/>
              <a:gd name="connsiteY10" fmla="*/ 871264 h 1179896"/>
              <a:gd name="connsiteX11" fmla="*/ 2955267 w 4088593"/>
              <a:gd name="connsiteY11" fmla="*/ 611491 h 1179896"/>
              <a:gd name="connsiteX12" fmla="*/ 2951803 w 4088593"/>
              <a:gd name="connsiteY12" fmla="*/ 358646 h 1179896"/>
              <a:gd name="connsiteX13" fmla="*/ 3153435 w 4088593"/>
              <a:gd name="connsiteY13" fmla="*/ 94311 h 1179896"/>
              <a:gd name="connsiteX14" fmla="*/ 3790003 w 4088593"/>
              <a:gd name="connsiteY14" fmla="*/ 1891 h 1179896"/>
              <a:gd name="connsiteX15" fmla="*/ 3946424 w 4088593"/>
              <a:gd name="connsiteY15" fmla="*/ 82965 h 1179896"/>
              <a:gd name="connsiteX16" fmla="*/ 4024577 w 4088593"/>
              <a:gd name="connsiteY16" fmla="*/ 176846 h 1179896"/>
              <a:gd name="connsiteX17" fmla="*/ 4085149 w 4088593"/>
              <a:gd name="connsiteY17" fmla="*/ 371683 h 1179896"/>
              <a:gd name="connsiteX18" fmla="*/ 4045242 w 4088593"/>
              <a:gd name="connsiteY18" fmla="*/ 651196 h 1179896"/>
              <a:gd name="connsiteX19" fmla="*/ 3908068 w 4088593"/>
              <a:gd name="connsiteY19" fmla="*/ 919987 h 1179896"/>
              <a:gd name="connsiteX20" fmla="*/ 3506357 w 4088593"/>
              <a:gd name="connsiteY20" fmla="*/ 1090022 h 1179896"/>
              <a:gd name="connsiteX21" fmla="*/ 2786277 w 4088593"/>
              <a:gd name="connsiteY21" fmla="*/ 1162030 h 1179896"/>
              <a:gd name="connsiteX22" fmla="*/ 1922182 w 4088593"/>
              <a:gd name="connsiteY22" fmla="*/ 1162030 h 1179896"/>
              <a:gd name="connsiteX23" fmla="*/ 1130094 w 4088593"/>
              <a:gd name="connsiteY23" fmla="*/ 1090022 h 1179896"/>
              <a:gd name="connsiteX24" fmla="*/ 554030 w 4088593"/>
              <a:gd name="connsiteY24" fmla="*/ 946006 h 1179896"/>
              <a:gd name="connsiteX25" fmla="*/ 338005 w 4088593"/>
              <a:gd name="connsiteY25" fmla="*/ 873998 h 1179896"/>
              <a:gd name="connsiteX26" fmla="*/ 52740 w 4088593"/>
              <a:gd name="connsiteY26" fmla="*/ 687691 h 1179896"/>
              <a:gd name="connsiteX27" fmla="*/ 21567 w 4088593"/>
              <a:gd name="connsiteY27" fmla="*/ 427918 h 1179896"/>
              <a:gd name="connsiteX28" fmla="*/ 134201 w 4088593"/>
              <a:gd name="connsiteY28" fmla="*/ 251916 h 1179896"/>
              <a:gd name="connsiteX0" fmla="*/ 134201 w 4088593"/>
              <a:gd name="connsiteY0" fmla="*/ 244607 h 1172587"/>
              <a:gd name="connsiteX1" fmla="*/ 332897 w 4088593"/>
              <a:gd name="connsiteY1" fmla="*/ 185583 h 1172587"/>
              <a:gd name="connsiteX2" fmla="*/ 625261 w 4088593"/>
              <a:gd name="connsiteY2" fmla="*/ 218568 h 1172587"/>
              <a:gd name="connsiteX3" fmla="*/ 703277 w 4088593"/>
              <a:gd name="connsiteY3" fmla="*/ 248587 h 1172587"/>
              <a:gd name="connsiteX4" fmla="*/ 769279 w 4088593"/>
              <a:gd name="connsiteY4" fmla="*/ 362604 h 1172587"/>
              <a:gd name="connsiteX5" fmla="*/ 825130 w 4088593"/>
              <a:gd name="connsiteY5" fmla="*/ 444855 h 1172587"/>
              <a:gd name="connsiteX6" fmla="*/ 960212 w 4088593"/>
              <a:gd name="connsiteY6" fmla="*/ 715018 h 1172587"/>
              <a:gd name="connsiteX7" fmla="*/ 1465903 w 4088593"/>
              <a:gd name="connsiteY7" fmla="*/ 853564 h 1172587"/>
              <a:gd name="connsiteX8" fmla="*/ 2536167 w 4088593"/>
              <a:gd name="connsiteY8" fmla="*/ 922837 h 1172587"/>
              <a:gd name="connsiteX9" fmla="*/ 2750912 w 4088593"/>
              <a:gd name="connsiteY9" fmla="*/ 919373 h 1172587"/>
              <a:gd name="connsiteX10" fmla="*/ 2879067 w 4088593"/>
              <a:gd name="connsiteY10" fmla="*/ 863955 h 1172587"/>
              <a:gd name="connsiteX11" fmla="*/ 2955267 w 4088593"/>
              <a:gd name="connsiteY11" fmla="*/ 604182 h 1172587"/>
              <a:gd name="connsiteX12" fmla="*/ 2951803 w 4088593"/>
              <a:gd name="connsiteY12" fmla="*/ 351337 h 1172587"/>
              <a:gd name="connsiteX13" fmla="*/ 3153435 w 4088593"/>
              <a:gd name="connsiteY13" fmla="*/ 87002 h 1172587"/>
              <a:gd name="connsiteX14" fmla="*/ 3721651 w 4088593"/>
              <a:gd name="connsiteY14" fmla="*/ 1891 h 1172587"/>
              <a:gd name="connsiteX15" fmla="*/ 3946424 w 4088593"/>
              <a:gd name="connsiteY15" fmla="*/ 75656 h 1172587"/>
              <a:gd name="connsiteX16" fmla="*/ 4024577 w 4088593"/>
              <a:gd name="connsiteY16" fmla="*/ 169537 h 1172587"/>
              <a:gd name="connsiteX17" fmla="*/ 4085149 w 4088593"/>
              <a:gd name="connsiteY17" fmla="*/ 364374 h 1172587"/>
              <a:gd name="connsiteX18" fmla="*/ 4045242 w 4088593"/>
              <a:gd name="connsiteY18" fmla="*/ 643887 h 1172587"/>
              <a:gd name="connsiteX19" fmla="*/ 3908068 w 4088593"/>
              <a:gd name="connsiteY19" fmla="*/ 912678 h 1172587"/>
              <a:gd name="connsiteX20" fmla="*/ 3506357 w 4088593"/>
              <a:gd name="connsiteY20" fmla="*/ 1082713 h 1172587"/>
              <a:gd name="connsiteX21" fmla="*/ 2786277 w 4088593"/>
              <a:gd name="connsiteY21" fmla="*/ 1154721 h 1172587"/>
              <a:gd name="connsiteX22" fmla="*/ 1922182 w 4088593"/>
              <a:gd name="connsiteY22" fmla="*/ 1154721 h 1172587"/>
              <a:gd name="connsiteX23" fmla="*/ 1130094 w 4088593"/>
              <a:gd name="connsiteY23" fmla="*/ 1082713 h 1172587"/>
              <a:gd name="connsiteX24" fmla="*/ 554030 w 4088593"/>
              <a:gd name="connsiteY24" fmla="*/ 938697 h 1172587"/>
              <a:gd name="connsiteX25" fmla="*/ 338005 w 4088593"/>
              <a:gd name="connsiteY25" fmla="*/ 866689 h 1172587"/>
              <a:gd name="connsiteX26" fmla="*/ 52740 w 4088593"/>
              <a:gd name="connsiteY26" fmla="*/ 680382 h 1172587"/>
              <a:gd name="connsiteX27" fmla="*/ 21567 w 4088593"/>
              <a:gd name="connsiteY27" fmla="*/ 420609 h 1172587"/>
              <a:gd name="connsiteX28" fmla="*/ 134201 w 4088593"/>
              <a:gd name="connsiteY28" fmla="*/ 244607 h 117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88593" h="1172587">
                <a:moveTo>
                  <a:pt x="134201" y="244607"/>
                </a:moveTo>
                <a:cubicBezTo>
                  <a:pt x="186089" y="205436"/>
                  <a:pt x="251054" y="189923"/>
                  <a:pt x="332897" y="185583"/>
                </a:cubicBezTo>
                <a:cubicBezTo>
                  <a:pt x="414740" y="181243"/>
                  <a:pt x="563531" y="208067"/>
                  <a:pt x="625261" y="218568"/>
                </a:cubicBezTo>
                <a:cubicBezTo>
                  <a:pt x="686991" y="229069"/>
                  <a:pt x="679274" y="224581"/>
                  <a:pt x="703277" y="248587"/>
                </a:cubicBezTo>
                <a:cubicBezTo>
                  <a:pt x="727280" y="272593"/>
                  <a:pt x="748970" y="329893"/>
                  <a:pt x="769279" y="362604"/>
                </a:cubicBezTo>
                <a:cubicBezTo>
                  <a:pt x="789588" y="395315"/>
                  <a:pt x="793308" y="386119"/>
                  <a:pt x="825130" y="444855"/>
                </a:cubicBezTo>
                <a:cubicBezTo>
                  <a:pt x="856952" y="503591"/>
                  <a:pt x="853417" y="646900"/>
                  <a:pt x="960212" y="715018"/>
                </a:cubicBezTo>
                <a:cubicBezTo>
                  <a:pt x="1067007" y="783136"/>
                  <a:pt x="1203244" y="818927"/>
                  <a:pt x="1465903" y="853564"/>
                </a:cubicBezTo>
                <a:cubicBezTo>
                  <a:pt x="1728562" y="888201"/>
                  <a:pt x="2321999" y="911869"/>
                  <a:pt x="2536167" y="922837"/>
                </a:cubicBezTo>
                <a:cubicBezTo>
                  <a:pt x="2750335" y="933805"/>
                  <a:pt x="2693762" y="929187"/>
                  <a:pt x="2750912" y="919373"/>
                </a:cubicBezTo>
                <a:cubicBezTo>
                  <a:pt x="2808062" y="909559"/>
                  <a:pt x="2845008" y="916487"/>
                  <a:pt x="2879067" y="863955"/>
                </a:cubicBezTo>
                <a:cubicBezTo>
                  <a:pt x="2913126" y="811423"/>
                  <a:pt x="2943144" y="689618"/>
                  <a:pt x="2955267" y="604182"/>
                </a:cubicBezTo>
                <a:cubicBezTo>
                  <a:pt x="2967390" y="518746"/>
                  <a:pt x="2918775" y="437534"/>
                  <a:pt x="2951803" y="351337"/>
                </a:cubicBezTo>
                <a:cubicBezTo>
                  <a:pt x="2984831" y="265140"/>
                  <a:pt x="3025127" y="145243"/>
                  <a:pt x="3153435" y="87002"/>
                </a:cubicBezTo>
                <a:cubicBezTo>
                  <a:pt x="3281743" y="28761"/>
                  <a:pt x="3589486" y="3782"/>
                  <a:pt x="3721651" y="1891"/>
                </a:cubicBezTo>
                <a:cubicBezTo>
                  <a:pt x="3853816" y="0"/>
                  <a:pt x="3895936" y="47715"/>
                  <a:pt x="3946424" y="75656"/>
                </a:cubicBezTo>
                <a:cubicBezTo>
                  <a:pt x="3996912" y="103597"/>
                  <a:pt x="4001456" y="121417"/>
                  <a:pt x="4024577" y="169537"/>
                </a:cubicBezTo>
                <a:cubicBezTo>
                  <a:pt x="4047698" y="217657"/>
                  <a:pt x="4081705" y="285316"/>
                  <a:pt x="4085149" y="364374"/>
                </a:cubicBezTo>
                <a:cubicBezTo>
                  <a:pt x="4088593" y="443432"/>
                  <a:pt x="4074756" y="552503"/>
                  <a:pt x="4045242" y="643887"/>
                </a:cubicBezTo>
                <a:cubicBezTo>
                  <a:pt x="4015729" y="735271"/>
                  <a:pt x="3997882" y="839540"/>
                  <a:pt x="3908068" y="912678"/>
                </a:cubicBezTo>
                <a:cubicBezTo>
                  <a:pt x="3818254" y="985816"/>
                  <a:pt x="3693322" y="1042373"/>
                  <a:pt x="3506357" y="1082713"/>
                </a:cubicBezTo>
                <a:cubicBezTo>
                  <a:pt x="3319392" y="1123054"/>
                  <a:pt x="3050306" y="1142720"/>
                  <a:pt x="2786277" y="1154721"/>
                </a:cubicBezTo>
                <a:cubicBezTo>
                  <a:pt x="2522248" y="1166722"/>
                  <a:pt x="2205744" y="1172587"/>
                  <a:pt x="1922182" y="1154721"/>
                </a:cubicBezTo>
                <a:lnTo>
                  <a:pt x="1130094" y="1082713"/>
                </a:lnTo>
                <a:lnTo>
                  <a:pt x="554030" y="938697"/>
                </a:lnTo>
                <a:cubicBezTo>
                  <a:pt x="509003" y="932924"/>
                  <a:pt x="421553" y="909742"/>
                  <a:pt x="338005" y="866689"/>
                </a:cubicBezTo>
                <a:cubicBezTo>
                  <a:pt x="254457" y="823637"/>
                  <a:pt x="105480" y="754729"/>
                  <a:pt x="52740" y="680382"/>
                </a:cubicBezTo>
                <a:cubicBezTo>
                  <a:pt x="0" y="606035"/>
                  <a:pt x="7990" y="493238"/>
                  <a:pt x="21567" y="420609"/>
                </a:cubicBezTo>
                <a:cubicBezTo>
                  <a:pt x="35144" y="347980"/>
                  <a:pt x="82313" y="283778"/>
                  <a:pt x="134201" y="244607"/>
                </a:cubicBezTo>
                <a:close/>
              </a:path>
            </a:pathLst>
          </a:custGeom>
          <a:solidFill>
            <a:srgbClr val="FFC000"/>
          </a:solidFill>
          <a:ln w="12700">
            <a:no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2" name="AutoShape 5"/>
          <p:cNvSpPr>
            <a:spLocks noChangeArrowheads="1"/>
          </p:cNvSpPr>
          <p:nvPr/>
        </p:nvSpPr>
        <p:spPr bwMode="auto">
          <a:xfrm>
            <a:off x="545144" y="633978"/>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4" y="575210"/>
            <a:ext cx="5213215" cy="400110"/>
          </a:xfrm>
          <a:prstGeom prst="rect">
            <a:avLst/>
          </a:prstGeom>
        </p:spPr>
        <p:txBody>
          <a:bodyPr wrap="square">
            <a:spAutoFit/>
          </a:bodyPr>
          <a:lstStyle/>
          <a:p>
            <a:r>
              <a:rPr lang="zh-CN" altLang="en-US" sz="2000" b="1" dirty="0">
                <a:latin typeface="微软雅黑" pitchFamily="34" charset="-122"/>
                <a:ea typeface="微软雅黑" pitchFamily="34" charset="-122"/>
              </a:rPr>
              <a:t>多播路由协议比单播路由协议更为复杂</a:t>
            </a:r>
          </a:p>
        </p:txBody>
      </p:sp>
      <p:sp>
        <p:nvSpPr>
          <p:cNvPr id="43" name="Line 16"/>
          <p:cNvSpPr>
            <a:spLocks noChangeShapeType="1"/>
          </p:cNvSpPr>
          <p:nvPr/>
        </p:nvSpPr>
        <p:spPr bwMode="auto">
          <a:xfrm>
            <a:off x="2653864" y="2291645"/>
            <a:ext cx="535673" cy="839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5" name="任意多边形 44"/>
          <p:cNvSpPr/>
          <p:nvPr/>
        </p:nvSpPr>
        <p:spPr>
          <a:xfrm>
            <a:off x="3561297" y="1345617"/>
            <a:ext cx="1505631" cy="1936838"/>
          </a:xfrm>
          <a:custGeom>
            <a:avLst/>
            <a:gdLst>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320293 w 1416401"/>
              <a:gd name="connsiteY78" fmla="*/ 1342292 h 1424354"/>
              <a:gd name="connsiteX79" fmla="*/ 179616 w 1416401"/>
              <a:gd name="connsiteY79" fmla="*/ 1330569 h 1424354"/>
              <a:gd name="connsiteX80" fmla="*/ 144447 w 1416401"/>
              <a:gd name="connsiteY80" fmla="*/ 1324708 h 1424354"/>
              <a:gd name="connsiteX81" fmla="*/ 126862 w 1416401"/>
              <a:gd name="connsiteY81" fmla="*/ 1312985 h 1424354"/>
              <a:gd name="connsiteX82" fmla="*/ 109278 w 1416401"/>
              <a:gd name="connsiteY82" fmla="*/ 1307123 h 1424354"/>
              <a:gd name="connsiteX83" fmla="*/ 79970 w 1416401"/>
              <a:gd name="connsiteY83" fmla="*/ 1283677 h 1424354"/>
              <a:gd name="connsiteX84" fmla="*/ 50662 w 1416401"/>
              <a:gd name="connsiteY84" fmla="*/ 1248508 h 1424354"/>
              <a:gd name="connsiteX85" fmla="*/ 33078 w 1416401"/>
              <a:gd name="connsiteY85" fmla="*/ 1230923 h 1424354"/>
              <a:gd name="connsiteX86" fmla="*/ 21355 w 1416401"/>
              <a:gd name="connsiteY86" fmla="*/ 1189892 h 1424354"/>
              <a:gd name="connsiteX87" fmla="*/ 9632 w 1416401"/>
              <a:gd name="connsiteY87" fmla="*/ 1143000 h 1424354"/>
              <a:gd name="connsiteX88" fmla="*/ 9632 w 1416401"/>
              <a:gd name="connsiteY88" fmla="*/ 943708 h 1424354"/>
              <a:gd name="connsiteX89" fmla="*/ 15493 w 1416401"/>
              <a:gd name="connsiteY89" fmla="*/ 926123 h 1424354"/>
              <a:gd name="connsiteX90" fmla="*/ 21355 w 1416401"/>
              <a:gd name="connsiteY90" fmla="*/ 873369 h 1424354"/>
              <a:gd name="connsiteX91" fmla="*/ 27216 w 1416401"/>
              <a:gd name="connsiteY91" fmla="*/ 855785 h 1424354"/>
              <a:gd name="connsiteX92" fmla="*/ 33078 w 1416401"/>
              <a:gd name="connsiteY92" fmla="*/ 820615 h 1424354"/>
              <a:gd name="connsiteX93" fmla="*/ 50662 w 1416401"/>
              <a:gd name="connsiteY93" fmla="*/ 779585 h 1424354"/>
              <a:gd name="connsiteX94" fmla="*/ 62385 w 1416401"/>
              <a:gd name="connsiteY94" fmla="*/ 738554 h 1424354"/>
              <a:gd name="connsiteX95" fmla="*/ 74108 w 1416401"/>
              <a:gd name="connsiteY95" fmla="*/ 715108 h 1424354"/>
              <a:gd name="connsiteX96" fmla="*/ 85832 w 1416401"/>
              <a:gd name="connsiteY96" fmla="*/ 674077 h 1424354"/>
              <a:gd name="connsiteX97" fmla="*/ 91693 w 1416401"/>
              <a:gd name="connsiteY97" fmla="*/ 656492 h 1424354"/>
              <a:gd name="connsiteX98" fmla="*/ 97555 w 1416401"/>
              <a:gd name="connsiteY98" fmla="*/ 627185 h 1424354"/>
              <a:gd name="connsiteX99" fmla="*/ 103416 w 1416401"/>
              <a:gd name="connsiteY99" fmla="*/ 609600 h 1424354"/>
              <a:gd name="connsiteX100" fmla="*/ 109278 w 1416401"/>
              <a:gd name="connsiteY100" fmla="*/ 586154 h 1424354"/>
              <a:gd name="connsiteX101" fmla="*/ 115139 w 1416401"/>
              <a:gd name="connsiteY101" fmla="*/ 556846 h 1424354"/>
              <a:gd name="connsiteX102" fmla="*/ 126862 w 1416401"/>
              <a:gd name="connsiteY102" fmla="*/ 521677 h 1424354"/>
              <a:gd name="connsiteX103" fmla="*/ 121001 w 1416401"/>
              <a:gd name="connsiteY103" fmla="*/ 322385 h 1424354"/>
              <a:gd name="connsiteX104" fmla="*/ 115139 w 1416401"/>
              <a:gd name="connsiteY104" fmla="*/ 304800 h 1424354"/>
              <a:gd name="connsiteX105" fmla="*/ 103416 w 1416401"/>
              <a:gd name="connsiteY105" fmla="*/ 281354 h 1424354"/>
              <a:gd name="connsiteX106" fmla="*/ 85832 w 1416401"/>
              <a:gd name="connsiteY106" fmla="*/ 263769 h 1424354"/>
              <a:gd name="connsiteX107" fmla="*/ 79970 w 1416401"/>
              <a:gd name="connsiteY10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320293 w 1416401"/>
              <a:gd name="connsiteY78" fmla="*/ 1342292 h 1424354"/>
              <a:gd name="connsiteX79" fmla="*/ 179616 w 1416401"/>
              <a:gd name="connsiteY79" fmla="*/ 1330569 h 1424354"/>
              <a:gd name="connsiteX80" fmla="*/ 155426 w 1416401"/>
              <a:gd name="connsiteY80" fmla="*/ 1371600 h 1424354"/>
              <a:gd name="connsiteX81" fmla="*/ 126862 w 1416401"/>
              <a:gd name="connsiteY81" fmla="*/ 1312985 h 1424354"/>
              <a:gd name="connsiteX82" fmla="*/ 109278 w 1416401"/>
              <a:gd name="connsiteY82" fmla="*/ 1307123 h 1424354"/>
              <a:gd name="connsiteX83" fmla="*/ 79970 w 1416401"/>
              <a:gd name="connsiteY83" fmla="*/ 1283677 h 1424354"/>
              <a:gd name="connsiteX84" fmla="*/ 50662 w 1416401"/>
              <a:gd name="connsiteY84" fmla="*/ 1248508 h 1424354"/>
              <a:gd name="connsiteX85" fmla="*/ 33078 w 1416401"/>
              <a:gd name="connsiteY85" fmla="*/ 1230923 h 1424354"/>
              <a:gd name="connsiteX86" fmla="*/ 21355 w 1416401"/>
              <a:gd name="connsiteY86" fmla="*/ 1189892 h 1424354"/>
              <a:gd name="connsiteX87" fmla="*/ 9632 w 1416401"/>
              <a:gd name="connsiteY87" fmla="*/ 1143000 h 1424354"/>
              <a:gd name="connsiteX88" fmla="*/ 9632 w 1416401"/>
              <a:gd name="connsiteY88" fmla="*/ 943708 h 1424354"/>
              <a:gd name="connsiteX89" fmla="*/ 15493 w 1416401"/>
              <a:gd name="connsiteY89" fmla="*/ 926123 h 1424354"/>
              <a:gd name="connsiteX90" fmla="*/ 21355 w 1416401"/>
              <a:gd name="connsiteY90" fmla="*/ 873369 h 1424354"/>
              <a:gd name="connsiteX91" fmla="*/ 27216 w 1416401"/>
              <a:gd name="connsiteY91" fmla="*/ 855785 h 1424354"/>
              <a:gd name="connsiteX92" fmla="*/ 33078 w 1416401"/>
              <a:gd name="connsiteY92" fmla="*/ 820615 h 1424354"/>
              <a:gd name="connsiteX93" fmla="*/ 50662 w 1416401"/>
              <a:gd name="connsiteY93" fmla="*/ 779585 h 1424354"/>
              <a:gd name="connsiteX94" fmla="*/ 62385 w 1416401"/>
              <a:gd name="connsiteY94" fmla="*/ 738554 h 1424354"/>
              <a:gd name="connsiteX95" fmla="*/ 74108 w 1416401"/>
              <a:gd name="connsiteY95" fmla="*/ 715108 h 1424354"/>
              <a:gd name="connsiteX96" fmla="*/ 85832 w 1416401"/>
              <a:gd name="connsiteY96" fmla="*/ 674077 h 1424354"/>
              <a:gd name="connsiteX97" fmla="*/ 91693 w 1416401"/>
              <a:gd name="connsiteY97" fmla="*/ 656492 h 1424354"/>
              <a:gd name="connsiteX98" fmla="*/ 97555 w 1416401"/>
              <a:gd name="connsiteY98" fmla="*/ 627185 h 1424354"/>
              <a:gd name="connsiteX99" fmla="*/ 103416 w 1416401"/>
              <a:gd name="connsiteY99" fmla="*/ 609600 h 1424354"/>
              <a:gd name="connsiteX100" fmla="*/ 109278 w 1416401"/>
              <a:gd name="connsiteY100" fmla="*/ 586154 h 1424354"/>
              <a:gd name="connsiteX101" fmla="*/ 115139 w 1416401"/>
              <a:gd name="connsiteY101" fmla="*/ 556846 h 1424354"/>
              <a:gd name="connsiteX102" fmla="*/ 126862 w 1416401"/>
              <a:gd name="connsiteY102" fmla="*/ 521677 h 1424354"/>
              <a:gd name="connsiteX103" fmla="*/ 121001 w 1416401"/>
              <a:gd name="connsiteY103" fmla="*/ 322385 h 1424354"/>
              <a:gd name="connsiteX104" fmla="*/ 115139 w 1416401"/>
              <a:gd name="connsiteY104" fmla="*/ 304800 h 1424354"/>
              <a:gd name="connsiteX105" fmla="*/ 103416 w 1416401"/>
              <a:gd name="connsiteY105" fmla="*/ 281354 h 1424354"/>
              <a:gd name="connsiteX106" fmla="*/ 85832 w 1416401"/>
              <a:gd name="connsiteY106" fmla="*/ 263769 h 1424354"/>
              <a:gd name="connsiteX107" fmla="*/ 79970 w 1416401"/>
              <a:gd name="connsiteY10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179616 w 1416401"/>
              <a:gd name="connsiteY78" fmla="*/ 1330569 h 1424354"/>
              <a:gd name="connsiteX79" fmla="*/ 155426 w 1416401"/>
              <a:gd name="connsiteY79" fmla="*/ 1371600 h 1424354"/>
              <a:gd name="connsiteX80" fmla="*/ 126862 w 1416401"/>
              <a:gd name="connsiteY80" fmla="*/ 1312985 h 1424354"/>
              <a:gd name="connsiteX81" fmla="*/ 109278 w 1416401"/>
              <a:gd name="connsiteY81" fmla="*/ 1307123 h 1424354"/>
              <a:gd name="connsiteX82" fmla="*/ 79970 w 1416401"/>
              <a:gd name="connsiteY82" fmla="*/ 1283677 h 1424354"/>
              <a:gd name="connsiteX83" fmla="*/ 50662 w 1416401"/>
              <a:gd name="connsiteY83" fmla="*/ 1248508 h 1424354"/>
              <a:gd name="connsiteX84" fmla="*/ 33078 w 1416401"/>
              <a:gd name="connsiteY84" fmla="*/ 1230923 h 1424354"/>
              <a:gd name="connsiteX85" fmla="*/ 21355 w 1416401"/>
              <a:gd name="connsiteY85" fmla="*/ 1189892 h 1424354"/>
              <a:gd name="connsiteX86" fmla="*/ 9632 w 1416401"/>
              <a:gd name="connsiteY86" fmla="*/ 1143000 h 1424354"/>
              <a:gd name="connsiteX87" fmla="*/ 9632 w 1416401"/>
              <a:gd name="connsiteY87" fmla="*/ 943708 h 1424354"/>
              <a:gd name="connsiteX88" fmla="*/ 15493 w 1416401"/>
              <a:gd name="connsiteY88" fmla="*/ 926123 h 1424354"/>
              <a:gd name="connsiteX89" fmla="*/ 21355 w 1416401"/>
              <a:gd name="connsiteY89" fmla="*/ 873369 h 1424354"/>
              <a:gd name="connsiteX90" fmla="*/ 27216 w 1416401"/>
              <a:gd name="connsiteY90" fmla="*/ 855785 h 1424354"/>
              <a:gd name="connsiteX91" fmla="*/ 33078 w 1416401"/>
              <a:gd name="connsiteY91" fmla="*/ 820615 h 1424354"/>
              <a:gd name="connsiteX92" fmla="*/ 50662 w 1416401"/>
              <a:gd name="connsiteY92" fmla="*/ 779585 h 1424354"/>
              <a:gd name="connsiteX93" fmla="*/ 62385 w 1416401"/>
              <a:gd name="connsiteY93" fmla="*/ 738554 h 1424354"/>
              <a:gd name="connsiteX94" fmla="*/ 74108 w 1416401"/>
              <a:gd name="connsiteY94" fmla="*/ 715108 h 1424354"/>
              <a:gd name="connsiteX95" fmla="*/ 85832 w 1416401"/>
              <a:gd name="connsiteY95" fmla="*/ 674077 h 1424354"/>
              <a:gd name="connsiteX96" fmla="*/ 91693 w 1416401"/>
              <a:gd name="connsiteY96" fmla="*/ 656492 h 1424354"/>
              <a:gd name="connsiteX97" fmla="*/ 97555 w 1416401"/>
              <a:gd name="connsiteY97" fmla="*/ 627185 h 1424354"/>
              <a:gd name="connsiteX98" fmla="*/ 103416 w 1416401"/>
              <a:gd name="connsiteY98" fmla="*/ 609600 h 1424354"/>
              <a:gd name="connsiteX99" fmla="*/ 109278 w 1416401"/>
              <a:gd name="connsiteY99" fmla="*/ 586154 h 1424354"/>
              <a:gd name="connsiteX100" fmla="*/ 115139 w 1416401"/>
              <a:gd name="connsiteY100" fmla="*/ 556846 h 1424354"/>
              <a:gd name="connsiteX101" fmla="*/ 126862 w 1416401"/>
              <a:gd name="connsiteY101" fmla="*/ 521677 h 1424354"/>
              <a:gd name="connsiteX102" fmla="*/ 121001 w 1416401"/>
              <a:gd name="connsiteY102" fmla="*/ 322385 h 1424354"/>
              <a:gd name="connsiteX103" fmla="*/ 115139 w 1416401"/>
              <a:gd name="connsiteY103" fmla="*/ 304800 h 1424354"/>
              <a:gd name="connsiteX104" fmla="*/ 103416 w 1416401"/>
              <a:gd name="connsiteY104" fmla="*/ 281354 h 1424354"/>
              <a:gd name="connsiteX105" fmla="*/ 85832 w 1416401"/>
              <a:gd name="connsiteY105" fmla="*/ 263769 h 1424354"/>
              <a:gd name="connsiteX106" fmla="*/ 79970 w 1416401"/>
              <a:gd name="connsiteY106"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155426 w 1416401"/>
              <a:gd name="connsiteY78" fmla="*/ 1371600 h 1424354"/>
              <a:gd name="connsiteX79" fmla="*/ 126862 w 1416401"/>
              <a:gd name="connsiteY79" fmla="*/ 1312985 h 1424354"/>
              <a:gd name="connsiteX80" fmla="*/ 109278 w 1416401"/>
              <a:gd name="connsiteY80" fmla="*/ 1307123 h 1424354"/>
              <a:gd name="connsiteX81" fmla="*/ 79970 w 1416401"/>
              <a:gd name="connsiteY81" fmla="*/ 1283677 h 1424354"/>
              <a:gd name="connsiteX82" fmla="*/ 50662 w 1416401"/>
              <a:gd name="connsiteY82" fmla="*/ 1248508 h 1424354"/>
              <a:gd name="connsiteX83" fmla="*/ 33078 w 1416401"/>
              <a:gd name="connsiteY83" fmla="*/ 1230923 h 1424354"/>
              <a:gd name="connsiteX84" fmla="*/ 21355 w 1416401"/>
              <a:gd name="connsiteY84" fmla="*/ 1189892 h 1424354"/>
              <a:gd name="connsiteX85" fmla="*/ 9632 w 1416401"/>
              <a:gd name="connsiteY85" fmla="*/ 1143000 h 1424354"/>
              <a:gd name="connsiteX86" fmla="*/ 9632 w 1416401"/>
              <a:gd name="connsiteY86" fmla="*/ 943708 h 1424354"/>
              <a:gd name="connsiteX87" fmla="*/ 15493 w 1416401"/>
              <a:gd name="connsiteY87" fmla="*/ 926123 h 1424354"/>
              <a:gd name="connsiteX88" fmla="*/ 21355 w 1416401"/>
              <a:gd name="connsiteY88" fmla="*/ 873369 h 1424354"/>
              <a:gd name="connsiteX89" fmla="*/ 27216 w 1416401"/>
              <a:gd name="connsiteY89" fmla="*/ 855785 h 1424354"/>
              <a:gd name="connsiteX90" fmla="*/ 33078 w 1416401"/>
              <a:gd name="connsiteY90" fmla="*/ 820615 h 1424354"/>
              <a:gd name="connsiteX91" fmla="*/ 50662 w 1416401"/>
              <a:gd name="connsiteY91" fmla="*/ 779585 h 1424354"/>
              <a:gd name="connsiteX92" fmla="*/ 62385 w 1416401"/>
              <a:gd name="connsiteY92" fmla="*/ 738554 h 1424354"/>
              <a:gd name="connsiteX93" fmla="*/ 74108 w 1416401"/>
              <a:gd name="connsiteY93" fmla="*/ 715108 h 1424354"/>
              <a:gd name="connsiteX94" fmla="*/ 85832 w 1416401"/>
              <a:gd name="connsiteY94" fmla="*/ 674077 h 1424354"/>
              <a:gd name="connsiteX95" fmla="*/ 91693 w 1416401"/>
              <a:gd name="connsiteY95" fmla="*/ 656492 h 1424354"/>
              <a:gd name="connsiteX96" fmla="*/ 97555 w 1416401"/>
              <a:gd name="connsiteY96" fmla="*/ 627185 h 1424354"/>
              <a:gd name="connsiteX97" fmla="*/ 103416 w 1416401"/>
              <a:gd name="connsiteY97" fmla="*/ 609600 h 1424354"/>
              <a:gd name="connsiteX98" fmla="*/ 109278 w 1416401"/>
              <a:gd name="connsiteY98" fmla="*/ 586154 h 1424354"/>
              <a:gd name="connsiteX99" fmla="*/ 115139 w 1416401"/>
              <a:gd name="connsiteY99" fmla="*/ 556846 h 1424354"/>
              <a:gd name="connsiteX100" fmla="*/ 126862 w 1416401"/>
              <a:gd name="connsiteY100" fmla="*/ 521677 h 1424354"/>
              <a:gd name="connsiteX101" fmla="*/ 121001 w 1416401"/>
              <a:gd name="connsiteY101" fmla="*/ 322385 h 1424354"/>
              <a:gd name="connsiteX102" fmla="*/ 115139 w 1416401"/>
              <a:gd name="connsiteY102" fmla="*/ 304800 h 1424354"/>
              <a:gd name="connsiteX103" fmla="*/ 103416 w 1416401"/>
              <a:gd name="connsiteY103" fmla="*/ 281354 h 1424354"/>
              <a:gd name="connsiteX104" fmla="*/ 85832 w 1416401"/>
              <a:gd name="connsiteY104" fmla="*/ 263769 h 1424354"/>
              <a:gd name="connsiteX105" fmla="*/ 79970 w 1416401"/>
              <a:gd name="connsiteY105"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155426 w 1416401"/>
              <a:gd name="connsiteY77" fmla="*/ 1371600 h 1424354"/>
              <a:gd name="connsiteX78" fmla="*/ 126862 w 1416401"/>
              <a:gd name="connsiteY78" fmla="*/ 1312985 h 1424354"/>
              <a:gd name="connsiteX79" fmla="*/ 109278 w 1416401"/>
              <a:gd name="connsiteY79" fmla="*/ 1307123 h 1424354"/>
              <a:gd name="connsiteX80" fmla="*/ 79970 w 1416401"/>
              <a:gd name="connsiteY80" fmla="*/ 1283677 h 1424354"/>
              <a:gd name="connsiteX81" fmla="*/ 50662 w 1416401"/>
              <a:gd name="connsiteY81" fmla="*/ 1248508 h 1424354"/>
              <a:gd name="connsiteX82" fmla="*/ 33078 w 1416401"/>
              <a:gd name="connsiteY82" fmla="*/ 1230923 h 1424354"/>
              <a:gd name="connsiteX83" fmla="*/ 21355 w 1416401"/>
              <a:gd name="connsiteY83" fmla="*/ 1189892 h 1424354"/>
              <a:gd name="connsiteX84" fmla="*/ 9632 w 1416401"/>
              <a:gd name="connsiteY84" fmla="*/ 1143000 h 1424354"/>
              <a:gd name="connsiteX85" fmla="*/ 9632 w 1416401"/>
              <a:gd name="connsiteY85" fmla="*/ 943708 h 1424354"/>
              <a:gd name="connsiteX86" fmla="*/ 15493 w 1416401"/>
              <a:gd name="connsiteY86" fmla="*/ 926123 h 1424354"/>
              <a:gd name="connsiteX87" fmla="*/ 21355 w 1416401"/>
              <a:gd name="connsiteY87" fmla="*/ 873369 h 1424354"/>
              <a:gd name="connsiteX88" fmla="*/ 27216 w 1416401"/>
              <a:gd name="connsiteY88" fmla="*/ 855785 h 1424354"/>
              <a:gd name="connsiteX89" fmla="*/ 33078 w 1416401"/>
              <a:gd name="connsiteY89" fmla="*/ 820615 h 1424354"/>
              <a:gd name="connsiteX90" fmla="*/ 50662 w 1416401"/>
              <a:gd name="connsiteY90" fmla="*/ 779585 h 1424354"/>
              <a:gd name="connsiteX91" fmla="*/ 62385 w 1416401"/>
              <a:gd name="connsiteY91" fmla="*/ 738554 h 1424354"/>
              <a:gd name="connsiteX92" fmla="*/ 74108 w 1416401"/>
              <a:gd name="connsiteY92" fmla="*/ 715108 h 1424354"/>
              <a:gd name="connsiteX93" fmla="*/ 85832 w 1416401"/>
              <a:gd name="connsiteY93" fmla="*/ 674077 h 1424354"/>
              <a:gd name="connsiteX94" fmla="*/ 91693 w 1416401"/>
              <a:gd name="connsiteY94" fmla="*/ 656492 h 1424354"/>
              <a:gd name="connsiteX95" fmla="*/ 97555 w 1416401"/>
              <a:gd name="connsiteY95" fmla="*/ 627185 h 1424354"/>
              <a:gd name="connsiteX96" fmla="*/ 103416 w 1416401"/>
              <a:gd name="connsiteY96" fmla="*/ 609600 h 1424354"/>
              <a:gd name="connsiteX97" fmla="*/ 109278 w 1416401"/>
              <a:gd name="connsiteY97" fmla="*/ 586154 h 1424354"/>
              <a:gd name="connsiteX98" fmla="*/ 115139 w 1416401"/>
              <a:gd name="connsiteY98" fmla="*/ 556846 h 1424354"/>
              <a:gd name="connsiteX99" fmla="*/ 126862 w 1416401"/>
              <a:gd name="connsiteY99" fmla="*/ 521677 h 1424354"/>
              <a:gd name="connsiteX100" fmla="*/ 121001 w 1416401"/>
              <a:gd name="connsiteY100" fmla="*/ 322385 h 1424354"/>
              <a:gd name="connsiteX101" fmla="*/ 115139 w 1416401"/>
              <a:gd name="connsiteY101" fmla="*/ 304800 h 1424354"/>
              <a:gd name="connsiteX102" fmla="*/ 103416 w 1416401"/>
              <a:gd name="connsiteY102" fmla="*/ 281354 h 1424354"/>
              <a:gd name="connsiteX103" fmla="*/ 85832 w 1416401"/>
              <a:gd name="connsiteY103" fmla="*/ 263769 h 1424354"/>
              <a:gd name="connsiteX104" fmla="*/ 79970 w 1416401"/>
              <a:gd name="connsiteY10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361324 w 1416401"/>
              <a:gd name="connsiteY75" fmla="*/ 1354015 h 1424354"/>
              <a:gd name="connsiteX76" fmla="*/ 155426 w 1416401"/>
              <a:gd name="connsiteY76" fmla="*/ 1371600 h 1424354"/>
              <a:gd name="connsiteX77" fmla="*/ 126862 w 1416401"/>
              <a:gd name="connsiteY77" fmla="*/ 1312985 h 1424354"/>
              <a:gd name="connsiteX78" fmla="*/ 109278 w 1416401"/>
              <a:gd name="connsiteY78" fmla="*/ 1307123 h 1424354"/>
              <a:gd name="connsiteX79" fmla="*/ 79970 w 1416401"/>
              <a:gd name="connsiteY79" fmla="*/ 1283677 h 1424354"/>
              <a:gd name="connsiteX80" fmla="*/ 50662 w 1416401"/>
              <a:gd name="connsiteY80" fmla="*/ 1248508 h 1424354"/>
              <a:gd name="connsiteX81" fmla="*/ 33078 w 1416401"/>
              <a:gd name="connsiteY81" fmla="*/ 1230923 h 1424354"/>
              <a:gd name="connsiteX82" fmla="*/ 21355 w 1416401"/>
              <a:gd name="connsiteY82" fmla="*/ 1189892 h 1424354"/>
              <a:gd name="connsiteX83" fmla="*/ 9632 w 1416401"/>
              <a:gd name="connsiteY83" fmla="*/ 1143000 h 1424354"/>
              <a:gd name="connsiteX84" fmla="*/ 9632 w 1416401"/>
              <a:gd name="connsiteY84" fmla="*/ 943708 h 1424354"/>
              <a:gd name="connsiteX85" fmla="*/ 15493 w 1416401"/>
              <a:gd name="connsiteY85" fmla="*/ 926123 h 1424354"/>
              <a:gd name="connsiteX86" fmla="*/ 21355 w 1416401"/>
              <a:gd name="connsiteY86" fmla="*/ 873369 h 1424354"/>
              <a:gd name="connsiteX87" fmla="*/ 27216 w 1416401"/>
              <a:gd name="connsiteY87" fmla="*/ 855785 h 1424354"/>
              <a:gd name="connsiteX88" fmla="*/ 33078 w 1416401"/>
              <a:gd name="connsiteY88" fmla="*/ 820615 h 1424354"/>
              <a:gd name="connsiteX89" fmla="*/ 50662 w 1416401"/>
              <a:gd name="connsiteY89" fmla="*/ 779585 h 1424354"/>
              <a:gd name="connsiteX90" fmla="*/ 62385 w 1416401"/>
              <a:gd name="connsiteY90" fmla="*/ 738554 h 1424354"/>
              <a:gd name="connsiteX91" fmla="*/ 74108 w 1416401"/>
              <a:gd name="connsiteY91" fmla="*/ 715108 h 1424354"/>
              <a:gd name="connsiteX92" fmla="*/ 85832 w 1416401"/>
              <a:gd name="connsiteY92" fmla="*/ 674077 h 1424354"/>
              <a:gd name="connsiteX93" fmla="*/ 91693 w 1416401"/>
              <a:gd name="connsiteY93" fmla="*/ 656492 h 1424354"/>
              <a:gd name="connsiteX94" fmla="*/ 97555 w 1416401"/>
              <a:gd name="connsiteY94" fmla="*/ 627185 h 1424354"/>
              <a:gd name="connsiteX95" fmla="*/ 103416 w 1416401"/>
              <a:gd name="connsiteY95" fmla="*/ 609600 h 1424354"/>
              <a:gd name="connsiteX96" fmla="*/ 109278 w 1416401"/>
              <a:gd name="connsiteY96" fmla="*/ 586154 h 1424354"/>
              <a:gd name="connsiteX97" fmla="*/ 115139 w 1416401"/>
              <a:gd name="connsiteY97" fmla="*/ 556846 h 1424354"/>
              <a:gd name="connsiteX98" fmla="*/ 126862 w 1416401"/>
              <a:gd name="connsiteY98" fmla="*/ 521677 h 1424354"/>
              <a:gd name="connsiteX99" fmla="*/ 121001 w 1416401"/>
              <a:gd name="connsiteY99" fmla="*/ 322385 h 1424354"/>
              <a:gd name="connsiteX100" fmla="*/ 115139 w 1416401"/>
              <a:gd name="connsiteY100" fmla="*/ 304800 h 1424354"/>
              <a:gd name="connsiteX101" fmla="*/ 103416 w 1416401"/>
              <a:gd name="connsiteY101" fmla="*/ 281354 h 1424354"/>
              <a:gd name="connsiteX102" fmla="*/ 85832 w 1416401"/>
              <a:gd name="connsiteY102" fmla="*/ 263769 h 1424354"/>
              <a:gd name="connsiteX103" fmla="*/ 79970 w 1416401"/>
              <a:gd name="connsiteY103"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155426 w 1416401"/>
              <a:gd name="connsiteY75" fmla="*/ 1371600 h 1424354"/>
              <a:gd name="connsiteX76" fmla="*/ 126862 w 1416401"/>
              <a:gd name="connsiteY76" fmla="*/ 1312985 h 1424354"/>
              <a:gd name="connsiteX77" fmla="*/ 109278 w 1416401"/>
              <a:gd name="connsiteY77" fmla="*/ 1307123 h 1424354"/>
              <a:gd name="connsiteX78" fmla="*/ 79970 w 1416401"/>
              <a:gd name="connsiteY78" fmla="*/ 1283677 h 1424354"/>
              <a:gd name="connsiteX79" fmla="*/ 50662 w 1416401"/>
              <a:gd name="connsiteY79" fmla="*/ 1248508 h 1424354"/>
              <a:gd name="connsiteX80" fmla="*/ 33078 w 1416401"/>
              <a:gd name="connsiteY80" fmla="*/ 1230923 h 1424354"/>
              <a:gd name="connsiteX81" fmla="*/ 21355 w 1416401"/>
              <a:gd name="connsiteY81" fmla="*/ 1189892 h 1424354"/>
              <a:gd name="connsiteX82" fmla="*/ 9632 w 1416401"/>
              <a:gd name="connsiteY82" fmla="*/ 1143000 h 1424354"/>
              <a:gd name="connsiteX83" fmla="*/ 9632 w 1416401"/>
              <a:gd name="connsiteY83" fmla="*/ 943708 h 1424354"/>
              <a:gd name="connsiteX84" fmla="*/ 15493 w 1416401"/>
              <a:gd name="connsiteY84" fmla="*/ 926123 h 1424354"/>
              <a:gd name="connsiteX85" fmla="*/ 21355 w 1416401"/>
              <a:gd name="connsiteY85" fmla="*/ 873369 h 1424354"/>
              <a:gd name="connsiteX86" fmla="*/ 27216 w 1416401"/>
              <a:gd name="connsiteY86" fmla="*/ 855785 h 1424354"/>
              <a:gd name="connsiteX87" fmla="*/ 33078 w 1416401"/>
              <a:gd name="connsiteY87" fmla="*/ 820615 h 1424354"/>
              <a:gd name="connsiteX88" fmla="*/ 50662 w 1416401"/>
              <a:gd name="connsiteY88" fmla="*/ 779585 h 1424354"/>
              <a:gd name="connsiteX89" fmla="*/ 62385 w 1416401"/>
              <a:gd name="connsiteY89" fmla="*/ 738554 h 1424354"/>
              <a:gd name="connsiteX90" fmla="*/ 74108 w 1416401"/>
              <a:gd name="connsiteY90" fmla="*/ 715108 h 1424354"/>
              <a:gd name="connsiteX91" fmla="*/ 85832 w 1416401"/>
              <a:gd name="connsiteY91" fmla="*/ 674077 h 1424354"/>
              <a:gd name="connsiteX92" fmla="*/ 91693 w 1416401"/>
              <a:gd name="connsiteY92" fmla="*/ 656492 h 1424354"/>
              <a:gd name="connsiteX93" fmla="*/ 97555 w 1416401"/>
              <a:gd name="connsiteY93" fmla="*/ 627185 h 1424354"/>
              <a:gd name="connsiteX94" fmla="*/ 103416 w 1416401"/>
              <a:gd name="connsiteY94" fmla="*/ 609600 h 1424354"/>
              <a:gd name="connsiteX95" fmla="*/ 109278 w 1416401"/>
              <a:gd name="connsiteY95" fmla="*/ 586154 h 1424354"/>
              <a:gd name="connsiteX96" fmla="*/ 115139 w 1416401"/>
              <a:gd name="connsiteY96" fmla="*/ 556846 h 1424354"/>
              <a:gd name="connsiteX97" fmla="*/ 126862 w 1416401"/>
              <a:gd name="connsiteY97" fmla="*/ 521677 h 1424354"/>
              <a:gd name="connsiteX98" fmla="*/ 121001 w 1416401"/>
              <a:gd name="connsiteY98" fmla="*/ 322385 h 1424354"/>
              <a:gd name="connsiteX99" fmla="*/ 115139 w 1416401"/>
              <a:gd name="connsiteY99" fmla="*/ 304800 h 1424354"/>
              <a:gd name="connsiteX100" fmla="*/ 103416 w 1416401"/>
              <a:gd name="connsiteY100" fmla="*/ 281354 h 1424354"/>
              <a:gd name="connsiteX101" fmla="*/ 85832 w 1416401"/>
              <a:gd name="connsiteY101" fmla="*/ 263769 h 1424354"/>
              <a:gd name="connsiteX102" fmla="*/ 79970 w 1416401"/>
              <a:gd name="connsiteY102"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155426 w 1416401"/>
              <a:gd name="connsiteY74" fmla="*/ 1371600 h 1424354"/>
              <a:gd name="connsiteX75" fmla="*/ 126862 w 1416401"/>
              <a:gd name="connsiteY75" fmla="*/ 1312985 h 1424354"/>
              <a:gd name="connsiteX76" fmla="*/ 109278 w 1416401"/>
              <a:gd name="connsiteY76" fmla="*/ 1307123 h 1424354"/>
              <a:gd name="connsiteX77" fmla="*/ 79970 w 1416401"/>
              <a:gd name="connsiteY77" fmla="*/ 1283677 h 1424354"/>
              <a:gd name="connsiteX78" fmla="*/ 50662 w 1416401"/>
              <a:gd name="connsiteY78" fmla="*/ 1248508 h 1424354"/>
              <a:gd name="connsiteX79" fmla="*/ 33078 w 1416401"/>
              <a:gd name="connsiteY79" fmla="*/ 1230923 h 1424354"/>
              <a:gd name="connsiteX80" fmla="*/ 21355 w 1416401"/>
              <a:gd name="connsiteY80" fmla="*/ 1189892 h 1424354"/>
              <a:gd name="connsiteX81" fmla="*/ 9632 w 1416401"/>
              <a:gd name="connsiteY81" fmla="*/ 1143000 h 1424354"/>
              <a:gd name="connsiteX82" fmla="*/ 9632 w 1416401"/>
              <a:gd name="connsiteY82" fmla="*/ 943708 h 1424354"/>
              <a:gd name="connsiteX83" fmla="*/ 15493 w 1416401"/>
              <a:gd name="connsiteY83" fmla="*/ 926123 h 1424354"/>
              <a:gd name="connsiteX84" fmla="*/ 21355 w 1416401"/>
              <a:gd name="connsiteY84" fmla="*/ 873369 h 1424354"/>
              <a:gd name="connsiteX85" fmla="*/ 27216 w 1416401"/>
              <a:gd name="connsiteY85" fmla="*/ 855785 h 1424354"/>
              <a:gd name="connsiteX86" fmla="*/ 33078 w 1416401"/>
              <a:gd name="connsiteY86" fmla="*/ 820615 h 1424354"/>
              <a:gd name="connsiteX87" fmla="*/ 50662 w 1416401"/>
              <a:gd name="connsiteY87" fmla="*/ 779585 h 1424354"/>
              <a:gd name="connsiteX88" fmla="*/ 62385 w 1416401"/>
              <a:gd name="connsiteY88" fmla="*/ 738554 h 1424354"/>
              <a:gd name="connsiteX89" fmla="*/ 74108 w 1416401"/>
              <a:gd name="connsiteY89" fmla="*/ 715108 h 1424354"/>
              <a:gd name="connsiteX90" fmla="*/ 85832 w 1416401"/>
              <a:gd name="connsiteY90" fmla="*/ 674077 h 1424354"/>
              <a:gd name="connsiteX91" fmla="*/ 91693 w 1416401"/>
              <a:gd name="connsiteY91" fmla="*/ 656492 h 1424354"/>
              <a:gd name="connsiteX92" fmla="*/ 97555 w 1416401"/>
              <a:gd name="connsiteY92" fmla="*/ 627185 h 1424354"/>
              <a:gd name="connsiteX93" fmla="*/ 103416 w 1416401"/>
              <a:gd name="connsiteY93" fmla="*/ 609600 h 1424354"/>
              <a:gd name="connsiteX94" fmla="*/ 109278 w 1416401"/>
              <a:gd name="connsiteY94" fmla="*/ 586154 h 1424354"/>
              <a:gd name="connsiteX95" fmla="*/ 115139 w 1416401"/>
              <a:gd name="connsiteY95" fmla="*/ 556846 h 1424354"/>
              <a:gd name="connsiteX96" fmla="*/ 126862 w 1416401"/>
              <a:gd name="connsiteY96" fmla="*/ 521677 h 1424354"/>
              <a:gd name="connsiteX97" fmla="*/ 121001 w 1416401"/>
              <a:gd name="connsiteY97" fmla="*/ 322385 h 1424354"/>
              <a:gd name="connsiteX98" fmla="*/ 115139 w 1416401"/>
              <a:gd name="connsiteY98" fmla="*/ 304800 h 1424354"/>
              <a:gd name="connsiteX99" fmla="*/ 103416 w 1416401"/>
              <a:gd name="connsiteY99" fmla="*/ 281354 h 1424354"/>
              <a:gd name="connsiteX100" fmla="*/ 85832 w 1416401"/>
              <a:gd name="connsiteY100" fmla="*/ 263769 h 1424354"/>
              <a:gd name="connsiteX101" fmla="*/ 79970 w 1416401"/>
              <a:gd name="connsiteY101"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155426 w 1416401"/>
              <a:gd name="connsiteY73" fmla="*/ 1371600 h 1424354"/>
              <a:gd name="connsiteX74" fmla="*/ 126862 w 1416401"/>
              <a:gd name="connsiteY74" fmla="*/ 1312985 h 1424354"/>
              <a:gd name="connsiteX75" fmla="*/ 109278 w 1416401"/>
              <a:gd name="connsiteY75" fmla="*/ 1307123 h 1424354"/>
              <a:gd name="connsiteX76" fmla="*/ 79970 w 1416401"/>
              <a:gd name="connsiteY76" fmla="*/ 1283677 h 1424354"/>
              <a:gd name="connsiteX77" fmla="*/ 50662 w 1416401"/>
              <a:gd name="connsiteY77" fmla="*/ 1248508 h 1424354"/>
              <a:gd name="connsiteX78" fmla="*/ 33078 w 1416401"/>
              <a:gd name="connsiteY78" fmla="*/ 1230923 h 1424354"/>
              <a:gd name="connsiteX79" fmla="*/ 21355 w 1416401"/>
              <a:gd name="connsiteY79" fmla="*/ 1189892 h 1424354"/>
              <a:gd name="connsiteX80" fmla="*/ 9632 w 1416401"/>
              <a:gd name="connsiteY80" fmla="*/ 1143000 h 1424354"/>
              <a:gd name="connsiteX81" fmla="*/ 9632 w 1416401"/>
              <a:gd name="connsiteY81" fmla="*/ 943708 h 1424354"/>
              <a:gd name="connsiteX82" fmla="*/ 15493 w 1416401"/>
              <a:gd name="connsiteY82" fmla="*/ 926123 h 1424354"/>
              <a:gd name="connsiteX83" fmla="*/ 21355 w 1416401"/>
              <a:gd name="connsiteY83" fmla="*/ 873369 h 1424354"/>
              <a:gd name="connsiteX84" fmla="*/ 27216 w 1416401"/>
              <a:gd name="connsiteY84" fmla="*/ 855785 h 1424354"/>
              <a:gd name="connsiteX85" fmla="*/ 33078 w 1416401"/>
              <a:gd name="connsiteY85" fmla="*/ 820615 h 1424354"/>
              <a:gd name="connsiteX86" fmla="*/ 50662 w 1416401"/>
              <a:gd name="connsiteY86" fmla="*/ 779585 h 1424354"/>
              <a:gd name="connsiteX87" fmla="*/ 62385 w 1416401"/>
              <a:gd name="connsiteY87" fmla="*/ 738554 h 1424354"/>
              <a:gd name="connsiteX88" fmla="*/ 74108 w 1416401"/>
              <a:gd name="connsiteY88" fmla="*/ 715108 h 1424354"/>
              <a:gd name="connsiteX89" fmla="*/ 85832 w 1416401"/>
              <a:gd name="connsiteY89" fmla="*/ 674077 h 1424354"/>
              <a:gd name="connsiteX90" fmla="*/ 91693 w 1416401"/>
              <a:gd name="connsiteY90" fmla="*/ 656492 h 1424354"/>
              <a:gd name="connsiteX91" fmla="*/ 97555 w 1416401"/>
              <a:gd name="connsiteY91" fmla="*/ 627185 h 1424354"/>
              <a:gd name="connsiteX92" fmla="*/ 103416 w 1416401"/>
              <a:gd name="connsiteY92" fmla="*/ 609600 h 1424354"/>
              <a:gd name="connsiteX93" fmla="*/ 109278 w 1416401"/>
              <a:gd name="connsiteY93" fmla="*/ 586154 h 1424354"/>
              <a:gd name="connsiteX94" fmla="*/ 115139 w 1416401"/>
              <a:gd name="connsiteY94" fmla="*/ 556846 h 1424354"/>
              <a:gd name="connsiteX95" fmla="*/ 126862 w 1416401"/>
              <a:gd name="connsiteY95" fmla="*/ 521677 h 1424354"/>
              <a:gd name="connsiteX96" fmla="*/ 121001 w 1416401"/>
              <a:gd name="connsiteY96" fmla="*/ 322385 h 1424354"/>
              <a:gd name="connsiteX97" fmla="*/ 115139 w 1416401"/>
              <a:gd name="connsiteY97" fmla="*/ 304800 h 1424354"/>
              <a:gd name="connsiteX98" fmla="*/ 103416 w 1416401"/>
              <a:gd name="connsiteY98" fmla="*/ 281354 h 1424354"/>
              <a:gd name="connsiteX99" fmla="*/ 85832 w 1416401"/>
              <a:gd name="connsiteY99" fmla="*/ 263769 h 1424354"/>
              <a:gd name="connsiteX100" fmla="*/ 79970 w 1416401"/>
              <a:gd name="connsiteY100"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109278 w 1416401"/>
              <a:gd name="connsiteY74" fmla="*/ 1307123 h 1424354"/>
              <a:gd name="connsiteX75" fmla="*/ 79970 w 1416401"/>
              <a:gd name="connsiteY75" fmla="*/ 1283677 h 1424354"/>
              <a:gd name="connsiteX76" fmla="*/ 50662 w 1416401"/>
              <a:gd name="connsiteY76" fmla="*/ 1248508 h 1424354"/>
              <a:gd name="connsiteX77" fmla="*/ 33078 w 1416401"/>
              <a:gd name="connsiteY77" fmla="*/ 1230923 h 1424354"/>
              <a:gd name="connsiteX78" fmla="*/ 21355 w 1416401"/>
              <a:gd name="connsiteY78" fmla="*/ 1189892 h 1424354"/>
              <a:gd name="connsiteX79" fmla="*/ 9632 w 1416401"/>
              <a:gd name="connsiteY79" fmla="*/ 1143000 h 1424354"/>
              <a:gd name="connsiteX80" fmla="*/ 9632 w 1416401"/>
              <a:gd name="connsiteY80" fmla="*/ 943708 h 1424354"/>
              <a:gd name="connsiteX81" fmla="*/ 15493 w 1416401"/>
              <a:gd name="connsiteY81" fmla="*/ 926123 h 1424354"/>
              <a:gd name="connsiteX82" fmla="*/ 21355 w 1416401"/>
              <a:gd name="connsiteY82" fmla="*/ 873369 h 1424354"/>
              <a:gd name="connsiteX83" fmla="*/ 27216 w 1416401"/>
              <a:gd name="connsiteY83" fmla="*/ 855785 h 1424354"/>
              <a:gd name="connsiteX84" fmla="*/ 33078 w 1416401"/>
              <a:gd name="connsiteY84" fmla="*/ 820615 h 1424354"/>
              <a:gd name="connsiteX85" fmla="*/ 50662 w 1416401"/>
              <a:gd name="connsiteY85" fmla="*/ 779585 h 1424354"/>
              <a:gd name="connsiteX86" fmla="*/ 62385 w 1416401"/>
              <a:gd name="connsiteY86" fmla="*/ 738554 h 1424354"/>
              <a:gd name="connsiteX87" fmla="*/ 74108 w 1416401"/>
              <a:gd name="connsiteY87" fmla="*/ 715108 h 1424354"/>
              <a:gd name="connsiteX88" fmla="*/ 85832 w 1416401"/>
              <a:gd name="connsiteY88" fmla="*/ 674077 h 1424354"/>
              <a:gd name="connsiteX89" fmla="*/ 91693 w 1416401"/>
              <a:gd name="connsiteY89" fmla="*/ 656492 h 1424354"/>
              <a:gd name="connsiteX90" fmla="*/ 97555 w 1416401"/>
              <a:gd name="connsiteY90" fmla="*/ 627185 h 1424354"/>
              <a:gd name="connsiteX91" fmla="*/ 103416 w 1416401"/>
              <a:gd name="connsiteY91" fmla="*/ 609600 h 1424354"/>
              <a:gd name="connsiteX92" fmla="*/ 109278 w 1416401"/>
              <a:gd name="connsiteY92" fmla="*/ 586154 h 1424354"/>
              <a:gd name="connsiteX93" fmla="*/ 115139 w 1416401"/>
              <a:gd name="connsiteY93" fmla="*/ 556846 h 1424354"/>
              <a:gd name="connsiteX94" fmla="*/ 126862 w 1416401"/>
              <a:gd name="connsiteY94" fmla="*/ 521677 h 1424354"/>
              <a:gd name="connsiteX95" fmla="*/ 121001 w 1416401"/>
              <a:gd name="connsiteY95" fmla="*/ 322385 h 1424354"/>
              <a:gd name="connsiteX96" fmla="*/ 115139 w 1416401"/>
              <a:gd name="connsiteY96" fmla="*/ 304800 h 1424354"/>
              <a:gd name="connsiteX97" fmla="*/ 103416 w 1416401"/>
              <a:gd name="connsiteY97" fmla="*/ 281354 h 1424354"/>
              <a:gd name="connsiteX98" fmla="*/ 85832 w 1416401"/>
              <a:gd name="connsiteY98" fmla="*/ 263769 h 1424354"/>
              <a:gd name="connsiteX99" fmla="*/ 79970 w 1416401"/>
              <a:gd name="connsiteY99"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79970 w 1416401"/>
              <a:gd name="connsiteY74" fmla="*/ 1283677 h 1424354"/>
              <a:gd name="connsiteX75" fmla="*/ 50662 w 1416401"/>
              <a:gd name="connsiteY75" fmla="*/ 1248508 h 1424354"/>
              <a:gd name="connsiteX76" fmla="*/ 33078 w 1416401"/>
              <a:gd name="connsiteY76" fmla="*/ 1230923 h 1424354"/>
              <a:gd name="connsiteX77" fmla="*/ 21355 w 1416401"/>
              <a:gd name="connsiteY77" fmla="*/ 1189892 h 1424354"/>
              <a:gd name="connsiteX78" fmla="*/ 9632 w 1416401"/>
              <a:gd name="connsiteY78" fmla="*/ 1143000 h 1424354"/>
              <a:gd name="connsiteX79" fmla="*/ 9632 w 1416401"/>
              <a:gd name="connsiteY79" fmla="*/ 943708 h 1424354"/>
              <a:gd name="connsiteX80" fmla="*/ 15493 w 1416401"/>
              <a:gd name="connsiteY80" fmla="*/ 926123 h 1424354"/>
              <a:gd name="connsiteX81" fmla="*/ 21355 w 1416401"/>
              <a:gd name="connsiteY81" fmla="*/ 873369 h 1424354"/>
              <a:gd name="connsiteX82" fmla="*/ 27216 w 1416401"/>
              <a:gd name="connsiteY82" fmla="*/ 855785 h 1424354"/>
              <a:gd name="connsiteX83" fmla="*/ 33078 w 1416401"/>
              <a:gd name="connsiteY83" fmla="*/ 820615 h 1424354"/>
              <a:gd name="connsiteX84" fmla="*/ 50662 w 1416401"/>
              <a:gd name="connsiteY84" fmla="*/ 779585 h 1424354"/>
              <a:gd name="connsiteX85" fmla="*/ 62385 w 1416401"/>
              <a:gd name="connsiteY85" fmla="*/ 738554 h 1424354"/>
              <a:gd name="connsiteX86" fmla="*/ 74108 w 1416401"/>
              <a:gd name="connsiteY86" fmla="*/ 715108 h 1424354"/>
              <a:gd name="connsiteX87" fmla="*/ 85832 w 1416401"/>
              <a:gd name="connsiteY87" fmla="*/ 674077 h 1424354"/>
              <a:gd name="connsiteX88" fmla="*/ 91693 w 1416401"/>
              <a:gd name="connsiteY88" fmla="*/ 656492 h 1424354"/>
              <a:gd name="connsiteX89" fmla="*/ 97555 w 1416401"/>
              <a:gd name="connsiteY89" fmla="*/ 627185 h 1424354"/>
              <a:gd name="connsiteX90" fmla="*/ 103416 w 1416401"/>
              <a:gd name="connsiteY90" fmla="*/ 609600 h 1424354"/>
              <a:gd name="connsiteX91" fmla="*/ 109278 w 1416401"/>
              <a:gd name="connsiteY91" fmla="*/ 586154 h 1424354"/>
              <a:gd name="connsiteX92" fmla="*/ 115139 w 1416401"/>
              <a:gd name="connsiteY92" fmla="*/ 556846 h 1424354"/>
              <a:gd name="connsiteX93" fmla="*/ 126862 w 1416401"/>
              <a:gd name="connsiteY93" fmla="*/ 521677 h 1424354"/>
              <a:gd name="connsiteX94" fmla="*/ 121001 w 1416401"/>
              <a:gd name="connsiteY94" fmla="*/ 322385 h 1424354"/>
              <a:gd name="connsiteX95" fmla="*/ 115139 w 1416401"/>
              <a:gd name="connsiteY95" fmla="*/ 304800 h 1424354"/>
              <a:gd name="connsiteX96" fmla="*/ 103416 w 1416401"/>
              <a:gd name="connsiteY96" fmla="*/ 281354 h 1424354"/>
              <a:gd name="connsiteX97" fmla="*/ 85832 w 1416401"/>
              <a:gd name="connsiteY97" fmla="*/ 263769 h 1424354"/>
              <a:gd name="connsiteX98" fmla="*/ 79970 w 1416401"/>
              <a:gd name="connsiteY98"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83418 w 1416401"/>
              <a:gd name="connsiteY95" fmla="*/ 291480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83418 w 1416401"/>
              <a:gd name="connsiteY94" fmla="*/ 291480 h 1424354"/>
              <a:gd name="connsiteX95" fmla="*/ 85832 w 1416401"/>
              <a:gd name="connsiteY95" fmla="*/ 263769 h 1424354"/>
              <a:gd name="connsiteX96" fmla="*/ 79970 w 1416401"/>
              <a:gd name="connsiteY96"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83418 w 1416401"/>
              <a:gd name="connsiteY93" fmla="*/ 291480 h 1424354"/>
              <a:gd name="connsiteX94" fmla="*/ 85832 w 1416401"/>
              <a:gd name="connsiteY94" fmla="*/ 263769 h 1424354"/>
              <a:gd name="connsiteX95" fmla="*/ 79970 w 1416401"/>
              <a:gd name="connsiteY95"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83418 w 1416401"/>
              <a:gd name="connsiteY91" fmla="*/ 43549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2366 w 1416401"/>
              <a:gd name="connsiteY90" fmla="*/ 546969 h 1424354"/>
              <a:gd name="connsiteX91" fmla="*/ 83418 w 1416401"/>
              <a:gd name="connsiteY91" fmla="*/ 43549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87093 w 1416401"/>
              <a:gd name="connsiteY55" fmla="*/ 1219200 h 1424354"/>
              <a:gd name="connsiteX56" fmla="*/ 1381232 w 1416401"/>
              <a:gd name="connsiteY56" fmla="*/ 1289538 h 1424354"/>
              <a:gd name="connsiteX57" fmla="*/ 1351924 w 1416401"/>
              <a:gd name="connsiteY57" fmla="*/ 1330569 h 1424354"/>
              <a:gd name="connsiteX58" fmla="*/ 1322616 w 1416401"/>
              <a:gd name="connsiteY58" fmla="*/ 1359877 h 1424354"/>
              <a:gd name="connsiteX59" fmla="*/ 1287447 w 1416401"/>
              <a:gd name="connsiteY59" fmla="*/ 1383323 h 1424354"/>
              <a:gd name="connsiteX60" fmla="*/ 1269862 w 1416401"/>
              <a:gd name="connsiteY60" fmla="*/ 1395046 h 1424354"/>
              <a:gd name="connsiteX61" fmla="*/ 1234693 w 1416401"/>
              <a:gd name="connsiteY61" fmla="*/ 1406769 h 1424354"/>
              <a:gd name="connsiteX62" fmla="*/ 1217108 w 1416401"/>
              <a:gd name="connsiteY62" fmla="*/ 1412631 h 1424354"/>
              <a:gd name="connsiteX63" fmla="*/ 1176078 w 1416401"/>
              <a:gd name="connsiteY63" fmla="*/ 1418492 h 1424354"/>
              <a:gd name="connsiteX64" fmla="*/ 1140908 w 1416401"/>
              <a:gd name="connsiteY64" fmla="*/ 1424354 h 1424354"/>
              <a:gd name="connsiteX65" fmla="*/ 900585 w 1416401"/>
              <a:gd name="connsiteY65" fmla="*/ 1418492 h 1424354"/>
              <a:gd name="connsiteX66" fmla="*/ 883001 w 1416401"/>
              <a:gd name="connsiteY66" fmla="*/ 1412631 h 1424354"/>
              <a:gd name="connsiteX67" fmla="*/ 800939 w 1416401"/>
              <a:gd name="connsiteY67" fmla="*/ 1406769 h 1424354"/>
              <a:gd name="connsiteX68" fmla="*/ 630955 w 1416401"/>
              <a:gd name="connsiteY68" fmla="*/ 1400908 h 1424354"/>
              <a:gd name="connsiteX69" fmla="*/ 572339 w 1416401"/>
              <a:gd name="connsiteY69" fmla="*/ 1395046 h 1424354"/>
              <a:gd name="connsiteX70" fmla="*/ 476812 w 1416401"/>
              <a:gd name="connsiteY70" fmla="*/ 1400908 h 1424354"/>
              <a:gd name="connsiteX71" fmla="*/ 155426 w 1416401"/>
              <a:gd name="connsiteY71" fmla="*/ 1371600 h 1424354"/>
              <a:gd name="connsiteX72" fmla="*/ 83418 w 1416401"/>
              <a:gd name="connsiteY72" fmla="*/ 1299592 h 1424354"/>
              <a:gd name="connsiteX73" fmla="*/ 50662 w 1416401"/>
              <a:gd name="connsiteY73" fmla="*/ 1248508 h 1424354"/>
              <a:gd name="connsiteX74" fmla="*/ 33078 w 1416401"/>
              <a:gd name="connsiteY74" fmla="*/ 1230923 h 1424354"/>
              <a:gd name="connsiteX75" fmla="*/ 21355 w 1416401"/>
              <a:gd name="connsiteY75" fmla="*/ 1189892 h 1424354"/>
              <a:gd name="connsiteX76" fmla="*/ 9632 w 1416401"/>
              <a:gd name="connsiteY76" fmla="*/ 1143000 h 1424354"/>
              <a:gd name="connsiteX77" fmla="*/ 9632 w 1416401"/>
              <a:gd name="connsiteY77" fmla="*/ 943708 h 1424354"/>
              <a:gd name="connsiteX78" fmla="*/ 15493 w 1416401"/>
              <a:gd name="connsiteY78" fmla="*/ 926123 h 1424354"/>
              <a:gd name="connsiteX79" fmla="*/ 21355 w 1416401"/>
              <a:gd name="connsiteY79" fmla="*/ 873369 h 1424354"/>
              <a:gd name="connsiteX80" fmla="*/ 27216 w 1416401"/>
              <a:gd name="connsiteY80" fmla="*/ 855785 h 1424354"/>
              <a:gd name="connsiteX81" fmla="*/ 33078 w 1416401"/>
              <a:gd name="connsiteY81" fmla="*/ 820615 h 1424354"/>
              <a:gd name="connsiteX82" fmla="*/ 50662 w 1416401"/>
              <a:gd name="connsiteY82" fmla="*/ 779585 h 1424354"/>
              <a:gd name="connsiteX83" fmla="*/ 62385 w 1416401"/>
              <a:gd name="connsiteY83" fmla="*/ 738554 h 1424354"/>
              <a:gd name="connsiteX84" fmla="*/ 74108 w 1416401"/>
              <a:gd name="connsiteY84" fmla="*/ 715108 h 1424354"/>
              <a:gd name="connsiteX85" fmla="*/ 85832 w 1416401"/>
              <a:gd name="connsiteY85" fmla="*/ 674077 h 1424354"/>
              <a:gd name="connsiteX86" fmla="*/ 91693 w 1416401"/>
              <a:gd name="connsiteY86" fmla="*/ 656492 h 1424354"/>
              <a:gd name="connsiteX87" fmla="*/ 97555 w 1416401"/>
              <a:gd name="connsiteY87" fmla="*/ 627185 h 1424354"/>
              <a:gd name="connsiteX88" fmla="*/ 103416 w 1416401"/>
              <a:gd name="connsiteY88" fmla="*/ 609600 h 1424354"/>
              <a:gd name="connsiteX89" fmla="*/ 102366 w 1416401"/>
              <a:gd name="connsiteY89" fmla="*/ 546969 h 1424354"/>
              <a:gd name="connsiteX90" fmla="*/ 83418 w 1416401"/>
              <a:gd name="connsiteY90" fmla="*/ 435496 h 1424354"/>
              <a:gd name="connsiteX91" fmla="*/ 83418 w 1416401"/>
              <a:gd name="connsiteY91" fmla="*/ 291480 h 1424354"/>
              <a:gd name="connsiteX92" fmla="*/ 85832 w 1416401"/>
              <a:gd name="connsiteY92" fmla="*/ 263769 h 1424354"/>
              <a:gd name="connsiteX93" fmla="*/ 79970 w 1416401"/>
              <a:gd name="connsiteY93"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81232 w 1416401"/>
              <a:gd name="connsiteY55" fmla="*/ 1289538 h 1424354"/>
              <a:gd name="connsiteX56" fmla="*/ 1351924 w 1416401"/>
              <a:gd name="connsiteY56" fmla="*/ 1330569 h 1424354"/>
              <a:gd name="connsiteX57" fmla="*/ 1322616 w 1416401"/>
              <a:gd name="connsiteY57" fmla="*/ 1359877 h 1424354"/>
              <a:gd name="connsiteX58" fmla="*/ 1287447 w 1416401"/>
              <a:gd name="connsiteY58" fmla="*/ 1383323 h 1424354"/>
              <a:gd name="connsiteX59" fmla="*/ 1269862 w 1416401"/>
              <a:gd name="connsiteY59" fmla="*/ 1395046 h 1424354"/>
              <a:gd name="connsiteX60" fmla="*/ 1234693 w 1416401"/>
              <a:gd name="connsiteY60" fmla="*/ 1406769 h 1424354"/>
              <a:gd name="connsiteX61" fmla="*/ 1217108 w 1416401"/>
              <a:gd name="connsiteY61" fmla="*/ 1412631 h 1424354"/>
              <a:gd name="connsiteX62" fmla="*/ 1176078 w 1416401"/>
              <a:gd name="connsiteY62" fmla="*/ 1418492 h 1424354"/>
              <a:gd name="connsiteX63" fmla="*/ 1140908 w 1416401"/>
              <a:gd name="connsiteY63" fmla="*/ 1424354 h 1424354"/>
              <a:gd name="connsiteX64" fmla="*/ 900585 w 1416401"/>
              <a:gd name="connsiteY64" fmla="*/ 1418492 h 1424354"/>
              <a:gd name="connsiteX65" fmla="*/ 883001 w 1416401"/>
              <a:gd name="connsiteY65" fmla="*/ 1412631 h 1424354"/>
              <a:gd name="connsiteX66" fmla="*/ 800939 w 1416401"/>
              <a:gd name="connsiteY66" fmla="*/ 1406769 h 1424354"/>
              <a:gd name="connsiteX67" fmla="*/ 630955 w 1416401"/>
              <a:gd name="connsiteY67" fmla="*/ 1400908 h 1424354"/>
              <a:gd name="connsiteX68" fmla="*/ 572339 w 1416401"/>
              <a:gd name="connsiteY68" fmla="*/ 1395046 h 1424354"/>
              <a:gd name="connsiteX69" fmla="*/ 476812 w 1416401"/>
              <a:gd name="connsiteY69" fmla="*/ 1400908 h 1424354"/>
              <a:gd name="connsiteX70" fmla="*/ 155426 w 1416401"/>
              <a:gd name="connsiteY70" fmla="*/ 1371600 h 1424354"/>
              <a:gd name="connsiteX71" fmla="*/ 83418 w 1416401"/>
              <a:gd name="connsiteY71" fmla="*/ 1299592 h 1424354"/>
              <a:gd name="connsiteX72" fmla="*/ 50662 w 1416401"/>
              <a:gd name="connsiteY72" fmla="*/ 1248508 h 1424354"/>
              <a:gd name="connsiteX73" fmla="*/ 33078 w 1416401"/>
              <a:gd name="connsiteY73" fmla="*/ 1230923 h 1424354"/>
              <a:gd name="connsiteX74" fmla="*/ 21355 w 1416401"/>
              <a:gd name="connsiteY74" fmla="*/ 1189892 h 1424354"/>
              <a:gd name="connsiteX75" fmla="*/ 9632 w 1416401"/>
              <a:gd name="connsiteY75" fmla="*/ 1143000 h 1424354"/>
              <a:gd name="connsiteX76" fmla="*/ 9632 w 1416401"/>
              <a:gd name="connsiteY76" fmla="*/ 943708 h 1424354"/>
              <a:gd name="connsiteX77" fmla="*/ 15493 w 1416401"/>
              <a:gd name="connsiteY77" fmla="*/ 926123 h 1424354"/>
              <a:gd name="connsiteX78" fmla="*/ 21355 w 1416401"/>
              <a:gd name="connsiteY78" fmla="*/ 873369 h 1424354"/>
              <a:gd name="connsiteX79" fmla="*/ 27216 w 1416401"/>
              <a:gd name="connsiteY79" fmla="*/ 855785 h 1424354"/>
              <a:gd name="connsiteX80" fmla="*/ 33078 w 1416401"/>
              <a:gd name="connsiteY80" fmla="*/ 820615 h 1424354"/>
              <a:gd name="connsiteX81" fmla="*/ 50662 w 1416401"/>
              <a:gd name="connsiteY81" fmla="*/ 779585 h 1424354"/>
              <a:gd name="connsiteX82" fmla="*/ 62385 w 1416401"/>
              <a:gd name="connsiteY82" fmla="*/ 738554 h 1424354"/>
              <a:gd name="connsiteX83" fmla="*/ 74108 w 1416401"/>
              <a:gd name="connsiteY83" fmla="*/ 715108 h 1424354"/>
              <a:gd name="connsiteX84" fmla="*/ 85832 w 1416401"/>
              <a:gd name="connsiteY84" fmla="*/ 674077 h 1424354"/>
              <a:gd name="connsiteX85" fmla="*/ 91693 w 1416401"/>
              <a:gd name="connsiteY85" fmla="*/ 656492 h 1424354"/>
              <a:gd name="connsiteX86" fmla="*/ 97555 w 1416401"/>
              <a:gd name="connsiteY86" fmla="*/ 627185 h 1424354"/>
              <a:gd name="connsiteX87" fmla="*/ 103416 w 1416401"/>
              <a:gd name="connsiteY87" fmla="*/ 609600 h 1424354"/>
              <a:gd name="connsiteX88" fmla="*/ 102366 w 1416401"/>
              <a:gd name="connsiteY88" fmla="*/ 546969 h 1424354"/>
              <a:gd name="connsiteX89" fmla="*/ 83418 w 1416401"/>
              <a:gd name="connsiteY89" fmla="*/ 435496 h 1424354"/>
              <a:gd name="connsiteX90" fmla="*/ 83418 w 1416401"/>
              <a:gd name="connsiteY90" fmla="*/ 291480 h 1424354"/>
              <a:gd name="connsiteX91" fmla="*/ 85832 w 1416401"/>
              <a:gd name="connsiteY91" fmla="*/ 263769 h 1424354"/>
              <a:gd name="connsiteX92" fmla="*/ 79970 w 1416401"/>
              <a:gd name="connsiteY92"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81232 w 1416401"/>
              <a:gd name="connsiteY54" fmla="*/ 1289538 h 1424354"/>
              <a:gd name="connsiteX55" fmla="*/ 1351924 w 1416401"/>
              <a:gd name="connsiteY55" fmla="*/ 1330569 h 1424354"/>
              <a:gd name="connsiteX56" fmla="*/ 1322616 w 1416401"/>
              <a:gd name="connsiteY56" fmla="*/ 1359877 h 1424354"/>
              <a:gd name="connsiteX57" fmla="*/ 1287447 w 1416401"/>
              <a:gd name="connsiteY57" fmla="*/ 1383323 h 1424354"/>
              <a:gd name="connsiteX58" fmla="*/ 1269862 w 1416401"/>
              <a:gd name="connsiteY58" fmla="*/ 1395046 h 1424354"/>
              <a:gd name="connsiteX59" fmla="*/ 1234693 w 1416401"/>
              <a:gd name="connsiteY59" fmla="*/ 1406769 h 1424354"/>
              <a:gd name="connsiteX60" fmla="*/ 1217108 w 1416401"/>
              <a:gd name="connsiteY60" fmla="*/ 1412631 h 1424354"/>
              <a:gd name="connsiteX61" fmla="*/ 1176078 w 1416401"/>
              <a:gd name="connsiteY61" fmla="*/ 1418492 h 1424354"/>
              <a:gd name="connsiteX62" fmla="*/ 1140908 w 1416401"/>
              <a:gd name="connsiteY62" fmla="*/ 1424354 h 1424354"/>
              <a:gd name="connsiteX63" fmla="*/ 900585 w 1416401"/>
              <a:gd name="connsiteY63" fmla="*/ 1418492 h 1424354"/>
              <a:gd name="connsiteX64" fmla="*/ 883001 w 1416401"/>
              <a:gd name="connsiteY64" fmla="*/ 1412631 h 1424354"/>
              <a:gd name="connsiteX65" fmla="*/ 800939 w 1416401"/>
              <a:gd name="connsiteY65" fmla="*/ 1406769 h 1424354"/>
              <a:gd name="connsiteX66" fmla="*/ 630955 w 1416401"/>
              <a:gd name="connsiteY66" fmla="*/ 1400908 h 1424354"/>
              <a:gd name="connsiteX67" fmla="*/ 572339 w 1416401"/>
              <a:gd name="connsiteY67" fmla="*/ 1395046 h 1424354"/>
              <a:gd name="connsiteX68" fmla="*/ 476812 w 1416401"/>
              <a:gd name="connsiteY68" fmla="*/ 1400908 h 1424354"/>
              <a:gd name="connsiteX69" fmla="*/ 155426 w 1416401"/>
              <a:gd name="connsiteY69" fmla="*/ 1371600 h 1424354"/>
              <a:gd name="connsiteX70" fmla="*/ 83418 w 1416401"/>
              <a:gd name="connsiteY70" fmla="*/ 1299592 h 1424354"/>
              <a:gd name="connsiteX71" fmla="*/ 50662 w 1416401"/>
              <a:gd name="connsiteY71" fmla="*/ 1248508 h 1424354"/>
              <a:gd name="connsiteX72" fmla="*/ 33078 w 1416401"/>
              <a:gd name="connsiteY72" fmla="*/ 1230923 h 1424354"/>
              <a:gd name="connsiteX73" fmla="*/ 21355 w 1416401"/>
              <a:gd name="connsiteY73" fmla="*/ 1189892 h 1424354"/>
              <a:gd name="connsiteX74" fmla="*/ 9632 w 1416401"/>
              <a:gd name="connsiteY74" fmla="*/ 1143000 h 1424354"/>
              <a:gd name="connsiteX75" fmla="*/ 9632 w 1416401"/>
              <a:gd name="connsiteY75" fmla="*/ 943708 h 1424354"/>
              <a:gd name="connsiteX76" fmla="*/ 15493 w 1416401"/>
              <a:gd name="connsiteY76" fmla="*/ 926123 h 1424354"/>
              <a:gd name="connsiteX77" fmla="*/ 21355 w 1416401"/>
              <a:gd name="connsiteY77" fmla="*/ 873369 h 1424354"/>
              <a:gd name="connsiteX78" fmla="*/ 27216 w 1416401"/>
              <a:gd name="connsiteY78" fmla="*/ 855785 h 1424354"/>
              <a:gd name="connsiteX79" fmla="*/ 33078 w 1416401"/>
              <a:gd name="connsiteY79" fmla="*/ 820615 h 1424354"/>
              <a:gd name="connsiteX80" fmla="*/ 50662 w 1416401"/>
              <a:gd name="connsiteY80" fmla="*/ 779585 h 1424354"/>
              <a:gd name="connsiteX81" fmla="*/ 62385 w 1416401"/>
              <a:gd name="connsiteY81" fmla="*/ 738554 h 1424354"/>
              <a:gd name="connsiteX82" fmla="*/ 74108 w 1416401"/>
              <a:gd name="connsiteY82" fmla="*/ 715108 h 1424354"/>
              <a:gd name="connsiteX83" fmla="*/ 85832 w 1416401"/>
              <a:gd name="connsiteY83" fmla="*/ 674077 h 1424354"/>
              <a:gd name="connsiteX84" fmla="*/ 91693 w 1416401"/>
              <a:gd name="connsiteY84" fmla="*/ 656492 h 1424354"/>
              <a:gd name="connsiteX85" fmla="*/ 97555 w 1416401"/>
              <a:gd name="connsiteY85" fmla="*/ 627185 h 1424354"/>
              <a:gd name="connsiteX86" fmla="*/ 103416 w 1416401"/>
              <a:gd name="connsiteY86" fmla="*/ 609600 h 1424354"/>
              <a:gd name="connsiteX87" fmla="*/ 102366 w 1416401"/>
              <a:gd name="connsiteY87" fmla="*/ 546969 h 1424354"/>
              <a:gd name="connsiteX88" fmla="*/ 83418 w 1416401"/>
              <a:gd name="connsiteY88" fmla="*/ 435496 h 1424354"/>
              <a:gd name="connsiteX89" fmla="*/ 83418 w 1416401"/>
              <a:gd name="connsiteY89" fmla="*/ 291480 h 1424354"/>
              <a:gd name="connsiteX90" fmla="*/ 85832 w 1416401"/>
              <a:gd name="connsiteY90" fmla="*/ 263769 h 1424354"/>
              <a:gd name="connsiteX91" fmla="*/ 79970 w 1416401"/>
              <a:gd name="connsiteY91"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51924 w 1416401"/>
              <a:gd name="connsiteY54" fmla="*/ 1330569 h 1424354"/>
              <a:gd name="connsiteX55" fmla="*/ 1322616 w 1416401"/>
              <a:gd name="connsiteY55" fmla="*/ 1359877 h 1424354"/>
              <a:gd name="connsiteX56" fmla="*/ 1287447 w 1416401"/>
              <a:gd name="connsiteY56" fmla="*/ 1383323 h 1424354"/>
              <a:gd name="connsiteX57" fmla="*/ 1269862 w 1416401"/>
              <a:gd name="connsiteY57" fmla="*/ 1395046 h 1424354"/>
              <a:gd name="connsiteX58" fmla="*/ 1234693 w 1416401"/>
              <a:gd name="connsiteY58" fmla="*/ 1406769 h 1424354"/>
              <a:gd name="connsiteX59" fmla="*/ 1217108 w 1416401"/>
              <a:gd name="connsiteY59" fmla="*/ 1412631 h 1424354"/>
              <a:gd name="connsiteX60" fmla="*/ 1176078 w 1416401"/>
              <a:gd name="connsiteY60" fmla="*/ 1418492 h 1424354"/>
              <a:gd name="connsiteX61" fmla="*/ 1140908 w 1416401"/>
              <a:gd name="connsiteY61" fmla="*/ 1424354 h 1424354"/>
              <a:gd name="connsiteX62" fmla="*/ 900585 w 1416401"/>
              <a:gd name="connsiteY62" fmla="*/ 1418492 h 1424354"/>
              <a:gd name="connsiteX63" fmla="*/ 883001 w 1416401"/>
              <a:gd name="connsiteY63" fmla="*/ 1412631 h 1424354"/>
              <a:gd name="connsiteX64" fmla="*/ 800939 w 1416401"/>
              <a:gd name="connsiteY64" fmla="*/ 1406769 h 1424354"/>
              <a:gd name="connsiteX65" fmla="*/ 630955 w 1416401"/>
              <a:gd name="connsiteY65" fmla="*/ 1400908 h 1424354"/>
              <a:gd name="connsiteX66" fmla="*/ 572339 w 1416401"/>
              <a:gd name="connsiteY66" fmla="*/ 1395046 h 1424354"/>
              <a:gd name="connsiteX67" fmla="*/ 476812 w 1416401"/>
              <a:gd name="connsiteY67" fmla="*/ 1400908 h 1424354"/>
              <a:gd name="connsiteX68" fmla="*/ 155426 w 1416401"/>
              <a:gd name="connsiteY68" fmla="*/ 1371600 h 1424354"/>
              <a:gd name="connsiteX69" fmla="*/ 83418 w 1416401"/>
              <a:gd name="connsiteY69" fmla="*/ 1299592 h 1424354"/>
              <a:gd name="connsiteX70" fmla="*/ 50662 w 1416401"/>
              <a:gd name="connsiteY70" fmla="*/ 1248508 h 1424354"/>
              <a:gd name="connsiteX71" fmla="*/ 33078 w 1416401"/>
              <a:gd name="connsiteY71" fmla="*/ 1230923 h 1424354"/>
              <a:gd name="connsiteX72" fmla="*/ 21355 w 1416401"/>
              <a:gd name="connsiteY72" fmla="*/ 1189892 h 1424354"/>
              <a:gd name="connsiteX73" fmla="*/ 9632 w 1416401"/>
              <a:gd name="connsiteY73" fmla="*/ 1143000 h 1424354"/>
              <a:gd name="connsiteX74" fmla="*/ 9632 w 1416401"/>
              <a:gd name="connsiteY74" fmla="*/ 943708 h 1424354"/>
              <a:gd name="connsiteX75" fmla="*/ 15493 w 1416401"/>
              <a:gd name="connsiteY75" fmla="*/ 926123 h 1424354"/>
              <a:gd name="connsiteX76" fmla="*/ 21355 w 1416401"/>
              <a:gd name="connsiteY76" fmla="*/ 873369 h 1424354"/>
              <a:gd name="connsiteX77" fmla="*/ 27216 w 1416401"/>
              <a:gd name="connsiteY77" fmla="*/ 855785 h 1424354"/>
              <a:gd name="connsiteX78" fmla="*/ 33078 w 1416401"/>
              <a:gd name="connsiteY78" fmla="*/ 820615 h 1424354"/>
              <a:gd name="connsiteX79" fmla="*/ 50662 w 1416401"/>
              <a:gd name="connsiteY79" fmla="*/ 779585 h 1424354"/>
              <a:gd name="connsiteX80" fmla="*/ 62385 w 1416401"/>
              <a:gd name="connsiteY80" fmla="*/ 738554 h 1424354"/>
              <a:gd name="connsiteX81" fmla="*/ 74108 w 1416401"/>
              <a:gd name="connsiteY81" fmla="*/ 715108 h 1424354"/>
              <a:gd name="connsiteX82" fmla="*/ 85832 w 1416401"/>
              <a:gd name="connsiteY82" fmla="*/ 674077 h 1424354"/>
              <a:gd name="connsiteX83" fmla="*/ 91693 w 1416401"/>
              <a:gd name="connsiteY83" fmla="*/ 656492 h 1424354"/>
              <a:gd name="connsiteX84" fmla="*/ 97555 w 1416401"/>
              <a:gd name="connsiteY84" fmla="*/ 627185 h 1424354"/>
              <a:gd name="connsiteX85" fmla="*/ 103416 w 1416401"/>
              <a:gd name="connsiteY85" fmla="*/ 609600 h 1424354"/>
              <a:gd name="connsiteX86" fmla="*/ 102366 w 1416401"/>
              <a:gd name="connsiteY86" fmla="*/ 546969 h 1424354"/>
              <a:gd name="connsiteX87" fmla="*/ 83418 w 1416401"/>
              <a:gd name="connsiteY87" fmla="*/ 435496 h 1424354"/>
              <a:gd name="connsiteX88" fmla="*/ 83418 w 1416401"/>
              <a:gd name="connsiteY88" fmla="*/ 291480 h 1424354"/>
              <a:gd name="connsiteX89" fmla="*/ 85832 w 1416401"/>
              <a:gd name="connsiteY89" fmla="*/ 263769 h 1424354"/>
              <a:gd name="connsiteX90" fmla="*/ 79970 w 1416401"/>
              <a:gd name="connsiteY90"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22616 w 1416401"/>
              <a:gd name="connsiteY54" fmla="*/ 1359877 h 1424354"/>
              <a:gd name="connsiteX55" fmla="*/ 1287447 w 1416401"/>
              <a:gd name="connsiteY55" fmla="*/ 1383323 h 1424354"/>
              <a:gd name="connsiteX56" fmla="*/ 1269862 w 1416401"/>
              <a:gd name="connsiteY56" fmla="*/ 1395046 h 1424354"/>
              <a:gd name="connsiteX57" fmla="*/ 1234693 w 1416401"/>
              <a:gd name="connsiteY57" fmla="*/ 1406769 h 1424354"/>
              <a:gd name="connsiteX58" fmla="*/ 1217108 w 1416401"/>
              <a:gd name="connsiteY58" fmla="*/ 1412631 h 1424354"/>
              <a:gd name="connsiteX59" fmla="*/ 1176078 w 1416401"/>
              <a:gd name="connsiteY59" fmla="*/ 1418492 h 1424354"/>
              <a:gd name="connsiteX60" fmla="*/ 1140908 w 1416401"/>
              <a:gd name="connsiteY60" fmla="*/ 1424354 h 1424354"/>
              <a:gd name="connsiteX61" fmla="*/ 900585 w 1416401"/>
              <a:gd name="connsiteY61" fmla="*/ 1418492 h 1424354"/>
              <a:gd name="connsiteX62" fmla="*/ 883001 w 1416401"/>
              <a:gd name="connsiteY62" fmla="*/ 1412631 h 1424354"/>
              <a:gd name="connsiteX63" fmla="*/ 800939 w 1416401"/>
              <a:gd name="connsiteY63" fmla="*/ 1406769 h 1424354"/>
              <a:gd name="connsiteX64" fmla="*/ 630955 w 1416401"/>
              <a:gd name="connsiteY64" fmla="*/ 1400908 h 1424354"/>
              <a:gd name="connsiteX65" fmla="*/ 572339 w 1416401"/>
              <a:gd name="connsiteY65" fmla="*/ 1395046 h 1424354"/>
              <a:gd name="connsiteX66" fmla="*/ 476812 w 1416401"/>
              <a:gd name="connsiteY66" fmla="*/ 1400908 h 1424354"/>
              <a:gd name="connsiteX67" fmla="*/ 155426 w 1416401"/>
              <a:gd name="connsiteY67" fmla="*/ 1371600 h 1424354"/>
              <a:gd name="connsiteX68" fmla="*/ 83418 w 1416401"/>
              <a:gd name="connsiteY68" fmla="*/ 1299592 h 1424354"/>
              <a:gd name="connsiteX69" fmla="*/ 50662 w 1416401"/>
              <a:gd name="connsiteY69" fmla="*/ 1248508 h 1424354"/>
              <a:gd name="connsiteX70" fmla="*/ 33078 w 1416401"/>
              <a:gd name="connsiteY70" fmla="*/ 1230923 h 1424354"/>
              <a:gd name="connsiteX71" fmla="*/ 21355 w 1416401"/>
              <a:gd name="connsiteY71" fmla="*/ 1189892 h 1424354"/>
              <a:gd name="connsiteX72" fmla="*/ 9632 w 1416401"/>
              <a:gd name="connsiteY72" fmla="*/ 1143000 h 1424354"/>
              <a:gd name="connsiteX73" fmla="*/ 9632 w 1416401"/>
              <a:gd name="connsiteY73" fmla="*/ 943708 h 1424354"/>
              <a:gd name="connsiteX74" fmla="*/ 15493 w 1416401"/>
              <a:gd name="connsiteY74" fmla="*/ 926123 h 1424354"/>
              <a:gd name="connsiteX75" fmla="*/ 21355 w 1416401"/>
              <a:gd name="connsiteY75" fmla="*/ 873369 h 1424354"/>
              <a:gd name="connsiteX76" fmla="*/ 27216 w 1416401"/>
              <a:gd name="connsiteY76" fmla="*/ 855785 h 1424354"/>
              <a:gd name="connsiteX77" fmla="*/ 33078 w 1416401"/>
              <a:gd name="connsiteY77" fmla="*/ 820615 h 1424354"/>
              <a:gd name="connsiteX78" fmla="*/ 50662 w 1416401"/>
              <a:gd name="connsiteY78" fmla="*/ 779585 h 1424354"/>
              <a:gd name="connsiteX79" fmla="*/ 62385 w 1416401"/>
              <a:gd name="connsiteY79" fmla="*/ 738554 h 1424354"/>
              <a:gd name="connsiteX80" fmla="*/ 74108 w 1416401"/>
              <a:gd name="connsiteY80" fmla="*/ 715108 h 1424354"/>
              <a:gd name="connsiteX81" fmla="*/ 85832 w 1416401"/>
              <a:gd name="connsiteY81" fmla="*/ 674077 h 1424354"/>
              <a:gd name="connsiteX82" fmla="*/ 91693 w 1416401"/>
              <a:gd name="connsiteY82" fmla="*/ 656492 h 1424354"/>
              <a:gd name="connsiteX83" fmla="*/ 97555 w 1416401"/>
              <a:gd name="connsiteY83" fmla="*/ 627185 h 1424354"/>
              <a:gd name="connsiteX84" fmla="*/ 103416 w 1416401"/>
              <a:gd name="connsiteY84" fmla="*/ 609600 h 1424354"/>
              <a:gd name="connsiteX85" fmla="*/ 102366 w 1416401"/>
              <a:gd name="connsiteY85" fmla="*/ 546969 h 1424354"/>
              <a:gd name="connsiteX86" fmla="*/ 83418 w 1416401"/>
              <a:gd name="connsiteY86" fmla="*/ 435496 h 1424354"/>
              <a:gd name="connsiteX87" fmla="*/ 83418 w 1416401"/>
              <a:gd name="connsiteY87" fmla="*/ 291480 h 1424354"/>
              <a:gd name="connsiteX88" fmla="*/ 85832 w 1416401"/>
              <a:gd name="connsiteY88" fmla="*/ 263769 h 1424354"/>
              <a:gd name="connsiteX89" fmla="*/ 79970 w 1416401"/>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82870 w 1424802"/>
              <a:gd name="connsiteY5" fmla="*/ 75475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316389 h 1494558"/>
              <a:gd name="connsiteX1" fmla="*/ 97555 w 1424802"/>
              <a:gd name="connsiteY1" fmla="*/ 263635 h 1494558"/>
              <a:gd name="connsiteX2" fmla="*/ 103416 w 1424802"/>
              <a:gd name="connsiteY2" fmla="*/ 246050 h 1494558"/>
              <a:gd name="connsiteX3" fmla="*/ 109278 w 1424802"/>
              <a:gd name="connsiteY3" fmla="*/ 222604 h 1494558"/>
              <a:gd name="connsiteX4" fmla="*/ 132724 w 1424802"/>
              <a:gd name="connsiteY4" fmla="*/ 187435 h 1494558"/>
              <a:gd name="connsiteX5" fmla="*/ 82870 w 1424802"/>
              <a:gd name="connsiteY5" fmla="*/ 145679 h 1494558"/>
              <a:gd name="connsiteX6" fmla="*/ 197201 w 1424802"/>
              <a:gd name="connsiteY6" fmla="*/ 140542 h 1494558"/>
              <a:gd name="connsiteX7" fmla="*/ 226508 w 1424802"/>
              <a:gd name="connsiteY7" fmla="*/ 122958 h 1494558"/>
              <a:gd name="connsiteX8" fmla="*/ 261678 w 1424802"/>
              <a:gd name="connsiteY8" fmla="*/ 111235 h 1494558"/>
              <a:gd name="connsiteX9" fmla="*/ 308570 w 1424802"/>
              <a:gd name="connsiteY9" fmla="*/ 93650 h 1494558"/>
              <a:gd name="connsiteX10" fmla="*/ 326155 w 1424802"/>
              <a:gd name="connsiteY10" fmla="*/ 87789 h 1494558"/>
              <a:gd name="connsiteX11" fmla="*/ 367185 w 1424802"/>
              <a:gd name="connsiteY11" fmla="*/ 81927 h 1494558"/>
              <a:gd name="connsiteX12" fmla="*/ 490278 w 1424802"/>
              <a:gd name="connsiteY12" fmla="*/ 70204 h 1494558"/>
              <a:gd name="connsiteX13" fmla="*/ 607508 w 1424802"/>
              <a:gd name="connsiteY13" fmla="*/ 81927 h 1494558"/>
              <a:gd name="connsiteX14" fmla="*/ 659264 w 1424802"/>
              <a:gd name="connsiteY14" fmla="*/ 1626 h 1494558"/>
              <a:gd name="connsiteX15" fmla="*/ 671985 w 1424802"/>
              <a:gd name="connsiteY15" fmla="*/ 99512 h 1494558"/>
              <a:gd name="connsiteX16" fmla="*/ 695432 w 1424802"/>
              <a:gd name="connsiteY16" fmla="*/ 105373 h 1494558"/>
              <a:gd name="connsiteX17" fmla="*/ 718878 w 1424802"/>
              <a:gd name="connsiteY17" fmla="*/ 117096 h 1494558"/>
              <a:gd name="connsiteX18" fmla="*/ 754047 w 1424802"/>
              <a:gd name="connsiteY18" fmla="*/ 128819 h 1494558"/>
              <a:gd name="connsiteX19" fmla="*/ 771632 w 1424802"/>
              <a:gd name="connsiteY19" fmla="*/ 140542 h 1494558"/>
              <a:gd name="connsiteX20" fmla="*/ 789216 w 1424802"/>
              <a:gd name="connsiteY20" fmla="*/ 158127 h 1494558"/>
              <a:gd name="connsiteX21" fmla="*/ 824385 w 1424802"/>
              <a:gd name="connsiteY21" fmla="*/ 169850 h 1494558"/>
              <a:gd name="connsiteX22" fmla="*/ 841970 w 1424802"/>
              <a:gd name="connsiteY22" fmla="*/ 187435 h 1494558"/>
              <a:gd name="connsiteX23" fmla="*/ 847832 w 1424802"/>
              <a:gd name="connsiteY23" fmla="*/ 205019 h 1494558"/>
              <a:gd name="connsiteX24" fmla="*/ 865416 w 1424802"/>
              <a:gd name="connsiteY24" fmla="*/ 210881 h 1494558"/>
              <a:gd name="connsiteX25" fmla="*/ 906447 w 1424802"/>
              <a:gd name="connsiteY25" fmla="*/ 246050 h 1494558"/>
              <a:gd name="connsiteX26" fmla="*/ 918170 w 1424802"/>
              <a:gd name="connsiteY26" fmla="*/ 263635 h 1494558"/>
              <a:gd name="connsiteX27" fmla="*/ 935755 w 1424802"/>
              <a:gd name="connsiteY27" fmla="*/ 275358 h 1494558"/>
              <a:gd name="connsiteX28" fmla="*/ 959201 w 1424802"/>
              <a:gd name="connsiteY28" fmla="*/ 292942 h 1494558"/>
              <a:gd name="connsiteX29" fmla="*/ 976785 w 1424802"/>
              <a:gd name="connsiteY29" fmla="*/ 304666 h 1494558"/>
              <a:gd name="connsiteX30" fmla="*/ 994370 w 1424802"/>
              <a:gd name="connsiteY30" fmla="*/ 328112 h 1494558"/>
              <a:gd name="connsiteX31" fmla="*/ 1035401 w 1424802"/>
              <a:gd name="connsiteY31" fmla="*/ 351558 h 1494558"/>
              <a:gd name="connsiteX32" fmla="*/ 1058847 w 1424802"/>
              <a:gd name="connsiteY32" fmla="*/ 380866 h 1494558"/>
              <a:gd name="connsiteX33" fmla="*/ 1099878 w 1424802"/>
              <a:gd name="connsiteY33" fmla="*/ 416035 h 1494558"/>
              <a:gd name="connsiteX34" fmla="*/ 1129185 w 1424802"/>
              <a:gd name="connsiteY34" fmla="*/ 457066 h 1494558"/>
              <a:gd name="connsiteX35" fmla="*/ 1135047 w 1424802"/>
              <a:gd name="connsiteY35" fmla="*/ 474650 h 1494558"/>
              <a:gd name="connsiteX36" fmla="*/ 1170216 w 1424802"/>
              <a:gd name="connsiteY36" fmla="*/ 515681 h 1494558"/>
              <a:gd name="connsiteX37" fmla="*/ 1187801 w 1424802"/>
              <a:gd name="connsiteY37" fmla="*/ 539127 h 1494558"/>
              <a:gd name="connsiteX38" fmla="*/ 1211247 w 1424802"/>
              <a:gd name="connsiteY38" fmla="*/ 574296 h 1494558"/>
              <a:gd name="connsiteX39" fmla="*/ 1240555 w 1424802"/>
              <a:gd name="connsiteY39" fmla="*/ 615327 h 1494558"/>
              <a:gd name="connsiteX40" fmla="*/ 1264001 w 1424802"/>
              <a:gd name="connsiteY40" fmla="*/ 662219 h 1494558"/>
              <a:gd name="connsiteX41" fmla="*/ 1269862 w 1424802"/>
              <a:gd name="connsiteY41" fmla="*/ 679804 h 1494558"/>
              <a:gd name="connsiteX42" fmla="*/ 1287447 w 1424802"/>
              <a:gd name="connsiteY42" fmla="*/ 709112 h 1494558"/>
              <a:gd name="connsiteX43" fmla="*/ 1299170 w 1424802"/>
              <a:gd name="connsiteY43" fmla="*/ 732558 h 1494558"/>
              <a:gd name="connsiteX44" fmla="*/ 1316755 w 1424802"/>
              <a:gd name="connsiteY44" fmla="*/ 750142 h 1494558"/>
              <a:gd name="connsiteX45" fmla="*/ 1340201 w 1424802"/>
              <a:gd name="connsiteY45" fmla="*/ 791173 h 1494558"/>
              <a:gd name="connsiteX46" fmla="*/ 1351924 w 1424802"/>
              <a:gd name="connsiteY46" fmla="*/ 814619 h 1494558"/>
              <a:gd name="connsiteX47" fmla="*/ 1357785 w 1424802"/>
              <a:gd name="connsiteY47" fmla="*/ 832204 h 1494558"/>
              <a:gd name="connsiteX48" fmla="*/ 1369508 w 1424802"/>
              <a:gd name="connsiteY48" fmla="*/ 849789 h 1494558"/>
              <a:gd name="connsiteX49" fmla="*/ 1381232 w 1424802"/>
              <a:gd name="connsiteY49" fmla="*/ 879096 h 1494558"/>
              <a:gd name="connsiteX50" fmla="*/ 1398816 w 1424802"/>
              <a:gd name="connsiteY50" fmla="*/ 955296 h 1494558"/>
              <a:gd name="connsiteX51" fmla="*/ 1410539 w 1424802"/>
              <a:gd name="connsiteY51" fmla="*/ 1025635 h 1494558"/>
              <a:gd name="connsiteX52" fmla="*/ 1416401 w 1424802"/>
              <a:gd name="connsiteY52" fmla="*/ 1043219 h 1494558"/>
              <a:gd name="connsiteX53" fmla="*/ 1410539 w 1424802"/>
              <a:gd name="connsiteY53" fmla="*/ 1195619 h 1494558"/>
              <a:gd name="connsiteX54" fmla="*/ 1404287 w 1424802"/>
              <a:gd name="connsiteY54" fmla="*/ 1319245 h 1494558"/>
              <a:gd name="connsiteX55" fmla="*/ 1287447 w 1424802"/>
              <a:gd name="connsiteY55" fmla="*/ 1453527 h 1494558"/>
              <a:gd name="connsiteX56" fmla="*/ 1269862 w 1424802"/>
              <a:gd name="connsiteY56" fmla="*/ 1465250 h 1494558"/>
              <a:gd name="connsiteX57" fmla="*/ 1234693 w 1424802"/>
              <a:gd name="connsiteY57" fmla="*/ 1476973 h 1494558"/>
              <a:gd name="connsiteX58" fmla="*/ 1217108 w 1424802"/>
              <a:gd name="connsiteY58" fmla="*/ 1482835 h 1494558"/>
              <a:gd name="connsiteX59" fmla="*/ 1176078 w 1424802"/>
              <a:gd name="connsiteY59" fmla="*/ 1488696 h 1494558"/>
              <a:gd name="connsiteX60" fmla="*/ 1140908 w 1424802"/>
              <a:gd name="connsiteY60" fmla="*/ 1494558 h 1494558"/>
              <a:gd name="connsiteX61" fmla="*/ 900585 w 1424802"/>
              <a:gd name="connsiteY61" fmla="*/ 1488696 h 1494558"/>
              <a:gd name="connsiteX62" fmla="*/ 883001 w 1424802"/>
              <a:gd name="connsiteY62" fmla="*/ 1482835 h 1494558"/>
              <a:gd name="connsiteX63" fmla="*/ 800939 w 1424802"/>
              <a:gd name="connsiteY63" fmla="*/ 1476973 h 1494558"/>
              <a:gd name="connsiteX64" fmla="*/ 630955 w 1424802"/>
              <a:gd name="connsiteY64" fmla="*/ 1471112 h 1494558"/>
              <a:gd name="connsiteX65" fmla="*/ 572339 w 1424802"/>
              <a:gd name="connsiteY65" fmla="*/ 1465250 h 1494558"/>
              <a:gd name="connsiteX66" fmla="*/ 476812 w 1424802"/>
              <a:gd name="connsiteY66" fmla="*/ 1471112 h 1494558"/>
              <a:gd name="connsiteX67" fmla="*/ 155426 w 1424802"/>
              <a:gd name="connsiteY67" fmla="*/ 1441804 h 1494558"/>
              <a:gd name="connsiteX68" fmla="*/ 83418 w 1424802"/>
              <a:gd name="connsiteY68" fmla="*/ 1369796 h 1494558"/>
              <a:gd name="connsiteX69" fmla="*/ 50662 w 1424802"/>
              <a:gd name="connsiteY69" fmla="*/ 1318712 h 1494558"/>
              <a:gd name="connsiteX70" fmla="*/ 33078 w 1424802"/>
              <a:gd name="connsiteY70" fmla="*/ 1301127 h 1494558"/>
              <a:gd name="connsiteX71" fmla="*/ 21355 w 1424802"/>
              <a:gd name="connsiteY71" fmla="*/ 1260096 h 1494558"/>
              <a:gd name="connsiteX72" fmla="*/ 9632 w 1424802"/>
              <a:gd name="connsiteY72" fmla="*/ 1213204 h 1494558"/>
              <a:gd name="connsiteX73" fmla="*/ 9632 w 1424802"/>
              <a:gd name="connsiteY73" fmla="*/ 1013912 h 1494558"/>
              <a:gd name="connsiteX74" fmla="*/ 15493 w 1424802"/>
              <a:gd name="connsiteY74" fmla="*/ 996327 h 1494558"/>
              <a:gd name="connsiteX75" fmla="*/ 21355 w 1424802"/>
              <a:gd name="connsiteY75" fmla="*/ 943573 h 1494558"/>
              <a:gd name="connsiteX76" fmla="*/ 27216 w 1424802"/>
              <a:gd name="connsiteY76" fmla="*/ 925989 h 1494558"/>
              <a:gd name="connsiteX77" fmla="*/ 33078 w 1424802"/>
              <a:gd name="connsiteY77" fmla="*/ 890819 h 1494558"/>
              <a:gd name="connsiteX78" fmla="*/ 50662 w 1424802"/>
              <a:gd name="connsiteY78" fmla="*/ 849789 h 1494558"/>
              <a:gd name="connsiteX79" fmla="*/ 62385 w 1424802"/>
              <a:gd name="connsiteY79" fmla="*/ 808758 h 1494558"/>
              <a:gd name="connsiteX80" fmla="*/ 74108 w 1424802"/>
              <a:gd name="connsiteY80" fmla="*/ 785312 h 1494558"/>
              <a:gd name="connsiteX81" fmla="*/ 85832 w 1424802"/>
              <a:gd name="connsiteY81" fmla="*/ 744281 h 1494558"/>
              <a:gd name="connsiteX82" fmla="*/ 91693 w 1424802"/>
              <a:gd name="connsiteY82" fmla="*/ 726696 h 1494558"/>
              <a:gd name="connsiteX83" fmla="*/ 97555 w 1424802"/>
              <a:gd name="connsiteY83" fmla="*/ 697389 h 1494558"/>
              <a:gd name="connsiteX84" fmla="*/ 103416 w 1424802"/>
              <a:gd name="connsiteY84" fmla="*/ 679804 h 1494558"/>
              <a:gd name="connsiteX85" fmla="*/ 102366 w 1424802"/>
              <a:gd name="connsiteY85" fmla="*/ 617173 h 1494558"/>
              <a:gd name="connsiteX86" fmla="*/ 83418 w 1424802"/>
              <a:gd name="connsiteY86" fmla="*/ 505700 h 1494558"/>
              <a:gd name="connsiteX87" fmla="*/ 83418 w 1424802"/>
              <a:gd name="connsiteY87" fmla="*/ 361684 h 1494558"/>
              <a:gd name="connsiteX88" fmla="*/ 85832 w 1424802"/>
              <a:gd name="connsiteY88" fmla="*/ 333973 h 1494558"/>
              <a:gd name="connsiteX89" fmla="*/ 79970 w 1424802"/>
              <a:gd name="connsiteY89" fmla="*/ 316389 h 1494558"/>
              <a:gd name="connsiteX0" fmla="*/ 79970 w 1424802"/>
              <a:gd name="connsiteY0" fmla="*/ 316389 h 1494558"/>
              <a:gd name="connsiteX1" fmla="*/ 97555 w 1424802"/>
              <a:gd name="connsiteY1" fmla="*/ 263635 h 1494558"/>
              <a:gd name="connsiteX2" fmla="*/ 103416 w 1424802"/>
              <a:gd name="connsiteY2" fmla="*/ 246050 h 1494558"/>
              <a:gd name="connsiteX3" fmla="*/ 109278 w 1424802"/>
              <a:gd name="connsiteY3" fmla="*/ 222604 h 1494558"/>
              <a:gd name="connsiteX4" fmla="*/ 132724 w 1424802"/>
              <a:gd name="connsiteY4" fmla="*/ 187435 h 1494558"/>
              <a:gd name="connsiteX5" fmla="*/ 82870 w 1424802"/>
              <a:gd name="connsiteY5" fmla="*/ 145679 h 1494558"/>
              <a:gd name="connsiteX6" fmla="*/ 197201 w 1424802"/>
              <a:gd name="connsiteY6" fmla="*/ 140542 h 1494558"/>
              <a:gd name="connsiteX7" fmla="*/ 226508 w 1424802"/>
              <a:gd name="connsiteY7" fmla="*/ 122958 h 1494558"/>
              <a:gd name="connsiteX8" fmla="*/ 261678 w 1424802"/>
              <a:gd name="connsiteY8" fmla="*/ 111235 h 1494558"/>
              <a:gd name="connsiteX9" fmla="*/ 308570 w 1424802"/>
              <a:gd name="connsiteY9" fmla="*/ 93650 h 1494558"/>
              <a:gd name="connsiteX10" fmla="*/ 326155 w 1424802"/>
              <a:gd name="connsiteY10" fmla="*/ 87789 h 1494558"/>
              <a:gd name="connsiteX11" fmla="*/ 367185 w 1424802"/>
              <a:gd name="connsiteY11" fmla="*/ 81927 h 1494558"/>
              <a:gd name="connsiteX12" fmla="*/ 443116 w 1424802"/>
              <a:gd name="connsiteY12" fmla="*/ 1626 h 1494558"/>
              <a:gd name="connsiteX13" fmla="*/ 607508 w 1424802"/>
              <a:gd name="connsiteY13" fmla="*/ 81927 h 1494558"/>
              <a:gd name="connsiteX14" fmla="*/ 659264 w 1424802"/>
              <a:gd name="connsiteY14" fmla="*/ 1626 h 1494558"/>
              <a:gd name="connsiteX15" fmla="*/ 671985 w 1424802"/>
              <a:gd name="connsiteY15" fmla="*/ 99512 h 1494558"/>
              <a:gd name="connsiteX16" fmla="*/ 695432 w 1424802"/>
              <a:gd name="connsiteY16" fmla="*/ 105373 h 1494558"/>
              <a:gd name="connsiteX17" fmla="*/ 718878 w 1424802"/>
              <a:gd name="connsiteY17" fmla="*/ 117096 h 1494558"/>
              <a:gd name="connsiteX18" fmla="*/ 754047 w 1424802"/>
              <a:gd name="connsiteY18" fmla="*/ 128819 h 1494558"/>
              <a:gd name="connsiteX19" fmla="*/ 771632 w 1424802"/>
              <a:gd name="connsiteY19" fmla="*/ 140542 h 1494558"/>
              <a:gd name="connsiteX20" fmla="*/ 789216 w 1424802"/>
              <a:gd name="connsiteY20" fmla="*/ 158127 h 1494558"/>
              <a:gd name="connsiteX21" fmla="*/ 824385 w 1424802"/>
              <a:gd name="connsiteY21" fmla="*/ 169850 h 1494558"/>
              <a:gd name="connsiteX22" fmla="*/ 841970 w 1424802"/>
              <a:gd name="connsiteY22" fmla="*/ 187435 h 1494558"/>
              <a:gd name="connsiteX23" fmla="*/ 847832 w 1424802"/>
              <a:gd name="connsiteY23" fmla="*/ 205019 h 1494558"/>
              <a:gd name="connsiteX24" fmla="*/ 865416 w 1424802"/>
              <a:gd name="connsiteY24" fmla="*/ 210881 h 1494558"/>
              <a:gd name="connsiteX25" fmla="*/ 906447 w 1424802"/>
              <a:gd name="connsiteY25" fmla="*/ 246050 h 1494558"/>
              <a:gd name="connsiteX26" fmla="*/ 918170 w 1424802"/>
              <a:gd name="connsiteY26" fmla="*/ 263635 h 1494558"/>
              <a:gd name="connsiteX27" fmla="*/ 935755 w 1424802"/>
              <a:gd name="connsiteY27" fmla="*/ 275358 h 1494558"/>
              <a:gd name="connsiteX28" fmla="*/ 959201 w 1424802"/>
              <a:gd name="connsiteY28" fmla="*/ 292942 h 1494558"/>
              <a:gd name="connsiteX29" fmla="*/ 976785 w 1424802"/>
              <a:gd name="connsiteY29" fmla="*/ 304666 h 1494558"/>
              <a:gd name="connsiteX30" fmla="*/ 994370 w 1424802"/>
              <a:gd name="connsiteY30" fmla="*/ 328112 h 1494558"/>
              <a:gd name="connsiteX31" fmla="*/ 1035401 w 1424802"/>
              <a:gd name="connsiteY31" fmla="*/ 351558 h 1494558"/>
              <a:gd name="connsiteX32" fmla="*/ 1058847 w 1424802"/>
              <a:gd name="connsiteY32" fmla="*/ 380866 h 1494558"/>
              <a:gd name="connsiteX33" fmla="*/ 1099878 w 1424802"/>
              <a:gd name="connsiteY33" fmla="*/ 416035 h 1494558"/>
              <a:gd name="connsiteX34" fmla="*/ 1129185 w 1424802"/>
              <a:gd name="connsiteY34" fmla="*/ 457066 h 1494558"/>
              <a:gd name="connsiteX35" fmla="*/ 1135047 w 1424802"/>
              <a:gd name="connsiteY35" fmla="*/ 474650 h 1494558"/>
              <a:gd name="connsiteX36" fmla="*/ 1170216 w 1424802"/>
              <a:gd name="connsiteY36" fmla="*/ 515681 h 1494558"/>
              <a:gd name="connsiteX37" fmla="*/ 1187801 w 1424802"/>
              <a:gd name="connsiteY37" fmla="*/ 539127 h 1494558"/>
              <a:gd name="connsiteX38" fmla="*/ 1211247 w 1424802"/>
              <a:gd name="connsiteY38" fmla="*/ 574296 h 1494558"/>
              <a:gd name="connsiteX39" fmla="*/ 1240555 w 1424802"/>
              <a:gd name="connsiteY39" fmla="*/ 615327 h 1494558"/>
              <a:gd name="connsiteX40" fmla="*/ 1264001 w 1424802"/>
              <a:gd name="connsiteY40" fmla="*/ 662219 h 1494558"/>
              <a:gd name="connsiteX41" fmla="*/ 1269862 w 1424802"/>
              <a:gd name="connsiteY41" fmla="*/ 679804 h 1494558"/>
              <a:gd name="connsiteX42" fmla="*/ 1287447 w 1424802"/>
              <a:gd name="connsiteY42" fmla="*/ 709112 h 1494558"/>
              <a:gd name="connsiteX43" fmla="*/ 1299170 w 1424802"/>
              <a:gd name="connsiteY43" fmla="*/ 732558 h 1494558"/>
              <a:gd name="connsiteX44" fmla="*/ 1316755 w 1424802"/>
              <a:gd name="connsiteY44" fmla="*/ 750142 h 1494558"/>
              <a:gd name="connsiteX45" fmla="*/ 1340201 w 1424802"/>
              <a:gd name="connsiteY45" fmla="*/ 791173 h 1494558"/>
              <a:gd name="connsiteX46" fmla="*/ 1351924 w 1424802"/>
              <a:gd name="connsiteY46" fmla="*/ 814619 h 1494558"/>
              <a:gd name="connsiteX47" fmla="*/ 1357785 w 1424802"/>
              <a:gd name="connsiteY47" fmla="*/ 832204 h 1494558"/>
              <a:gd name="connsiteX48" fmla="*/ 1369508 w 1424802"/>
              <a:gd name="connsiteY48" fmla="*/ 849789 h 1494558"/>
              <a:gd name="connsiteX49" fmla="*/ 1381232 w 1424802"/>
              <a:gd name="connsiteY49" fmla="*/ 879096 h 1494558"/>
              <a:gd name="connsiteX50" fmla="*/ 1398816 w 1424802"/>
              <a:gd name="connsiteY50" fmla="*/ 955296 h 1494558"/>
              <a:gd name="connsiteX51" fmla="*/ 1410539 w 1424802"/>
              <a:gd name="connsiteY51" fmla="*/ 1025635 h 1494558"/>
              <a:gd name="connsiteX52" fmla="*/ 1416401 w 1424802"/>
              <a:gd name="connsiteY52" fmla="*/ 1043219 h 1494558"/>
              <a:gd name="connsiteX53" fmla="*/ 1410539 w 1424802"/>
              <a:gd name="connsiteY53" fmla="*/ 1195619 h 1494558"/>
              <a:gd name="connsiteX54" fmla="*/ 1404287 w 1424802"/>
              <a:gd name="connsiteY54" fmla="*/ 1319245 h 1494558"/>
              <a:gd name="connsiteX55" fmla="*/ 1287447 w 1424802"/>
              <a:gd name="connsiteY55" fmla="*/ 1453527 h 1494558"/>
              <a:gd name="connsiteX56" fmla="*/ 1269862 w 1424802"/>
              <a:gd name="connsiteY56" fmla="*/ 1465250 h 1494558"/>
              <a:gd name="connsiteX57" fmla="*/ 1234693 w 1424802"/>
              <a:gd name="connsiteY57" fmla="*/ 1476973 h 1494558"/>
              <a:gd name="connsiteX58" fmla="*/ 1217108 w 1424802"/>
              <a:gd name="connsiteY58" fmla="*/ 1482835 h 1494558"/>
              <a:gd name="connsiteX59" fmla="*/ 1176078 w 1424802"/>
              <a:gd name="connsiteY59" fmla="*/ 1488696 h 1494558"/>
              <a:gd name="connsiteX60" fmla="*/ 1140908 w 1424802"/>
              <a:gd name="connsiteY60" fmla="*/ 1494558 h 1494558"/>
              <a:gd name="connsiteX61" fmla="*/ 900585 w 1424802"/>
              <a:gd name="connsiteY61" fmla="*/ 1488696 h 1494558"/>
              <a:gd name="connsiteX62" fmla="*/ 883001 w 1424802"/>
              <a:gd name="connsiteY62" fmla="*/ 1482835 h 1494558"/>
              <a:gd name="connsiteX63" fmla="*/ 800939 w 1424802"/>
              <a:gd name="connsiteY63" fmla="*/ 1476973 h 1494558"/>
              <a:gd name="connsiteX64" fmla="*/ 630955 w 1424802"/>
              <a:gd name="connsiteY64" fmla="*/ 1471112 h 1494558"/>
              <a:gd name="connsiteX65" fmla="*/ 572339 w 1424802"/>
              <a:gd name="connsiteY65" fmla="*/ 1465250 h 1494558"/>
              <a:gd name="connsiteX66" fmla="*/ 476812 w 1424802"/>
              <a:gd name="connsiteY66" fmla="*/ 1471112 h 1494558"/>
              <a:gd name="connsiteX67" fmla="*/ 155426 w 1424802"/>
              <a:gd name="connsiteY67" fmla="*/ 1441804 h 1494558"/>
              <a:gd name="connsiteX68" fmla="*/ 83418 w 1424802"/>
              <a:gd name="connsiteY68" fmla="*/ 1369796 h 1494558"/>
              <a:gd name="connsiteX69" fmla="*/ 50662 w 1424802"/>
              <a:gd name="connsiteY69" fmla="*/ 1318712 h 1494558"/>
              <a:gd name="connsiteX70" fmla="*/ 33078 w 1424802"/>
              <a:gd name="connsiteY70" fmla="*/ 1301127 h 1494558"/>
              <a:gd name="connsiteX71" fmla="*/ 21355 w 1424802"/>
              <a:gd name="connsiteY71" fmla="*/ 1260096 h 1494558"/>
              <a:gd name="connsiteX72" fmla="*/ 9632 w 1424802"/>
              <a:gd name="connsiteY72" fmla="*/ 1213204 h 1494558"/>
              <a:gd name="connsiteX73" fmla="*/ 9632 w 1424802"/>
              <a:gd name="connsiteY73" fmla="*/ 1013912 h 1494558"/>
              <a:gd name="connsiteX74" fmla="*/ 15493 w 1424802"/>
              <a:gd name="connsiteY74" fmla="*/ 996327 h 1494558"/>
              <a:gd name="connsiteX75" fmla="*/ 21355 w 1424802"/>
              <a:gd name="connsiteY75" fmla="*/ 943573 h 1494558"/>
              <a:gd name="connsiteX76" fmla="*/ 27216 w 1424802"/>
              <a:gd name="connsiteY76" fmla="*/ 925989 h 1494558"/>
              <a:gd name="connsiteX77" fmla="*/ 33078 w 1424802"/>
              <a:gd name="connsiteY77" fmla="*/ 890819 h 1494558"/>
              <a:gd name="connsiteX78" fmla="*/ 50662 w 1424802"/>
              <a:gd name="connsiteY78" fmla="*/ 849789 h 1494558"/>
              <a:gd name="connsiteX79" fmla="*/ 62385 w 1424802"/>
              <a:gd name="connsiteY79" fmla="*/ 808758 h 1494558"/>
              <a:gd name="connsiteX80" fmla="*/ 74108 w 1424802"/>
              <a:gd name="connsiteY80" fmla="*/ 785312 h 1494558"/>
              <a:gd name="connsiteX81" fmla="*/ 85832 w 1424802"/>
              <a:gd name="connsiteY81" fmla="*/ 744281 h 1494558"/>
              <a:gd name="connsiteX82" fmla="*/ 91693 w 1424802"/>
              <a:gd name="connsiteY82" fmla="*/ 726696 h 1494558"/>
              <a:gd name="connsiteX83" fmla="*/ 97555 w 1424802"/>
              <a:gd name="connsiteY83" fmla="*/ 697389 h 1494558"/>
              <a:gd name="connsiteX84" fmla="*/ 103416 w 1424802"/>
              <a:gd name="connsiteY84" fmla="*/ 679804 h 1494558"/>
              <a:gd name="connsiteX85" fmla="*/ 102366 w 1424802"/>
              <a:gd name="connsiteY85" fmla="*/ 617173 h 1494558"/>
              <a:gd name="connsiteX86" fmla="*/ 83418 w 1424802"/>
              <a:gd name="connsiteY86" fmla="*/ 505700 h 1494558"/>
              <a:gd name="connsiteX87" fmla="*/ 83418 w 1424802"/>
              <a:gd name="connsiteY87" fmla="*/ 361684 h 1494558"/>
              <a:gd name="connsiteX88" fmla="*/ 85832 w 1424802"/>
              <a:gd name="connsiteY88" fmla="*/ 333973 h 1494558"/>
              <a:gd name="connsiteX89" fmla="*/ 79970 w 1424802"/>
              <a:gd name="connsiteY89" fmla="*/ 316389 h 1494558"/>
              <a:gd name="connsiteX0" fmla="*/ 79970 w 1424802"/>
              <a:gd name="connsiteY0" fmla="*/ 317472 h 1495641"/>
              <a:gd name="connsiteX1" fmla="*/ 97555 w 1424802"/>
              <a:gd name="connsiteY1" fmla="*/ 264718 h 1495641"/>
              <a:gd name="connsiteX2" fmla="*/ 103416 w 1424802"/>
              <a:gd name="connsiteY2" fmla="*/ 247133 h 1495641"/>
              <a:gd name="connsiteX3" fmla="*/ 109278 w 1424802"/>
              <a:gd name="connsiteY3" fmla="*/ 223687 h 1495641"/>
              <a:gd name="connsiteX4" fmla="*/ 132724 w 1424802"/>
              <a:gd name="connsiteY4" fmla="*/ 188518 h 1495641"/>
              <a:gd name="connsiteX5" fmla="*/ 82870 w 1424802"/>
              <a:gd name="connsiteY5" fmla="*/ 146762 h 1495641"/>
              <a:gd name="connsiteX6" fmla="*/ 197201 w 1424802"/>
              <a:gd name="connsiteY6" fmla="*/ 141625 h 1495641"/>
              <a:gd name="connsiteX7" fmla="*/ 226508 w 1424802"/>
              <a:gd name="connsiteY7" fmla="*/ 124041 h 1495641"/>
              <a:gd name="connsiteX8" fmla="*/ 261678 w 1424802"/>
              <a:gd name="connsiteY8" fmla="*/ 112318 h 1495641"/>
              <a:gd name="connsiteX9" fmla="*/ 308570 w 1424802"/>
              <a:gd name="connsiteY9" fmla="*/ 94733 h 1495641"/>
              <a:gd name="connsiteX10" fmla="*/ 299018 w 1424802"/>
              <a:gd name="connsiteY10" fmla="*/ 2709 h 1495641"/>
              <a:gd name="connsiteX11" fmla="*/ 367185 w 1424802"/>
              <a:gd name="connsiteY11" fmla="*/ 83010 h 1495641"/>
              <a:gd name="connsiteX12" fmla="*/ 443116 w 1424802"/>
              <a:gd name="connsiteY12" fmla="*/ 2709 h 1495641"/>
              <a:gd name="connsiteX13" fmla="*/ 607508 w 1424802"/>
              <a:gd name="connsiteY13" fmla="*/ 83010 h 1495641"/>
              <a:gd name="connsiteX14" fmla="*/ 659264 w 1424802"/>
              <a:gd name="connsiteY14" fmla="*/ 2709 h 1495641"/>
              <a:gd name="connsiteX15" fmla="*/ 671985 w 1424802"/>
              <a:gd name="connsiteY15" fmla="*/ 100595 h 1495641"/>
              <a:gd name="connsiteX16" fmla="*/ 695432 w 1424802"/>
              <a:gd name="connsiteY16" fmla="*/ 106456 h 1495641"/>
              <a:gd name="connsiteX17" fmla="*/ 718878 w 1424802"/>
              <a:gd name="connsiteY17" fmla="*/ 118179 h 1495641"/>
              <a:gd name="connsiteX18" fmla="*/ 754047 w 1424802"/>
              <a:gd name="connsiteY18" fmla="*/ 129902 h 1495641"/>
              <a:gd name="connsiteX19" fmla="*/ 771632 w 1424802"/>
              <a:gd name="connsiteY19" fmla="*/ 141625 h 1495641"/>
              <a:gd name="connsiteX20" fmla="*/ 789216 w 1424802"/>
              <a:gd name="connsiteY20" fmla="*/ 159210 h 1495641"/>
              <a:gd name="connsiteX21" fmla="*/ 824385 w 1424802"/>
              <a:gd name="connsiteY21" fmla="*/ 170933 h 1495641"/>
              <a:gd name="connsiteX22" fmla="*/ 841970 w 1424802"/>
              <a:gd name="connsiteY22" fmla="*/ 188518 h 1495641"/>
              <a:gd name="connsiteX23" fmla="*/ 847832 w 1424802"/>
              <a:gd name="connsiteY23" fmla="*/ 206102 h 1495641"/>
              <a:gd name="connsiteX24" fmla="*/ 865416 w 1424802"/>
              <a:gd name="connsiteY24" fmla="*/ 211964 h 1495641"/>
              <a:gd name="connsiteX25" fmla="*/ 906447 w 1424802"/>
              <a:gd name="connsiteY25" fmla="*/ 247133 h 1495641"/>
              <a:gd name="connsiteX26" fmla="*/ 918170 w 1424802"/>
              <a:gd name="connsiteY26" fmla="*/ 264718 h 1495641"/>
              <a:gd name="connsiteX27" fmla="*/ 935755 w 1424802"/>
              <a:gd name="connsiteY27" fmla="*/ 276441 h 1495641"/>
              <a:gd name="connsiteX28" fmla="*/ 959201 w 1424802"/>
              <a:gd name="connsiteY28" fmla="*/ 294025 h 1495641"/>
              <a:gd name="connsiteX29" fmla="*/ 976785 w 1424802"/>
              <a:gd name="connsiteY29" fmla="*/ 305749 h 1495641"/>
              <a:gd name="connsiteX30" fmla="*/ 994370 w 1424802"/>
              <a:gd name="connsiteY30" fmla="*/ 329195 h 1495641"/>
              <a:gd name="connsiteX31" fmla="*/ 1035401 w 1424802"/>
              <a:gd name="connsiteY31" fmla="*/ 352641 h 1495641"/>
              <a:gd name="connsiteX32" fmla="*/ 1058847 w 1424802"/>
              <a:gd name="connsiteY32" fmla="*/ 381949 h 1495641"/>
              <a:gd name="connsiteX33" fmla="*/ 1099878 w 1424802"/>
              <a:gd name="connsiteY33" fmla="*/ 417118 h 1495641"/>
              <a:gd name="connsiteX34" fmla="*/ 1129185 w 1424802"/>
              <a:gd name="connsiteY34" fmla="*/ 458149 h 1495641"/>
              <a:gd name="connsiteX35" fmla="*/ 1135047 w 1424802"/>
              <a:gd name="connsiteY35" fmla="*/ 475733 h 1495641"/>
              <a:gd name="connsiteX36" fmla="*/ 1170216 w 1424802"/>
              <a:gd name="connsiteY36" fmla="*/ 516764 h 1495641"/>
              <a:gd name="connsiteX37" fmla="*/ 1187801 w 1424802"/>
              <a:gd name="connsiteY37" fmla="*/ 540210 h 1495641"/>
              <a:gd name="connsiteX38" fmla="*/ 1211247 w 1424802"/>
              <a:gd name="connsiteY38" fmla="*/ 575379 h 1495641"/>
              <a:gd name="connsiteX39" fmla="*/ 1240555 w 1424802"/>
              <a:gd name="connsiteY39" fmla="*/ 616410 h 1495641"/>
              <a:gd name="connsiteX40" fmla="*/ 1264001 w 1424802"/>
              <a:gd name="connsiteY40" fmla="*/ 663302 h 1495641"/>
              <a:gd name="connsiteX41" fmla="*/ 1269862 w 1424802"/>
              <a:gd name="connsiteY41" fmla="*/ 680887 h 1495641"/>
              <a:gd name="connsiteX42" fmla="*/ 1287447 w 1424802"/>
              <a:gd name="connsiteY42" fmla="*/ 710195 h 1495641"/>
              <a:gd name="connsiteX43" fmla="*/ 1299170 w 1424802"/>
              <a:gd name="connsiteY43" fmla="*/ 733641 h 1495641"/>
              <a:gd name="connsiteX44" fmla="*/ 1316755 w 1424802"/>
              <a:gd name="connsiteY44" fmla="*/ 751225 h 1495641"/>
              <a:gd name="connsiteX45" fmla="*/ 1340201 w 1424802"/>
              <a:gd name="connsiteY45" fmla="*/ 792256 h 1495641"/>
              <a:gd name="connsiteX46" fmla="*/ 1351924 w 1424802"/>
              <a:gd name="connsiteY46" fmla="*/ 815702 h 1495641"/>
              <a:gd name="connsiteX47" fmla="*/ 1357785 w 1424802"/>
              <a:gd name="connsiteY47" fmla="*/ 833287 h 1495641"/>
              <a:gd name="connsiteX48" fmla="*/ 1369508 w 1424802"/>
              <a:gd name="connsiteY48" fmla="*/ 850872 h 1495641"/>
              <a:gd name="connsiteX49" fmla="*/ 1381232 w 1424802"/>
              <a:gd name="connsiteY49" fmla="*/ 880179 h 1495641"/>
              <a:gd name="connsiteX50" fmla="*/ 1398816 w 1424802"/>
              <a:gd name="connsiteY50" fmla="*/ 956379 h 1495641"/>
              <a:gd name="connsiteX51" fmla="*/ 1410539 w 1424802"/>
              <a:gd name="connsiteY51" fmla="*/ 1026718 h 1495641"/>
              <a:gd name="connsiteX52" fmla="*/ 1416401 w 1424802"/>
              <a:gd name="connsiteY52" fmla="*/ 1044302 h 1495641"/>
              <a:gd name="connsiteX53" fmla="*/ 1410539 w 1424802"/>
              <a:gd name="connsiteY53" fmla="*/ 1196702 h 1495641"/>
              <a:gd name="connsiteX54" fmla="*/ 1404287 w 1424802"/>
              <a:gd name="connsiteY54" fmla="*/ 1320328 h 1495641"/>
              <a:gd name="connsiteX55" fmla="*/ 1287447 w 1424802"/>
              <a:gd name="connsiteY55" fmla="*/ 1454610 h 1495641"/>
              <a:gd name="connsiteX56" fmla="*/ 1269862 w 1424802"/>
              <a:gd name="connsiteY56" fmla="*/ 1466333 h 1495641"/>
              <a:gd name="connsiteX57" fmla="*/ 1234693 w 1424802"/>
              <a:gd name="connsiteY57" fmla="*/ 1478056 h 1495641"/>
              <a:gd name="connsiteX58" fmla="*/ 1217108 w 1424802"/>
              <a:gd name="connsiteY58" fmla="*/ 1483918 h 1495641"/>
              <a:gd name="connsiteX59" fmla="*/ 1176078 w 1424802"/>
              <a:gd name="connsiteY59" fmla="*/ 1489779 h 1495641"/>
              <a:gd name="connsiteX60" fmla="*/ 1140908 w 1424802"/>
              <a:gd name="connsiteY60" fmla="*/ 1495641 h 1495641"/>
              <a:gd name="connsiteX61" fmla="*/ 900585 w 1424802"/>
              <a:gd name="connsiteY61" fmla="*/ 1489779 h 1495641"/>
              <a:gd name="connsiteX62" fmla="*/ 883001 w 1424802"/>
              <a:gd name="connsiteY62" fmla="*/ 1483918 h 1495641"/>
              <a:gd name="connsiteX63" fmla="*/ 800939 w 1424802"/>
              <a:gd name="connsiteY63" fmla="*/ 1478056 h 1495641"/>
              <a:gd name="connsiteX64" fmla="*/ 630955 w 1424802"/>
              <a:gd name="connsiteY64" fmla="*/ 1472195 h 1495641"/>
              <a:gd name="connsiteX65" fmla="*/ 572339 w 1424802"/>
              <a:gd name="connsiteY65" fmla="*/ 1466333 h 1495641"/>
              <a:gd name="connsiteX66" fmla="*/ 476812 w 1424802"/>
              <a:gd name="connsiteY66" fmla="*/ 1472195 h 1495641"/>
              <a:gd name="connsiteX67" fmla="*/ 155426 w 1424802"/>
              <a:gd name="connsiteY67" fmla="*/ 1442887 h 1495641"/>
              <a:gd name="connsiteX68" fmla="*/ 83418 w 1424802"/>
              <a:gd name="connsiteY68" fmla="*/ 1370879 h 1495641"/>
              <a:gd name="connsiteX69" fmla="*/ 50662 w 1424802"/>
              <a:gd name="connsiteY69" fmla="*/ 1319795 h 1495641"/>
              <a:gd name="connsiteX70" fmla="*/ 33078 w 1424802"/>
              <a:gd name="connsiteY70" fmla="*/ 1302210 h 1495641"/>
              <a:gd name="connsiteX71" fmla="*/ 21355 w 1424802"/>
              <a:gd name="connsiteY71" fmla="*/ 1261179 h 1495641"/>
              <a:gd name="connsiteX72" fmla="*/ 9632 w 1424802"/>
              <a:gd name="connsiteY72" fmla="*/ 1214287 h 1495641"/>
              <a:gd name="connsiteX73" fmla="*/ 9632 w 1424802"/>
              <a:gd name="connsiteY73" fmla="*/ 1014995 h 1495641"/>
              <a:gd name="connsiteX74" fmla="*/ 15493 w 1424802"/>
              <a:gd name="connsiteY74" fmla="*/ 997410 h 1495641"/>
              <a:gd name="connsiteX75" fmla="*/ 21355 w 1424802"/>
              <a:gd name="connsiteY75" fmla="*/ 944656 h 1495641"/>
              <a:gd name="connsiteX76" fmla="*/ 27216 w 1424802"/>
              <a:gd name="connsiteY76" fmla="*/ 927072 h 1495641"/>
              <a:gd name="connsiteX77" fmla="*/ 33078 w 1424802"/>
              <a:gd name="connsiteY77" fmla="*/ 891902 h 1495641"/>
              <a:gd name="connsiteX78" fmla="*/ 50662 w 1424802"/>
              <a:gd name="connsiteY78" fmla="*/ 850872 h 1495641"/>
              <a:gd name="connsiteX79" fmla="*/ 62385 w 1424802"/>
              <a:gd name="connsiteY79" fmla="*/ 809841 h 1495641"/>
              <a:gd name="connsiteX80" fmla="*/ 74108 w 1424802"/>
              <a:gd name="connsiteY80" fmla="*/ 786395 h 1495641"/>
              <a:gd name="connsiteX81" fmla="*/ 85832 w 1424802"/>
              <a:gd name="connsiteY81" fmla="*/ 745364 h 1495641"/>
              <a:gd name="connsiteX82" fmla="*/ 91693 w 1424802"/>
              <a:gd name="connsiteY82" fmla="*/ 727779 h 1495641"/>
              <a:gd name="connsiteX83" fmla="*/ 97555 w 1424802"/>
              <a:gd name="connsiteY83" fmla="*/ 698472 h 1495641"/>
              <a:gd name="connsiteX84" fmla="*/ 103416 w 1424802"/>
              <a:gd name="connsiteY84" fmla="*/ 680887 h 1495641"/>
              <a:gd name="connsiteX85" fmla="*/ 102366 w 1424802"/>
              <a:gd name="connsiteY85" fmla="*/ 618256 h 1495641"/>
              <a:gd name="connsiteX86" fmla="*/ 83418 w 1424802"/>
              <a:gd name="connsiteY86" fmla="*/ 506783 h 1495641"/>
              <a:gd name="connsiteX87" fmla="*/ 83418 w 1424802"/>
              <a:gd name="connsiteY87" fmla="*/ 362767 h 1495641"/>
              <a:gd name="connsiteX88" fmla="*/ 85832 w 1424802"/>
              <a:gd name="connsiteY88" fmla="*/ 335056 h 1495641"/>
              <a:gd name="connsiteX89" fmla="*/ 79970 w 1424802"/>
              <a:gd name="connsiteY89" fmla="*/ 317472 h 1495641"/>
              <a:gd name="connsiteX0" fmla="*/ 79970 w 1424802"/>
              <a:gd name="connsiteY0" fmla="*/ 321103 h 1499272"/>
              <a:gd name="connsiteX1" fmla="*/ 97555 w 1424802"/>
              <a:gd name="connsiteY1" fmla="*/ 268349 h 1499272"/>
              <a:gd name="connsiteX2" fmla="*/ 103416 w 1424802"/>
              <a:gd name="connsiteY2" fmla="*/ 250764 h 1499272"/>
              <a:gd name="connsiteX3" fmla="*/ 109278 w 1424802"/>
              <a:gd name="connsiteY3" fmla="*/ 227318 h 1499272"/>
              <a:gd name="connsiteX4" fmla="*/ 132724 w 1424802"/>
              <a:gd name="connsiteY4" fmla="*/ 192149 h 1499272"/>
              <a:gd name="connsiteX5" fmla="*/ 82870 w 1424802"/>
              <a:gd name="connsiteY5" fmla="*/ 150393 h 1499272"/>
              <a:gd name="connsiteX6" fmla="*/ 197201 w 1424802"/>
              <a:gd name="connsiteY6" fmla="*/ 145256 h 1499272"/>
              <a:gd name="connsiteX7" fmla="*/ 226508 w 1424802"/>
              <a:gd name="connsiteY7" fmla="*/ 127672 h 1499272"/>
              <a:gd name="connsiteX8" fmla="*/ 261678 w 1424802"/>
              <a:gd name="connsiteY8" fmla="*/ 115949 h 1499272"/>
              <a:gd name="connsiteX9" fmla="*/ 308570 w 1424802"/>
              <a:gd name="connsiteY9" fmla="*/ 98364 h 1499272"/>
              <a:gd name="connsiteX10" fmla="*/ 299018 w 1424802"/>
              <a:gd name="connsiteY10" fmla="*/ 6340 h 1499272"/>
              <a:gd name="connsiteX11" fmla="*/ 371067 w 1424802"/>
              <a:gd name="connsiteY11" fmla="*/ 6342 h 1499272"/>
              <a:gd name="connsiteX12" fmla="*/ 443116 w 1424802"/>
              <a:gd name="connsiteY12" fmla="*/ 6340 h 1499272"/>
              <a:gd name="connsiteX13" fmla="*/ 607508 w 1424802"/>
              <a:gd name="connsiteY13" fmla="*/ 86641 h 1499272"/>
              <a:gd name="connsiteX14" fmla="*/ 659264 w 1424802"/>
              <a:gd name="connsiteY14" fmla="*/ 6340 h 1499272"/>
              <a:gd name="connsiteX15" fmla="*/ 671985 w 1424802"/>
              <a:gd name="connsiteY15" fmla="*/ 104226 h 1499272"/>
              <a:gd name="connsiteX16" fmla="*/ 695432 w 1424802"/>
              <a:gd name="connsiteY16" fmla="*/ 110087 h 1499272"/>
              <a:gd name="connsiteX17" fmla="*/ 718878 w 1424802"/>
              <a:gd name="connsiteY17" fmla="*/ 121810 h 1499272"/>
              <a:gd name="connsiteX18" fmla="*/ 754047 w 1424802"/>
              <a:gd name="connsiteY18" fmla="*/ 133533 h 1499272"/>
              <a:gd name="connsiteX19" fmla="*/ 771632 w 1424802"/>
              <a:gd name="connsiteY19" fmla="*/ 145256 h 1499272"/>
              <a:gd name="connsiteX20" fmla="*/ 789216 w 1424802"/>
              <a:gd name="connsiteY20" fmla="*/ 162841 h 1499272"/>
              <a:gd name="connsiteX21" fmla="*/ 824385 w 1424802"/>
              <a:gd name="connsiteY21" fmla="*/ 174564 h 1499272"/>
              <a:gd name="connsiteX22" fmla="*/ 841970 w 1424802"/>
              <a:gd name="connsiteY22" fmla="*/ 192149 h 1499272"/>
              <a:gd name="connsiteX23" fmla="*/ 847832 w 1424802"/>
              <a:gd name="connsiteY23" fmla="*/ 209733 h 1499272"/>
              <a:gd name="connsiteX24" fmla="*/ 865416 w 1424802"/>
              <a:gd name="connsiteY24" fmla="*/ 215595 h 1499272"/>
              <a:gd name="connsiteX25" fmla="*/ 906447 w 1424802"/>
              <a:gd name="connsiteY25" fmla="*/ 250764 h 1499272"/>
              <a:gd name="connsiteX26" fmla="*/ 918170 w 1424802"/>
              <a:gd name="connsiteY26" fmla="*/ 268349 h 1499272"/>
              <a:gd name="connsiteX27" fmla="*/ 935755 w 1424802"/>
              <a:gd name="connsiteY27" fmla="*/ 280072 h 1499272"/>
              <a:gd name="connsiteX28" fmla="*/ 959201 w 1424802"/>
              <a:gd name="connsiteY28" fmla="*/ 297656 h 1499272"/>
              <a:gd name="connsiteX29" fmla="*/ 976785 w 1424802"/>
              <a:gd name="connsiteY29" fmla="*/ 309380 h 1499272"/>
              <a:gd name="connsiteX30" fmla="*/ 994370 w 1424802"/>
              <a:gd name="connsiteY30" fmla="*/ 332826 h 1499272"/>
              <a:gd name="connsiteX31" fmla="*/ 1035401 w 1424802"/>
              <a:gd name="connsiteY31" fmla="*/ 356272 h 1499272"/>
              <a:gd name="connsiteX32" fmla="*/ 1058847 w 1424802"/>
              <a:gd name="connsiteY32" fmla="*/ 385580 h 1499272"/>
              <a:gd name="connsiteX33" fmla="*/ 1099878 w 1424802"/>
              <a:gd name="connsiteY33" fmla="*/ 420749 h 1499272"/>
              <a:gd name="connsiteX34" fmla="*/ 1129185 w 1424802"/>
              <a:gd name="connsiteY34" fmla="*/ 461780 h 1499272"/>
              <a:gd name="connsiteX35" fmla="*/ 1135047 w 1424802"/>
              <a:gd name="connsiteY35" fmla="*/ 479364 h 1499272"/>
              <a:gd name="connsiteX36" fmla="*/ 1170216 w 1424802"/>
              <a:gd name="connsiteY36" fmla="*/ 520395 h 1499272"/>
              <a:gd name="connsiteX37" fmla="*/ 1187801 w 1424802"/>
              <a:gd name="connsiteY37" fmla="*/ 543841 h 1499272"/>
              <a:gd name="connsiteX38" fmla="*/ 1211247 w 1424802"/>
              <a:gd name="connsiteY38" fmla="*/ 579010 h 1499272"/>
              <a:gd name="connsiteX39" fmla="*/ 1240555 w 1424802"/>
              <a:gd name="connsiteY39" fmla="*/ 620041 h 1499272"/>
              <a:gd name="connsiteX40" fmla="*/ 1264001 w 1424802"/>
              <a:gd name="connsiteY40" fmla="*/ 666933 h 1499272"/>
              <a:gd name="connsiteX41" fmla="*/ 1269862 w 1424802"/>
              <a:gd name="connsiteY41" fmla="*/ 684518 h 1499272"/>
              <a:gd name="connsiteX42" fmla="*/ 1287447 w 1424802"/>
              <a:gd name="connsiteY42" fmla="*/ 713826 h 1499272"/>
              <a:gd name="connsiteX43" fmla="*/ 1299170 w 1424802"/>
              <a:gd name="connsiteY43" fmla="*/ 737272 h 1499272"/>
              <a:gd name="connsiteX44" fmla="*/ 1316755 w 1424802"/>
              <a:gd name="connsiteY44" fmla="*/ 754856 h 1499272"/>
              <a:gd name="connsiteX45" fmla="*/ 1340201 w 1424802"/>
              <a:gd name="connsiteY45" fmla="*/ 795887 h 1499272"/>
              <a:gd name="connsiteX46" fmla="*/ 1351924 w 1424802"/>
              <a:gd name="connsiteY46" fmla="*/ 819333 h 1499272"/>
              <a:gd name="connsiteX47" fmla="*/ 1357785 w 1424802"/>
              <a:gd name="connsiteY47" fmla="*/ 836918 h 1499272"/>
              <a:gd name="connsiteX48" fmla="*/ 1369508 w 1424802"/>
              <a:gd name="connsiteY48" fmla="*/ 854503 h 1499272"/>
              <a:gd name="connsiteX49" fmla="*/ 1381232 w 1424802"/>
              <a:gd name="connsiteY49" fmla="*/ 883810 h 1499272"/>
              <a:gd name="connsiteX50" fmla="*/ 1398816 w 1424802"/>
              <a:gd name="connsiteY50" fmla="*/ 960010 h 1499272"/>
              <a:gd name="connsiteX51" fmla="*/ 1410539 w 1424802"/>
              <a:gd name="connsiteY51" fmla="*/ 1030349 h 1499272"/>
              <a:gd name="connsiteX52" fmla="*/ 1416401 w 1424802"/>
              <a:gd name="connsiteY52" fmla="*/ 1047933 h 1499272"/>
              <a:gd name="connsiteX53" fmla="*/ 1410539 w 1424802"/>
              <a:gd name="connsiteY53" fmla="*/ 1200333 h 1499272"/>
              <a:gd name="connsiteX54" fmla="*/ 1404287 w 1424802"/>
              <a:gd name="connsiteY54" fmla="*/ 1323959 h 1499272"/>
              <a:gd name="connsiteX55" fmla="*/ 1287447 w 1424802"/>
              <a:gd name="connsiteY55" fmla="*/ 1458241 h 1499272"/>
              <a:gd name="connsiteX56" fmla="*/ 1269862 w 1424802"/>
              <a:gd name="connsiteY56" fmla="*/ 1469964 h 1499272"/>
              <a:gd name="connsiteX57" fmla="*/ 1234693 w 1424802"/>
              <a:gd name="connsiteY57" fmla="*/ 1481687 h 1499272"/>
              <a:gd name="connsiteX58" fmla="*/ 1217108 w 1424802"/>
              <a:gd name="connsiteY58" fmla="*/ 1487549 h 1499272"/>
              <a:gd name="connsiteX59" fmla="*/ 1176078 w 1424802"/>
              <a:gd name="connsiteY59" fmla="*/ 1493410 h 1499272"/>
              <a:gd name="connsiteX60" fmla="*/ 1140908 w 1424802"/>
              <a:gd name="connsiteY60" fmla="*/ 1499272 h 1499272"/>
              <a:gd name="connsiteX61" fmla="*/ 900585 w 1424802"/>
              <a:gd name="connsiteY61" fmla="*/ 1493410 h 1499272"/>
              <a:gd name="connsiteX62" fmla="*/ 883001 w 1424802"/>
              <a:gd name="connsiteY62" fmla="*/ 1487549 h 1499272"/>
              <a:gd name="connsiteX63" fmla="*/ 800939 w 1424802"/>
              <a:gd name="connsiteY63" fmla="*/ 1481687 h 1499272"/>
              <a:gd name="connsiteX64" fmla="*/ 630955 w 1424802"/>
              <a:gd name="connsiteY64" fmla="*/ 1475826 h 1499272"/>
              <a:gd name="connsiteX65" fmla="*/ 572339 w 1424802"/>
              <a:gd name="connsiteY65" fmla="*/ 1469964 h 1499272"/>
              <a:gd name="connsiteX66" fmla="*/ 476812 w 1424802"/>
              <a:gd name="connsiteY66" fmla="*/ 1475826 h 1499272"/>
              <a:gd name="connsiteX67" fmla="*/ 155426 w 1424802"/>
              <a:gd name="connsiteY67" fmla="*/ 1446518 h 1499272"/>
              <a:gd name="connsiteX68" fmla="*/ 83418 w 1424802"/>
              <a:gd name="connsiteY68" fmla="*/ 1374510 h 1499272"/>
              <a:gd name="connsiteX69" fmla="*/ 50662 w 1424802"/>
              <a:gd name="connsiteY69" fmla="*/ 1323426 h 1499272"/>
              <a:gd name="connsiteX70" fmla="*/ 33078 w 1424802"/>
              <a:gd name="connsiteY70" fmla="*/ 1305841 h 1499272"/>
              <a:gd name="connsiteX71" fmla="*/ 21355 w 1424802"/>
              <a:gd name="connsiteY71" fmla="*/ 1264810 h 1499272"/>
              <a:gd name="connsiteX72" fmla="*/ 9632 w 1424802"/>
              <a:gd name="connsiteY72" fmla="*/ 1217918 h 1499272"/>
              <a:gd name="connsiteX73" fmla="*/ 9632 w 1424802"/>
              <a:gd name="connsiteY73" fmla="*/ 1018626 h 1499272"/>
              <a:gd name="connsiteX74" fmla="*/ 15493 w 1424802"/>
              <a:gd name="connsiteY74" fmla="*/ 1001041 h 1499272"/>
              <a:gd name="connsiteX75" fmla="*/ 21355 w 1424802"/>
              <a:gd name="connsiteY75" fmla="*/ 948287 h 1499272"/>
              <a:gd name="connsiteX76" fmla="*/ 27216 w 1424802"/>
              <a:gd name="connsiteY76" fmla="*/ 930703 h 1499272"/>
              <a:gd name="connsiteX77" fmla="*/ 33078 w 1424802"/>
              <a:gd name="connsiteY77" fmla="*/ 895533 h 1499272"/>
              <a:gd name="connsiteX78" fmla="*/ 50662 w 1424802"/>
              <a:gd name="connsiteY78" fmla="*/ 854503 h 1499272"/>
              <a:gd name="connsiteX79" fmla="*/ 62385 w 1424802"/>
              <a:gd name="connsiteY79" fmla="*/ 813472 h 1499272"/>
              <a:gd name="connsiteX80" fmla="*/ 74108 w 1424802"/>
              <a:gd name="connsiteY80" fmla="*/ 790026 h 1499272"/>
              <a:gd name="connsiteX81" fmla="*/ 85832 w 1424802"/>
              <a:gd name="connsiteY81" fmla="*/ 748995 h 1499272"/>
              <a:gd name="connsiteX82" fmla="*/ 91693 w 1424802"/>
              <a:gd name="connsiteY82" fmla="*/ 731410 h 1499272"/>
              <a:gd name="connsiteX83" fmla="*/ 97555 w 1424802"/>
              <a:gd name="connsiteY83" fmla="*/ 702103 h 1499272"/>
              <a:gd name="connsiteX84" fmla="*/ 103416 w 1424802"/>
              <a:gd name="connsiteY84" fmla="*/ 684518 h 1499272"/>
              <a:gd name="connsiteX85" fmla="*/ 102366 w 1424802"/>
              <a:gd name="connsiteY85" fmla="*/ 621887 h 1499272"/>
              <a:gd name="connsiteX86" fmla="*/ 83418 w 1424802"/>
              <a:gd name="connsiteY86" fmla="*/ 510414 h 1499272"/>
              <a:gd name="connsiteX87" fmla="*/ 83418 w 1424802"/>
              <a:gd name="connsiteY87" fmla="*/ 366398 h 1499272"/>
              <a:gd name="connsiteX88" fmla="*/ 85832 w 1424802"/>
              <a:gd name="connsiteY88" fmla="*/ 338687 h 1499272"/>
              <a:gd name="connsiteX89" fmla="*/ 79970 w 1424802"/>
              <a:gd name="connsiteY89" fmla="*/ 321103 h 1499272"/>
              <a:gd name="connsiteX0" fmla="*/ 79970 w 1424802"/>
              <a:gd name="connsiteY0" fmla="*/ 321103 h 1499272"/>
              <a:gd name="connsiteX1" fmla="*/ 97555 w 1424802"/>
              <a:gd name="connsiteY1" fmla="*/ 268349 h 1499272"/>
              <a:gd name="connsiteX2" fmla="*/ 103416 w 1424802"/>
              <a:gd name="connsiteY2" fmla="*/ 250764 h 1499272"/>
              <a:gd name="connsiteX3" fmla="*/ 109278 w 1424802"/>
              <a:gd name="connsiteY3" fmla="*/ 227318 h 1499272"/>
              <a:gd name="connsiteX4" fmla="*/ 132724 w 1424802"/>
              <a:gd name="connsiteY4" fmla="*/ 192149 h 1499272"/>
              <a:gd name="connsiteX5" fmla="*/ 82870 w 1424802"/>
              <a:gd name="connsiteY5" fmla="*/ 150393 h 1499272"/>
              <a:gd name="connsiteX6" fmla="*/ 197201 w 1424802"/>
              <a:gd name="connsiteY6" fmla="*/ 145256 h 1499272"/>
              <a:gd name="connsiteX7" fmla="*/ 226508 w 1424802"/>
              <a:gd name="connsiteY7" fmla="*/ 127672 h 1499272"/>
              <a:gd name="connsiteX8" fmla="*/ 226969 w 1424802"/>
              <a:gd name="connsiteY8" fmla="*/ 78368 h 1499272"/>
              <a:gd name="connsiteX9" fmla="*/ 308570 w 1424802"/>
              <a:gd name="connsiteY9" fmla="*/ 98364 h 1499272"/>
              <a:gd name="connsiteX10" fmla="*/ 299018 w 1424802"/>
              <a:gd name="connsiteY10" fmla="*/ 6340 h 1499272"/>
              <a:gd name="connsiteX11" fmla="*/ 371067 w 1424802"/>
              <a:gd name="connsiteY11" fmla="*/ 6342 h 1499272"/>
              <a:gd name="connsiteX12" fmla="*/ 443116 w 1424802"/>
              <a:gd name="connsiteY12" fmla="*/ 6340 h 1499272"/>
              <a:gd name="connsiteX13" fmla="*/ 607508 w 1424802"/>
              <a:gd name="connsiteY13" fmla="*/ 86641 h 1499272"/>
              <a:gd name="connsiteX14" fmla="*/ 659264 w 1424802"/>
              <a:gd name="connsiteY14" fmla="*/ 6340 h 1499272"/>
              <a:gd name="connsiteX15" fmla="*/ 671985 w 1424802"/>
              <a:gd name="connsiteY15" fmla="*/ 104226 h 1499272"/>
              <a:gd name="connsiteX16" fmla="*/ 695432 w 1424802"/>
              <a:gd name="connsiteY16" fmla="*/ 110087 h 1499272"/>
              <a:gd name="connsiteX17" fmla="*/ 718878 w 1424802"/>
              <a:gd name="connsiteY17" fmla="*/ 121810 h 1499272"/>
              <a:gd name="connsiteX18" fmla="*/ 754047 w 1424802"/>
              <a:gd name="connsiteY18" fmla="*/ 133533 h 1499272"/>
              <a:gd name="connsiteX19" fmla="*/ 771632 w 1424802"/>
              <a:gd name="connsiteY19" fmla="*/ 145256 h 1499272"/>
              <a:gd name="connsiteX20" fmla="*/ 789216 w 1424802"/>
              <a:gd name="connsiteY20" fmla="*/ 162841 h 1499272"/>
              <a:gd name="connsiteX21" fmla="*/ 824385 w 1424802"/>
              <a:gd name="connsiteY21" fmla="*/ 174564 h 1499272"/>
              <a:gd name="connsiteX22" fmla="*/ 841970 w 1424802"/>
              <a:gd name="connsiteY22" fmla="*/ 192149 h 1499272"/>
              <a:gd name="connsiteX23" fmla="*/ 847832 w 1424802"/>
              <a:gd name="connsiteY23" fmla="*/ 209733 h 1499272"/>
              <a:gd name="connsiteX24" fmla="*/ 865416 w 1424802"/>
              <a:gd name="connsiteY24" fmla="*/ 215595 h 1499272"/>
              <a:gd name="connsiteX25" fmla="*/ 906447 w 1424802"/>
              <a:gd name="connsiteY25" fmla="*/ 250764 h 1499272"/>
              <a:gd name="connsiteX26" fmla="*/ 918170 w 1424802"/>
              <a:gd name="connsiteY26" fmla="*/ 268349 h 1499272"/>
              <a:gd name="connsiteX27" fmla="*/ 935755 w 1424802"/>
              <a:gd name="connsiteY27" fmla="*/ 280072 h 1499272"/>
              <a:gd name="connsiteX28" fmla="*/ 959201 w 1424802"/>
              <a:gd name="connsiteY28" fmla="*/ 297656 h 1499272"/>
              <a:gd name="connsiteX29" fmla="*/ 976785 w 1424802"/>
              <a:gd name="connsiteY29" fmla="*/ 309380 h 1499272"/>
              <a:gd name="connsiteX30" fmla="*/ 994370 w 1424802"/>
              <a:gd name="connsiteY30" fmla="*/ 332826 h 1499272"/>
              <a:gd name="connsiteX31" fmla="*/ 1035401 w 1424802"/>
              <a:gd name="connsiteY31" fmla="*/ 356272 h 1499272"/>
              <a:gd name="connsiteX32" fmla="*/ 1058847 w 1424802"/>
              <a:gd name="connsiteY32" fmla="*/ 385580 h 1499272"/>
              <a:gd name="connsiteX33" fmla="*/ 1099878 w 1424802"/>
              <a:gd name="connsiteY33" fmla="*/ 420749 h 1499272"/>
              <a:gd name="connsiteX34" fmla="*/ 1129185 w 1424802"/>
              <a:gd name="connsiteY34" fmla="*/ 461780 h 1499272"/>
              <a:gd name="connsiteX35" fmla="*/ 1135047 w 1424802"/>
              <a:gd name="connsiteY35" fmla="*/ 479364 h 1499272"/>
              <a:gd name="connsiteX36" fmla="*/ 1170216 w 1424802"/>
              <a:gd name="connsiteY36" fmla="*/ 520395 h 1499272"/>
              <a:gd name="connsiteX37" fmla="*/ 1187801 w 1424802"/>
              <a:gd name="connsiteY37" fmla="*/ 543841 h 1499272"/>
              <a:gd name="connsiteX38" fmla="*/ 1211247 w 1424802"/>
              <a:gd name="connsiteY38" fmla="*/ 579010 h 1499272"/>
              <a:gd name="connsiteX39" fmla="*/ 1240555 w 1424802"/>
              <a:gd name="connsiteY39" fmla="*/ 620041 h 1499272"/>
              <a:gd name="connsiteX40" fmla="*/ 1264001 w 1424802"/>
              <a:gd name="connsiteY40" fmla="*/ 666933 h 1499272"/>
              <a:gd name="connsiteX41" fmla="*/ 1269862 w 1424802"/>
              <a:gd name="connsiteY41" fmla="*/ 684518 h 1499272"/>
              <a:gd name="connsiteX42" fmla="*/ 1287447 w 1424802"/>
              <a:gd name="connsiteY42" fmla="*/ 713826 h 1499272"/>
              <a:gd name="connsiteX43" fmla="*/ 1299170 w 1424802"/>
              <a:gd name="connsiteY43" fmla="*/ 737272 h 1499272"/>
              <a:gd name="connsiteX44" fmla="*/ 1316755 w 1424802"/>
              <a:gd name="connsiteY44" fmla="*/ 754856 h 1499272"/>
              <a:gd name="connsiteX45" fmla="*/ 1340201 w 1424802"/>
              <a:gd name="connsiteY45" fmla="*/ 795887 h 1499272"/>
              <a:gd name="connsiteX46" fmla="*/ 1351924 w 1424802"/>
              <a:gd name="connsiteY46" fmla="*/ 819333 h 1499272"/>
              <a:gd name="connsiteX47" fmla="*/ 1357785 w 1424802"/>
              <a:gd name="connsiteY47" fmla="*/ 836918 h 1499272"/>
              <a:gd name="connsiteX48" fmla="*/ 1369508 w 1424802"/>
              <a:gd name="connsiteY48" fmla="*/ 854503 h 1499272"/>
              <a:gd name="connsiteX49" fmla="*/ 1381232 w 1424802"/>
              <a:gd name="connsiteY49" fmla="*/ 883810 h 1499272"/>
              <a:gd name="connsiteX50" fmla="*/ 1398816 w 1424802"/>
              <a:gd name="connsiteY50" fmla="*/ 960010 h 1499272"/>
              <a:gd name="connsiteX51" fmla="*/ 1410539 w 1424802"/>
              <a:gd name="connsiteY51" fmla="*/ 1030349 h 1499272"/>
              <a:gd name="connsiteX52" fmla="*/ 1416401 w 1424802"/>
              <a:gd name="connsiteY52" fmla="*/ 1047933 h 1499272"/>
              <a:gd name="connsiteX53" fmla="*/ 1410539 w 1424802"/>
              <a:gd name="connsiteY53" fmla="*/ 1200333 h 1499272"/>
              <a:gd name="connsiteX54" fmla="*/ 1404287 w 1424802"/>
              <a:gd name="connsiteY54" fmla="*/ 1323959 h 1499272"/>
              <a:gd name="connsiteX55" fmla="*/ 1287447 w 1424802"/>
              <a:gd name="connsiteY55" fmla="*/ 1458241 h 1499272"/>
              <a:gd name="connsiteX56" fmla="*/ 1269862 w 1424802"/>
              <a:gd name="connsiteY56" fmla="*/ 1469964 h 1499272"/>
              <a:gd name="connsiteX57" fmla="*/ 1234693 w 1424802"/>
              <a:gd name="connsiteY57" fmla="*/ 1481687 h 1499272"/>
              <a:gd name="connsiteX58" fmla="*/ 1217108 w 1424802"/>
              <a:gd name="connsiteY58" fmla="*/ 1487549 h 1499272"/>
              <a:gd name="connsiteX59" fmla="*/ 1176078 w 1424802"/>
              <a:gd name="connsiteY59" fmla="*/ 1493410 h 1499272"/>
              <a:gd name="connsiteX60" fmla="*/ 1140908 w 1424802"/>
              <a:gd name="connsiteY60" fmla="*/ 1499272 h 1499272"/>
              <a:gd name="connsiteX61" fmla="*/ 900585 w 1424802"/>
              <a:gd name="connsiteY61" fmla="*/ 1493410 h 1499272"/>
              <a:gd name="connsiteX62" fmla="*/ 883001 w 1424802"/>
              <a:gd name="connsiteY62" fmla="*/ 1487549 h 1499272"/>
              <a:gd name="connsiteX63" fmla="*/ 800939 w 1424802"/>
              <a:gd name="connsiteY63" fmla="*/ 1481687 h 1499272"/>
              <a:gd name="connsiteX64" fmla="*/ 630955 w 1424802"/>
              <a:gd name="connsiteY64" fmla="*/ 1475826 h 1499272"/>
              <a:gd name="connsiteX65" fmla="*/ 572339 w 1424802"/>
              <a:gd name="connsiteY65" fmla="*/ 1469964 h 1499272"/>
              <a:gd name="connsiteX66" fmla="*/ 476812 w 1424802"/>
              <a:gd name="connsiteY66" fmla="*/ 1475826 h 1499272"/>
              <a:gd name="connsiteX67" fmla="*/ 155426 w 1424802"/>
              <a:gd name="connsiteY67" fmla="*/ 1446518 h 1499272"/>
              <a:gd name="connsiteX68" fmla="*/ 83418 w 1424802"/>
              <a:gd name="connsiteY68" fmla="*/ 1374510 h 1499272"/>
              <a:gd name="connsiteX69" fmla="*/ 50662 w 1424802"/>
              <a:gd name="connsiteY69" fmla="*/ 1323426 h 1499272"/>
              <a:gd name="connsiteX70" fmla="*/ 33078 w 1424802"/>
              <a:gd name="connsiteY70" fmla="*/ 1305841 h 1499272"/>
              <a:gd name="connsiteX71" fmla="*/ 21355 w 1424802"/>
              <a:gd name="connsiteY71" fmla="*/ 1264810 h 1499272"/>
              <a:gd name="connsiteX72" fmla="*/ 9632 w 1424802"/>
              <a:gd name="connsiteY72" fmla="*/ 1217918 h 1499272"/>
              <a:gd name="connsiteX73" fmla="*/ 9632 w 1424802"/>
              <a:gd name="connsiteY73" fmla="*/ 1018626 h 1499272"/>
              <a:gd name="connsiteX74" fmla="*/ 15493 w 1424802"/>
              <a:gd name="connsiteY74" fmla="*/ 1001041 h 1499272"/>
              <a:gd name="connsiteX75" fmla="*/ 21355 w 1424802"/>
              <a:gd name="connsiteY75" fmla="*/ 948287 h 1499272"/>
              <a:gd name="connsiteX76" fmla="*/ 27216 w 1424802"/>
              <a:gd name="connsiteY76" fmla="*/ 930703 h 1499272"/>
              <a:gd name="connsiteX77" fmla="*/ 33078 w 1424802"/>
              <a:gd name="connsiteY77" fmla="*/ 895533 h 1499272"/>
              <a:gd name="connsiteX78" fmla="*/ 50662 w 1424802"/>
              <a:gd name="connsiteY78" fmla="*/ 854503 h 1499272"/>
              <a:gd name="connsiteX79" fmla="*/ 62385 w 1424802"/>
              <a:gd name="connsiteY79" fmla="*/ 813472 h 1499272"/>
              <a:gd name="connsiteX80" fmla="*/ 74108 w 1424802"/>
              <a:gd name="connsiteY80" fmla="*/ 790026 h 1499272"/>
              <a:gd name="connsiteX81" fmla="*/ 85832 w 1424802"/>
              <a:gd name="connsiteY81" fmla="*/ 748995 h 1499272"/>
              <a:gd name="connsiteX82" fmla="*/ 91693 w 1424802"/>
              <a:gd name="connsiteY82" fmla="*/ 731410 h 1499272"/>
              <a:gd name="connsiteX83" fmla="*/ 97555 w 1424802"/>
              <a:gd name="connsiteY83" fmla="*/ 702103 h 1499272"/>
              <a:gd name="connsiteX84" fmla="*/ 103416 w 1424802"/>
              <a:gd name="connsiteY84" fmla="*/ 684518 h 1499272"/>
              <a:gd name="connsiteX85" fmla="*/ 102366 w 1424802"/>
              <a:gd name="connsiteY85" fmla="*/ 621887 h 1499272"/>
              <a:gd name="connsiteX86" fmla="*/ 83418 w 1424802"/>
              <a:gd name="connsiteY86" fmla="*/ 510414 h 1499272"/>
              <a:gd name="connsiteX87" fmla="*/ 83418 w 1424802"/>
              <a:gd name="connsiteY87" fmla="*/ 366398 h 1499272"/>
              <a:gd name="connsiteX88" fmla="*/ 85832 w 1424802"/>
              <a:gd name="connsiteY88" fmla="*/ 338687 h 1499272"/>
              <a:gd name="connsiteX89" fmla="*/ 79970 w 1424802"/>
              <a:gd name="connsiteY89" fmla="*/ 321103 h 1499272"/>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132724 w 1424802"/>
              <a:gd name="connsiteY4" fmla="*/ 194538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695432 w 1424802"/>
              <a:gd name="connsiteY16" fmla="*/ 112476 h 1501661"/>
              <a:gd name="connsiteX17" fmla="*/ 718878 w 1424802"/>
              <a:gd name="connsiteY17" fmla="*/ 124199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132724 w 1424802"/>
              <a:gd name="connsiteY4" fmla="*/ 194538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695432 w 1424802"/>
              <a:gd name="connsiteY16" fmla="*/ 112476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132724 w 1424802"/>
              <a:gd name="connsiteY4" fmla="*/ 194538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731313 w 1424802"/>
              <a:gd name="connsiteY16" fmla="*/ 80757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109278 w 1424802"/>
              <a:gd name="connsiteY3" fmla="*/ 229707 h 1501661"/>
              <a:gd name="connsiteX4" fmla="*/ 82870 w 1424802"/>
              <a:gd name="connsiteY4" fmla="*/ 152783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731313 w 1424802"/>
              <a:gd name="connsiteY16" fmla="*/ 80757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103416 w 1424802"/>
              <a:gd name="connsiteY2" fmla="*/ 253153 h 1501661"/>
              <a:gd name="connsiteX3" fmla="*/ 82870 w 1424802"/>
              <a:gd name="connsiteY3" fmla="*/ 224810 h 1501661"/>
              <a:gd name="connsiteX4" fmla="*/ 82870 w 1424802"/>
              <a:gd name="connsiteY4" fmla="*/ 152783 h 1501661"/>
              <a:gd name="connsiteX5" fmla="*/ 82870 w 1424802"/>
              <a:gd name="connsiteY5" fmla="*/ 152782 h 1501661"/>
              <a:gd name="connsiteX6" fmla="*/ 197201 w 1424802"/>
              <a:gd name="connsiteY6" fmla="*/ 147645 h 1501661"/>
              <a:gd name="connsiteX7" fmla="*/ 226508 w 1424802"/>
              <a:gd name="connsiteY7" fmla="*/ 130061 h 1501661"/>
              <a:gd name="connsiteX8" fmla="*/ 226969 w 1424802"/>
              <a:gd name="connsiteY8" fmla="*/ 80757 h 1501661"/>
              <a:gd name="connsiteX9" fmla="*/ 308570 w 1424802"/>
              <a:gd name="connsiteY9" fmla="*/ 100753 h 1501661"/>
              <a:gd name="connsiteX10" fmla="*/ 299018 w 1424802"/>
              <a:gd name="connsiteY10" fmla="*/ 8729 h 1501661"/>
              <a:gd name="connsiteX11" fmla="*/ 371067 w 1424802"/>
              <a:gd name="connsiteY11" fmla="*/ 8731 h 1501661"/>
              <a:gd name="connsiteX12" fmla="*/ 443116 w 1424802"/>
              <a:gd name="connsiteY12" fmla="*/ 8729 h 1501661"/>
              <a:gd name="connsiteX13" fmla="*/ 587214 w 1424802"/>
              <a:gd name="connsiteY13" fmla="*/ 8731 h 1501661"/>
              <a:gd name="connsiteX14" fmla="*/ 659264 w 1424802"/>
              <a:gd name="connsiteY14" fmla="*/ 8729 h 1501661"/>
              <a:gd name="connsiteX15" fmla="*/ 671985 w 1424802"/>
              <a:gd name="connsiteY15" fmla="*/ 106615 h 1501661"/>
              <a:gd name="connsiteX16" fmla="*/ 731313 w 1424802"/>
              <a:gd name="connsiteY16" fmla="*/ 80757 h 1501661"/>
              <a:gd name="connsiteX17" fmla="*/ 731313 w 1424802"/>
              <a:gd name="connsiteY17" fmla="*/ 8730 h 1501661"/>
              <a:gd name="connsiteX18" fmla="*/ 754047 w 1424802"/>
              <a:gd name="connsiteY18" fmla="*/ 135922 h 1501661"/>
              <a:gd name="connsiteX19" fmla="*/ 771632 w 1424802"/>
              <a:gd name="connsiteY19" fmla="*/ 147645 h 1501661"/>
              <a:gd name="connsiteX20" fmla="*/ 789216 w 1424802"/>
              <a:gd name="connsiteY20" fmla="*/ 165230 h 1501661"/>
              <a:gd name="connsiteX21" fmla="*/ 824385 w 1424802"/>
              <a:gd name="connsiteY21" fmla="*/ 176953 h 1501661"/>
              <a:gd name="connsiteX22" fmla="*/ 841970 w 1424802"/>
              <a:gd name="connsiteY22" fmla="*/ 194538 h 1501661"/>
              <a:gd name="connsiteX23" fmla="*/ 847832 w 1424802"/>
              <a:gd name="connsiteY23" fmla="*/ 212122 h 1501661"/>
              <a:gd name="connsiteX24" fmla="*/ 865416 w 1424802"/>
              <a:gd name="connsiteY24" fmla="*/ 217984 h 1501661"/>
              <a:gd name="connsiteX25" fmla="*/ 906447 w 1424802"/>
              <a:gd name="connsiteY25" fmla="*/ 253153 h 1501661"/>
              <a:gd name="connsiteX26" fmla="*/ 918170 w 1424802"/>
              <a:gd name="connsiteY26" fmla="*/ 270738 h 1501661"/>
              <a:gd name="connsiteX27" fmla="*/ 935755 w 1424802"/>
              <a:gd name="connsiteY27" fmla="*/ 282461 h 1501661"/>
              <a:gd name="connsiteX28" fmla="*/ 959201 w 1424802"/>
              <a:gd name="connsiteY28" fmla="*/ 300045 h 1501661"/>
              <a:gd name="connsiteX29" fmla="*/ 976785 w 1424802"/>
              <a:gd name="connsiteY29" fmla="*/ 311769 h 1501661"/>
              <a:gd name="connsiteX30" fmla="*/ 994370 w 1424802"/>
              <a:gd name="connsiteY30" fmla="*/ 335215 h 1501661"/>
              <a:gd name="connsiteX31" fmla="*/ 1035401 w 1424802"/>
              <a:gd name="connsiteY31" fmla="*/ 358661 h 1501661"/>
              <a:gd name="connsiteX32" fmla="*/ 1058847 w 1424802"/>
              <a:gd name="connsiteY32" fmla="*/ 387969 h 1501661"/>
              <a:gd name="connsiteX33" fmla="*/ 1099878 w 1424802"/>
              <a:gd name="connsiteY33" fmla="*/ 423138 h 1501661"/>
              <a:gd name="connsiteX34" fmla="*/ 1129185 w 1424802"/>
              <a:gd name="connsiteY34" fmla="*/ 464169 h 1501661"/>
              <a:gd name="connsiteX35" fmla="*/ 1135047 w 1424802"/>
              <a:gd name="connsiteY35" fmla="*/ 481753 h 1501661"/>
              <a:gd name="connsiteX36" fmla="*/ 1170216 w 1424802"/>
              <a:gd name="connsiteY36" fmla="*/ 522784 h 1501661"/>
              <a:gd name="connsiteX37" fmla="*/ 1187801 w 1424802"/>
              <a:gd name="connsiteY37" fmla="*/ 546230 h 1501661"/>
              <a:gd name="connsiteX38" fmla="*/ 1211247 w 1424802"/>
              <a:gd name="connsiteY38" fmla="*/ 581399 h 1501661"/>
              <a:gd name="connsiteX39" fmla="*/ 1240555 w 1424802"/>
              <a:gd name="connsiteY39" fmla="*/ 622430 h 1501661"/>
              <a:gd name="connsiteX40" fmla="*/ 1264001 w 1424802"/>
              <a:gd name="connsiteY40" fmla="*/ 669322 h 1501661"/>
              <a:gd name="connsiteX41" fmla="*/ 1269862 w 1424802"/>
              <a:gd name="connsiteY41" fmla="*/ 686907 h 1501661"/>
              <a:gd name="connsiteX42" fmla="*/ 1287447 w 1424802"/>
              <a:gd name="connsiteY42" fmla="*/ 716215 h 1501661"/>
              <a:gd name="connsiteX43" fmla="*/ 1299170 w 1424802"/>
              <a:gd name="connsiteY43" fmla="*/ 739661 h 1501661"/>
              <a:gd name="connsiteX44" fmla="*/ 1316755 w 1424802"/>
              <a:gd name="connsiteY44" fmla="*/ 757245 h 1501661"/>
              <a:gd name="connsiteX45" fmla="*/ 1340201 w 1424802"/>
              <a:gd name="connsiteY45" fmla="*/ 798276 h 1501661"/>
              <a:gd name="connsiteX46" fmla="*/ 1351924 w 1424802"/>
              <a:gd name="connsiteY46" fmla="*/ 821722 h 1501661"/>
              <a:gd name="connsiteX47" fmla="*/ 1357785 w 1424802"/>
              <a:gd name="connsiteY47" fmla="*/ 839307 h 1501661"/>
              <a:gd name="connsiteX48" fmla="*/ 1369508 w 1424802"/>
              <a:gd name="connsiteY48" fmla="*/ 856892 h 1501661"/>
              <a:gd name="connsiteX49" fmla="*/ 1381232 w 1424802"/>
              <a:gd name="connsiteY49" fmla="*/ 886199 h 1501661"/>
              <a:gd name="connsiteX50" fmla="*/ 1398816 w 1424802"/>
              <a:gd name="connsiteY50" fmla="*/ 962399 h 1501661"/>
              <a:gd name="connsiteX51" fmla="*/ 1410539 w 1424802"/>
              <a:gd name="connsiteY51" fmla="*/ 1032738 h 1501661"/>
              <a:gd name="connsiteX52" fmla="*/ 1416401 w 1424802"/>
              <a:gd name="connsiteY52" fmla="*/ 1050322 h 1501661"/>
              <a:gd name="connsiteX53" fmla="*/ 1410539 w 1424802"/>
              <a:gd name="connsiteY53" fmla="*/ 1202722 h 1501661"/>
              <a:gd name="connsiteX54" fmla="*/ 1404287 w 1424802"/>
              <a:gd name="connsiteY54" fmla="*/ 1326348 h 1501661"/>
              <a:gd name="connsiteX55" fmla="*/ 1287447 w 1424802"/>
              <a:gd name="connsiteY55" fmla="*/ 1460630 h 1501661"/>
              <a:gd name="connsiteX56" fmla="*/ 1269862 w 1424802"/>
              <a:gd name="connsiteY56" fmla="*/ 1472353 h 1501661"/>
              <a:gd name="connsiteX57" fmla="*/ 1234693 w 1424802"/>
              <a:gd name="connsiteY57" fmla="*/ 1484076 h 1501661"/>
              <a:gd name="connsiteX58" fmla="*/ 1217108 w 1424802"/>
              <a:gd name="connsiteY58" fmla="*/ 1489938 h 1501661"/>
              <a:gd name="connsiteX59" fmla="*/ 1176078 w 1424802"/>
              <a:gd name="connsiteY59" fmla="*/ 1495799 h 1501661"/>
              <a:gd name="connsiteX60" fmla="*/ 1140908 w 1424802"/>
              <a:gd name="connsiteY60" fmla="*/ 1501661 h 1501661"/>
              <a:gd name="connsiteX61" fmla="*/ 900585 w 1424802"/>
              <a:gd name="connsiteY61" fmla="*/ 1495799 h 1501661"/>
              <a:gd name="connsiteX62" fmla="*/ 883001 w 1424802"/>
              <a:gd name="connsiteY62" fmla="*/ 1489938 h 1501661"/>
              <a:gd name="connsiteX63" fmla="*/ 800939 w 1424802"/>
              <a:gd name="connsiteY63" fmla="*/ 1484076 h 1501661"/>
              <a:gd name="connsiteX64" fmla="*/ 630955 w 1424802"/>
              <a:gd name="connsiteY64" fmla="*/ 1478215 h 1501661"/>
              <a:gd name="connsiteX65" fmla="*/ 572339 w 1424802"/>
              <a:gd name="connsiteY65" fmla="*/ 1472353 h 1501661"/>
              <a:gd name="connsiteX66" fmla="*/ 476812 w 1424802"/>
              <a:gd name="connsiteY66" fmla="*/ 1478215 h 1501661"/>
              <a:gd name="connsiteX67" fmla="*/ 155426 w 1424802"/>
              <a:gd name="connsiteY67" fmla="*/ 1448907 h 1501661"/>
              <a:gd name="connsiteX68" fmla="*/ 83418 w 1424802"/>
              <a:gd name="connsiteY68" fmla="*/ 1376899 h 1501661"/>
              <a:gd name="connsiteX69" fmla="*/ 50662 w 1424802"/>
              <a:gd name="connsiteY69" fmla="*/ 1325815 h 1501661"/>
              <a:gd name="connsiteX70" fmla="*/ 33078 w 1424802"/>
              <a:gd name="connsiteY70" fmla="*/ 1308230 h 1501661"/>
              <a:gd name="connsiteX71" fmla="*/ 21355 w 1424802"/>
              <a:gd name="connsiteY71" fmla="*/ 1267199 h 1501661"/>
              <a:gd name="connsiteX72" fmla="*/ 9632 w 1424802"/>
              <a:gd name="connsiteY72" fmla="*/ 1220307 h 1501661"/>
              <a:gd name="connsiteX73" fmla="*/ 9632 w 1424802"/>
              <a:gd name="connsiteY73" fmla="*/ 1021015 h 1501661"/>
              <a:gd name="connsiteX74" fmla="*/ 15493 w 1424802"/>
              <a:gd name="connsiteY74" fmla="*/ 1003430 h 1501661"/>
              <a:gd name="connsiteX75" fmla="*/ 21355 w 1424802"/>
              <a:gd name="connsiteY75" fmla="*/ 950676 h 1501661"/>
              <a:gd name="connsiteX76" fmla="*/ 27216 w 1424802"/>
              <a:gd name="connsiteY76" fmla="*/ 933092 h 1501661"/>
              <a:gd name="connsiteX77" fmla="*/ 33078 w 1424802"/>
              <a:gd name="connsiteY77" fmla="*/ 897922 h 1501661"/>
              <a:gd name="connsiteX78" fmla="*/ 50662 w 1424802"/>
              <a:gd name="connsiteY78" fmla="*/ 856892 h 1501661"/>
              <a:gd name="connsiteX79" fmla="*/ 62385 w 1424802"/>
              <a:gd name="connsiteY79" fmla="*/ 815861 h 1501661"/>
              <a:gd name="connsiteX80" fmla="*/ 74108 w 1424802"/>
              <a:gd name="connsiteY80" fmla="*/ 792415 h 1501661"/>
              <a:gd name="connsiteX81" fmla="*/ 85832 w 1424802"/>
              <a:gd name="connsiteY81" fmla="*/ 751384 h 1501661"/>
              <a:gd name="connsiteX82" fmla="*/ 91693 w 1424802"/>
              <a:gd name="connsiteY82" fmla="*/ 733799 h 1501661"/>
              <a:gd name="connsiteX83" fmla="*/ 97555 w 1424802"/>
              <a:gd name="connsiteY83" fmla="*/ 704492 h 1501661"/>
              <a:gd name="connsiteX84" fmla="*/ 103416 w 1424802"/>
              <a:gd name="connsiteY84" fmla="*/ 686907 h 1501661"/>
              <a:gd name="connsiteX85" fmla="*/ 102366 w 1424802"/>
              <a:gd name="connsiteY85" fmla="*/ 624276 h 1501661"/>
              <a:gd name="connsiteX86" fmla="*/ 83418 w 1424802"/>
              <a:gd name="connsiteY86" fmla="*/ 512803 h 1501661"/>
              <a:gd name="connsiteX87" fmla="*/ 83418 w 1424802"/>
              <a:gd name="connsiteY87" fmla="*/ 368787 h 1501661"/>
              <a:gd name="connsiteX88" fmla="*/ 85832 w 1424802"/>
              <a:gd name="connsiteY88" fmla="*/ 341076 h 1501661"/>
              <a:gd name="connsiteX89" fmla="*/ 79970 w 1424802"/>
              <a:gd name="connsiteY89" fmla="*/ 323492 h 1501661"/>
              <a:gd name="connsiteX0" fmla="*/ 79970 w 1424802"/>
              <a:gd name="connsiteY0" fmla="*/ 323492 h 1501661"/>
              <a:gd name="connsiteX1" fmla="*/ 97555 w 1424802"/>
              <a:gd name="connsiteY1" fmla="*/ 270738 h 1501661"/>
              <a:gd name="connsiteX2" fmla="*/ 82870 w 1424802"/>
              <a:gd name="connsiteY2" fmla="*/ 224810 h 1501661"/>
              <a:gd name="connsiteX3" fmla="*/ 82870 w 1424802"/>
              <a:gd name="connsiteY3" fmla="*/ 152783 h 1501661"/>
              <a:gd name="connsiteX4" fmla="*/ 82870 w 1424802"/>
              <a:gd name="connsiteY4" fmla="*/ 152782 h 1501661"/>
              <a:gd name="connsiteX5" fmla="*/ 197201 w 1424802"/>
              <a:gd name="connsiteY5" fmla="*/ 147645 h 1501661"/>
              <a:gd name="connsiteX6" fmla="*/ 226508 w 1424802"/>
              <a:gd name="connsiteY6" fmla="*/ 130061 h 1501661"/>
              <a:gd name="connsiteX7" fmla="*/ 226969 w 1424802"/>
              <a:gd name="connsiteY7" fmla="*/ 80757 h 1501661"/>
              <a:gd name="connsiteX8" fmla="*/ 308570 w 1424802"/>
              <a:gd name="connsiteY8" fmla="*/ 100753 h 1501661"/>
              <a:gd name="connsiteX9" fmla="*/ 299018 w 1424802"/>
              <a:gd name="connsiteY9" fmla="*/ 8729 h 1501661"/>
              <a:gd name="connsiteX10" fmla="*/ 371067 w 1424802"/>
              <a:gd name="connsiteY10" fmla="*/ 8731 h 1501661"/>
              <a:gd name="connsiteX11" fmla="*/ 443116 w 1424802"/>
              <a:gd name="connsiteY11" fmla="*/ 8729 h 1501661"/>
              <a:gd name="connsiteX12" fmla="*/ 587214 w 1424802"/>
              <a:gd name="connsiteY12" fmla="*/ 8731 h 1501661"/>
              <a:gd name="connsiteX13" fmla="*/ 659264 w 1424802"/>
              <a:gd name="connsiteY13" fmla="*/ 8729 h 1501661"/>
              <a:gd name="connsiteX14" fmla="*/ 671985 w 1424802"/>
              <a:gd name="connsiteY14" fmla="*/ 106615 h 1501661"/>
              <a:gd name="connsiteX15" fmla="*/ 731313 w 1424802"/>
              <a:gd name="connsiteY15" fmla="*/ 80757 h 1501661"/>
              <a:gd name="connsiteX16" fmla="*/ 731313 w 1424802"/>
              <a:gd name="connsiteY16" fmla="*/ 8730 h 1501661"/>
              <a:gd name="connsiteX17" fmla="*/ 754047 w 1424802"/>
              <a:gd name="connsiteY17" fmla="*/ 135922 h 1501661"/>
              <a:gd name="connsiteX18" fmla="*/ 771632 w 1424802"/>
              <a:gd name="connsiteY18" fmla="*/ 147645 h 1501661"/>
              <a:gd name="connsiteX19" fmla="*/ 789216 w 1424802"/>
              <a:gd name="connsiteY19" fmla="*/ 165230 h 1501661"/>
              <a:gd name="connsiteX20" fmla="*/ 824385 w 1424802"/>
              <a:gd name="connsiteY20" fmla="*/ 176953 h 1501661"/>
              <a:gd name="connsiteX21" fmla="*/ 841970 w 1424802"/>
              <a:gd name="connsiteY21" fmla="*/ 194538 h 1501661"/>
              <a:gd name="connsiteX22" fmla="*/ 847832 w 1424802"/>
              <a:gd name="connsiteY22" fmla="*/ 212122 h 1501661"/>
              <a:gd name="connsiteX23" fmla="*/ 865416 w 1424802"/>
              <a:gd name="connsiteY23" fmla="*/ 217984 h 1501661"/>
              <a:gd name="connsiteX24" fmla="*/ 906447 w 1424802"/>
              <a:gd name="connsiteY24" fmla="*/ 253153 h 1501661"/>
              <a:gd name="connsiteX25" fmla="*/ 918170 w 1424802"/>
              <a:gd name="connsiteY25" fmla="*/ 270738 h 1501661"/>
              <a:gd name="connsiteX26" fmla="*/ 935755 w 1424802"/>
              <a:gd name="connsiteY26" fmla="*/ 282461 h 1501661"/>
              <a:gd name="connsiteX27" fmla="*/ 959201 w 1424802"/>
              <a:gd name="connsiteY27" fmla="*/ 300045 h 1501661"/>
              <a:gd name="connsiteX28" fmla="*/ 976785 w 1424802"/>
              <a:gd name="connsiteY28" fmla="*/ 311769 h 1501661"/>
              <a:gd name="connsiteX29" fmla="*/ 994370 w 1424802"/>
              <a:gd name="connsiteY29" fmla="*/ 335215 h 1501661"/>
              <a:gd name="connsiteX30" fmla="*/ 1035401 w 1424802"/>
              <a:gd name="connsiteY30" fmla="*/ 358661 h 1501661"/>
              <a:gd name="connsiteX31" fmla="*/ 1058847 w 1424802"/>
              <a:gd name="connsiteY31" fmla="*/ 387969 h 1501661"/>
              <a:gd name="connsiteX32" fmla="*/ 1099878 w 1424802"/>
              <a:gd name="connsiteY32" fmla="*/ 423138 h 1501661"/>
              <a:gd name="connsiteX33" fmla="*/ 1129185 w 1424802"/>
              <a:gd name="connsiteY33" fmla="*/ 464169 h 1501661"/>
              <a:gd name="connsiteX34" fmla="*/ 1135047 w 1424802"/>
              <a:gd name="connsiteY34" fmla="*/ 481753 h 1501661"/>
              <a:gd name="connsiteX35" fmla="*/ 1170216 w 1424802"/>
              <a:gd name="connsiteY35" fmla="*/ 522784 h 1501661"/>
              <a:gd name="connsiteX36" fmla="*/ 1187801 w 1424802"/>
              <a:gd name="connsiteY36" fmla="*/ 546230 h 1501661"/>
              <a:gd name="connsiteX37" fmla="*/ 1211247 w 1424802"/>
              <a:gd name="connsiteY37" fmla="*/ 581399 h 1501661"/>
              <a:gd name="connsiteX38" fmla="*/ 1240555 w 1424802"/>
              <a:gd name="connsiteY38" fmla="*/ 622430 h 1501661"/>
              <a:gd name="connsiteX39" fmla="*/ 1264001 w 1424802"/>
              <a:gd name="connsiteY39" fmla="*/ 669322 h 1501661"/>
              <a:gd name="connsiteX40" fmla="*/ 1269862 w 1424802"/>
              <a:gd name="connsiteY40" fmla="*/ 686907 h 1501661"/>
              <a:gd name="connsiteX41" fmla="*/ 1287447 w 1424802"/>
              <a:gd name="connsiteY41" fmla="*/ 716215 h 1501661"/>
              <a:gd name="connsiteX42" fmla="*/ 1299170 w 1424802"/>
              <a:gd name="connsiteY42" fmla="*/ 739661 h 1501661"/>
              <a:gd name="connsiteX43" fmla="*/ 1316755 w 1424802"/>
              <a:gd name="connsiteY43" fmla="*/ 757245 h 1501661"/>
              <a:gd name="connsiteX44" fmla="*/ 1340201 w 1424802"/>
              <a:gd name="connsiteY44" fmla="*/ 798276 h 1501661"/>
              <a:gd name="connsiteX45" fmla="*/ 1351924 w 1424802"/>
              <a:gd name="connsiteY45" fmla="*/ 821722 h 1501661"/>
              <a:gd name="connsiteX46" fmla="*/ 1357785 w 1424802"/>
              <a:gd name="connsiteY46" fmla="*/ 839307 h 1501661"/>
              <a:gd name="connsiteX47" fmla="*/ 1369508 w 1424802"/>
              <a:gd name="connsiteY47" fmla="*/ 856892 h 1501661"/>
              <a:gd name="connsiteX48" fmla="*/ 1381232 w 1424802"/>
              <a:gd name="connsiteY48" fmla="*/ 886199 h 1501661"/>
              <a:gd name="connsiteX49" fmla="*/ 1398816 w 1424802"/>
              <a:gd name="connsiteY49" fmla="*/ 962399 h 1501661"/>
              <a:gd name="connsiteX50" fmla="*/ 1410539 w 1424802"/>
              <a:gd name="connsiteY50" fmla="*/ 1032738 h 1501661"/>
              <a:gd name="connsiteX51" fmla="*/ 1416401 w 1424802"/>
              <a:gd name="connsiteY51" fmla="*/ 1050322 h 1501661"/>
              <a:gd name="connsiteX52" fmla="*/ 1410539 w 1424802"/>
              <a:gd name="connsiteY52" fmla="*/ 1202722 h 1501661"/>
              <a:gd name="connsiteX53" fmla="*/ 1404287 w 1424802"/>
              <a:gd name="connsiteY53" fmla="*/ 1326348 h 1501661"/>
              <a:gd name="connsiteX54" fmla="*/ 1287447 w 1424802"/>
              <a:gd name="connsiteY54" fmla="*/ 1460630 h 1501661"/>
              <a:gd name="connsiteX55" fmla="*/ 1269862 w 1424802"/>
              <a:gd name="connsiteY55" fmla="*/ 1472353 h 1501661"/>
              <a:gd name="connsiteX56" fmla="*/ 1234693 w 1424802"/>
              <a:gd name="connsiteY56" fmla="*/ 1484076 h 1501661"/>
              <a:gd name="connsiteX57" fmla="*/ 1217108 w 1424802"/>
              <a:gd name="connsiteY57" fmla="*/ 1489938 h 1501661"/>
              <a:gd name="connsiteX58" fmla="*/ 1176078 w 1424802"/>
              <a:gd name="connsiteY58" fmla="*/ 1495799 h 1501661"/>
              <a:gd name="connsiteX59" fmla="*/ 1140908 w 1424802"/>
              <a:gd name="connsiteY59" fmla="*/ 1501661 h 1501661"/>
              <a:gd name="connsiteX60" fmla="*/ 900585 w 1424802"/>
              <a:gd name="connsiteY60" fmla="*/ 1495799 h 1501661"/>
              <a:gd name="connsiteX61" fmla="*/ 883001 w 1424802"/>
              <a:gd name="connsiteY61" fmla="*/ 1489938 h 1501661"/>
              <a:gd name="connsiteX62" fmla="*/ 800939 w 1424802"/>
              <a:gd name="connsiteY62" fmla="*/ 1484076 h 1501661"/>
              <a:gd name="connsiteX63" fmla="*/ 630955 w 1424802"/>
              <a:gd name="connsiteY63" fmla="*/ 1478215 h 1501661"/>
              <a:gd name="connsiteX64" fmla="*/ 572339 w 1424802"/>
              <a:gd name="connsiteY64" fmla="*/ 1472353 h 1501661"/>
              <a:gd name="connsiteX65" fmla="*/ 476812 w 1424802"/>
              <a:gd name="connsiteY65" fmla="*/ 1478215 h 1501661"/>
              <a:gd name="connsiteX66" fmla="*/ 155426 w 1424802"/>
              <a:gd name="connsiteY66" fmla="*/ 1448907 h 1501661"/>
              <a:gd name="connsiteX67" fmla="*/ 83418 w 1424802"/>
              <a:gd name="connsiteY67" fmla="*/ 1376899 h 1501661"/>
              <a:gd name="connsiteX68" fmla="*/ 50662 w 1424802"/>
              <a:gd name="connsiteY68" fmla="*/ 1325815 h 1501661"/>
              <a:gd name="connsiteX69" fmla="*/ 33078 w 1424802"/>
              <a:gd name="connsiteY69" fmla="*/ 1308230 h 1501661"/>
              <a:gd name="connsiteX70" fmla="*/ 21355 w 1424802"/>
              <a:gd name="connsiteY70" fmla="*/ 1267199 h 1501661"/>
              <a:gd name="connsiteX71" fmla="*/ 9632 w 1424802"/>
              <a:gd name="connsiteY71" fmla="*/ 1220307 h 1501661"/>
              <a:gd name="connsiteX72" fmla="*/ 9632 w 1424802"/>
              <a:gd name="connsiteY72" fmla="*/ 1021015 h 1501661"/>
              <a:gd name="connsiteX73" fmla="*/ 15493 w 1424802"/>
              <a:gd name="connsiteY73" fmla="*/ 1003430 h 1501661"/>
              <a:gd name="connsiteX74" fmla="*/ 21355 w 1424802"/>
              <a:gd name="connsiteY74" fmla="*/ 950676 h 1501661"/>
              <a:gd name="connsiteX75" fmla="*/ 27216 w 1424802"/>
              <a:gd name="connsiteY75" fmla="*/ 933092 h 1501661"/>
              <a:gd name="connsiteX76" fmla="*/ 33078 w 1424802"/>
              <a:gd name="connsiteY76" fmla="*/ 897922 h 1501661"/>
              <a:gd name="connsiteX77" fmla="*/ 50662 w 1424802"/>
              <a:gd name="connsiteY77" fmla="*/ 856892 h 1501661"/>
              <a:gd name="connsiteX78" fmla="*/ 62385 w 1424802"/>
              <a:gd name="connsiteY78" fmla="*/ 815861 h 1501661"/>
              <a:gd name="connsiteX79" fmla="*/ 74108 w 1424802"/>
              <a:gd name="connsiteY79" fmla="*/ 792415 h 1501661"/>
              <a:gd name="connsiteX80" fmla="*/ 85832 w 1424802"/>
              <a:gd name="connsiteY80" fmla="*/ 751384 h 1501661"/>
              <a:gd name="connsiteX81" fmla="*/ 91693 w 1424802"/>
              <a:gd name="connsiteY81" fmla="*/ 733799 h 1501661"/>
              <a:gd name="connsiteX82" fmla="*/ 97555 w 1424802"/>
              <a:gd name="connsiteY82" fmla="*/ 704492 h 1501661"/>
              <a:gd name="connsiteX83" fmla="*/ 103416 w 1424802"/>
              <a:gd name="connsiteY83" fmla="*/ 686907 h 1501661"/>
              <a:gd name="connsiteX84" fmla="*/ 102366 w 1424802"/>
              <a:gd name="connsiteY84" fmla="*/ 624276 h 1501661"/>
              <a:gd name="connsiteX85" fmla="*/ 83418 w 1424802"/>
              <a:gd name="connsiteY85" fmla="*/ 512803 h 1501661"/>
              <a:gd name="connsiteX86" fmla="*/ 83418 w 1424802"/>
              <a:gd name="connsiteY86" fmla="*/ 368787 h 1501661"/>
              <a:gd name="connsiteX87" fmla="*/ 85832 w 1424802"/>
              <a:gd name="connsiteY87" fmla="*/ 341076 h 1501661"/>
              <a:gd name="connsiteX88" fmla="*/ 79970 w 1424802"/>
              <a:gd name="connsiteY88"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197201 w 1424802"/>
              <a:gd name="connsiteY4" fmla="*/ 147645 h 1501661"/>
              <a:gd name="connsiteX5" fmla="*/ 226508 w 1424802"/>
              <a:gd name="connsiteY5" fmla="*/ 130061 h 1501661"/>
              <a:gd name="connsiteX6" fmla="*/ 226969 w 1424802"/>
              <a:gd name="connsiteY6" fmla="*/ 80757 h 1501661"/>
              <a:gd name="connsiteX7" fmla="*/ 308570 w 1424802"/>
              <a:gd name="connsiteY7" fmla="*/ 100753 h 1501661"/>
              <a:gd name="connsiteX8" fmla="*/ 299018 w 1424802"/>
              <a:gd name="connsiteY8" fmla="*/ 8729 h 1501661"/>
              <a:gd name="connsiteX9" fmla="*/ 371067 w 1424802"/>
              <a:gd name="connsiteY9" fmla="*/ 8731 h 1501661"/>
              <a:gd name="connsiteX10" fmla="*/ 443116 w 1424802"/>
              <a:gd name="connsiteY10" fmla="*/ 8729 h 1501661"/>
              <a:gd name="connsiteX11" fmla="*/ 587214 w 1424802"/>
              <a:gd name="connsiteY11" fmla="*/ 8731 h 1501661"/>
              <a:gd name="connsiteX12" fmla="*/ 659264 w 1424802"/>
              <a:gd name="connsiteY12" fmla="*/ 8729 h 1501661"/>
              <a:gd name="connsiteX13" fmla="*/ 671985 w 1424802"/>
              <a:gd name="connsiteY13" fmla="*/ 106615 h 1501661"/>
              <a:gd name="connsiteX14" fmla="*/ 731313 w 1424802"/>
              <a:gd name="connsiteY14" fmla="*/ 80757 h 1501661"/>
              <a:gd name="connsiteX15" fmla="*/ 731313 w 1424802"/>
              <a:gd name="connsiteY15" fmla="*/ 8730 h 1501661"/>
              <a:gd name="connsiteX16" fmla="*/ 754047 w 1424802"/>
              <a:gd name="connsiteY16" fmla="*/ 135922 h 1501661"/>
              <a:gd name="connsiteX17" fmla="*/ 771632 w 1424802"/>
              <a:gd name="connsiteY17" fmla="*/ 147645 h 1501661"/>
              <a:gd name="connsiteX18" fmla="*/ 789216 w 1424802"/>
              <a:gd name="connsiteY18" fmla="*/ 165230 h 1501661"/>
              <a:gd name="connsiteX19" fmla="*/ 824385 w 1424802"/>
              <a:gd name="connsiteY19" fmla="*/ 176953 h 1501661"/>
              <a:gd name="connsiteX20" fmla="*/ 841970 w 1424802"/>
              <a:gd name="connsiteY20" fmla="*/ 194538 h 1501661"/>
              <a:gd name="connsiteX21" fmla="*/ 847832 w 1424802"/>
              <a:gd name="connsiteY21" fmla="*/ 212122 h 1501661"/>
              <a:gd name="connsiteX22" fmla="*/ 865416 w 1424802"/>
              <a:gd name="connsiteY22" fmla="*/ 217984 h 1501661"/>
              <a:gd name="connsiteX23" fmla="*/ 906447 w 1424802"/>
              <a:gd name="connsiteY23" fmla="*/ 253153 h 1501661"/>
              <a:gd name="connsiteX24" fmla="*/ 918170 w 1424802"/>
              <a:gd name="connsiteY24" fmla="*/ 270738 h 1501661"/>
              <a:gd name="connsiteX25" fmla="*/ 935755 w 1424802"/>
              <a:gd name="connsiteY25" fmla="*/ 282461 h 1501661"/>
              <a:gd name="connsiteX26" fmla="*/ 959201 w 1424802"/>
              <a:gd name="connsiteY26" fmla="*/ 300045 h 1501661"/>
              <a:gd name="connsiteX27" fmla="*/ 976785 w 1424802"/>
              <a:gd name="connsiteY27" fmla="*/ 311769 h 1501661"/>
              <a:gd name="connsiteX28" fmla="*/ 994370 w 1424802"/>
              <a:gd name="connsiteY28" fmla="*/ 335215 h 1501661"/>
              <a:gd name="connsiteX29" fmla="*/ 1035401 w 1424802"/>
              <a:gd name="connsiteY29" fmla="*/ 358661 h 1501661"/>
              <a:gd name="connsiteX30" fmla="*/ 1058847 w 1424802"/>
              <a:gd name="connsiteY30" fmla="*/ 387969 h 1501661"/>
              <a:gd name="connsiteX31" fmla="*/ 1099878 w 1424802"/>
              <a:gd name="connsiteY31" fmla="*/ 423138 h 1501661"/>
              <a:gd name="connsiteX32" fmla="*/ 1129185 w 1424802"/>
              <a:gd name="connsiteY32" fmla="*/ 464169 h 1501661"/>
              <a:gd name="connsiteX33" fmla="*/ 1135047 w 1424802"/>
              <a:gd name="connsiteY33" fmla="*/ 481753 h 1501661"/>
              <a:gd name="connsiteX34" fmla="*/ 1170216 w 1424802"/>
              <a:gd name="connsiteY34" fmla="*/ 522784 h 1501661"/>
              <a:gd name="connsiteX35" fmla="*/ 1187801 w 1424802"/>
              <a:gd name="connsiteY35" fmla="*/ 546230 h 1501661"/>
              <a:gd name="connsiteX36" fmla="*/ 1211247 w 1424802"/>
              <a:gd name="connsiteY36" fmla="*/ 581399 h 1501661"/>
              <a:gd name="connsiteX37" fmla="*/ 1240555 w 1424802"/>
              <a:gd name="connsiteY37" fmla="*/ 622430 h 1501661"/>
              <a:gd name="connsiteX38" fmla="*/ 1264001 w 1424802"/>
              <a:gd name="connsiteY38" fmla="*/ 669322 h 1501661"/>
              <a:gd name="connsiteX39" fmla="*/ 1269862 w 1424802"/>
              <a:gd name="connsiteY39" fmla="*/ 686907 h 1501661"/>
              <a:gd name="connsiteX40" fmla="*/ 1287447 w 1424802"/>
              <a:gd name="connsiteY40" fmla="*/ 716215 h 1501661"/>
              <a:gd name="connsiteX41" fmla="*/ 1299170 w 1424802"/>
              <a:gd name="connsiteY41" fmla="*/ 739661 h 1501661"/>
              <a:gd name="connsiteX42" fmla="*/ 1316755 w 1424802"/>
              <a:gd name="connsiteY42" fmla="*/ 757245 h 1501661"/>
              <a:gd name="connsiteX43" fmla="*/ 1340201 w 1424802"/>
              <a:gd name="connsiteY43" fmla="*/ 798276 h 1501661"/>
              <a:gd name="connsiteX44" fmla="*/ 1351924 w 1424802"/>
              <a:gd name="connsiteY44" fmla="*/ 821722 h 1501661"/>
              <a:gd name="connsiteX45" fmla="*/ 1357785 w 1424802"/>
              <a:gd name="connsiteY45" fmla="*/ 839307 h 1501661"/>
              <a:gd name="connsiteX46" fmla="*/ 1369508 w 1424802"/>
              <a:gd name="connsiteY46" fmla="*/ 856892 h 1501661"/>
              <a:gd name="connsiteX47" fmla="*/ 1381232 w 1424802"/>
              <a:gd name="connsiteY47" fmla="*/ 886199 h 1501661"/>
              <a:gd name="connsiteX48" fmla="*/ 1398816 w 1424802"/>
              <a:gd name="connsiteY48" fmla="*/ 962399 h 1501661"/>
              <a:gd name="connsiteX49" fmla="*/ 1410539 w 1424802"/>
              <a:gd name="connsiteY49" fmla="*/ 1032738 h 1501661"/>
              <a:gd name="connsiteX50" fmla="*/ 1416401 w 1424802"/>
              <a:gd name="connsiteY50" fmla="*/ 1050322 h 1501661"/>
              <a:gd name="connsiteX51" fmla="*/ 1410539 w 1424802"/>
              <a:gd name="connsiteY51" fmla="*/ 1202722 h 1501661"/>
              <a:gd name="connsiteX52" fmla="*/ 1404287 w 1424802"/>
              <a:gd name="connsiteY52" fmla="*/ 1326348 h 1501661"/>
              <a:gd name="connsiteX53" fmla="*/ 1287447 w 1424802"/>
              <a:gd name="connsiteY53" fmla="*/ 1460630 h 1501661"/>
              <a:gd name="connsiteX54" fmla="*/ 1269862 w 1424802"/>
              <a:gd name="connsiteY54" fmla="*/ 1472353 h 1501661"/>
              <a:gd name="connsiteX55" fmla="*/ 1234693 w 1424802"/>
              <a:gd name="connsiteY55" fmla="*/ 1484076 h 1501661"/>
              <a:gd name="connsiteX56" fmla="*/ 1217108 w 1424802"/>
              <a:gd name="connsiteY56" fmla="*/ 1489938 h 1501661"/>
              <a:gd name="connsiteX57" fmla="*/ 1176078 w 1424802"/>
              <a:gd name="connsiteY57" fmla="*/ 1495799 h 1501661"/>
              <a:gd name="connsiteX58" fmla="*/ 1140908 w 1424802"/>
              <a:gd name="connsiteY58" fmla="*/ 1501661 h 1501661"/>
              <a:gd name="connsiteX59" fmla="*/ 900585 w 1424802"/>
              <a:gd name="connsiteY59" fmla="*/ 1495799 h 1501661"/>
              <a:gd name="connsiteX60" fmla="*/ 883001 w 1424802"/>
              <a:gd name="connsiteY60" fmla="*/ 1489938 h 1501661"/>
              <a:gd name="connsiteX61" fmla="*/ 800939 w 1424802"/>
              <a:gd name="connsiteY61" fmla="*/ 1484076 h 1501661"/>
              <a:gd name="connsiteX62" fmla="*/ 630955 w 1424802"/>
              <a:gd name="connsiteY62" fmla="*/ 1478215 h 1501661"/>
              <a:gd name="connsiteX63" fmla="*/ 572339 w 1424802"/>
              <a:gd name="connsiteY63" fmla="*/ 1472353 h 1501661"/>
              <a:gd name="connsiteX64" fmla="*/ 476812 w 1424802"/>
              <a:gd name="connsiteY64" fmla="*/ 1478215 h 1501661"/>
              <a:gd name="connsiteX65" fmla="*/ 155426 w 1424802"/>
              <a:gd name="connsiteY65" fmla="*/ 1448907 h 1501661"/>
              <a:gd name="connsiteX66" fmla="*/ 83418 w 1424802"/>
              <a:gd name="connsiteY66" fmla="*/ 1376899 h 1501661"/>
              <a:gd name="connsiteX67" fmla="*/ 50662 w 1424802"/>
              <a:gd name="connsiteY67" fmla="*/ 1325815 h 1501661"/>
              <a:gd name="connsiteX68" fmla="*/ 33078 w 1424802"/>
              <a:gd name="connsiteY68" fmla="*/ 1308230 h 1501661"/>
              <a:gd name="connsiteX69" fmla="*/ 21355 w 1424802"/>
              <a:gd name="connsiteY69" fmla="*/ 1267199 h 1501661"/>
              <a:gd name="connsiteX70" fmla="*/ 9632 w 1424802"/>
              <a:gd name="connsiteY70" fmla="*/ 1220307 h 1501661"/>
              <a:gd name="connsiteX71" fmla="*/ 9632 w 1424802"/>
              <a:gd name="connsiteY71" fmla="*/ 1021015 h 1501661"/>
              <a:gd name="connsiteX72" fmla="*/ 15493 w 1424802"/>
              <a:gd name="connsiteY72" fmla="*/ 1003430 h 1501661"/>
              <a:gd name="connsiteX73" fmla="*/ 21355 w 1424802"/>
              <a:gd name="connsiteY73" fmla="*/ 950676 h 1501661"/>
              <a:gd name="connsiteX74" fmla="*/ 27216 w 1424802"/>
              <a:gd name="connsiteY74" fmla="*/ 933092 h 1501661"/>
              <a:gd name="connsiteX75" fmla="*/ 33078 w 1424802"/>
              <a:gd name="connsiteY75" fmla="*/ 897922 h 1501661"/>
              <a:gd name="connsiteX76" fmla="*/ 50662 w 1424802"/>
              <a:gd name="connsiteY76" fmla="*/ 856892 h 1501661"/>
              <a:gd name="connsiteX77" fmla="*/ 62385 w 1424802"/>
              <a:gd name="connsiteY77" fmla="*/ 815861 h 1501661"/>
              <a:gd name="connsiteX78" fmla="*/ 74108 w 1424802"/>
              <a:gd name="connsiteY78" fmla="*/ 792415 h 1501661"/>
              <a:gd name="connsiteX79" fmla="*/ 85832 w 1424802"/>
              <a:gd name="connsiteY79" fmla="*/ 751384 h 1501661"/>
              <a:gd name="connsiteX80" fmla="*/ 91693 w 1424802"/>
              <a:gd name="connsiteY80" fmla="*/ 733799 h 1501661"/>
              <a:gd name="connsiteX81" fmla="*/ 97555 w 1424802"/>
              <a:gd name="connsiteY81" fmla="*/ 704492 h 1501661"/>
              <a:gd name="connsiteX82" fmla="*/ 103416 w 1424802"/>
              <a:gd name="connsiteY82" fmla="*/ 686907 h 1501661"/>
              <a:gd name="connsiteX83" fmla="*/ 102366 w 1424802"/>
              <a:gd name="connsiteY83" fmla="*/ 624276 h 1501661"/>
              <a:gd name="connsiteX84" fmla="*/ 83418 w 1424802"/>
              <a:gd name="connsiteY84" fmla="*/ 512803 h 1501661"/>
              <a:gd name="connsiteX85" fmla="*/ 83418 w 1424802"/>
              <a:gd name="connsiteY85" fmla="*/ 368787 h 1501661"/>
              <a:gd name="connsiteX86" fmla="*/ 85832 w 1424802"/>
              <a:gd name="connsiteY86" fmla="*/ 341076 h 1501661"/>
              <a:gd name="connsiteX87" fmla="*/ 79970 w 1424802"/>
              <a:gd name="connsiteY87"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226508 w 1424802"/>
              <a:gd name="connsiteY4" fmla="*/ 130061 h 1501661"/>
              <a:gd name="connsiteX5" fmla="*/ 226969 w 1424802"/>
              <a:gd name="connsiteY5" fmla="*/ 80757 h 1501661"/>
              <a:gd name="connsiteX6" fmla="*/ 308570 w 1424802"/>
              <a:gd name="connsiteY6" fmla="*/ 100753 h 1501661"/>
              <a:gd name="connsiteX7" fmla="*/ 299018 w 1424802"/>
              <a:gd name="connsiteY7" fmla="*/ 8729 h 1501661"/>
              <a:gd name="connsiteX8" fmla="*/ 371067 w 1424802"/>
              <a:gd name="connsiteY8" fmla="*/ 8731 h 1501661"/>
              <a:gd name="connsiteX9" fmla="*/ 443116 w 1424802"/>
              <a:gd name="connsiteY9" fmla="*/ 8729 h 1501661"/>
              <a:gd name="connsiteX10" fmla="*/ 587214 w 1424802"/>
              <a:gd name="connsiteY10" fmla="*/ 8731 h 1501661"/>
              <a:gd name="connsiteX11" fmla="*/ 659264 w 1424802"/>
              <a:gd name="connsiteY11" fmla="*/ 8729 h 1501661"/>
              <a:gd name="connsiteX12" fmla="*/ 671985 w 1424802"/>
              <a:gd name="connsiteY12" fmla="*/ 106615 h 1501661"/>
              <a:gd name="connsiteX13" fmla="*/ 731313 w 1424802"/>
              <a:gd name="connsiteY13" fmla="*/ 80757 h 1501661"/>
              <a:gd name="connsiteX14" fmla="*/ 731313 w 1424802"/>
              <a:gd name="connsiteY14" fmla="*/ 8730 h 1501661"/>
              <a:gd name="connsiteX15" fmla="*/ 754047 w 1424802"/>
              <a:gd name="connsiteY15" fmla="*/ 135922 h 1501661"/>
              <a:gd name="connsiteX16" fmla="*/ 771632 w 1424802"/>
              <a:gd name="connsiteY16" fmla="*/ 147645 h 1501661"/>
              <a:gd name="connsiteX17" fmla="*/ 789216 w 1424802"/>
              <a:gd name="connsiteY17" fmla="*/ 165230 h 1501661"/>
              <a:gd name="connsiteX18" fmla="*/ 824385 w 1424802"/>
              <a:gd name="connsiteY18" fmla="*/ 176953 h 1501661"/>
              <a:gd name="connsiteX19" fmla="*/ 841970 w 1424802"/>
              <a:gd name="connsiteY19" fmla="*/ 194538 h 1501661"/>
              <a:gd name="connsiteX20" fmla="*/ 847832 w 1424802"/>
              <a:gd name="connsiteY20" fmla="*/ 212122 h 1501661"/>
              <a:gd name="connsiteX21" fmla="*/ 865416 w 1424802"/>
              <a:gd name="connsiteY21" fmla="*/ 217984 h 1501661"/>
              <a:gd name="connsiteX22" fmla="*/ 906447 w 1424802"/>
              <a:gd name="connsiteY22" fmla="*/ 253153 h 1501661"/>
              <a:gd name="connsiteX23" fmla="*/ 918170 w 1424802"/>
              <a:gd name="connsiteY23" fmla="*/ 270738 h 1501661"/>
              <a:gd name="connsiteX24" fmla="*/ 935755 w 1424802"/>
              <a:gd name="connsiteY24" fmla="*/ 282461 h 1501661"/>
              <a:gd name="connsiteX25" fmla="*/ 959201 w 1424802"/>
              <a:gd name="connsiteY25" fmla="*/ 300045 h 1501661"/>
              <a:gd name="connsiteX26" fmla="*/ 976785 w 1424802"/>
              <a:gd name="connsiteY26" fmla="*/ 311769 h 1501661"/>
              <a:gd name="connsiteX27" fmla="*/ 994370 w 1424802"/>
              <a:gd name="connsiteY27" fmla="*/ 335215 h 1501661"/>
              <a:gd name="connsiteX28" fmla="*/ 1035401 w 1424802"/>
              <a:gd name="connsiteY28" fmla="*/ 358661 h 1501661"/>
              <a:gd name="connsiteX29" fmla="*/ 1058847 w 1424802"/>
              <a:gd name="connsiteY29" fmla="*/ 387969 h 1501661"/>
              <a:gd name="connsiteX30" fmla="*/ 1099878 w 1424802"/>
              <a:gd name="connsiteY30" fmla="*/ 423138 h 1501661"/>
              <a:gd name="connsiteX31" fmla="*/ 1129185 w 1424802"/>
              <a:gd name="connsiteY31" fmla="*/ 464169 h 1501661"/>
              <a:gd name="connsiteX32" fmla="*/ 1135047 w 1424802"/>
              <a:gd name="connsiteY32" fmla="*/ 481753 h 1501661"/>
              <a:gd name="connsiteX33" fmla="*/ 1170216 w 1424802"/>
              <a:gd name="connsiteY33" fmla="*/ 522784 h 1501661"/>
              <a:gd name="connsiteX34" fmla="*/ 1187801 w 1424802"/>
              <a:gd name="connsiteY34" fmla="*/ 546230 h 1501661"/>
              <a:gd name="connsiteX35" fmla="*/ 1211247 w 1424802"/>
              <a:gd name="connsiteY35" fmla="*/ 581399 h 1501661"/>
              <a:gd name="connsiteX36" fmla="*/ 1240555 w 1424802"/>
              <a:gd name="connsiteY36" fmla="*/ 622430 h 1501661"/>
              <a:gd name="connsiteX37" fmla="*/ 1264001 w 1424802"/>
              <a:gd name="connsiteY37" fmla="*/ 669322 h 1501661"/>
              <a:gd name="connsiteX38" fmla="*/ 1269862 w 1424802"/>
              <a:gd name="connsiteY38" fmla="*/ 686907 h 1501661"/>
              <a:gd name="connsiteX39" fmla="*/ 1287447 w 1424802"/>
              <a:gd name="connsiteY39" fmla="*/ 716215 h 1501661"/>
              <a:gd name="connsiteX40" fmla="*/ 1299170 w 1424802"/>
              <a:gd name="connsiteY40" fmla="*/ 739661 h 1501661"/>
              <a:gd name="connsiteX41" fmla="*/ 1316755 w 1424802"/>
              <a:gd name="connsiteY41" fmla="*/ 757245 h 1501661"/>
              <a:gd name="connsiteX42" fmla="*/ 1340201 w 1424802"/>
              <a:gd name="connsiteY42" fmla="*/ 798276 h 1501661"/>
              <a:gd name="connsiteX43" fmla="*/ 1351924 w 1424802"/>
              <a:gd name="connsiteY43" fmla="*/ 821722 h 1501661"/>
              <a:gd name="connsiteX44" fmla="*/ 1357785 w 1424802"/>
              <a:gd name="connsiteY44" fmla="*/ 839307 h 1501661"/>
              <a:gd name="connsiteX45" fmla="*/ 1369508 w 1424802"/>
              <a:gd name="connsiteY45" fmla="*/ 856892 h 1501661"/>
              <a:gd name="connsiteX46" fmla="*/ 1381232 w 1424802"/>
              <a:gd name="connsiteY46" fmla="*/ 886199 h 1501661"/>
              <a:gd name="connsiteX47" fmla="*/ 1398816 w 1424802"/>
              <a:gd name="connsiteY47" fmla="*/ 962399 h 1501661"/>
              <a:gd name="connsiteX48" fmla="*/ 1410539 w 1424802"/>
              <a:gd name="connsiteY48" fmla="*/ 1032738 h 1501661"/>
              <a:gd name="connsiteX49" fmla="*/ 1416401 w 1424802"/>
              <a:gd name="connsiteY49" fmla="*/ 1050322 h 1501661"/>
              <a:gd name="connsiteX50" fmla="*/ 1410539 w 1424802"/>
              <a:gd name="connsiteY50" fmla="*/ 1202722 h 1501661"/>
              <a:gd name="connsiteX51" fmla="*/ 1404287 w 1424802"/>
              <a:gd name="connsiteY51" fmla="*/ 1326348 h 1501661"/>
              <a:gd name="connsiteX52" fmla="*/ 1287447 w 1424802"/>
              <a:gd name="connsiteY52" fmla="*/ 1460630 h 1501661"/>
              <a:gd name="connsiteX53" fmla="*/ 1269862 w 1424802"/>
              <a:gd name="connsiteY53" fmla="*/ 1472353 h 1501661"/>
              <a:gd name="connsiteX54" fmla="*/ 1234693 w 1424802"/>
              <a:gd name="connsiteY54" fmla="*/ 1484076 h 1501661"/>
              <a:gd name="connsiteX55" fmla="*/ 1217108 w 1424802"/>
              <a:gd name="connsiteY55" fmla="*/ 1489938 h 1501661"/>
              <a:gd name="connsiteX56" fmla="*/ 1176078 w 1424802"/>
              <a:gd name="connsiteY56" fmla="*/ 1495799 h 1501661"/>
              <a:gd name="connsiteX57" fmla="*/ 1140908 w 1424802"/>
              <a:gd name="connsiteY57" fmla="*/ 1501661 h 1501661"/>
              <a:gd name="connsiteX58" fmla="*/ 900585 w 1424802"/>
              <a:gd name="connsiteY58" fmla="*/ 1495799 h 1501661"/>
              <a:gd name="connsiteX59" fmla="*/ 883001 w 1424802"/>
              <a:gd name="connsiteY59" fmla="*/ 1489938 h 1501661"/>
              <a:gd name="connsiteX60" fmla="*/ 800939 w 1424802"/>
              <a:gd name="connsiteY60" fmla="*/ 1484076 h 1501661"/>
              <a:gd name="connsiteX61" fmla="*/ 630955 w 1424802"/>
              <a:gd name="connsiteY61" fmla="*/ 1478215 h 1501661"/>
              <a:gd name="connsiteX62" fmla="*/ 572339 w 1424802"/>
              <a:gd name="connsiteY62" fmla="*/ 1472353 h 1501661"/>
              <a:gd name="connsiteX63" fmla="*/ 476812 w 1424802"/>
              <a:gd name="connsiteY63" fmla="*/ 1478215 h 1501661"/>
              <a:gd name="connsiteX64" fmla="*/ 155426 w 1424802"/>
              <a:gd name="connsiteY64" fmla="*/ 1448907 h 1501661"/>
              <a:gd name="connsiteX65" fmla="*/ 83418 w 1424802"/>
              <a:gd name="connsiteY65" fmla="*/ 1376899 h 1501661"/>
              <a:gd name="connsiteX66" fmla="*/ 50662 w 1424802"/>
              <a:gd name="connsiteY66" fmla="*/ 1325815 h 1501661"/>
              <a:gd name="connsiteX67" fmla="*/ 33078 w 1424802"/>
              <a:gd name="connsiteY67" fmla="*/ 1308230 h 1501661"/>
              <a:gd name="connsiteX68" fmla="*/ 21355 w 1424802"/>
              <a:gd name="connsiteY68" fmla="*/ 1267199 h 1501661"/>
              <a:gd name="connsiteX69" fmla="*/ 9632 w 1424802"/>
              <a:gd name="connsiteY69" fmla="*/ 1220307 h 1501661"/>
              <a:gd name="connsiteX70" fmla="*/ 9632 w 1424802"/>
              <a:gd name="connsiteY70" fmla="*/ 1021015 h 1501661"/>
              <a:gd name="connsiteX71" fmla="*/ 15493 w 1424802"/>
              <a:gd name="connsiteY71" fmla="*/ 1003430 h 1501661"/>
              <a:gd name="connsiteX72" fmla="*/ 21355 w 1424802"/>
              <a:gd name="connsiteY72" fmla="*/ 950676 h 1501661"/>
              <a:gd name="connsiteX73" fmla="*/ 27216 w 1424802"/>
              <a:gd name="connsiteY73" fmla="*/ 933092 h 1501661"/>
              <a:gd name="connsiteX74" fmla="*/ 33078 w 1424802"/>
              <a:gd name="connsiteY74" fmla="*/ 897922 h 1501661"/>
              <a:gd name="connsiteX75" fmla="*/ 50662 w 1424802"/>
              <a:gd name="connsiteY75" fmla="*/ 856892 h 1501661"/>
              <a:gd name="connsiteX76" fmla="*/ 62385 w 1424802"/>
              <a:gd name="connsiteY76" fmla="*/ 815861 h 1501661"/>
              <a:gd name="connsiteX77" fmla="*/ 74108 w 1424802"/>
              <a:gd name="connsiteY77" fmla="*/ 792415 h 1501661"/>
              <a:gd name="connsiteX78" fmla="*/ 85832 w 1424802"/>
              <a:gd name="connsiteY78" fmla="*/ 751384 h 1501661"/>
              <a:gd name="connsiteX79" fmla="*/ 91693 w 1424802"/>
              <a:gd name="connsiteY79" fmla="*/ 733799 h 1501661"/>
              <a:gd name="connsiteX80" fmla="*/ 97555 w 1424802"/>
              <a:gd name="connsiteY80" fmla="*/ 704492 h 1501661"/>
              <a:gd name="connsiteX81" fmla="*/ 103416 w 1424802"/>
              <a:gd name="connsiteY81" fmla="*/ 686907 h 1501661"/>
              <a:gd name="connsiteX82" fmla="*/ 102366 w 1424802"/>
              <a:gd name="connsiteY82" fmla="*/ 624276 h 1501661"/>
              <a:gd name="connsiteX83" fmla="*/ 83418 w 1424802"/>
              <a:gd name="connsiteY83" fmla="*/ 512803 h 1501661"/>
              <a:gd name="connsiteX84" fmla="*/ 83418 w 1424802"/>
              <a:gd name="connsiteY84" fmla="*/ 368787 h 1501661"/>
              <a:gd name="connsiteX85" fmla="*/ 85832 w 1424802"/>
              <a:gd name="connsiteY85" fmla="*/ 341076 h 1501661"/>
              <a:gd name="connsiteX86" fmla="*/ 79970 w 1424802"/>
              <a:gd name="connsiteY86"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226969 w 1424802"/>
              <a:gd name="connsiteY4" fmla="*/ 80757 h 1501661"/>
              <a:gd name="connsiteX5" fmla="*/ 308570 w 1424802"/>
              <a:gd name="connsiteY5" fmla="*/ 100753 h 1501661"/>
              <a:gd name="connsiteX6" fmla="*/ 299018 w 1424802"/>
              <a:gd name="connsiteY6" fmla="*/ 8729 h 1501661"/>
              <a:gd name="connsiteX7" fmla="*/ 371067 w 1424802"/>
              <a:gd name="connsiteY7" fmla="*/ 8731 h 1501661"/>
              <a:gd name="connsiteX8" fmla="*/ 443116 w 1424802"/>
              <a:gd name="connsiteY8" fmla="*/ 8729 h 1501661"/>
              <a:gd name="connsiteX9" fmla="*/ 587214 w 1424802"/>
              <a:gd name="connsiteY9" fmla="*/ 8731 h 1501661"/>
              <a:gd name="connsiteX10" fmla="*/ 659264 w 1424802"/>
              <a:gd name="connsiteY10" fmla="*/ 8729 h 1501661"/>
              <a:gd name="connsiteX11" fmla="*/ 671985 w 1424802"/>
              <a:gd name="connsiteY11" fmla="*/ 106615 h 1501661"/>
              <a:gd name="connsiteX12" fmla="*/ 731313 w 1424802"/>
              <a:gd name="connsiteY12" fmla="*/ 80757 h 1501661"/>
              <a:gd name="connsiteX13" fmla="*/ 731313 w 1424802"/>
              <a:gd name="connsiteY13" fmla="*/ 8730 h 1501661"/>
              <a:gd name="connsiteX14" fmla="*/ 754047 w 1424802"/>
              <a:gd name="connsiteY14" fmla="*/ 135922 h 1501661"/>
              <a:gd name="connsiteX15" fmla="*/ 771632 w 1424802"/>
              <a:gd name="connsiteY15" fmla="*/ 147645 h 1501661"/>
              <a:gd name="connsiteX16" fmla="*/ 789216 w 1424802"/>
              <a:gd name="connsiteY16" fmla="*/ 165230 h 1501661"/>
              <a:gd name="connsiteX17" fmla="*/ 824385 w 1424802"/>
              <a:gd name="connsiteY17" fmla="*/ 176953 h 1501661"/>
              <a:gd name="connsiteX18" fmla="*/ 841970 w 1424802"/>
              <a:gd name="connsiteY18" fmla="*/ 194538 h 1501661"/>
              <a:gd name="connsiteX19" fmla="*/ 847832 w 1424802"/>
              <a:gd name="connsiteY19" fmla="*/ 212122 h 1501661"/>
              <a:gd name="connsiteX20" fmla="*/ 865416 w 1424802"/>
              <a:gd name="connsiteY20" fmla="*/ 217984 h 1501661"/>
              <a:gd name="connsiteX21" fmla="*/ 906447 w 1424802"/>
              <a:gd name="connsiteY21" fmla="*/ 253153 h 1501661"/>
              <a:gd name="connsiteX22" fmla="*/ 918170 w 1424802"/>
              <a:gd name="connsiteY22" fmla="*/ 270738 h 1501661"/>
              <a:gd name="connsiteX23" fmla="*/ 935755 w 1424802"/>
              <a:gd name="connsiteY23" fmla="*/ 282461 h 1501661"/>
              <a:gd name="connsiteX24" fmla="*/ 959201 w 1424802"/>
              <a:gd name="connsiteY24" fmla="*/ 300045 h 1501661"/>
              <a:gd name="connsiteX25" fmla="*/ 976785 w 1424802"/>
              <a:gd name="connsiteY25" fmla="*/ 311769 h 1501661"/>
              <a:gd name="connsiteX26" fmla="*/ 994370 w 1424802"/>
              <a:gd name="connsiteY26" fmla="*/ 335215 h 1501661"/>
              <a:gd name="connsiteX27" fmla="*/ 1035401 w 1424802"/>
              <a:gd name="connsiteY27" fmla="*/ 358661 h 1501661"/>
              <a:gd name="connsiteX28" fmla="*/ 1058847 w 1424802"/>
              <a:gd name="connsiteY28" fmla="*/ 387969 h 1501661"/>
              <a:gd name="connsiteX29" fmla="*/ 1099878 w 1424802"/>
              <a:gd name="connsiteY29" fmla="*/ 423138 h 1501661"/>
              <a:gd name="connsiteX30" fmla="*/ 1129185 w 1424802"/>
              <a:gd name="connsiteY30" fmla="*/ 464169 h 1501661"/>
              <a:gd name="connsiteX31" fmla="*/ 1135047 w 1424802"/>
              <a:gd name="connsiteY31" fmla="*/ 481753 h 1501661"/>
              <a:gd name="connsiteX32" fmla="*/ 1170216 w 1424802"/>
              <a:gd name="connsiteY32" fmla="*/ 522784 h 1501661"/>
              <a:gd name="connsiteX33" fmla="*/ 1187801 w 1424802"/>
              <a:gd name="connsiteY33" fmla="*/ 546230 h 1501661"/>
              <a:gd name="connsiteX34" fmla="*/ 1211247 w 1424802"/>
              <a:gd name="connsiteY34" fmla="*/ 581399 h 1501661"/>
              <a:gd name="connsiteX35" fmla="*/ 1240555 w 1424802"/>
              <a:gd name="connsiteY35" fmla="*/ 622430 h 1501661"/>
              <a:gd name="connsiteX36" fmla="*/ 1264001 w 1424802"/>
              <a:gd name="connsiteY36" fmla="*/ 669322 h 1501661"/>
              <a:gd name="connsiteX37" fmla="*/ 1269862 w 1424802"/>
              <a:gd name="connsiteY37" fmla="*/ 686907 h 1501661"/>
              <a:gd name="connsiteX38" fmla="*/ 1287447 w 1424802"/>
              <a:gd name="connsiteY38" fmla="*/ 716215 h 1501661"/>
              <a:gd name="connsiteX39" fmla="*/ 1299170 w 1424802"/>
              <a:gd name="connsiteY39" fmla="*/ 739661 h 1501661"/>
              <a:gd name="connsiteX40" fmla="*/ 1316755 w 1424802"/>
              <a:gd name="connsiteY40" fmla="*/ 757245 h 1501661"/>
              <a:gd name="connsiteX41" fmla="*/ 1340201 w 1424802"/>
              <a:gd name="connsiteY41" fmla="*/ 798276 h 1501661"/>
              <a:gd name="connsiteX42" fmla="*/ 1351924 w 1424802"/>
              <a:gd name="connsiteY42" fmla="*/ 821722 h 1501661"/>
              <a:gd name="connsiteX43" fmla="*/ 1357785 w 1424802"/>
              <a:gd name="connsiteY43" fmla="*/ 839307 h 1501661"/>
              <a:gd name="connsiteX44" fmla="*/ 1369508 w 1424802"/>
              <a:gd name="connsiteY44" fmla="*/ 856892 h 1501661"/>
              <a:gd name="connsiteX45" fmla="*/ 1381232 w 1424802"/>
              <a:gd name="connsiteY45" fmla="*/ 886199 h 1501661"/>
              <a:gd name="connsiteX46" fmla="*/ 1398816 w 1424802"/>
              <a:gd name="connsiteY46" fmla="*/ 962399 h 1501661"/>
              <a:gd name="connsiteX47" fmla="*/ 1410539 w 1424802"/>
              <a:gd name="connsiteY47" fmla="*/ 1032738 h 1501661"/>
              <a:gd name="connsiteX48" fmla="*/ 1416401 w 1424802"/>
              <a:gd name="connsiteY48" fmla="*/ 1050322 h 1501661"/>
              <a:gd name="connsiteX49" fmla="*/ 1410539 w 1424802"/>
              <a:gd name="connsiteY49" fmla="*/ 1202722 h 1501661"/>
              <a:gd name="connsiteX50" fmla="*/ 1404287 w 1424802"/>
              <a:gd name="connsiteY50" fmla="*/ 1326348 h 1501661"/>
              <a:gd name="connsiteX51" fmla="*/ 1287447 w 1424802"/>
              <a:gd name="connsiteY51" fmla="*/ 1460630 h 1501661"/>
              <a:gd name="connsiteX52" fmla="*/ 1269862 w 1424802"/>
              <a:gd name="connsiteY52" fmla="*/ 1472353 h 1501661"/>
              <a:gd name="connsiteX53" fmla="*/ 1234693 w 1424802"/>
              <a:gd name="connsiteY53" fmla="*/ 1484076 h 1501661"/>
              <a:gd name="connsiteX54" fmla="*/ 1217108 w 1424802"/>
              <a:gd name="connsiteY54" fmla="*/ 1489938 h 1501661"/>
              <a:gd name="connsiteX55" fmla="*/ 1176078 w 1424802"/>
              <a:gd name="connsiteY55" fmla="*/ 1495799 h 1501661"/>
              <a:gd name="connsiteX56" fmla="*/ 1140908 w 1424802"/>
              <a:gd name="connsiteY56" fmla="*/ 1501661 h 1501661"/>
              <a:gd name="connsiteX57" fmla="*/ 900585 w 1424802"/>
              <a:gd name="connsiteY57" fmla="*/ 1495799 h 1501661"/>
              <a:gd name="connsiteX58" fmla="*/ 883001 w 1424802"/>
              <a:gd name="connsiteY58" fmla="*/ 1489938 h 1501661"/>
              <a:gd name="connsiteX59" fmla="*/ 800939 w 1424802"/>
              <a:gd name="connsiteY59" fmla="*/ 1484076 h 1501661"/>
              <a:gd name="connsiteX60" fmla="*/ 630955 w 1424802"/>
              <a:gd name="connsiteY60" fmla="*/ 1478215 h 1501661"/>
              <a:gd name="connsiteX61" fmla="*/ 572339 w 1424802"/>
              <a:gd name="connsiteY61" fmla="*/ 1472353 h 1501661"/>
              <a:gd name="connsiteX62" fmla="*/ 476812 w 1424802"/>
              <a:gd name="connsiteY62" fmla="*/ 1478215 h 1501661"/>
              <a:gd name="connsiteX63" fmla="*/ 155426 w 1424802"/>
              <a:gd name="connsiteY63" fmla="*/ 1448907 h 1501661"/>
              <a:gd name="connsiteX64" fmla="*/ 83418 w 1424802"/>
              <a:gd name="connsiteY64" fmla="*/ 1376899 h 1501661"/>
              <a:gd name="connsiteX65" fmla="*/ 50662 w 1424802"/>
              <a:gd name="connsiteY65" fmla="*/ 1325815 h 1501661"/>
              <a:gd name="connsiteX66" fmla="*/ 33078 w 1424802"/>
              <a:gd name="connsiteY66" fmla="*/ 1308230 h 1501661"/>
              <a:gd name="connsiteX67" fmla="*/ 21355 w 1424802"/>
              <a:gd name="connsiteY67" fmla="*/ 1267199 h 1501661"/>
              <a:gd name="connsiteX68" fmla="*/ 9632 w 1424802"/>
              <a:gd name="connsiteY68" fmla="*/ 1220307 h 1501661"/>
              <a:gd name="connsiteX69" fmla="*/ 9632 w 1424802"/>
              <a:gd name="connsiteY69" fmla="*/ 1021015 h 1501661"/>
              <a:gd name="connsiteX70" fmla="*/ 15493 w 1424802"/>
              <a:gd name="connsiteY70" fmla="*/ 1003430 h 1501661"/>
              <a:gd name="connsiteX71" fmla="*/ 21355 w 1424802"/>
              <a:gd name="connsiteY71" fmla="*/ 950676 h 1501661"/>
              <a:gd name="connsiteX72" fmla="*/ 27216 w 1424802"/>
              <a:gd name="connsiteY72" fmla="*/ 933092 h 1501661"/>
              <a:gd name="connsiteX73" fmla="*/ 33078 w 1424802"/>
              <a:gd name="connsiteY73" fmla="*/ 897922 h 1501661"/>
              <a:gd name="connsiteX74" fmla="*/ 50662 w 1424802"/>
              <a:gd name="connsiteY74" fmla="*/ 856892 h 1501661"/>
              <a:gd name="connsiteX75" fmla="*/ 62385 w 1424802"/>
              <a:gd name="connsiteY75" fmla="*/ 815861 h 1501661"/>
              <a:gd name="connsiteX76" fmla="*/ 74108 w 1424802"/>
              <a:gd name="connsiteY76" fmla="*/ 792415 h 1501661"/>
              <a:gd name="connsiteX77" fmla="*/ 85832 w 1424802"/>
              <a:gd name="connsiteY77" fmla="*/ 751384 h 1501661"/>
              <a:gd name="connsiteX78" fmla="*/ 91693 w 1424802"/>
              <a:gd name="connsiteY78" fmla="*/ 733799 h 1501661"/>
              <a:gd name="connsiteX79" fmla="*/ 97555 w 1424802"/>
              <a:gd name="connsiteY79" fmla="*/ 704492 h 1501661"/>
              <a:gd name="connsiteX80" fmla="*/ 103416 w 1424802"/>
              <a:gd name="connsiteY80" fmla="*/ 686907 h 1501661"/>
              <a:gd name="connsiteX81" fmla="*/ 102366 w 1424802"/>
              <a:gd name="connsiteY81" fmla="*/ 624276 h 1501661"/>
              <a:gd name="connsiteX82" fmla="*/ 83418 w 1424802"/>
              <a:gd name="connsiteY82" fmla="*/ 512803 h 1501661"/>
              <a:gd name="connsiteX83" fmla="*/ 83418 w 1424802"/>
              <a:gd name="connsiteY83" fmla="*/ 368787 h 1501661"/>
              <a:gd name="connsiteX84" fmla="*/ 85832 w 1424802"/>
              <a:gd name="connsiteY84" fmla="*/ 341076 h 1501661"/>
              <a:gd name="connsiteX85" fmla="*/ 79970 w 1424802"/>
              <a:gd name="connsiteY85" fmla="*/ 323492 h 1501661"/>
              <a:gd name="connsiteX0" fmla="*/ 79970 w 1424802"/>
              <a:gd name="connsiteY0" fmla="*/ 323492 h 1501661"/>
              <a:gd name="connsiteX1" fmla="*/ 82870 w 1424802"/>
              <a:gd name="connsiteY1" fmla="*/ 224810 h 1501661"/>
              <a:gd name="connsiteX2" fmla="*/ 82870 w 1424802"/>
              <a:gd name="connsiteY2" fmla="*/ 152783 h 1501661"/>
              <a:gd name="connsiteX3" fmla="*/ 82870 w 1424802"/>
              <a:gd name="connsiteY3" fmla="*/ 152782 h 1501661"/>
              <a:gd name="connsiteX4" fmla="*/ 226969 w 1424802"/>
              <a:gd name="connsiteY4" fmla="*/ 80757 h 1501661"/>
              <a:gd name="connsiteX5" fmla="*/ 299018 w 1424802"/>
              <a:gd name="connsiteY5" fmla="*/ 8729 h 1501661"/>
              <a:gd name="connsiteX6" fmla="*/ 371067 w 1424802"/>
              <a:gd name="connsiteY6" fmla="*/ 8731 h 1501661"/>
              <a:gd name="connsiteX7" fmla="*/ 443116 w 1424802"/>
              <a:gd name="connsiteY7" fmla="*/ 8729 h 1501661"/>
              <a:gd name="connsiteX8" fmla="*/ 587214 w 1424802"/>
              <a:gd name="connsiteY8" fmla="*/ 8731 h 1501661"/>
              <a:gd name="connsiteX9" fmla="*/ 659264 w 1424802"/>
              <a:gd name="connsiteY9" fmla="*/ 8729 h 1501661"/>
              <a:gd name="connsiteX10" fmla="*/ 671985 w 1424802"/>
              <a:gd name="connsiteY10" fmla="*/ 106615 h 1501661"/>
              <a:gd name="connsiteX11" fmla="*/ 731313 w 1424802"/>
              <a:gd name="connsiteY11" fmla="*/ 80757 h 1501661"/>
              <a:gd name="connsiteX12" fmla="*/ 731313 w 1424802"/>
              <a:gd name="connsiteY12" fmla="*/ 8730 h 1501661"/>
              <a:gd name="connsiteX13" fmla="*/ 754047 w 1424802"/>
              <a:gd name="connsiteY13" fmla="*/ 135922 h 1501661"/>
              <a:gd name="connsiteX14" fmla="*/ 771632 w 1424802"/>
              <a:gd name="connsiteY14" fmla="*/ 147645 h 1501661"/>
              <a:gd name="connsiteX15" fmla="*/ 789216 w 1424802"/>
              <a:gd name="connsiteY15" fmla="*/ 165230 h 1501661"/>
              <a:gd name="connsiteX16" fmla="*/ 824385 w 1424802"/>
              <a:gd name="connsiteY16" fmla="*/ 176953 h 1501661"/>
              <a:gd name="connsiteX17" fmla="*/ 841970 w 1424802"/>
              <a:gd name="connsiteY17" fmla="*/ 194538 h 1501661"/>
              <a:gd name="connsiteX18" fmla="*/ 847832 w 1424802"/>
              <a:gd name="connsiteY18" fmla="*/ 212122 h 1501661"/>
              <a:gd name="connsiteX19" fmla="*/ 865416 w 1424802"/>
              <a:gd name="connsiteY19" fmla="*/ 217984 h 1501661"/>
              <a:gd name="connsiteX20" fmla="*/ 906447 w 1424802"/>
              <a:gd name="connsiteY20" fmla="*/ 253153 h 1501661"/>
              <a:gd name="connsiteX21" fmla="*/ 918170 w 1424802"/>
              <a:gd name="connsiteY21" fmla="*/ 270738 h 1501661"/>
              <a:gd name="connsiteX22" fmla="*/ 935755 w 1424802"/>
              <a:gd name="connsiteY22" fmla="*/ 282461 h 1501661"/>
              <a:gd name="connsiteX23" fmla="*/ 959201 w 1424802"/>
              <a:gd name="connsiteY23" fmla="*/ 300045 h 1501661"/>
              <a:gd name="connsiteX24" fmla="*/ 976785 w 1424802"/>
              <a:gd name="connsiteY24" fmla="*/ 311769 h 1501661"/>
              <a:gd name="connsiteX25" fmla="*/ 994370 w 1424802"/>
              <a:gd name="connsiteY25" fmla="*/ 335215 h 1501661"/>
              <a:gd name="connsiteX26" fmla="*/ 1035401 w 1424802"/>
              <a:gd name="connsiteY26" fmla="*/ 358661 h 1501661"/>
              <a:gd name="connsiteX27" fmla="*/ 1058847 w 1424802"/>
              <a:gd name="connsiteY27" fmla="*/ 387969 h 1501661"/>
              <a:gd name="connsiteX28" fmla="*/ 1099878 w 1424802"/>
              <a:gd name="connsiteY28" fmla="*/ 423138 h 1501661"/>
              <a:gd name="connsiteX29" fmla="*/ 1129185 w 1424802"/>
              <a:gd name="connsiteY29" fmla="*/ 464169 h 1501661"/>
              <a:gd name="connsiteX30" fmla="*/ 1135047 w 1424802"/>
              <a:gd name="connsiteY30" fmla="*/ 481753 h 1501661"/>
              <a:gd name="connsiteX31" fmla="*/ 1170216 w 1424802"/>
              <a:gd name="connsiteY31" fmla="*/ 522784 h 1501661"/>
              <a:gd name="connsiteX32" fmla="*/ 1187801 w 1424802"/>
              <a:gd name="connsiteY32" fmla="*/ 546230 h 1501661"/>
              <a:gd name="connsiteX33" fmla="*/ 1211247 w 1424802"/>
              <a:gd name="connsiteY33" fmla="*/ 581399 h 1501661"/>
              <a:gd name="connsiteX34" fmla="*/ 1240555 w 1424802"/>
              <a:gd name="connsiteY34" fmla="*/ 622430 h 1501661"/>
              <a:gd name="connsiteX35" fmla="*/ 1264001 w 1424802"/>
              <a:gd name="connsiteY35" fmla="*/ 669322 h 1501661"/>
              <a:gd name="connsiteX36" fmla="*/ 1269862 w 1424802"/>
              <a:gd name="connsiteY36" fmla="*/ 686907 h 1501661"/>
              <a:gd name="connsiteX37" fmla="*/ 1287447 w 1424802"/>
              <a:gd name="connsiteY37" fmla="*/ 716215 h 1501661"/>
              <a:gd name="connsiteX38" fmla="*/ 1299170 w 1424802"/>
              <a:gd name="connsiteY38" fmla="*/ 739661 h 1501661"/>
              <a:gd name="connsiteX39" fmla="*/ 1316755 w 1424802"/>
              <a:gd name="connsiteY39" fmla="*/ 757245 h 1501661"/>
              <a:gd name="connsiteX40" fmla="*/ 1340201 w 1424802"/>
              <a:gd name="connsiteY40" fmla="*/ 798276 h 1501661"/>
              <a:gd name="connsiteX41" fmla="*/ 1351924 w 1424802"/>
              <a:gd name="connsiteY41" fmla="*/ 821722 h 1501661"/>
              <a:gd name="connsiteX42" fmla="*/ 1357785 w 1424802"/>
              <a:gd name="connsiteY42" fmla="*/ 839307 h 1501661"/>
              <a:gd name="connsiteX43" fmla="*/ 1369508 w 1424802"/>
              <a:gd name="connsiteY43" fmla="*/ 856892 h 1501661"/>
              <a:gd name="connsiteX44" fmla="*/ 1381232 w 1424802"/>
              <a:gd name="connsiteY44" fmla="*/ 886199 h 1501661"/>
              <a:gd name="connsiteX45" fmla="*/ 1398816 w 1424802"/>
              <a:gd name="connsiteY45" fmla="*/ 962399 h 1501661"/>
              <a:gd name="connsiteX46" fmla="*/ 1410539 w 1424802"/>
              <a:gd name="connsiteY46" fmla="*/ 1032738 h 1501661"/>
              <a:gd name="connsiteX47" fmla="*/ 1416401 w 1424802"/>
              <a:gd name="connsiteY47" fmla="*/ 1050322 h 1501661"/>
              <a:gd name="connsiteX48" fmla="*/ 1410539 w 1424802"/>
              <a:gd name="connsiteY48" fmla="*/ 1202722 h 1501661"/>
              <a:gd name="connsiteX49" fmla="*/ 1404287 w 1424802"/>
              <a:gd name="connsiteY49" fmla="*/ 1326348 h 1501661"/>
              <a:gd name="connsiteX50" fmla="*/ 1287447 w 1424802"/>
              <a:gd name="connsiteY50" fmla="*/ 1460630 h 1501661"/>
              <a:gd name="connsiteX51" fmla="*/ 1269862 w 1424802"/>
              <a:gd name="connsiteY51" fmla="*/ 1472353 h 1501661"/>
              <a:gd name="connsiteX52" fmla="*/ 1234693 w 1424802"/>
              <a:gd name="connsiteY52" fmla="*/ 1484076 h 1501661"/>
              <a:gd name="connsiteX53" fmla="*/ 1217108 w 1424802"/>
              <a:gd name="connsiteY53" fmla="*/ 1489938 h 1501661"/>
              <a:gd name="connsiteX54" fmla="*/ 1176078 w 1424802"/>
              <a:gd name="connsiteY54" fmla="*/ 1495799 h 1501661"/>
              <a:gd name="connsiteX55" fmla="*/ 1140908 w 1424802"/>
              <a:gd name="connsiteY55" fmla="*/ 1501661 h 1501661"/>
              <a:gd name="connsiteX56" fmla="*/ 900585 w 1424802"/>
              <a:gd name="connsiteY56" fmla="*/ 1495799 h 1501661"/>
              <a:gd name="connsiteX57" fmla="*/ 883001 w 1424802"/>
              <a:gd name="connsiteY57" fmla="*/ 1489938 h 1501661"/>
              <a:gd name="connsiteX58" fmla="*/ 800939 w 1424802"/>
              <a:gd name="connsiteY58" fmla="*/ 1484076 h 1501661"/>
              <a:gd name="connsiteX59" fmla="*/ 630955 w 1424802"/>
              <a:gd name="connsiteY59" fmla="*/ 1478215 h 1501661"/>
              <a:gd name="connsiteX60" fmla="*/ 572339 w 1424802"/>
              <a:gd name="connsiteY60" fmla="*/ 1472353 h 1501661"/>
              <a:gd name="connsiteX61" fmla="*/ 476812 w 1424802"/>
              <a:gd name="connsiteY61" fmla="*/ 1478215 h 1501661"/>
              <a:gd name="connsiteX62" fmla="*/ 155426 w 1424802"/>
              <a:gd name="connsiteY62" fmla="*/ 1448907 h 1501661"/>
              <a:gd name="connsiteX63" fmla="*/ 83418 w 1424802"/>
              <a:gd name="connsiteY63" fmla="*/ 1376899 h 1501661"/>
              <a:gd name="connsiteX64" fmla="*/ 50662 w 1424802"/>
              <a:gd name="connsiteY64" fmla="*/ 1325815 h 1501661"/>
              <a:gd name="connsiteX65" fmla="*/ 33078 w 1424802"/>
              <a:gd name="connsiteY65" fmla="*/ 1308230 h 1501661"/>
              <a:gd name="connsiteX66" fmla="*/ 21355 w 1424802"/>
              <a:gd name="connsiteY66" fmla="*/ 1267199 h 1501661"/>
              <a:gd name="connsiteX67" fmla="*/ 9632 w 1424802"/>
              <a:gd name="connsiteY67" fmla="*/ 1220307 h 1501661"/>
              <a:gd name="connsiteX68" fmla="*/ 9632 w 1424802"/>
              <a:gd name="connsiteY68" fmla="*/ 1021015 h 1501661"/>
              <a:gd name="connsiteX69" fmla="*/ 15493 w 1424802"/>
              <a:gd name="connsiteY69" fmla="*/ 1003430 h 1501661"/>
              <a:gd name="connsiteX70" fmla="*/ 21355 w 1424802"/>
              <a:gd name="connsiteY70" fmla="*/ 950676 h 1501661"/>
              <a:gd name="connsiteX71" fmla="*/ 27216 w 1424802"/>
              <a:gd name="connsiteY71" fmla="*/ 933092 h 1501661"/>
              <a:gd name="connsiteX72" fmla="*/ 33078 w 1424802"/>
              <a:gd name="connsiteY72" fmla="*/ 897922 h 1501661"/>
              <a:gd name="connsiteX73" fmla="*/ 50662 w 1424802"/>
              <a:gd name="connsiteY73" fmla="*/ 856892 h 1501661"/>
              <a:gd name="connsiteX74" fmla="*/ 62385 w 1424802"/>
              <a:gd name="connsiteY74" fmla="*/ 815861 h 1501661"/>
              <a:gd name="connsiteX75" fmla="*/ 74108 w 1424802"/>
              <a:gd name="connsiteY75" fmla="*/ 792415 h 1501661"/>
              <a:gd name="connsiteX76" fmla="*/ 85832 w 1424802"/>
              <a:gd name="connsiteY76" fmla="*/ 751384 h 1501661"/>
              <a:gd name="connsiteX77" fmla="*/ 91693 w 1424802"/>
              <a:gd name="connsiteY77" fmla="*/ 733799 h 1501661"/>
              <a:gd name="connsiteX78" fmla="*/ 97555 w 1424802"/>
              <a:gd name="connsiteY78" fmla="*/ 704492 h 1501661"/>
              <a:gd name="connsiteX79" fmla="*/ 103416 w 1424802"/>
              <a:gd name="connsiteY79" fmla="*/ 686907 h 1501661"/>
              <a:gd name="connsiteX80" fmla="*/ 102366 w 1424802"/>
              <a:gd name="connsiteY80" fmla="*/ 624276 h 1501661"/>
              <a:gd name="connsiteX81" fmla="*/ 83418 w 1424802"/>
              <a:gd name="connsiteY81" fmla="*/ 512803 h 1501661"/>
              <a:gd name="connsiteX82" fmla="*/ 83418 w 1424802"/>
              <a:gd name="connsiteY82" fmla="*/ 368787 h 1501661"/>
              <a:gd name="connsiteX83" fmla="*/ 85832 w 1424802"/>
              <a:gd name="connsiteY83" fmla="*/ 341076 h 1501661"/>
              <a:gd name="connsiteX84" fmla="*/ 79970 w 1424802"/>
              <a:gd name="connsiteY84" fmla="*/ 323492 h 1501661"/>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671985 w 1424802"/>
              <a:gd name="connsiteY10" fmla="*/ 121894 h 1516940"/>
              <a:gd name="connsiteX11" fmla="*/ 731313 w 1424802"/>
              <a:gd name="connsiteY11" fmla="*/ 96036 h 1516940"/>
              <a:gd name="connsiteX12" fmla="*/ 731313 w 1424802"/>
              <a:gd name="connsiteY12" fmla="*/ 24009 h 1516940"/>
              <a:gd name="connsiteX13" fmla="*/ 754047 w 1424802"/>
              <a:gd name="connsiteY13" fmla="*/ 151201 h 1516940"/>
              <a:gd name="connsiteX14" fmla="*/ 771632 w 1424802"/>
              <a:gd name="connsiteY14" fmla="*/ 162924 h 1516940"/>
              <a:gd name="connsiteX15" fmla="*/ 789216 w 1424802"/>
              <a:gd name="connsiteY15" fmla="*/ 180509 h 1516940"/>
              <a:gd name="connsiteX16" fmla="*/ 824385 w 1424802"/>
              <a:gd name="connsiteY16" fmla="*/ 192232 h 1516940"/>
              <a:gd name="connsiteX17" fmla="*/ 841970 w 1424802"/>
              <a:gd name="connsiteY17" fmla="*/ 209817 h 1516940"/>
              <a:gd name="connsiteX18" fmla="*/ 847832 w 1424802"/>
              <a:gd name="connsiteY18" fmla="*/ 227401 h 1516940"/>
              <a:gd name="connsiteX19" fmla="*/ 865416 w 1424802"/>
              <a:gd name="connsiteY19" fmla="*/ 233263 h 1516940"/>
              <a:gd name="connsiteX20" fmla="*/ 906447 w 1424802"/>
              <a:gd name="connsiteY20" fmla="*/ 268432 h 1516940"/>
              <a:gd name="connsiteX21" fmla="*/ 918170 w 1424802"/>
              <a:gd name="connsiteY21" fmla="*/ 286017 h 1516940"/>
              <a:gd name="connsiteX22" fmla="*/ 935755 w 1424802"/>
              <a:gd name="connsiteY22" fmla="*/ 297740 h 1516940"/>
              <a:gd name="connsiteX23" fmla="*/ 959201 w 1424802"/>
              <a:gd name="connsiteY23" fmla="*/ 315324 h 1516940"/>
              <a:gd name="connsiteX24" fmla="*/ 976785 w 1424802"/>
              <a:gd name="connsiteY24" fmla="*/ 327048 h 1516940"/>
              <a:gd name="connsiteX25" fmla="*/ 994370 w 1424802"/>
              <a:gd name="connsiteY25" fmla="*/ 350494 h 1516940"/>
              <a:gd name="connsiteX26" fmla="*/ 1035401 w 1424802"/>
              <a:gd name="connsiteY26" fmla="*/ 373940 h 1516940"/>
              <a:gd name="connsiteX27" fmla="*/ 1058847 w 1424802"/>
              <a:gd name="connsiteY27" fmla="*/ 403248 h 1516940"/>
              <a:gd name="connsiteX28" fmla="*/ 1099878 w 1424802"/>
              <a:gd name="connsiteY28" fmla="*/ 438417 h 1516940"/>
              <a:gd name="connsiteX29" fmla="*/ 1129185 w 1424802"/>
              <a:gd name="connsiteY29" fmla="*/ 479448 h 1516940"/>
              <a:gd name="connsiteX30" fmla="*/ 1135047 w 1424802"/>
              <a:gd name="connsiteY30" fmla="*/ 497032 h 1516940"/>
              <a:gd name="connsiteX31" fmla="*/ 1170216 w 1424802"/>
              <a:gd name="connsiteY31" fmla="*/ 538063 h 1516940"/>
              <a:gd name="connsiteX32" fmla="*/ 1187801 w 1424802"/>
              <a:gd name="connsiteY32" fmla="*/ 561509 h 1516940"/>
              <a:gd name="connsiteX33" fmla="*/ 1211247 w 1424802"/>
              <a:gd name="connsiteY33" fmla="*/ 596678 h 1516940"/>
              <a:gd name="connsiteX34" fmla="*/ 1240555 w 1424802"/>
              <a:gd name="connsiteY34" fmla="*/ 637709 h 1516940"/>
              <a:gd name="connsiteX35" fmla="*/ 1264001 w 1424802"/>
              <a:gd name="connsiteY35" fmla="*/ 684601 h 1516940"/>
              <a:gd name="connsiteX36" fmla="*/ 1269862 w 1424802"/>
              <a:gd name="connsiteY36" fmla="*/ 702186 h 1516940"/>
              <a:gd name="connsiteX37" fmla="*/ 1287447 w 1424802"/>
              <a:gd name="connsiteY37" fmla="*/ 731494 h 1516940"/>
              <a:gd name="connsiteX38" fmla="*/ 1299170 w 1424802"/>
              <a:gd name="connsiteY38" fmla="*/ 754940 h 1516940"/>
              <a:gd name="connsiteX39" fmla="*/ 1316755 w 1424802"/>
              <a:gd name="connsiteY39" fmla="*/ 772524 h 1516940"/>
              <a:gd name="connsiteX40" fmla="*/ 1340201 w 1424802"/>
              <a:gd name="connsiteY40" fmla="*/ 813555 h 1516940"/>
              <a:gd name="connsiteX41" fmla="*/ 1351924 w 1424802"/>
              <a:gd name="connsiteY41" fmla="*/ 837001 h 1516940"/>
              <a:gd name="connsiteX42" fmla="*/ 1357785 w 1424802"/>
              <a:gd name="connsiteY42" fmla="*/ 854586 h 1516940"/>
              <a:gd name="connsiteX43" fmla="*/ 1369508 w 1424802"/>
              <a:gd name="connsiteY43" fmla="*/ 872171 h 1516940"/>
              <a:gd name="connsiteX44" fmla="*/ 1381232 w 1424802"/>
              <a:gd name="connsiteY44" fmla="*/ 901478 h 1516940"/>
              <a:gd name="connsiteX45" fmla="*/ 1398816 w 1424802"/>
              <a:gd name="connsiteY45" fmla="*/ 977678 h 1516940"/>
              <a:gd name="connsiteX46" fmla="*/ 1410539 w 1424802"/>
              <a:gd name="connsiteY46" fmla="*/ 1048017 h 1516940"/>
              <a:gd name="connsiteX47" fmla="*/ 1416401 w 1424802"/>
              <a:gd name="connsiteY47" fmla="*/ 1065601 h 1516940"/>
              <a:gd name="connsiteX48" fmla="*/ 1410539 w 1424802"/>
              <a:gd name="connsiteY48" fmla="*/ 1218001 h 1516940"/>
              <a:gd name="connsiteX49" fmla="*/ 1404287 w 1424802"/>
              <a:gd name="connsiteY49" fmla="*/ 1341627 h 1516940"/>
              <a:gd name="connsiteX50" fmla="*/ 1287447 w 1424802"/>
              <a:gd name="connsiteY50" fmla="*/ 1475909 h 1516940"/>
              <a:gd name="connsiteX51" fmla="*/ 1269862 w 1424802"/>
              <a:gd name="connsiteY51" fmla="*/ 1487632 h 1516940"/>
              <a:gd name="connsiteX52" fmla="*/ 1234693 w 1424802"/>
              <a:gd name="connsiteY52" fmla="*/ 1499355 h 1516940"/>
              <a:gd name="connsiteX53" fmla="*/ 1217108 w 1424802"/>
              <a:gd name="connsiteY53" fmla="*/ 1505217 h 1516940"/>
              <a:gd name="connsiteX54" fmla="*/ 1176078 w 1424802"/>
              <a:gd name="connsiteY54" fmla="*/ 1511078 h 1516940"/>
              <a:gd name="connsiteX55" fmla="*/ 1140908 w 1424802"/>
              <a:gd name="connsiteY55" fmla="*/ 1516940 h 1516940"/>
              <a:gd name="connsiteX56" fmla="*/ 900585 w 1424802"/>
              <a:gd name="connsiteY56" fmla="*/ 1511078 h 1516940"/>
              <a:gd name="connsiteX57" fmla="*/ 883001 w 1424802"/>
              <a:gd name="connsiteY57" fmla="*/ 1505217 h 1516940"/>
              <a:gd name="connsiteX58" fmla="*/ 800939 w 1424802"/>
              <a:gd name="connsiteY58" fmla="*/ 1499355 h 1516940"/>
              <a:gd name="connsiteX59" fmla="*/ 630955 w 1424802"/>
              <a:gd name="connsiteY59" fmla="*/ 1493494 h 1516940"/>
              <a:gd name="connsiteX60" fmla="*/ 572339 w 1424802"/>
              <a:gd name="connsiteY60" fmla="*/ 1487632 h 1516940"/>
              <a:gd name="connsiteX61" fmla="*/ 476812 w 1424802"/>
              <a:gd name="connsiteY61" fmla="*/ 1493494 h 1516940"/>
              <a:gd name="connsiteX62" fmla="*/ 155426 w 1424802"/>
              <a:gd name="connsiteY62" fmla="*/ 1464186 h 1516940"/>
              <a:gd name="connsiteX63" fmla="*/ 83418 w 1424802"/>
              <a:gd name="connsiteY63" fmla="*/ 1392178 h 1516940"/>
              <a:gd name="connsiteX64" fmla="*/ 50662 w 1424802"/>
              <a:gd name="connsiteY64" fmla="*/ 1341094 h 1516940"/>
              <a:gd name="connsiteX65" fmla="*/ 33078 w 1424802"/>
              <a:gd name="connsiteY65" fmla="*/ 1323509 h 1516940"/>
              <a:gd name="connsiteX66" fmla="*/ 21355 w 1424802"/>
              <a:gd name="connsiteY66" fmla="*/ 1282478 h 1516940"/>
              <a:gd name="connsiteX67" fmla="*/ 9632 w 1424802"/>
              <a:gd name="connsiteY67" fmla="*/ 1235586 h 1516940"/>
              <a:gd name="connsiteX68" fmla="*/ 9632 w 1424802"/>
              <a:gd name="connsiteY68" fmla="*/ 1036294 h 1516940"/>
              <a:gd name="connsiteX69" fmla="*/ 15493 w 1424802"/>
              <a:gd name="connsiteY69" fmla="*/ 1018709 h 1516940"/>
              <a:gd name="connsiteX70" fmla="*/ 21355 w 1424802"/>
              <a:gd name="connsiteY70" fmla="*/ 965955 h 1516940"/>
              <a:gd name="connsiteX71" fmla="*/ 27216 w 1424802"/>
              <a:gd name="connsiteY71" fmla="*/ 948371 h 1516940"/>
              <a:gd name="connsiteX72" fmla="*/ 33078 w 1424802"/>
              <a:gd name="connsiteY72" fmla="*/ 913201 h 1516940"/>
              <a:gd name="connsiteX73" fmla="*/ 50662 w 1424802"/>
              <a:gd name="connsiteY73" fmla="*/ 872171 h 1516940"/>
              <a:gd name="connsiteX74" fmla="*/ 62385 w 1424802"/>
              <a:gd name="connsiteY74" fmla="*/ 831140 h 1516940"/>
              <a:gd name="connsiteX75" fmla="*/ 74108 w 1424802"/>
              <a:gd name="connsiteY75" fmla="*/ 807694 h 1516940"/>
              <a:gd name="connsiteX76" fmla="*/ 85832 w 1424802"/>
              <a:gd name="connsiteY76" fmla="*/ 766663 h 1516940"/>
              <a:gd name="connsiteX77" fmla="*/ 91693 w 1424802"/>
              <a:gd name="connsiteY77" fmla="*/ 749078 h 1516940"/>
              <a:gd name="connsiteX78" fmla="*/ 97555 w 1424802"/>
              <a:gd name="connsiteY78" fmla="*/ 719771 h 1516940"/>
              <a:gd name="connsiteX79" fmla="*/ 103416 w 1424802"/>
              <a:gd name="connsiteY79" fmla="*/ 702186 h 1516940"/>
              <a:gd name="connsiteX80" fmla="*/ 102366 w 1424802"/>
              <a:gd name="connsiteY80" fmla="*/ 639555 h 1516940"/>
              <a:gd name="connsiteX81" fmla="*/ 83418 w 1424802"/>
              <a:gd name="connsiteY81" fmla="*/ 528082 h 1516940"/>
              <a:gd name="connsiteX82" fmla="*/ 83418 w 1424802"/>
              <a:gd name="connsiteY82" fmla="*/ 384066 h 1516940"/>
              <a:gd name="connsiteX83" fmla="*/ 85832 w 1424802"/>
              <a:gd name="connsiteY83" fmla="*/ 356355 h 1516940"/>
              <a:gd name="connsiteX84" fmla="*/ 79970 w 1424802"/>
              <a:gd name="connsiteY84"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96036 h 1516940"/>
              <a:gd name="connsiteX11" fmla="*/ 731313 w 1424802"/>
              <a:gd name="connsiteY11" fmla="*/ 24009 h 1516940"/>
              <a:gd name="connsiteX12" fmla="*/ 754047 w 1424802"/>
              <a:gd name="connsiteY12" fmla="*/ 151201 h 1516940"/>
              <a:gd name="connsiteX13" fmla="*/ 771632 w 1424802"/>
              <a:gd name="connsiteY13" fmla="*/ 162924 h 1516940"/>
              <a:gd name="connsiteX14" fmla="*/ 789216 w 1424802"/>
              <a:gd name="connsiteY14" fmla="*/ 180509 h 1516940"/>
              <a:gd name="connsiteX15" fmla="*/ 824385 w 1424802"/>
              <a:gd name="connsiteY15" fmla="*/ 192232 h 1516940"/>
              <a:gd name="connsiteX16" fmla="*/ 841970 w 1424802"/>
              <a:gd name="connsiteY16" fmla="*/ 209817 h 1516940"/>
              <a:gd name="connsiteX17" fmla="*/ 847832 w 1424802"/>
              <a:gd name="connsiteY17" fmla="*/ 227401 h 1516940"/>
              <a:gd name="connsiteX18" fmla="*/ 865416 w 1424802"/>
              <a:gd name="connsiteY18" fmla="*/ 233263 h 1516940"/>
              <a:gd name="connsiteX19" fmla="*/ 906447 w 1424802"/>
              <a:gd name="connsiteY19" fmla="*/ 268432 h 1516940"/>
              <a:gd name="connsiteX20" fmla="*/ 918170 w 1424802"/>
              <a:gd name="connsiteY20" fmla="*/ 286017 h 1516940"/>
              <a:gd name="connsiteX21" fmla="*/ 935755 w 1424802"/>
              <a:gd name="connsiteY21" fmla="*/ 297740 h 1516940"/>
              <a:gd name="connsiteX22" fmla="*/ 959201 w 1424802"/>
              <a:gd name="connsiteY22" fmla="*/ 315324 h 1516940"/>
              <a:gd name="connsiteX23" fmla="*/ 976785 w 1424802"/>
              <a:gd name="connsiteY23" fmla="*/ 327048 h 1516940"/>
              <a:gd name="connsiteX24" fmla="*/ 994370 w 1424802"/>
              <a:gd name="connsiteY24" fmla="*/ 350494 h 1516940"/>
              <a:gd name="connsiteX25" fmla="*/ 1035401 w 1424802"/>
              <a:gd name="connsiteY25" fmla="*/ 373940 h 1516940"/>
              <a:gd name="connsiteX26" fmla="*/ 1058847 w 1424802"/>
              <a:gd name="connsiteY26" fmla="*/ 403248 h 1516940"/>
              <a:gd name="connsiteX27" fmla="*/ 1099878 w 1424802"/>
              <a:gd name="connsiteY27" fmla="*/ 438417 h 1516940"/>
              <a:gd name="connsiteX28" fmla="*/ 1129185 w 1424802"/>
              <a:gd name="connsiteY28" fmla="*/ 479448 h 1516940"/>
              <a:gd name="connsiteX29" fmla="*/ 1135047 w 1424802"/>
              <a:gd name="connsiteY29" fmla="*/ 497032 h 1516940"/>
              <a:gd name="connsiteX30" fmla="*/ 1170216 w 1424802"/>
              <a:gd name="connsiteY30" fmla="*/ 538063 h 1516940"/>
              <a:gd name="connsiteX31" fmla="*/ 1187801 w 1424802"/>
              <a:gd name="connsiteY31" fmla="*/ 561509 h 1516940"/>
              <a:gd name="connsiteX32" fmla="*/ 1211247 w 1424802"/>
              <a:gd name="connsiteY32" fmla="*/ 596678 h 1516940"/>
              <a:gd name="connsiteX33" fmla="*/ 1240555 w 1424802"/>
              <a:gd name="connsiteY33" fmla="*/ 637709 h 1516940"/>
              <a:gd name="connsiteX34" fmla="*/ 1264001 w 1424802"/>
              <a:gd name="connsiteY34" fmla="*/ 684601 h 1516940"/>
              <a:gd name="connsiteX35" fmla="*/ 1269862 w 1424802"/>
              <a:gd name="connsiteY35" fmla="*/ 702186 h 1516940"/>
              <a:gd name="connsiteX36" fmla="*/ 1287447 w 1424802"/>
              <a:gd name="connsiteY36" fmla="*/ 731494 h 1516940"/>
              <a:gd name="connsiteX37" fmla="*/ 1299170 w 1424802"/>
              <a:gd name="connsiteY37" fmla="*/ 754940 h 1516940"/>
              <a:gd name="connsiteX38" fmla="*/ 1316755 w 1424802"/>
              <a:gd name="connsiteY38" fmla="*/ 772524 h 1516940"/>
              <a:gd name="connsiteX39" fmla="*/ 1340201 w 1424802"/>
              <a:gd name="connsiteY39" fmla="*/ 813555 h 1516940"/>
              <a:gd name="connsiteX40" fmla="*/ 1351924 w 1424802"/>
              <a:gd name="connsiteY40" fmla="*/ 837001 h 1516940"/>
              <a:gd name="connsiteX41" fmla="*/ 1357785 w 1424802"/>
              <a:gd name="connsiteY41" fmla="*/ 854586 h 1516940"/>
              <a:gd name="connsiteX42" fmla="*/ 1369508 w 1424802"/>
              <a:gd name="connsiteY42" fmla="*/ 872171 h 1516940"/>
              <a:gd name="connsiteX43" fmla="*/ 1381232 w 1424802"/>
              <a:gd name="connsiteY43" fmla="*/ 901478 h 1516940"/>
              <a:gd name="connsiteX44" fmla="*/ 1398816 w 1424802"/>
              <a:gd name="connsiteY44" fmla="*/ 977678 h 1516940"/>
              <a:gd name="connsiteX45" fmla="*/ 1410539 w 1424802"/>
              <a:gd name="connsiteY45" fmla="*/ 1048017 h 1516940"/>
              <a:gd name="connsiteX46" fmla="*/ 1416401 w 1424802"/>
              <a:gd name="connsiteY46" fmla="*/ 1065601 h 1516940"/>
              <a:gd name="connsiteX47" fmla="*/ 1410539 w 1424802"/>
              <a:gd name="connsiteY47" fmla="*/ 1218001 h 1516940"/>
              <a:gd name="connsiteX48" fmla="*/ 1404287 w 1424802"/>
              <a:gd name="connsiteY48" fmla="*/ 1341627 h 1516940"/>
              <a:gd name="connsiteX49" fmla="*/ 1287447 w 1424802"/>
              <a:gd name="connsiteY49" fmla="*/ 1475909 h 1516940"/>
              <a:gd name="connsiteX50" fmla="*/ 1269862 w 1424802"/>
              <a:gd name="connsiteY50" fmla="*/ 1487632 h 1516940"/>
              <a:gd name="connsiteX51" fmla="*/ 1234693 w 1424802"/>
              <a:gd name="connsiteY51" fmla="*/ 1499355 h 1516940"/>
              <a:gd name="connsiteX52" fmla="*/ 1217108 w 1424802"/>
              <a:gd name="connsiteY52" fmla="*/ 1505217 h 1516940"/>
              <a:gd name="connsiteX53" fmla="*/ 1176078 w 1424802"/>
              <a:gd name="connsiteY53" fmla="*/ 1511078 h 1516940"/>
              <a:gd name="connsiteX54" fmla="*/ 1140908 w 1424802"/>
              <a:gd name="connsiteY54" fmla="*/ 1516940 h 1516940"/>
              <a:gd name="connsiteX55" fmla="*/ 900585 w 1424802"/>
              <a:gd name="connsiteY55" fmla="*/ 1511078 h 1516940"/>
              <a:gd name="connsiteX56" fmla="*/ 883001 w 1424802"/>
              <a:gd name="connsiteY56" fmla="*/ 1505217 h 1516940"/>
              <a:gd name="connsiteX57" fmla="*/ 800939 w 1424802"/>
              <a:gd name="connsiteY57" fmla="*/ 1499355 h 1516940"/>
              <a:gd name="connsiteX58" fmla="*/ 630955 w 1424802"/>
              <a:gd name="connsiteY58" fmla="*/ 1493494 h 1516940"/>
              <a:gd name="connsiteX59" fmla="*/ 572339 w 1424802"/>
              <a:gd name="connsiteY59" fmla="*/ 1487632 h 1516940"/>
              <a:gd name="connsiteX60" fmla="*/ 476812 w 1424802"/>
              <a:gd name="connsiteY60" fmla="*/ 1493494 h 1516940"/>
              <a:gd name="connsiteX61" fmla="*/ 155426 w 1424802"/>
              <a:gd name="connsiteY61" fmla="*/ 1464186 h 1516940"/>
              <a:gd name="connsiteX62" fmla="*/ 83418 w 1424802"/>
              <a:gd name="connsiteY62" fmla="*/ 1392178 h 1516940"/>
              <a:gd name="connsiteX63" fmla="*/ 50662 w 1424802"/>
              <a:gd name="connsiteY63" fmla="*/ 1341094 h 1516940"/>
              <a:gd name="connsiteX64" fmla="*/ 33078 w 1424802"/>
              <a:gd name="connsiteY64" fmla="*/ 1323509 h 1516940"/>
              <a:gd name="connsiteX65" fmla="*/ 21355 w 1424802"/>
              <a:gd name="connsiteY65" fmla="*/ 1282478 h 1516940"/>
              <a:gd name="connsiteX66" fmla="*/ 9632 w 1424802"/>
              <a:gd name="connsiteY66" fmla="*/ 1235586 h 1516940"/>
              <a:gd name="connsiteX67" fmla="*/ 9632 w 1424802"/>
              <a:gd name="connsiteY67" fmla="*/ 1036294 h 1516940"/>
              <a:gd name="connsiteX68" fmla="*/ 15493 w 1424802"/>
              <a:gd name="connsiteY68" fmla="*/ 1018709 h 1516940"/>
              <a:gd name="connsiteX69" fmla="*/ 21355 w 1424802"/>
              <a:gd name="connsiteY69" fmla="*/ 965955 h 1516940"/>
              <a:gd name="connsiteX70" fmla="*/ 27216 w 1424802"/>
              <a:gd name="connsiteY70" fmla="*/ 948371 h 1516940"/>
              <a:gd name="connsiteX71" fmla="*/ 33078 w 1424802"/>
              <a:gd name="connsiteY71" fmla="*/ 913201 h 1516940"/>
              <a:gd name="connsiteX72" fmla="*/ 50662 w 1424802"/>
              <a:gd name="connsiteY72" fmla="*/ 872171 h 1516940"/>
              <a:gd name="connsiteX73" fmla="*/ 62385 w 1424802"/>
              <a:gd name="connsiteY73" fmla="*/ 831140 h 1516940"/>
              <a:gd name="connsiteX74" fmla="*/ 74108 w 1424802"/>
              <a:gd name="connsiteY74" fmla="*/ 807694 h 1516940"/>
              <a:gd name="connsiteX75" fmla="*/ 85832 w 1424802"/>
              <a:gd name="connsiteY75" fmla="*/ 766663 h 1516940"/>
              <a:gd name="connsiteX76" fmla="*/ 91693 w 1424802"/>
              <a:gd name="connsiteY76" fmla="*/ 749078 h 1516940"/>
              <a:gd name="connsiteX77" fmla="*/ 97555 w 1424802"/>
              <a:gd name="connsiteY77" fmla="*/ 719771 h 1516940"/>
              <a:gd name="connsiteX78" fmla="*/ 103416 w 1424802"/>
              <a:gd name="connsiteY78" fmla="*/ 702186 h 1516940"/>
              <a:gd name="connsiteX79" fmla="*/ 102366 w 1424802"/>
              <a:gd name="connsiteY79" fmla="*/ 639555 h 1516940"/>
              <a:gd name="connsiteX80" fmla="*/ 83418 w 1424802"/>
              <a:gd name="connsiteY80" fmla="*/ 528082 h 1516940"/>
              <a:gd name="connsiteX81" fmla="*/ 83418 w 1424802"/>
              <a:gd name="connsiteY81" fmla="*/ 384066 h 1516940"/>
              <a:gd name="connsiteX82" fmla="*/ 85832 w 1424802"/>
              <a:gd name="connsiteY82" fmla="*/ 356355 h 1516940"/>
              <a:gd name="connsiteX83" fmla="*/ 79970 w 1424802"/>
              <a:gd name="connsiteY83"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754047 w 1424802"/>
              <a:gd name="connsiteY11" fmla="*/ 151201 h 1516940"/>
              <a:gd name="connsiteX12" fmla="*/ 771632 w 1424802"/>
              <a:gd name="connsiteY12" fmla="*/ 162924 h 1516940"/>
              <a:gd name="connsiteX13" fmla="*/ 789216 w 1424802"/>
              <a:gd name="connsiteY13" fmla="*/ 180509 h 1516940"/>
              <a:gd name="connsiteX14" fmla="*/ 824385 w 1424802"/>
              <a:gd name="connsiteY14" fmla="*/ 192232 h 1516940"/>
              <a:gd name="connsiteX15" fmla="*/ 841970 w 1424802"/>
              <a:gd name="connsiteY15" fmla="*/ 209817 h 1516940"/>
              <a:gd name="connsiteX16" fmla="*/ 847832 w 1424802"/>
              <a:gd name="connsiteY16" fmla="*/ 227401 h 1516940"/>
              <a:gd name="connsiteX17" fmla="*/ 865416 w 1424802"/>
              <a:gd name="connsiteY17" fmla="*/ 233263 h 1516940"/>
              <a:gd name="connsiteX18" fmla="*/ 906447 w 1424802"/>
              <a:gd name="connsiteY18" fmla="*/ 268432 h 1516940"/>
              <a:gd name="connsiteX19" fmla="*/ 918170 w 1424802"/>
              <a:gd name="connsiteY19" fmla="*/ 286017 h 1516940"/>
              <a:gd name="connsiteX20" fmla="*/ 935755 w 1424802"/>
              <a:gd name="connsiteY20" fmla="*/ 297740 h 1516940"/>
              <a:gd name="connsiteX21" fmla="*/ 959201 w 1424802"/>
              <a:gd name="connsiteY21" fmla="*/ 315324 h 1516940"/>
              <a:gd name="connsiteX22" fmla="*/ 976785 w 1424802"/>
              <a:gd name="connsiteY22" fmla="*/ 327048 h 1516940"/>
              <a:gd name="connsiteX23" fmla="*/ 994370 w 1424802"/>
              <a:gd name="connsiteY23" fmla="*/ 350494 h 1516940"/>
              <a:gd name="connsiteX24" fmla="*/ 1035401 w 1424802"/>
              <a:gd name="connsiteY24" fmla="*/ 373940 h 1516940"/>
              <a:gd name="connsiteX25" fmla="*/ 1058847 w 1424802"/>
              <a:gd name="connsiteY25" fmla="*/ 403248 h 1516940"/>
              <a:gd name="connsiteX26" fmla="*/ 1099878 w 1424802"/>
              <a:gd name="connsiteY26" fmla="*/ 438417 h 1516940"/>
              <a:gd name="connsiteX27" fmla="*/ 1129185 w 1424802"/>
              <a:gd name="connsiteY27" fmla="*/ 479448 h 1516940"/>
              <a:gd name="connsiteX28" fmla="*/ 1135047 w 1424802"/>
              <a:gd name="connsiteY28" fmla="*/ 497032 h 1516940"/>
              <a:gd name="connsiteX29" fmla="*/ 1170216 w 1424802"/>
              <a:gd name="connsiteY29" fmla="*/ 538063 h 1516940"/>
              <a:gd name="connsiteX30" fmla="*/ 1187801 w 1424802"/>
              <a:gd name="connsiteY30" fmla="*/ 561509 h 1516940"/>
              <a:gd name="connsiteX31" fmla="*/ 1211247 w 1424802"/>
              <a:gd name="connsiteY31" fmla="*/ 596678 h 1516940"/>
              <a:gd name="connsiteX32" fmla="*/ 1240555 w 1424802"/>
              <a:gd name="connsiteY32" fmla="*/ 637709 h 1516940"/>
              <a:gd name="connsiteX33" fmla="*/ 1264001 w 1424802"/>
              <a:gd name="connsiteY33" fmla="*/ 684601 h 1516940"/>
              <a:gd name="connsiteX34" fmla="*/ 1269862 w 1424802"/>
              <a:gd name="connsiteY34" fmla="*/ 702186 h 1516940"/>
              <a:gd name="connsiteX35" fmla="*/ 1287447 w 1424802"/>
              <a:gd name="connsiteY35" fmla="*/ 731494 h 1516940"/>
              <a:gd name="connsiteX36" fmla="*/ 1299170 w 1424802"/>
              <a:gd name="connsiteY36" fmla="*/ 754940 h 1516940"/>
              <a:gd name="connsiteX37" fmla="*/ 1316755 w 1424802"/>
              <a:gd name="connsiteY37" fmla="*/ 772524 h 1516940"/>
              <a:gd name="connsiteX38" fmla="*/ 1340201 w 1424802"/>
              <a:gd name="connsiteY38" fmla="*/ 813555 h 1516940"/>
              <a:gd name="connsiteX39" fmla="*/ 1351924 w 1424802"/>
              <a:gd name="connsiteY39" fmla="*/ 837001 h 1516940"/>
              <a:gd name="connsiteX40" fmla="*/ 1357785 w 1424802"/>
              <a:gd name="connsiteY40" fmla="*/ 854586 h 1516940"/>
              <a:gd name="connsiteX41" fmla="*/ 1369508 w 1424802"/>
              <a:gd name="connsiteY41" fmla="*/ 872171 h 1516940"/>
              <a:gd name="connsiteX42" fmla="*/ 1381232 w 1424802"/>
              <a:gd name="connsiteY42" fmla="*/ 901478 h 1516940"/>
              <a:gd name="connsiteX43" fmla="*/ 1398816 w 1424802"/>
              <a:gd name="connsiteY43" fmla="*/ 977678 h 1516940"/>
              <a:gd name="connsiteX44" fmla="*/ 1410539 w 1424802"/>
              <a:gd name="connsiteY44" fmla="*/ 1048017 h 1516940"/>
              <a:gd name="connsiteX45" fmla="*/ 1416401 w 1424802"/>
              <a:gd name="connsiteY45" fmla="*/ 1065601 h 1516940"/>
              <a:gd name="connsiteX46" fmla="*/ 1410539 w 1424802"/>
              <a:gd name="connsiteY46" fmla="*/ 1218001 h 1516940"/>
              <a:gd name="connsiteX47" fmla="*/ 1404287 w 1424802"/>
              <a:gd name="connsiteY47" fmla="*/ 1341627 h 1516940"/>
              <a:gd name="connsiteX48" fmla="*/ 1287447 w 1424802"/>
              <a:gd name="connsiteY48" fmla="*/ 1475909 h 1516940"/>
              <a:gd name="connsiteX49" fmla="*/ 1269862 w 1424802"/>
              <a:gd name="connsiteY49" fmla="*/ 1487632 h 1516940"/>
              <a:gd name="connsiteX50" fmla="*/ 1234693 w 1424802"/>
              <a:gd name="connsiteY50" fmla="*/ 1499355 h 1516940"/>
              <a:gd name="connsiteX51" fmla="*/ 1217108 w 1424802"/>
              <a:gd name="connsiteY51" fmla="*/ 1505217 h 1516940"/>
              <a:gd name="connsiteX52" fmla="*/ 1176078 w 1424802"/>
              <a:gd name="connsiteY52" fmla="*/ 1511078 h 1516940"/>
              <a:gd name="connsiteX53" fmla="*/ 1140908 w 1424802"/>
              <a:gd name="connsiteY53" fmla="*/ 1516940 h 1516940"/>
              <a:gd name="connsiteX54" fmla="*/ 900585 w 1424802"/>
              <a:gd name="connsiteY54" fmla="*/ 1511078 h 1516940"/>
              <a:gd name="connsiteX55" fmla="*/ 883001 w 1424802"/>
              <a:gd name="connsiteY55" fmla="*/ 1505217 h 1516940"/>
              <a:gd name="connsiteX56" fmla="*/ 800939 w 1424802"/>
              <a:gd name="connsiteY56" fmla="*/ 1499355 h 1516940"/>
              <a:gd name="connsiteX57" fmla="*/ 630955 w 1424802"/>
              <a:gd name="connsiteY57" fmla="*/ 1493494 h 1516940"/>
              <a:gd name="connsiteX58" fmla="*/ 572339 w 1424802"/>
              <a:gd name="connsiteY58" fmla="*/ 1487632 h 1516940"/>
              <a:gd name="connsiteX59" fmla="*/ 476812 w 1424802"/>
              <a:gd name="connsiteY59" fmla="*/ 1493494 h 1516940"/>
              <a:gd name="connsiteX60" fmla="*/ 155426 w 1424802"/>
              <a:gd name="connsiteY60" fmla="*/ 1464186 h 1516940"/>
              <a:gd name="connsiteX61" fmla="*/ 83418 w 1424802"/>
              <a:gd name="connsiteY61" fmla="*/ 1392178 h 1516940"/>
              <a:gd name="connsiteX62" fmla="*/ 50662 w 1424802"/>
              <a:gd name="connsiteY62" fmla="*/ 1341094 h 1516940"/>
              <a:gd name="connsiteX63" fmla="*/ 33078 w 1424802"/>
              <a:gd name="connsiteY63" fmla="*/ 1323509 h 1516940"/>
              <a:gd name="connsiteX64" fmla="*/ 21355 w 1424802"/>
              <a:gd name="connsiteY64" fmla="*/ 1282478 h 1516940"/>
              <a:gd name="connsiteX65" fmla="*/ 9632 w 1424802"/>
              <a:gd name="connsiteY65" fmla="*/ 1235586 h 1516940"/>
              <a:gd name="connsiteX66" fmla="*/ 9632 w 1424802"/>
              <a:gd name="connsiteY66" fmla="*/ 1036294 h 1516940"/>
              <a:gd name="connsiteX67" fmla="*/ 15493 w 1424802"/>
              <a:gd name="connsiteY67" fmla="*/ 1018709 h 1516940"/>
              <a:gd name="connsiteX68" fmla="*/ 21355 w 1424802"/>
              <a:gd name="connsiteY68" fmla="*/ 965955 h 1516940"/>
              <a:gd name="connsiteX69" fmla="*/ 27216 w 1424802"/>
              <a:gd name="connsiteY69" fmla="*/ 948371 h 1516940"/>
              <a:gd name="connsiteX70" fmla="*/ 33078 w 1424802"/>
              <a:gd name="connsiteY70" fmla="*/ 913201 h 1516940"/>
              <a:gd name="connsiteX71" fmla="*/ 50662 w 1424802"/>
              <a:gd name="connsiteY71" fmla="*/ 872171 h 1516940"/>
              <a:gd name="connsiteX72" fmla="*/ 62385 w 1424802"/>
              <a:gd name="connsiteY72" fmla="*/ 831140 h 1516940"/>
              <a:gd name="connsiteX73" fmla="*/ 74108 w 1424802"/>
              <a:gd name="connsiteY73" fmla="*/ 807694 h 1516940"/>
              <a:gd name="connsiteX74" fmla="*/ 85832 w 1424802"/>
              <a:gd name="connsiteY74" fmla="*/ 766663 h 1516940"/>
              <a:gd name="connsiteX75" fmla="*/ 91693 w 1424802"/>
              <a:gd name="connsiteY75" fmla="*/ 749078 h 1516940"/>
              <a:gd name="connsiteX76" fmla="*/ 97555 w 1424802"/>
              <a:gd name="connsiteY76" fmla="*/ 719771 h 1516940"/>
              <a:gd name="connsiteX77" fmla="*/ 103416 w 1424802"/>
              <a:gd name="connsiteY77" fmla="*/ 702186 h 1516940"/>
              <a:gd name="connsiteX78" fmla="*/ 102366 w 1424802"/>
              <a:gd name="connsiteY78" fmla="*/ 639555 h 1516940"/>
              <a:gd name="connsiteX79" fmla="*/ 83418 w 1424802"/>
              <a:gd name="connsiteY79" fmla="*/ 528082 h 1516940"/>
              <a:gd name="connsiteX80" fmla="*/ 83418 w 1424802"/>
              <a:gd name="connsiteY80" fmla="*/ 384066 h 1516940"/>
              <a:gd name="connsiteX81" fmla="*/ 85832 w 1424802"/>
              <a:gd name="connsiteY81" fmla="*/ 356355 h 1516940"/>
              <a:gd name="connsiteX82" fmla="*/ 79970 w 1424802"/>
              <a:gd name="connsiteY82"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754047 w 1424802"/>
              <a:gd name="connsiteY11" fmla="*/ 151201 h 1516940"/>
              <a:gd name="connsiteX12" fmla="*/ 789216 w 1424802"/>
              <a:gd name="connsiteY12" fmla="*/ 180509 h 1516940"/>
              <a:gd name="connsiteX13" fmla="*/ 824385 w 1424802"/>
              <a:gd name="connsiteY13" fmla="*/ 192232 h 1516940"/>
              <a:gd name="connsiteX14" fmla="*/ 841970 w 1424802"/>
              <a:gd name="connsiteY14" fmla="*/ 209817 h 1516940"/>
              <a:gd name="connsiteX15" fmla="*/ 847832 w 1424802"/>
              <a:gd name="connsiteY15" fmla="*/ 227401 h 1516940"/>
              <a:gd name="connsiteX16" fmla="*/ 865416 w 1424802"/>
              <a:gd name="connsiteY16" fmla="*/ 233263 h 1516940"/>
              <a:gd name="connsiteX17" fmla="*/ 906447 w 1424802"/>
              <a:gd name="connsiteY17" fmla="*/ 268432 h 1516940"/>
              <a:gd name="connsiteX18" fmla="*/ 918170 w 1424802"/>
              <a:gd name="connsiteY18" fmla="*/ 286017 h 1516940"/>
              <a:gd name="connsiteX19" fmla="*/ 935755 w 1424802"/>
              <a:gd name="connsiteY19" fmla="*/ 297740 h 1516940"/>
              <a:gd name="connsiteX20" fmla="*/ 959201 w 1424802"/>
              <a:gd name="connsiteY20" fmla="*/ 315324 h 1516940"/>
              <a:gd name="connsiteX21" fmla="*/ 976785 w 1424802"/>
              <a:gd name="connsiteY21" fmla="*/ 327048 h 1516940"/>
              <a:gd name="connsiteX22" fmla="*/ 994370 w 1424802"/>
              <a:gd name="connsiteY22" fmla="*/ 350494 h 1516940"/>
              <a:gd name="connsiteX23" fmla="*/ 1035401 w 1424802"/>
              <a:gd name="connsiteY23" fmla="*/ 373940 h 1516940"/>
              <a:gd name="connsiteX24" fmla="*/ 1058847 w 1424802"/>
              <a:gd name="connsiteY24" fmla="*/ 403248 h 1516940"/>
              <a:gd name="connsiteX25" fmla="*/ 1099878 w 1424802"/>
              <a:gd name="connsiteY25" fmla="*/ 438417 h 1516940"/>
              <a:gd name="connsiteX26" fmla="*/ 1129185 w 1424802"/>
              <a:gd name="connsiteY26" fmla="*/ 479448 h 1516940"/>
              <a:gd name="connsiteX27" fmla="*/ 1135047 w 1424802"/>
              <a:gd name="connsiteY27" fmla="*/ 497032 h 1516940"/>
              <a:gd name="connsiteX28" fmla="*/ 1170216 w 1424802"/>
              <a:gd name="connsiteY28" fmla="*/ 538063 h 1516940"/>
              <a:gd name="connsiteX29" fmla="*/ 1187801 w 1424802"/>
              <a:gd name="connsiteY29" fmla="*/ 561509 h 1516940"/>
              <a:gd name="connsiteX30" fmla="*/ 1211247 w 1424802"/>
              <a:gd name="connsiteY30" fmla="*/ 596678 h 1516940"/>
              <a:gd name="connsiteX31" fmla="*/ 1240555 w 1424802"/>
              <a:gd name="connsiteY31" fmla="*/ 637709 h 1516940"/>
              <a:gd name="connsiteX32" fmla="*/ 1264001 w 1424802"/>
              <a:gd name="connsiteY32" fmla="*/ 684601 h 1516940"/>
              <a:gd name="connsiteX33" fmla="*/ 1269862 w 1424802"/>
              <a:gd name="connsiteY33" fmla="*/ 702186 h 1516940"/>
              <a:gd name="connsiteX34" fmla="*/ 1287447 w 1424802"/>
              <a:gd name="connsiteY34" fmla="*/ 731494 h 1516940"/>
              <a:gd name="connsiteX35" fmla="*/ 1299170 w 1424802"/>
              <a:gd name="connsiteY35" fmla="*/ 754940 h 1516940"/>
              <a:gd name="connsiteX36" fmla="*/ 1316755 w 1424802"/>
              <a:gd name="connsiteY36" fmla="*/ 772524 h 1516940"/>
              <a:gd name="connsiteX37" fmla="*/ 1340201 w 1424802"/>
              <a:gd name="connsiteY37" fmla="*/ 813555 h 1516940"/>
              <a:gd name="connsiteX38" fmla="*/ 1351924 w 1424802"/>
              <a:gd name="connsiteY38" fmla="*/ 837001 h 1516940"/>
              <a:gd name="connsiteX39" fmla="*/ 1357785 w 1424802"/>
              <a:gd name="connsiteY39" fmla="*/ 854586 h 1516940"/>
              <a:gd name="connsiteX40" fmla="*/ 1369508 w 1424802"/>
              <a:gd name="connsiteY40" fmla="*/ 872171 h 1516940"/>
              <a:gd name="connsiteX41" fmla="*/ 1381232 w 1424802"/>
              <a:gd name="connsiteY41" fmla="*/ 901478 h 1516940"/>
              <a:gd name="connsiteX42" fmla="*/ 1398816 w 1424802"/>
              <a:gd name="connsiteY42" fmla="*/ 977678 h 1516940"/>
              <a:gd name="connsiteX43" fmla="*/ 1410539 w 1424802"/>
              <a:gd name="connsiteY43" fmla="*/ 1048017 h 1516940"/>
              <a:gd name="connsiteX44" fmla="*/ 1416401 w 1424802"/>
              <a:gd name="connsiteY44" fmla="*/ 1065601 h 1516940"/>
              <a:gd name="connsiteX45" fmla="*/ 1410539 w 1424802"/>
              <a:gd name="connsiteY45" fmla="*/ 1218001 h 1516940"/>
              <a:gd name="connsiteX46" fmla="*/ 1404287 w 1424802"/>
              <a:gd name="connsiteY46" fmla="*/ 1341627 h 1516940"/>
              <a:gd name="connsiteX47" fmla="*/ 1287447 w 1424802"/>
              <a:gd name="connsiteY47" fmla="*/ 1475909 h 1516940"/>
              <a:gd name="connsiteX48" fmla="*/ 1269862 w 1424802"/>
              <a:gd name="connsiteY48" fmla="*/ 1487632 h 1516940"/>
              <a:gd name="connsiteX49" fmla="*/ 1234693 w 1424802"/>
              <a:gd name="connsiteY49" fmla="*/ 1499355 h 1516940"/>
              <a:gd name="connsiteX50" fmla="*/ 1217108 w 1424802"/>
              <a:gd name="connsiteY50" fmla="*/ 1505217 h 1516940"/>
              <a:gd name="connsiteX51" fmla="*/ 1176078 w 1424802"/>
              <a:gd name="connsiteY51" fmla="*/ 1511078 h 1516940"/>
              <a:gd name="connsiteX52" fmla="*/ 1140908 w 1424802"/>
              <a:gd name="connsiteY52" fmla="*/ 1516940 h 1516940"/>
              <a:gd name="connsiteX53" fmla="*/ 900585 w 1424802"/>
              <a:gd name="connsiteY53" fmla="*/ 1511078 h 1516940"/>
              <a:gd name="connsiteX54" fmla="*/ 883001 w 1424802"/>
              <a:gd name="connsiteY54" fmla="*/ 1505217 h 1516940"/>
              <a:gd name="connsiteX55" fmla="*/ 800939 w 1424802"/>
              <a:gd name="connsiteY55" fmla="*/ 1499355 h 1516940"/>
              <a:gd name="connsiteX56" fmla="*/ 630955 w 1424802"/>
              <a:gd name="connsiteY56" fmla="*/ 1493494 h 1516940"/>
              <a:gd name="connsiteX57" fmla="*/ 572339 w 1424802"/>
              <a:gd name="connsiteY57" fmla="*/ 1487632 h 1516940"/>
              <a:gd name="connsiteX58" fmla="*/ 476812 w 1424802"/>
              <a:gd name="connsiteY58" fmla="*/ 1493494 h 1516940"/>
              <a:gd name="connsiteX59" fmla="*/ 155426 w 1424802"/>
              <a:gd name="connsiteY59" fmla="*/ 1464186 h 1516940"/>
              <a:gd name="connsiteX60" fmla="*/ 83418 w 1424802"/>
              <a:gd name="connsiteY60" fmla="*/ 1392178 h 1516940"/>
              <a:gd name="connsiteX61" fmla="*/ 50662 w 1424802"/>
              <a:gd name="connsiteY61" fmla="*/ 1341094 h 1516940"/>
              <a:gd name="connsiteX62" fmla="*/ 33078 w 1424802"/>
              <a:gd name="connsiteY62" fmla="*/ 1323509 h 1516940"/>
              <a:gd name="connsiteX63" fmla="*/ 21355 w 1424802"/>
              <a:gd name="connsiteY63" fmla="*/ 1282478 h 1516940"/>
              <a:gd name="connsiteX64" fmla="*/ 9632 w 1424802"/>
              <a:gd name="connsiteY64" fmla="*/ 1235586 h 1516940"/>
              <a:gd name="connsiteX65" fmla="*/ 9632 w 1424802"/>
              <a:gd name="connsiteY65" fmla="*/ 1036294 h 1516940"/>
              <a:gd name="connsiteX66" fmla="*/ 15493 w 1424802"/>
              <a:gd name="connsiteY66" fmla="*/ 1018709 h 1516940"/>
              <a:gd name="connsiteX67" fmla="*/ 21355 w 1424802"/>
              <a:gd name="connsiteY67" fmla="*/ 965955 h 1516940"/>
              <a:gd name="connsiteX68" fmla="*/ 27216 w 1424802"/>
              <a:gd name="connsiteY68" fmla="*/ 948371 h 1516940"/>
              <a:gd name="connsiteX69" fmla="*/ 33078 w 1424802"/>
              <a:gd name="connsiteY69" fmla="*/ 913201 h 1516940"/>
              <a:gd name="connsiteX70" fmla="*/ 50662 w 1424802"/>
              <a:gd name="connsiteY70" fmla="*/ 872171 h 1516940"/>
              <a:gd name="connsiteX71" fmla="*/ 62385 w 1424802"/>
              <a:gd name="connsiteY71" fmla="*/ 831140 h 1516940"/>
              <a:gd name="connsiteX72" fmla="*/ 74108 w 1424802"/>
              <a:gd name="connsiteY72" fmla="*/ 807694 h 1516940"/>
              <a:gd name="connsiteX73" fmla="*/ 85832 w 1424802"/>
              <a:gd name="connsiteY73" fmla="*/ 766663 h 1516940"/>
              <a:gd name="connsiteX74" fmla="*/ 91693 w 1424802"/>
              <a:gd name="connsiteY74" fmla="*/ 749078 h 1516940"/>
              <a:gd name="connsiteX75" fmla="*/ 97555 w 1424802"/>
              <a:gd name="connsiteY75" fmla="*/ 719771 h 1516940"/>
              <a:gd name="connsiteX76" fmla="*/ 103416 w 1424802"/>
              <a:gd name="connsiteY76" fmla="*/ 702186 h 1516940"/>
              <a:gd name="connsiteX77" fmla="*/ 102366 w 1424802"/>
              <a:gd name="connsiteY77" fmla="*/ 639555 h 1516940"/>
              <a:gd name="connsiteX78" fmla="*/ 83418 w 1424802"/>
              <a:gd name="connsiteY78" fmla="*/ 528082 h 1516940"/>
              <a:gd name="connsiteX79" fmla="*/ 83418 w 1424802"/>
              <a:gd name="connsiteY79" fmla="*/ 384066 h 1516940"/>
              <a:gd name="connsiteX80" fmla="*/ 85832 w 1424802"/>
              <a:gd name="connsiteY80" fmla="*/ 356355 h 1516940"/>
              <a:gd name="connsiteX81" fmla="*/ 79970 w 1424802"/>
              <a:gd name="connsiteY81"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789216 w 1424802"/>
              <a:gd name="connsiteY11" fmla="*/ 180509 h 1516940"/>
              <a:gd name="connsiteX12" fmla="*/ 824385 w 1424802"/>
              <a:gd name="connsiteY12" fmla="*/ 192232 h 1516940"/>
              <a:gd name="connsiteX13" fmla="*/ 841970 w 1424802"/>
              <a:gd name="connsiteY13" fmla="*/ 209817 h 1516940"/>
              <a:gd name="connsiteX14" fmla="*/ 847832 w 1424802"/>
              <a:gd name="connsiteY14" fmla="*/ 227401 h 1516940"/>
              <a:gd name="connsiteX15" fmla="*/ 865416 w 1424802"/>
              <a:gd name="connsiteY15" fmla="*/ 233263 h 1516940"/>
              <a:gd name="connsiteX16" fmla="*/ 906447 w 1424802"/>
              <a:gd name="connsiteY16" fmla="*/ 268432 h 1516940"/>
              <a:gd name="connsiteX17" fmla="*/ 918170 w 1424802"/>
              <a:gd name="connsiteY17" fmla="*/ 286017 h 1516940"/>
              <a:gd name="connsiteX18" fmla="*/ 935755 w 1424802"/>
              <a:gd name="connsiteY18" fmla="*/ 297740 h 1516940"/>
              <a:gd name="connsiteX19" fmla="*/ 959201 w 1424802"/>
              <a:gd name="connsiteY19" fmla="*/ 315324 h 1516940"/>
              <a:gd name="connsiteX20" fmla="*/ 976785 w 1424802"/>
              <a:gd name="connsiteY20" fmla="*/ 327048 h 1516940"/>
              <a:gd name="connsiteX21" fmla="*/ 994370 w 1424802"/>
              <a:gd name="connsiteY21" fmla="*/ 350494 h 1516940"/>
              <a:gd name="connsiteX22" fmla="*/ 1035401 w 1424802"/>
              <a:gd name="connsiteY22" fmla="*/ 373940 h 1516940"/>
              <a:gd name="connsiteX23" fmla="*/ 1058847 w 1424802"/>
              <a:gd name="connsiteY23" fmla="*/ 403248 h 1516940"/>
              <a:gd name="connsiteX24" fmla="*/ 1099878 w 1424802"/>
              <a:gd name="connsiteY24" fmla="*/ 438417 h 1516940"/>
              <a:gd name="connsiteX25" fmla="*/ 1129185 w 1424802"/>
              <a:gd name="connsiteY25" fmla="*/ 479448 h 1516940"/>
              <a:gd name="connsiteX26" fmla="*/ 1135047 w 1424802"/>
              <a:gd name="connsiteY26" fmla="*/ 497032 h 1516940"/>
              <a:gd name="connsiteX27" fmla="*/ 1170216 w 1424802"/>
              <a:gd name="connsiteY27" fmla="*/ 538063 h 1516940"/>
              <a:gd name="connsiteX28" fmla="*/ 1187801 w 1424802"/>
              <a:gd name="connsiteY28" fmla="*/ 561509 h 1516940"/>
              <a:gd name="connsiteX29" fmla="*/ 1211247 w 1424802"/>
              <a:gd name="connsiteY29" fmla="*/ 596678 h 1516940"/>
              <a:gd name="connsiteX30" fmla="*/ 1240555 w 1424802"/>
              <a:gd name="connsiteY30" fmla="*/ 637709 h 1516940"/>
              <a:gd name="connsiteX31" fmla="*/ 1264001 w 1424802"/>
              <a:gd name="connsiteY31" fmla="*/ 684601 h 1516940"/>
              <a:gd name="connsiteX32" fmla="*/ 1269862 w 1424802"/>
              <a:gd name="connsiteY32" fmla="*/ 702186 h 1516940"/>
              <a:gd name="connsiteX33" fmla="*/ 1287447 w 1424802"/>
              <a:gd name="connsiteY33" fmla="*/ 731494 h 1516940"/>
              <a:gd name="connsiteX34" fmla="*/ 1299170 w 1424802"/>
              <a:gd name="connsiteY34" fmla="*/ 754940 h 1516940"/>
              <a:gd name="connsiteX35" fmla="*/ 1316755 w 1424802"/>
              <a:gd name="connsiteY35" fmla="*/ 772524 h 1516940"/>
              <a:gd name="connsiteX36" fmla="*/ 1340201 w 1424802"/>
              <a:gd name="connsiteY36" fmla="*/ 813555 h 1516940"/>
              <a:gd name="connsiteX37" fmla="*/ 1351924 w 1424802"/>
              <a:gd name="connsiteY37" fmla="*/ 837001 h 1516940"/>
              <a:gd name="connsiteX38" fmla="*/ 1357785 w 1424802"/>
              <a:gd name="connsiteY38" fmla="*/ 854586 h 1516940"/>
              <a:gd name="connsiteX39" fmla="*/ 1369508 w 1424802"/>
              <a:gd name="connsiteY39" fmla="*/ 872171 h 1516940"/>
              <a:gd name="connsiteX40" fmla="*/ 1381232 w 1424802"/>
              <a:gd name="connsiteY40" fmla="*/ 901478 h 1516940"/>
              <a:gd name="connsiteX41" fmla="*/ 1398816 w 1424802"/>
              <a:gd name="connsiteY41" fmla="*/ 977678 h 1516940"/>
              <a:gd name="connsiteX42" fmla="*/ 1410539 w 1424802"/>
              <a:gd name="connsiteY42" fmla="*/ 1048017 h 1516940"/>
              <a:gd name="connsiteX43" fmla="*/ 1416401 w 1424802"/>
              <a:gd name="connsiteY43" fmla="*/ 1065601 h 1516940"/>
              <a:gd name="connsiteX44" fmla="*/ 1410539 w 1424802"/>
              <a:gd name="connsiteY44" fmla="*/ 1218001 h 1516940"/>
              <a:gd name="connsiteX45" fmla="*/ 1404287 w 1424802"/>
              <a:gd name="connsiteY45" fmla="*/ 1341627 h 1516940"/>
              <a:gd name="connsiteX46" fmla="*/ 1287447 w 1424802"/>
              <a:gd name="connsiteY46" fmla="*/ 1475909 h 1516940"/>
              <a:gd name="connsiteX47" fmla="*/ 1269862 w 1424802"/>
              <a:gd name="connsiteY47" fmla="*/ 1487632 h 1516940"/>
              <a:gd name="connsiteX48" fmla="*/ 1234693 w 1424802"/>
              <a:gd name="connsiteY48" fmla="*/ 1499355 h 1516940"/>
              <a:gd name="connsiteX49" fmla="*/ 1217108 w 1424802"/>
              <a:gd name="connsiteY49" fmla="*/ 1505217 h 1516940"/>
              <a:gd name="connsiteX50" fmla="*/ 1176078 w 1424802"/>
              <a:gd name="connsiteY50" fmla="*/ 1511078 h 1516940"/>
              <a:gd name="connsiteX51" fmla="*/ 1140908 w 1424802"/>
              <a:gd name="connsiteY51" fmla="*/ 1516940 h 1516940"/>
              <a:gd name="connsiteX52" fmla="*/ 900585 w 1424802"/>
              <a:gd name="connsiteY52" fmla="*/ 1511078 h 1516940"/>
              <a:gd name="connsiteX53" fmla="*/ 883001 w 1424802"/>
              <a:gd name="connsiteY53" fmla="*/ 1505217 h 1516940"/>
              <a:gd name="connsiteX54" fmla="*/ 800939 w 1424802"/>
              <a:gd name="connsiteY54" fmla="*/ 1499355 h 1516940"/>
              <a:gd name="connsiteX55" fmla="*/ 630955 w 1424802"/>
              <a:gd name="connsiteY55" fmla="*/ 1493494 h 1516940"/>
              <a:gd name="connsiteX56" fmla="*/ 572339 w 1424802"/>
              <a:gd name="connsiteY56" fmla="*/ 1487632 h 1516940"/>
              <a:gd name="connsiteX57" fmla="*/ 476812 w 1424802"/>
              <a:gd name="connsiteY57" fmla="*/ 1493494 h 1516940"/>
              <a:gd name="connsiteX58" fmla="*/ 155426 w 1424802"/>
              <a:gd name="connsiteY58" fmla="*/ 1464186 h 1516940"/>
              <a:gd name="connsiteX59" fmla="*/ 83418 w 1424802"/>
              <a:gd name="connsiteY59" fmla="*/ 1392178 h 1516940"/>
              <a:gd name="connsiteX60" fmla="*/ 50662 w 1424802"/>
              <a:gd name="connsiteY60" fmla="*/ 1341094 h 1516940"/>
              <a:gd name="connsiteX61" fmla="*/ 33078 w 1424802"/>
              <a:gd name="connsiteY61" fmla="*/ 1323509 h 1516940"/>
              <a:gd name="connsiteX62" fmla="*/ 21355 w 1424802"/>
              <a:gd name="connsiteY62" fmla="*/ 1282478 h 1516940"/>
              <a:gd name="connsiteX63" fmla="*/ 9632 w 1424802"/>
              <a:gd name="connsiteY63" fmla="*/ 1235586 h 1516940"/>
              <a:gd name="connsiteX64" fmla="*/ 9632 w 1424802"/>
              <a:gd name="connsiteY64" fmla="*/ 1036294 h 1516940"/>
              <a:gd name="connsiteX65" fmla="*/ 15493 w 1424802"/>
              <a:gd name="connsiteY65" fmla="*/ 1018709 h 1516940"/>
              <a:gd name="connsiteX66" fmla="*/ 21355 w 1424802"/>
              <a:gd name="connsiteY66" fmla="*/ 965955 h 1516940"/>
              <a:gd name="connsiteX67" fmla="*/ 27216 w 1424802"/>
              <a:gd name="connsiteY67" fmla="*/ 948371 h 1516940"/>
              <a:gd name="connsiteX68" fmla="*/ 33078 w 1424802"/>
              <a:gd name="connsiteY68" fmla="*/ 913201 h 1516940"/>
              <a:gd name="connsiteX69" fmla="*/ 50662 w 1424802"/>
              <a:gd name="connsiteY69" fmla="*/ 872171 h 1516940"/>
              <a:gd name="connsiteX70" fmla="*/ 62385 w 1424802"/>
              <a:gd name="connsiteY70" fmla="*/ 831140 h 1516940"/>
              <a:gd name="connsiteX71" fmla="*/ 74108 w 1424802"/>
              <a:gd name="connsiteY71" fmla="*/ 807694 h 1516940"/>
              <a:gd name="connsiteX72" fmla="*/ 85832 w 1424802"/>
              <a:gd name="connsiteY72" fmla="*/ 766663 h 1516940"/>
              <a:gd name="connsiteX73" fmla="*/ 91693 w 1424802"/>
              <a:gd name="connsiteY73" fmla="*/ 749078 h 1516940"/>
              <a:gd name="connsiteX74" fmla="*/ 97555 w 1424802"/>
              <a:gd name="connsiteY74" fmla="*/ 719771 h 1516940"/>
              <a:gd name="connsiteX75" fmla="*/ 103416 w 1424802"/>
              <a:gd name="connsiteY75" fmla="*/ 702186 h 1516940"/>
              <a:gd name="connsiteX76" fmla="*/ 102366 w 1424802"/>
              <a:gd name="connsiteY76" fmla="*/ 639555 h 1516940"/>
              <a:gd name="connsiteX77" fmla="*/ 83418 w 1424802"/>
              <a:gd name="connsiteY77" fmla="*/ 528082 h 1516940"/>
              <a:gd name="connsiteX78" fmla="*/ 83418 w 1424802"/>
              <a:gd name="connsiteY78" fmla="*/ 384066 h 1516940"/>
              <a:gd name="connsiteX79" fmla="*/ 85832 w 1424802"/>
              <a:gd name="connsiteY79" fmla="*/ 356355 h 1516940"/>
              <a:gd name="connsiteX80" fmla="*/ 79970 w 1424802"/>
              <a:gd name="connsiteY80"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8 h 1516940"/>
              <a:gd name="connsiteX10" fmla="*/ 731313 w 1424802"/>
              <a:gd name="connsiteY10" fmla="*/ 24009 h 1516940"/>
              <a:gd name="connsiteX11" fmla="*/ 824385 w 1424802"/>
              <a:gd name="connsiteY11" fmla="*/ 192232 h 1516940"/>
              <a:gd name="connsiteX12" fmla="*/ 841970 w 1424802"/>
              <a:gd name="connsiteY12" fmla="*/ 209817 h 1516940"/>
              <a:gd name="connsiteX13" fmla="*/ 847832 w 1424802"/>
              <a:gd name="connsiteY13" fmla="*/ 227401 h 1516940"/>
              <a:gd name="connsiteX14" fmla="*/ 865416 w 1424802"/>
              <a:gd name="connsiteY14" fmla="*/ 233263 h 1516940"/>
              <a:gd name="connsiteX15" fmla="*/ 906447 w 1424802"/>
              <a:gd name="connsiteY15" fmla="*/ 268432 h 1516940"/>
              <a:gd name="connsiteX16" fmla="*/ 918170 w 1424802"/>
              <a:gd name="connsiteY16" fmla="*/ 286017 h 1516940"/>
              <a:gd name="connsiteX17" fmla="*/ 935755 w 1424802"/>
              <a:gd name="connsiteY17" fmla="*/ 297740 h 1516940"/>
              <a:gd name="connsiteX18" fmla="*/ 959201 w 1424802"/>
              <a:gd name="connsiteY18" fmla="*/ 315324 h 1516940"/>
              <a:gd name="connsiteX19" fmla="*/ 976785 w 1424802"/>
              <a:gd name="connsiteY19" fmla="*/ 327048 h 1516940"/>
              <a:gd name="connsiteX20" fmla="*/ 994370 w 1424802"/>
              <a:gd name="connsiteY20" fmla="*/ 350494 h 1516940"/>
              <a:gd name="connsiteX21" fmla="*/ 1035401 w 1424802"/>
              <a:gd name="connsiteY21" fmla="*/ 373940 h 1516940"/>
              <a:gd name="connsiteX22" fmla="*/ 1058847 w 1424802"/>
              <a:gd name="connsiteY22" fmla="*/ 403248 h 1516940"/>
              <a:gd name="connsiteX23" fmla="*/ 1099878 w 1424802"/>
              <a:gd name="connsiteY23" fmla="*/ 438417 h 1516940"/>
              <a:gd name="connsiteX24" fmla="*/ 1129185 w 1424802"/>
              <a:gd name="connsiteY24" fmla="*/ 479448 h 1516940"/>
              <a:gd name="connsiteX25" fmla="*/ 1135047 w 1424802"/>
              <a:gd name="connsiteY25" fmla="*/ 497032 h 1516940"/>
              <a:gd name="connsiteX26" fmla="*/ 1170216 w 1424802"/>
              <a:gd name="connsiteY26" fmla="*/ 538063 h 1516940"/>
              <a:gd name="connsiteX27" fmla="*/ 1187801 w 1424802"/>
              <a:gd name="connsiteY27" fmla="*/ 561509 h 1516940"/>
              <a:gd name="connsiteX28" fmla="*/ 1211247 w 1424802"/>
              <a:gd name="connsiteY28" fmla="*/ 596678 h 1516940"/>
              <a:gd name="connsiteX29" fmla="*/ 1240555 w 1424802"/>
              <a:gd name="connsiteY29" fmla="*/ 637709 h 1516940"/>
              <a:gd name="connsiteX30" fmla="*/ 1264001 w 1424802"/>
              <a:gd name="connsiteY30" fmla="*/ 684601 h 1516940"/>
              <a:gd name="connsiteX31" fmla="*/ 1269862 w 1424802"/>
              <a:gd name="connsiteY31" fmla="*/ 702186 h 1516940"/>
              <a:gd name="connsiteX32" fmla="*/ 1287447 w 1424802"/>
              <a:gd name="connsiteY32" fmla="*/ 731494 h 1516940"/>
              <a:gd name="connsiteX33" fmla="*/ 1299170 w 1424802"/>
              <a:gd name="connsiteY33" fmla="*/ 754940 h 1516940"/>
              <a:gd name="connsiteX34" fmla="*/ 1316755 w 1424802"/>
              <a:gd name="connsiteY34" fmla="*/ 772524 h 1516940"/>
              <a:gd name="connsiteX35" fmla="*/ 1340201 w 1424802"/>
              <a:gd name="connsiteY35" fmla="*/ 813555 h 1516940"/>
              <a:gd name="connsiteX36" fmla="*/ 1351924 w 1424802"/>
              <a:gd name="connsiteY36" fmla="*/ 837001 h 1516940"/>
              <a:gd name="connsiteX37" fmla="*/ 1357785 w 1424802"/>
              <a:gd name="connsiteY37" fmla="*/ 854586 h 1516940"/>
              <a:gd name="connsiteX38" fmla="*/ 1369508 w 1424802"/>
              <a:gd name="connsiteY38" fmla="*/ 872171 h 1516940"/>
              <a:gd name="connsiteX39" fmla="*/ 1381232 w 1424802"/>
              <a:gd name="connsiteY39" fmla="*/ 901478 h 1516940"/>
              <a:gd name="connsiteX40" fmla="*/ 1398816 w 1424802"/>
              <a:gd name="connsiteY40" fmla="*/ 977678 h 1516940"/>
              <a:gd name="connsiteX41" fmla="*/ 1410539 w 1424802"/>
              <a:gd name="connsiteY41" fmla="*/ 1048017 h 1516940"/>
              <a:gd name="connsiteX42" fmla="*/ 1416401 w 1424802"/>
              <a:gd name="connsiteY42" fmla="*/ 1065601 h 1516940"/>
              <a:gd name="connsiteX43" fmla="*/ 1410539 w 1424802"/>
              <a:gd name="connsiteY43" fmla="*/ 1218001 h 1516940"/>
              <a:gd name="connsiteX44" fmla="*/ 1404287 w 1424802"/>
              <a:gd name="connsiteY44" fmla="*/ 1341627 h 1516940"/>
              <a:gd name="connsiteX45" fmla="*/ 1287447 w 1424802"/>
              <a:gd name="connsiteY45" fmla="*/ 1475909 h 1516940"/>
              <a:gd name="connsiteX46" fmla="*/ 1269862 w 1424802"/>
              <a:gd name="connsiteY46" fmla="*/ 1487632 h 1516940"/>
              <a:gd name="connsiteX47" fmla="*/ 1234693 w 1424802"/>
              <a:gd name="connsiteY47" fmla="*/ 1499355 h 1516940"/>
              <a:gd name="connsiteX48" fmla="*/ 1217108 w 1424802"/>
              <a:gd name="connsiteY48" fmla="*/ 1505217 h 1516940"/>
              <a:gd name="connsiteX49" fmla="*/ 1176078 w 1424802"/>
              <a:gd name="connsiteY49" fmla="*/ 1511078 h 1516940"/>
              <a:gd name="connsiteX50" fmla="*/ 1140908 w 1424802"/>
              <a:gd name="connsiteY50" fmla="*/ 1516940 h 1516940"/>
              <a:gd name="connsiteX51" fmla="*/ 900585 w 1424802"/>
              <a:gd name="connsiteY51" fmla="*/ 1511078 h 1516940"/>
              <a:gd name="connsiteX52" fmla="*/ 883001 w 1424802"/>
              <a:gd name="connsiteY52" fmla="*/ 1505217 h 1516940"/>
              <a:gd name="connsiteX53" fmla="*/ 800939 w 1424802"/>
              <a:gd name="connsiteY53" fmla="*/ 1499355 h 1516940"/>
              <a:gd name="connsiteX54" fmla="*/ 630955 w 1424802"/>
              <a:gd name="connsiteY54" fmla="*/ 1493494 h 1516940"/>
              <a:gd name="connsiteX55" fmla="*/ 572339 w 1424802"/>
              <a:gd name="connsiteY55" fmla="*/ 1487632 h 1516940"/>
              <a:gd name="connsiteX56" fmla="*/ 476812 w 1424802"/>
              <a:gd name="connsiteY56" fmla="*/ 1493494 h 1516940"/>
              <a:gd name="connsiteX57" fmla="*/ 155426 w 1424802"/>
              <a:gd name="connsiteY57" fmla="*/ 1464186 h 1516940"/>
              <a:gd name="connsiteX58" fmla="*/ 83418 w 1424802"/>
              <a:gd name="connsiteY58" fmla="*/ 1392178 h 1516940"/>
              <a:gd name="connsiteX59" fmla="*/ 50662 w 1424802"/>
              <a:gd name="connsiteY59" fmla="*/ 1341094 h 1516940"/>
              <a:gd name="connsiteX60" fmla="*/ 33078 w 1424802"/>
              <a:gd name="connsiteY60" fmla="*/ 1323509 h 1516940"/>
              <a:gd name="connsiteX61" fmla="*/ 21355 w 1424802"/>
              <a:gd name="connsiteY61" fmla="*/ 1282478 h 1516940"/>
              <a:gd name="connsiteX62" fmla="*/ 9632 w 1424802"/>
              <a:gd name="connsiteY62" fmla="*/ 1235586 h 1516940"/>
              <a:gd name="connsiteX63" fmla="*/ 9632 w 1424802"/>
              <a:gd name="connsiteY63" fmla="*/ 1036294 h 1516940"/>
              <a:gd name="connsiteX64" fmla="*/ 15493 w 1424802"/>
              <a:gd name="connsiteY64" fmla="*/ 1018709 h 1516940"/>
              <a:gd name="connsiteX65" fmla="*/ 21355 w 1424802"/>
              <a:gd name="connsiteY65" fmla="*/ 965955 h 1516940"/>
              <a:gd name="connsiteX66" fmla="*/ 27216 w 1424802"/>
              <a:gd name="connsiteY66" fmla="*/ 948371 h 1516940"/>
              <a:gd name="connsiteX67" fmla="*/ 33078 w 1424802"/>
              <a:gd name="connsiteY67" fmla="*/ 913201 h 1516940"/>
              <a:gd name="connsiteX68" fmla="*/ 50662 w 1424802"/>
              <a:gd name="connsiteY68" fmla="*/ 872171 h 1516940"/>
              <a:gd name="connsiteX69" fmla="*/ 62385 w 1424802"/>
              <a:gd name="connsiteY69" fmla="*/ 831140 h 1516940"/>
              <a:gd name="connsiteX70" fmla="*/ 74108 w 1424802"/>
              <a:gd name="connsiteY70" fmla="*/ 807694 h 1516940"/>
              <a:gd name="connsiteX71" fmla="*/ 85832 w 1424802"/>
              <a:gd name="connsiteY71" fmla="*/ 766663 h 1516940"/>
              <a:gd name="connsiteX72" fmla="*/ 91693 w 1424802"/>
              <a:gd name="connsiteY72" fmla="*/ 749078 h 1516940"/>
              <a:gd name="connsiteX73" fmla="*/ 97555 w 1424802"/>
              <a:gd name="connsiteY73" fmla="*/ 719771 h 1516940"/>
              <a:gd name="connsiteX74" fmla="*/ 103416 w 1424802"/>
              <a:gd name="connsiteY74" fmla="*/ 702186 h 1516940"/>
              <a:gd name="connsiteX75" fmla="*/ 102366 w 1424802"/>
              <a:gd name="connsiteY75" fmla="*/ 639555 h 1516940"/>
              <a:gd name="connsiteX76" fmla="*/ 83418 w 1424802"/>
              <a:gd name="connsiteY76" fmla="*/ 528082 h 1516940"/>
              <a:gd name="connsiteX77" fmla="*/ 83418 w 1424802"/>
              <a:gd name="connsiteY77" fmla="*/ 384066 h 1516940"/>
              <a:gd name="connsiteX78" fmla="*/ 85832 w 1424802"/>
              <a:gd name="connsiteY78" fmla="*/ 356355 h 1516940"/>
              <a:gd name="connsiteX79" fmla="*/ 79970 w 1424802"/>
              <a:gd name="connsiteY79" fmla="*/ 338771 h 1516940"/>
              <a:gd name="connsiteX0" fmla="*/ 79970 w 1424802"/>
              <a:gd name="connsiteY0" fmla="*/ 338771 h 1516940"/>
              <a:gd name="connsiteX1" fmla="*/ 82870 w 1424802"/>
              <a:gd name="connsiteY1" fmla="*/ 240089 h 1516940"/>
              <a:gd name="connsiteX2" fmla="*/ 82870 w 1424802"/>
              <a:gd name="connsiteY2" fmla="*/ 168062 h 1516940"/>
              <a:gd name="connsiteX3" fmla="*/ 82870 w 1424802"/>
              <a:gd name="connsiteY3" fmla="*/ 168061 h 1516940"/>
              <a:gd name="connsiteX4" fmla="*/ 154920 w 1424802"/>
              <a:gd name="connsiteY4" fmla="*/ 24009 h 1516940"/>
              <a:gd name="connsiteX5" fmla="*/ 299018 w 1424802"/>
              <a:gd name="connsiteY5" fmla="*/ 24008 h 1516940"/>
              <a:gd name="connsiteX6" fmla="*/ 371067 w 1424802"/>
              <a:gd name="connsiteY6" fmla="*/ 24010 h 1516940"/>
              <a:gd name="connsiteX7" fmla="*/ 443116 w 1424802"/>
              <a:gd name="connsiteY7" fmla="*/ 24008 h 1516940"/>
              <a:gd name="connsiteX8" fmla="*/ 587214 w 1424802"/>
              <a:gd name="connsiteY8" fmla="*/ 24010 h 1516940"/>
              <a:gd name="connsiteX9" fmla="*/ 659264 w 1424802"/>
              <a:gd name="connsiteY9" fmla="*/ 24009 h 1516940"/>
              <a:gd name="connsiteX10" fmla="*/ 731313 w 1424802"/>
              <a:gd name="connsiteY10" fmla="*/ 24009 h 1516940"/>
              <a:gd name="connsiteX11" fmla="*/ 824385 w 1424802"/>
              <a:gd name="connsiteY11" fmla="*/ 192232 h 1516940"/>
              <a:gd name="connsiteX12" fmla="*/ 841970 w 1424802"/>
              <a:gd name="connsiteY12" fmla="*/ 209817 h 1516940"/>
              <a:gd name="connsiteX13" fmla="*/ 847832 w 1424802"/>
              <a:gd name="connsiteY13" fmla="*/ 227401 h 1516940"/>
              <a:gd name="connsiteX14" fmla="*/ 865416 w 1424802"/>
              <a:gd name="connsiteY14" fmla="*/ 233263 h 1516940"/>
              <a:gd name="connsiteX15" fmla="*/ 906447 w 1424802"/>
              <a:gd name="connsiteY15" fmla="*/ 268432 h 1516940"/>
              <a:gd name="connsiteX16" fmla="*/ 918170 w 1424802"/>
              <a:gd name="connsiteY16" fmla="*/ 286017 h 1516940"/>
              <a:gd name="connsiteX17" fmla="*/ 935755 w 1424802"/>
              <a:gd name="connsiteY17" fmla="*/ 297740 h 1516940"/>
              <a:gd name="connsiteX18" fmla="*/ 959201 w 1424802"/>
              <a:gd name="connsiteY18" fmla="*/ 315324 h 1516940"/>
              <a:gd name="connsiteX19" fmla="*/ 976785 w 1424802"/>
              <a:gd name="connsiteY19" fmla="*/ 327048 h 1516940"/>
              <a:gd name="connsiteX20" fmla="*/ 994370 w 1424802"/>
              <a:gd name="connsiteY20" fmla="*/ 350494 h 1516940"/>
              <a:gd name="connsiteX21" fmla="*/ 1035401 w 1424802"/>
              <a:gd name="connsiteY21" fmla="*/ 373940 h 1516940"/>
              <a:gd name="connsiteX22" fmla="*/ 1058847 w 1424802"/>
              <a:gd name="connsiteY22" fmla="*/ 403248 h 1516940"/>
              <a:gd name="connsiteX23" fmla="*/ 1099878 w 1424802"/>
              <a:gd name="connsiteY23" fmla="*/ 438417 h 1516940"/>
              <a:gd name="connsiteX24" fmla="*/ 1129185 w 1424802"/>
              <a:gd name="connsiteY24" fmla="*/ 479448 h 1516940"/>
              <a:gd name="connsiteX25" fmla="*/ 1135047 w 1424802"/>
              <a:gd name="connsiteY25" fmla="*/ 497032 h 1516940"/>
              <a:gd name="connsiteX26" fmla="*/ 1170216 w 1424802"/>
              <a:gd name="connsiteY26" fmla="*/ 538063 h 1516940"/>
              <a:gd name="connsiteX27" fmla="*/ 1187801 w 1424802"/>
              <a:gd name="connsiteY27" fmla="*/ 561509 h 1516940"/>
              <a:gd name="connsiteX28" fmla="*/ 1211247 w 1424802"/>
              <a:gd name="connsiteY28" fmla="*/ 596678 h 1516940"/>
              <a:gd name="connsiteX29" fmla="*/ 1240555 w 1424802"/>
              <a:gd name="connsiteY29" fmla="*/ 637709 h 1516940"/>
              <a:gd name="connsiteX30" fmla="*/ 1264001 w 1424802"/>
              <a:gd name="connsiteY30" fmla="*/ 684601 h 1516940"/>
              <a:gd name="connsiteX31" fmla="*/ 1269862 w 1424802"/>
              <a:gd name="connsiteY31" fmla="*/ 702186 h 1516940"/>
              <a:gd name="connsiteX32" fmla="*/ 1287447 w 1424802"/>
              <a:gd name="connsiteY32" fmla="*/ 731494 h 1516940"/>
              <a:gd name="connsiteX33" fmla="*/ 1299170 w 1424802"/>
              <a:gd name="connsiteY33" fmla="*/ 754940 h 1516940"/>
              <a:gd name="connsiteX34" fmla="*/ 1316755 w 1424802"/>
              <a:gd name="connsiteY34" fmla="*/ 772524 h 1516940"/>
              <a:gd name="connsiteX35" fmla="*/ 1340201 w 1424802"/>
              <a:gd name="connsiteY35" fmla="*/ 813555 h 1516940"/>
              <a:gd name="connsiteX36" fmla="*/ 1351924 w 1424802"/>
              <a:gd name="connsiteY36" fmla="*/ 837001 h 1516940"/>
              <a:gd name="connsiteX37" fmla="*/ 1357785 w 1424802"/>
              <a:gd name="connsiteY37" fmla="*/ 854586 h 1516940"/>
              <a:gd name="connsiteX38" fmla="*/ 1369508 w 1424802"/>
              <a:gd name="connsiteY38" fmla="*/ 872171 h 1516940"/>
              <a:gd name="connsiteX39" fmla="*/ 1381232 w 1424802"/>
              <a:gd name="connsiteY39" fmla="*/ 901478 h 1516940"/>
              <a:gd name="connsiteX40" fmla="*/ 1398816 w 1424802"/>
              <a:gd name="connsiteY40" fmla="*/ 977678 h 1516940"/>
              <a:gd name="connsiteX41" fmla="*/ 1410539 w 1424802"/>
              <a:gd name="connsiteY41" fmla="*/ 1048017 h 1516940"/>
              <a:gd name="connsiteX42" fmla="*/ 1416401 w 1424802"/>
              <a:gd name="connsiteY42" fmla="*/ 1065601 h 1516940"/>
              <a:gd name="connsiteX43" fmla="*/ 1410539 w 1424802"/>
              <a:gd name="connsiteY43" fmla="*/ 1218001 h 1516940"/>
              <a:gd name="connsiteX44" fmla="*/ 1404287 w 1424802"/>
              <a:gd name="connsiteY44" fmla="*/ 1341627 h 1516940"/>
              <a:gd name="connsiteX45" fmla="*/ 1287447 w 1424802"/>
              <a:gd name="connsiteY45" fmla="*/ 1475909 h 1516940"/>
              <a:gd name="connsiteX46" fmla="*/ 1269862 w 1424802"/>
              <a:gd name="connsiteY46" fmla="*/ 1487632 h 1516940"/>
              <a:gd name="connsiteX47" fmla="*/ 1234693 w 1424802"/>
              <a:gd name="connsiteY47" fmla="*/ 1499355 h 1516940"/>
              <a:gd name="connsiteX48" fmla="*/ 1217108 w 1424802"/>
              <a:gd name="connsiteY48" fmla="*/ 1505217 h 1516940"/>
              <a:gd name="connsiteX49" fmla="*/ 1176078 w 1424802"/>
              <a:gd name="connsiteY49" fmla="*/ 1511078 h 1516940"/>
              <a:gd name="connsiteX50" fmla="*/ 1140908 w 1424802"/>
              <a:gd name="connsiteY50" fmla="*/ 1516940 h 1516940"/>
              <a:gd name="connsiteX51" fmla="*/ 900585 w 1424802"/>
              <a:gd name="connsiteY51" fmla="*/ 1511078 h 1516940"/>
              <a:gd name="connsiteX52" fmla="*/ 883001 w 1424802"/>
              <a:gd name="connsiteY52" fmla="*/ 1505217 h 1516940"/>
              <a:gd name="connsiteX53" fmla="*/ 800939 w 1424802"/>
              <a:gd name="connsiteY53" fmla="*/ 1499355 h 1516940"/>
              <a:gd name="connsiteX54" fmla="*/ 630955 w 1424802"/>
              <a:gd name="connsiteY54" fmla="*/ 1493494 h 1516940"/>
              <a:gd name="connsiteX55" fmla="*/ 572339 w 1424802"/>
              <a:gd name="connsiteY55" fmla="*/ 1487632 h 1516940"/>
              <a:gd name="connsiteX56" fmla="*/ 476812 w 1424802"/>
              <a:gd name="connsiteY56" fmla="*/ 1493494 h 1516940"/>
              <a:gd name="connsiteX57" fmla="*/ 155426 w 1424802"/>
              <a:gd name="connsiteY57" fmla="*/ 1464186 h 1516940"/>
              <a:gd name="connsiteX58" fmla="*/ 83418 w 1424802"/>
              <a:gd name="connsiteY58" fmla="*/ 1392178 h 1516940"/>
              <a:gd name="connsiteX59" fmla="*/ 50662 w 1424802"/>
              <a:gd name="connsiteY59" fmla="*/ 1341094 h 1516940"/>
              <a:gd name="connsiteX60" fmla="*/ 33078 w 1424802"/>
              <a:gd name="connsiteY60" fmla="*/ 1323509 h 1516940"/>
              <a:gd name="connsiteX61" fmla="*/ 21355 w 1424802"/>
              <a:gd name="connsiteY61" fmla="*/ 1282478 h 1516940"/>
              <a:gd name="connsiteX62" fmla="*/ 9632 w 1424802"/>
              <a:gd name="connsiteY62" fmla="*/ 1235586 h 1516940"/>
              <a:gd name="connsiteX63" fmla="*/ 9632 w 1424802"/>
              <a:gd name="connsiteY63" fmla="*/ 1036294 h 1516940"/>
              <a:gd name="connsiteX64" fmla="*/ 15493 w 1424802"/>
              <a:gd name="connsiteY64" fmla="*/ 1018709 h 1516940"/>
              <a:gd name="connsiteX65" fmla="*/ 21355 w 1424802"/>
              <a:gd name="connsiteY65" fmla="*/ 965955 h 1516940"/>
              <a:gd name="connsiteX66" fmla="*/ 27216 w 1424802"/>
              <a:gd name="connsiteY66" fmla="*/ 948371 h 1516940"/>
              <a:gd name="connsiteX67" fmla="*/ 33078 w 1424802"/>
              <a:gd name="connsiteY67" fmla="*/ 913201 h 1516940"/>
              <a:gd name="connsiteX68" fmla="*/ 50662 w 1424802"/>
              <a:gd name="connsiteY68" fmla="*/ 872171 h 1516940"/>
              <a:gd name="connsiteX69" fmla="*/ 62385 w 1424802"/>
              <a:gd name="connsiteY69" fmla="*/ 831140 h 1516940"/>
              <a:gd name="connsiteX70" fmla="*/ 74108 w 1424802"/>
              <a:gd name="connsiteY70" fmla="*/ 807694 h 1516940"/>
              <a:gd name="connsiteX71" fmla="*/ 85832 w 1424802"/>
              <a:gd name="connsiteY71" fmla="*/ 766663 h 1516940"/>
              <a:gd name="connsiteX72" fmla="*/ 91693 w 1424802"/>
              <a:gd name="connsiteY72" fmla="*/ 749078 h 1516940"/>
              <a:gd name="connsiteX73" fmla="*/ 97555 w 1424802"/>
              <a:gd name="connsiteY73" fmla="*/ 719771 h 1516940"/>
              <a:gd name="connsiteX74" fmla="*/ 103416 w 1424802"/>
              <a:gd name="connsiteY74" fmla="*/ 702186 h 1516940"/>
              <a:gd name="connsiteX75" fmla="*/ 102366 w 1424802"/>
              <a:gd name="connsiteY75" fmla="*/ 639555 h 1516940"/>
              <a:gd name="connsiteX76" fmla="*/ 83418 w 1424802"/>
              <a:gd name="connsiteY76" fmla="*/ 528082 h 1516940"/>
              <a:gd name="connsiteX77" fmla="*/ 83418 w 1424802"/>
              <a:gd name="connsiteY77" fmla="*/ 384066 h 1516940"/>
              <a:gd name="connsiteX78" fmla="*/ 85832 w 1424802"/>
              <a:gd name="connsiteY78" fmla="*/ 356355 h 1516940"/>
              <a:gd name="connsiteX79" fmla="*/ 79970 w 1424802"/>
              <a:gd name="connsiteY79" fmla="*/ 338771 h 1516940"/>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54920 w 1424802"/>
              <a:gd name="connsiteY4" fmla="*/ 146762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54920 w 1424802"/>
              <a:gd name="connsiteY4" fmla="*/ 146763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54920 w 1424802"/>
              <a:gd name="connsiteY4" fmla="*/ 146763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371067 w 1424802"/>
              <a:gd name="connsiteY6" fmla="*/ 146763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443116 w 1424802"/>
              <a:gd name="connsiteY7" fmla="*/ 146761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587214 w 1424802"/>
              <a:gd name="connsiteY8" fmla="*/ 146763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31313 w 1424802"/>
              <a:gd name="connsiteY10" fmla="*/ 14676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82870 w 1424802"/>
              <a:gd name="connsiteY3" fmla="*/ 290814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41534 w 1424802"/>
              <a:gd name="connsiteY10" fmla="*/ 19253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82870 w 1424802"/>
              <a:gd name="connsiteY1" fmla="*/ 362842 h 1639693"/>
              <a:gd name="connsiteX2" fmla="*/ 82870 w 1424802"/>
              <a:gd name="connsiteY2" fmla="*/ 290815 h 1639693"/>
              <a:gd name="connsiteX3" fmla="*/ 40439 w 1424802"/>
              <a:gd name="connsiteY3" fmla="*/ 284355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41534 w 1424802"/>
              <a:gd name="connsiteY10" fmla="*/ 19253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24101 w 1424802"/>
              <a:gd name="connsiteY1" fmla="*/ 362935 h 1639693"/>
              <a:gd name="connsiteX2" fmla="*/ 82870 w 1424802"/>
              <a:gd name="connsiteY2" fmla="*/ 290815 h 1639693"/>
              <a:gd name="connsiteX3" fmla="*/ 40439 w 1424802"/>
              <a:gd name="connsiteY3" fmla="*/ 284355 h 1639693"/>
              <a:gd name="connsiteX4" fmla="*/ 105996 w 1424802"/>
              <a:gd name="connsiteY4" fmla="*/ 137001 h 1639693"/>
              <a:gd name="connsiteX5" fmla="*/ 299018 w 1424802"/>
              <a:gd name="connsiteY5" fmla="*/ 2709 h 1639693"/>
              <a:gd name="connsiteX6" fmla="*/ 452136 w 1424802"/>
              <a:gd name="connsiteY6" fmla="*/ 68384 h 1639693"/>
              <a:gd name="connsiteX7" fmla="*/ 538129 w 1424802"/>
              <a:gd name="connsiteY7" fmla="*/ 104334 h 1639693"/>
              <a:gd name="connsiteX8" fmla="*/ 620226 w 1424802"/>
              <a:gd name="connsiteY8" fmla="*/ 120669 h 1639693"/>
              <a:gd name="connsiteX9" fmla="*/ 659264 w 1424802"/>
              <a:gd name="connsiteY9" fmla="*/ 146762 h 1639693"/>
              <a:gd name="connsiteX10" fmla="*/ 741534 w 1424802"/>
              <a:gd name="connsiteY10" fmla="*/ 192532 h 1639693"/>
              <a:gd name="connsiteX11" fmla="*/ 824385 w 1424802"/>
              <a:gd name="connsiteY11" fmla="*/ 314985 h 1639693"/>
              <a:gd name="connsiteX12" fmla="*/ 841970 w 1424802"/>
              <a:gd name="connsiteY12" fmla="*/ 332570 h 1639693"/>
              <a:gd name="connsiteX13" fmla="*/ 847832 w 1424802"/>
              <a:gd name="connsiteY13" fmla="*/ 350154 h 1639693"/>
              <a:gd name="connsiteX14" fmla="*/ 865416 w 1424802"/>
              <a:gd name="connsiteY14" fmla="*/ 356016 h 1639693"/>
              <a:gd name="connsiteX15" fmla="*/ 906447 w 1424802"/>
              <a:gd name="connsiteY15" fmla="*/ 391185 h 1639693"/>
              <a:gd name="connsiteX16" fmla="*/ 918170 w 1424802"/>
              <a:gd name="connsiteY16" fmla="*/ 408770 h 1639693"/>
              <a:gd name="connsiteX17" fmla="*/ 935755 w 1424802"/>
              <a:gd name="connsiteY17" fmla="*/ 420493 h 1639693"/>
              <a:gd name="connsiteX18" fmla="*/ 959201 w 1424802"/>
              <a:gd name="connsiteY18" fmla="*/ 438077 h 1639693"/>
              <a:gd name="connsiteX19" fmla="*/ 976785 w 1424802"/>
              <a:gd name="connsiteY19" fmla="*/ 449801 h 1639693"/>
              <a:gd name="connsiteX20" fmla="*/ 994370 w 1424802"/>
              <a:gd name="connsiteY20" fmla="*/ 473247 h 1639693"/>
              <a:gd name="connsiteX21" fmla="*/ 1035401 w 1424802"/>
              <a:gd name="connsiteY21" fmla="*/ 496693 h 1639693"/>
              <a:gd name="connsiteX22" fmla="*/ 1058847 w 1424802"/>
              <a:gd name="connsiteY22" fmla="*/ 526001 h 1639693"/>
              <a:gd name="connsiteX23" fmla="*/ 1099878 w 1424802"/>
              <a:gd name="connsiteY23" fmla="*/ 561170 h 1639693"/>
              <a:gd name="connsiteX24" fmla="*/ 1129185 w 1424802"/>
              <a:gd name="connsiteY24" fmla="*/ 602201 h 1639693"/>
              <a:gd name="connsiteX25" fmla="*/ 1135047 w 1424802"/>
              <a:gd name="connsiteY25" fmla="*/ 619785 h 1639693"/>
              <a:gd name="connsiteX26" fmla="*/ 1170216 w 1424802"/>
              <a:gd name="connsiteY26" fmla="*/ 660816 h 1639693"/>
              <a:gd name="connsiteX27" fmla="*/ 1187801 w 1424802"/>
              <a:gd name="connsiteY27" fmla="*/ 684262 h 1639693"/>
              <a:gd name="connsiteX28" fmla="*/ 1211247 w 1424802"/>
              <a:gd name="connsiteY28" fmla="*/ 719431 h 1639693"/>
              <a:gd name="connsiteX29" fmla="*/ 1240555 w 1424802"/>
              <a:gd name="connsiteY29" fmla="*/ 760462 h 1639693"/>
              <a:gd name="connsiteX30" fmla="*/ 1264001 w 1424802"/>
              <a:gd name="connsiteY30" fmla="*/ 807354 h 1639693"/>
              <a:gd name="connsiteX31" fmla="*/ 1269862 w 1424802"/>
              <a:gd name="connsiteY31" fmla="*/ 824939 h 1639693"/>
              <a:gd name="connsiteX32" fmla="*/ 1287447 w 1424802"/>
              <a:gd name="connsiteY32" fmla="*/ 854247 h 1639693"/>
              <a:gd name="connsiteX33" fmla="*/ 1299170 w 1424802"/>
              <a:gd name="connsiteY33" fmla="*/ 877693 h 1639693"/>
              <a:gd name="connsiteX34" fmla="*/ 1316755 w 1424802"/>
              <a:gd name="connsiteY34" fmla="*/ 895277 h 1639693"/>
              <a:gd name="connsiteX35" fmla="*/ 1340201 w 1424802"/>
              <a:gd name="connsiteY35" fmla="*/ 936308 h 1639693"/>
              <a:gd name="connsiteX36" fmla="*/ 1351924 w 1424802"/>
              <a:gd name="connsiteY36" fmla="*/ 959754 h 1639693"/>
              <a:gd name="connsiteX37" fmla="*/ 1357785 w 1424802"/>
              <a:gd name="connsiteY37" fmla="*/ 977339 h 1639693"/>
              <a:gd name="connsiteX38" fmla="*/ 1369508 w 1424802"/>
              <a:gd name="connsiteY38" fmla="*/ 994924 h 1639693"/>
              <a:gd name="connsiteX39" fmla="*/ 1381232 w 1424802"/>
              <a:gd name="connsiteY39" fmla="*/ 1024231 h 1639693"/>
              <a:gd name="connsiteX40" fmla="*/ 1398816 w 1424802"/>
              <a:gd name="connsiteY40" fmla="*/ 1100431 h 1639693"/>
              <a:gd name="connsiteX41" fmla="*/ 1410539 w 1424802"/>
              <a:gd name="connsiteY41" fmla="*/ 1170770 h 1639693"/>
              <a:gd name="connsiteX42" fmla="*/ 1416401 w 1424802"/>
              <a:gd name="connsiteY42" fmla="*/ 1188354 h 1639693"/>
              <a:gd name="connsiteX43" fmla="*/ 1410539 w 1424802"/>
              <a:gd name="connsiteY43" fmla="*/ 1340754 h 1639693"/>
              <a:gd name="connsiteX44" fmla="*/ 1404287 w 1424802"/>
              <a:gd name="connsiteY44" fmla="*/ 1464380 h 1639693"/>
              <a:gd name="connsiteX45" fmla="*/ 1287447 w 1424802"/>
              <a:gd name="connsiteY45" fmla="*/ 1598662 h 1639693"/>
              <a:gd name="connsiteX46" fmla="*/ 1269862 w 1424802"/>
              <a:gd name="connsiteY46" fmla="*/ 1610385 h 1639693"/>
              <a:gd name="connsiteX47" fmla="*/ 1234693 w 1424802"/>
              <a:gd name="connsiteY47" fmla="*/ 1622108 h 1639693"/>
              <a:gd name="connsiteX48" fmla="*/ 1217108 w 1424802"/>
              <a:gd name="connsiteY48" fmla="*/ 1627970 h 1639693"/>
              <a:gd name="connsiteX49" fmla="*/ 1176078 w 1424802"/>
              <a:gd name="connsiteY49" fmla="*/ 1633831 h 1639693"/>
              <a:gd name="connsiteX50" fmla="*/ 1140908 w 1424802"/>
              <a:gd name="connsiteY50" fmla="*/ 1639693 h 1639693"/>
              <a:gd name="connsiteX51" fmla="*/ 900585 w 1424802"/>
              <a:gd name="connsiteY51" fmla="*/ 1633831 h 1639693"/>
              <a:gd name="connsiteX52" fmla="*/ 883001 w 1424802"/>
              <a:gd name="connsiteY52" fmla="*/ 1627970 h 1639693"/>
              <a:gd name="connsiteX53" fmla="*/ 800939 w 1424802"/>
              <a:gd name="connsiteY53" fmla="*/ 1622108 h 1639693"/>
              <a:gd name="connsiteX54" fmla="*/ 630955 w 1424802"/>
              <a:gd name="connsiteY54" fmla="*/ 1616247 h 1639693"/>
              <a:gd name="connsiteX55" fmla="*/ 572339 w 1424802"/>
              <a:gd name="connsiteY55" fmla="*/ 1610385 h 1639693"/>
              <a:gd name="connsiteX56" fmla="*/ 476812 w 1424802"/>
              <a:gd name="connsiteY56" fmla="*/ 1616247 h 1639693"/>
              <a:gd name="connsiteX57" fmla="*/ 155426 w 1424802"/>
              <a:gd name="connsiteY57" fmla="*/ 1586939 h 1639693"/>
              <a:gd name="connsiteX58" fmla="*/ 83418 w 1424802"/>
              <a:gd name="connsiteY58" fmla="*/ 1514931 h 1639693"/>
              <a:gd name="connsiteX59" fmla="*/ 50662 w 1424802"/>
              <a:gd name="connsiteY59" fmla="*/ 1463847 h 1639693"/>
              <a:gd name="connsiteX60" fmla="*/ 33078 w 1424802"/>
              <a:gd name="connsiteY60" fmla="*/ 1446262 h 1639693"/>
              <a:gd name="connsiteX61" fmla="*/ 21355 w 1424802"/>
              <a:gd name="connsiteY61" fmla="*/ 1405231 h 1639693"/>
              <a:gd name="connsiteX62" fmla="*/ 9632 w 1424802"/>
              <a:gd name="connsiteY62" fmla="*/ 1358339 h 1639693"/>
              <a:gd name="connsiteX63" fmla="*/ 9632 w 1424802"/>
              <a:gd name="connsiteY63" fmla="*/ 1159047 h 1639693"/>
              <a:gd name="connsiteX64" fmla="*/ 15493 w 1424802"/>
              <a:gd name="connsiteY64" fmla="*/ 1141462 h 1639693"/>
              <a:gd name="connsiteX65" fmla="*/ 21355 w 1424802"/>
              <a:gd name="connsiteY65" fmla="*/ 1088708 h 1639693"/>
              <a:gd name="connsiteX66" fmla="*/ 27216 w 1424802"/>
              <a:gd name="connsiteY66" fmla="*/ 1071124 h 1639693"/>
              <a:gd name="connsiteX67" fmla="*/ 33078 w 1424802"/>
              <a:gd name="connsiteY67" fmla="*/ 1035954 h 1639693"/>
              <a:gd name="connsiteX68" fmla="*/ 50662 w 1424802"/>
              <a:gd name="connsiteY68" fmla="*/ 994924 h 1639693"/>
              <a:gd name="connsiteX69" fmla="*/ 62385 w 1424802"/>
              <a:gd name="connsiteY69" fmla="*/ 953893 h 1639693"/>
              <a:gd name="connsiteX70" fmla="*/ 74108 w 1424802"/>
              <a:gd name="connsiteY70" fmla="*/ 930447 h 1639693"/>
              <a:gd name="connsiteX71" fmla="*/ 85832 w 1424802"/>
              <a:gd name="connsiteY71" fmla="*/ 889416 h 1639693"/>
              <a:gd name="connsiteX72" fmla="*/ 91693 w 1424802"/>
              <a:gd name="connsiteY72" fmla="*/ 871831 h 1639693"/>
              <a:gd name="connsiteX73" fmla="*/ 97555 w 1424802"/>
              <a:gd name="connsiteY73" fmla="*/ 842524 h 1639693"/>
              <a:gd name="connsiteX74" fmla="*/ 103416 w 1424802"/>
              <a:gd name="connsiteY74" fmla="*/ 824939 h 1639693"/>
              <a:gd name="connsiteX75" fmla="*/ 102366 w 1424802"/>
              <a:gd name="connsiteY75" fmla="*/ 762308 h 1639693"/>
              <a:gd name="connsiteX76" fmla="*/ 83418 w 1424802"/>
              <a:gd name="connsiteY76" fmla="*/ 650835 h 1639693"/>
              <a:gd name="connsiteX77" fmla="*/ 83418 w 1424802"/>
              <a:gd name="connsiteY77" fmla="*/ 506819 h 1639693"/>
              <a:gd name="connsiteX78" fmla="*/ 85832 w 1424802"/>
              <a:gd name="connsiteY78" fmla="*/ 479108 h 1639693"/>
              <a:gd name="connsiteX79" fmla="*/ 79970 w 1424802"/>
              <a:gd name="connsiteY79" fmla="*/ 461524 h 1639693"/>
              <a:gd name="connsiteX0" fmla="*/ 79970 w 1424802"/>
              <a:gd name="connsiteY0" fmla="*/ 461524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83418 w 1424802"/>
              <a:gd name="connsiteY76" fmla="*/ 506819 h 1639693"/>
              <a:gd name="connsiteX77" fmla="*/ 85832 w 1424802"/>
              <a:gd name="connsiteY77" fmla="*/ 479108 h 1639693"/>
              <a:gd name="connsiteX78" fmla="*/ 79970 w 1424802"/>
              <a:gd name="connsiteY78" fmla="*/ 461524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83418 w 1424802"/>
              <a:gd name="connsiteY76" fmla="*/ 506819 h 1639693"/>
              <a:gd name="connsiteX77" fmla="*/ 85832 w 1424802"/>
              <a:gd name="connsiteY77" fmla="*/ 479108 h 1639693"/>
              <a:gd name="connsiteX78" fmla="*/ 34270 w 1424802"/>
              <a:gd name="connsiteY78" fmla="*/ 471442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83418 w 1424802"/>
              <a:gd name="connsiteY76" fmla="*/ 506819 h 1639693"/>
              <a:gd name="connsiteX77" fmla="*/ 34270 w 1424802"/>
              <a:gd name="connsiteY77" fmla="*/ 471442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38129 w 1424802"/>
              <a:gd name="connsiteY6" fmla="*/ 104334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34270 w 1424802"/>
              <a:gd name="connsiteY76" fmla="*/ 471442 h 1639693"/>
              <a:gd name="connsiteX0" fmla="*/ 34270 w 1424802"/>
              <a:gd name="connsiteY0" fmla="*/ 471442 h 1639693"/>
              <a:gd name="connsiteX1" fmla="*/ 24101 w 1424802"/>
              <a:gd name="connsiteY1" fmla="*/ 362935 h 1639693"/>
              <a:gd name="connsiteX2" fmla="*/ 40439 w 1424802"/>
              <a:gd name="connsiteY2" fmla="*/ 284355 h 1639693"/>
              <a:gd name="connsiteX3" fmla="*/ 105996 w 1424802"/>
              <a:gd name="connsiteY3" fmla="*/ 137001 h 1639693"/>
              <a:gd name="connsiteX4" fmla="*/ 299018 w 1424802"/>
              <a:gd name="connsiteY4" fmla="*/ 2709 h 1639693"/>
              <a:gd name="connsiteX5" fmla="*/ 452136 w 1424802"/>
              <a:gd name="connsiteY5" fmla="*/ 68384 h 1639693"/>
              <a:gd name="connsiteX6" fmla="*/ 551506 w 1424802"/>
              <a:gd name="connsiteY6" fmla="*/ 58629 h 1639693"/>
              <a:gd name="connsiteX7" fmla="*/ 620226 w 1424802"/>
              <a:gd name="connsiteY7" fmla="*/ 120669 h 1639693"/>
              <a:gd name="connsiteX8" fmla="*/ 659264 w 1424802"/>
              <a:gd name="connsiteY8" fmla="*/ 146762 h 1639693"/>
              <a:gd name="connsiteX9" fmla="*/ 741534 w 1424802"/>
              <a:gd name="connsiteY9" fmla="*/ 192532 h 1639693"/>
              <a:gd name="connsiteX10" fmla="*/ 824385 w 1424802"/>
              <a:gd name="connsiteY10" fmla="*/ 314985 h 1639693"/>
              <a:gd name="connsiteX11" fmla="*/ 841970 w 1424802"/>
              <a:gd name="connsiteY11" fmla="*/ 332570 h 1639693"/>
              <a:gd name="connsiteX12" fmla="*/ 847832 w 1424802"/>
              <a:gd name="connsiteY12" fmla="*/ 350154 h 1639693"/>
              <a:gd name="connsiteX13" fmla="*/ 865416 w 1424802"/>
              <a:gd name="connsiteY13" fmla="*/ 356016 h 1639693"/>
              <a:gd name="connsiteX14" fmla="*/ 906447 w 1424802"/>
              <a:gd name="connsiteY14" fmla="*/ 391185 h 1639693"/>
              <a:gd name="connsiteX15" fmla="*/ 918170 w 1424802"/>
              <a:gd name="connsiteY15" fmla="*/ 408770 h 1639693"/>
              <a:gd name="connsiteX16" fmla="*/ 935755 w 1424802"/>
              <a:gd name="connsiteY16" fmla="*/ 420493 h 1639693"/>
              <a:gd name="connsiteX17" fmla="*/ 959201 w 1424802"/>
              <a:gd name="connsiteY17" fmla="*/ 438077 h 1639693"/>
              <a:gd name="connsiteX18" fmla="*/ 976785 w 1424802"/>
              <a:gd name="connsiteY18" fmla="*/ 449801 h 1639693"/>
              <a:gd name="connsiteX19" fmla="*/ 994370 w 1424802"/>
              <a:gd name="connsiteY19" fmla="*/ 473247 h 1639693"/>
              <a:gd name="connsiteX20" fmla="*/ 1035401 w 1424802"/>
              <a:gd name="connsiteY20" fmla="*/ 496693 h 1639693"/>
              <a:gd name="connsiteX21" fmla="*/ 1058847 w 1424802"/>
              <a:gd name="connsiteY21" fmla="*/ 526001 h 1639693"/>
              <a:gd name="connsiteX22" fmla="*/ 1099878 w 1424802"/>
              <a:gd name="connsiteY22" fmla="*/ 561170 h 1639693"/>
              <a:gd name="connsiteX23" fmla="*/ 1129185 w 1424802"/>
              <a:gd name="connsiteY23" fmla="*/ 602201 h 1639693"/>
              <a:gd name="connsiteX24" fmla="*/ 1135047 w 1424802"/>
              <a:gd name="connsiteY24" fmla="*/ 619785 h 1639693"/>
              <a:gd name="connsiteX25" fmla="*/ 1170216 w 1424802"/>
              <a:gd name="connsiteY25" fmla="*/ 660816 h 1639693"/>
              <a:gd name="connsiteX26" fmla="*/ 1187801 w 1424802"/>
              <a:gd name="connsiteY26" fmla="*/ 684262 h 1639693"/>
              <a:gd name="connsiteX27" fmla="*/ 1211247 w 1424802"/>
              <a:gd name="connsiteY27" fmla="*/ 719431 h 1639693"/>
              <a:gd name="connsiteX28" fmla="*/ 1240555 w 1424802"/>
              <a:gd name="connsiteY28" fmla="*/ 760462 h 1639693"/>
              <a:gd name="connsiteX29" fmla="*/ 1264001 w 1424802"/>
              <a:gd name="connsiteY29" fmla="*/ 807354 h 1639693"/>
              <a:gd name="connsiteX30" fmla="*/ 1269862 w 1424802"/>
              <a:gd name="connsiteY30" fmla="*/ 824939 h 1639693"/>
              <a:gd name="connsiteX31" fmla="*/ 1287447 w 1424802"/>
              <a:gd name="connsiteY31" fmla="*/ 854247 h 1639693"/>
              <a:gd name="connsiteX32" fmla="*/ 1299170 w 1424802"/>
              <a:gd name="connsiteY32" fmla="*/ 877693 h 1639693"/>
              <a:gd name="connsiteX33" fmla="*/ 1316755 w 1424802"/>
              <a:gd name="connsiteY33" fmla="*/ 895277 h 1639693"/>
              <a:gd name="connsiteX34" fmla="*/ 1340201 w 1424802"/>
              <a:gd name="connsiteY34" fmla="*/ 936308 h 1639693"/>
              <a:gd name="connsiteX35" fmla="*/ 1351924 w 1424802"/>
              <a:gd name="connsiteY35" fmla="*/ 959754 h 1639693"/>
              <a:gd name="connsiteX36" fmla="*/ 1357785 w 1424802"/>
              <a:gd name="connsiteY36" fmla="*/ 977339 h 1639693"/>
              <a:gd name="connsiteX37" fmla="*/ 1369508 w 1424802"/>
              <a:gd name="connsiteY37" fmla="*/ 994924 h 1639693"/>
              <a:gd name="connsiteX38" fmla="*/ 1381232 w 1424802"/>
              <a:gd name="connsiteY38" fmla="*/ 1024231 h 1639693"/>
              <a:gd name="connsiteX39" fmla="*/ 1398816 w 1424802"/>
              <a:gd name="connsiteY39" fmla="*/ 1100431 h 1639693"/>
              <a:gd name="connsiteX40" fmla="*/ 1410539 w 1424802"/>
              <a:gd name="connsiteY40" fmla="*/ 1170770 h 1639693"/>
              <a:gd name="connsiteX41" fmla="*/ 1416401 w 1424802"/>
              <a:gd name="connsiteY41" fmla="*/ 1188354 h 1639693"/>
              <a:gd name="connsiteX42" fmla="*/ 1410539 w 1424802"/>
              <a:gd name="connsiteY42" fmla="*/ 1340754 h 1639693"/>
              <a:gd name="connsiteX43" fmla="*/ 1404287 w 1424802"/>
              <a:gd name="connsiteY43" fmla="*/ 1464380 h 1639693"/>
              <a:gd name="connsiteX44" fmla="*/ 1287447 w 1424802"/>
              <a:gd name="connsiteY44" fmla="*/ 1598662 h 1639693"/>
              <a:gd name="connsiteX45" fmla="*/ 1269862 w 1424802"/>
              <a:gd name="connsiteY45" fmla="*/ 1610385 h 1639693"/>
              <a:gd name="connsiteX46" fmla="*/ 1234693 w 1424802"/>
              <a:gd name="connsiteY46" fmla="*/ 1622108 h 1639693"/>
              <a:gd name="connsiteX47" fmla="*/ 1217108 w 1424802"/>
              <a:gd name="connsiteY47" fmla="*/ 1627970 h 1639693"/>
              <a:gd name="connsiteX48" fmla="*/ 1176078 w 1424802"/>
              <a:gd name="connsiteY48" fmla="*/ 1633831 h 1639693"/>
              <a:gd name="connsiteX49" fmla="*/ 1140908 w 1424802"/>
              <a:gd name="connsiteY49" fmla="*/ 1639693 h 1639693"/>
              <a:gd name="connsiteX50" fmla="*/ 900585 w 1424802"/>
              <a:gd name="connsiteY50" fmla="*/ 1633831 h 1639693"/>
              <a:gd name="connsiteX51" fmla="*/ 883001 w 1424802"/>
              <a:gd name="connsiteY51" fmla="*/ 1627970 h 1639693"/>
              <a:gd name="connsiteX52" fmla="*/ 800939 w 1424802"/>
              <a:gd name="connsiteY52" fmla="*/ 1622108 h 1639693"/>
              <a:gd name="connsiteX53" fmla="*/ 630955 w 1424802"/>
              <a:gd name="connsiteY53" fmla="*/ 1616247 h 1639693"/>
              <a:gd name="connsiteX54" fmla="*/ 572339 w 1424802"/>
              <a:gd name="connsiteY54" fmla="*/ 1610385 h 1639693"/>
              <a:gd name="connsiteX55" fmla="*/ 476812 w 1424802"/>
              <a:gd name="connsiteY55" fmla="*/ 1616247 h 1639693"/>
              <a:gd name="connsiteX56" fmla="*/ 155426 w 1424802"/>
              <a:gd name="connsiteY56" fmla="*/ 1586939 h 1639693"/>
              <a:gd name="connsiteX57" fmla="*/ 83418 w 1424802"/>
              <a:gd name="connsiteY57" fmla="*/ 1514931 h 1639693"/>
              <a:gd name="connsiteX58" fmla="*/ 50662 w 1424802"/>
              <a:gd name="connsiteY58" fmla="*/ 1463847 h 1639693"/>
              <a:gd name="connsiteX59" fmla="*/ 33078 w 1424802"/>
              <a:gd name="connsiteY59" fmla="*/ 1446262 h 1639693"/>
              <a:gd name="connsiteX60" fmla="*/ 21355 w 1424802"/>
              <a:gd name="connsiteY60" fmla="*/ 1405231 h 1639693"/>
              <a:gd name="connsiteX61" fmla="*/ 9632 w 1424802"/>
              <a:gd name="connsiteY61" fmla="*/ 1358339 h 1639693"/>
              <a:gd name="connsiteX62" fmla="*/ 9632 w 1424802"/>
              <a:gd name="connsiteY62" fmla="*/ 1159047 h 1639693"/>
              <a:gd name="connsiteX63" fmla="*/ 15493 w 1424802"/>
              <a:gd name="connsiteY63" fmla="*/ 1141462 h 1639693"/>
              <a:gd name="connsiteX64" fmla="*/ 21355 w 1424802"/>
              <a:gd name="connsiteY64" fmla="*/ 1088708 h 1639693"/>
              <a:gd name="connsiteX65" fmla="*/ 27216 w 1424802"/>
              <a:gd name="connsiteY65" fmla="*/ 1071124 h 1639693"/>
              <a:gd name="connsiteX66" fmla="*/ 33078 w 1424802"/>
              <a:gd name="connsiteY66" fmla="*/ 1035954 h 1639693"/>
              <a:gd name="connsiteX67" fmla="*/ 50662 w 1424802"/>
              <a:gd name="connsiteY67" fmla="*/ 994924 h 1639693"/>
              <a:gd name="connsiteX68" fmla="*/ 62385 w 1424802"/>
              <a:gd name="connsiteY68" fmla="*/ 953893 h 1639693"/>
              <a:gd name="connsiteX69" fmla="*/ 74108 w 1424802"/>
              <a:gd name="connsiteY69" fmla="*/ 930447 h 1639693"/>
              <a:gd name="connsiteX70" fmla="*/ 85832 w 1424802"/>
              <a:gd name="connsiteY70" fmla="*/ 889416 h 1639693"/>
              <a:gd name="connsiteX71" fmla="*/ 91693 w 1424802"/>
              <a:gd name="connsiteY71" fmla="*/ 871831 h 1639693"/>
              <a:gd name="connsiteX72" fmla="*/ 97555 w 1424802"/>
              <a:gd name="connsiteY72" fmla="*/ 842524 h 1639693"/>
              <a:gd name="connsiteX73" fmla="*/ 103416 w 1424802"/>
              <a:gd name="connsiteY73" fmla="*/ 824939 h 1639693"/>
              <a:gd name="connsiteX74" fmla="*/ 102366 w 1424802"/>
              <a:gd name="connsiteY74" fmla="*/ 762308 h 1639693"/>
              <a:gd name="connsiteX75" fmla="*/ 83418 w 1424802"/>
              <a:gd name="connsiteY75" fmla="*/ 650835 h 1639693"/>
              <a:gd name="connsiteX76" fmla="*/ 34270 w 1424802"/>
              <a:gd name="connsiteY76" fmla="*/ 471442 h 1639693"/>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240555 w 1424802"/>
              <a:gd name="connsiteY27" fmla="*/ 770815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316755 w 1424802"/>
              <a:gd name="connsiteY32" fmla="*/ 905630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81232 w 1424802"/>
              <a:gd name="connsiteY37" fmla="*/ 1034584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316755 w 1424802"/>
              <a:gd name="connsiteY32" fmla="*/ 905630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81232 w 1424802"/>
              <a:gd name="connsiteY37" fmla="*/ 1034584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81232 w 1424802"/>
              <a:gd name="connsiteY37" fmla="*/ 1034584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98816 w 1424802"/>
              <a:gd name="connsiteY38" fmla="*/ 1110784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53869 w 1424802"/>
              <a:gd name="connsiteY38" fmla="*/ 1173135 h 1650046"/>
              <a:gd name="connsiteX39" fmla="*/ 1410539 w 1424802"/>
              <a:gd name="connsiteY39" fmla="*/ 1181123 h 1650046"/>
              <a:gd name="connsiteX40" fmla="*/ 1416401 w 1424802"/>
              <a:gd name="connsiteY40" fmla="*/ 1198707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53869 w 1424802"/>
              <a:gd name="connsiteY38" fmla="*/ 1173135 h 1650046"/>
              <a:gd name="connsiteX39" fmla="*/ 1410539 w 1424802"/>
              <a:gd name="connsiteY39" fmla="*/ 1181123 h 1650046"/>
              <a:gd name="connsiteX40" fmla="*/ 1379755 w 1424802"/>
              <a:gd name="connsiteY40" fmla="*/ 1237514 h 1650046"/>
              <a:gd name="connsiteX41" fmla="*/ 1410539 w 1424802"/>
              <a:gd name="connsiteY41" fmla="*/ 1351107 h 1650046"/>
              <a:gd name="connsiteX42" fmla="*/ 1404287 w 1424802"/>
              <a:gd name="connsiteY42" fmla="*/ 1474733 h 1650046"/>
              <a:gd name="connsiteX43" fmla="*/ 1287447 w 1424802"/>
              <a:gd name="connsiteY43" fmla="*/ 1609015 h 1650046"/>
              <a:gd name="connsiteX44" fmla="*/ 1269862 w 1424802"/>
              <a:gd name="connsiteY44" fmla="*/ 1620738 h 1650046"/>
              <a:gd name="connsiteX45" fmla="*/ 1234693 w 1424802"/>
              <a:gd name="connsiteY45" fmla="*/ 1632461 h 1650046"/>
              <a:gd name="connsiteX46" fmla="*/ 1217108 w 1424802"/>
              <a:gd name="connsiteY46" fmla="*/ 1638323 h 1650046"/>
              <a:gd name="connsiteX47" fmla="*/ 1176078 w 1424802"/>
              <a:gd name="connsiteY47" fmla="*/ 1644184 h 1650046"/>
              <a:gd name="connsiteX48" fmla="*/ 1140908 w 1424802"/>
              <a:gd name="connsiteY48" fmla="*/ 1650046 h 1650046"/>
              <a:gd name="connsiteX49" fmla="*/ 900585 w 1424802"/>
              <a:gd name="connsiteY49" fmla="*/ 1644184 h 1650046"/>
              <a:gd name="connsiteX50" fmla="*/ 883001 w 1424802"/>
              <a:gd name="connsiteY50" fmla="*/ 1638323 h 1650046"/>
              <a:gd name="connsiteX51" fmla="*/ 800939 w 1424802"/>
              <a:gd name="connsiteY51" fmla="*/ 1632461 h 1650046"/>
              <a:gd name="connsiteX52" fmla="*/ 630955 w 1424802"/>
              <a:gd name="connsiteY52" fmla="*/ 1626600 h 1650046"/>
              <a:gd name="connsiteX53" fmla="*/ 572339 w 1424802"/>
              <a:gd name="connsiteY53" fmla="*/ 1620738 h 1650046"/>
              <a:gd name="connsiteX54" fmla="*/ 476812 w 1424802"/>
              <a:gd name="connsiteY54" fmla="*/ 1626600 h 1650046"/>
              <a:gd name="connsiteX55" fmla="*/ 155426 w 1424802"/>
              <a:gd name="connsiteY55" fmla="*/ 1597292 h 1650046"/>
              <a:gd name="connsiteX56" fmla="*/ 83418 w 1424802"/>
              <a:gd name="connsiteY56" fmla="*/ 1525284 h 1650046"/>
              <a:gd name="connsiteX57" fmla="*/ 50662 w 1424802"/>
              <a:gd name="connsiteY57" fmla="*/ 1474200 h 1650046"/>
              <a:gd name="connsiteX58" fmla="*/ 33078 w 1424802"/>
              <a:gd name="connsiteY58" fmla="*/ 1456615 h 1650046"/>
              <a:gd name="connsiteX59" fmla="*/ 21355 w 1424802"/>
              <a:gd name="connsiteY59" fmla="*/ 1415584 h 1650046"/>
              <a:gd name="connsiteX60" fmla="*/ 9632 w 1424802"/>
              <a:gd name="connsiteY60" fmla="*/ 1368692 h 1650046"/>
              <a:gd name="connsiteX61" fmla="*/ 9632 w 1424802"/>
              <a:gd name="connsiteY61" fmla="*/ 1169400 h 1650046"/>
              <a:gd name="connsiteX62" fmla="*/ 15493 w 1424802"/>
              <a:gd name="connsiteY62" fmla="*/ 1151815 h 1650046"/>
              <a:gd name="connsiteX63" fmla="*/ 21355 w 1424802"/>
              <a:gd name="connsiteY63" fmla="*/ 1099061 h 1650046"/>
              <a:gd name="connsiteX64" fmla="*/ 27216 w 1424802"/>
              <a:gd name="connsiteY64" fmla="*/ 1081477 h 1650046"/>
              <a:gd name="connsiteX65" fmla="*/ 33078 w 1424802"/>
              <a:gd name="connsiteY65" fmla="*/ 1046307 h 1650046"/>
              <a:gd name="connsiteX66" fmla="*/ 50662 w 1424802"/>
              <a:gd name="connsiteY66" fmla="*/ 1005277 h 1650046"/>
              <a:gd name="connsiteX67" fmla="*/ 62385 w 1424802"/>
              <a:gd name="connsiteY67" fmla="*/ 964246 h 1650046"/>
              <a:gd name="connsiteX68" fmla="*/ 74108 w 1424802"/>
              <a:gd name="connsiteY68" fmla="*/ 940800 h 1650046"/>
              <a:gd name="connsiteX69" fmla="*/ 85832 w 1424802"/>
              <a:gd name="connsiteY69" fmla="*/ 899769 h 1650046"/>
              <a:gd name="connsiteX70" fmla="*/ 91693 w 1424802"/>
              <a:gd name="connsiteY70" fmla="*/ 882184 h 1650046"/>
              <a:gd name="connsiteX71" fmla="*/ 97555 w 1424802"/>
              <a:gd name="connsiteY71" fmla="*/ 852877 h 1650046"/>
              <a:gd name="connsiteX72" fmla="*/ 103416 w 1424802"/>
              <a:gd name="connsiteY72" fmla="*/ 835292 h 1650046"/>
              <a:gd name="connsiteX73" fmla="*/ 102366 w 1424802"/>
              <a:gd name="connsiteY73" fmla="*/ 772661 h 1650046"/>
              <a:gd name="connsiteX74" fmla="*/ 83418 w 1424802"/>
              <a:gd name="connsiteY74" fmla="*/ 661188 h 1650046"/>
              <a:gd name="connsiteX75" fmla="*/ 34270 w 1424802"/>
              <a:gd name="connsiteY7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69508 w 1424802"/>
              <a:gd name="connsiteY36" fmla="*/ 1005277 h 1650046"/>
              <a:gd name="connsiteX37" fmla="*/ 1307706 w 1424802"/>
              <a:gd name="connsiteY37" fmla="*/ 1093461 h 1650046"/>
              <a:gd name="connsiteX38" fmla="*/ 1353869 w 1424802"/>
              <a:gd name="connsiteY38" fmla="*/ 1173135 h 1650046"/>
              <a:gd name="connsiteX39" fmla="*/ 1379755 w 1424802"/>
              <a:gd name="connsiteY39" fmla="*/ 1237514 h 1650046"/>
              <a:gd name="connsiteX40" fmla="*/ 1410539 w 1424802"/>
              <a:gd name="connsiteY40" fmla="*/ 1351107 h 1650046"/>
              <a:gd name="connsiteX41" fmla="*/ 1404287 w 1424802"/>
              <a:gd name="connsiteY41" fmla="*/ 1474733 h 1650046"/>
              <a:gd name="connsiteX42" fmla="*/ 1287447 w 1424802"/>
              <a:gd name="connsiteY42" fmla="*/ 1609015 h 1650046"/>
              <a:gd name="connsiteX43" fmla="*/ 1269862 w 1424802"/>
              <a:gd name="connsiteY43" fmla="*/ 1620738 h 1650046"/>
              <a:gd name="connsiteX44" fmla="*/ 1234693 w 1424802"/>
              <a:gd name="connsiteY44" fmla="*/ 1632461 h 1650046"/>
              <a:gd name="connsiteX45" fmla="*/ 1217108 w 1424802"/>
              <a:gd name="connsiteY45" fmla="*/ 1638323 h 1650046"/>
              <a:gd name="connsiteX46" fmla="*/ 1176078 w 1424802"/>
              <a:gd name="connsiteY46" fmla="*/ 1644184 h 1650046"/>
              <a:gd name="connsiteX47" fmla="*/ 1140908 w 1424802"/>
              <a:gd name="connsiteY47" fmla="*/ 1650046 h 1650046"/>
              <a:gd name="connsiteX48" fmla="*/ 900585 w 1424802"/>
              <a:gd name="connsiteY48" fmla="*/ 1644184 h 1650046"/>
              <a:gd name="connsiteX49" fmla="*/ 883001 w 1424802"/>
              <a:gd name="connsiteY49" fmla="*/ 1638323 h 1650046"/>
              <a:gd name="connsiteX50" fmla="*/ 800939 w 1424802"/>
              <a:gd name="connsiteY50" fmla="*/ 1632461 h 1650046"/>
              <a:gd name="connsiteX51" fmla="*/ 630955 w 1424802"/>
              <a:gd name="connsiteY51" fmla="*/ 1626600 h 1650046"/>
              <a:gd name="connsiteX52" fmla="*/ 572339 w 1424802"/>
              <a:gd name="connsiteY52" fmla="*/ 1620738 h 1650046"/>
              <a:gd name="connsiteX53" fmla="*/ 476812 w 1424802"/>
              <a:gd name="connsiteY53" fmla="*/ 1626600 h 1650046"/>
              <a:gd name="connsiteX54" fmla="*/ 155426 w 1424802"/>
              <a:gd name="connsiteY54" fmla="*/ 1597292 h 1650046"/>
              <a:gd name="connsiteX55" fmla="*/ 83418 w 1424802"/>
              <a:gd name="connsiteY55" fmla="*/ 1525284 h 1650046"/>
              <a:gd name="connsiteX56" fmla="*/ 50662 w 1424802"/>
              <a:gd name="connsiteY56" fmla="*/ 1474200 h 1650046"/>
              <a:gd name="connsiteX57" fmla="*/ 33078 w 1424802"/>
              <a:gd name="connsiteY57" fmla="*/ 1456615 h 1650046"/>
              <a:gd name="connsiteX58" fmla="*/ 21355 w 1424802"/>
              <a:gd name="connsiteY58" fmla="*/ 1415584 h 1650046"/>
              <a:gd name="connsiteX59" fmla="*/ 9632 w 1424802"/>
              <a:gd name="connsiteY59" fmla="*/ 1368692 h 1650046"/>
              <a:gd name="connsiteX60" fmla="*/ 9632 w 1424802"/>
              <a:gd name="connsiteY60" fmla="*/ 1169400 h 1650046"/>
              <a:gd name="connsiteX61" fmla="*/ 15493 w 1424802"/>
              <a:gd name="connsiteY61" fmla="*/ 1151815 h 1650046"/>
              <a:gd name="connsiteX62" fmla="*/ 21355 w 1424802"/>
              <a:gd name="connsiteY62" fmla="*/ 1099061 h 1650046"/>
              <a:gd name="connsiteX63" fmla="*/ 27216 w 1424802"/>
              <a:gd name="connsiteY63" fmla="*/ 1081477 h 1650046"/>
              <a:gd name="connsiteX64" fmla="*/ 33078 w 1424802"/>
              <a:gd name="connsiteY64" fmla="*/ 1046307 h 1650046"/>
              <a:gd name="connsiteX65" fmla="*/ 50662 w 1424802"/>
              <a:gd name="connsiteY65" fmla="*/ 1005277 h 1650046"/>
              <a:gd name="connsiteX66" fmla="*/ 62385 w 1424802"/>
              <a:gd name="connsiteY66" fmla="*/ 964246 h 1650046"/>
              <a:gd name="connsiteX67" fmla="*/ 74108 w 1424802"/>
              <a:gd name="connsiteY67" fmla="*/ 940800 h 1650046"/>
              <a:gd name="connsiteX68" fmla="*/ 85832 w 1424802"/>
              <a:gd name="connsiteY68" fmla="*/ 899769 h 1650046"/>
              <a:gd name="connsiteX69" fmla="*/ 91693 w 1424802"/>
              <a:gd name="connsiteY69" fmla="*/ 882184 h 1650046"/>
              <a:gd name="connsiteX70" fmla="*/ 97555 w 1424802"/>
              <a:gd name="connsiteY70" fmla="*/ 852877 h 1650046"/>
              <a:gd name="connsiteX71" fmla="*/ 103416 w 1424802"/>
              <a:gd name="connsiteY71" fmla="*/ 835292 h 1650046"/>
              <a:gd name="connsiteX72" fmla="*/ 102366 w 1424802"/>
              <a:gd name="connsiteY72" fmla="*/ 772661 h 1650046"/>
              <a:gd name="connsiteX73" fmla="*/ 83418 w 1424802"/>
              <a:gd name="connsiteY73" fmla="*/ 661188 h 1650046"/>
              <a:gd name="connsiteX74" fmla="*/ 34270 w 1424802"/>
              <a:gd name="connsiteY74"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57785 w 1424802"/>
              <a:gd name="connsiteY35" fmla="*/ 987692 h 1650046"/>
              <a:gd name="connsiteX36" fmla="*/ 1307706 w 1424802"/>
              <a:gd name="connsiteY36" fmla="*/ 1093461 h 1650046"/>
              <a:gd name="connsiteX37" fmla="*/ 1353869 w 1424802"/>
              <a:gd name="connsiteY37" fmla="*/ 1173135 h 1650046"/>
              <a:gd name="connsiteX38" fmla="*/ 1379755 w 1424802"/>
              <a:gd name="connsiteY38" fmla="*/ 1237514 h 1650046"/>
              <a:gd name="connsiteX39" fmla="*/ 1410539 w 1424802"/>
              <a:gd name="connsiteY39" fmla="*/ 1351107 h 1650046"/>
              <a:gd name="connsiteX40" fmla="*/ 1404287 w 1424802"/>
              <a:gd name="connsiteY40" fmla="*/ 1474733 h 1650046"/>
              <a:gd name="connsiteX41" fmla="*/ 1287447 w 1424802"/>
              <a:gd name="connsiteY41" fmla="*/ 1609015 h 1650046"/>
              <a:gd name="connsiteX42" fmla="*/ 1269862 w 1424802"/>
              <a:gd name="connsiteY42" fmla="*/ 1620738 h 1650046"/>
              <a:gd name="connsiteX43" fmla="*/ 1234693 w 1424802"/>
              <a:gd name="connsiteY43" fmla="*/ 1632461 h 1650046"/>
              <a:gd name="connsiteX44" fmla="*/ 1217108 w 1424802"/>
              <a:gd name="connsiteY44" fmla="*/ 1638323 h 1650046"/>
              <a:gd name="connsiteX45" fmla="*/ 1176078 w 1424802"/>
              <a:gd name="connsiteY45" fmla="*/ 1644184 h 1650046"/>
              <a:gd name="connsiteX46" fmla="*/ 1140908 w 1424802"/>
              <a:gd name="connsiteY46" fmla="*/ 1650046 h 1650046"/>
              <a:gd name="connsiteX47" fmla="*/ 900585 w 1424802"/>
              <a:gd name="connsiteY47" fmla="*/ 1644184 h 1650046"/>
              <a:gd name="connsiteX48" fmla="*/ 883001 w 1424802"/>
              <a:gd name="connsiteY48" fmla="*/ 1638323 h 1650046"/>
              <a:gd name="connsiteX49" fmla="*/ 800939 w 1424802"/>
              <a:gd name="connsiteY49" fmla="*/ 1632461 h 1650046"/>
              <a:gd name="connsiteX50" fmla="*/ 630955 w 1424802"/>
              <a:gd name="connsiteY50" fmla="*/ 1626600 h 1650046"/>
              <a:gd name="connsiteX51" fmla="*/ 572339 w 1424802"/>
              <a:gd name="connsiteY51" fmla="*/ 1620738 h 1650046"/>
              <a:gd name="connsiteX52" fmla="*/ 476812 w 1424802"/>
              <a:gd name="connsiteY52" fmla="*/ 1626600 h 1650046"/>
              <a:gd name="connsiteX53" fmla="*/ 155426 w 1424802"/>
              <a:gd name="connsiteY53" fmla="*/ 1597292 h 1650046"/>
              <a:gd name="connsiteX54" fmla="*/ 83418 w 1424802"/>
              <a:gd name="connsiteY54" fmla="*/ 1525284 h 1650046"/>
              <a:gd name="connsiteX55" fmla="*/ 50662 w 1424802"/>
              <a:gd name="connsiteY55" fmla="*/ 1474200 h 1650046"/>
              <a:gd name="connsiteX56" fmla="*/ 33078 w 1424802"/>
              <a:gd name="connsiteY56" fmla="*/ 1456615 h 1650046"/>
              <a:gd name="connsiteX57" fmla="*/ 21355 w 1424802"/>
              <a:gd name="connsiteY57" fmla="*/ 1415584 h 1650046"/>
              <a:gd name="connsiteX58" fmla="*/ 9632 w 1424802"/>
              <a:gd name="connsiteY58" fmla="*/ 1368692 h 1650046"/>
              <a:gd name="connsiteX59" fmla="*/ 9632 w 1424802"/>
              <a:gd name="connsiteY59" fmla="*/ 1169400 h 1650046"/>
              <a:gd name="connsiteX60" fmla="*/ 15493 w 1424802"/>
              <a:gd name="connsiteY60" fmla="*/ 1151815 h 1650046"/>
              <a:gd name="connsiteX61" fmla="*/ 21355 w 1424802"/>
              <a:gd name="connsiteY61" fmla="*/ 1099061 h 1650046"/>
              <a:gd name="connsiteX62" fmla="*/ 27216 w 1424802"/>
              <a:gd name="connsiteY62" fmla="*/ 1081477 h 1650046"/>
              <a:gd name="connsiteX63" fmla="*/ 33078 w 1424802"/>
              <a:gd name="connsiteY63" fmla="*/ 1046307 h 1650046"/>
              <a:gd name="connsiteX64" fmla="*/ 50662 w 1424802"/>
              <a:gd name="connsiteY64" fmla="*/ 1005277 h 1650046"/>
              <a:gd name="connsiteX65" fmla="*/ 62385 w 1424802"/>
              <a:gd name="connsiteY65" fmla="*/ 964246 h 1650046"/>
              <a:gd name="connsiteX66" fmla="*/ 74108 w 1424802"/>
              <a:gd name="connsiteY66" fmla="*/ 940800 h 1650046"/>
              <a:gd name="connsiteX67" fmla="*/ 85832 w 1424802"/>
              <a:gd name="connsiteY67" fmla="*/ 899769 h 1650046"/>
              <a:gd name="connsiteX68" fmla="*/ 91693 w 1424802"/>
              <a:gd name="connsiteY68" fmla="*/ 882184 h 1650046"/>
              <a:gd name="connsiteX69" fmla="*/ 97555 w 1424802"/>
              <a:gd name="connsiteY69" fmla="*/ 852877 h 1650046"/>
              <a:gd name="connsiteX70" fmla="*/ 103416 w 1424802"/>
              <a:gd name="connsiteY70" fmla="*/ 835292 h 1650046"/>
              <a:gd name="connsiteX71" fmla="*/ 102366 w 1424802"/>
              <a:gd name="connsiteY71" fmla="*/ 772661 h 1650046"/>
              <a:gd name="connsiteX72" fmla="*/ 83418 w 1424802"/>
              <a:gd name="connsiteY72" fmla="*/ 661188 h 1650046"/>
              <a:gd name="connsiteX73" fmla="*/ 34270 w 1424802"/>
              <a:gd name="connsiteY73"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40201 w 1424802"/>
              <a:gd name="connsiteY33" fmla="*/ 946661 h 1650046"/>
              <a:gd name="connsiteX34" fmla="*/ 1351924 w 1424802"/>
              <a:gd name="connsiteY34" fmla="*/ 970107 h 1650046"/>
              <a:gd name="connsiteX35" fmla="*/ 1307706 w 1424802"/>
              <a:gd name="connsiteY35" fmla="*/ 1093461 h 1650046"/>
              <a:gd name="connsiteX36" fmla="*/ 1353869 w 1424802"/>
              <a:gd name="connsiteY36" fmla="*/ 1173135 h 1650046"/>
              <a:gd name="connsiteX37" fmla="*/ 1379755 w 1424802"/>
              <a:gd name="connsiteY37" fmla="*/ 1237514 h 1650046"/>
              <a:gd name="connsiteX38" fmla="*/ 1410539 w 1424802"/>
              <a:gd name="connsiteY38" fmla="*/ 1351107 h 1650046"/>
              <a:gd name="connsiteX39" fmla="*/ 1404287 w 1424802"/>
              <a:gd name="connsiteY39" fmla="*/ 1474733 h 1650046"/>
              <a:gd name="connsiteX40" fmla="*/ 1287447 w 1424802"/>
              <a:gd name="connsiteY40" fmla="*/ 1609015 h 1650046"/>
              <a:gd name="connsiteX41" fmla="*/ 1269862 w 1424802"/>
              <a:gd name="connsiteY41" fmla="*/ 1620738 h 1650046"/>
              <a:gd name="connsiteX42" fmla="*/ 1234693 w 1424802"/>
              <a:gd name="connsiteY42" fmla="*/ 1632461 h 1650046"/>
              <a:gd name="connsiteX43" fmla="*/ 1217108 w 1424802"/>
              <a:gd name="connsiteY43" fmla="*/ 1638323 h 1650046"/>
              <a:gd name="connsiteX44" fmla="*/ 1176078 w 1424802"/>
              <a:gd name="connsiteY44" fmla="*/ 1644184 h 1650046"/>
              <a:gd name="connsiteX45" fmla="*/ 1140908 w 1424802"/>
              <a:gd name="connsiteY45" fmla="*/ 1650046 h 1650046"/>
              <a:gd name="connsiteX46" fmla="*/ 900585 w 1424802"/>
              <a:gd name="connsiteY46" fmla="*/ 1644184 h 1650046"/>
              <a:gd name="connsiteX47" fmla="*/ 883001 w 1424802"/>
              <a:gd name="connsiteY47" fmla="*/ 1638323 h 1650046"/>
              <a:gd name="connsiteX48" fmla="*/ 800939 w 1424802"/>
              <a:gd name="connsiteY48" fmla="*/ 1632461 h 1650046"/>
              <a:gd name="connsiteX49" fmla="*/ 630955 w 1424802"/>
              <a:gd name="connsiteY49" fmla="*/ 1626600 h 1650046"/>
              <a:gd name="connsiteX50" fmla="*/ 572339 w 1424802"/>
              <a:gd name="connsiteY50" fmla="*/ 1620738 h 1650046"/>
              <a:gd name="connsiteX51" fmla="*/ 476812 w 1424802"/>
              <a:gd name="connsiteY51" fmla="*/ 1626600 h 1650046"/>
              <a:gd name="connsiteX52" fmla="*/ 155426 w 1424802"/>
              <a:gd name="connsiteY52" fmla="*/ 1597292 h 1650046"/>
              <a:gd name="connsiteX53" fmla="*/ 83418 w 1424802"/>
              <a:gd name="connsiteY53" fmla="*/ 1525284 h 1650046"/>
              <a:gd name="connsiteX54" fmla="*/ 50662 w 1424802"/>
              <a:gd name="connsiteY54" fmla="*/ 1474200 h 1650046"/>
              <a:gd name="connsiteX55" fmla="*/ 33078 w 1424802"/>
              <a:gd name="connsiteY55" fmla="*/ 1456615 h 1650046"/>
              <a:gd name="connsiteX56" fmla="*/ 21355 w 1424802"/>
              <a:gd name="connsiteY56" fmla="*/ 1415584 h 1650046"/>
              <a:gd name="connsiteX57" fmla="*/ 9632 w 1424802"/>
              <a:gd name="connsiteY57" fmla="*/ 1368692 h 1650046"/>
              <a:gd name="connsiteX58" fmla="*/ 9632 w 1424802"/>
              <a:gd name="connsiteY58" fmla="*/ 1169400 h 1650046"/>
              <a:gd name="connsiteX59" fmla="*/ 15493 w 1424802"/>
              <a:gd name="connsiteY59" fmla="*/ 1151815 h 1650046"/>
              <a:gd name="connsiteX60" fmla="*/ 21355 w 1424802"/>
              <a:gd name="connsiteY60" fmla="*/ 1099061 h 1650046"/>
              <a:gd name="connsiteX61" fmla="*/ 27216 w 1424802"/>
              <a:gd name="connsiteY61" fmla="*/ 1081477 h 1650046"/>
              <a:gd name="connsiteX62" fmla="*/ 33078 w 1424802"/>
              <a:gd name="connsiteY62" fmla="*/ 1046307 h 1650046"/>
              <a:gd name="connsiteX63" fmla="*/ 50662 w 1424802"/>
              <a:gd name="connsiteY63" fmla="*/ 1005277 h 1650046"/>
              <a:gd name="connsiteX64" fmla="*/ 62385 w 1424802"/>
              <a:gd name="connsiteY64" fmla="*/ 964246 h 1650046"/>
              <a:gd name="connsiteX65" fmla="*/ 74108 w 1424802"/>
              <a:gd name="connsiteY65" fmla="*/ 940800 h 1650046"/>
              <a:gd name="connsiteX66" fmla="*/ 85832 w 1424802"/>
              <a:gd name="connsiteY66" fmla="*/ 899769 h 1650046"/>
              <a:gd name="connsiteX67" fmla="*/ 91693 w 1424802"/>
              <a:gd name="connsiteY67" fmla="*/ 882184 h 1650046"/>
              <a:gd name="connsiteX68" fmla="*/ 97555 w 1424802"/>
              <a:gd name="connsiteY68" fmla="*/ 852877 h 1650046"/>
              <a:gd name="connsiteX69" fmla="*/ 103416 w 1424802"/>
              <a:gd name="connsiteY69" fmla="*/ 835292 h 1650046"/>
              <a:gd name="connsiteX70" fmla="*/ 102366 w 1424802"/>
              <a:gd name="connsiteY70" fmla="*/ 772661 h 1650046"/>
              <a:gd name="connsiteX71" fmla="*/ 83418 w 1424802"/>
              <a:gd name="connsiteY71" fmla="*/ 661188 h 1650046"/>
              <a:gd name="connsiteX72" fmla="*/ 34270 w 1424802"/>
              <a:gd name="connsiteY72"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51924 w 1424802"/>
              <a:gd name="connsiteY33" fmla="*/ 970107 h 1650046"/>
              <a:gd name="connsiteX34" fmla="*/ 1307706 w 1424802"/>
              <a:gd name="connsiteY34" fmla="*/ 1093461 h 1650046"/>
              <a:gd name="connsiteX35" fmla="*/ 1353869 w 1424802"/>
              <a:gd name="connsiteY35" fmla="*/ 1173135 h 1650046"/>
              <a:gd name="connsiteX36" fmla="*/ 1379755 w 1424802"/>
              <a:gd name="connsiteY36" fmla="*/ 1237514 h 1650046"/>
              <a:gd name="connsiteX37" fmla="*/ 1410539 w 1424802"/>
              <a:gd name="connsiteY37" fmla="*/ 1351107 h 1650046"/>
              <a:gd name="connsiteX38" fmla="*/ 1404287 w 1424802"/>
              <a:gd name="connsiteY38" fmla="*/ 1474733 h 1650046"/>
              <a:gd name="connsiteX39" fmla="*/ 1287447 w 1424802"/>
              <a:gd name="connsiteY39" fmla="*/ 1609015 h 1650046"/>
              <a:gd name="connsiteX40" fmla="*/ 1269862 w 1424802"/>
              <a:gd name="connsiteY40" fmla="*/ 1620738 h 1650046"/>
              <a:gd name="connsiteX41" fmla="*/ 1234693 w 1424802"/>
              <a:gd name="connsiteY41" fmla="*/ 1632461 h 1650046"/>
              <a:gd name="connsiteX42" fmla="*/ 1217108 w 1424802"/>
              <a:gd name="connsiteY42" fmla="*/ 1638323 h 1650046"/>
              <a:gd name="connsiteX43" fmla="*/ 1176078 w 1424802"/>
              <a:gd name="connsiteY43" fmla="*/ 1644184 h 1650046"/>
              <a:gd name="connsiteX44" fmla="*/ 1140908 w 1424802"/>
              <a:gd name="connsiteY44" fmla="*/ 1650046 h 1650046"/>
              <a:gd name="connsiteX45" fmla="*/ 900585 w 1424802"/>
              <a:gd name="connsiteY45" fmla="*/ 1644184 h 1650046"/>
              <a:gd name="connsiteX46" fmla="*/ 883001 w 1424802"/>
              <a:gd name="connsiteY46" fmla="*/ 1638323 h 1650046"/>
              <a:gd name="connsiteX47" fmla="*/ 800939 w 1424802"/>
              <a:gd name="connsiteY47" fmla="*/ 1632461 h 1650046"/>
              <a:gd name="connsiteX48" fmla="*/ 630955 w 1424802"/>
              <a:gd name="connsiteY48" fmla="*/ 1626600 h 1650046"/>
              <a:gd name="connsiteX49" fmla="*/ 572339 w 1424802"/>
              <a:gd name="connsiteY49" fmla="*/ 1620738 h 1650046"/>
              <a:gd name="connsiteX50" fmla="*/ 476812 w 1424802"/>
              <a:gd name="connsiteY50" fmla="*/ 1626600 h 1650046"/>
              <a:gd name="connsiteX51" fmla="*/ 155426 w 1424802"/>
              <a:gd name="connsiteY51" fmla="*/ 1597292 h 1650046"/>
              <a:gd name="connsiteX52" fmla="*/ 83418 w 1424802"/>
              <a:gd name="connsiteY52" fmla="*/ 1525284 h 1650046"/>
              <a:gd name="connsiteX53" fmla="*/ 50662 w 1424802"/>
              <a:gd name="connsiteY53" fmla="*/ 1474200 h 1650046"/>
              <a:gd name="connsiteX54" fmla="*/ 33078 w 1424802"/>
              <a:gd name="connsiteY54" fmla="*/ 1456615 h 1650046"/>
              <a:gd name="connsiteX55" fmla="*/ 21355 w 1424802"/>
              <a:gd name="connsiteY55" fmla="*/ 1415584 h 1650046"/>
              <a:gd name="connsiteX56" fmla="*/ 9632 w 1424802"/>
              <a:gd name="connsiteY56" fmla="*/ 1368692 h 1650046"/>
              <a:gd name="connsiteX57" fmla="*/ 9632 w 1424802"/>
              <a:gd name="connsiteY57" fmla="*/ 1169400 h 1650046"/>
              <a:gd name="connsiteX58" fmla="*/ 15493 w 1424802"/>
              <a:gd name="connsiteY58" fmla="*/ 1151815 h 1650046"/>
              <a:gd name="connsiteX59" fmla="*/ 21355 w 1424802"/>
              <a:gd name="connsiteY59" fmla="*/ 1099061 h 1650046"/>
              <a:gd name="connsiteX60" fmla="*/ 27216 w 1424802"/>
              <a:gd name="connsiteY60" fmla="*/ 1081477 h 1650046"/>
              <a:gd name="connsiteX61" fmla="*/ 33078 w 1424802"/>
              <a:gd name="connsiteY61" fmla="*/ 1046307 h 1650046"/>
              <a:gd name="connsiteX62" fmla="*/ 50662 w 1424802"/>
              <a:gd name="connsiteY62" fmla="*/ 1005277 h 1650046"/>
              <a:gd name="connsiteX63" fmla="*/ 62385 w 1424802"/>
              <a:gd name="connsiteY63" fmla="*/ 964246 h 1650046"/>
              <a:gd name="connsiteX64" fmla="*/ 74108 w 1424802"/>
              <a:gd name="connsiteY64" fmla="*/ 940800 h 1650046"/>
              <a:gd name="connsiteX65" fmla="*/ 85832 w 1424802"/>
              <a:gd name="connsiteY65" fmla="*/ 899769 h 1650046"/>
              <a:gd name="connsiteX66" fmla="*/ 91693 w 1424802"/>
              <a:gd name="connsiteY66" fmla="*/ 882184 h 1650046"/>
              <a:gd name="connsiteX67" fmla="*/ 97555 w 1424802"/>
              <a:gd name="connsiteY67" fmla="*/ 852877 h 1650046"/>
              <a:gd name="connsiteX68" fmla="*/ 103416 w 1424802"/>
              <a:gd name="connsiteY68" fmla="*/ 835292 h 1650046"/>
              <a:gd name="connsiteX69" fmla="*/ 102366 w 1424802"/>
              <a:gd name="connsiteY69" fmla="*/ 772661 h 1650046"/>
              <a:gd name="connsiteX70" fmla="*/ 83418 w 1424802"/>
              <a:gd name="connsiteY70" fmla="*/ 661188 h 1650046"/>
              <a:gd name="connsiteX71" fmla="*/ 34270 w 1424802"/>
              <a:gd name="connsiteY71"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99170 w 1424802"/>
              <a:gd name="connsiteY31" fmla="*/ 888046 h 1650046"/>
              <a:gd name="connsiteX32" fmla="*/ 1235657 w 1424802"/>
              <a:gd name="connsiteY32" fmla="*/ 1021434 h 1650046"/>
              <a:gd name="connsiteX33" fmla="*/ 1307706 w 1424802"/>
              <a:gd name="connsiteY33" fmla="*/ 1093461 h 1650046"/>
              <a:gd name="connsiteX34" fmla="*/ 1353869 w 1424802"/>
              <a:gd name="connsiteY34" fmla="*/ 1173135 h 1650046"/>
              <a:gd name="connsiteX35" fmla="*/ 1379755 w 1424802"/>
              <a:gd name="connsiteY35" fmla="*/ 1237514 h 1650046"/>
              <a:gd name="connsiteX36" fmla="*/ 1410539 w 1424802"/>
              <a:gd name="connsiteY36" fmla="*/ 1351107 h 1650046"/>
              <a:gd name="connsiteX37" fmla="*/ 1404287 w 1424802"/>
              <a:gd name="connsiteY37" fmla="*/ 1474733 h 1650046"/>
              <a:gd name="connsiteX38" fmla="*/ 1287447 w 1424802"/>
              <a:gd name="connsiteY38" fmla="*/ 1609015 h 1650046"/>
              <a:gd name="connsiteX39" fmla="*/ 1269862 w 1424802"/>
              <a:gd name="connsiteY39" fmla="*/ 1620738 h 1650046"/>
              <a:gd name="connsiteX40" fmla="*/ 1234693 w 1424802"/>
              <a:gd name="connsiteY40" fmla="*/ 1632461 h 1650046"/>
              <a:gd name="connsiteX41" fmla="*/ 1217108 w 1424802"/>
              <a:gd name="connsiteY41" fmla="*/ 1638323 h 1650046"/>
              <a:gd name="connsiteX42" fmla="*/ 1176078 w 1424802"/>
              <a:gd name="connsiteY42" fmla="*/ 1644184 h 1650046"/>
              <a:gd name="connsiteX43" fmla="*/ 1140908 w 1424802"/>
              <a:gd name="connsiteY43" fmla="*/ 1650046 h 1650046"/>
              <a:gd name="connsiteX44" fmla="*/ 900585 w 1424802"/>
              <a:gd name="connsiteY44" fmla="*/ 1644184 h 1650046"/>
              <a:gd name="connsiteX45" fmla="*/ 883001 w 1424802"/>
              <a:gd name="connsiteY45" fmla="*/ 1638323 h 1650046"/>
              <a:gd name="connsiteX46" fmla="*/ 800939 w 1424802"/>
              <a:gd name="connsiteY46" fmla="*/ 1632461 h 1650046"/>
              <a:gd name="connsiteX47" fmla="*/ 630955 w 1424802"/>
              <a:gd name="connsiteY47" fmla="*/ 1626600 h 1650046"/>
              <a:gd name="connsiteX48" fmla="*/ 572339 w 1424802"/>
              <a:gd name="connsiteY48" fmla="*/ 1620738 h 1650046"/>
              <a:gd name="connsiteX49" fmla="*/ 476812 w 1424802"/>
              <a:gd name="connsiteY49" fmla="*/ 1626600 h 1650046"/>
              <a:gd name="connsiteX50" fmla="*/ 155426 w 1424802"/>
              <a:gd name="connsiteY50" fmla="*/ 1597292 h 1650046"/>
              <a:gd name="connsiteX51" fmla="*/ 83418 w 1424802"/>
              <a:gd name="connsiteY51" fmla="*/ 1525284 h 1650046"/>
              <a:gd name="connsiteX52" fmla="*/ 50662 w 1424802"/>
              <a:gd name="connsiteY52" fmla="*/ 1474200 h 1650046"/>
              <a:gd name="connsiteX53" fmla="*/ 33078 w 1424802"/>
              <a:gd name="connsiteY53" fmla="*/ 1456615 h 1650046"/>
              <a:gd name="connsiteX54" fmla="*/ 21355 w 1424802"/>
              <a:gd name="connsiteY54" fmla="*/ 1415584 h 1650046"/>
              <a:gd name="connsiteX55" fmla="*/ 9632 w 1424802"/>
              <a:gd name="connsiteY55" fmla="*/ 1368692 h 1650046"/>
              <a:gd name="connsiteX56" fmla="*/ 9632 w 1424802"/>
              <a:gd name="connsiteY56" fmla="*/ 1169400 h 1650046"/>
              <a:gd name="connsiteX57" fmla="*/ 15493 w 1424802"/>
              <a:gd name="connsiteY57" fmla="*/ 1151815 h 1650046"/>
              <a:gd name="connsiteX58" fmla="*/ 21355 w 1424802"/>
              <a:gd name="connsiteY58" fmla="*/ 1099061 h 1650046"/>
              <a:gd name="connsiteX59" fmla="*/ 27216 w 1424802"/>
              <a:gd name="connsiteY59" fmla="*/ 1081477 h 1650046"/>
              <a:gd name="connsiteX60" fmla="*/ 33078 w 1424802"/>
              <a:gd name="connsiteY60" fmla="*/ 1046307 h 1650046"/>
              <a:gd name="connsiteX61" fmla="*/ 50662 w 1424802"/>
              <a:gd name="connsiteY61" fmla="*/ 1005277 h 1650046"/>
              <a:gd name="connsiteX62" fmla="*/ 62385 w 1424802"/>
              <a:gd name="connsiteY62" fmla="*/ 964246 h 1650046"/>
              <a:gd name="connsiteX63" fmla="*/ 74108 w 1424802"/>
              <a:gd name="connsiteY63" fmla="*/ 940800 h 1650046"/>
              <a:gd name="connsiteX64" fmla="*/ 85832 w 1424802"/>
              <a:gd name="connsiteY64" fmla="*/ 899769 h 1650046"/>
              <a:gd name="connsiteX65" fmla="*/ 91693 w 1424802"/>
              <a:gd name="connsiteY65" fmla="*/ 882184 h 1650046"/>
              <a:gd name="connsiteX66" fmla="*/ 97555 w 1424802"/>
              <a:gd name="connsiteY66" fmla="*/ 852877 h 1650046"/>
              <a:gd name="connsiteX67" fmla="*/ 103416 w 1424802"/>
              <a:gd name="connsiteY67" fmla="*/ 835292 h 1650046"/>
              <a:gd name="connsiteX68" fmla="*/ 102366 w 1424802"/>
              <a:gd name="connsiteY68" fmla="*/ 772661 h 1650046"/>
              <a:gd name="connsiteX69" fmla="*/ 83418 w 1424802"/>
              <a:gd name="connsiteY69" fmla="*/ 661188 h 1650046"/>
              <a:gd name="connsiteX70" fmla="*/ 34270 w 1424802"/>
              <a:gd name="connsiteY70"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87447 w 1424802"/>
              <a:gd name="connsiteY30" fmla="*/ 864600 h 1650046"/>
              <a:gd name="connsiteX31" fmla="*/ 1235657 w 1424802"/>
              <a:gd name="connsiteY31" fmla="*/ 1021434 h 1650046"/>
              <a:gd name="connsiteX32" fmla="*/ 1307706 w 1424802"/>
              <a:gd name="connsiteY32" fmla="*/ 1093461 h 1650046"/>
              <a:gd name="connsiteX33" fmla="*/ 1353869 w 1424802"/>
              <a:gd name="connsiteY33" fmla="*/ 1173135 h 1650046"/>
              <a:gd name="connsiteX34" fmla="*/ 1379755 w 1424802"/>
              <a:gd name="connsiteY34" fmla="*/ 1237514 h 1650046"/>
              <a:gd name="connsiteX35" fmla="*/ 1410539 w 1424802"/>
              <a:gd name="connsiteY35" fmla="*/ 1351107 h 1650046"/>
              <a:gd name="connsiteX36" fmla="*/ 1404287 w 1424802"/>
              <a:gd name="connsiteY36" fmla="*/ 1474733 h 1650046"/>
              <a:gd name="connsiteX37" fmla="*/ 1287447 w 1424802"/>
              <a:gd name="connsiteY37" fmla="*/ 1609015 h 1650046"/>
              <a:gd name="connsiteX38" fmla="*/ 1269862 w 1424802"/>
              <a:gd name="connsiteY38" fmla="*/ 1620738 h 1650046"/>
              <a:gd name="connsiteX39" fmla="*/ 1234693 w 1424802"/>
              <a:gd name="connsiteY39" fmla="*/ 1632461 h 1650046"/>
              <a:gd name="connsiteX40" fmla="*/ 1217108 w 1424802"/>
              <a:gd name="connsiteY40" fmla="*/ 1638323 h 1650046"/>
              <a:gd name="connsiteX41" fmla="*/ 1176078 w 1424802"/>
              <a:gd name="connsiteY41" fmla="*/ 1644184 h 1650046"/>
              <a:gd name="connsiteX42" fmla="*/ 1140908 w 1424802"/>
              <a:gd name="connsiteY42" fmla="*/ 1650046 h 1650046"/>
              <a:gd name="connsiteX43" fmla="*/ 900585 w 1424802"/>
              <a:gd name="connsiteY43" fmla="*/ 1644184 h 1650046"/>
              <a:gd name="connsiteX44" fmla="*/ 883001 w 1424802"/>
              <a:gd name="connsiteY44" fmla="*/ 1638323 h 1650046"/>
              <a:gd name="connsiteX45" fmla="*/ 800939 w 1424802"/>
              <a:gd name="connsiteY45" fmla="*/ 1632461 h 1650046"/>
              <a:gd name="connsiteX46" fmla="*/ 630955 w 1424802"/>
              <a:gd name="connsiteY46" fmla="*/ 1626600 h 1650046"/>
              <a:gd name="connsiteX47" fmla="*/ 572339 w 1424802"/>
              <a:gd name="connsiteY47" fmla="*/ 1620738 h 1650046"/>
              <a:gd name="connsiteX48" fmla="*/ 476812 w 1424802"/>
              <a:gd name="connsiteY48" fmla="*/ 1626600 h 1650046"/>
              <a:gd name="connsiteX49" fmla="*/ 155426 w 1424802"/>
              <a:gd name="connsiteY49" fmla="*/ 1597292 h 1650046"/>
              <a:gd name="connsiteX50" fmla="*/ 83418 w 1424802"/>
              <a:gd name="connsiteY50" fmla="*/ 1525284 h 1650046"/>
              <a:gd name="connsiteX51" fmla="*/ 50662 w 1424802"/>
              <a:gd name="connsiteY51" fmla="*/ 1474200 h 1650046"/>
              <a:gd name="connsiteX52" fmla="*/ 33078 w 1424802"/>
              <a:gd name="connsiteY52" fmla="*/ 1456615 h 1650046"/>
              <a:gd name="connsiteX53" fmla="*/ 21355 w 1424802"/>
              <a:gd name="connsiteY53" fmla="*/ 1415584 h 1650046"/>
              <a:gd name="connsiteX54" fmla="*/ 9632 w 1424802"/>
              <a:gd name="connsiteY54" fmla="*/ 1368692 h 1650046"/>
              <a:gd name="connsiteX55" fmla="*/ 9632 w 1424802"/>
              <a:gd name="connsiteY55" fmla="*/ 1169400 h 1650046"/>
              <a:gd name="connsiteX56" fmla="*/ 15493 w 1424802"/>
              <a:gd name="connsiteY56" fmla="*/ 1151815 h 1650046"/>
              <a:gd name="connsiteX57" fmla="*/ 21355 w 1424802"/>
              <a:gd name="connsiteY57" fmla="*/ 1099061 h 1650046"/>
              <a:gd name="connsiteX58" fmla="*/ 27216 w 1424802"/>
              <a:gd name="connsiteY58" fmla="*/ 1081477 h 1650046"/>
              <a:gd name="connsiteX59" fmla="*/ 33078 w 1424802"/>
              <a:gd name="connsiteY59" fmla="*/ 1046307 h 1650046"/>
              <a:gd name="connsiteX60" fmla="*/ 50662 w 1424802"/>
              <a:gd name="connsiteY60" fmla="*/ 1005277 h 1650046"/>
              <a:gd name="connsiteX61" fmla="*/ 62385 w 1424802"/>
              <a:gd name="connsiteY61" fmla="*/ 964246 h 1650046"/>
              <a:gd name="connsiteX62" fmla="*/ 74108 w 1424802"/>
              <a:gd name="connsiteY62" fmla="*/ 940800 h 1650046"/>
              <a:gd name="connsiteX63" fmla="*/ 85832 w 1424802"/>
              <a:gd name="connsiteY63" fmla="*/ 899769 h 1650046"/>
              <a:gd name="connsiteX64" fmla="*/ 91693 w 1424802"/>
              <a:gd name="connsiteY64" fmla="*/ 882184 h 1650046"/>
              <a:gd name="connsiteX65" fmla="*/ 97555 w 1424802"/>
              <a:gd name="connsiteY65" fmla="*/ 852877 h 1650046"/>
              <a:gd name="connsiteX66" fmla="*/ 103416 w 1424802"/>
              <a:gd name="connsiteY66" fmla="*/ 835292 h 1650046"/>
              <a:gd name="connsiteX67" fmla="*/ 102366 w 1424802"/>
              <a:gd name="connsiteY67" fmla="*/ 772661 h 1650046"/>
              <a:gd name="connsiteX68" fmla="*/ 83418 w 1424802"/>
              <a:gd name="connsiteY68" fmla="*/ 661188 h 1650046"/>
              <a:gd name="connsiteX69" fmla="*/ 34270 w 1424802"/>
              <a:gd name="connsiteY6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69862 w 1424802"/>
              <a:gd name="connsiteY29" fmla="*/ 835292 h 1650046"/>
              <a:gd name="connsiteX30" fmla="*/ 1235657 w 1424802"/>
              <a:gd name="connsiteY30" fmla="*/ 1021434 h 1650046"/>
              <a:gd name="connsiteX31" fmla="*/ 1307706 w 1424802"/>
              <a:gd name="connsiteY31" fmla="*/ 1093461 h 1650046"/>
              <a:gd name="connsiteX32" fmla="*/ 1353869 w 1424802"/>
              <a:gd name="connsiteY32" fmla="*/ 1173135 h 1650046"/>
              <a:gd name="connsiteX33" fmla="*/ 1379755 w 1424802"/>
              <a:gd name="connsiteY33" fmla="*/ 1237514 h 1650046"/>
              <a:gd name="connsiteX34" fmla="*/ 1410539 w 1424802"/>
              <a:gd name="connsiteY34" fmla="*/ 1351107 h 1650046"/>
              <a:gd name="connsiteX35" fmla="*/ 1404287 w 1424802"/>
              <a:gd name="connsiteY35" fmla="*/ 1474733 h 1650046"/>
              <a:gd name="connsiteX36" fmla="*/ 1287447 w 1424802"/>
              <a:gd name="connsiteY36" fmla="*/ 1609015 h 1650046"/>
              <a:gd name="connsiteX37" fmla="*/ 1269862 w 1424802"/>
              <a:gd name="connsiteY37" fmla="*/ 1620738 h 1650046"/>
              <a:gd name="connsiteX38" fmla="*/ 1234693 w 1424802"/>
              <a:gd name="connsiteY38" fmla="*/ 1632461 h 1650046"/>
              <a:gd name="connsiteX39" fmla="*/ 1217108 w 1424802"/>
              <a:gd name="connsiteY39" fmla="*/ 1638323 h 1650046"/>
              <a:gd name="connsiteX40" fmla="*/ 1176078 w 1424802"/>
              <a:gd name="connsiteY40" fmla="*/ 1644184 h 1650046"/>
              <a:gd name="connsiteX41" fmla="*/ 1140908 w 1424802"/>
              <a:gd name="connsiteY41" fmla="*/ 1650046 h 1650046"/>
              <a:gd name="connsiteX42" fmla="*/ 900585 w 1424802"/>
              <a:gd name="connsiteY42" fmla="*/ 1644184 h 1650046"/>
              <a:gd name="connsiteX43" fmla="*/ 883001 w 1424802"/>
              <a:gd name="connsiteY43" fmla="*/ 1638323 h 1650046"/>
              <a:gd name="connsiteX44" fmla="*/ 800939 w 1424802"/>
              <a:gd name="connsiteY44" fmla="*/ 1632461 h 1650046"/>
              <a:gd name="connsiteX45" fmla="*/ 630955 w 1424802"/>
              <a:gd name="connsiteY45" fmla="*/ 1626600 h 1650046"/>
              <a:gd name="connsiteX46" fmla="*/ 572339 w 1424802"/>
              <a:gd name="connsiteY46" fmla="*/ 1620738 h 1650046"/>
              <a:gd name="connsiteX47" fmla="*/ 476812 w 1424802"/>
              <a:gd name="connsiteY47" fmla="*/ 1626600 h 1650046"/>
              <a:gd name="connsiteX48" fmla="*/ 155426 w 1424802"/>
              <a:gd name="connsiteY48" fmla="*/ 1597292 h 1650046"/>
              <a:gd name="connsiteX49" fmla="*/ 83418 w 1424802"/>
              <a:gd name="connsiteY49" fmla="*/ 1525284 h 1650046"/>
              <a:gd name="connsiteX50" fmla="*/ 50662 w 1424802"/>
              <a:gd name="connsiteY50" fmla="*/ 1474200 h 1650046"/>
              <a:gd name="connsiteX51" fmla="*/ 33078 w 1424802"/>
              <a:gd name="connsiteY51" fmla="*/ 1456615 h 1650046"/>
              <a:gd name="connsiteX52" fmla="*/ 21355 w 1424802"/>
              <a:gd name="connsiteY52" fmla="*/ 1415584 h 1650046"/>
              <a:gd name="connsiteX53" fmla="*/ 9632 w 1424802"/>
              <a:gd name="connsiteY53" fmla="*/ 1368692 h 1650046"/>
              <a:gd name="connsiteX54" fmla="*/ 9632 w 1424802"/>
              <a:gd name="connsiteY54" fmla="*/ 1169400 h 1650046"/>
              <a:gd name="connsiteX55" fmla="*/ 15493 w 1424802"/>
              <a:gd name="connsiteY55" fmla="*/ 1151815 h 1650046"/>
              <a:gd name="connsiteX56" fmla="*/ 21355 w 1424802"/>
              <a:gd name="connsiteY56" fmla="*/ 1099061 h 1650046"/>
              <a:gd name="connsiteX57" fmla="*/ 27216 w 1424802"/>
              <a:gd name="connsiteY57" fmla="*/ 1081477 h 1650046"/>
              <a:gd name="connsiteX58" fmla="*/ 33078 w 1424802"/>
              <a:gd name="connsiteY58" fmla="*/ 1046307 h 1650046"/>
              <a:gd name="connsiteX59" fmla="*/ 50662 w 1424802"/>
              <a:gd name="connsiteY59" fmla="*/ 1005277 h 1650046"/>
              <a:gd name="connsiteX60" fmla="*/ 62385 w 1424802"/>
              <a:gd name="connsiteY60" fmla="*/ 964246 h 1650046"/>
              <a:gd name="connsiteX61" fmla="*/ 74108 w 1424802"/>
              <a:gd name="connsiteY61" fmla="*/ 940800 h 1650046"/>
              <a:gd name="connsiteX62" fmla="*/ 85832 w 1424802"/>
              <a:gd name="connsiteY62" fmla="*/ 899769 h 1650046"/>
              <a:gd name="connsiteX63" fmla="*/ 91693 w 1424802"/>
              <a:gd name="connsiteY63" fmla="*/ 882184 h 1650046"/>
              <a:gd name="connsiteX64" fmla="*/ 97555 w 1424802"/>
              <a:gd name="connsiteY64" fmla="*/ 852877 h 1650046"/>
              <a:gd name="connsiteX65" fmla="*/ 103416 w 1424802"/>
              <a:gd name="connsiteY65" fmla="*/ 835292 h 1650046"/>
              <a:gd name="connsiteX66" fmla="*/ 102366 w 1424802"/>
              <a:gd name="connsiteY66" fmla="*/ 772661 h 1650046"/>
              <a:gd name="connsiteX67" fmla="*/ 83418 w 1424802"/>
              <a:gd name="connsiteY67" fmla="*/ 661188 h 1650046"/>
              <a:gd name="connsiteX68" fmla="*/ 34270 w 1424802"/>
              <a:gd name="connsiteY6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64001 w 1424802"/>
              <a:gd name="connsiteY28" fmla="*/ 817707 h 1650046"/>
              <a:gd name="connsiteX29" fmla="*/ 1235657 w 1424802"/>
              <a:gd name="connsiteY29" fmla="*/ 1021434 h 1650046"/>
              <a:gd name="connsiteX30" fmla="*/ 1307706 w 1424802"/>
              <a:gd name="connsiteY30" fmla="*/ 1093461 h 1650046"/>
              <a:gd name="connsiteX31" fmla="*/ 1353869 w 1424802"/>
              <a:gd name="connsiteY31" fmla="*/ 1173135 h 1650046"/>
              <a:gd name="connsiteX32" fmla="*/ 1379755 w 1424802"/>
              <a:gd name="connsiteY32" fmla="*/ 1237514 h 1650046"/>
              <a:gd name="connsiteX33" fmla="*/ 1410539 w 1424802"/>
              <a:gd name="connsiteY33" fmla="*/ 1351107 h 1650046"/>
              <a:gd name="connsiteX34" fmla="*/ 1404287 w 1424802"/>
              <a:gd name="connsiteY34" fmla="*/ 1474733 h 1650046"/>
              <a:gd name="connsiteX35" fmla="*/ 1287447 w 1424802"/>
              <a:gd name="connsiteY35" fmla="*/ 1609015 h 1650046"/>
              <a:gd name="connsiteX36" fmla="*/ 1269862 w 1424802"/>
              <a:gd name="connsiteY36" fmla="*/ 1620738 h 1650046"/>
              <a:gd name="connsiteX37" fmla="*/ 1234693 w 1424802"/>
              <a:gd name="connsiteY37" fmla="*/ 1632461 h 1650046"/>
              <a:gd name="connsiteX38" fmla="*/ 1217108 w 1424802"/>
              <a:gd name="connsiteY38" fmla="*/ 1638323 h 1650046"/>
              <a:gd name="connsiteX39" fmla="*/ 1176078 w 1424802"/>
              <a:gd name="connsiteY39" fmla="*/ 1644184 h 1650046"/>
              <a:gd name="connsiteX40" fmla="*/ 1140908 w 1424802"/>
              <a:gd name="connsiteY40" fmla="*/ 1650046 h 1650046"/>
              <a:gd name="connsiteX41" fmla="*/ 900585 w 1424802"/>
              <a:gd name="connsiteY41" fmla="*/ 1644184 h 1650046"/>
              <a:gd name="connsiteX42" fmla="*/ 883001 w 1424802"/>
              <a:gd name="connsiteY42" fmla="*/ 1638323 h 1650046"/>
              <a:gd name="connsiteX43" fmla="*/ 800939 w 1424802"/>
              <a:gd name="connsiteY43" fmla="*/ 1632461 h 1650046"/>
              <a:gd name="connsiteX44" fmla="*/ 630955 w 1424802"/>
              <a:gd name="connsiteY44" fmla="*/ 1626600 h 1650046"/>
              <a:gd name="connsiteX45" fmla="*/ 572339 w 1424802"/>
              <a:gd name="connsiteY45" fmla="*/ 1620738 h 1650046"/>
              <a:gd name="connsiteX46" fmla="*/ 476812 w 1424802"/>
              <a:gd name="connsiteY46" fmla="*/ 1626600 h 1650046"/>
              <a:gd name="connsiteX47" fmla="*/ 155426 w 1424802"/>
              <a:gd name="connsiteY47" fmla="*/ 1597292 h 1650046"/>
              <a:gd name="connsiteX48" fmla="*/ 83418 w 1424802"/>
              <a:gd name="connsiteY48" fmla="*/ 1525284 h 1650046"/>
              <a:gd name="connsiteX49" fmla="*/ 50662 w 1424802"/>
              <a:gd name="connsiteY49" fmla="*/ 1474200 h 1650046"/>
              <a:gd name="connsiteX50" fmla="*/ 33078 w 1424802"/>
              <a:gd name="connsiteY50" fmla="*/ 1456615 h 1650046"/>
              <a:gd name="connsiteX51" fmla="*/ 21355 w 1424802"/>
              <a:gd name="connsiteY51" fmla="*/ 1415584 h 1650046"/>
              <a:gd name="connsiteX52" fmla="*/ 9632 w 1424802"/>
              <a:gd name="connsiteY52" fmla="*/ 1368692 h 1650046"/>
              <a:gd name="connsiteX53" fmla="*/ 9632 w 1424802"/>
              <a:gd name="connsiteY53" fmla="*/ 1169400 h 1650046"/>
              <a:gd name="connsiteX54" fmla="*/ 15493 w 1424802"/>
              <a:gd name="connsiteY54" fmla="*/ 1151815 h 1650046"/>
              <a:gd name="connsiteX55" fmla="*/ 21355 w 1424802"/>
              <a:gd name="connsiteY55" fmla="*/ 1099061 h 1650046"/>
              <a:gd name="connsiteX56" fmla="*/ 27216 w 1424802"/>
              <a:gd name="connsiteY56" fmla="*/ 1081477 h 1650046"/>
              <a:gd name="connsiteX57" fmla="*/ 33078 w 1424802"/>
              <a:gd name="connsiteY57" fmla="*/ 1046307 h 1650046"/>
              <a:gd name="connsiteX58" fmla="*/ 50662 w 1424802"/>
              <a:gd name="connsiteY58" fmla="*/ 1005277 h 1650046"/>
              <a:gd name="connsiteX59" fmla="*/ 62385 w 1424802"/>
              <a:gd name="connsiteY59" fmla="*/ 964246 h 1650046"/>
              <a:gd name="connsiteX60" fmla="*/ 74108 w 1424802"/>
              <a:gd name="connsiteY60" fmla="*/ 940800 h 1650046"/>
              <a:gd name="connsiteX61" fmla="*/ 85832 w 1424802"/>
              <a:gd name="connsiteY61" fmla="*/ 899769 h 1650046"/>
              <a:gd name="connsiteX62" fmla="*/ 91693 w 1424802"/>
              <a:gd name="connsiteY62" fmla="*/ 882184 h 1650046"/>
              <a:gd name="connsiteX63" fmla="*/ 97555 w 1424802"/>
              <a:gd name="connsiteY63" fmla="*/ 852877 h 1650046"/>
              <a:gd name="connsiteX64" fmla="*/ 103416 w 1424802"/>
              <a:gd name="connsiteY64" fmla="*/ 835292 h 1650046"/>
              <a:gd name="connsiteX65" fmla="*/ 102366 w 1424802"/>
              <a:gd name="connsiteY65" fmla="*/ 772661 h 1650046"/>
              <a:gd name="connsiteX66" fmla="*/ 83418 w 1424802"/>
              <a:gd name="connsiteY66" fmla="*/ 661188 h 1650046"/>
              <a:gd name="connsiteX67" fmla="*/ 34270 w 1424802"/>
              <a:gd name="connsiteY67"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211247 w 1424802"/>
              <a:gd name="connsiteY26" fmla="*/ 729784 h 1650046"/>
              <a:gd name="connsiteX27" fmla="*/ 1091559 w 1424802"/>
              <a:gd name="connsiteY27" fmla="*/ 805354 h 1650046"/>
              <a:gd name="connsiteX28" fmla="*/ 1235657 w 1424802"/>
              <a:gd name="connsiteY28" fmla="*/ 1021434 h 1650046"/>
              <a:gd name="connsiteX29" fmla="*/ 1307706 w 1424802"/>
              <a:gd name="connsiteY29" fmla="*/ 1093461 h 1650046"/>
              <a:gd name="connsiteX30" fmla="*/ 1353869 w 1424802"/>
              <a:gd name="connsiteY30" fmla="*/ 1173135 h 1650046"/>
              <a:gd name="connsiteX31" fmla="*/ 1379755 w 1424802"/>
              <a:gd name="connsiteY31" fmla="*/ 1237514 h 1650046"/>
              <a:gd name="connsiteX32" fmla="*/ 1410539 w 1424802"/>
              <a:gd name="connsiteY32" fmla="*/ 1351107 h 1650046"/>
              <a:gd name="connsiteX33" fmla="*/ 1404287 w 1424802"/>
              <a:gd name="connsiteY33" fmla="*/ 1474733 h 1650046"/>
              <a:gd name="connsiteX34" fmla="*/ 1287447 w 1424802"/>
              <a:gd name="connsiteY34" fmla="*/ 1609015 h 1650046"/>
              <a:gd name="connsiteX35" fmla="*/ 1269862 w 1424802"/>
              <a:gd name="connsiteY35" fmla="*/ 1620738 h 1650046"/>
              <a:gd name="connsiteX36" fmla="*/ 1234693 w 1424802"/>
              <a:gd name="connsiteY36" fmla="*/ 1632461 h 1650046"/>
              <a:gd name="connsiteX37" fmla="*/ 1217108 w 1424802"/>
              <a:gd name="connsiteY37" fmla="*/ 1638323 h 1650046"/>
              <a:gd name="connsiteX38" fmla="*/ 1176078 w 1424802"/>
              <a:gd name="connsiteY38" fmla="*/ 1644184 h 1650046"/>
              <a:gd name="connsiteX39" fmla="*/ 1140908 w 1424802"/>
              <a:gd name="connsiteY39" fmla="*/ 1650046 h 1650046"/>
              <a:gd name="connsiteX40" fmla="*/ 900585 w 1424802"/>
              <a:gd name="connsiteY40" fmla="*/ 1644184 h 1650046"/>
              <a:gd name="connsiteX41" fmla="*/ 883001 w 1424802"/>
              <a:gd name="connsiteY41" fmla="*/ 1638323 h 1650046"/>
              <a:gd name="connsiteX42" fmla="*/ 800939 w 1424802"/>
              <a:gd name="connsiteY42" fmla="*/ 1632461 h 1650046"/>
              <a:gd name="connsiteX43" fmla="*/ 630955 w 1424802"/>
              <a:gd name="connsiteY43" fmla="*/ 1626600 h 1650046"/>
              <a:gd name="connsiteX44" fmla="*/ 572339 w 1424802"/>
              <a:gd name="connsiteY44" fmla="*/ 1620738 h 1650046"/>
              <a:gd name="connsiteX45" fmla="*/ 476812 w 1424802"/>
              <a:gd name="connsiteY45" fmla="*/ 1626600 h 1650046"/>
              <a:gd name="connsiteX46" fmla="*/ 155426 w 1424802"/>
              <a:gd name="connsiteY46" fmla="*/ 1597292 h 1650046"/>
              <a:gd name="connsiteX47" fmla="*/ 83418 w 1424802"/>
              <a:gd name="connsiteY47" fmla="*/ 1525284 h 1650046"/>
              <a:gd name="connsiteX48" fmla="*/ 50662 w 1424802"/>
              <a:gd name="connsiteY48" fmla="*/ 1474200 h 1650046"/>
              <a:gd name="connsiteX49" fmla="*/ 33078 w 1424802"/>
              <a:gd name="connsiteY49" fmla="*/ 1456615 h 1650046"/>
              <a:gd name="connsiteX50" fmla="*/ 21355 w 1424802"/>
              <a:gd name="connsiteY50" fmla="*/ 1415584 h 1650046"/>
              <a:gd name="connsiteX51" fmla="*/ 9632 w 1424802"/>
              <a:gd name="connsiteY51" fmla="*/ 1368692 h 1650046"/>
              <a:gd name="connsiteX52" fmla="*/ 9632 w 1424802"/>
              <a:gd name="connsiteY52" fmla="*/ 1169400 h 1650046"/>
              <a:gd name="connsiteX53" fmla="*/ 15493 w 1424802"/>
              <a:gd name="connsiteY53" fmla="*/ 1151815 h 1650046"/>
              <a:gd name="connsiteX54" fmla="*/ 21355 w 1424802"/>
              <a:gd name="connsiteY54" fmla="*/ 1099061 h 1650046"/>
              <a:gd name="connsiteX55" fmla="*/ 27216 w 1424802"/>
              <a:gd name="connsiteY55" fmla="*/ 1081477 h 1650046"/>
              <a:gd name="connsiteX56" fmla="*/ 33078 w 1424802"/>
              <a:gd name="connsiteY56" fmla="*/ 1046307 h 1650046"/>
              <a:gd name="connsiteX57" fmla="*/ 50662 w 1424802"/>
              <a:gd name="connsiteY57" fmla="*/ 1005277 h 1650046"/>
              <a:gd name="connsiteX58" fmla="*/ 62385 w 1424802"/>
              <a:gd name="connsiteY58" fmla="*/ 964246 h 1650046"/>
              <a:gd name="connsiteX59" fmla="*/ 74108 w 1424802"/>
              <a:gd name="connsiteY59" fmla="*/ 940800 h 1650046"/>
              <a:gd name="connsiteX60" fmla="*/ 85832 w 1424802"/>
              <a:gd name="connsiteY60" fmla="*/ 899769 h 1650046"/>
              <a:gd name="connsiteX61" fmla="*/ 91693 w 1424802"/>
              <a:gd name="connsiteY61" fmla="*/ 882184 h 1650046"/>
              <a:gd name="connsiteX62" fmla="*/ 97555 w 1424802"/>
              <a:gd name="connsiteY62" fmla="*/ 852877 h 1650046"/>
              <a:gd name="connsiteX63" fmla="*/ 103416 w 1424802"/>
              <a:gd name="connsiteY63" fmla="*/ 835292 h 1650046"/>
              <a:gd name="connsiteX64" fmla="*/ 102366 w 1424802"/>
              <a:gd name="connsiteY64" fmla="*/ 772661 h 1650046"/>
              <a:gd name="connsiteX65" fmla="*/ 83418 w 1424802"/>
              <a:gd name="connsiteY65" fmla="*/ 661188 h 1650046"/>
              <a:gd name="connsiteX66" fmla="*/ 34270 w 1424802"/>
              <a:gd name="connsiteY66"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187801 w 1424802"/>
              <a:gd name="connsiteY25" fmla="*/ 694615 h 1650046"/>
              <a:gd name="connsiteX26" fmla="*/ 1091559 w 1424802"/>
              <a:gd name="connsiteY26" fmla="*/ 805354 h 1650046"/>
              <a:gd name="connsiteX27" fmla="*/ 1235657 w 1424802"/>
              <a:gd name="connsiteY27" fmla="*/ 1021434 h 1650046"/>
              <a:gd name="connsiteX28" fmla="*/ 1307706 w 1424802"/>
              <a:gd name="connsiteY28" fmla="*/ 1093461 h 1650046"/>
              <a:gd name="connsiteX29" fmla="*/ 1353869 w 1424802"/>
              <a:gd name="connsiteY29" fmla="*/ 1173135 h 1650046"/>
              <a:gd name="connsiteX30" fmla="*/ 1379755 w 1424802"/>
              <a:gd name="connsiteY30" fmla="*/ 1237514 h 1650046"/>
              <a:gd name="connsiteX31" fmla="*/ 1410539 w 1424802"/>
              <a:gd name="connsiteY31" fmla="*/ 1351107 h 1650046"/>
              <a:gd name="connsiteX32" fmla="*/ 1404287 w 1424802"/>
              <a:gd name="connsiteY32" fmla="*/ 1474733 h 1650046"/>
              <a:gd name="connsiteX33" fmla="*/ 1287447 w 1424802"/>
              <a:gd name="connsiteY33" fmla="*/ 1609015 h 1650046"/>
              <a:gd name="connsiteX34" fmla="*/ 1269862 w 1424802"/>
              <a:gd name="connsiteY34" fmla="*/ 1620738 h 1650046"/>
              <a:gd name="connsiteX35" fmla="*/ 1234693 w 1424802"/>
              <a:gd name="connsiteY35" fmla="*/ 1632461 h 1650046"/>
              <a:gd name="connsiteX36" fmla="*/ 1217108 w 1424802"/>
              <a:gd name="connsiteY36" fmla="*/ 1638323 h 1650046"/>
              <a:gd name="connsiteX37" fmla="*/ 1176078 w 1424802"/>
              <a:gd name="connsiteY37" fmla="*/ 1644184 h 1650046"/>
              <a:gd name="connsiteX38" fmla="*/ 1140908 w 1424802"/>
              <a:gd name="connsiteY38" fmla="*/ 1650046 h 1650046"/>
              <a:gd name="connsiteX39" fmla="*/ 900585 w 1424802"/>
              <a:gd name="connsiteY39" fmla="*/ 1644184 h 1650046"/>
              <a:gd name="connsiteX40" fmla="*/ 883001 w 1424802"/>
              <a:gd name="connsiteY40" fmla="*/ 1638323 h 1650046"/>
              <a:gd name="connsiteX41" fmla="*/ 800939 w 1424802"/>
              <a:gd name="connsiteY41" fmla="*/ 1632461 h 1650046"/>
              <a:gd name="connsiteX42" fmla="*/ 630955 w 1424802"/>
              <a:gd name="connsiteY42" fmla="*/ 1626600 h 1650046"/>
              <a:gd name="connsiteX43" fmla="*/ 572339 w 1424802"/>
              <a:gd name="connsiteY43" fmla="*/ 1620738 h 1650046"/>
              <a:gd name="connsiteX44" fmla="*/ 476812 w 1424802"/>
              <a:gd name="connsiteY44" fmla="*/ 1626600 h 1650046"/>
              <a:gd name="connsiteX45" fmla="*/ 155426 w 1424802"/>
              <a:gd name="connsiteY45" fmla="*/ 1597292 h 1650046"/>
              <a:gd name="connsiteX46" fmla="*/ 83418 w 1424802"/>
              <a:gd name="connsiteY46" fmla="*/ 1525284 h 1650046"/>
              <a:gd name="connsiteX47" fmla="*/ 50662 w 1424802"/>
              <a:gd name="connsiteY47" fmla="*/ 1474200 h 1650046"/>
              <a:gd name="connsiteX48" fmla="*/ 33078 w 1424802"/>
              <a:gd name="connsiteY48" fmla="*/ 1456615 h 1650046"/>
              <a:gd name="connsiteX49" fmla="*/ 21355 w 1424802"/>
              <a:gd name="connsiteY49" fmla="*/ 1415584 h 1650046"/>
              <a:gd name="connsiteX50" fmla="*/ 9632 w 1424802"/>
              <a:gd name="connsiteY50" fmla="*/ 1368692 h 1650046"/>
              <a:gd name="connsiteX51" fmla="*/ 9632 w 1424802"/>
              <a:gd name="connsiteY51" fmla="*/ 1169400 h 1650046"/>
              <a:gd name="connsiteX52" fmla="*/ 15493 w 1424802"/>
              <a:gd name="connsiteY52" fmla="*/ 1151815 h 1650046"/>
              <a:gd name="connsiteX53" fmla="*/ 21355 w 1424802"/>
              <a:gd name="connsiteY53" fmla="*/ 1099061 h 1650046"/>
              <a:gd name="connsiteX54" fmla="*/ 27216 w 1424802"/>
              <a:gd name="connsiteY54" fmla="*/ 1081477 h 1650046"/>
              <a:gd name="connsiteX55" fmla="*/ 33078 w 1424802"/>
              <a:gd name="connsiteY55" fmla="*/ 1046307 h 1650046"/>
              <a:gd name="connsiteX56" fmla="*/ 50662 w 1424802"/>
              <a:gd name="connsiteY56" fmla="*/ 1005277 h 1650046"/>
              <a:gd name="connsiteX57" fmla="*/ 62385 w 1424802"/>
              <a:gd name="connsiteY57" fmla="*/ 964246 h 1650046"/>
              <a:gd name="connsiteX58" fmla="*/ 74108 w 1424802"/>
              <a:gd name="connsiteY58" fmla="*/ 940800 h 1650046"/>
              <a:gd name="connsiteX59" fmla="*/ 85832 w 1424802"/>
              <a:gd name="connsiteY59" fmla="*/ 899769 h 1650046"/>
              <a:gd name="connsiteX60" fmla="*/ 91693 w 1424802"/>
              <a:gd name="connsiteY60" fmla="*/ 882184 h 1650046"/>
              <a:gd name="connsiteX61" fmla="*/ 97555 w 1424802"/>
              <a:gd name="connsiteY61" fmla="*/ 852877 h 1650046"/>
              <a:gd name="connsiteX62" fmla="*/ 103416 w 1424802"/>
              <a:gd name="connsiteY62" fmla="*/ 835292 h 1650046"/>
              <a:gd name="connsiteX63" fmla="*/ 102366 w 1424802"/>
              <a:gd name="connsiteY63" fmla="*/ 772661 h 1650046"/>
              <a:gd name="connsiteX64" fmla="*/ 83418 w 1424802"/>
              <a:gd name="connsiteY64" fmla="*/ 661188 h 1650046"/>
              <a:gd name="connsiteX65" fmla="*/ 34270 w 1424802"/>
              <a:gd name="connsiteY6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170216 w 1424802"/>
              <a:gd name="connsiteY24" fmla="*/ 671169 h 1650046"/>
              <a:gd name="connsiteX25" fmla="*/ 1091559 w 1424802"/>
              <a:gd name="connsiteY25" fmla="*/ 805354 h 1650046"/>
              <a:gd name="connsiteX26" fmla="*/ 1235657 w 1424802"/>
              <a:gd name="connsiteY26" fmla="*/ 1021434 h 1650046"/>
              <a:gd name="connsiteX27" fmla="*/ 1307706 w 1424802"/>
              <a:gd name="connsiteY27" fmla="*/ 1093461 h 1650046"/>
              <a:gd name="connsiteX28" fmla="*/ 1353869 w 1424802"/>
              <a:gd name="connsiteY28" fmla="*/ 1173135 h 1650046"/>
              <a:gd name="connsiteX29" fmla="*/ 1379755 w 1424802"/>
              <a:gd name="connsiteY29" fmla="*/ 1237514 h 1650046"/>
              <a:gd name="connsiteX30" fmla="*/ 1410539 w 1424802"/>
              <a:gd name="connsiteY30" fmla="*/ 1351107 h 1650046"/>
              <a:gd name="connsiteX31" fmla="*/ 1404287 w 1424802"/>
              <a:gd name="connsiteY31" fmla="*/ 1474733 h 1650046"/>
              <a:gd name="connsiteX32" fmla="*/ 1287447 w 1424802"/>
              <a:gd name="connsiteY32" fmla="*/ 1609015 h 1650046"/>
              <a:gd name="connsiteX33" fmla="*/ 1269862 w 1424802"/>
              <a:gd name="connsiteY33" fmla="*/ 1620738 h 1650046"/>
              <a:gd name="connsiteX34" fmla="*/ 1234693 w 1424802"/>
              <a:gd name="connsiteY34" fmla="*/ 1632461 h 1650046"/>
              <a:gd name="connsiteX35" fmla="*/ 1217108 w 1424802"/>
              <a:gd name="connsiteY35" fmla="*/ 1638323 h 1650046"/>
              <a:gd name="connsiteX36" fmla="*/ 1176078 w 1424802"/>
              <a:gd name="connsiteY36" fmla="*/ 1644184 h 1650046"/>
              <a:gd name="connsiteX37" fmla="*/ 1140908 w 1424802"/>
              <a:gd name="connsiteY37" fmla="*/ 1650046 h 1650046"/>
              <a:gd name="connsiteX38" fmla="*/ 900585 w 1424802"/>
              <a:gd name="connsiteY38" fmla="*/ 1644184 h 1650046"/>
              <a:gd name="connsiteX39" fmla="*/ 883001 w 1424802"/>
              <a:gd name="connsiteY39" fmla="*/ 1638323 h 1650046"/>
              <a:gd name="connsiteX40" fmla="*/ 800939 w 1424802"/>
              <a:gd name="connsiteY40" fmla="*/ 1632461 h 1650046"/>
              <a:gd name="connsiteX41" fmla="*/ 630955 w 1424802"/>
              <a:gd name="connsiteY41" fmla="*/ 1626600 h 1650046"/>
              <a:gd name="connsiteX42" fmla="*/ 572339 w 1424802"/>
              <a:gd name="connsiteY42" fmla="*/ 1620738 h 1650046"/>
              <a:gd name="connsiteX43" fmla="*/ 476812 w 1424802"/>
              <a:gd name="connsiteY43" fmla="*/ 1626600 h 1650046"/>
              <a:gd name="connsiteX44" fmla="*/ 155426 w 1424802"/>
              <a:gd name="connsiteY44" fmla="*/ 1597292 h 1650046"/>
              <a:gd name="connsiteX45" fmla="*/ 83418 w 1424802"/>
              <a:gd name="connsiteY45" fmla="*/ 1525284 h 1650046"/>
              <a:gd name="connsiteX46" fmla="*/ 50662 w 1424802"/>
              <a:gd name="connsiteY46" fmla="*/ 1474200 h 1650046"/>
              <a:gd name="connsiteX47" fmla="*/ 33078 w 1424802"/>
              <a:gd name="connsiteY47" fmla="*/ 1456615 h 1650046"/>
              <a:gd name="connsiteX48" fmla="*/ 21355 w 1424802"/>
              <a:gd name="connsiteY48" fmla="*/ 1415584 h 1650046"/>
              <a:gd name="connsiteX49" fmla="*/ 9632 w 1424802"/>
              <a:gd name="connsiteY49" fmla="*/ 1368692 h 1650046"/>
              <a:gd name="connsiteX50" fmla="*/ 9632 w 1424802"/>
              <a:gd name="connsiteY50" fmla="*/ 1169400 h 1650046"/>
              <a:gd name="connsiteX51" fmla="*/ 15493 w 1424802"/>
              <a:gd name="connsiteY51" fmla="*/ 1151815 h 1650046"/>
              <a:gd name="connsiteX52" fmla="*/ 21355 w 1424802"/>
              <a:gd name="connsiteY52" fmla="*/ 1099061 h 1650046"/>
              <a:gd name="connsiteX53" fmla="*/ 27216 w 1424802"/>
              <a:gd name="connsiteY53" fmla="*/ 1081477 h 1650046"/>
              <a:gd name="connsiteX54" fmla="*/ 33078 w 1424802"/>
              <a:gd name="connsiteY54" fmla="*/ 1046307 h 1650046"/>
              <a:gd name="connsiteX55" fmla="*/ 50662 w 1424802"/>
              <a:gd name="connsiteY55" fmla="*/ 1005277 h 1650046"/>
              <a:gd name="connsiteX56" fmla="*/ 62385 w 1424802"/>
              <a:gd name="connsiteY56" fmla="*/ 964246 h 1650046"/>
              <a:gd name="connsiteX57" fmla="*/ 74108 w 1424802"/>
              <a:gd name="connsiteY57" fmla="*/ 940800 h 1650046"/>
              <a:gd name="connsiteX58" fmla="*/ 85832 w 1424802"/>
              <a:gd name="connsiteY58" fmla="*/ 899769 h 1650046"/>
              <a:gd name="connsiteX59" fmla="*/ 91693 w 1424802"/>
              <a:gd name="connsiteY59" fmla="*/ 882184 h 1650046"/>
              <a:gd name="connsiteX60" fmla="*/ 97555 w 1424802"/>
              <a:gd name="connsiteY60" fmla="*/ 852877 h 1650046"/>
              <a:gd name="connsiteX61" fmla="*/ 103416 w 1424802"/>
              <a:gd name="connsiteY61" fmla="*/ 835292 h 1650046"/>
              <a:gd name="connsiteX62" fmla="*/ 102366 w 1424802"/>
              <a:gd name="connsiteY62" fmla="*/ 772661 h 1650046"/>
              <a:gd name="connsiteX63" fmla="*/ 83418 w 1424802"/>
              <a:gd name="connsiteY63" fmla="*/ 661188 h 1650046"/>
              <a:gd name="connsiteX64" fmla="*/ 34270 w 1424802"/>
              <a:gd name="connsiteY64"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29185 w 1424802"/>
              <a:gd name="connsiteY22" fmla="*/ 612554 h 1650046"/>
              <a:gd name="connsiteX23" fmla="*/ 1135047 w 1424802"/>
              <a:gd name="connsiteY23" fmla="*/ 630138 h 1650046"/>
              <a:gd name="connsiteX24" fmla="*/ 1091559 w 1424802"/>
              <a:gd name="connsiteY24" fmla="*/ 805354 h 1650046"/>
              <a:gd name="connsiteX25" fmla="*/ 1235657 w 1424802"/>
              <a:gd name="connsiteY25" fmla="*/ 1021434 h 1650046"/>
              <a:gd name="connsiteX26" fmla="*/ 1307706 w 1424802"/>
              <a:gd name="connsiteY26" fmla="*/ 1093461 h 1650046"/>
              <a:gd name="connsiteX27" fmla="*/ 1353869 w 1424802"/>
              <a:gd name="connsiteY27" fmla="*/ 1173135 h 1650046"/>
              <a:gd name="connsiteX28" fmla="*/ 1379755 w 1424802"/>
              <a:gd name="connsiteY28" fmla="*/ 1237514 h 1650046"/>
              <a:gd name="connsiteX29" fmla="*/ 1410539 w 1424802"/>
              <a:gd name="connsiteY29" fmla="*/ 1351107 h 1650046"/>
              <a:gd name="connsiteX30" fmla="*/ 1404287 w 1424802"/>
              <a:gd name="connsiteY30" fmla="*/ 1474733 h 1650046"/>
              <a:gd name="connsiteX31" fmla="*/ 1287447 w 1424802"/>
              <a:gd name="connsiteY31" fmla="*/ 1609015 h 1650046"/>
              <a:gd name="connsiteX32" fmla="*/ 1269862 w 1424802"/>
              <a:gd name="connsiteY32" fmla="*/ 1620738 h 1650046"/>
              <a:gd name="connsiteX33" fmla="*/ 1234693 w 1424802"/>
              <a:gd name="connsiteY33" fmla="*/ 1632461 h 1650046"/>
              <a:gd name="connsiteX34" fmla="*/ 1217108 w 1424802"/>
              <a:gd name="connsiteY34" fmla="*/ 1638323 h 1650046"/>
              <a:gd name="connsiteX35" fmla="*/ 1176078 w 1424802"/>
              <a:gd name="connsiteY35" fmla="*/ 1644184 h 1650046"/>
              <a:gd name="connsiteX36" fmla="*/ 1140908 w 1424802"/>
              <a:gd name="connsiteY36" fmla="*/ 1650046 h 1650046"/>
              <a:gd name="connsiteX37" fmla="*/ 900585 w 1424802"/>
              <a:gd name="connsiteY37" fmla="*/ 1644184 h 1650046"/>
              <a:gd name="connsiteX38" fmla="*/ 883001 w 1424802"/>
              <a:gd name="connsiteY38" fmla="*/ 1638323 h 1650046"/>
              <a:gd name="connsiteX39" fmla="*/ 800939 w 1424802"/>
              <a:gd name="connsiteY39" fmla="*/ 1632461 h 1650046"/>
              <a:gd name="connsiteX40" fmla="*/ 630955 w 1424802"/>
              <a:gd name="connsiteY40" fmla="*/ 1626600 h 1650046"/>
              <a:gd name="connsiteX41" fmla="*/ 572339 w 1424802"/>
              <a:gd name="connsiteY41" fmla="*/ 1620738 h 1650046"/>
              <a:gd name="connsiteX42" fmla="*/ 476812 w 1424802"/>
              <a:gd name="connsiteY42" fmla="*/ 1626600 h 1650046"/>
              <a:gd name="connsiteX43" fmla="*/ 155426 w 1424802"/>
              <a:gd name="connsiteY43" fmla="*/ 1597292 h 1650046"/>
              <a:gd name="connsiteX44" fmla="*/ 83418 w 1424802"/>
              <a:gd name="connsiteY44" fmla="*/ 1525284 h 1650046"/>
              <a:gd name="connsiteX45" fmla="*/ 50662 w 1424802"/>
              <a:gd name="connsiteY45" fmla="*/ 1474200 h 1650046"/>
              <a:gd name="connsiteX46" fmla="*/ 33078 w 1424802"/>
              <a:gd name="connsiteY46" fmla="*/ 1456615 h 1650046"/>
              <a:gd name="connsiteX47" fmla="*/ 21355 w 1424802"/>
              <a:gd name="connsiteY47" fmla="*/ 1415584 h 1650046"/>
              <a:gd name="connsiteX48" fmla="*/ 9632 w 1424802"/>
              <a:gd name="connsiteY48" fmla="*/ 1368692 h 1650046"/>
              <a:gd name="connsiteX49" fmla="*/ 9632 w 1424802"/>
              <a:gd name="connsiteY49" fmla="*/ 1169400 h 1650046"/>
              <a:gd name="connsiteX50" fmla="*/ 15493 w 1424802"/>
              <a:gd name="connsiteY50" fmla="*/ 1151815 h 1650046"/>
              <a:gd name="connsiteX51" fmla="*/ 21355 w 1424802"/>
              <a:gd name="connsiteY51" fmla="*/ 1099061 h 1650046"/>
              <a:gd name="connsiteX52" fmla="*/ 27216 w 1424802"/>
              <a:gd name="connsiteY52" fmla="*/ 1081477 h 1650046"/>
              <a:gd name="connsiteX53" fmla="*/ 33078 w 1424802"/>
              <a:gd name="connsiteY53" fmla="*/ 1046307 h 1650046"/>
              <a:gd name="connsiteX54" fmla="*/ 50662 w 1424802"/>
              <a:gd name="connsiteY54" fmla="*/ 1005277 h 1650046"/>
              <a:gd name="connsiteX55" fmla="*/ 62385 w 1424802"/>
              <a:gd name="connsiteY55" fmla="*/ 964246 h 1650046"/>
              <a:gd name="connsiteX56" fmla="*/ 74108 w 1424802"/>
              <a:gd name="connsiteY56" fmla="*/ 940800 h 1650046"/>
              <a:gd name="connsiteX57" fmla="*/ 85832 w 1424802"/>
              <a:gd name="connsiteY57" fmla="*/ 899769 h 1650046"/>
              <a:gd name="connsiteX58" fmla="*/ 91693 w 1424802"/>
              <a:gd name="connsiteY58" fmla="*/ 882184 h 1650046"/>
              <a:gd name="connsiteX59" fmla="*/ 97555 w 1424802"/>
              <a:gd name="connsiteY59" fmla="*/ 852877 h 1650046"/>
              <a:gd name="connsiteX60" fmla="*/ 103416 w 1424802"/>
              <a:gd name="connsiteY60" fmla="*/ 835292 h 1650046"/>
              <a:gd name="connsiteX61" fmla="*/ 102366 w 1424802"/>
              <a:gd name="connsiteY61" fmla="*/ 772661 h 1650046"/>
              <a:gd name="connsiteX62" fmla="*/ 83418 w 1424802"/>
              <a:gd name="connsiteY62" fmla="*/ 661188 h 1650046"/>
              <a:gd name="connsiteX63" fmla="*/ 34270 w 1424802"/>
              <a:gd name="connsiteY63"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9878 w 1424802"/>
              <a:gd name="connsiteY21" fmla="*/ 571523 h 1650046"/>
              <a:gd name="connsiteX22" fmla="*/ 1135047 w 1424802"/>
              <a:gd name="connsiteY22" fmla="*/ 630138 h 1650046"/>
              <a:gd name="connsiteX23" fmla="*/ 1091559 w 1424802"/>
              <a:gd name="connsiteY23" fmla="*/ 805354 h 1650046"/>
              <a:gd name="connsiteX24" fmla="*/ 1235657 w 1424802"/>
              <a:gd name="connsiteY24" fmla="*/ 1021434 h 1650046"/>
              <a:gd name="connsiteX25" fmla="*/ 1307706 w 1424802"/>
              <a:gd name="connsiteY25" fmla="*/ 1093461 h 1650046"/>
              <a:gd name="connsiteX26" fmla="*/ 1353869 w 1424802"/>
              <a:gd name="connsiteY26" fmla="*/ 1173135 h 1650046"/>
              <a:gd name="connsiteX27" fmla="*/ 1379755 w 1424802"/>
              <a:gd name="connsiteY27" fmla="*/ 1237514 h 1650046"/>
              <a:gd name="connsiteX28" fmla="*/ 1410539 w 1424802"/>
              <a:gd name="connsiteY28" fmla="*/ 1351107 h 1650046"/>
              <a:gd name="connsiteX29" fmla="*/ 1404287 w 1424802"/>
              <a:gd name="connsiteY29" fmla="*/ 1474733 h 1650046"/>
              <a:gd name="connsiteX30" fmla="*/ 1287447 w 1424802"/>
              <a:gd name="connsiteY30" fmla="*/ 1609015 h 1650046"/>
              <a:gd name="connsiteX31" fmla="*/ 1269862 w 1424802"/>
              <a:gd name="connsiteY31" fmla="*/ 1620738 h 1650046"/>
              <a:gd name="connsiteX32" fmla="*/ 1234693 w 1424802"/>
              <a:gd name="connsiteY32" fmla="*/ 1632461 h 1650046"/>
              <a:gd name="connsiteX33" fmla="*/ 1217108 w 1424802"/>
              <a:gd name="connsiteY33" fmla="*/ 1638323 h 1650046"/>
              <a:gd name="connsiteX34" fmla="*/ 1176078 w 1424802"/>
              <a:gd name="connsiteY34" fmla="*/ 1644184 h 1650046"/>
              <a:gd name="connsiteX35" fmla="*/ 1140908 w 1424802"/>
              <a:gd name="connsiteY35" fmla="*/ 1650046 h 1650046"/>
              <a:gd name="connsiteX36" fmla="*/ 900585 w 1424802"/>
              <a:gd name="connsiteY36" fmla="*/ 1644184 h 1650046"/>
              <a:gd name="connsiteX37" fmla="*/ 883001 w 1424802"/>
              <a:gd name="connsiteY37" fmla="*/ 1638323 h 1650046"/>
              <a:gd name="connsiteX38" fmla="*/ 800939 w 1424802"/>
              <a:gd name="connsiteY38" fmla="*/ 1632461 h 1650046"/>
              <a:gd name="connsiteX39" fmla="*/ 630955 w 1424802"/>
              <a:gd name="connsiteY39" fmla="*/ 1626600 h 1650046"/>
              <a:gd name="connsiteX40" fmla="*/ 572339 w 1424802"/>
              <a:gd name="connsiteY40" fmla="*/ 1620738 h 1650046"/>
              <a:gd name="connsiteX41" fmla="*/ 476812 w 1424802"/>
              <a:gd name="connsiteY41" fmla="*/ 1626600 h 1650046"/>
              <a:gd name="connsiteX42" fmla="*/ 155426 w 1424802"/>
              <a:gd name="connsiteY42" fmla="*/ 1597292 h 1650046"/>
              <a:gd name="connsiteX43" fmla="*/ 83418 w 1424802"/>
              <a:gd name="connsiteY43" fmla="*/ 1525284 h 1650046"/>
              <a:gd name="connsiteX44" fmla="*/ 50662 w 1424802"/>
              <a:gd name="connsiteY44" fmla="*/ 1474200 h 1650046"/>
              <a:gd name="connsiteX45" fmla="*/ 33078 w 1424802"/>
              <a:gd name="connsiteY45" fmla="*/ 1456615 h 1650046"/>
              <a:gd name="connsiteX46" fmla="*/ 21355 w 1424802"/>
              <a:gd name="connsiteY46" fmla="*/ 1415584 h 1650046"/>
              <a:gd name="connsiteX47" fmla="*/ 9632 w 1424802"/>
              <a:gd name="connsiteY47" fmla="*/ 1368692 h 1650046"/>
              <a:gd name="connsiteX48" fmla="*/ 9632 w 1424802"/>
              <a:gd name="connsiteY48" fmla="*/ 1169400 h 1650046"/>
              <a:gd name="connsiteX49" fmla="*/ 15493 w 1424802"/>
              <a:gd name="connsiteY49" fmla="*/ 1151815 h 1650046"/>
              <a:gd name="connsiteX50" fmla="*/ 21355 w 1424802"/>
              <a:gd name="connsiteY50" fmla="*/ 1099061 h 1650046"/>
              <a:gd name="connsiteX51" fmla="*/ 27216 w 1424802"/>
              <a:gd name="connsiteY51" fmla="*/ 1081477 h 1650046"/>
              <a:gd name="connsiteX52" fmla="*/ 33078 w 1424802"/>
              <a:gd name="connsiteY52" fmla="*/ 1046307 h 1650046"/>
              <a:gd name="connsiteX53" fmla="*/ 50662 w 1424802"/>
              <a:gd name="connsiteY53" fmla="*/ 1005277 h 1650046"/>
              <a:gd name="connsiteX54" fmla="*/ 62385 w 1424802"/>
              <a:gd name="connsiteY54" fmla="*/ 964246 h 1650046"/>
              <a:gd name="connsiteX55" fmla="*/ 74108 w 1424802"/>
              <a:gd name="connsiteY55" fmla="*/ 940800 h 1650046"/>
              <a:gd name="connsiteX56" fmla="*/ 85832 w 1424802"/>
              <a:gd name="connsiteY56" fmla="*/ 899769 h 1650046"/>
              <a:gd name="connsiteX57" fmla="*/ 91693 w 1424802"/>
              <a:gd name="connsiteY57" fmla="*/ 882184 h 1650046"/>
              <a:gd name="connsiteX58" fmla="*/ 97555 w 1424802"/>
              <a:gd name="connsiteY58" fmla="*/ 852877 h 1650046"/>
              <a:gd name="connsiteX59" fmla="*/ 103416 w 1424802"/>
              <a:gd name="connsiteY59" fmla="*/ 835292 h 1650046"/>
              <a:gd name="connsiteX60" fmla="*/ 102366 w 1424802"/>
              <a:gd name="connsiteY60" fmla="*/ 772661 h 1650046"/>
              <a:gd name="connsiteX61" fmla="*/ 83418 w 1424802"/>
              <a:gd name="connsiteY61" fmla="*/ 661188 h 1650046"/>
              <a:gd name="connsiteX62" fmla="*/ 34270 w 1424802"/>
              <a:gd name="connsiteY62"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135047 w 1424802"/>
              <a:gd name="connsiteY21" fmla="*/ 630138 h 1650046"/>
              <a:gd name="connsiteX22" fmla="*/ 1091559 w 1424802"/>
              <a:gd name="connsiteY22" fmla="*/ 805354 h 1650046"/>
              <a:gd name="connsiteX23" fmla="*/ 1235657 w 1424802"/>
              <a:gd name="connsiteY23" fmla="*/ 1021434 h 1650046"/>
              <a:gd name="connsiteX24" fmla="*/ 1307706 w 1424802"/>
              <a:gd name="connsiteY24" fmla="*/ 1093461 h 1650046"/>
              <a:gd name="connsiteX25" fmla="*/ 1353869 w 1424802"/>
              <a:gd name="connsiteY25" fmla="*/ 1173135 h 1650046"/>
              <a:gd name="connsiteX26" fmla="*/ 1379755 w 1424802"/>
              <a:gd name="connsiteY26" fmla="*/ 1237514 h 1650046"/>
              <a:gd name="connsiteX27" fmla="*/ 1410539 w 1424802"/>
              <a:gd name="connsiteY27" fmla="*/ 1351107 h 1650046"/>
              <a:gd name="connsiteX28" fmla="*/ 1404287 w 1424802"/>
              <a:gd name="connsiteY28" fmla="*/ 1474733 h 1650046"/>
              <a:gd name="connsiteX29" fmla="*/ 1287447 w 1424802"/>
              <a:gd name="connsiteY29" fmla="*/ 1609015 h 1650046"/>
              <a:gd name="connsiteX30" fmla="*/ 1269862 w 1424802"/>
              <a:gd name="connsiteY30" fmla="*/ 1620738 h 1650046"/>
              <a:gd name="connsiteX31" fmla="*/ 1234693 w 1424802"/>
              <a:gd name="connsiteY31" fmla="*/ 1632461 h 1650046"/>
              <a:gd name="connsiteX32" fmla="*/ 1217108 w 1424802"/>
              <a:gd name="connsiteY32" fmla="*/ 1638323 h 1650046"/>
              <a:gd name="connsiteX33" fmla="*/ 1176078 w 1424802"/>
              <a:gd name="connsiteY33" fmla="*/ 1644184 h 1650046"/>
              <a:gd name="connsiteX34" fmla="*/ 1140908 w 1424802"/>
              <a:gd name="connsiteY34" fmla="*/ 1650046 h 1650046"/>
              <a:gd name="connsiteX35" fmla="*/ 900585 w 1424802"/>
              <a:gd name="connsiteY35" fmla="*/ 1644184 h 1650046"/>
              <a:gd name="connsiteX36" fmla="*/ 883001 w 1424802"/>
              <a:gd name="connsiteY36" fmla="*/ 1638323 h 1650046"/>
              <a:gd name="connsiteX37" fmla="*/ 800939 w 1424802"/>
              <a:gd name="connsiteY37" fmla="*/ 1632461 h 1650046"/>
              <a:gd name="connsiteX38" fmla="*/ 630955 w 1424802"/>
              <a:gd name="connsiteY38" fmla="*/ 1626600 h 1650046"/>
              <a:gd name="connsiteX39" fmla="*/ 572339 w 1424802"/>
              <a:gd name="connsiteY39" fmla="*/ 1620738 h 1650046"/>
              <a:gd name="connsiteX40" fmla="*/ 476812 w 1424802"/>
              <a:gd name="connsiteY40" fmla="*/ 1626600 h 1650046"/>
              <a:gd name="connsiteX41" fmla="*/ 155426 w 1424802"/>
              <a:gd name="connsiteY41" fmla="*/ 1597292 h 1650046"/>
              <a:gd name="connsiteX42" fmla="*/ 83418 w 1424802"/>
              <a:gd name="connsiteY42" fmla="*/ 1525284 h 1650046"/>
              <a:gd name="connsiteX43" fmla="*/ 50662 w 1424802"/>
              <a:gd name="connsiteY43" fmla="*/ 1474200 h 1650046"/>
              <a:gd name="connsiteX44" fmla="*/ 33078 w 1424802"/>
              <a:gd name="connsiteY44" fmla="*/ 1456615 h 1650046"/>
              <a:gd name="connsiteX45" fmla="*/ 21355 w 1424802"/>
              <a:gd name="connsiteY45" fmla="*/ 1415584 h 1650046"/>
              <a:gd name="connsiteX46" fmla="*/ 9632 w 1424802"/>
              <a:gd name="connsiteY46" fmla="*/ 1368692 h 1650046"/>
              <a:gd name="connsiteX47" fmla="*/ 9632 w 1424802"/>
              <a:gd name="connsiteY47" fmla="*/ 1169400 h 1650046"/>
              <a:gd name="connsiteX48" fmla="*/ 15493 w 1424802"/>
              <a:gd name="connsiteY48" fmla="*/ 1151815 h 1650046"/>
              <a:gd name="connsiteX49" fmla="*/ 21355 w 1424802"/>
              <a:gd name="connsiteY49" fmla="*/ 1099061 h 1650046"/>
              <a:gd name="connsiteX50" fmla="*/ 27216 w 1424802"/>
              <a:gd name="connsiteY50" fmla="*/ 1081477 h 1650046"/>
              <a:gd name="connsiteX51" fmla="*/ 33078 w 1424802"/>
              <a:gd name="connsiteY51" fmla="*/ 1046307 h 1650046"/>
              <a:gd name="connsiteX52" fmla="*/ 50662 w 1424802"/>
              <a:gd name="connsiteY52" fmla="*/ 1005277 h 1650046"/>
              <a:gd name="connsiteX53" fmla="*/ 62385 w 1424802"/>
              <a:gd name="connsiteY53" fmla="*/ 964246 h 1650046"/>
              <a:gd name="connsiteX54" fmla="*/ 74108 w 1424802"/>
              <a:gd name="connsiteY54" fmla="*/ 940800 h 1650046"/>
              <a:gd name="connsiteX55" fmla="*/ 85832 w 1424802"/>
              <a:gd name="connsiteY55" fmla="*/ 899769 h 1650046"/>
              <a:gd name="connsiteX56" fmla="*/ 91693 w 1424802"/>
              <a:gd name="connsiteY56" fmla="*/ 882184 h 1650046"/>
              <a:gd name="connsiteX57" fmla="*/ 97555 w 1424802"/>
              <a:gd name="connsiteY57" fmla="*/ 852877 h 1650046"/>
              <a:gd name="connsiteX58" fmla="*/ 103416 w 1424802"/>
              <a:gd name="connsiteY58" fmla="*/ 835292 h 1650046"/>
              <a:gd name="connsiteX59" fmla="*/ 102366 w 1424802"/>
              <a:gd name="connsiteY59" fmla="*/ 772661 h 1650046"/>
              <a:gd name="connsiteX60" fmla="*/ 83418 w 1424802"/>
              <a:gd name="connsiteY60" fmla="*/ 661188 h 1650046"/>
              <a:gd name="connsiteX61" fmla="*/ 34270 w 1424802"/>
              <a:gd name="connsiteY61"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58847 w 1424802"/>
              <a:gd name="connsiteY20" fmla="*/ 536354 h 1650046"/>
              <a:gd name="connsiteX21" fmla="*/ 1091559 w 1424802"/>
              <a:gd name="connsiteY21" fmla="*/ 805354 h 1650046"/>
              <a:gd name="connsiteX22" fmla="*/ 1235657 w 1424802"/>
              <a:gd name="connsiteY22" fmla="*/ 1021434 h 1650046"/>
              <a:gd name="connsiteX23" fmla="*/ 1307706 w 1424802"/>
              <a:gd name="connsiteY23" fmla="*/ 1093461 h 1650046"/>
              <a:gd name="connsiteX24" fmla="*/ 1353869 w 1424802"/>
              <a:gd name="connsiteY24" fmla="*/ 1173135 h 1650046"/>
              <a:gd name="connsiteX25" fmla="*/ 1379755 w 1424802"/>
              <a:gd name="connsiteY25" fmla="*/ 1237514 h 1650046"/>
              <a:gd name="connsiteX26" fmla="*/ 1410539 w 1424802"/>
              <a:gd name="connsiteY26" fmla="*/ 1351107 h 1650046"/>
              <a:gd name="connsiteX27" fmla="*/ 1404287 w 1424802"/>
              <a:gd name="connsiteY27" fmla="*/ 1474733 h 1650046"/>
              <a:gd name="connsiteX28" fmla="*/ 1287447 w 1424802"/>
              <a:gd name="connsiteY28" fmla="*/ 1609015 h 1650046"/>
              <a:gd name="connsiteX29" fmla="*/ 1269862 w 1424802"/>
              <a:gd name="connsiteY29" fmla="*/ 1620738 h 1650046"/>
              <a:gd name="connsiteX30" fmla="*/ 1234693 w 1424802"/>
              <a:gd name="connsiteY30" fmla="*/ 1632461 h 1650046"/>
              <a:gd name="connsiteX31" fmla="*/ 1217108 w 1424802"/>
              <a:gd name="connsiteY31" fmla="*/ 1638323 h 1650046"/>
              <a:gd name="connsiteX32" fmla="*/ 1176078 w 1424802"/>
              <a:gd name="connsiteY32" fmla="*/ 1644184 h 1650046"/>
              <a:gd name="connsiteX33" fmla="*/ 1140908 w 1424802"/>
              <a:gd name="connsiteY33" fmla="*/ 1650046 h 1650046"/>
              <a:gd name="connsiteX34" fmla="*/ 900585 w 1424802"/>
              <a:gd name="connsiteY34" fmla="*/ 1644184 h 1650046"/>
              <a:gd name="connsiteX35" fmla="*/ 883001 w 1424802"/>
              <a:gd name="connsiteY35" fmla="*/ 1638323 h 1650046"/>
              <a:gd name="connsiteX36" fmla="*/ 800939 w 1424802"/>
              <a:gd name="connsiteY36" fmla="*/ 1632461 h 1650046"/>
              <a:gd name="connsiteX37" fmla="*/ 630955 w 1424802"/>
              <a:gd name="connsiteY37" fmla="*/ 1626600 h 1650046"/>
              <a:gd name="connsiteX38" fmla="*/ 572339 w 1424802"/>
              <a:gd name="connsiteY38" fmla="*/ 1620738 h 1650046"/>
              <a:gd name="connsiteX39" fmla="*/ 476812 w 1424802"/>
              <a:gd name="connsiteY39" fmla="*/ 1626600 h 1650046"/>
              <a:gd name="connsiteX40" fmla="*/ 155426 w 1424802"/>
              <a:gd name="connsiteY40" fmla="*/ 1597292 h 1650046"/>
              <a:gd name="connsiteX41" fmla="*/ 83418 w 1424802"/>
              <a:gd name="connsiteY41" fmla="*/ 1525284 h 1650046"/>
              <a:gd name="connsiteX42" fmla="*/ 50662 w 1424802"/>
              <a:gd name="connsiteY42" fmla="*/ 1474200 h 1650046"/>
              <a:gd name="connsiteX43" fmla="*/ 33078 w 1424802"/>
              <a:gd name="connsiteY43" fmla="*/ 1456615 h 1650046"/>
              <a:gd name="connsiteX44" fmla="*/ 21355 w 1424802"/>
              <a:gd name="connsiteY44" fmla="*/ 1415584 h 1650046"/>
              <a:gd name="connsiteX45" fmla="*/ 9632 w 1424802"/>
              <a:gd name="connsiteY45" fmla="*/ 1368692 h 1650046"/>
              <a:gd name="connsiteX46" fmla="*/ 9632 w 1424802"/>
              <a:gd name="connsiteY46" fmla="*/ 1169400 h 1650046"/>
              <a:gd name="connsiteX47" fmla="*/ 15493 w 1424802"/>
              <a:gd name="connsiteY47" fmla="*/ 1151815 h 1650046"/>
              <a:gd name="connsiteX48" fmla="*/ 21355 w 1424802"/>
              <a:gd name="connsiteY48" fmla="*/ 1099061 h 1650046"/>
              <a:gd name="connsiteX49" fmla="*/ 27216 w 1424802"/>
              <a:gd name="connsiteY49" fmla="*/ 1081477 h 1650046"/>
              <a:gd name="connsiteX50" fmla="*/ 33078 w 1424802"/>
              <a:gd name="connsiteY50" fmla="*/ 1046307 h 1650046"/>
              <a:gd name="connsiteX51" fmla="*/ 50662 w 1424802"/>
              <a:gd name="connsiteY51" fmla="*/ 1005277 h 1650046"/>
              <a:gd name="connsiteX52" fmla="*/ 62385 w 1424802"/>
              <a:gd name="connsiteY52" fmla="*/ 964246 h 1650046"/>
              <a:gd name="connsiteX53" fmla="*/ 74108 w 1424802"/>
              <a:gd name="connsiteY53" fmla="*/ 940800 h 1650046"/>
              <a:gd name="connsiteX54" fmla="*/ 85832 w 1424802"/>
              <a:gd name="connsiteY54" fmla="*/ 899769 h 1650046"/>
              <a:gd name="connsiteX55" fmla="*/ 91693 w 1424802"/>
              <a:gd name="connsiteY55" fmla="*/ 882184 h 1650046"/>
              <a:gd name="connsiteX56" fmla="*/ 97555 w 1424802"/>
              <a:gd name="connsiteY56" fmla="*/ 852877 h 1650046"/>
              <a:gd name="connsiteX57" fmla="*/ 103416 w 1424802"/>
              <a:gd name="connsiteY57" fmla="*/ 835292 h 1650046"/>
              <a:gd name="connsiteX58" fmla="*/ 102366 w 1424802"/>
              <a:gd name="connsiteY58" fmla="*/ 772661 h 1650046"/>
              <a:gd name="connsiteX59" fmla="*/ 83418 w 1424802"/>
              <a:gd name="connsiteY59" fmla="*/ 661188 h 1650046"/>
              <a:gd name="connsiteX60" fmla="*/ 34270 w 1424802"/>
              <a:gd name="connsiteY60"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35401 w 1424802"/>
              <a:gd name="connsiteY19" fmla="*/ 507046 h 1650046"/>
              <a:gd name="connsiteX20" fmla="*/ 1091559 w 1424802"/>
              <a:gd name="connsiteY20" fmla="*/ 805354 h 1650046"/>
              <a:gd name="connsiteX21" fmla="*/ 1235657 w 1424802"/>
              <a:gd name="connsiteY21" fmla="*/ 1021434 h 1650046"/>
              <a:gd name="connsiteX22" fmla="*/ 1307706 w 1424802"/>
              <a:gd name="connsiteY22" fmla="*/ 1093461 h 1650046"/>
              <a:gd name="connsiteX23" fmla="*/ 1353869 w 1424802"/>
              <a:gd name="connsiteY23" fmla="*/ 1173135 h 1650046"/>
              <a:gd name="connsiteX24" fmla="*/ 1379755 w 1424802"/>
              <a:gd name="connsiteY24" fmla="*/ 1237514 h 1650046"/>
              <a:gd name="connsiteX25" fmla="*/ 1410539 w 1424802"/>
              <a:gd name="connsiteY25" fmla="*/ 1351107 h 1650046"/>
              <a:gd name="connsiteX26" fmla="*/ 1404287 w 1424802"/>
              <a:gd name="connsiteY26" fmla="*/ 1474733 h 1650046"/>
              <a:gd name="connsiteX27" fmla="*/ 1287447 w 1424802"/>
              <a:gd name="connsiteY27" fmla="*/ 1609015 h 1650046"/>
              <a:gd name="connsiteX28" fmla="*/ 1269862 w 1424802"/>
              <a:gd name="connsiteY28" fmla="*/ 1620738 h 1650046"/>
              <a:gd name="connsiteX29" fmla="*/ 1234693 w 1424802"/>
              <a:gd name="connsiteY29" fmla="*/ 1632461 h 1650046"/>
              <a:gd name="connsiteX30" fmla="*/ 1217108 w 1424802"/>
              <a:gd name="connsiteY30" fmla="*/ 1638323 h 1650046"/>
              <a:gd name="connsiteX31" fmla="*/ 1176078 w 1424802"/>
              <a:gd name="connsiteY31" fmla="*/ 1644184 h 1650046"/>
              <a:gd name="connsiteX32" fmla="*/ 1140908 w 1424802"/>
              <a:gd name="connsiteY32" fmla="*/ 1650046 h 1650046"/>
              <a:gd name="connsiteX33" fmla="*/ 900585 w 1424802"/>
              <a:gd name="connsiteY33" fmla="*/ 1644184 h 1650046"/>
              <a:gd name="connsiteX34" fmla="*/ 883001 w 1424802"/>
              <a:gd name="connsiteY34" fmla="*/ 1638323 h 1650046"/>
              <a:gd name="connsiteX35" fmla="*/ 800939 w 1424802"/>
              <a:gd name="connsiteY35" fmla="*/ 1632461 h 1650046"/>
              <a:gd name="connsiteX36" fmla="*/ 630955 w 1424802"/>
              <a:gd name="connsiteY36" fmla="*/ 1626600 h 1650046"/>
              <a:gd name="connsiteX37" fmla="*/ 572339 w 1424802"/>
              <a:gd name="connsiteY37" fmla="*/ 1620738 h 1650046"/>
              <a:gd name="connsiteX38" fmla="*/ 476812 w 1424802"/>
              <a:gd name="connsiteY38" fmla="*/ 1626600 h 1650046"/>
              <a:gd name="connsiteX39" fmla="*/ 155426 w 1424802"/>
              <a:gd name="connsiteY39" fmla="*/ 1597292 h 1650046"/>
              <a:gd name="connsiteX40" fmla="*/ 83418 w 1424802"/>
              <a:gd name="connsiteY40" fmla="*/ 1525284 h 1650046"/>
              <a:gd name="connsiteX41" fmla="*/ 50662 w 1424802"/>
              <a:gd name="connsiteY41" fmla="*/ 1474200 h 1650046"/>
              <a:gd name="connsiteX42" fmla="*/ 33078 w 1424802"/>
              <a:gd name="connsiteY42" fmla="*/ 1456615 h 1650046"/>
              <a:gd name="connsiteX43" fmla="*/ 21355 w 1424802"/>
              <a:gd name="connsiteY43" fmla="*/ 1415584 h 1650046"/>
              <a:gd name="connsiteX44" fmla="*/ 9632 w 1424802"/>
              <a:gd name="connsiteY44" fmla="*/ 1368692 h 1650046"/>
              <a:gd name="connsiteX45" fmla="*/ 9632 w 1424802"/>
              <a:gd name="connsiteY45" fmla="*/ 1169400 h 1650046"/>
              <a:gd name="connsiteX46" fmla="*/ 15493 w 1424802"/>
              <a:gd name="connsiteY46" fmla="*/ 1151815 h 1650046"/>
              <a:gd name="connsiteX47" fmla="*/ 21355 w 1424802"/>
              <a:gd name="connsiteY47" fmla="*/ 1099061 h 1650046"/>
              <a:gd name="connsiteX48" fmla="*/ 27216 w 1424802"/>
              <a:gd name="connsiteY48" fmla="*/ 1081477 h 1650046"/>
              <a:gd name="connsiteX49" fmla="*/ 33078 w 1424802"/>
              <a:gd name="connsiteY49" fmla="*/ 1046307 h 1650046"/>
              <a:gd name="connsiteX50" fmla="*/ 50662 w 1424802"/>
              <a:gd name="connsiteY50" fmla="*/ 1005277 h 1650046"/>
              <a:gd name="connsiteX51" fmla="*/ 62385 w 1424802"/>
              <a:gd name="connsiteY51" fmla="*/ 964246 h 1650046"/>
              <a:gd name="connsiteX52" fmla="*/ 74108 w 1424802"/>
              <a:gd name="connsiteY52" fmla="*/ 940800 h 1650046"/>
              <a:gd name="connsiteX53" fmla="*/ 85832 w 1424802"/>
              <a:gd name="connsiteY53" fmla="*/ 899769 h 1650046"/>
              <a:gd name="connsiteX54" fmla="*/ 91693 w 1424802"/>
              <a:gd name="connsiteY54" fmla="*/ 882184 h 1650046"/>
              <a:gd name="connsiteX55" fmla="*/ 97555 w 1424802"/>
              <a:gd name="connsiteY55" fmla="*/ 852877 h 1650046"/>
              <a:gd name="connsiteX56" fmla="*/ 103416 w 1424802"/>
              <a:gd name="connsiteY56" fmla="*/ 835292 h 1650046"/>
              <a:gd name="connsiteX57" fmla="*/ 102366 w 1424802"/>
              <a:gd name="connsiteY57" fmla="*/ 772661 h 1650046"/>
              <a:gd name="connsiteX58" fmla="*/ 83418 w 1424802"/>
              <a:gd name="connsiteY58" fmla="*/ 661188 h 1650046"/>
              <a:gd name="connsiteX59" fmla="*/ 34270 w 1424802"/>
              <a:gd name="connsiteY5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994370 w 1424802"/>
              <a:gd name="connsiteY18" fmla="*/ 483600 h 1650046"/>
              <a:gd name="connsiteX19" fmla="*/ 1091559 w 1424802"/>
              <a:gd name="connsiteY19" fmla="*/ 805354 h 1650046"/>
              <a:gd name="connsiteX20" fmla="*/ 1235657 w 1424802"/>
              <a:gd name="connsiteY20" fmla="*/ 1021434 h 1650046"/>
              <a:gd name="connsiteX21" fmla="*/ 1307706 w 1424802"/>
              <a:gd name="connsiteY21" fmla="*/ 1093461 h 1650046"/>
              <a:gd name="connsiteX22" fmla="*/ 1353869 w 1424802"/>
              <a:gd name="connsiteY22" fmla="*/ 1173135 h 1650046"/>
              <a:gd name="connsiteX23" fmla="*/ 1379755 w 1424802"/>
              <a:gd name="connsiteY23" fmla="*/ 1237514 h 1650046"/>
              <a:gd name="connsiteX24" fmla="*/ 1410539 w 1424802"/>
              <a:gd name="connsiteY24" fmla="*/ 1351107 h 1650046"/>
              <a:gd name="connsiteX25" fmla="*/ 1404287 w 1424802"/>
              <a:gd name="connsiteY25" fmla="*/ 1474733 h 1650046"/>
              <a:gd name="connsiteX26" fmla="*/ 1287447 w 1424802"/>
              <a:gd name="connsiteY26" fmla="*/ 1609015 h 1650046"/>
              <a:gd name="connsiteX27" fmla="*/ 1269862 w 1424802"/>
              <a:gd name="connsiteY27" fmla="*/ 1620738 h 1650046"/>
              <a:gd name="connsiteX28" fmla="*/ 1234693 w 1424802"/>
              <a:gd name="connsiteY28" fmla="*/ 1632461 h 1650046"/>
              <a:gd name="connsiteX29" fmla="*/ 1217108 w 1424802"/>
              <a:gd name="connsiteY29" fmla="*/ 1638323 h 1650046"/>
              <a:gd name="connsiteX30" fmla="*/ 1176078 w 1424802"/>
              <a:gd name="connsiteY30" fmla="*/ 1644184 h 1650046"/>
              <a:gd name="connsiteX31" fmla="*/ 1140908 w 1424802"/>
              <a:gd name="connsiteY31" fmla="*/ 1650046 h 1650046"/>
              <a:gd name="connsiteX32" fmla="*/ 900585 w 1424802"/>
              <a:gd name="connsiteY32" fmla="*/ 1644184 h 1650046"/>
              <a:gd name="connsiteX33" fmla="*/ 883001 w 1424802"/>
              <a:gd name="connsiteY33" fmla="*/ 1638323 h 1650046"/>
              <a:gd name="connsiteX34" fmla="*/ 800939 w 1424802"/>
              <a:gd name="connsiteY34" fmla="*/ 1632461 h 1650046"/>
              <a:gd name="connsiteX35" fmla="*/ 630955 w 1424802"/>
              <a:gd name="connsiteY35" fmla="*/ 1626600 h 1650046"/>
              <a:gd name="connsiteX36" fmla="*/ 572339 w 1424802"/>
              <a:gd name="connsiteY36" fmla="*/ 1620738 h 1650046"/>
              <a:gd name="connsiteX37" fmla="*/ 476812 w 1424802"/>
              <a:gd name="connsiteY37" fmla="*/ 1626600 h 1650046"/>
              <a:gd name="connsiteX38" fmla="*/ 155426 w 1424802"/>
              <a:gd name="connsiteY38" fmla="*/ 1597292 h 1650046"/>
              <a:gd name="connsiteX39" fmla="*/ 83418 w 1424802"/>
              <a:gd name="connsiteY39" fmla="*/ 1525284 h 1650046"/>
              <a:gd name="connsiteX40" fmla="*/ 50662 w 1424802"/>
              <a:gd name="connsiteY40" fmla="*/ 1474200 h 1650046"/>
              <a:gd name="connsiteX41" fmla="*/ 33078 w 1424802"/>
              <a:gd name="connsiteY41" fmla="*/ 1456615 h 1650046"/>
              <a:gd name="connsiteX42" fmla="*/ 21355 w 1424802"/>
              <a:gd name="connsiteY42" fmla="*/ 1415584 h 1650046"/>
              <a:gd name="connsiteX43" fmla="*/ 9632 w 1424802"/>
              <a:gd name="connsiteY43" fmla="*/ 1368692 h 1650046"/>
              <a:gd name="connsiteX44" fmla="*/ 9632 w 1424802"/>
              <a:gd name="connsiteY44" fmla="*/ 1169400 h 1650046"/>
              <a:gd name="connsiteX45" fmla="*/ 15493 w 1424802"/>
              <a:gd name="connsiteY45" fmla="*/ 1151815 h 1650046"/>
              <a:gd name="connsiteX46" fmla="*/ 21355 w 1424802"/>
              <a:gd name="connsiteY46" fmla="*/ 1099061 h 1650046"/>
              <a:gd name="connsiteX47" fmla="*/ 27216 w 1424802"/>
              <a:gd name="connsiteY47" fmla="*/ 1081477 h 1650046"/>
              <a:gd name="connsiteX48" fmla="*/ 33078 w 1424802"/>
              <a:gd name="connsiteY48" fmla="*/ 1046307 h 1650046"/>
              <a:gd name="connsiteX49" fmla="*/ 50662 w 1424802"/>
              <a:gd name="connsiteY49" fmla="*/ 1005277 h 1650046"/>
              <a:gd name="connsiteX50" fmla="*/ 62385 w 1424802"/>
              <a:gd name="connsiteY50" fmla="*/ 964246 h 1650046"/>
              <a:gd name="connsiteX51" fmla="*/ 74108 w 1424802"/>
              <a:gd name="connsiteY51" fmla="*/ 940800 h 1650046"/>
              <a:gd name="connsiteX52" fmla="*/ 85832 w 1424802"/>
              <a:gd name="connsiteY52" fmla="*/ 899769 h 1650046"/>
              <a:gd name="connsiteX53" fmla="*/ 91693 w 1424802"/>
              <a:gd name="connsiteY53" fmla="*/ 882184 h 1650046"/>
              <a:gd name="connsiteX54" fmla="*/ 97555 w 1424802"/>
              <a:gd name="connsiteY54" fmla="*/ 852877 h 1650046"/>
              <a:gd name="connsiteX55" fmla="*/ 103416 w 1424802"/>
              <a:gd name="connsiteY55" fmla="*/ 835292 h 1650046"/>
              <a:gd name="connsiteX56" fmla="*/ 102366 w 1424802"/>
              <a:gd name="connsiteY56" fmla="*/ 772661 h 1650046"/>
              <a:gd name="connsiteX57" fmla="*/ 83418 w 1424802"/>
              <a:gd name="connsiteY57" fmla="*/ 661188 h 1650046"/>
              <a:gd name="connsiteX58" fmla="*/ 34270 w 1424802"/>
              <a:gd name="connsiteY5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976785 w 1424802"/>
              <a:gd name="connsiteY17" fmla="*/ 460154 h 1650046"/>
              <a:gd name="connsiteX18" fmla="*/ 1091559 w 1424802"/>
              <a:gd name="connsiteY18" fmla="*/ 805354 h 1650046"/>
              <a:gd name="connsiteX19" fmla="*/ 1235657 w 1424802"/>
              <a:gd name="connsiteY19" fmla="*/ 1021434 h 1650046"/>
              <a:gd name="connsiteX20" fmla="*/ 1307706 w 1424802"/>
              <a:gd name="connsiteY20" fmla="*/ 1093461 h 1650046"/>
              <a:gd name="connsiteX21" fmla="*/ 1353869 w 1424802"/>
              <a:gd name="connsiteY21" fmla="*/ 1173135 h 1650046"/>
              <a:gd name="connsiteX22" fmla="*/ 1379755 w 1424802"/>
              <a:gd name="connsiteY22" fmla="*/ 1237514 h 1650046"/>
              <a:gd name="connsiteX23" fmla="*/ 1410539 w 1424802"/>
              <a:gd name="connsiteY23" fmla="*/ 1351107 h 1650046"/>
              <a:gd name="connsiteX24" fmla="*/ 1404287 w 1424802"/>
              <a:gd name="connsiteY24" fmla="*/ 1474733 h 1650046"/>
              <a:gd name="connsiteX25" fmla="*/ 1287447 w 1424802"/>
              <a:gd name="connsiteY25" fmla="*/ 1609015 h 1650046"/>
              <a:gd name="connsiteX26" fmla="*/ 1269862 w 1424802"/>
              <a:gd name="connsiteY26" fmla="*/ 1620738 h 1650046"/>
              <a:gd name="connsiteX27" fmla="*/ 1234693 w 1424802"/>
              <a:gd name="connsiteY27" fmla="*/ 1632461 h 1650046"/>
              <a:gd name="connsiteX28" fmla="*/ 1217108 w 1424802"/>
              <a:gd name="connsiteY28" fmla="*/ 1638323 h 1650046"/>
              <a:gd name="connsiteX29" fmla="*/ 1176078 w 1424802"/>
              <a:gd name="connsiteY29" fmla="*/ 1644184 h 1650046"/>
              <a:gd name="connsiteX30" fmla="*/ 1140908 w 1424802"/>
              <a:gd name="connsiteY30" fmla="*/ 1650046 h 1650046"/>
              <a:gd name="connsiteX31" fmla="*/ 900585 w 1424802"/>
              <a:gd name="connsiteY31" fmla="*/ 1644184 h 1650046"/>
              <a:gd name="connsiteX32" fmla="*/ 883001 w 1424802"/>
              <a:gd name="connsiteY32" fmla="*/ 1638323 h 1650046"/>
              <a:gd name="connsiteX33" fmla="*/ 800939 w 1424802"/>
              <a:gd name="connsiteY33" fmla="*/ 1632461 h 1650046"/>
              <a:gd name="connsiteX34" fmla="*/ 630955 w 1424802"/>
              <a:gd name="connsiteY34" fmla="*/ 1626600 h 1650046"/>
              <a:gd name="connsiteX35" fmla="*/ 572339 w 1424802"/>
              <a:gd name="connsiteY35" fmla="*/ 1620738 h 1650046"/>
              <a:gd name="connsiteX36" fmla="*/ 476812 w 1424802"/>
              <a:gd name="connsiteY36" fmla="*/ 1626600 h 1650046"/>
              <a:gd name="connsiteX37" fmla="*/ 155426 w 1424802"/>
              <a:gd name="connsiteY37" fmla="*/ 1597292 h 1650046"/>
              <a:gd name="connsiteX38" fmla="*/ 83418 w 1424802"/>
              <a:gd name="connsiteY38" fmla="*/ 1525284 h 1650046"/>
              <a:gd name="connsiteX39" fmla="*/ 50662 w 1424802"/>
              <a:gd name="connsiteY39" fmla="*/ 1474200 h 1650046"/>
              <a:gd name="connsiteX40" fmla="*/ 33078 w 1424802"/>
              <a:gd name="connsiteY40" fmla="*/ 1456615 h 1650046"/>
              <a:gd name="connsiteX41" fmla="*/ 21355 w 1424802"/>
              <a:gd name="connsiteY41" fmla="*/ 1415584 h 1650046"/>
              <a:gd name="connsiteX42" fmla="*/ 9632 w 1424802"/>
              <a:gd name="connsiteY42" fmla="*/ 1368692 h 1650046"/>
              <a:gd name="connsiteX43" fmla="*/ 9632 w 1424802"/>
              <a:gd name="connsiteY43" fmla="*/ 1169400 h 1650046"/>
              <a:gd name="connsiteX44" fmla="*/ 15493 w 1424802"/>
              <a:gd name="connsiteY44" fmla="*/ 1151815 h 1650046"/>
              <a:gd name="connsiteX45" fmla="*/ 21355 w 1424802"/>
              <a:gd name="connsiteY45" fmla="*/ 1099061 h 1650046"/>
              <a:gd name="connsiteX46" fmla="*/ 27216 w 1424802"/>
              <a:gd name="connsiteY46" fmla="*/ 1081477 h 1650046"/>
              <a:gd name="connsiteX47" fmla="*/ 33078 w 1424802"/>
              <a:gd name="connsiteY47" fmla="*/ 1046307 h 1650046"/>
              <a:gd name="connsiteX48" fmla="*/ 50662 w 1424802"/>
              <a:gd name="connsiteY48" fmla="*/ 1005277 h 1650046"/>
              <a:gd name="connsiteX49" fmla="*/ 62385 w 1424802"/>
              <a:gd name="connsiteY49" fmla="*/ 964246 h 1650046"/>
              <a:gd name="connsiteX50" fmla="*/ 74108 w 1424802"/>
              <a:gd name="connsiteY50" fmla="*/ 940800 h 1650046"/>
              <a:gd name="connsiteX51" fmla="*/ 85832 w 1424802"/>
              <a:gd name="connsiteY51" fmla="*/ 899769 h 1650046"/>
              <a:gd name="connsiteX52" fmla="*/ 91693 w 1424802"/>
              <a:gd name="connsiteY52" fmla="*/ 882184 h 1650046"/>
              <a:gd name="connsiteX53" fmla="*/ 97555 w 1424802"/>
              <a:gd name="connsiteY53" fmla="*/ 852877 h 1650046"/>
              <a:gd name="connsiteX54" fmla="*/ 103416 w 1424802"/>
              <a:gd name="connsiteY54" fmla="*/ 835292 h 1650046"/>
              <a:gd name="connsiteX55" fmla="*/ 102366 w 1424802"/>
              <a:gd name="connsiteY55" fmla="*/ 772661 h 1650046"/>
              <a:gd name="connsiteX56" fmla="*/ 83418 w 1424802"/>
              <a:gd name="connsiteY56" fmla="*/ 661188 h 1650046"/>
              <a:gd name="connsiteX57" fmla="*/ 34270 w 1424802"/>
              <a:gd name="connsiteY57"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959201 w 1424802"/>
              <a:gd name="connsiteY16" fmla="*/ 448430 h 1650046"/>
              <a:gd name="connsiteX17" fmla="*/ 1091559 w 1424802"/>
              <a:gd name="connsiteY17" fmla="*/ 805354 h 1650046"/>
              <a:gd name="connsiteX18" fmla="*/ 1235657 w 1424802"/>
              <a:gd name="connsiteY18" fmla="*/ 1021434 h 1650046"/>
              <a:gd name="connsiteX19" fmla="*/ 1307706 w 1424802"/>
              <a:gd name="connsiteY19" fmla="*/ 1093461 h 1650046"/>
              <a:gd name="connsiteX20" fmla="*/ 1353869 w 1424802"/>
              <a:gd name="connsiteY20" fmla="*/ 1173135 h 1650046"/>
              <a:gd name="connsiteX21" fmla="*/ 1379755 w 1424802"/>
              <a:gd name="connsiteY21" fmla="*/ 1237514 h 1650046"/>
              <a:gd name="connsiteX22" fmla="*/ 1410539 w 1424802"/>
              <a:gd name="connsiteY22" fmla="*/ 1351107 h 1650046"/>
              <a:gd name="connsiteX23" fmla="*/ 1404287 w 1424802"/>
              <a:gd name="connsiteY23" fmla="*/ 1474733 h 1650046"/>
              <a:gd name="connsiteX24" fmla="*/ 1287447 w 1424802"/>
              <a:gd name="connsiteY24" fmla="*/ 1609015 h 1650046"/>
              <a:gd name="connsiteX25" fmla="*/ 1269862 w 1424802"/>
              <a:gd name="connsiteY25" fmla="*/ 1620738 h 1650046"/>
              <a:gd name="connsiteX26" fmla="*/ 1234693 w 1424802"/>
              <a:gd name="connsiteY26" fmla="*/ 1632461 h 1650046"/>
              <a:gd name="connsiteX27" fmla="*/ 1217108 w 1424802"/>
              <a:gd name="connsiteY27" fmla="*/ 1638323 h 1650046"/>
              <a:gd name="connsiteX28" fmla="*/ 1176078 w 1424802"/>
              <a:gd name="connsiteY28" fmla="*/ 1644184 h 1650046"/>
              <a:gd name="connsiteX29" fmla="*/ 1140908 w 1424802"/>
              <a:gd name="connsiteY29" fmla="*/ 1650046 h 1650046"/>
              <a:gd name="connsiteX30" fmla="*/ 900585 w 1424802"/>
              <a:gd name="connsiteY30" fmla="*/ 1644184 h 1650046"/>
              <a:gd name="connsiteX31" fmla="*/ 883001 w 1424802"/>
              <a:gd name="connsiteY31" fmla="*/ 1638323 h 1650046"/>
              <a:gd name="connsiteX32" fmla="*/ 800939 w 1424802"/>
              <a:gd name="connsiteY32" fmla="*/ 1632461 h 1650046"/>
              <a:gd name="connsiteX33" fmla="*/ 630955 w 1424802"/>
              <a:gd name="connsiteY33" fmla="*/ 1626600 h 1650046"/>
              <a:gd name="connsiteX34" fmla="*/ 572339 w 1424802"/>
              <a:gd name="connsiteY34" fmla="*/ 1620738 h 1650046"/>
              <a:gd name="connsiteX35" fmla="*/ 476812 w 1424802"/>
              <a:gd name="connsiteY35" fmla="*/ 1626600 h 1650046"/>
              <a:gd name="connsiteX36" fmla="*/ 155426 w 1424802"/>
              <a:gd name="connsiteY36" fmla="*/ 1597292 h 1650046"/>
              <a:gd name="connsiteX37" fmla="*/ 83418 w 1424802"/>
              <a:gd name="connsiteY37" fmla="*/ 1525284 h 1650046"/>
              <a:gd name="connsiteX38" fmla="*/ 50662 w 1424802"/>
              <a:gd name="connsiteY38" fmla="*/ 1474200 h 1650046"/>
              <a:gd name="connsiteX39" fmla="*/ 33078 w 1424802"/>
              <a:gd name="connsiteY39" fmla="*/ 1456615 h 1650046"/>
              <a:gd name="connsiteX40" fmla="*/ 21355 w 1424802"/>
              <a:gd name="connsiteY40" fmla="*/ 1415584 h 1650046"/>
              <a:gd name="connsiteX41" fmla="*/ 9632 w 1424802"/>
              <a:gd name="connsiteY41" fmla="*/ 1368692 h 1650046"/>
              <a:gd name="connsiteX42" fmla="*/ 9632 w 1424802"/>
              <a:gd name="connsiteY42" fmla="*/ 1169400 h 1650046"/>
              <a:gd name="connsiteX43" fmla="*/ 15493 w 1424802"/>
              <a:gd name="connsiteY43" fmla="*/ 1151815 h 1650046"/>
              <a:gd name="connsiteX44" fmla="*/ 21355 w 1424802"/>
              <a:gd name="connsiteY44" fmla="*/ 1099061 h 1650046"/>
              <a:gd name="connsiteX45" fmla="*/ 27216 w 1424802"/>
              <a:gd name="connsiteY45" fmla="*/ 1081477 h 1650046"/>
              <a:gd name="connsiteX46" fmla="*/ 33078 w 1424802"/>
              <a:gd name="connsiteY46" fmla="*/ 1046307 h 1650046"/>
              <a:gd name="connsiteX47" fmla="*/ 50662 w 1424802"/>
              <a:gd name="connsiteY47" fmla="*/ 1005277 h 1650046"/>
              <a:gd name="connsiteX48" fmla="*/ 62385 w 1424802"/>
              <a:gd name="connsiteY48" fmla="*/ 964246 h 1650046"/>
              <a:gd name="connsiteX49" fmla="*/ 74108 w 1424802"/>
              <a:gd name="connsiteY49" fmla="*/ 940800 h 1650046"/>
              <a:gd name="connsiteX50" fmla="*/ 85832 w 1424802"/>
              <a:gd name="connsiteY50" fmla="*/ 899769 h 1650046"/>
              <a:gd name="connsiteX51" fmla="*/ 91693 w 1424802"/>
              <a:gd name="connsiteY51" fmla="*/ 882184 h 1650046"/>
              <a:gd name="connsiteX52" fmla="*/ 97555 w 1424802"/>
              <a:gd name="connsiteY52" fmla="*/ 852877 h 1650046"/>
              <a:gd name="connsiteX53" fmla="*/ 103416 w 1424802"/>
              <a:gd name="connsiteY53" fmla="*/ 835292 h 1650046"/>
              <a:gd name="connsiteX54" fmla="*/ 102366 w 1424802"/>
              <a:gd name="connsiteY54" fmla="*/ 772661 h 1650046"/>
              <a:gd name="connsiteX55" fmla="*/ 83418 w 1424802"/>
              <a:gd name="connsiteY55" fmla="*/ 661188 h 1650046"/>
              <a:gd name="connsiteX56" fmla="*/ 34270 w 1424802"/>
              <a:gd name="connsiteY56"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935755 w 1424802"/>
              <a:gd name="connsiteY15" fmla="*/ 430846 h 1650046"/>
              <a:gd name="connsiteX16" fmla="*/ 1091559 w 1424802"/>
              <a:gd name="connsiteY16" fmla="*/ 805354 h 1650046"/>
              <a:gd name="connsiteX17" fmla="*/ 1235657 w 1424802"/>
              <a:gd name="connsiteY17" fmla="*/ 1021434 h 1650046"/>
              <a:gd name="connsiteX18" fmla="*/ 1307706 w 1424802"/>
              <a:gd name="connsiteY18" fmla="*/ 1093461 h 1650046"/>
              <a:gd name="connsiteX19" fmla="*/ 1353869 w 1424802"/>
              <a:gd name="connsiteY19" fmla="*/ 1173135 h 1650046"/>
              <a:gd name="connsiteX20" fmla="*/ 1379755 w 1424802"/>
              <a:gd name="connsiteY20" fmla="*/ 1237514 h 1650046"/>
              <a:gd name="connsiteX21" fmla="*/ 1410539 w 1424802"/>
              <a:gd name="connsiteY21" fmla="*/ 1351107 h 1650046"/>
              <a:gd name="connsiteX22" fmla="*/ 1404287 w 1424802"/>
              <a:gd name="connsiteY22" fmla="*/ 1474733 h 1650046"/>
              <a:gd name="connsiteX23" fmla="*/ 1287447 w 1424802"/>
              <a:gd name="connsiteY23" fmla="*/ 1609015 h 1650046"/>
              <a:gd name="connsiteX24" fmla="*/ 1269862 w 1424802"/>
              <a:gd name="connsiteY24" fmla="*/ 1620738 h 1650046"/>
              <a:gd name="connsiteX25" fmla="*/ 1234693 w 1424802"/>
              <a:gd name="connsiteY25" fmla="*/ 1632461 h 1650046"/>
              <a:gd name="connsiteX26" fmla="*/ 1217108 w 1424802"/>
              <a:gd name="connsiteY26" fmla="*/ 1638323 h 1650046"/>
              <a:gd name="connsiteX27" fmla="*/ 1176078 w 1424802"/>
              <a:gd name="connsiteY27" fmla="*/ 1644184 h 1650046"/>
              <a:gd name="connsiteX28" fmla="*/ 1140908 w 1424802"/>
              <a:gd name="connsiteY28" fmla="*/ 1650046 h 1650046"/>
              <a:gd name="connsiteX29" fmla="*/ 900585 w 1424802"/>
              <a:gd name="connsiteY29" fmla="*/ 1644184 h 1650046"/>
              <a:gd name="connsiteX30" fmla="*/ 883001 w 1424802"/>
              <a:gd name="connsiteY30" fmla="*/ 1638323 h 1650046"/>
              <a:gd name="connsiteX31" fmla="*/ 800939 w 1424802"/>
              <a:gd name="connsiteY31" fmla="*/ 1632461 h 1650046"/>
              <a:gd name="connsiteX32" fmla="*/ 630955 w 1424802"/>
              <a:gd name="connsiteY32" fmla="*/ 1626600 h 1650046"/>
              <a:gd name="connsiteX33" fmla="*/ 572339 w 1424802"/>
              <a:gd name="connsiteY33" fmla="*/ 1620738 h 1650046"/>
              <a:gd name="connsiteX34" fmla="*/ 476812 w 1424802"/>
              <a:gd name="connsiteY34" fmla="*/ 1626600 h 1650046"/>
              <a:gd name="connsiteX35" fmla="*/ 155426 w 1424802"/>
              <a:gd name="connsiteY35" fmla="*/ 1597292 h 1650046"/>
              <a:gd name="connsiteX36" fmla="*/ 83418 w 1424802"/>
              <a:gd name="connsiteY36" fmla="*/ 1525284 h 1650046"/>
              <a:gd name="connsiteX37" fmla="*/ 50662 w 1424802"/>
              <a:gd name="connsiteY37" fmla="*/ 1474200 h 1650046"/>
              <a:gd name="connsiteX38" fmla="*/ 33078 w 1424802"/>
              <a:gd name="connsiteY38" fmla="*/ 1456615 h 1650046"/>
              <a:gd name="connsiteX39" fmla="*/ 21355 w 1424802"/>
              <a:gd name="connsiteY39" fmla="*/ 1415584 h 1650046"/>
              <a:gd name="connsiteX40" fmla="*/ 9632 w 1424802"/>
              <a:gd name="connsiteY40" fmla="*/ 1368692 h 1650046"/>
              <a:gd name="connsiteX41" fmla="*/ 9632 w 1424802"/>
              <a:gd name="connsiteY41" fmla="*/ 1169400 h 1650046"/>
              <a:gd name="connsiteX42" fmla="*/ 15493 w 1424802"/>
              <a:gd name="connsiteY42" fmla="*/ 1151815 h 1650046"/>
              <a:gd name="connsiteX43" fmla="*/ 21355 w 1424802"/>
              <a:gd name="connsiteY43" fmla="*/ 1099061 h 1650046"/>
              <a:gd name="connsiteX44" fmla="*/ 27216 w 1424802"/>
              <a:gd name="connsiteY44" fmla="*/ 1081477 h 1650046"/>
              <a:gd name="connsiteX45" fmla="*/ 33078 w 1424802"/>
              <a:gd name="connsiteY45" fmla="*/ 1046307 h 1650046"/>
              <a:gd name="connsiteX46" fmla="*/ 50662 w 1424802"/>
              <a:gd name="connsiteY46" fmla="*/ 1005277 h 1650046"/>
              <a:gd name="connsiteX47" fmla="*/ 62385 w 1424802"/>
              <a:gd name="connsiteY47" fmla="*/ 964246 h 1650046"/>
              <a:gd name="connsiteX48" fmla="*/ 74108 w 1424802"/>
              <a:gd name="connsiteY48" fmla="*/ 940800 h 1650046"/>
              <a:gd name="connsiteX49" fmla="*/ 85832 w 1424802"/>
              <a:gd name="connsiteY49" fmla="*/ 899769 h 1650046"/>
              <a:gd name="connsiteX50" fmla="*/ 91693 w 1424802"/>
              <a:gd name="connsiteY50" fmla="*/ 882184 h 1650046"/>
              <a:gd name="connsiteX51" fmla="*/ 97555 w 1424802"/>
              <a:gd name="connsiteY51" fmla="*/ 852877 h 1650046"/>
              <a:gd name="connsiteX52" fmla="*/ 103416 w 1424802"/>
              <a:gd name="connsiteY52" fmla="*/ 835292 h 1650046"/>
              <a:gd name="connsiteX53" fmla="*/ 102366 w 1424802"/>
              <a:gd name="connsiteY53" fmla="*/ 772661 h 1650046"/>
              <a:gd name="connsiteX54" fmla="*/ 83418 w 1424802"/>
              <a:gd name="connsiteY54" fmla="*/ 661188 h 1650046"/>
              <a:gd name="connsiteX55" fmla="*/ 34270 w 1424802"/>
              <a:gd name="connsiteY55"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918170 w 1424802"/>
              <a:gd name="connsiteY14" fmla="*/ 419123 h 1650046"/>
              <a:gd name="connsiteX15" fmla="*/ 1091559 w 1424802"/>
              <a:gd name="connsiteY15" fmla="*/ 805354 h 1650046"/>
              <a:gd name="connsiteX16" fmla="*/ 1235657 w 1424802"/>
              <a:gd name="connsiteY16" fmla="*/ 1021434 h 1650046"/>
              <a:gd name="connsiteX17" fmla="*/ 1307706 w 1424802"/>
              <a:gd name="connsiteY17" fmla="*/ 1093461 h 1650046"/>
              <a:gd name="connsiteX18" fmla="*/ 1353869 w 1424802"/>
              <a:gd name="connsiteY18" fmla="*/ 1173135 h 1650046"/>
              <a:gd name="connsiteX19" fmla="*/ 1379755 w 1424802"/>
              <a:gd name="connsiteY19" fmla="*/ 1237514 h 1650046"/>
              <a:gd name="connsiteX20" fmla="*/ 1410539 w 1424802"/>
              <a:gd name="connsiteY20" fmla="*/ 1351107 h 1650046"/>
              <a:gd name="connsiteX21" fmla="*/ 1404287 w 1424802"/>
              <a:gd name="connsiteY21" fmla="*/ 1474733 h 1650046"/>
              <a:gd name="connsiteX22" fmla="*/ 1287447 w 1424802"/>
              <a:gd name="connsiteY22" fmla="*/ 1609015 h 1650046"/>
              <a:gd name="connsiteX23" fmla="*/ 1269862 w 1424802"/>
              <a:gd name="connsiteY23" fmla="*/ 1620738 h 1650046"/>
              <a:gd name="connsiteX24" fmla="*/ 1234693 w 1424802"/>
              <a:gd name="connsiteY24" fmla="*/ 1632461 h 1650046"/>
              <a:gd name="connsiteX25" fmla="*/ 1217108 w 1424802"/>
              <a:gd name="connsiteY25" fmla="*/ 1638323 h 1650046"/>
              <a:gd name="connsiteX26" fmla="*/ 1176078 w 1424802"/>
              <a:gd name="connsiteY26" fmla="*/ 1644184 h 1650046"/>
              <a:gd name="connsiteX27" fmla="*/ 1140908 w 1424802"/>
              <a:gd name="connsiteY27" fmla="*/ 1650046 h 1650046"/>
              <a:gd name="connsiteX28" fmla="*/ 900585 w 1424802"/>
              <a:gd name="connsiteY28" fmla="*/ 1644184 h 1650046"/>
              <a:gd name="connsiteX29" fmla="*/ 883001 w 1424802"/>
              <a:gd name="connsiteY29" fmla="*/ 1638323 h 1650046"/>
              <a:gd name="connsiteX30" fmla="*/ 800939 w 1424802"/>
              <a:gd name="connsiteY30" fmla="*/ 1632461 h 1650046"/>
              <a:gd name="connsiteX31" fmla="*/ 630955 w 1424802"/>
              <a:gd name="connsiteY31" fmla="*/ 1626600 h 1650046"/>
              <a:gd name="connsiteX32" fmla="*/ 572339 w 1424802"/>
              <a:gd name="connsiteY32" fmla="*/ 1620738 h 1650046"/>
              <a:gd name="connsiteX33" fmla="*/ 476812 w 1424802"/>
              <a:gd name="connsiteY33" fmla="*/ 1626600 h 1650046"/>
              <a:gd name="connsiteX34" fmla="*/ 155426 w 1424802"/>
              <a:gd name="connsiteY34" fmla="*/ 1597292 h 1650046"/>
              <a:gd name="connsiteX35" fmla="*/ 83418 w 1424802"/>
              <a:gd name="connsiteY35" fmla="*/ 1525284 h 1650046"/>
              <a:gd name="connsiteX36" fmla="*/ 50662 w 1424802"/>
              <a:gd name="connsiteY36" fmla="*/ 1474200 h 1650046"/>
              <a:gd name="connsiteX37" fmla="*/ 33078 w 1424802"/>
              <a:gd name="connsiteY37" fmla="*/ 1456615 h 1650046"/>
              <a:gd name="connsiteX38" fmla="*/ 21355 w 1424802"/>
              <a:gd name="connsiteY38" fmla="*/ 1415584 h 1650046"/>
              <a:gd name="connsiteX39" fmla="*/ 9632 w 1424802"/>
              <a:gd name="connsiteY39" fmla="*/ 1368692 h 1650046"/>
              <a:gd name="connsiteX40" fmla="*/ 9632 w 1424802"/>
              <a:gd name="connsiteY40" fmla="*/ 1169400 h 1650046"/>
              <a:gd name="connsiteX41" fmla="*/ 15493 w 1424802"/>
              <a:gd name="connsiteY41" fmla="*/ 1151815 h 1650046"/>
              <a:gd name="connsiteX42" fmla="*/ 21355 w 1424802"/>
              <a:gd name="connsiteY42" fmla="*/ 1099061 h 1650046"/>
              <a:gd name="connsiteX43" fmla="*/ 27216 w 1424802"/>
              <a:gd name="connsiteY43" fmla="*/ 1081477 h 1650046"/>
              <a:gd name="connsiteX44" fmla="*/ 33078 w 1424802"/>
              <a:gd name="connsiteY44" fmla="*/ 1046307 h 1650046"/>
              <a:gd name="connsiteX45" fmla="*/ 50662 w 1424802"/>
              <a:gd name="connsiteY45" fmla="*/ 1005277 h 1650046"/>
              <a:gd name="connsiteX46" fmla="*/ 62385 w 1424802"/>
              <a:gd name="connsiteY46" fmla="*/ 964246 h 1650046"/>
              <a:gd name="connsiteX47" fmla="*/ 74108 w 1424802"/>
              <a:gd name="connsiteY47" fmla="*/ 940800 h 1650046"/>
              <a:gd name="connsiteX48" fmla="*/ 85832 w 1424802"/>
              <a:gd name="connsiteY48" fmla="*/ 899769 h 1650046"/>
              <a:gd name="connsiteX49" fmla="*/ 91693 w 1424802"/>
              <a:gd name="connsiteY49" fmla="*/ 882184 h 1650046"/>
              <a:gd name="connsiteX50" fmla="*/ 97555 w 1424802"/>
              <a:gd name="connsiteY50" fmla="*/ 852877 h 1650046"/>
              <a:gd name="connsiteX51" fmla="*/ 103416 w 1424802"/>
              <a:gd name="connsiteY51" fmla="*/ 835292 h 1650046"/>
              <a:gd name="connsiteX52" fmla="*/ 102366 w 1424802"/>
              <a:gd name="connsiteY52" fmla="*/ 772661 h 1650046"/>
              <a:gd name="connsiteX53" fmla="*/ 83418 w 1424802"/>
              <a:gd name="connsiteY53" fmla="*/ 661188 h 1650046"/>
              <a:gd name="connsiteX54" fmla="*/ 34270 w 1424802"/>
              <a:gd name="connsiteY54"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906447 w 1424802"/>
              <a:gd name="connsiteY13" fmla="*/ 401538 h 1650046"/>
              <a:gd name="connsiteX14" fmla="*/ 1091559 w 1424802"/>
              <a:gd name="connsiteY14" fmla="*/ 805354 h 1650046"/>
              <a:gd name="connsiteX15" fmla="*/ 1235657 w 1424802"/>
              <a:gd name="connsiteY15" fmla="*/ 1021434 h 1650046"/>
              <a:gd name="connsiteX16" fmla="*/ 1307706 w 1424802"/>
              <a:gd name="connsiteY16" fmla="*/ 1093461 h 1650046"/>
              <a:gd name="connsiteX17" fmla="*/ 1353869 w 1424802"/>
              <a:gd name="connsiteY17" fmla="*/ 1173135 h 1650046"/>
              <a:gd name="connsiteX18" fmla="*/ 1379755 w 1424802"/>
              <a:gd name="connsiteY18" fmla="*/ 1237514 h 1650046"/>
              <a:gd name="connsiteX19" fmla="*/ 1410539 w 1424802"/>
              <a:gd name="connsiteY19" fmla="*/ 1351107 h 1650046"/>
              <a:gd name="connsiteX20" fmla="*/ 1404287 w 1424802"/>
              <a:gd name="connsiteY20" fmla="*/ 1474733 h 1650046"/>
              <a:gd name="connsiteX21" fmla="*/ 1287447 w 1424802"/>
              <a:gd name="connsiteY21" fmla="*/ 1609015 h 1650046"/>
              <a:gd name="connsiteX22" fmla="*/ 1269862 w 1424802"/>
              <a:gd name="connsiteY22" fmla="*/ 1620738 h 1650046"/>
              <a:gd name="connsiteX23" fmla="*/ 1234693 w 1424802"/>
              <a:gd name="connsiteY23" fmla="*/ 1632461 h 1650046"/>
              <a:gd name="connsiteX24" fmla="*/ 1217108 w 1424802"/>
              <a:gd name="connsiteY24" fmla="*/ 1638323 h 1650046"/>
              <a:gd name="connsiteX25" fmla="*/ 1176078 w 1424802"/>
              <a:gd name="connsiteY25" fmla="*/ 1644184 h 1650046"/>
              <a:gd name="connsiteX26" fmla="*/ 1140908 w 1424802"/>
              <a:gd name="connsiteY26" fmla="*/ 1650046 h 1650046"/>
              <a:gd name="connsiteX27" fmla="*/ 900585 w 1424802"/>
              <a:gd name="connsiteY27" fmla="*/ 1644184 h 1650046"/>
              <a:gd name="connsiteX28" fmla="*/ 883001 w 1424802"/>
              <a:gd name="connsiteY28" fmla="*/ 1638323 h 1650046"/>
              <a:gd name="connsiteX29" fmla="*/ 800939 w 1424802"/>
              <a:gd name="connsiteY29" fmla="*/ 1632461 h 1650046"/>
              <a:gd name="connsiteX30" fmla="*/ 630955 w 1424802"/>
              <a:gd name="connsiteY30" fmla="*/ 1626600 h 1650046"/>
              <a:gd name="connsiteX31" fmla="*/ 572339 w 1424802"/>
              <a:gd name="connsiteY31" fmla="*/ 1620738 h 1650046"/>
              <a:gd name="connsiteX32" fmla="*/ 476812 w 1424802"/>
              <a:gd name="connsiteY32" fmla="*/ 1626600 h 1650046"/>
              <a:gd name="connsiteX33" fmla="*/ 155426 w 1424802"/>
              <a:gd name="connsiteY33" fmla="*/ 1597292 h 1650046"/>
              <a:gd name="connsiteX34" fmla="*/ 83418 w 1424802"/>
              <a:gd name="connsiteY34" fmla="*/ 1525284 h 1650046"/>
              <a:gd name="connsiteX35" fmla="*/ 50662 w 1424802"/>
              <a:gd name="connsiteY35" fmla="*/ 1474200 h 1650046"/>
              <a:gd name="connsiteX36" fmla="*/ 33078 w 1424802"/>
              <a:gd name="connsiteY36" fmla="*/ 1456615 h 1650046"/>
              <a:gd name="connsiteX37" fmla="*/ 21355 w 1424802"/>
              <a:gd name="connsiteY37" fmla="*/ 1415584 h 1650046"/>
              <a:gd name="connsiteX38" fmla="*/ 9632 w 1424802"/>
              <a:gd name="connsiteY38" fmla="*/ 1368692 h 1650046"/>
              <a:gd name="connsiteX39" fmla="*/ 9632 w 1424802"/>
              <a:gd name="connsiteY39" fmla="*/ 1169400 h 1650046"/>
              <a:gd name="connsiteX40" fmla="*/ 15493 w 1424802"/>
              <a:gd name="connsiteY40" fmla="*/ 1151815 h 1650046"/>
              <a:gd name="connsiteX41" fmla="*/ 21355 w 1424802"/>
              <a:gd name="connsiteY41" fmla="*/ 1099061 h 1650046"/>
              <a:gd name="connsiteX42" fmla="*/ 27216 w 1424802"/>
              <a:gd name="connsiteY42" fmla="*/ 1081477 h 1650046"/>
              <a:gd name="connsiteX43" fmla="*/ 33078 w 1424802"/>
              <a:gd name="connsiteY43" fmla="*/ 1046307 h 1650046"/>
              <a:gd name="connsiteX44" fmla="*/ 50662 w 1424802"/>
              <a:gd name="connsiteY44" fmla="*/ 1005277 h 1650046"/>
              <a:gd name="connsiteX45" fmla="*/ 62385 w 1424802"/>
              <a:gd name="connsiteY45" fmla="*/ 964246 h 1650046"/>
              <a:gd name="connsiteX46" fmla="*/ 74108 w 1424802"/>
              <a:gd name="connsiteY46" fmla="*/ 940800 h 1650046"/>
              <a:gd name="connsiteX47" fmla="*/ 85832 w 1424802"/>
              <a:gd name="connsiteY47" fmla="*/ 899769 h 1650046"/>
              <a:gd name="connsiteX48" fmla="*/ 91693 w 1424802"/>
              <a:gd name="connsiteY48" fmla="*/ 882184 h 1650046"/>
              <a:gd name="connsiteX49" fmla="*/ 97555 w 1424802"/>
              <a:gd name="connsiteY49" fmla="*/ 852877 h 1650046"/>
              <a:gd name="connsiteX50" fmla="*/ 103416 w 1424802"/>
              <a:gd name="connsiteY50" fmla="*/ 835292 h 1650046"/>
              <a:gd name="connsiteX51" fmla="*/ 102366 w 1424802"/>
              <a:gd name="connsiteY51" fmla="*/ 772661 h 1650046"/>
              <a:gd name="connsiteX52" fmla="*/ 83418 w 1424802"/>
              <a:gd name="connsiteY52" fmla="*/ 661188 h 1650046"/>
              <a:gd name="connsiteX53" fmla="*/ 34270 w 1424802"/>
              <a:gd name="connsiteY53"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865416 w 1424802"/>
              <a:gd name="connsiteY12" fmla="*/ 366369 h 1650046"/>
              <a:gd name="connsiteX13" fmla="*/ 1091559 w 1424802"/>
              <a:gd name="connsiteY13" fmla="*/ 805354 h 1650046"/>
              <a:gd name="connsiteX14" fmla="*/ 1235657 w 1424802"/>
              <a:gd name="connsiteY14" fmla="*/ 1021434 h 1650046"/>
              <a:gd name="connsiteX15" fmla="*/ 1307706 w 1424802"/>
              <a:gd name="connsiteY15" fmla="*/ 1093461 h 1650046"/>
              <a:gd name="connsiteX16" fmla="*/ 1353869 w 1424802"/>
              <a:gd name="connsiteY16" fmla="*/ 1173135 h 1650046"/>
              <a:gd name="connsiteX17" fmla="*/ 1379755 w 1424802"/>
              <a:gd name="connsiteY17" fmla="*/ 1237514 h 1650046"/>
              <a:gd name="connsiteX18" fmla="*/ 1410539 w 1424802"/>
              <a:gd name="connsiteY18" fmla="*/ 1351107 h 1650046"/>
              <a:gd name="connsiteX19" fmla="*/ 1404287 w 1424802"/>
              <a:gd name="connsiteY19" fmla="*/ 1474733 h 1650046"/>
              <a:gd name="connsiteX20" fmla="*/ 1287447 w 1424802"/>
              <a:gd name="connsiteY20" fmla="*/ 1609015 h 1650046"/>
              <a:gd name="connsiteX21" fmla="*/ 1269862 w 1424802"/>
              <a:gd name="connsiteY21" fmla="*/ 1620738 h 1650046"/>
              <a:gd name="connsiteX22" fmla="*/ 1234693 w 1424802"/>
              <a:gd name="connsiteY22" fmla="*/ 1632461 h 1650046"/>
              <a:gd name="connsiteX23" fmla="*/ 1217108 w 1424802"/>
              <a:gd name="connsiteY23" fmla="*/ 1638323 h 1650046"/>
              <a:gd name="connsiteX24" fmla="*/ 1176078 w 1424802"/>
              <a:gd name="connsiteY24" fmla="*/ 1644184 h 1650046"/>
              <a:gd name="connsiteX25" fmla="*/ 1140908 w 1424802"/>
              <a:gd name="connsiteY25" fmla="*/ 1650046 h 1650046"/>
              <a:gd name="connsiteX26" fmla="*/ 900585 w 1424802"/>
              <a:gd name="connsiteY26" fmla="*/ 1644184 h 1650046"/>
              <a:gd name="connsiteX27" fmla="*/ 883001 w 1424802"/>
              <a:gd name="connsiteY27" fmla="*/ 1638323 h 1650046"/>
              <a:gd name="connsiteX28" fmla="*/ 800939 w 1424802"/>
              <a:gd name="connsiteY28" fmla="*/ 1632461 h 1650046"/>
              <a:gd name="connsiteX29" fmla="*/ 630955 w 1424802"/>
              <a:gd name="connsiteY29" fmla="*/ 1626600 h 1650046"/>
              <a:gd name="connsiteX30" fmla="*/ 572339 w 1424802"/>
              <a:gd name="connsiteY30" fmla="*/ 1620738 h 1650046"/>
              <a:gd name="connsiteX31" fmla="*/ 476812 w 1424802"/>
              <a:gd name="connsiteY31" fmla="*/ 1626600 h 1650046"/>
              <a:gd name="connsiteX32" fmla="*/ 155426 w 1424802"/>
              <a:gd name="connsiteY32" fmla="*/ 1597292 h 1650046"/>
              <a:gd name="connsiteX33" fmla="*/ 83418 w 1424802"/>
              <a:gd name="connsiteY33" fmla="*/ 1525284 h 1650046"/>
              <a:gd name="connsiteX34" fmla="*/ 50662 w 1424802"/>
              <a:gd name="connsiteY34" fmla="*/ 1474200 h 1650046"/>
              <a:gd name="connsiteX35" fmla="*/ 33078 w 1424802"/>
              <a:gd name="connsiteY35" fmla="*/ 1456615 h 1650046"/>
              <a:gd name="connsiteX36" fmla="*/ 21355 w 1424802"/>
              <a:gd name="connsiteY36" fmla="*/ 1415584 h 1650046"/>
              <a:gd name="connsiteX37" fmla="*/ 9632 w 1424802"/>
              <a:gd name="connsiteY37" fmla="*/ 1368692 h 1650046"/>
              <a:gd name="connsiteX38" fmla="*/ 9632 w 1424802"/>
              <a:gd name="connsiteY38" fmla="*/ 1169400 h 1650046"/>
              <a:gd name="connsiteX39" fmla="*/ 15493 w 1424802"/>
              <a:gd name="connsiteY39" fmla="*/ 1151815 h 1650046"/>
              <a:gd name="connsiteX40" fmla="*/ 21355 w 1424802"/>
              <a:gd name="connsiteY40" fmla="*/ 1099061 h 1650046"/>
              <a:gd name="connsiteX41" fmla="*/ 27216 w 1424802"/>
              <a:gd name="connsiteY41" fmla="*/ 1081477 h 1650046"/>
              <a:gd name="connsiteX42" fmla="*/ 33078 w 1424802"/>
              <a:gd name="connsiteY42" fmla="*/ 1046307 h 1650046"/>
              <a:gd name="connsiteX43" fmla="*/ 50662 w 1424802"/>
              <a:gd name="connsiteY43" fmla="*/ 1005277 h 1650046"/>
              <a:gd name="connsiteX44" fmla="*/ 62385 w 1424802"/>
              <a:gd name="connsiteY44" fmla="*/ 964246 h 1650046"/>
              <a:gd name="connsiteX45" fmla="*/ 74108 w 1424802"/>
              <a:gd name="connsiteY45" fmla="*/ 940800 h 1650046"/>
              <a:gd name="connsiteX46" fmla="*/ 85832 w 1424802"/>
              <a:gd name="connsiteY46" fmla="*/ 899769 h 1650046"/>
              <a:gd name="connsiteX47" fmla="*/ 91693 w 1424802"/>
              <a:gd name="connsiteY47" fmla="*/ 882184 h 1650046"/>
              <a:gd name="connsiteX48" fmla="*/ 97555 w 1424802"/>
              <a:gd name="connsiteY48" fmla="*/ 852877 h 1650046"/>
              <a:gd name="connsiteX49" fmla="*/ 103416 w 1424802"/>
              <a:gd name="connsiteY49" fmla="*/ 835292 h 1650046"/>
              <a:gd name="connsiteX50" fmla="*/ 102366 w 1424802"/>
              <a:gd name="connsiteY50" fmla="*/ 772661 h 1650046"/>
              <a:gd name="connsiteX51" fmla="*/ 83418 w 1424802"/>
              <a:gd name="connsiteY51" fmla="*/ 661188 h 1650046"/>
              <a:gd name="connsiteX52" fmla="*/ 34270 w 1424802"/>
              <a:gd name="connsiteY52"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55426 w 1424802"/>
              <a:gd name="connsiteY31" fmla="*/ 1597292 h 1650046"/>
              <a:gd name="connsiteX32" fmla="*/ 83418 w 1424802"/>
              <a:gd name="connsiteY32" fmla="*/ 1525284 h 1650046"/>
              <a:gd name="connsiteX33" fmla="*/ 50662 w 1424802"/>
              <a:gd name="connsiteY33" fmla="*/ 1474200 h 1650046"/>
              <a:gd name="connsiteX34" fmla="*/ 33078 w 1424802"/>
              <a:gd name="connsiteY34" fmla="*/ 1456615 h 1650046"/>
              <a:gd name="connsiteX35" fmla="*/ 21355 w 1424802"/>
              <a:gd name="connsiteY35" fmla="*/ 1415584 h 1650046"/>
              <a:gd name="connsiteX36" fmla="*/ 9632 w 1424802"/>
              <a:gd name="connsiteY36" fmla="*/ 1368692 h 1650046"/>
              <a:gd name="connsiteX37" fmla="*/ 9632 w 1424802"/>
              <a:gd name="connsiteY37" fmla="*/ 1169400 h 1650046"/>
              <a:gd name="connsiteX38" fmla="*/ 15493 w 1424802"/>
              <a:gd name="connsiteY38" fmla="*/ 1151815 h 1650046"/>
              <a:gd name="connsiteX39" fmla="*/ 21355 w 1424802"/>
              <a:gd name="connsiteY39" fmla="*/ 1099061 h 1650046"/>
              <a:gd name="connsiteX40" fmla="*/ 27216 w 1424802"/>
              <a:gd name="connsiteY40" fmla="*/ 1081477 h 1650046"/>
              <a:gd name="connsiteX41" fmla="*/ 33078 w 1424802"/>
              <a:gd name="connsiteY41" fmla="*/ 1046307 h 1650046"/>
              <a:gd name="connsiteX42" fmla="*/ 50662 w 1424802"/>
              <a:gd name="connsiteY42" fmla="*/ 1005277 h 1650046"/>
              <a:gd name="connsiteX43" fmla="*/ 62385 w 1424802"/>
              <a:gd name="connsiteY43" fmla="*/ 964246 h 1650046"/>
              <a:gd name="connsiteX44" fmla="*/ 74108 w 1424802"/>
              <a:gd name="connsiteY44" fmla="*/ 940800 h 1650046"/>
              <a:gd name="connsiteX45" fmla="*/ 85832 w 1424802"/>
              <a:gd name="connsiteY45" fmla="*/ 899769 h 1650046"/>
              <a:gd name="connsiteX46" fmla="*/ 91693 w 1424802"/>
              <a:gd name="connsiteY46" fmla="*/ 882184 h 1650046"/>
              <a:gd name="connsiteX47" fmla="*/ 97555 w 1424802"/>
              <a:gd name="connsiteY47" fmla="*/ 852877 h 1650046"/>
              <a:gd name="connsiteX48" fmla="*/ 103416 w 1424802"/>
              <a:gd name="connsiteY48" fmla="*/ 835292 h 1650046"/>
              <a:gd name="connsiteX49" fmla="*/ 102366 w 1424802"/>
              <a:gd name="connsiteY49" fmla="*/ 772661 h 1650046"/>
              <a:gd name="connsiteX50" fmla="*/ 83418 w 1424802"/>
              <a:gd name="connsiteY50" fmla="*/ 661188 h 1650046"/>
              <a:gd name="connsiteX51" fmla="*/ 34270 w 1424802"/>
              <a:gd name="connsiteY51"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83418 w 1424802"/>
              <a:gd name="connsiteY31" fmla="*/ 1525284 h 1650046"/>
              <a:gd name="connsiteX32" fmla="*/ 50662 w 1424802"/>
              <a:gd name="connsiteY32" fmla="*/ 1474200 h 1650046"/>
              <a:gd name="connsiteX33" fmla="*/ 33078 w 1424802"/>
              <a:gd name="connsiteY33" fmla="*/ 1456615 h 1650046"/>
              <a:gd name="connsiteX34" fmla="*/ 21355 w 1424802"/>
              <a:gd name="connsiteY34" fmla="*/ 1415584 h 1650046"/>
              <a:gd name="connsiteX35" fmla="*/ 9632 w 1424802"/>
              <a:gd name="connsiteY35" fmla="*/ 1368692 h 1650046"/>
              <a:gd name="connsiteX36" fmla="*/ 9632 w 1424802"/>
              <a:gd name="connsiteY36" fmla="*/ 1169400 h 1650046"/>
              <a:gd name="connsiteX37" fmla="*/ 15493 w 1424802"/>
              <a:gd name="connsiteY37" fmla="*/ 1151815 h 1650046"/>
              <a:gd name="connsiteX38" fmla="*/ 21355 w 1424802"/>
              <a:gd name="connsiteY38" fmla="*/ 1099061 h 1650046"/>
              <a:gd name="connsiteX39" fmla="*/ 27216 w 1424802"/>
              <a:gd name="connsiteY39" fmla="*/ 1081477 h 1650046"/>
              <a:gd name="connsiteX40" fmla="*/ 33078 w 1424802"/>
              <a:gd name="connsiteY40" fmla="*/ 1046307 h 1650046"/>
              <a:gd name="connsiteX41" fmla="*/ 50662 w 1424802"/>
              <a:gd name="connsiteY41" fmla="*/ 1005277 h 1650046"/>
              <a:gd name="connsiteX42" fmla="*/ 62385 w 1424802"/>
              <a:gd name="connsiteY42" fmla="*/ 964246 h 1650046"/>
              <a:gd name="connsiteX43" fmla="*/ 74108 w 1424802"/>
              <a:gd name="connsiteY43" fmla="*/ 940800 h 1650046"/>
              <a:gd name="connsiteX44" fmla="*/ 85832 w 1424802"/>
              <a:gd name="connsiteY44" fmla="*/ 899769 h 1650046"/>
              <a:gd name="connsiteX45" fmla="*/ 91693 w 1424802"/>
              <a:gd name="connsiteY45" fmla="*/ 882184 h 1650046"/>
              <a:gd name="connsiteX46" fmla="*/ 97555 w 1424802"/>
              <a:gd name="connsiteY46" fmla="*/ 852877 h 1650046"/>
              <a:gd name="connsiteX47" fmla="*/ 103416 w 1424802"/>
              <a:gd name="connsiteY47" fmla="*/ 835292 h 1650046"/>
              <a:gd name="connsiteX48" fmla="*/ 102366 w 1424802"/>
              <a:gd name="connsiteY48" fmla="*/ 772661 h 1650046"/>
              <a:gd name="connsiteX49" fmla="*/ 83418 w 1424802"/>
              <a:gd name="connsiteY49" fmla="*/ 661188 h 1650046"/>
              <a:gd name="connsiteX50" fmla="*/ 34270 w 1424802"/>
              <a:gd name="connsiteY50"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50662 w 1424802"/>
              <a:gd name="connsiteY31" fmla="*/ 1474200 h 1650046"/>
              <a:gd name="connsiteX32" fmla="*/ 33078 w 1424802"/>
              <a:gd name="connsiteY32" fmla="*/ 1456615 h 1650046"/>
              <a:gd name="connsiteX33" fmla="*/ 21355 w 1424802"/>
              <a:gd name="connsiteY33" fmla="*/ 1415584 h 1650046"/>
              <a:gd name="connsiteX34" fmla="*/ 9632 w 1424802"/>
              <a:gd name="connsiteY34" fmla="*/ 136869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50662 w 1424802"/>
              <a:gd name="connsiteY31" fmla="*/ 1474200 h 1650046"/>
              <a:gd name="connsiteX32" fmla="*/ 69040 w 1424802"/>
              <a:gd name="connsiteY32" fmla="*/ 1434124 h 1650046"/>
              <a:gd name="connsiteX33" fmla="*/ 21355 w 1424802"/>
              <a:gd name="connsiteY33" fmla="*/ 1415584 h 1650046"/>
              <a:gd name="connsiteX34" fmla="*/ 9632 w 1424802"/>
              <a:gd name="connsiteY34" fmla="*/ 136869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69040 w 1424802"/>
              <a:gd name="connsiteY32" fmla="*/ 1434124 h 1650046"/>
              <a:gd name="connsiteX33" fmla="*/ 21355 w 1424802"/>
              <a:gd name="connsiteY33" fmla="*/ 1415584 h 1650046"/>
              <a:gd name="connsiteX34" fmla="*/ 9632 w 1424802"/>
              <a:gd name="connsiteY34" fmla="*/ 136869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69040 w 1424802"/>
              <a:gd name="connsiteY32" fmla="*/ 1434124 h 1650046"/>
              <a:gd name="connsiteX33" fmla="*/ 21355 w 1424802"/>
              <a:gd name="connsiteY33" fmla="*/ 1415584 h 1650046"/>
              <a:gd name="connsiteX34" fmla="*/ 52096 w 1424802"/>
              <a:gd name="connsiteY34" fmla="*/ 1340132 h 1650046"/>
              <a:gd name="connsiteX35" fmla="*/ 9632 w 1424802"/>
              <a:gd name="connsiteY35" fmla="*/ 1169400 h 1650046"/>
              <a:gd name="connsiteX36" fmla="*/ 15493 w 1424802"/>
              <a:gd name="connsiteY36" fmla="*/ 1151815 h 1650046"/>
              <a:gd name="connsiteX37" fmla="*/ 21355 w 1424802"/>
              <a:gd name="connsiteY37" fmla="*/ 1099061 h 1650046"/>
              <a:gd name="connsiteX38" fmla="*/ 27216 w 1424802"/>
              <a:gd name="connsiteY38" fmla="*/ 1081477 h 1650046"/>
              <a:gd name="connsiteX39" fmla="*/ 33078 w 1424802"/>
              <a:gd name="connsiteY39" fmla="*/ 1046307 h 1650046"/>
              <a:gd name="connsiteX40" fmla="*/ 50662 w 1424802"/>
              <a:gd name="connsiteY40" fmla="*/ 1005277 h 1650046"/>
              <a:gd name="connsiteX41" fmla="*/ 62385 w 1424802"/>
              <a:gd name="connsiteY41" fmla="*/ 964246 h 1650046"/>
              <a:gd name="connsiteX42" fmla="*/ 74108 w 1424802"/>
              <a:gd name="connsiteY42" fmla="*/ 940800 h 1650046"/>
              <a:gd name="connsiteX43" fmla="*/ 85832 w 1424802"/>
              <a:gd name="connsiteY43" fmla="*/ 899769 h 1650046"/>
              <a:gd name="connsiteX44" fmla="*/ 91693 w 1424802"/>
              <a:gd name="connsiteY44" fmla="*/ 882184 h 1650046"/>
              <a:gd name="connsiteX45" fmla="*/ 97555 w 1424802"/>
              <a:gd name="connsiteY45" fmla="*/ 852877 h 1650046"/>
              <a:gd name="connsiteX46" fmla="*/ 103416 w 1424802"/>
              <a:gd name="connsiteY46" fmla="*/ 835292 h 1650046"/>
              <a:gd name="connsiteX47" fmla="*/ 102366 w 1424802"/>
              <a:gd name="connsiteY47" fmla="*/ 772661 h 1650046"/>
              <a:gd name="connsiteX48" fmla="*/ 83418 w 1424802"/>
              <a:gd name="connsiteY48" fmla="*/ 661188 h 1650046"/>
              <a:gd name="connsiteX49" fmla="*/ 34270 w 1424802"/>
              <a:gd name="connsiteY49"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69040 w 1424802"/>
              <a:gd name="connsiteY32" fmla="*/ 1434124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6812 w 1424802"/>
              <a:gd name="connsiteY30" fmla="*/ 1626600 h 1650046"/>
              <a:gd name="connsiteX31" fmla="*/ 119310 w 1424802"/>
              <a:gd name="connsiteY31" fmla="*/ 1468046 h 1650046"/>
              <a:gd name="connsiteX32" fmla="*/ 88685 w 1424802"/>
              <a:gd name="connsiteY32" fmla="*/ 1418160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217108 w 1424802"/>
              <a:gd name="connsiteY22" fmla="*/ 163832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7085 w 1424802"/>
              <a:gd name="connsiteY30" fmla="*/ 1597620 h 1650046"/>
              <a:gd name="connsiteX31" fmla="*/ 119310 w 1424802"/>
              <a:gd name="connsiteY31" fmla="*/ 1468046 h 1650046"/>
              <a:gd name="connsiteX32" fmla="*/ 88685 w 1424802"/>
              <a:gd name="connsiteY32" fmla="*/ 1418160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50046"/>
              <a:gd name="connsiteX1" fmla="*/ 24101 w 1424802"/>
              <a:gd name="connsiteY1" fmla="*/ 373288 h 1650046"/>
              <a:gd name="connsiteX2" fmla="*/ 40439 w 1424802"/>
              <a:gd name="connsiteY2" fmla="*/ 294708 h 1650046"/>
              <a:gd name="connsiteX3" fmla="*/ 105996 w 1424802"/>
              <a:gd name="connsiteY3" fmla="*/ 147354 h 1650046"/>
              <a:gd name="connsiteX4" fmla="*/ 299018 w 1424802"/>
              <a:gd name="connsiteY4" fmla="*/ 13062 h 1650046"/>
              <a:gd name="connsiteX5" fmla="*/ 551506 w 1424802"/>
              <a:gd name="connsiteY5" fmla="*/ 68982 h 1650046"/>
              <a:gd name="connsiteX6" fmla="*/ 620226 w 1424802"/>
              <a:gd name="connsiteY6" fmla="*/ 131022 h 1650046"/>
              <a:gd name="connsiteX7" fmla="*/ 659264 w 1424802"/>
              <a:gd name="connsiteY7" fmla="*/ 157115 h 1650046"/>
              <a:gd name="connsiteX8" fmla="*/ 741534 w 1424802"/>
              <a:gd name="connsiteY8" fmla="*/ 202885 h 1650046"/>
              <a:gd name="connsiteX9" fmla="*/ 824385 w 1424802"/>
              <a:gd name="connsiteY9" fmla="*/ 325338 h 1650046"/>
              <a:gd name="connsiteX10" fmla="*/ 841970 w 1424802"/>
              <a:gd name="connsiteY10" fmla="*/ 342923 h 1650046"/>
              <a:gd name="connsiteX11" fmla="*/ 847832 w 1424802"/>
              <a:gd name="connsiteY11" fmla="*/ 360507 h 1650046"/>
              <a:gd name="connsiteX12" fmla="*/ 1091559 w 1424802"/>
              <a:gd name="connsiteY12" fmla="*/ 805354 h 1650046"/>
              <a:gd name="connsiteX13" fmla="*/ 1235657 w 1424802"/>
              <a:gd name="connsiteY13" fmla="*/ 1021434 h 1650046"/>
              <a:gd name="connsiteX14" fmla="*/ 1307706 w 1424802"/>
              <a:gd name="connsiteY14" fmla="*/ 1093461 h 1650046"/>
              <a:gd name="connsiteX15" fmla="*/ 1353869 w 1424802"/>
              <a:gd name="connsiteY15" fmla="*/ 1173135 h 1650046"/>
              <a:gd name="connsiteX16" fmla="*/ 1379755 w 1424802"/>
              <a:gd name="connsiteY16" fmla="*/ 1237514 h 1650046"/>
              <a:gd name="connsiteX17" fmla="*/ 1410539 w 1424802"/>
              <a:gd name="connsiteY17" fmla="*/ 1351107 h 1650046"/>
              <a:gd name="connsiteX18" fmla="*/ 1404287 w 1424802"/>
              <a:gd name="connsiteY18" fmla="*/ 1474733 h 1650046"/>
              <a:gd name="connsiteX19" fmla="*/ 1287447 w 1424802"/>
              <a:gd name="connsiteY19" fmla="*/ 1609015 h 1650046"/>
              <a:gd name="connsiteX20" fmla="*/ 1269862 w 1424802"/>
              <a:gd name="connsiteY20" fmla="*/ 1620738 h 1650046"/>
              <a:gd name="connsiteX21" fmla="*/ 1234693 w 1424802"/>
              <a:gd name="connsiteY21" fmla="*/ 1632461 h 1650046"/>
              <a:gd name="connsiteX22" fmla="*/ 1185128 w 1424802"/>
              <a:gd name="connsiteY22" fmla="*/ 1593013 h 1650046"/>
              <a:gd name="connsiteX23" fmla="*/ 1176078 w 1424802"/>
              <a:gd name="connsiteY23" fmla="*/ 1644184 h 1650046"/>
              <a:gd name="connsiteX24" fmla="*/ 1140908 w 1424802"/>
              <a:gd name="connsiteY24" fmla="*/ 1650046 h 1650046"/>
              <a:gd name="connsiteX25" fmla="*/ 900585 w 1424802"/>
              <a:gd name="connsiteY25" fmla="*/ 1644184 h 1650046"/>
              <a:gd name="connsiteX26" fmla="*/ 883001 w 1424802"/>
              <a:gd name="connsiteY26" fmla="*/ 1638323 h 1650046"/>
              <a:gd name="connsiteX27" fmla="*/ 800939 w 1424802"/>
              <a:gd name="connsiteY27" fmla="*/ 1632461 h 1650046"/>
              <a:gd name="connsiteX28" fmla="*/ 630955 w 1424802"/>
              <a:gd name="connsiteY28" fmla="*/ 1626600 h 1650046"/>
              <a:gd name="connsiteX29" fmla="*/ 572339 w 1424802"/>
              <a:gd name="connsiteY29" fmla="*/ 1620738 h 1650046"/>
              <a:gd name="connsiteX30" fmla="*/ 477085 w 1424802"/>
              <a:gd name="connsiteY30" fmla="*/ 1597620 h 1650046"/>
              <a:gd name="connsiteX31" fmla="*/ 119310 w 1424802"/>
              <a:gd name="connsiteY31" fmla="*/ 1468046 h 1650046"/>
              <a:gd name="connsiteX32" fmla="*/ 88685 w 1424802"/>
              <a:gd name="connsiteY32" fmla="*/ 1418160 h 1650046"/>
              <a:gd name="connsiteX33" fmla="*/ 52096 w 1424802"/>
              <a:gd name="connsiteY33" fmla="*/ 1340132 h 1650046"/>
              <a:gd name="connsiteX34" fmla="*/ 9632 w 1424802"/>
              <a:gd name="connsiteY34" fmla="*/ 1169400 h 1650046"/>
              <a:gd name="connsiteX35" fmla="*/ 15493 w 1424802"/>
              <a:gd name="connsiteY35" fmla="*/ 1151815 h 1650046"/>
              <a:gd name="connsiteX36" fmla="*/ 21355 w 1424802"/>
              <a:gd name="connsiteY36" fmla="*/ 1099061 h 1650046"/>
              <a:gd name="connsiteX37" fmla="*/ 27216 w 1424802"/>
              <a:gd name="connsiteY37" fmla="*/ 1081477 h 1650046"/>
              <a:gd name="connsiteX38" fmla="*/ 33078 w 1424802"/>
              <a:gd name="connsiteY38" fmla="*/ 1046307 h 1650046"/>
              <a:gd name="connsiteX39" fmla="*/ 50662 w 1424802"/>
              <a:gd name="connsiteY39" fmla="*/ 1005277 h 1650046"/>
              <a:gd name="connsiteX40" fmla="*/ 62385 w 1424802"/>
              <a:gd name="connsiteY40" fmla="*/ 964246 h 1650046"/>
              <a:gd name="connsiteX41" fmla="*/ 74108 w 1424802"/>
              <a:gd name="connsiteY41" fmla="*/ 940800 h 1650046"/>
              <a:gd name="connsiteX42" fmla="*/ 85832 w 1424802"/>
              <a:gd name="connsiteY42" fmla="*/ 899769 h 1650046"/>
              <a:gd name="connsiteX43" fmla="*/ 91693 w 1424802"/>
              <a:gd name="connsiteY43" fmla="*/ 882184 h 1650046"/>
              <a:gd name="connsiteX44" fmla="*/ 97555 w 1424802"/>
              <a:gd name="connsiteY44" fmla="*/ 852877 h 1650046"/>
              <a:gd name="connsiteX45" fmla="*/ 103416 w 1424802"/>
              <a:gd name="connsiteY45" fmla="*/ 835292 h 1650046"/>
              <a:gd name="connsiteX46" fmla="*/ 102366 w 1424802"/>
              <a:gd name="connsiteY46" fmla="*/ 772661 h 1650046"/>
              <a:gd name="connsiteX47" fmla="*/ 83418 w 1424802"/>
              <a:gd name="connsiteY47" fmla="*/ 661188 h 1650046"/>
              <a:gd name="connsiteX48" fmla="*/ 34270 w 1424802"/>
              <a:gd name="connsiteY48" fmla="*/ 481795 h 1650046"/>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269862 w 1424802"/>
              <a:gd name="connsiteY20" fmla="*/ 1620738 h 1647823"/>
              <a:gd name="connsiteX21" fmla="*/ 1234693 w 1424802"/>
              <a:gd name="connsiteY21" fmla="*/ 1632461 h 1647823"/>
              <a:gd name="connsiteX22" fmla="*/ 1185128 w 1424802"/>
              <a:gd name="connsiteY22" fmla="*/ 1593013 h 1647823"/>
              <a:gd name="connsiteX23" fmla="*/ 1176078 w 1424802"/>
              <a:gd name="connsiteY23" fmla="*/ 1644184 h 1647823"/>
              <a:gd name="connsiteX24" fmla="*/ 1112152 w 1424802"/>
              <a:gd name="connsiteY24" fmla="*/ 1601472 h 1647823"/>
              <a:gd name="connsiteX25" fmla="*/ 900585 w 1424802"/>
              <a:gd name="connsiteY25" fmla="*/ 1644184 h 1647823"/>
              <a:gd name="connsiteX26" fmla="*/ 883001 w 1424802"/>
              <a:gd name="connsiteY26" fmla="*/ 1638323 h 1647823"/>
              <a:gd name="connsiteX27" fmla="*/ 800939 w 1424802"/>
              <a:gd name="connsiteY27" fmla="*/ 1632461 h 1647823"/>
              <a:gd name="connsiteX28" fmla="*/ 630955 w 1424802"/>
              <a:gd name="connsiteY28" fmla="*/ 1626600 h 1647823"/>
              <a:gd name="connsiteX29" fmla="*/ 572339 w 1424802"/>
              <a:gd name="connsiteY29" fmla="*/ 1620738 h 1647823"/>
              <a:gd name="connsiteX30" fmla="*/ 477085 w 1424802"/>
              <a:gd name="connsiteY30" fmla="*/ 1597620 h 1647823"/>
              <a:gd name="connsiteX31" fmla="*/ 119310 w 1424802"/>
              <a:gd name="connsiteY31" fmla="*/ 1468046 h 1647823"/>
              <a:gd name="connsiteX32" fmla="*/ 88685 w 1424802"/>
              <a:gd name="connsiteY32" fmla="*/ 1418160 h 1647823"/>
              <a:gd name="connsiteX33" fmla="*/ 52096 w 1424802"/>
              <a:gd name="connsiteY33" fmla="*/ 1340132 h 1647823"/>
              <a:gd name="connsiteX34" fmla="*/ 9632 w 1424802"/>
              <a:gd name="connsiteY34" fmla="*/ 1169400 h 1647823"/>
              <a:gd name="connsiteX35" fmla="*/ 15493 w 1424802"/>
              <a:gd name="connsiteY35" fmla="*/ 1151815 h 1647823"/>
              <a:gd name="connsiteX36" fmla="*/ 21355 w 1424802"/>
              <a:gd name="connsiteY36" fmla="*/ 1099061 h 1647823"/>
              <a:gd name="connsiteX37" fmla="*/ 27216 w 1424802"/>
              <a:gd name="connsiteY37" fmla="*/ 1081477 h 1647823"/>
              <a:gd name="connsiteX38" fmla="*/ 33078 w 1424802"/>
              <a:gd name="connsiteY38" fmla="*/ 1046307 h 1647823"/>
              <a:gd name="connsiteX39" fmla="*/ 50662 w 1424802"/>
              <a:gd name="connsiteY39" fmla="*/ 1005277 h 1647823"/>
              <a:gd name="connsiteX40" fmla="*/ 62385 w 1424802"/>
              <a:gd name="connsiteY40" fmla="*/ 964246 h 1647823"/>
              <a:gd name="connsiteX41" fmla="*/ 74108 w 1424802"/>
              <a:gd name="connsiteY41" fmla="*/ 940800 h 1647823"/>
              <a:gd name="connsiteX42" fmla="*/ 85832 w 1424802"/>
              <a:gd name="connsiteY42" fmla="*/ 899769 h 1647823"/>
              <a:gd name="connsiteX43" fmla="*/ 91693 w 1424802"/>
              <a:gd name="connsiteY43" fmla="*/ 882184 h 1647823"/>
              <a:gd name="connsiteX44" fmla="*/ 97555 w 1424802"/>
              <a:gd name="connsiteY44" fmla="*/ 852877 h 1647823"/>
              <a:gd name="connsiteX45" fmla="*/ 103416 w 1424802"/>
              <a:gd name="connsiteY45" fmla="*/ 835292 h 1647823"/>
              <a:gd name="connsiteX46" fmla="*/ 102366 w 1424802"/>
              <a:gd name="connsiteY46" fmla="*/ 772661 h 1647823"/>
              <a:gd name="connsiteX47" fmla="*/ 83418 w 1424802"/>
              <a:gd name="connsiteY47" fmla="*/ 661188 h 1647823"/>
              <a:gd name="connsiteX48" fmla="*/ 34270 w 1424802"/>
              <a:gd name="connsiteY48"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269862 w 1424802"/>
              <a:gd name="connsiteY20" fmla="*/ 1620738 h 1647823"/>
              <a:gd name="connsiteX21" fmla="*/ 1234693 w 1424802"/>
              <a:gd name="connsiteY21" fmla="*/ 1632461 h 1647823"/>
              <a:gd name="connsiteX22" fmla="*/ 1185128 w 1424802"/>
              <a:gd name="connsiteY22" fmla="*/ 1593013 h 1647823"/>
              <a:gd name="connsiteX23" fmla="*/ 1112152 w 1424802"/>
              <a:gd name="connsiteY23" fmla="*/ 1601472 h 1647823"/>
              <a:gd name="connsiteX24" fmla="*/ 900585 w 1424802"/>
              <a:gd name="connsiteY24" fmla="*/ 1644184 h 1647823"/>
              <a:gd name="connsiteX25" fmla="*/ 883001 w 1424802"/>
              <a:gd name="connsiteY25" fmla="*/ 1638323 h 1647823"/>
              <a:gd name="connsiteX26" fmla="*/ 800939 w 1424802"/>
              <a:gd name="connsiteY26" fmla="*/ 1632461 h 1647823"/>
              <a:gd name="connsiteX27" fmla="*/ 630955 w 1424802"/>
              <a:gd name="connsiteY27" fmla="*/ 1626600 h 1647823"/>
              <a:gd name="connsiteX28" fmla="*/ 572339 w 1424802"/>
              <a:gd name="connsiteY28" fmla="*/ 1620738 h 1647823"/>
              <a:gd name="connsiteX29" fmla="*/ 477085 w 1424802"/>
              <a:gd name="connsiteY29" fmla="*/ 1597620 h 1647823"/>
              <a:gd name="connsiteX30" fmla="*/ 119310 w 1424802"/>
              <a:gd name="connsiteY30" fmla="*/ 1468046 h 1647823"/>
              <a:gd name="connsiteX31" fmla="*/ 88685 w 1424802"/>
              <a:gd name="connsiteY31" fmla="*/ 1418160 h 1647823"/>
              <a:gd name="connsiteX32" fmla="*/ 52096 w 1424802"/>
              <a:gd name="connsiteY32" fmla="*/ 1340132 h 1647823"/>
              <a:gd name="connsiteX33" fmla="*/ 9632 w 1424802"/>
              <a:gd name="connsiteY33" fmla="*/ 1169400 h 1647823"/>
              <a:gd name="connsiteX34" fmla="*/ 15493 w 1424802"/>
              <a:gd name="connsiteY34" fmla="*/ 1151815 h 1647823"/>
              <a:gd name="connsiteX35" fmla="*/ 21355 w 1424802"/>
              <a:gd name="connsiteY35" fmla="*/ 1099061 h 1647823"/>
              <a:gd name="connsiteX36" fmla="*/ 27216 w 1424802"/>
              <a:gd name="connsiteY36" fmla="*/ 1081477 h 1647823"/>
              <a:gd name="connsiteX37" fmla="*/ 33078 w 1424802"/>
              <a:gd name="connsiteY37" fmla="*/ 1046307 h 1647823"/>
              <a:gd name="connsiteX38" fmla="*/ 50662 w 1424802"/>
              <a:gd name="connsiteY38" fmla="*/ 1005277 h 1647823"/>
              <a:gd name="connsiteX39" fmla="*/ 62385 w 1424802"/>
              <a:gd name="connsiteY39" fmla="*/ 964246 h 1647823"/>
              <a:gd name="connsiteX40" fmla="*/ 74108 w 1424802"/>
              <a:gd name="connsiteY40" fmla="*/ 940800 h 1647823"/>
              <a:gd name="connsiteX41" fmla="*/ 85832 w 1424802"/>
              <a:gd name="connsiteY41" fmla="*/ 899769 h 1647823"/>
              <a:gd name="connsiteX42" fmla="*/ 91693 w 1424802"/>
              <a:gd name="connsiteY42" fmla="*/ 882184 h 1647823"/>
              <a:gd name="connsiteX43" fmla="*/ 97555 w 1424802"/>
              <a:gd name="connsiteY43" fmla="*/ 852877 h 1647823"/>
              <a:gd name="connsiteX44" fmla="*/ 103416 w 1424802"/>
              <a:gd name="connsiteY44" fmla="*/ 835292 h 1647823"/>
              <a:gd name="connsiteX45" fmla="*/ 102366 w 1424802"/>
              <a:gd name="connsiteY45" fmla="*/ 772661 h 1647823"/>
              <a:gd name="connsiteX46" fmla="*/ 83418 w 1424802"/>
              <a:gd name="connsiteY46" fmla="*/ 661188 h 1647823"/>
              <a:gd name="connsiteX47" fmla="*/ 34270 w 1424802"/>
              <a:gd name="connsiteY47"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269862 w 1424802"/>
              <a:gd name="connsiteY20" fmla="*/ 1620738 h 1647823"/>
              <a:gd name="connsiteX21" fmla="*/ 1185128 w 1424802"/>
              <a:gd name="connsiteY21" fmla="*/ 1593013 h 1647823"/>
              <a:gd name="connsiteX22" fmla="*/ 1112152 w 1424802"/>
              <a:gd name="connsiteY22" fmla="*/ 1601472 h 1647823"/>
              <a:gd name="connsiteX23" fmla="*/ 900585 w 1424802"/>
              <a:gd name="connsiteY23" fmla="*/ 1644184 h 1647823"/>
              <a:gd name="connsiteX24" fmla="*/ 883001 w 1424802"/>
              <a:gd name="connsiteY24" fmla="*/ 1638323 h 1647823"/>
              <a:gd name="connsiteX25" fmla="*/ 800939 w 1424802"/>
              <a:gd name="connsiteY25" fmla="*/ 1632461 h 1647823"/>
              <a:gd name="connsiteX26" fmla="*/ 630955 w 1424802"/>
              <a:gd name="connsiteY26" fmla="*/ 1626600 h 1647823"/>
              <a:gd name="connsiteX27" fmla="*/ 572339 w 1424802"/>
              <a:gd name="connsiteY27" fmla="*/ 1620738 h 1647823"/>
              <a:gd name="connsiteX28" fmla="*/ 477085 w 1424802"/>
              <a:gd name="connsiteY28" fmla="*/ 1597620 h 1647823"/>
              <a:gd name="connsiteX29" fmla="*/ 119310 w 1424802"/>
              <a:gd name="connsiteY29" fmla="*/ 1468046 h 1647823"/>
              <a:gd name="connsiteX30" fmla="*/ 88685 w 1424802"/>
              <a:gd name="connsiteY30" fmla="*/ 1418160 h 1647823"/>
              <a:gd name="connsiteX31" fmla="*/ 52096 w 1424802"/>
              <a:gd name="connsiteY31" fmla="*/ 1340132 h 1647823"/>
              <a:gd name="connsiteX32" fmla="*/ 9632 w 1424802"/>
              <a:gd name="connsiteY32" fmla="*/ 1169400 h 1647823"/>
              <a:gd name="connsiteX33" fmla="*/ 15493 w 1424802"/>
              <a:gd name="connsiteY33" fmla="*/ 1151815 h 1647823"/>
              <a:gd name="connsiteX34" fmla="*/ 21355 w 1424802"/>
              <a:gd name="connsiteY34" fmla="*/ 1099061 h 1647823"/>
              <a:gd name="connsiteX35" fmla="*/ 27216 w 1424802"/>
              <a:gd name="connsiteY35" fmla="*/ 1081477 h 1647823"/>
              <a:gd name="connsiteX36" fmla="*/ 33078 w 1424802"/>
              <a:gd name="connsiteY36" fmla="*/ 1046307 h 1647823"/>
              <a:gd name="connsiteX37" fmla="*/ 50662 w 1424802"/>
              <a:gd name="connsiteY37" fmla="*/ 1005277 h 1647823"/>
              <a:gd name="connsiteX38" fmla="*/ 62385 w 1424802"/>
              <a:gd name="connsiteY38" fmla="*/ 964246 h 1647823"/>
              <a:gd name="connsiteX39" fmla="*/ 74108 w 1424802"/>
              <a:gd name="connsiteY39" fmla="*/ 940800 h 1647823"/>
              <a:gd name="connsiteX40" fmla="*/ 85832 w 1424802"/>
              <a:gd name="connsiteY40" fmla="*/ 899769 h 1647823"/>
              <a:gd name="connsiteX41" fmla="*/ 91693 w 1424802"/>
              <a:gd name="connsiteY41" fmla="*/ 882184 h 1647823"/>
              <a:gd name="connsiteX42" fmla="*/ 97555 w 1424802"/>
              <a:gd name="connsiteY42" fmla="*/ 852877 h 1647823"/>
              <a:gd name="connsiteX43" fmla="*/ 103416 w 1424802"/>
              <a:gd name="connsiteY43" fmla="*/ 835292 h 1647823"/>
              <a:gd name="connsiteX44" fmla="*/ 102366 w 1424802"/>
              <a:gd name="connsiteY44" fmla="*/ 772661 h 1647823"/>
              <a:gd name="connsiteX45" fmla="*/ 83418 w 1424802"/>
              <a:gd name="connsiteY45" fmla="*/ 661188 h 1647823"/>
              <a:gd name="connsiteX46" fmla="*/ 34270 w 1424802"/>
              <a:gd name="connsiteY46"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287447 w 1424802"/>
              <a:gd name="connsiteY19" fmla="*/ 1609015 h 1647823"/>
              <a:gd name="connsiteX20" fmla="*/ 1185128 w 1424802"/>
              <a:gd name="connsiteY20" fmla="*/ 1593013 h 1647823"/>
              <a:gd name="connsiteX21" fmla="*/ 1112152 w 1424802"/>
              <a:gd name="connsiteY21" fmla="*/ 1601472 h 1647823"/>
              <a:gd name="connsiteX22" fmla="*/ 900585 w 1424802"/>
              <a:gd name="connsiteY22" fmla="*/ 1644184 h 1647823"/>
              <a:gd name="connsiteX23" fmla="*/ 883001 w 1424802"/>
              <a:gd name="connsiteY23" fmla="*/ 1638323 h 1647823"/>
              <a:gd name="connsiteX24" fmla="*/ 800939 w 1424802"/>
              <a:gd name="connsiteY24" fmla="*/ 1632461 h 1647823"/>
              <a:gd name="connsiteX25" fmla="*/ 630955 w 1424802"/>
              <a:gd name="connsiteY25" fmla="*/ 1626600 h 1647823"/>
              <a:gd name="connsiteX26" fmla="*/ 572339 w 1424802"/>
              <a:gd name="connsiteY26" fmla="*/ 1620738 h 1647823"/>
              <a:gd name="connsiteX27" fmla="*/ 477085 w 1424802"/>
              <a:gd name="connsiteY27" fmla="*/ 1597620 h 1647823"/>
              <a:gd name="connsiteX28" fmla="*/ 119310 w 1424802"/>
              <a:gd name="connsiteY28" fmla="*/ 1468046 h 1647823"/>
              <a:gd name="connsiteX29" fmla="*/ 88685 w 1424802"/>
              <a:gd name="connsiteY29" fmla="*/ 1418160 h 1647823"/>
              <a:gd name="connsiteX30" fmla="*/ 52096 w 1424802"/>
              <a:gd name="connsiteY30" fmla="*/ 1340132 h 1647823"/>
              <a:gd name="connsiteX31" fmla="*/ 9632 w 1424802"/>
              <a:gd name="connsiteY31" fmla="*/ 1169400 h 1647823"/>
              <a:gd name="connsiteX32" fmla="*/ 15493 w 1424802"/>
              <a:gd name="connsiteY32" fmla="*/ 1151815 h 1647823"/>
              <a:gd name="connsiteX33" fmla="*/ 21355 w 1424802"/>
              <a:gd name="connsiteY33" fmla="*/ 1099061 h 1647823"/>
              <a:gd name="connsiteX34" fmla="*/ 27216 w 1424802"/>
              <a:gd name="connsiteY34" fmla="*/ 1081477 h 1647823"/>
              <a:gd name="connsiteX35" fmla="*/ 33078 w 1424802"/>
              <a:gd name="connsiteY35" fmla="*/ 1046307 h 1647823"/>
              <a:gd name="connsiteX36" fmla="*/ 50662 w 1424802"/>
              <a:gd name="connsiteY36" fmla="*/ 1005277 h 1647823"/>
              <a:gd name="connsiteX37" fmla="*/ 62385 w 1424802"/>
              <a:gd name="connsiteY37" fmla="*/ 964246 h 1647823"/>
              <a:gd name="connsiteX38" fmla="*/ 74108 w 1424802"/>
              <a:gd name="connsiteY38" fmla="*/ 940800 h 1647823"/>
              <a:gd name="connsiteX39" fmla="*/ 85832 w 1424802"/>
              <a:gd name="connsiteY39" fmla="*/ 899769 h 1647823"/>
              <a:gd name="connsiteX40" fmla="*/ 91693 w 1424802"/>
              <a:gd name="connsiteY40" fmla="*/ 882184 h 1647823"/>
              <a:gd name="connsiteX41" fmla="*/ 97555 w 1424802"/>
              <a:gd name="connsiteY41" fmla="*/ 852877 h 1647823"/>
              <a:gd name="connsiteX42" fmla="*/ 103416 w 1424802"/>
              <a:gd name="connsiteY42" fmla="*/ 835292 h 1647823"/>
              <a:gd name="connsiteX43" fmla="*/ 102366 w 1424802"/>
              <a:gd name="connsiteY43" fmla="*/ 772661 h 1647823"/>
              <a:gd name="connsiteX44" fmla="*/ 83418 w 1424802"/>
              <a:gd name="connsiteY44" fmla="*/ 661188 h 1647823"/>
              <a:gd name="connsiteX45" fmla="*/ 34270 w 1424802"/>
              <a:gd name="connsiteY45" fmla="*/ 481795 h 1647823"/>
              <a:gd name="connsiteX0" fmla="*/ 34270 w 1424802"/>
              <a:gd name="connsiteY0" fmla="*/ 481795 h 1647823"/>
              <a:gd name="connsiteX1" fmla="*/ 24101 w 1424802"/>
              <a:gd name="connsiteY1" fmla="*/ 373288 h 1647823"/>
              <a:gd name="connsiteX2" fmla="*/ 40439 w 1424802"/>
              <a:gd name="connsiteY2" fmla="*/ 294708 h 1647823"/>
              <a:gd name="connsiteX3" fmla="*/ 105996 w 1424802"/>
              <a:gd name="connsiteY3" fmla="*/ 147354 h 1647823"/>
              <a:gd name="connsiteX4" fmla="*/ 299018 w 1424802"/>
              <a:gd name="connsiteY4" fmla="*/ 13062 h 1647823"/>
              <a:gd name="connsiteX5" fmla="*/ 551506 w 1424802"/>
              <a:gd name="connsiteY5" fmla="*/ 68982 h 1647823"/>
              <a:gd name="connsiteX6" fmla="*/ 620226 w 1424802"/>
              <a:gd name="connsiteY6" fmla="*/ 131022 h 1647823"/>
              <a:gd name="connsiteX7" fmla="*/ 659264 w 1424802"/>
              <a:gd name="connsiteY7" fmla="*/ 157115 h 1647823"/>
              <a:gd name="connsiteX8" fmla="*/ 741534 w 1424802"/>
              <a:gd name="connsiteY8" fmla="*/ 202885 h 1647823"/>
              <a:gd name="connsiteX9" fmla="*/ 824385 w 1424802"/>
              <a:gd name="connsiteY9" fmla="*/ 325338 h 1647823"/>
              <a:gd name="connsiteX10" fmla="*/ 841970 w 1424802"/>
              <a:gd name="connsiteY10" fmla="*/ 342923 h 1647823"/>
              <a:gd name="connsiteX11" fmla="*/ 847832 w 1424802"/>
              <a:gd name="connsiteY11" fmla="*/ 360507 h 1647823"/>
              <a:gd name="connsiteX12" fmla="*/ 1091559 w 1424802"/>
              <a:gd name="connsiteY12" fmla="*/ 805354 h 1647823"/>
              <a:gd name="connsiteX13" fmla="*/ 1235657 w 1424802"/>
              <a:gd name="connsiteY13" fmla="*/ 1021434 h 1647823"/>
              <a:gd name="connsiteX14" fmla="*/ 1307706 w 1424802"/>
              <a:gd name="connsiteY14" fmla="*/ 1093461 h 1647823"/>
              <a:gd name="connsiteX15" fmla="*/ 1353869 w 1424802"/>
              <a:gd name="connsiteY15" fmla="*/ 1173135 h 1647823"/>
              <a:gd name="connsiteX16" fmla="*/ 1379755 w 1424802"/>
              <a:gd name="connsiteY16" fmla="*/ 1237514 h 1647823"/>
              <a:gd name="connsiteX17" fmla="*/ 1410539 w 1424802"/>
              <a:gd name="connsiteY17" fmla="*/ 1351107 h 1647823"/>
              <a:gd name="connsiteX18" fmla="*/ 1404287 w 1424802"/>
              <a:gd name="connsiteY18" fmla="*/ 1474733 h 1647823"/>
              <a:gd name="connsiteX19" fmla="*/ 1185128 w 1424802"/>
              <a:gd name="connsiteY19" fmla="*/ 1593013 h 1647823"/>
              <a:gd name="connsiteX20" fmla="*/ 1112152 w 1424802"/>
              <a:gd name="connsiteY20" fmla="*/ 1601472 h 1647823"/>
              <a:gd name="connsiteX21" fmla="*/ 900585 w 1424802"/>
              <a:gd name="connsiteY21" fmla="*/ 1644184 h 1647823"/>
              <a:gd name="connsiteX22" fmla="*/ 883001 w 1424802"/>
              <a:gd name="connsiteY22" fmla="*/ 1638323 h 1647823"/>
              <a:gd name="connsiteX23" fmla="*/ 800939 w 1424802"/>
              <a:gd name="connsiteY23" fmla="*/ 1632461 h 1647823"/>
              <a:gd name="connsiteX24" fmla="*/ 630955 w 1424802"/>
              <a:gd name="connsiteY24" fmla="*/ 1626600 h 1647823"/>
              <a:gd name="connsiteX25" fmla="*/ 572339 w 1424802"/>
              <a:gd name="connsiteY25" fmla="*/ 1620738 h 1647823"/>
              <a:gd name="connsiteX26" fmla="*/ 477085 w 1424802"/>
              <a:gd name="connsiteY26" fmla="*/ 1597620 h 1647823"/>
              <a:gd name="connsiteX27" fmla="*/ 119310 w 1424802"/>
              <a:gd name="connsiteY27" fmla="*/ 1468046 h 1647823"/>
              <a:gd name="connsiteX28" fmla="*/ 88685 w 1424802"/>
              <a:gd name="connsiteY28" fmla="*/ 1418160 h 1647823"/>
              <a:gd name="connsiteX29" fmla="*/ 52096 w 1424802"/>
              <a:gd name="connsiteY29" fmla="*/ 1340132 h 1647823"/>
              <a:gd name="connsiteX30" fmla="*/ 9632 w 1424802"/>
              <a:gd name="connsiteY30" fmla="*/ 1169400 h 1647823"/>
              <a:gd name="connsiteX31" fmla="*/ 15493 w 1424802"/>
              <a:gd name="connsiteY31" fmla="*/ 1151815 h 1647823"/>
              <a:gd name="connsiteX32" fmla="*/ 21355 w 1424802"/>
              <a:gd name="connsiteY32" fmla="*/ 1099061 h 1647823"/>
              <a:gd name="connsiteX33" fmla="*/ 27216 w 1424802"/>
              <a:gd name="connsiteY33" fmla="*/ 1081477 h 1647823"/>
              <a:gd name="connsiteX34" fmla="*/ 33078 w 1424802"/>
              <a:gd name="connsiteY34" fmla="*/ 1046307 h 1647823"/>
              <a:gd name="connsiteX35" fmla="*/ 50662 w 1424802"/>
              <a:gd name="connsiteY35" fmla="*/ 1005277 h 1647823"/>
              <a:gd name="connsiteX36" fmla="*/ 62385 w 1424802"/>
              <a:gd name="connsiteY36" fmla="*/ 964246 h 1647823"/>
              <a:gd name="connsiteX37" fmla="*/ 74108 w 1424802"/>
              <a:gd name="connsiteY37" fmla="*/ 940800 h 1647823"/>
              <a:gd name="connsiteX38" fmla="*/ 85832 w 1424802"/>
              <a:gd name="connsiteY38" fmla="*/ 899769 h 1647823"/>
              <a:gd name="connsiteX39" fmla="*/ 91693 w 1424802"/>
              <a:gd name="connsiteY39" fmla="*/ 882184 h 1647823"/>
              <a:gd name="connsiteX40" fmla="*/ 97555 w 1424802"/>
              <a:gd name="connsiteY40" fmla="*/ 852877 h 1647823"/>
              <a:gd name="connsiteX41" fmla="*/ 103416 w 1424802"/>
              <a:gd name="connsiteY41" fmla="*/ 835292 h 1647823"/>
              <a:gd name="connsiteX42" fmla="*/ 102366 w 1424802"/>
              <a:gd name="connsiteY42" fmla="*/ 772661 h 1647823"/>
              <a:gd name="connsiteX43" fmla="*/ 83418 w 1424802"/>
              <a:gd name="connsiteY43" fmla="*/ 661188 h 1647823"/>
              <a:gd name="connsiteX44" fmla="*/ 34270 w 1424802"/>
              <a:gd name="connsiteY44" fmla="*/ 481795 h 1647823"/>
              <a:gd name="connsiteX0" fmla="*/ 34270 w 1415284"/>
              <a:gd name="connsiteY0" fmla="*/ 481795 h 1647823"/>
              <a:gd name="connsiteX1" fmla="*/ 24101 w 1415284"/>
              <a:gd name="connsiteY1" fmla="*/ 373288 h 1647823"/>
              <a:gd name="connsiteX2" fmla="*/ 40439 w 1415284"/>
              <a:gd name="connsiteY2" fmla="*/ 294708 h 1647823"/>
              <a:gd name="connsiteX3" fmla="*/ 105996 w 1415284"/>
              <a:gd name="connsiteY3" fmla="*/ 147354 h 1647823"/>
              <a:gd name="connsiteX4" fmla="*/ 299018 w 1415284"/>
              <a:gd name="connsiteY4" fmla="*/ 13062 h 1647823"/>
              <a:gd name="connsiteX5" fmla="*/ 551506 w 1415284"/>
              <a:gd name="connsiteY5" fmla="*/ 68982 h 1647823"/>
              <a:gd name="connsiteX6" fmla="*/ 620226 w 1415284"/>
              <a:gd name="connsiteY6" fmla="*/ 131022 h 1647823"/>
              <a:gd name="connsiteX7" fmla="*/ 659264 w 1415284"/>
              <a:gd name="connsiteY7" fmla="*/ 157115 h 1647823"/>
              <a:gd name="connsiteX8" fmla="*/ 741534 w 1415284"/>
              <a:gd name="connsiteY8" fmla="*/ 202885 h 1647823"/>
              <a:gd name="connsiteX9" fmla="*/ 824385 w 1415284"/>
              <a:gd name="connsiteY9" fmla="*/ 325338 h 1647823"/>
              <a:gd name="connsiteX10" fmla="*/ 841970 w 1415284"/>
              <a:gd name="connsiteY10" fmla="*/ 342923 h 1647823"/>
              <a:gd name="connsiteX11" fmla="*/ 847832 w 1415284"/>
              <a:gd name="connsiteY11" fmla="*/ 360507 h 1647823"/>
              <a:gd name="connsiteX12" fmla="*/ 1091559 w 1415284"/>
              <a:gd name="connsiteY12" fmla="*/ 805354 h 1647823"/>
              <a:gd name="connsiteX13" fmla="*/ 1235657 w 1415284"/>
              <a:gd name="connsiteY13" fmla="*/ 1021434 h 1647823"/>
              <a:gd name="connsiteX14" fmla="*/ 1307706 w 1415284"/>
              <a:gd name="connsiteY14" fmla="*/ 1093461 h 1647823"/>
              <a:gd name="connsiteX15" fmla="*/ 1353869 w 1415284"/>
              <a:gd name="connsiteY15" fmla="*/ 1173135 h 1647823"/>
              <a:gd name="connsiteX16" fmla="*/ 1379755 w 1415284"/>
              <a:gd name="connsiteY16" fmla="*/ 1237514 h 1647823"/>
              <a:gd name="connsiteX17" fmla="*/ 1410539 w 1415284"/>
              <a:gd name="connsiteY17" fmla="*/ 1351107 h 1647823"/>
              <a:gd name="connsiteX18" fmla="*/ 1382217 w 1415284"/>
              <a:gd name="connsiteY18" fmla="*/ 1471846 h 1647823"/>
              <a:gd name="connsiteX19" fmla="*/ 1185128 w 1415284"/>
              <a:gd name="connsiteY19" fmla="*/ 1593013 h 1647823"/>
              <a:gd name="connsiteX20" fmla="*/ 1112152 w 1415284"/>
              <a:gd name="connsiteY20" fmla="*/ 1601472 h 1647823"/>
              <a:gd name="connsiteX21" fmla="*/ 900585 w 1415284"/>
              <a:gd name="connsiteY21" fmla="*/ 1644184 h 1647823"/>
              <a:gd name="connsiteX22" fmla="*/ 883001 w 1415284"/>
              <a:gd name="connsiteY22" fmla="*/ 1638323 h 1647823"/>
              <a:gd name="connsiteX23" fmla="*/ 800939 w 1415284"/>
              <a:gd name="connsiteY23" fmla="*/ 1632461 h 1647823"/>
              <a:gd name="connsiteX24" fmla="*/ 630955 w 1415284"/>
              <a:gd name="connsiteY24" fmla="*/ 1626600 h 1647823"/>
              <a:gd name="connsiteX25" fmla="*/ 572339 w 1415284"/>
              <a:gd name="connsiteY25" fmla="*/ 1620738 h 1647823"/>
              <a:gd name="connsiteX26" fmla="*/ 477085 w 1415284"/>
              <a:gd name="connsiteY26" fmla="*/ 1597620 h 1647823"/>
              <a:gd name="connsiteX27" fmla="*/ 119310 w 1415284"/>
              <a:gd name="connsiteY27" fmla="*/ 1468046 h 1647823"/>
              <a:gd name="connsiteX28" fmla="*/ 88685 w 1415284"/>
              <a:gd name="connsiteY28" fmla="*/ 1418160 h 1647823"/>
              <a:gd name="connsiteX29" fmla="*/ 52096 w 1415284"/>
              <a:gd name="connsiteY29" fmla="*/ 1340132 h 1647823"/>
              <a:gd name="connsiteX30" fmla="*/ 9632 w 1415284"/>
              <a:gd name="connsiteY30" fmla="*/ 1169400 h 1647823"/>
              <a:gd name="connsiteX31" fmla="*/ 15493 w 1415284"/>
              <a:gd name="connsiteY31" fmla="*/ 1151815 h 1647823"/>
              <a:gd name="connsiteX32" fmla="*/ 21355 w 1415284"/>
              <a:gd name="connsiteY32" fmla="*/ 1099061 h 1647823"/>
              <a:gd name="connsiteX33" fmla="*/ 27216 w 1415284"/>
              <a:gd name="connsiteY33" fmla="*/ 1081477 h 1647823"/>
              <a:gd name="connsiteX34" fmla="*/ 33078 w 1415284"/>
              <a:gd name="connsiteY34" fmla="*/ 1046307 h 1647823"/>
              <a:gd name="connsiteX35" fmla="*/ 50662 w 1415284"/>
              <a:gd name="connsiteY35" fmla="*/ 1005277 h 1647823"/>
              <a:gd name="connsiteX36" fmla="*/ 62385 w 1415284"/>
              <a:gd name="connsiteY36" fmla="*/ 964246 h 1647823"/>
              <a:gd name="connsiteX37" fmla="*/ 74108 w 1415284"/>
              <a:gd name="connsiteY37" fmla="*/ 940800 h 1647823"/>
              <a:gd name="connsiteX38" fmla="*/ 85832 w 1415284"/>
              <a:gd name="connsiteY38" fmla="*/ 899769 h 1647823"/>
              <a:gd name="connsiteX39" fmla="*/ 91693 w 1415284"/>
              <a:gd name="connsiteY39" fmla="*/ 882184 h 1647823"/>
              <a:gd name="connsiteX40" fmla="*/ 97555 w 1415284"/>
              <a:gd name="connsiteY40" fmla="*/ 852877 h 1647823"/>
              <a:gd name="connsiteX41" fmla="*/ 103416 w 1415284"/>
              <a:gd name="connsiteY41" fmla="*/ 835292 h 1647823"/>
              <a:gd name="connsiteX42" fmla="*/ 102366 w 1415284"/>
              <a:gd name="connsiteY42" fmla="*/ 772661 h 1647823"/>
              <a:gd name="connsiteX43" fmla="*/ 83418 w 1415284"/>
              <a:gd name="connsiteY43" fmla="*/ 661188 h 1647823"/>
              <a:gd name="connsiteX44" fmla="*/ 34270 w 1415284"/>
              <a:gd name="connsiteY44" fmla="*/ 481795 h 164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415284" h="1647823">
                <a:moveTo>
                  <a:pt x="34270" y="481795"/>
                </a:moveTo>
                <a:cubicBezTo>
                  <a:pt x="33776" y="462417"/>
                  <a:pt x="23618" y="401739"/>
                  <a:pt x="24101" y="373288"/>
                </a:cubicBezTo>
                <a:cubicBezTo>
                  <a:pt x="17513" y="343760"/>
                  <a:pt x="26790" y="332364"/>
                  <a:pt x="40439" y="294708"/>
                </a:cubicBezTo>
                <a:cubicBezTo>
                  <a:pt x="64456" y="282704"/>
                  <a:pt x="68379" y="156025"/>
                  <a:pt x="105996" y="147354"/>
                </a:cubicBezTo>
                <a:cubicBezTo>
                  <a:pt x="82806" y="51492"/>
                  <a:pt x="275002" y="25066"/>
                  <a:pt x="299018" y="13062"/>
                </a:cubicBezTo>
                <a:cubicBezTo>
                  <a:pt x="373270" y="0"/>
                  <a:pt x="497972" y="49322"/>
                  <a:pt x="551506" y="68982"/>
                </a:cubicBezTo>
                <a:cubicBezTo>
                  <a:pt x="592513" y="71911"/>
                  <a:pt x="580936" y="122291"/>
                  <a:pt x="620226" y="131022"/>
                </a:cubicBezTo>
                <a:cubicBezTo>
                  <a:pt x="626258" y="132362"/>
                  <a:pt x="653303" y="155489"/>
                  <a:pt x="659264" y="157115"/>
                </a:cubicBezTo>
                <a:cubicBezTo>
                  <a:pt x="683280" y="157115"/>
                  <a:pt x="725737" y="181686"/>
                  <a:pt x="741534" y="202885"/>
                </a:cubicBezTo>
                <a:cubicBezTo>
                  <a:pt x="769054" y="230922"/>
                  <a:pt x="805942" y="294370"/>
                  <a:pt x="824385" y="325338"/>
                </a:cubicBezTo>
                <a:cubicBezTo>
                  <a:pt x="830247" y="331200"/>
                  <a:pt x="837372" y="336026"/>
                  <a:pt x="841970" y="342923"/>
                </a:cubicBezTo>
                <a:cubicBezTo>
                  <a:pt x="845397" y="348064"/>
                  <a:pt x="806234" y="283435"/>
                  <a:pt x="847832" y="360507"/>
                </a:cubicBezTo>
                <a:cubicBezTo>
                  <a:pt x="889430" y="437579"/>
                  <a:pt x="1026922" y="695200"/>
                  <a:pt x="1091559" y="805354"/>
                </a:cubicBezTo>
                <a:cubicBezTo>
                  <a:pt x="1095627" y="853962"/>
                  <a:pt x="1199633" y="973416"/>
                  <a:pt x="1235657" y="1021434"/>
                </a:cubicBezTo>
                <a:cubicBezTo>
                  <a:pt x="1237080" y="1055670"/>
                  <a:pt x="1288004" y="1068178"/>
                  <a:pt x="1307706" y="1093461"/>
                </a:cubicBezTo>
                <a:cubicBezTo>
                  <a:pt x="1315314" y="1146725"/>
                  <a:pt x="1337777" y="1124859"/>
                  <a:pt x="1353869" y="1173135"/>
                </a:cubicBezTo>
                <a:cubicBezTo>
                  <a:pt x="1365877" y="1197144"/>
                  <a:pt x="1370310" y="1207852"/>
                  <a:pt x="1379755" y="1237514"/>
                </a:cubicBezTo>
                <a:cubicBezTo>
                  <a:pt x="1377801" y="1288314"/>
                  <a:pt x="1415284" y="1300491"/>
                  <a:pt x="1410539" y="1351107"/>
                </a:cubicBezTo>
                <a:cubicBezTo>
                  <a:pt x="1394908" y="1415584"/>
                  <a:pt x="1402732" y="1428861"/>
                  <a:pt x="1382217" y="1471846"/>
                </a:cubicBezTo>
                <a:cubicBezTo>
                  <a:pt x="1344649" y="1512164"/>
                  <a:pt x="1233817" y="1571890"/>
                  <a:pt x="1185128" y="1593013"/>
                </a:cubicBezTo>
                <a:cubicBezTo>
                  <a:pt x="1164705" y="1587848"/>
                  <a:pt x="1159576" y="1592944"/>
                  <a:pt x="1112152" y="1601472"/>
                </a:cubicBezTo>
                <a:cubicBezTo>
                  <a:pt x="1032044" y="1599518"/>
                  <a:pt x="980634" y="1647823"/>
                  <a:pt x="900585" y="1644184"/>
                </a:cubicBezTo>
                <a:cubicBezTo>
                  <a:pt x="894413" y="1643903"/>
                  <a:pt x="889137" y="1639045"/>
                  <a:pt x="883001" y="1638323"/>
                </a:cubicBezTo>
                <a:cubicBezTo>
                  <a:pt x="855765" y="1635119"/>
                  <a:pt x="828333" y="1633735"/>
                  <a:pt x="800939" y="1632461"/>
                </a:cubicBezTo>
                <a:cubicBezTo>
                  <a:pt x="744305" y="1629827"/>
                  <a:pt x="687616" y="1628554"/>
                  <a:pt x="630955" y="1626600"/>
                </a:cubicBezTo>
                <a:cubicBezTo>
                  <a:pt x="611416" y="1624646"/>
                  <a:pt x="591639" y="1624357"/>
                  <a:pt x="572339" y="1620738"/>
                </a:cubicBezTo>
                <a:cubicBezTo>
                  <a:pt x="560194" y="1618461"/>
                  <a:pt x="488808" y="1601528"/>
                  <a:pt x="477085" y="1597620"/>
                </a:cubicBezTo>
                <a:cubicBezTo>
                  <a:pt x="390139" y="1573197"/>
                  <a:pt x="193266" y="1496377"/>
                  <a:pt x="119310" y="1468046"/>
                </a:cubicBezTo>
                <a:cubicBezTo>
                  <a:pt x="114003" y="1461678"/>
                  <a:pt x="94546" y="1424022"/>
                  <a:pt x="88685" y="1418160"/>
                </a:cubicBezTo>
                <a:cubicBezTo>
                  <a:pt x="77483" y="1396841"/>
                  <a:pt x="61997" y="1384253"/>
                  <a:pt x="52096" y="1340132"/>
                </a:cubicBezTo>
                <a:cubicBezTo>
                  <a:pt x="43520" y="1245807"/>
                  <a:pt x="0" y="1294619"/>
                  <a:pt x="9632" y="1169400"/>
                </a:cubicBezTo>
                <a:cubicBezTo>
                  <a:pt x="10106" y="1163240"/>
                  <a:pt x="13539" y="1157677"/>
                  <a:pt x="15493" y="1151815"/>
                </a:cubicBezTo>
                <a:cubicBezTo>
                  <a:pt x="17447" y="1134230"/>
                  <a:pt x="18446" y="1116513"/>
                  <a:pt x="21355" y="1099061"/>
                </a:cubicBezTo>
                <a:cubicBezTo>
                  <a:pt x="22371" y="1092967"/>
                  <a:pt x="25876" y="1087508"/>
                  <a:pt x="27216" y="1081477"/>
                </a:cubicBezTo>
                <a:cubicBezTo>
                  <a:pt x="29794" y="1069875"/>
                  <a:pt x="30500" y="1057909"/>
                  <a:pt x="33078" y="1046307"/>
                </a:cubicBezTo>
                <a:cubicBezTo>
                  <a:pt x="37308" y="1027272"/>
                  <a:pt x="42390" y="1024577"/>
                  <a:pt x="50662" y="1005277"/>
                </a:cubicBezTo>
                <a:cubicBezTo>
                  <a:pt x="64837" y="972203"/>
                  <a:pt x="47509" y="1003917"/>
                  <a:pt x="62385" y="964246"/>
                </a:cubicBezTo>
                <a:cubicBezTo>
                  <a:pt x="65453" y="956065"/>
                  <a:pt x="70666" y="948831"/>
                  <a:pt x="74108" y="940800"/>
                </a:cubicBezTo>
                <a:cubicBezTo>
                  <a:pt x="80131" y="926747"/>
                  <a:pt x="81583" y="914640"/>
                  <a:pt x="85832" y="899769"/>
                </a:cubicBezTo>
                <a:cubicBezTo>
                  <a:pt x="87529" y="893828"/>
                  <a:pt x="90194" y="888178"/>
                  <a:pt x="91693" y="882184"/>
                </a:cubicBezTo>
                <a:cubicBezTo>
                  <a:pt x="94109" y="872519"/>
                  <a:pt x="95139" y="862542"/>
                  <a:pt x="97555" y="852877"/>
                </a:cubicBezTo>
                <a:cubicBezTo>
                  <a:pt x="99054" y="846883"/>
                  <a:pt x="101719" y="841233"/>
                  <a:pt x="103416" y="835292"/>
                </a:cubicBezTo>
                <a:cubicBezTo>
                  <a:pt x="105629" y="827546"/>
                  <a:pt x="100618" y="780525"/>
                  <a:pt x="102366" y="772661"/>
                </a:cubicBezTo>
                <a:cubicBezTo>
                  <a:pt x="104527" y="762935"/>
                  <a:pt x="80797" y="670800"/>
                  <a:pt x="83418" y="661188"/>
                </a:cubicBezTo>
                <a:cubicBezTo>
                  <a:pt x="72069" y="612710"/>
                  <a:pt x="44156" y="529778"/>
                  <a:pt x="34270" y="481795"/>
                </a:cubicBezTo>
                <a:close/>
              </a:path>
            </a:pathLst>
          </a:custGeom>
          <a:solidFill>
            <a:srgbClr val="92D050"/>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46" name="Line 42"/>
          <p:cNvSpPr>
            <a:spLocks noChangeShapeType="1"/>
          </p:cNvSpPr>
          <p:nvPr/>
        </p:nvSpPr>
        <p:spPr bwMode="auto">
          <a:xfrm>
            <a:off x="3343311" y="1700144"/>
            <a:ext cx="689447" cy="8396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7" name="Line 8"/>
          <p:cNvSpPr>
            <a:spLocks noChangeShapeType="1"/>
          </p:cNvSpPr>
          <p:nvPr/>
        </p:nvSpPr>
        <p:spPr bwMode="auto">
          <a:xfrm flipV="1">
            <a:off x="3343311" y="2325232"/>
            <a:ext cx="1666163" cy="5037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8" name="Line 15"/>
          <p:cNvSpPr>
            <a:spLocks noChangeShapeType="1"/>
          </p:cNvSpPr>
          <p:nvPr/>
        </p:nvSpPr>
        <p:spPr bwMode="auto">
          <a:xfrm flipH="1">
            <a:off x="1810642" y="2375611"/>
            <a:ext cx="611715" cy="8583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49" name="Line 16"/>
          <p:cNvSpPr>
            <a:spLocks noChangeShapeType="1"/>
          </p:cNvSpPr>
          <p:nvPr/>
        </p:nvSpPr>
        <p:spPr bwMode="auto">
          <a:xfrm>
            <a:off x="2576131" y="2375611"/>
            <a:ext cx="0" cy="423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0" name="Line 17"/>
          <p:cNvSpPr>
            <a:spLocks noChangeShapeType="1"/>
          </p:cNvSpPr>
          <p:nvPr/>
        </p:nvSpPr>
        <p:spPr bwMode="auto">
          <a:xfrm flipH="1">
            <a:off x="4017549" y="2375611"/>
            <a:ext cx="934471" cy="423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1" name="Line 18"/>
          <p:cNvSpPr>
            <a:spLocks noChangeShapeType="1"/>
          </p:cNvSpPr>
          <p:nvPr/>
        </p:nvSpPr>
        <p:spPr bwMode="auto">
          <a:xfrm flipH="1">
            <a:off x="4783038" y="2375611"/>
            <a:ext cx="246714" cy="423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2" name="Line 19"/>
          <p:cNvSpPr>
            <a:spLocks noChangeShapeType="1"/>
          </p:cNvSpPr>
          <p:nvPr/>
        </p:nvSpPr>
        <p:spPr bwMode="auto">
          <a:xfrm>
            <a:off x="5029752" y="2375611"/>
            <a:ext cx="613405" cy="5933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3" name="Line 20"/>
          <p:cNvSpPr>
            <a:spLocks noChangeShapeType="1"/>
          </p:cNvSpPr>
          <p:nvPr/>
        </p:nvSpPr>
        <p:spPr bwMode="auto">
          <a:xfrm>
            <a:off x="5105793" y="2375611"/>
            <a:ext cx="843221" cy="339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4" name="Line 23"/>
          <p:cNvSpPr>
            <a:spLocks noChangeShapeType="1"/>
          </p:cNvSpPr>
          <p:nvPr/>
        </p:nvSpPr>
        <p:spPr bwMode="auto">
          <a:xfrm flipH="1">
            <a:off x="3265579" y="1614311"/>
            <a:ext cx="0" cy="67733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55"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79137" y="2121844"/>
            <a:ext cx="474839"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31107" y="2629378"/>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74174" y="2881279"/>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1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53222" y="2629378"/>
            <a:ext cx="474839"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87733" y="2629378"/>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1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95240" y="2375611"/>
            <a:ext cx="474841" cy="50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Line 21"/>
          <p:cNvSpPr>
            <a:spLocks noChangeShapeType="1"/>
          </p:cNvSpPr>
          <p:nvPr/>
        </p:nvSpPr>
        <p:spPr bwMode="auto">
          <a:xfrm>
            <a:off x="6317396" y="2799179"/>
            <a:ext cx="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62" name="Picture 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35763" y="2207677"/>
            <a:ext cx="473150" cy="307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63"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49168" y="1360544"/>
            <a:ext cx="474841" cy="51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Text Box 27"/>
          <p:cNvSpPr txBox="1">
            <a:spLocks noChangeArrowheads="1"/>
          </p:cNvSpPr>
          <p:nvPr/>
        </p:nvSpPr>
        <p:spPr bwMode="auto">
          <a:xfrm>
            <a:off x="4919833" y="1265382"/>
            <a:ext cx="130360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2400"/>
              </a:lnSpc>
            </a:pPr>
            <a:r>
              <a:rPr lang="zh-CN" altLang="en-US" sz="1600" b="1" dirty="0">
                <a:latin typeface="微软雅黑" panose="020B0503020204020204" pitchFamily="34" charset="-122"/>
                <a:ea typeface="微软雅黑" panose="020B0503020204020204" pitchFamily="34" charset="-122"/>
              </a:rPr>
              <a:t>多播组 </a:t>
            </a: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M</a:t>
            </a:r>
            <a:r>
              <a:rPr lang="en-US" altLang="zh-CN" sz="1600" b="1" baseline="-25000" dirty="0">
                <a:latin typeface="微软雅黑" panose="020B0503020204020204" pitchFamily="34" charset="-122"/>
                <a:ea typeface="微软雅黑" panose="020B0503020204020204" pitchFamily="34" charset="-122"/>
                <a:cs typeface="Times New Roman" panose="02020603050405020304" pitchFamily="18" charset="0"/>
              </a:rPr>
              <a:t>1</a:t>
            </a:r>
            <a:endParaRPr lang="en-US" altLang="zh-CN" sz="1600" b="1" dirty="0">
              <a:latin typeface="微软雅黑" panose="020B0503020204020204" pitchFamily="34" charset="-122"/>
              <a:ea typeface="微软雅黑" panose="020B0503020204020204" pitchFamily="34" charset="-122"/>
              <a:cs typeface="Times New Roman" panose="02020603050405020304" pitchFamily="18" charset="0"/>
            </a:endParaRPr>
          </a:p>
          <a:p>
            <a:pPr algn="ctr" eaLnBrk="1" hangingPunct="1">
              <a:lnSpc>
                <a:spcPts val="2400"/>
              </a:lnSpc>
            </a:pP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(A, B, C)</a:t>
            </a:r>
          </a:p>
        </p:txBody>
      </p:sp>
      <p:sp>
        <p:nvSpPr>
          <p:cNvPr id="66" name="Text Box 32"/>
          <p:cNvSpPr txBox="1">
            <a:spLocks noChangeArrowheads="1"/>
          </p:cNvSpPr>
          <p:nvPr/>
        </p:nvSpPr>
        <p:spPr bwMode="auto">
          <a:xfrm>
            <a:off x="4071855" y="1530345"/>
            <a:ext cx="348270"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A</a:t>
            </a:r>
          </a:p>
        </p:txBody>
      </p:sp>
      <p:sp>
        <p:nvSpPr>
          <p:cNvPr id="67" name="Text Box 33"/>
          <p:cNvSpPr txBox="1">
            <a:spLocks noChangeArrowheads="1"/>
          </p:cNvSpPr>
          <p:nvPr/>
        </p:nvSpPr>
        <p:spPr bwMode="auto">
          <a:xfrm>
            <a:off x="3576389" y="2567708"/>
            <a:ext cx="335078"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B</a:t>
            </a:r>
          </a:p>
        </p:txBody>
      </p:sp>
      <p:sp>
        <p:nvSpPr>
          <p:cNvPr id="68" name="Text Box 34"/>
          <p:cNvSpPr txBox="1">
            <a:spLocks noChangeArrowheads="1"/>
          </p:cNvSpPr>
          <p:nvPr/>
        </p:nvSpPr>
        <p:spPr bwMode="auto">
          <a:xfrm>
            <a:off x="4367342" y="2560339"/>
            <a:ext cx="331779"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C</a:t>
            </a:r>
          </a:p>
        </p:txBody>
      </p:sp>
      <p:sp>
        <p:nvSpPr>
          <p:cNvPr id="69" name="Text Box 35"/>
          <p:cNvSpPr txBox="1">
            <a:spLocks noChangeArrowheads="1"/>
          </p:cNvSpPr>
          <p:nvPr/>
        </p:nvSpPr>
        <p:spPr bwMode="auto">
          <a:xfrm>
            <a:off x="5213942" y="2827167"/>
            <a:ext cx="356515"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D</a:t>
            </a:r>
          </a:p>
        </p:txBody>
      </p:sp>
      <p:sp>
        <p:nvSpPr>
          <p:cNvPr id="70" name="Text Box 36"/>
          <p:cNvSpPr txBox="1">
            <a:spLocks noChangeArrowheads="1"/>
          </p:cNvSpPr>
          <p:nvPr/>
        </p:nvSpPr>
        <p:spPr bwMode="auto">
          <a:xfrm>
            <a:off x="5565424" y="2291645"/>
            <a:ext cx="31034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a:t>
            </a:r>
          </a:p>
        </p:txBody>
      </p:sp>
      <p:sp>
        <p:nvSpPr>
          <p:cNvPr id="71" name="Text Box 37"/>
          <p:cNvSpPr txBox="1">
            <a:spLocks noChangeArrowheads="1"/>
          </p:cNvSpPr>
          <p:nvPr/>
        </p:nvSpPr>
        <p:spPr bwMode="auto">
          <a:xfrm>
            <a:off x="1372747" y="2084058"/>
            <a:ext cx="351567"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G</a:t>
            </a:r>
          </a:p>
        </p:txBody>
      </p:sp>
      <p:sp>
        <p:nvSpPr>
          <p:cNvPr id="72" name="Text Box 38"/>
          <p:cNvSpPr txBox="1">
            <a:spLocks noChangeArrowheads="1"/>
          </p:cNvSpPr>
          <p:nvPr/>
        </p:nvSpPr>
        <p:spPr bwMode="auto">
          <a:xfrm>
            <a:off x="2116501" y="2558472"/>
            <a:ext cx="307045"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F</a:t>
            </a:r>
          </a:p>
        </p:txBody>
      </p:sp>
      <p:sp>
        <p:nvSpPr>
          <p:cNvPr id="73" name="Text Box 39"/>
          <p:cNvSpPr txBox="1">
            <a:spLocks noChangeArrowheads="1"/>
          </p:cNvSpPr>
          <p:nvPr/>
        </p:nvSpPr>
        <p:spPr bwMode="auto">
          <a:xfrm>
            <a:off x="3192064" y="1251042"/>
            <a:ext cx="45710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rPr>
              <a:t>N</a:t>
            </a:r>
            <a:r>
              <a:rPr lang="en-US" altLang="zh-CN" sz="1600" b="1" baseline="-25000" dirty="0">
                <a:solidFill>
                  <a:srgbClr val="0000FF"/>
                </a:solidFill>
                <a:latin typeface="微软雅黑" panose="020B0503020204020204" pitchFamily="34" charset="-122"/>
                <a:ea typeface="微软雅黑" panose="020B0503020204020204" pitchFamily="34" charset="-122"/>
              </a:rPr>
              <a:t>1</a:t>
            </a:r>
          </a:p>
        </p:txBody>
      </p:sp>
      <p:sp>
        <p:nvSpPr>
          <p:cNvPr id="74" name="Text Box 41"/>
          <p:cNvSpPr txBox="1">
            <a:spLocks noChangeArrowheads="1"/>
          </p:cNvSpPr>
          <p:nvPr/>
        </p:nvSpPr>
        <p:spPr bwMode="auto">
          <a:xfrm>
            <a:off x="2056932" y="1828894"/>
            <a:ext cx="45710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rPr>
              <a:t>N</a:t>
            </a:r>
            <a:r>
              <a:rPr lang="en-US" altLang="zh-CN" sz="1600" b="1" baseline="-25000" dirty="0">
                <a:solidFill>
                  <a:srgbClr val="0000FF"/>
                </a:solidFill>
                <a:latin typeface="微软雅黑" panose="020B0503020204020204" pitchFamily="34" charset="-122"/>
                <a:ea typeface="微软雅黑" panose="020B0503020204020204" pitchFamily="34" charset="-122"/>
              </a:rPr>
              <a:t>3</a:t>
            </a:r>
          </a:p>
        </p:txBody>
      </p:sp>
      <p:sp>
        <p:nvSpPr>
          <p:cNvPr id="75" name="Text Box 43"/>
          <p:cNvSpPr txBox="1">
            <a:spLocks noChangeArrowheads="1"/>
          </p:cNvSpPr>
          <p:nvPr/>
        </p:nvSpPr>
        <p:spPr bwMode="auto">
          <a:xfrm>
            <a:off x="3003656" y="1960719"/>
            <a:ext cx="336727"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990099"/>
                </a:solidFill>
                <a:latin typeface="微软雅黑" panose="020B0503020204020204" pitchFamily="34" charset="-122"/>
                <a:ea typeface="微软雅黑" panose="020B0503020204020204" pitchFamily="34" charset="-122"/>
              </a:rPr>
              <a:t>R</a:t>
            </a:r>
            <a:endParaRPr lang="en-US" altLang="zh-CN" sz="1600" b="1" baseline="-25000" dirty="0">
              <a:solidFill>
                <a:srgbClr val="990099"/>
              </a:solidFill>
              <a:latin typeface="微软雅黑" panose="020B0503020204020204" pitchFamily="34" charset="-122"/>
              <a:ea typeface="微软雅黑" panose="020B0503020204020204" pitchFamily="34" charset="-122"/>
            </a:endParaRPr>
          </a:p>
        </p:txBody>
      </p:sp>
      <p:cxnSp>
        <p:nvCxnSpPr>
          <p:cNvPr id="76" name="直接箭头连接符 75"/>
          <p:cNvCxnSpPr/>
          <p:nvPr/>
        </p:nvCxnSpPr>
        <p:spPr>
          <a:xfrm flipH="1">
            <a:off x="4421417" y="1640434"/>
            <a:ext cx="618475" cy="361991"/>
          </a:xfrm>
          <a:prstGeom prst="straightConnector1">
            <a:avLst/>
          </a:prstGeom>
          <a:ln>
            <a:solidFill>
              <a:schemeClr val="tx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pic>
        <p:nvPicPr>
          <p:cNvPr id="78"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837112" y="2246863"/>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0"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46316" y="2207677"/>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9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059421" y="1552736"/>
            <a:ext cx="424144" cy="19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92" name="Text Box 40"/>
          <p:cNvSpPr txBox="1">
            <a:spLocks noChangeArrowheads="1"/>
          </p:cNvSpPr>
          <p:nvPr/>
        </p:nvSpPr>
        <p:spPr bwMode="auto">
          <a:xfrm>
            <a:off x="5216626" y="2009327"/>
            <a:ext cx="457104" cy="340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600" b="1" dirty="0">
                <a:solidFill>
                  <a:srgbClr val="0000FF"/>
                </a:solidFill>
                <a:latin typeface="微软雅黑" panose="020B0503020204020204" pitchFamily="34" charset="-122"/>
                <a:ea typeface="微软雅黑" panose="020B0503020204020204" pitchFamily="34" charset="-122"/>
              </a:rPr>
              <a:t>N</a:t>
            </a:r>
            <a:r>
              <a:rPr lang="en-US" altLang="zh-CN" sz="1600" b="1" baseline="-25000" dirty="0">
                <a:solidFill>
                  <a:srgbClr val="0000FF"/>
                </a:solidFill>
                <a:latin typeface="微软雅黑" panose="020B0503020204020204" pitchFamily="34" charset="-122"/>
                <a:ea typeface="微软雅黑" panose="020B0503020204020204" pitchFamily="34" charset="-122"/>
              </a:rPr>
              <a:t>2</a:t>
            </a:r>
          </a:p>
        </p:txBody>
      </p:sp>
      <p:cxnSp>
        <p:nvCxnSpPr>
          <p:cNvPr id="93" name="直接箭头连接符 92"/>
          <p:cNvCxnSpPr/>
          <p:nvPr/>
        </p:nvCxnSpPr>
        <p:spPr>
          <a:xfrm flipH="1">
            <a:off x="6266701" y="1978168"/>
            <a:ext cx="476530" cy="584036"/>
          </a:xfrm>
          <a:prstGeom prst="straightConnector1">
            <a:avLst/>
          </a:prstGeom>
          <a:ln>
            <a:solidFill>
              <a:schemeClr val="tx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94" name="椭圆 93"/>
          <p:cNvSpPr/>
          <p:nvPr/>
        </p:nvSpPr>
        <p:spPr>
          <a:xfrm rot="1662349">
            <a:off x="1323974" y="1858749"/>
            <a:ext cx="1769243" cy="1438633"/>
          </a:xfrm>
          <a:prstGeom prst="ellipse">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95" name="椭圆 94"/>
          <p:cNvSpPr/>
          <p:nvPr/>
        </p:nvSpPr>
        <p:spPr>
          <a:xfrm>
            <a:off x="2729905" y="1276578"/>
            <a:ext cx="1762483" cy="761300"/>
          </a:xfrm>
          <a:prstGeom prst="ellipse">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98" name="椭圆 97"/>
          <p:cNvSpPr/>
          <p:nvPr/>
        </p:nvSpPr>
        <p:spPr>
          <a:xfrm>
            <a:off x="3495394" y="2037878"/>
            <a:ext cx="3296840" cy="1490879"/>
          </a:xfrm>
          <a:prstGeom prst="ellipse">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a:latin typeface="微软雅黑" panose="020B0503020204020204" pitchFamily="34" charset="-122"/>
              <a:ea typeface="微软雅黑" panose="020B0503020204020204" pitchFamily="34" charset="-122"/>
            </a:endParaRPr>
          </a:p>
        </p:txBody>
      </p:sp>
      <p:sp>
        <p:nvSpPr>
          <p:cNvPr id="112" name="Text Box 27"/>
          <p:cNvSpPr txBox="1">
            <a:spLocks noChangeArrowheads="1"/>
          </p:cNvSpPr>
          <p:nvPr/>
        </p:nvSpPr>
        <p:spPr bwMode="auto">
          <a:xfrm>
            <a:off x="6509908" y="1569415"/>
            <a:ext cx="130360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2400"/>
              </a:lnSpc>
            </a:pPr>
            <a:r>
              <a:rPr lang="zh-CN" altLang="en-US" sz="1600" b="1" dirty="0">
                <a:latin typeface="微软雅黑" panose="020B0503020204020204" pitchFamily="34" charset="-122"/>
                <a:ea typeface="微软雅黑" panose="020B0503020204020204" pitchFamily="34" charset="-122"/>
              </a:rPr>
              <a:t>多播组 </a:t>
            </a: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M</a:t>
            </a:r>
            <a:r>
              <a:rPr lang="en-US" altLang="zh-CN" sz="1600" b="1" baseline="-25000" dirty="0">
                <a:latin typeface="微软雅黑" panose="020B0503020204020204" pitchFamily="34" charset="-122"/>
                <a:ea typeface="微软雅黑" panose="020B0503020204020204" pitchFamily="34" charset="-122"/>
                <a:cs typeface="Times New Roman" panose="02020603050405020304" pitchFamily="18" charset="0"/>
              </a:rPr>
              <a:t>2</a:t>
            </a:r>
            <a:endParaRPr lang="en-US" altLang="zh-CN" sz="1600" b="1" dirty="0">
              <a:latin typeface="微软雅黑" panose="020B0503020204020204" pitchFamily="34" charset="-122"/>
              <a:ea typeface="微软雅黑" panose="020B0503020204020204" pitchFamily="34" charset="-122"/>
              <a:cs typeface="Times New Roman" panose="02020603050405020304" pitchFamily="18" charset="0"/>
            </a:endParaRPr>
          </a:p>
          <a:p>
            <a:pPr algn="ctr" eaLnBrk="1" hangingPunct="1">
              <a:lnSpc>
                <a:spcPts val="2400"/>
              </a:lnSpc>
            </a:pPr>
            <a:r>
              <a:rPr lang="en-US" altLang="zh-CN" sz="1600" b="1" dirty="0">
                <a:latin typeface="微软雅黑" panose="020B0503020204020204" pitchFamily="34" charset="-122"/>
                <a:ea typeface="微软雅黑" panose="020B0503020204020204" pitchFamily="34" charset="-122"/>
                <a:cs typeface="Times New Roman" panose="02020603050405020304" pitchFamily="18" charset="0"/>
              </a:rPr>
              <a:t>(D, E, F)</a:t>
            </a:r>
          </a:p>
        </p:txBody>
      </p:sp>
      <p:sp>
        <p:nvSpPr>
          <p:cNvPr id="7" name="矩形 6"/>
          <p:cNvSpPr/>
          <p:nvPr/>
        </p:nvSpPr>
        <p:spPr>
          <a:xfrm>
            <a:off x="1579733" y="3968371"/>
            <a:ext cx="6002874" cy="685893"/>
          </a:xfrm>
          <a:prstGeom prst="rect">
            <a:avLst/>
          </a:prstGeom>
        </p:spPr>
        <p:txBody>
          <a:bodyPr wrap="square">
            <a:spAutoFit/>
          </a:bodyPr>
          <a:lstStyle/>
          <a:p>
            <a:pPr>
              <a:lnSpc>
                <a:spcPts val="2400"/>
              </a:lnSpc>
            </a:pPr>
            <a:r>
              <a:rPr lang="zh-CN" altLang="en-US" b="1" dirty="0">
                <a:latin typeface="微软雅黑" panose="020B0503020204020204" pitchFamily="34" charset="-122"/>
                <a:ea typeface="微软雅黑" panose="020B0503020204020204" pitchFamily="34" charset="-122"/>
              </a:rPr>
              <a:t>如果主机</a:t>
            </a:r>
            <a:r>
              <a:rPr lang="en-US" altLang="zh-CN" b="1" dirty="0">
                <a:latin typeface="微软雅黑" panose="020B0503020204020204" pitchFamily="34" charset="-122"/>
                <a:ea typeface="微软雅黑" panose="020B0503020204020204" pitchFamily="34" charset="-122"/>
              </a:rPr>
              <a:t>G</a:t>
            </a:r>
            <a:r>
              <a:rPr lang="zh-CN" altLang="en-US" b="1" dirty="0">
                <a:latin typeface="微软雅黑" panose="020B0503020204020204" pitchFamily="34" charset="-122"/>
                <a:ea typeface="微软雅黑" panose="020B0503020204020204" pitchFamily="34" charset="-122"/>
              </a:rPr>
              <a:t>现在加入了多播组</a:t>
            </a:r>
            <a:r>
              <a:rPr lang="en-US" altLang="zh-CN" b="1" dirty="0">
                <a:latin typeface="微软雅黑" panose="020B0503020204020204" pitchFamily="34" charset="-122"/>
                <a:ea typeface="微软雅黑" panose="020B0503020204020204" pitchFamily="34" charset="-122"/>
              </a:rPr>
              <a:t>M</a:t>
            </a:r>
            <a:r>
              <a:rPr lang="en-US" altLang="zh-CN" b="1" baseline="-25000" dirty="0">
                <a:latin typeface="微软雅黑" panose="020B0503020204020204" pitchFamily="34" charset="-122"/>
                <a:ea typeface="微软雅黑" panose="020B0503020204020204" pitchFamily="34" charset="-122"/>
              </a:rPr>
              <a:t>1</a:t>
            </a:r>
            <a:r>
              <a:rPr lang="zh-CN" altLang="en-US" b="1" dirty="0">
                <a:latin typeface="微软雅黑" panose="020B0503020204020204" pitchFamily="34" charset="-122"/>
                <a:ea typeface="微软雅黑" panose="020B0503020204020204" pitchFamily="34" charset="-122"/>
              </a:rPr>
              <a:t>，那么从这时起，路由器</a:t>
            </a:r>
            <a:r>
              <a:rPr lang="en-US" altLang="zh-CN" b="1" dirty="0">
                <a:latin typeface="微软雅黑" panose="020B0503020204020204" pitchFamily="34" charset="-122"/>
                <a:ea typeface="微软雅黑" panose="020B0503020204020204" pitchFamily="34" charset="-122"/>
              </a:rPr>
              <a:t>R</a:t>
            </a:r>
            <a:r>
              <a:rPr lang="zh-CN" altLang="en-US" b="1" dirty="0">
                <a:latin typeface="微软雅黑" panose="020B0503020204020204" pitchFamily="34" charset="-122"/>
                <a:ea typeface="微软雅黑" panose="020B0503020204020204" pitchFamily="34" charset="-122"/>
              </a:rPr>
              <a:t>就必须也向网络</a:t>
            </a:r>
            <a:r>
              <a:rPr lang="en-US" altLang="zh-CN" b="1" dirty="0">
                <a:latin typeface="微软雅黑" panose="020B0503020204020204" pitchFamily="34" charset="-122"/>
                <a:ea typeface="微软雅黑" panose="020B0503020204020204" pitchFamily="34" charset="-122"/>
              </a:rPr>
              <a:t>N</a:t>
            </a:r>
            <a:r>
              <a:rPr lang="en-US" altLang="zh-CN" b="1" baseline="-25000" dirty="0">
                <a:latin typeface="微软雅黑" panose="020B0503020204020204" pitchFamily="34" charset="-122"/>
                <a:ea typeface="微软雅黑" panose="020B0503020204020204" pitchFamily="34" charset="-122"/>
              </a:rPr>
              <a:t>3</a:t>
            </a:r>
            <a:r>
              <a:rPr lang="zh-CN" altLang="en-US" b="1" dirty="0">
                <a:latin typeface="微软雅黑" panose="020B0503020204020204" pitchFamily="34" charset="-122"/>
                <a:ea typeface="微软雅黑" panose="020B0503020204020204" pitchFamily="34" charset="-122"/>
              </a:rPr>
              <a:t>转发多播组</a:t>
            </a:r>
            <a:r>
              <a:rPr lang="en-US" altLang="zh-CN" b="1" dirty="0">
                <a:latin typeface="微软雅黑" panose="020B0503020204020204" pitchFamily="34" charset="-122"/>
                <a:ea typeface="微软雅黑" panose="020B0503020204020204" pitchFamily="34" charset="-122"/>
              </a:rPr>
              <a:t>M</a:t>
            </a:r>
            <a:r>
              <a:rPr lang="en-US" altLang="zh-CN" b="1" baseline="-25000" dirty="0">
                <a:latin typeface="微软雅黑" panose="020B0503020204020204" pitchFamily="34" charset="-122"/>
                <a:ea typeface="微软雅黑" panose="020B0503020204020204" pitchFamily="34" charset="-122"/>
              </a:rPr>
              <a:t>1</a:t>
            </a:r>
            <a:r>
              <a:rPr lang="zh-CN" altLang="en-US" b="1" dirty="0">
                <a:latin typeface="微软雅黑" panose="020B0503020204020204" pitchFamily="34" charset="-122"/>
                <a:ea typeface="微软雅黑" panose="020B0503020204020204" pitchFamily="34" charset="-122"/>
              </a:rPr>
              <a:t>的分组。</a:t>
            </a:r>
          </a:p>
        </p:txBody>
      </p:sp>
    </p:spTree>
    <p:extLst>
      <p:ext uri="{BB962C8B-B14F-4D97-AF65-F5344CB8AC3E}">
        <p14:creationId xmlns:p14="http://schemas.microsoft.com/office/powerpoint/2010/main" val="41318122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par>
                                <p:cTn id="10" presetID="22" presetClass="entr" presetSubtype="8" fill="hold" grpId="0" nodeType="with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left)">
                                      <p:cBhvr>
                                        <p:cTn id="12"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7" grpId="0"/>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40484"/>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1716"/>
            <a:ext cx="4544834" cy="400110"/>
          </a:xfrm>
          <a:prstGeom prst="rect">
            <a:avLst/>
          </a:prstGeom>
        </p:spPr>
        <p:txBody>
          <a:bodyPr wrap="none">
            <a:spAutoFit/>
          </a:bodyPr>
          <a:lstStyle/>
          <a:p>
            <a:r>
              <a:rPr lang="zh-CN" altLang="en-US" sz="2000" b="1" dirty="0">
                <a:latin typeface="微软雅黑" pitchFamily="34" charset="-122"/>
                <a:ea typeface="微软雅黑" pitchFamily="34" charset="-122"/>
              </a:rPr>
              <a:t>多播路由协议比单播路由协议更为复杂</a:t>
            </a:r>
          </a:p>
        </p:txBody>
      </p:sp>
      <p:sp>
        <p:nvSpPr>
          <p:cNvPr id="4" name="矩形 3"/>
          <p:cNvSpPr/>
          <p:nvPr/>
        </p:nvSpPr>
        <p:spPr>
          <a:xfrm>
            <a:off x="545144" y="948112"/>
            <a:ext cx="8115279" cy="2102627"/>
          </a:xfrm>
          <a:prstGeom prst="rect">
            <a:avLst/>
          </a:prstGeom>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多播转发必须</a:t>
            </a:r>
            <a:r>
              <a:rPr lang="zh-CN" altLang="en-US" sz="2000" b="1" dirty="0">
                <a:solidFill>
                  <a:srgbClr val="0000FF"/>
                </a:solidFill>
                <a:latin typeface="微软雅黑" pitchFamily="34" charset="-122"/>
                <a:ea typeface="微软雅黑" pitchFamily="34" charset="-122"/>
              </a:rPr>
              <a:t>动态地适应多播组成员的变化</a:t>
            </a:r>
            <a:r>
              <a:rPr lang="zh-CN" altLang="en-US" sz="2000" b="1" dirty="0">
                <a:latin typeface="微软雅黑" pitchFamily="34" charset="-122"/>
                <a:ea typeface="微软雅黑" pitchFamily="34" charset="-122"/>
              </a:rPr>
              <a:t>（这时网络拓扑并未发生变化），因为每一台主机可以随时加入或离开一个多播组。</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单播路由选择通常在网络拓扑发生变化时才需要更新路由。 </a:t>
            </a: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多播数据报可以由</a:t>
            </a:r>
            <a:r>
              <a:rPr lang="zh-CN" altLang="en-US" sz="2000" b="1" dirty="0">
                <a:solidFill>
                  <a:srgbClr val="0000FF"/>
                </a:solidFill>
                <a:latin typeface="微软雅黑" pitchFamily="34" charset="-122"/>
                <a:ea typeface="微软雅黑" pitchFamily="34" charset="-122"/>
              </a:rPr>
              <a:t>没有加入多播组的主机</a:t>
            </a:r>
            <a:r>
              <a:rPr lang="zh-CN" altLang="en-US" sz="2000" b="1" dirty="0">
                <a:latin typeface="微软雅黑" pitchFamily="34" charset="-122"/>
                <a:ea typeface="微软雅黑" pitchFamily="34" charset="-122"/>
              </a:rPr>
              <a:t>发出，也可以通过没有组成员的接入网络。 </a:t>
            </a:r>
          </a:p>
        </p:txBody>
      </p:sp>
    </p:spTree>
    <p:extLst>
      <p:ext uri="{BB962C8B-B14F-4D97-AF65-F5344CB8AC3E}">
        <p14:creationId xmlns:p14="http://schemas.microsoft.com/office/powerpoint/2010/main" val="80300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1008869"/>
            <a:ext cx="8053710" cy="893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互联网组管理协议</a:t>
            </a:r>
            <a:r>
              <a:rPr lang="en-US" altLang="zh-CN" sz="2000" b="1" dirty="0">
                <a:solidFill>
                  <a:srgbClr val="0000FF"/>
                </a:solidFill>
                <a:latin typeface="微软雅黑" pitchFamily="34" charset="-122"/>
                <a:ea typeface="微软雅黑" pitchFamily="34" charset="-122"/>
              </a:rPr>
              <a:t>IGMP</a:t>
            </a:r>
            <a:r>
              <a:rPr lang="zh-CN" altLang="en-US" sz="2000" b="1" dirty="0">
                <a:latin typeface="微软雅黑" pitchFamily="34" charset="-122"/>
                <a:ea typeface="微软雅黑" pitchFamily="34" charset="-122"/>
              </a:rPr>
              <a:t>是</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的多播组管理协议。</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IGMP</a:t>
            </a:r>
            <a:r>
              <a:rPr lang="zh-CN" altLang="en-US" sz="2000" b="1" dirty="0">
                <a:latin typeface="微软雅黑" pitchFamily="34" charset="-122"/>
                <a:ea typeface="微软雅黑" pitchFamily="34" charset="-122"/>
              </a:rPr>
              <a:t>使用</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数据报传递其报文，是</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不可分割的组成部分。</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45145" y="640316"/>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607105"/>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互联网组管理协议 </a:t>
            </a:r>
            <a:r>
              <a:rPr lang="en-US" altLang="zh-CN" sz="2000" b="1" dirty="0">
                <a:solidFill>
                  <a:schemeClr val="bg1"/>
                </a:solidFill>
                <a:latin typeface="微软雅黑" pitchFamily="34" charset="-122"/>
                <a:ea typeface="微软雅黑" pitchFamily="34" charset="-122"/>
              </a:rPr>
              <a:t>IGMP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380121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圆角矩形 52"/>
          <p:cNvSpPr/>
          <p:nvPr/>
        </p:nvSpPr>
        <p:spPr>
          <a:xfrm>
            <a:off x="545144" y="1000549"/>
            <a:ext cx="8053711" cy="21409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 name="AutoShape 5"/>
          <p:cNvSpPr>
            <a:spLocks noChangeArrowheads="1"/>
          </p:cNvSpPr>
          <p:nvPr/>
        </p:nvSpPr>
        <p:spPr bwMode="auto">
          <a:xfrm>
            <a:off x="545144" y="627055"/>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6759"/>
            <a:ext cx="2749471" cy="400110"/>
          </a:xfrm>
          <a:prstGeom prst="rect">
            <a:avLst/>
          </a:prstGeom>
        </p:spPr>
        <p:txBody>
          <a:bodyPr wrap="none">
            <a:spAutoFit/>
          </a:bodyPr>
          <a:lstStyle/>
          <a:p>
            <a:r>
              <a:rPr lang="zh-CN" altLang="en-US" sz="2000" b="1" dirty="0">
                <a:latin typeface="微软雅黑" pitchFamily="34" charset="-122"/>
                <a:ea typeface="微软雅黑" pitchFamily="34" charset="-122"/>
              </a:rPr>
              <a:t>第一阶段：加入多播组</a:t>
            </a:r>
          </a:p>
        </p:txBody>
      </p:sp>
      <p:grpSp>
        <p:nvGrpSpPr>
          <p:cNvPr id="34" name="Group 32"/>
          <p:cNvGrpSpPr>
            <a:grpSpLocks/>
          </p:cNvGrpSpPr>
          <p:nvPr/>
        </p:nvGrpSpPr>
        <p:grpSpPr bwMode="auto">
          <a:xfrm>
            <a:off x="5830718" y="1169785"/>
            <a:ext cx="2435345" cy="695022"/>
            <a:chOff x="2919" y="817"/>
            <a:chExt cx="1244" cy="369"/>
          </a:xfrm>
        </p:grpSpPr>
        <p:sp>
          <p:nvSpPr>
            <p:cNvPr id="35" name="Rectangle 33"/>
            <p:cNvSpPr>
              <a:spLocks noChangeArrowheads="1"/>
            </p:cNvSpPr>
            <p:nvPr/>
          </p:nvSpPr>
          <p:spPr bwMode="auto">
            <a:xfrm>
              <a:off x="2963" y="999"/>
              <a:ext cx="1200"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zh-CN" altLang="en-US" sz="1600" b="1" dirty="0">
                  <a:latin typeface="微软雅黑" panose="020B0503020204020204" pitchFamily="34" charset="-122"/>
                  <a:ea typeface="微软雅黑" panose="020B0503020204020204" pitchFamily="34" charset="-122"/>
                </a:rPr>
                <a:t>（加入 </a:t>
              </a:r>
              <a:r>
                <a:rPr lang="en-US" altLang="zh-CN" sz="1600" b="1" dirty="0">
                  <a:latin typeface="微软雅黑" panose="020B0503020204020204" pitchFamily="34" charset="-122"/>
                  <a:ea typeface="微软雅黑" panose="020B0503020204020204" pitchFamily="34" charset="-122"/>
                </a:rPr>
                <a:t>224.1.1.10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sp>
          <p:nvSpPr>
            <p:cNvPr id="36" name="AutoShape 34"/>
            <p:cNvSpPr>
              <a:spLocks noChangeArrowheads="1"/>
            </p:cNvSpPr>
            <p:nvPr/>
          </p:nvSpPr>
          <p:spPr bwMode="auto">
            <a:xfrm>
              <a:off x="2919" y="892"/>
              <a:ext cx="145" cy="166"/>
            </a:xfrm>
            <a:prstGeom prst="downArrow">
              <a:avLst>
                <a:gd name="adj1" fmla="val 50000"/>
                <a:gd name="adj2" fmla="val 51635"/>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102382" tIns="52195" rIns="102382" bIns="5219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7" name="Rectangle 35"/>
            <p:cNvSpPr>
              <a:spLocks noChangeArrowheads="1"/>
            </p:cNvSpPr>
            <p:nvPr/>
          </p:nvSpPr>
          <p:spPr bwMode="auto">
            <a:xfrm>
              <a:off x="3001" y="817"/>
              <a:ext cx="584"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Report</a:t>
              </a:r>
            </a:p>
          </p:txBody>
        </p:sp>
      </p:grpSp>
      <p:sp>
        <p:nvSpPr>
          <p:cNvPr id="52" name="矩形 51"/>
          <p:cNvSpPr/>
          <p:nvPr/>
        </p:nvSpPr>
        <p:spPr>
          <a:xfrm>
            <a:off x="520310" y="3192323"/>
            <a:ext cx="8028487" cy="730777"/>
          </a:xfrm>
          <a:prstGeom prst="rect">
            <a:avLst/>
          </a:prstGeom>
        </p:spPr>
        <p:txBody>
          <a:bodyPr wrap="square">
            <a:spAutoFit/>
          </a:bodyPr>
          <a:lstStyle/>
          <a:p>
            <a:pPr marL="623888" indent="-342900">
              <a:lnSpc>
                <a:spcPts val="2600"/>
              </a:lnSpc>
              <a:buClr>
                <a:srgbClr val="7030A0"/>
              </a:buClr>
              <a:buFont typeface="Wingdings" panose="05000000000000000000" pitchFamily="2" charset="2"/>
              <a:buChar char="l"/>
            </a:pPr>
            <a:r>
              <a:rPr lang="zh-CN" altLang="en-US" b="1" dirty="0">
                <a:latin typeface="微软雅黑" pitchFamily="34" charset="-122"/>
                <a:ea typeface="微软雅黑" pitchFamily="34" charset="-122"/>
              </a:rPr>
              <a:t>当某个主机加入多播组时，该主机向多播组的多播地址发送 </a:t>
            </a:r>
            <a:r>
              <a:rPr lang="en-US" altLang="zh-CN" b="1" dirty="0">
                <a:latin typeface="微软雅黑" pitchFamily="34" charset="-122"/>
                <a:ea typeface="微软雅黑" pitchFamily="34" charset="-122"/>
              </a:rPr>
              <a:t>IGMP </a:t>
            </a:r>
            <a:r>
              <a:rPr lang="zh-CN" altLang="en-US" b="1" dirty="0">
                <a:latin typeface="微软雅黑" pitchFamily="34" charset="-122"/>
                <a:ea typeface="微软雅黑" pitchFamily="34" charset="-122"/>
              </a:rPr>
              <a:t>报文，声明自己要成为该组的成员。</a:t>
            </a:r>
          </a:p>
        </p:txBody>
      </p:sp>
      <p:grpSp>
        <p:nvGrpSpPr>
          <p:cNvPr id="4" name="组合 3"/>
          <p:cNvGrpSpPr/>
          <p:nvPr/>
        </p:nvGrpSpPr>
        <p:grpSpPr>
          <a:xfrm>
            <a:off x="2138326" y="1194355"/>
            <a:ext cx="3575353" cy="1851740"/>
            <a:chOff x="2584898" y="1279419"/>
            <a:chExt cx="3575353" cy="1851740"/>
          </a:xfrm>
        </p:grpSpPr>
        <p:sp>
          <p:nvSpPr>
            <p:cNvPr id="5" name="Line 2"/>
            <p:cNvSpPr>
              <a:spLocks noChangeShapeType="1"/>
            </p:cNvSpPr>
            <p:nvPr/>
          </p:nvSpPr>
          <p:spPr bwMode="auto">
            <a:xfrm flipH="1">
              <a:off x="4486828" y="1444882"/>
              <a:ext cx="1322264" cy="673414"/>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29" name="Picture 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 name="Rectangle 36"/>
            <p:cNvSpPr>
              <a:spLocks noChangeArrowheads="1"/>
            </p:cNvSpPr>
            <p:nvPr/>
          </p:nvSpPr>
          <p:spPr bwMode="auto">
            <a:xfrm>
              <a:off x="3468742" y="2243167"/>
              <a:ext cx="824752"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en-US" altLang="zh-CN" b="1" dirty="0"/>
                <a:t>IGMP</a:t>
              </a:r>
            </a:p>
          </p:txBody>
        </p:sp>
        <p:sp>
          <p:nvSpPr>
            <p:cNvPr id="39" name="Line 37"/>
            <p:cNvSpPr>
              <a:spLocks noChangeShapeType="1"/>
            </p:cNvSpPr>
            <p:nvPr/>
          </p:nvSpPr>
          <p:spPr bwMode="auto">
            <a:xfrm>
              <a:off x="2896779" y="1434767"/>
              <a:ext cx="1408362" cy="69081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0" name="Line 38"/>
            <p:cNvSpPr>
              <a:spLocks noChangeShapeType="1"/>
            </p:cNvSpPr>
            <p:nvPr/>
          </p:nvSpPr>
          <p:spPr bwMode="auto">
            <a:xfrm>
              <a:off x="4324232" y="1436934"/>
              <a:ext cx="0" cy="681362"/>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2" name="Line 40"/>
            <p:cNvSpPr>
              <a:spLocks noChangeShapeType="1"/>
            </p:cNvSpPr>
            <p:nvPr/>
          </p:nvSpPr>
          <p:spPr bwMode="auto">
            <a:xfrm>
              <a:off x="4404772" y="2187874"/>
              <a:ext cx="0" cy="37427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43"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 name="Picture 4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84898" y="1279419"/>
              <a:ext cx="664032" cy="506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4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26060"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Rectangle 44"/>
            <p:cNvSpPr>
              <a:spLocks noChangeArrowheads="1"/>
            </p:cNvSpPr>
            <p:nvPr/>
          </p:nvSpPr>
          <p:spPr bwMode="auto">
            <a:xfrm>
              <a:off x="2715092" y="1312648"/>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H1</a:t>
              </a:r>
            </a:p>
          </p:txBody>
        </p:sp>
        <p:sp>
          <p:nvSpPr>
            <p:cNvPr id="47" name="Rectangle 45"/>
            <p:cNvSpPr>
              <a:spLocks noChangeArrowheads="1"/>
            </p:cNvSpPr>
            <p:nvPr/>
          </p:nvSpPr>
          <p:spPr bwMode="auto">
            <a:xfrm>
              <a:off x="4154540"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H2</a:t>
              </a:r>
            </a:p>
          </p:txBody>
        </p:sp>
        <p:sp>
          <p:nvSpPr>
            <p:cNvPr id="48" name="Rectangle 46"/>
            <p:cNvSpPr>
              <a:spLocks noChangeArrowheads="1"/>
            </p:cNvSpPr>
            <p:nvPr/>
          </p:nvSpPr>
          <p:spPr bwMode="auto">
            <a:xfrm>
              <a:off x="3436195" y="2760424"/>
              <a:ext cx="1844618"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zh-CN" altLang="en-US" b="1" dirty="0">
                  <a:latin typeface="微软雅黑" panose="020B0503020204020204" pitchFamily="34" charset="-122"/>
                  <a:ea typeface="微软雅黑" panose="020B0503020204020204" pitchFamily="34" charset="-122"/>
                </a:rPr>
                <a:t>多播路由器</a:t>
              </a:r>
              <a:endParaRPr lang="en-US" altLang="zh-CN" b="1" dirty="0">
                <a:latin typeface="微软雅黑" panose="020B0503020204020204" pitchFamily="34" charset="-122"/>
                <a:ea typeface="微软雅黑" panose="020B0503020204020204" pitchFamily="34" charset="-122"/>
              </a:endParaRPr>
            </a:p>
          </p:txBody>
        </p:sp>
        <p:pic>
          <p:nvPicPr>
            <p:cNvPr id="50" name="Picture 4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495363"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Rectangle 45"/>
            <p:cNvSpPr>
              <a:spLocks noChangeArrowheads="1"/>
            </p:cNvSpPr>
            <p:nvPr/>
          </p:nvSpPr>
          <p:spPr bwMode="auto">
            <a:xfrm>
              <a:off x="5623843"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pic>
          <p:nvPicPr>
            <p:cNvPr id="28"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086388" y="2001897"/>
              <a:ext cx="604560" cy="265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31" name="Group 29"/>
          <p:cNvGrpSpPr>
            <a:grpSpLocks/>
          </p:cNvGrpSpPr>
          <p:nvPr/>
        </p:nvGrpSpPr>
        <p:grpSpPr bwMode="auto">
          <a:xfrm>
            <a:off x="5178691" y="1229107"/>
            <a:ext cx="515897" cy="251330"/>
            <a:chOff x="3897" y="748"/>
            <a:chExt cx="272" cy="283"/>
          </a:xfrm>
        </p:grpSpPr>
        <p:sp>
          <p:nvSpPr>
            <p:cNvPr id="32" name="Rectangle 30"/>
            <p:cNvSpPr>
              <a:spLocks noChangeArrowheads="1"/>
            </p:cNvSpPr>
            <p:nvPr/>
          </p:nvSpPr>
          <p:spPr bwMode="auto">
            <a:xfrm>
              <a:off x="3898" y="801"/>
              <a:ext cx="173" cy="226"/>
            </a:xfrm>
            <a:prstGeom prst="rect">
              <a:avLst/>
            </a:prstGeom>
            <a:solidFill>
              <a:srgbClr val="00CC00"/>
            </a:solidFill>
            <a:ln w="12700">
              <a:solidFill>
                <a:srgbClr val="49493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endParaRPr lang="zh-CN" altLang="en-US" sz="1400"/>
            </a:p>
          </p:txBody>
        </p:sp>
        <p:sp>
          <p:nvSpPr>
            <p:cNvPr id="33" name="Rectangle 31"/>
            <p:cNvSpPr>
              <a:spLocks noChangeArrowheads="1"/>
            </p:cNvSpPr>
            <p:nvPr/>
          </p:nvSpPr>
          <p:spPr bwMode="auto">
            <a:xfrm>
              <a:off x="3897" y="748"/>
              <a:ext cx="272" cy="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grpSp>
    </p:spTree>
    <p:extLst>
      <p:ext uri="{BB962C8B-B14F-4D97-AF65-F5344CB8AC3E}">
        <p14:creationId xmlns:p14="http://schemas.microsoft.com/office/powerpoint/2010/main" val="2140719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499"/>
                                          </p:stCondLst>
                                        </p:cTn>
                                        <p:tgtEl>
                                          <p:spTgt spid="31"/>
                                        </p:tgtEl>
                                        <p:attrNameLst>
                                          <p:attrName>style.visibility</p:attrName>
                                        </p:attrNameLst>
                                      </p:cBhvr>
                                      <p:to>
                                        <p:strVal val="visible"/>
                                      </p:to>
                                    </p:set>
                                  </p:childTnLst>
                                </p:cTn>
                              </p:par>
                            </p:childTnLst>
                          </p:cTn>
                        </p:par>
                        <p:par>
                          <p:cTn id="7" fill="hold">
                            <p:stCondLst>
                              <p:cond delay="500"/>
                            </p:stCondLst>
                            <p:childTnLst>
                              <p:par>
                                <p:cTn id="8" presetID="22" presetClass="entr" presetSubtype="1" fill="hold" nodeType="afterEffect">
                                  <p:stCondLst>
                                    <p:cond delay="0"/>
                                  </p:stCondLst>
                                  <p:childTnLst>
                                    <p:set>
                                      <p:cBhvr>
                                        <p:cTn id="9" dur="1" fill="hold">
                                          <p:stCondLst>
                                            <p:cond delay="0"/>
                                          </p:stCondLst>
                                        </p:cTn>
                                        <p:tgtEl>
                                          <p:spTgt spid="34"/>
                                        </p:tgtEl>
                                        <p:attrNameLst>
                                          <p:attrName>style.visibility</p:attrName>
                                        </p:attrNameLst>
                                      </p:cBhvr>
                                      <p:to>
                                        <p:strVal val="visible"/>
                                      </p:to>
                                    </p:set>
                                    <p:animEffect transition="in" filter="wipe(up)">
                                      <p:cBhvr>
                                        <p:cTn id="10" dur="1000"/>
                                        <p:tgtEl>
                                          <p:spTgt spid="34"/>
                                        </p:tgtEl>
                                      </p:cBhvr>
                                    </p:animEffect>
                                  </p:childTnLst>
                                </p:cTn>
                              </p:par>
                              <p:par>
                                <p:cTn id="11" presetID="42" presetClass="entr" presetSubtype="0" fill="hold" grpId="0" nodeType="withEffect">
                                  <p:stCondLst>
                                    <p:cond delay="0"/>
                                  </p:stCondLst>
                                  <p:childTnLst>
                                    <p:set>
                                      <p:cBhvr>
                                        <p:cTn id="12" dur="1" fill="hold">
                                          <p:stCondLst>
                                            <p:cond delay="0"/>
                                          </p:stCondLst>
                                        </p:cTn>
                                        <p:tgtEl>
                                          <p:spTgt spid="52"/>
                                        </p:tgtEl>
                                        <p:attrNameLst>
                                          <p:attrName>style.visibility</p:attrName>
                                        </p:attrNameLst>
                                      </p:cBhvr>
                                      <p:to>
                                        <p:strVal val="visible"/>
                                      </p:to>
                                    </p:set>
                                    <p:animEffect transition="in" filter="fade">
                                      <p:cBhvr>
                                        <p:cTn id="13" dur="1000"/>
                                        <p:tgtEl>
                                          <p:spTgt spid="52"/>
                                        </p:tgtEl>
                                      </p:cBhvr>
                                    </p:animEffect>
                                    <p:anim calcmode="lin" valueType="num">
                                      <p:cBhvr>
                                        <p:cTn id="14" dur="1000" fill="hold"/>
                                        <p:tgtEl>
                                          <p:spTgt spid="52"/>
                                        </p:tgtEl>
                                        <p:attrNameLst>
                                          <p:attrName>ppt_x</p:attrName>
                                        </p:attrNameLst>
                                      </p:cBhvr>
                                      <p:tavLst>
                                        <p:tav tm="0">
                                          <p:val>
                                            <p:strVal val="#ppt_x"/>
                                          </p:val>
                                        </p:tav>
                                        <p:tav tm="100000">
                                          <p:val>
                                            <p:strVal val="#ppt_x"/>
                                          </p:val>
                                        </p:tav>
                                      </p:tavLst>
                                    </p:anim>
                                    <p:anim calcmode="lin" valueType="num">
                                      <p:cBhvr>
                                        <p:cTn id="15" dur="1000" fill="hold"/>
                                        <p:tgtEl>
                                          <p:spTgt spid="5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7055"/>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6759"/>
            <a:ext cx="3775393" cy="400110"/>
          </a:xfrm>
          <a:prstGeom prst="rect">
            <a:avLst/>
          </a:prstGeom>
        </p:spPr>
        <p:txBody>
          <a:bodyPr wrap="none">
            <a:spAutoFit/>
          </a:bodyPr>
          <a:lstStyle/>
          <a:p>
            <a:r>
              <a:rPr lang="zh-CN" altLang="en-US" sz="2000" b="1" dirty="0">
                <a:latin typeface="微软雅黑" pitchFamily="34" charset="-122"/>
                <a:ea typeface="微软雅黑" pitchFamily="34" charset="-122"/>
              </a:rPr>
              <a:t>第二阶段：探询组成员变化情况</a:t>
            </a:r>
          </a:p>
        </p:txBody>
      </p:sp>
      <p:sp>
        <p:nvSpPr>
          <p:cNvPr id="5" name="圆角矩形 4"/>
          <p:cNvSpPr/>
          <p:nvPr/>
        </p:nvSpPr>
        <p:spPr>
          <a:xfrm>
            <a:off x="545144" y="1000549"/>
            <a:ext cx="8053711" cy="21409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8" name="矩形 27"/>
          <p:cNvSpPr/>
          <p:nvPr/>
        </p:nvSpPr>
        <p:spPr>
          <a:xfrm>
            <a:off x="520310" y="3192323"/>
            <a:ext cx="8028487" cy="1092607"/>
          </a:xfrm>
          <a:prstGeom prst="rect">
            <a:avLst/>
          </a:prstGeom>
        </p:spPr>
        <p:txBody>
          <a:bodyPr wrap="square">
            <a:spAutoFit/>
          </a:bodyPr>
          <a:lstStyle/>
          <a:p>
            <a:pPr marL="623888" indent="-342900">
              <a:lnSpc>
                <a:spcPts val="2600"/>
              </a:lnSpc>
              <a:buClr>
                <a:srgbClr val="7030A0"/>
              </a:buClr>
              <a:buFont typeface="Wingdings" panose="05000000000000000000" pitchFamily="2" charset="2"/>
              <a:buChar char="l"/>
            </a:pPr>
            <a:r>
              <a:rPr lang="zh-CN" altLang="en-US" b="1" dirty="0">
                <a:latin typeface="微软雅黑" pitchFamily="34" charset="-122"/>
                <a:ea typeface="微软雅黑" pitchFamily="34" charset="-122"/>
              </a:rPr>
              <a:t>本地多播路由器</a:t>
            </a:r>
            <a:r>
              <a:rPr lang="zh-CN" altLang="en-US" b="1" dirty="0">
                <a:solidFill>
                  <a:srgbClr val="C00000"/>
                </a:solidFill>
                <a:latin typeface="微软雅黑" pitchFamily="34" charset="-122"/>
                <a:ea typeface="微软雅黑" pitchFamily="34" charset="-122"/>
              </a:rPr>
              <a:t>周期性</a:t>
            </a:r>
            <a:r>
              <a:rPr lang="zh-CN" altLang="en-US" b="1" dirty="0">
                <a:latin typeface="微软雅黑" pitchFamily="34" charset="-122"/>
                <a:ea typeface="微软雅黑" pitchFamily="34" charset="-122"/>
              </a:rPr>
              <a:t>地探询本地局域网上的主机，以便知道这些主机是否还继续是组的成员。</a:t>
            </a:r>
          </a:p>
          <a:p>
            <a:pPr marL="623888" indent="-342900">
              <a:lnSpc>
                <a:spcPts val="2600"/>
              </a:lnSpc>
              <a:buClr>
                <a:srgbClr val="7030A0"/>
              </a:buClr>
              <a:buFont typeface="Wingdings" panose="05000000000000000000" pitchFamily="2" charset="2"/>
              <a:buChar char="l"/>
            </a:pPr>
            <a:r>
              <a:rPr lang="zh-CN" altLang="en-US" b="1" dirty="0">
                <a:latin typeface="微软雅黑" pitchFamily="34" charset="-122"/>
                <a:ea typeface="微软雅黑" pitchFamily="34" charset="-122"/>
              </a:rPr>
              <a:t>只要对某个组有一个主机响应，那么多播路由器就认为这个组是活跃的。</a:t>
            </a:r>
          </a:p>
        </p:txBody>
      </p:sp>
      <p:grpSp>
        <p:nvGrpSpPr>
          <p:cNvPr id="29" name="Group 7"/>
          <p:cNvGrpSpPr>
            <a:grpSpLocks/>
          </p:cNvGrpSpPr>
          <p:nvPr/>
        </p:nvGrpSpPr>
        <p:grpSpPr bwMode="auto">
          <a:xfrm>
            <a:off x="4285943" y="2025553"/>
            <a:ext cx="2736221" cy="709438"/>
            <a:chOff x="2909" y="1739"/>
            <a:chExt cx="2152" cy="398"/>
          </a:xfrm>
        </p:grpSpPr>
        <p:sp>
          <p:nvSpPr>
            <p:cNvPr id="30" name="AutoShape 8"/>
            <p:cNvSpPr>
              <a:spLocks noChangeArrowheads="1"/>
            </p:cNvSpPr>
            <p:nvPr/>
          </p:nvSpPr>
          <p:spPr bwMode="auto">
            <a:xfrm>
              <a:off x="2909" y="1832"/>
              <a:ext cx="205" cy="182"/>
            </a:xfrm>
            <a:prstGeom prst="upArrow">
              <a:avLst>
                <a:gd name="adj1" fmla="val 50000"/>
                <a:gd name="adj2" fmla="val 51626"/>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91044" tIns="46415" rIns="91044" bIns="4641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1" name="Rectangle 9"/>
            <p:cNvSpPr>
              <a:spLocks noChangeArrowheads="1"/>
            </p:cNvSpPr>
            <p:nvPr/>
          </p:nvSpPr>
          <p:spPr bwMode="auto">
            <a:xfrm>
              <a:off x="3076" y="1739"/>
              <a:ext cx="1985" cy="3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lnSpc>
                  <a:spcPts val="2400"/>
                </a:lnSpc>
              </a:pPr>
              <a:r>
                <a:rPr lang="en-US" altLang="zh-CN" sz="1600" b="1" dirty="0">
                  <a:latin typeface="微软雅黑" panose="020B0503020204020204" pitchFamily="34" charset="-122"/>
                  <a:ea typeface="微软雅黑" panose="020B0503020204020204" pitchFamily="34" charset="-122"/>
                </a:rPr>
                <a:t> Query </a:t>
              </a:r>
            </a:p>
            <a:p>
              <a:pPr defTabSz="904875" eaLnBrk="0" hangingPunct="0">
                <a:lnSpc>
                  <a:spcPts val="2400"/>
                </a:lnSpc>
              </a:pPr>
              <a:r>
                <a:rPr lang="zh-CN" altLang="en-US" sz="1600" b="1" dirty="0">
                  <a:latin typeface="微软雅黑" panose="020B0503020204020204" pitchFamily="34" charset="-122"/>
                  <a:ea typeface="微软雅黑" panose="020B0503020204020204" pitchFamily="34" charset="-122"/>
                </a:rPr>
                <a:t>（有主机在多播组吗？）</a:t>
              </a:r>
              <a:endParaRPr lang="en-US" altLang="zh-CN" sz="1600" b="1" dirty="0">
                <a:latin typeface="微软雅黑" panose="020B0503020204020204" pitchFamily="34" charset="-122"/>
                <a:ea typeface="微软雅黑" panose="020B0503020204020204" pitchFamily="34" charset="-122"/>
              </a:endParaRPr>
            </a:p>
          </p:txBody>
        </p:sp>
      </p:grpSp>
      <p:grpSp>
        <p:nvGrpSpPr>
          <p:cNvPr id="32" name="Group 32"/>
          <p:cNvGrpSpPr>
            <a:grpSpLocks/>
          </p:cNvGrpSpPr>
          <p:nvPr/>
        </p:nvGrpSpPr>
        <p:grpSpPr bwMode="auto">
          <a:xfrm>
            <a:off x="5830719" y="1169785"/>
            <a:ext cx="2398882" cy="649818"/>
            <a:chOff x="2919" y="817"/>
            <a:chExt cx="1244" cy="345"/>
          </a:xfrm>
        </p:grpSpPr>
        <p:sp>
          <p:nvSpPr>
            <p:cNvPr id="33" name="Rectangle 33"/>
            <p:cNvSpPr>
              <a:spLocks noChangeArrowheads="1"/>
            </p:cNvSpPr>
            <p:nvPr/>
          </p:nvSpPr>
          <p:spPr bwMode="auto">
            <a:xfrm>
              <a:off x="2963" y="975"/>
              <a:ext cx="1200"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zh-CN" altLang="en-US" sz="1600" b="1" dirty="0">
                  <a:latin typeface="微软雅黑" panose="020B0503020204020204" pitchFamily="34" charset="-122"/>
                  <a:ea typeface="微软雅黑" panose="020B0503020204020204" pitchFamily="34" charset="-122"/>
                </a:rPr>
                <a:t>（加入 </a:t>
              </a:r>
              <a:r>
                <a:rPr lang="en-US" altLang="zh-CN" sz="1600" b="1" dirty="0">
                  <a:latin typeface="微软雅黑" panose="020B0503020204020204" pitchFamily="34" charset="-122"/>
                  <a:ea typeface="微软雅黑" panose="020B0503020204020204" pitchFamily="34" charset="-122"/>
                </a:rPr>
                <a:t>224.1.1.10</a:t>
              </a:r>
              <a:r>
                <a:rPr lang="zh-CN" altLang="en-US" sz="1600" b="1" dirty="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a:off x="2919" y="892"/>
              <a:ext cx="145" cy="166"/>
            </a:xfrm>
            <a:prstGeom prst="downArrow">
              <a:avLst>
                <a:gd name="adj1" fmla="val 50000"/>
                <a:gd name="adj2" fmla="val 51635"/>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square" lIns="102382" tIns="52195" rIns="102382" bIns="5219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3001" y="817"/>
              <a:ext cx="584" cy="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02382" tIns="52195" rIns="102382" bIns="52195">
              <a:spAutoFit/>
            </a:bodyPr>
            <a:lstStyle/>
            <a:p>
              <a:pPr algn="ctr" defTabSz="904875" eaLnBrk="0" hangingPunct="0"/>
              <a:r>
                <a:rPr lang="en-US" altLang="zh-CN" sz="1600" b="1" dirty="0">
                  <a:latin typeface="微软雅黑" panose="020B0503020204020204" pitchFamily="34" charset="-122"/>
                  <a:ea typeface="微软雅黑" panose="020B0503020204020204" pitchFamily="34" charset="-122"/>
                </a:rPr>
                <a:t>Report</a:t>
              </a:r>
            </a:p>
          </p:txBody>
        </p:sp>
      </p:grpSp>
      <p:grpSp>
        <p:nvGrpSpPr>
          <p:cNvPr id="36" name="组合 35"/>
          <p:cNvGrpSpPr/>
          <p:nvPr/>
        </p:nvGrpSpPr>
        <p:grpSpPr>
          <a:xfrm>
            <a:off x="2138326" y="1194355"/>
            <a:ext cx="3575353" cy="1851740"/>
            <a:chOff x="2584898" y="1279419"/>
            <a:chExt cx="3575353" cy="1851740"/>
          </a:xfrm>
        </p:grpSpPr>
        <p:sp>
          <p:nvSpPr>
            <p:cNvPr id="37" name="Line 2"/>
            <p:cNvSpPr>
              <a:spLocks noChangeShapeType="1"/>
            </p:cNvSpPr>
            <p:nvPr/>
          </p:nvSpPr>
          <p:spPr bwMode="auto">
            <a:xfrm flipH="1">
              <a:off x="4486828" y="1444882"/>
              <a:ext cx="1322264" cy="673414"/>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38" name="Picture 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 name="Rectangle 36"/>
            <p:cNvSpPr>
              <a:spLocks noChangeArrowheads="1"/>
            </p:cNvSpPr>
            <p:nvPr/>
          </p:nvSpPr>
          <p:spPr bwMode="auto">
            <a:xfrm>
              <a:off x="3468742" y="2243167"/>
              <a:ext cx="824752"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en-US" altLang="zh-CN" b="1" dirty="0"/>
                <a:t>IGMP</a:t>
              </a:r>
            </a:p>
          </p:txBody>
        </p:sp>
        <p:sp>
          <p:nvSpPr>
            <p:cNvPr id="40" name="Line 37"/>
            <p:cNvSpPr>
              <a:spLocks noChangeShapeType="1"/>
            </p:cNvSpPr>
            <p:nvPr/>
          </p:nvSpPr>
          <p:spPr bwMode="auto">
            <a:xfrm>
              <a:off x="2896779" y="1434767"/>
              <a:ext cx="1408362" cy="69081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1" name="Line 38"/>
            <p:cNvSpPr>
              <a:spLocks noChangeShapeType="1"/>
            </p:cNvSpPr>
            <p:nvPr/>
          </p:nvSpPr>
          <p:spPr bwMode="auto">
            <a:xfrm>
              <a:off x="4324232" y="1436934"/>
              <a:ext cx="0" cy="681362"/>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42" name="Line 40"/>
            <p:cNvSpPr>
              <a:spLocks noChangeShapeType="1"/>
            </p:cNvSpPr>
            <p:nvPr/>
          </p:nvSpPr>
          <p:spPr bwMode="auto">
            <a:xfrm>
              <a:off x="4404772" y="2187874"/>
              <a:ext cx="0" cy="37427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43"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 name="Picture 4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84898" y="1279419"/>
              <a:ext cx="664032" cy="506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4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26060"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Rectangle 44"/>
            <p:cNvSpPr>
              <a:spLocks noChangeArrowheads="1"/>
            </p:cNvSpPr>
            <p:nvPr/>
          </p:nvSpPr>
          <p:spPr bwMode="auto">
            <a:xfrm>
              <a:off x="2715092" y="1312648"/>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H1</a:t>
              </a:r>
            </a:p>
          </p:txBody>
        </p:sp>
        <p:sp>
          <p:nvSpPr>
            <p:cNvPr id="47" name="Rectangle 45"/>
            <p:cNvSpPr>
              <a:spLocks noChangeArrowheads="1"/>
            </p:cNvSpPr>
            <p:nvPr/>
          </p:nvSpPr>
          <p:spPr bwMode="auto">
            <a:xfrm>
              <a:off x="4154540"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H2</a:t>
              </a:r>
            </a:p>
          </p:txBody>
        </p:sp>
        <p:sp>
          <p:nvSpPr>
            <p:cNvPr id="48" name="Rectangle 46"/>
            <p:cNvSpPr>
              <a:spLocks noChangeArrowheads="1"/>
            </p:cNvSpPr>
            <p:nvPr/>
          </p:nvSpPr>
          <p:spPr bwMode="auto">
            <a:xfrm>
              <a:off x="3436195" y="2760424"/>
              <a:ext cx="1844618"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zh-CN" altLang="en-US" b="1" dirty="0">
                  <a:latin typeface="微软雅黑" panose="020B0503020204020204" pitchFamily="34" charset="-122"/>
                  <a:ea typeface="微软雅黑" panose="020B0503020204020204" pitchFamily="34" charset="-122"/>
                </a:rPr>
                <a:t>多播路由器</a:t>
              </a:r>
              <a:endParaRPr lang="en-US" altLang="zh-CN" b="1" dirty="0">
                <a:latin typeface="微软雅黑" panose="020B0503020204020204" pitchFamily="34" charset="-122"/>
                <a:ea typeface="微软雅黑" panose="020B0503020204020204" pitchFamily="34" charset="-122"/>
              </a:endParaRPr>
            </a:p>
          </p:txBody>
        </p:sp>
        <p:pic>
          <p:nvPicPr>
            <p:cNvPr id="49" name="Picture 4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495363"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 name="Rectangle 45"/>
            <p:cNvSpPr>
              <a:spLocks noChangeArrowheads="1"/>
            </p:cNvSpPr>
            <p:nvPr/>
          </p:nvSpPr>
          <p:spPr bwMode="auto">
            <a:xfrm>
              <a:off x="5623843"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pic>
          <p:nvPicPr>
            <p:cNvPr id="51"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086388" y="2001897"/>
              <a:ext cx="604560" cy="265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grpSp>
        <p:nvGrpSpPr>
          <p:cNvPr id="52" name="Group 29"/>
          <p:cNvGrpSpPr>
            <a:grpSpLocks/>
          </p:cNvGrpSpPr>
          <p:nvPr/>
        </p:nvGrpSpPr>
        <p:grpSpPr bwMode="auto">
          <a:xfrm>
            <a:off x="5178691" y="1229107"/>
            <a:ext cx="515897" cy="251330"/>
            <a:chOff x="3897" y="748"/>
            <a:chExt cx="272" cy="283"/>
          </a:xfrm>
        </p:grpSpPr>
        <p:sp>
          <p:nvSpPr>
            <p:cNvPr id="53" name="Rectangle 30"/>
            <p:cNvSpPr>
              <a:spLocks noChangeArrowheads="1"/>
            </p:cNvSpPr>
            <p:nvPr/>
          </p:nvSpPr>
          <p:spPr bwMode="auto">
            <a:xfrm>
              <a:off x="3898" y="801"/>
              <a:ext cx="173" cy="226"/>
            </a:xfrm>
            <a:prstGeom prst="rect">
              <a:avLst/>
            </a:prstGeom>
            <a:solidFill>
              <a:srgbClr val="00CC00"/>
            </a:solidFill>
            <a:ln w="12700">
              <a:solidFill>
                <a:srgbClr val="49493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endParaRPr lang="zh-CN" altLang="en-US" sz="1400"/>
            </a:p>
          </p:txBody>
        </p:sp>
        <p:sp>
          <p:nvSpPr>
            <p:cNvPr id="54" name="Rectangle 31"/>
            <p:cNvSpPr>
              <a:spLocks noChangeArrowheads="1"/>
            </p:cNvSpPr>
            <p:nvPr/>
          </p:nvSpPr>
          <p:spPr bwMode="auto">
            <a:xfrm>
              <a:off x="3897" y="748"/>
              <a:ext cx="272" cy="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grpSp>
    </p:spTree>
    <p:extLst>
      <p:ext uri="{BB962C8B-B14F-4D97-AF65-F5344CB8AC3E}">
        <p14:creationId xmlns:p14="http://schemas.microsoft.com/office/powerpoint/2010/main" val="4196376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animEffect transition="in" filter="fade">
                                      <p:cBhvr>
                                        <p:cTn id="7" dur="1000"/>
                                        <p:tgtEl>
                                          <p:spTgt spid="28">
                                            <p:txEl>
                                              <p:pRg st="0" end="0"/>
                                            </p:txEl>
                                          </p:spTgt>
                                        </p:tgtEl>
                                      </p:cBhvr>
                                    </p:animEffect>
                                    <p:anim calcmode="lin" valueType="num">
                                      <p:cBhvr>
                                        <p:cTn id="8" dur="100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8">
                                            <p:txEl>
                                              <p:pRg st="0" end="0"/>
                                            </p:txEl>
                                          </p:spTgt>
                                        </p:tgtEl>
                                        <p:attrNameLst>
                                          <p:attrName>ppt_y</p:attrName>
                                        </p:attrNameLst>
                                      </p:cBhvr>
                                      <p:tavLst>
                                        <p:tav tm="0">
                                          <p:val>
                                            <p:strVal val="#ppt_y+.1"/>
                                          </p:val>
                                        </p:tav>
                                        <p:tav tm="100000">
                                          <p:val>
                                            <p:strVal val="#ppt_y"/>
                                          </p:val>
                                        </p:tav>
                                      </p:tavLst>
                                    </p:anim>
                                  </p:childTnLst>
                                </p:cTn>
                              </p:par>
                              <p:par>
                                <p:cTn id="10" presetID="22" presetClass="entr" presetSubtype="4" fill="hold" nodeType="with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wipe(down)">
                                      <p:cBhvr>
                                        <p:cTn id="12" dur="1000"/>
                                        <p:tgtEl>
                                          <p:spTgt spid="29"/>
                                        </p:tgtEl>
                                      </p:cBhvr>
                                    </p:animEffect>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28">
                                            <p:txEl>
                                              <p:pRg st="1" end="1"/>
                                            </p:txEl>
                                          </p:spTgt>
                                        </p:tgtEl>
                                        <p:attrNameLst>
                                          <p:attrName>style.visibility</p:attrName>
                                        </p:attrNameLst>
                                      </p:cBhvr>
                                      <p:to>
                                        <p:strVal val="visible"/>
                                      </p:to>
                                    </p:set>
                                    <p:animEffect transition="in" filter="fade">
                                      <p:cBhvr>
                                        <p:cTn id="17" dur="1000"/>
                                        <p:tgtEl>
                                          <p:spTgt spid="28">
                                            <p:txEl>
                                              <p:pRg st="1" end="1"/>
                                            </p:txEl>
                                          </p:spTgt>
                                        </p:tgtEl>
                                      </p:cBhvr>
                                    </p:animEffect>
                                    <p:anim calcmode="lin" valueType="num">
                                      <p:cBhvr>
                                        <p:cTn id="18" dur="1000" fill="hold"/>
                                        <p:tgtEl>
                                          <p:spTgt spid="28">
                                            <p:txEl>
                                              <p:pRg st="1" end="1"/>
                                            </p:txEl>
                                          </p:spTgt>
                                        </p:tgtEl>
                                        <p:attrNameLst>
                                          <p:attrName>ppt_x</p:attrName>
                                        </p:attrNameLst>
                                      </p:cBhvr>
                                      <p:tavLst>
                                        <p:tav tm="0">
                                          <p:val>
                                            <p:strVal val="#ppt_x"/>
                                          </p:val>
                                        </p:tav>
                                        <p:tav tm="100000">
                                          <p:val>
                                            <p:strVal val="#ppt_x"/>
                                          </p:val>
                                        </p:tav>
                                      </p:tavLst>
                                    </p:anim>
                                    <p:anim calcmode="lin" valueType="num">
                                      <p:cBhvr>
                                        <p:cTn id="19" dur="1000" fill="hold"/>
                                        <p:tgtEl>
                                          <p:spTgt spid="28">
                                            <p:txEl>
                                              <p:pRg st="1" end="1"/>
                                            </p:txEl>
                                          </p:spTgt>
                                        </p:tgtEl>
                                        <p:attrNameLst>
                                          <p:attrName>ppt_y</p:attrName>
                                        </p:attrNameLst>
                                      </p:cBhvr>
                                      <p:tavLst>
                                        <p:tav tm="0">
                                          <p:val>
                                            <p:strVal val="#ppt_y+.1"/>
                                          </p:val>
                                        </p:tav>
                                        <p:tav tm="100000">
                                          <p:val>
                                            <p:strVal val="#ppt_y"/>
                                          </p:val>
                                        </p:tav>
                                      </p:tavLst>
                                    </p:anim>
                                  </p:childTnLst>
                                </p:cTn>
                              </p:par>
                              <p:par>
                                <p:cTn id="20" presetID="1" presetClass="entr" presetSubtype="0" fill="hold" nodeType="withEffect">
                                  <p:stCondLst>
                                    <p:cond delay="0"/>
                                  </p:stCondLst>
                                  <p:childTnLst>
                                    <p:set>
                                      <p:cBhvr>
                                        <p:cTn id="21" dur="1" fill="hold">
                                          <p:stCondLst>
                                            <p:cond delay="499"/>
                                          </p:stCondLst>
                                        </p:cTn>
                                        <p:tgtEl>
                                          <p:spTgt spid="52"/>
                                        </p:tgtEl>
                                        <p:attrNameLst>
                                          <p:attrName>style.visibility</p:attrName>
                                        </p:attrNameLst>
                                      </p:cBhvr>
                                      <p:to>
                                        <p:strVal val="visible"/>
                                      </p:to>
                                    </p:set>
                                  </p:childTnLst>
                                </p:cTn>
                              </p:par>
                            </p:childTnLst>
                          </p:cTn>
                        </p:par>
                        <p:par>
                          <p:cTn id="22" fill="hold">
                            <p:stCondLst>
                              <p:cond delay="1000"/>
                            </p:stCondLst>
                            <p:childTnLst>
                              <p:par>
                                <p:cTn id="23" presetID="22" presetClass="entr" presetSubtype="1" fill="hold" nodeType="afterEffect">
                                  <p:stCondLst>
                                    <p:cond delay="0"/>
                                  </p:stCondLst>
                                  <p:childTnLst>
                                    <p:set>
                                      <p:cBhvr>
                                        <p:cTn id="24" dur="1" fill="hold">
                                          <p:stCondLst>
                                            <p:cond delay="0"/>
                                          </p:stCondLst>
                                        </p:cTn>
                                        <p:tgtEl>
                                          <p:spTgt spid="32"/>
                                        </p:tgtEl>
                                        <p:attrNameLst>
                                          <p:attrName>style.visibility</p:attrName>
                                        </p:attrNameLst>
                                      </p:cBhvr>
                                      <p:to>
                                        <p:strVal val="visible"/>
                                      </p:to>
                                    </p:set>
                                    <p:animEffect transition="in" filter="wipe(up)">
                                      <p:cBhvr>
                                        <p:cTn id="25" dur="1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uiExpand="1" build="p"/>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7055"/>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6759"/>
            <a:ext cx="3775393" cy="400110"/>
          </a:xfrm>
          <a:prstGeom prst="rect">
            <a:avLst/>
          </a:prstGeom>
        </p:spPr>
        <p:txBody>
          <a:bodyPr wrap="none">
            <a:spAutoFit/>
          </a:bodyPr>
          <a:lstStyle/>
          <a:p>
            <a:r>
              <a:rPr lang="zh-CN" altLang="en-US" sz="2000" b="1" dirty="0">
                <a:latin typeface="微软雅黑" pitchFamily="34" charset="-122"/>
                <a:ea typeface="微软雅黑" pitchFamily="34" charset="-122"/>
              </a:rPr>
              <a:t>第二阶段：探询组成员变化情况</a:t>
            </a:r>
          </a:p>
        </p:txBody>
      </p:sp>
      <p:sp>
        <p:nvSpPr>
          <p:cNvPr id="5" name="圆角矩形 4"/>
          <p:cNvSpPr/>
          <p:nvPr/>
        </p:nvSpPr>
        <p:spPr>
          <a:xfrm>
            <a:off x="545144" y="1000549"/>
            <a:ext cx="8053711" cy="21409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8" name="矩形 27"/>
          <p:cNvSpPr/>
          <p:nvPr/>
        </p:nvSpPr>
        <p:spPr>
          <a:xfrm>
            <a:off x="520310" y="3192323"/>
            <a:ext cx="8028487" cy="1397627"/>
          </a:xfrm>
          <a:prstGeom prst="rect">
            <a:avLst/>
          </a:prstGeom>
        </p:spPr>
        <p:txBody>
          <a:bodyPr wrap="square">
            <a:spAutoFit/>
          </a:bodyPr>
          <a:lstStyle/>
          <a:p>
            <a:pPr marL="623888" indent="-342900">
              <a:lnSpc>
                <a:spcPts val="2600"/>
              </a:lnSpc>
              <a:buClr>
                <a:srgbClr val="7030A0"/>
              </a:buClr>
              <a:buFont typeface="Wingdings" panose="05000000000000000000" pitchFamily="2" charset="2"/>
              <a:buChar char="l"/>
            </a:pPr>
            <a:r>
              <a:rPr lang="zh-CN" altLang="en-US" b="1" dirty="0">
                <a:latin typeface="微软雅黑" pitchFamily="34" charset="-122"/>
                <a:ea typeface="微软雅黑" pitchFamily="34" charset="-122"/>
              </a:rPr>
              <a:t>但一个组在经过几次的探询后仍然没有一个主机响应，则不再将该组的成员关系转发给其他的多播路由器。</a:t>
            </a:r>
            <a:endParaRPr lang="en-US" altLang="zh-CN" b="1" dirty="0">
              <a:latin typeface="微软雅黑" pitchFamily="34" charset="-122"/>
              <a:ea typeface="微软雅黑" pitchFamily="34" charset="-122"/>
            </a:endParaRPr>
          </a:p>
          <a:p>
            <a:pPr marL="623888" indent="-342900">
              <a:lnSpc>
                <a:spcPts val="2600"/>
              </a:lnSpc>
              <a:buClr>
                <a:srgbClr val="7030A0"/>
              </a:buClr>
              <a:buFont typeface="Wingdings" panose="05000000000000000000" pitchFamily="2" charset="2"/>
              <a:buChar char="l"/>
            </a:pPr>
            <a:r>
              <a:rPr lang="zh-CN" altLang="en-US" b="1" dirty="0">
                <a:latin typeface="微软雅黑" pitchFamily="34" charset="-122"/>
                <a:ea typeface="微软雅黑" pitchFamily="34" charset="-122"/>
              </a:rPr>
              <a:t>多播路由器并不需要保留多播组成员关系的准确记录，而只需要知道网络上是否至少还有一台主机是本多播组成员即可。</a:t>
            </a:r>
          </a:p>
        </p:txBody>
      </p:sp>
      <p:grpSp>
        <p:nvGrpSpPr>
          <p:cNvPr id="25" name="Group 7"/>
          <p:cNvGrpSpPr>
            <a:grpSpLocks/>
          </p:cNvGrpSpPr>
          <p:nvPr/>
        </p:nvGrpSpPr>
        <p:grpSpPr bwMode="auto">
          <a:xfrm>
            <a:off x="4285943" y="2025553"/>
            <a:ext cx="2736221" cy="709438"/>
            <a:chOff x="2909" y="1739"/>
            <a:chExt cx="2152" cy="398"/>
          </a:xfrm>
        </p:grpSpPr>
        <p:sp>
          <p:nvSpPr>
            <p:cNvPr id="26" name="AutoShape 8"/>
            <p:cNvSpPr>
              <a:spLocks noChangeArrowheads="1"/>
            </p:cNvSpPr>
            <p:nvPr/>
          </p:nvSpPr>
          <p:spPr bwMode="auto">
            <a:xfrm>
              <a:off x="2909" y="1832"/>
              <a:ext cx="205" cy="182"/>
            </a:xfrm>
            <a:prstGeom prst="upArrow">
              <a:avLst>
                <a:gd name="adj1" fmla="val 50000"/>
                <a:gd name="adj2" fmla="val 51626"/>
              </a:avLst>
            </a:prstGeom>
            <a:solidFill>
              <a:schemeClr val="accent2"/>
            </a:solidFill>
            <a:ln w="12700">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tx1"/>
                    </a:outerShdw>
                  </a:effectLst>
                </a14:hiddenEffects>
              </a:ext>
            </a:extLst>
          </p:spPr>
          <p:txBody>
            <a:bodyPr wrap="none" lIns="91044" tIns="46415" rIns="91044" bIns="46415">
              <a:spAutoFit/>
            </a:bodyPr>
            <a:lstStyle/>
            <a:p>
              <a:endParaRPr lang="zh-CN" altLang="en-US" sz="1600">
                <a:latin typeface="微软雅黑" panose="020B0503020204020204" pitchFamily="34" charset="-122"/>
                <a:ea typeface="微软雅黑" panose="020B0503020204020204" pitchFamily="34" charset="-122"/>
              </a:endParaRPr>
            </a:p>
          </p:txBody>
        </p:sp>
        <p:sp>
          <p:nvSpPr>
            <p:cNvPr id="32" name="Rectangle 9"/>
            <p:cNvSpPr>
              <a:spLocks noChangeArrowheads="1"/>
            </p:cNvSpPr>
            <p:nvPr/>
          </p:nvSpPr>
          <p:spPr bwMode="auto">
            <a:xfrm>
              <a:off x="3076" y="1739"/>
              <a:ext cx="1985" cy="3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lnSpc>
                  <a:spcPts val="2400"/>
                </a:lnSpc>
              </a:pPr>
              <a:r>
                <a:rPr lang="en-US" altLang="zh-CN" sz="1600" b="1" dirty="0">
                  <a:latin typeface="微软雅黑" panose="020B0503020204020204" pitchFamily="34" charset="-122"/>
                  <a:ea typeface="微软雅黑" panose="020B0503020204020204" pitchFamily="34" charset="-122"/>
                </a:rPr>
                <a:t> Query </a:t>
              </a:r>
            </a:p>
            <a:p>
              <a:pPr defTabSz="904875" eaLnBrk="0" hangingPunct="0">
                <a:lnSpc>
                  <a:spcPts val="2400"/>
                </a:lnSpc>
              </a:pPr>
              <a:r>
                <a:rPr lang="zh-CN" altLang="en-US" sz="1600" b="1" dirty="0">
                  <a:latin typeface="微软雅黑" panose="020B0503020204020204" pitchFamily="34" charset="-122"/>
                  <a:ea typeface="微软雅黑" panose="020B0503020204020204" pitchFamily="34" charset="-122"/>
                </a:rPr>
                <a:t>（有主机在多播组吗？）</a:t>
              </a:r>
              <a:endParaRPr lang="en-US" altLang="zh-CN" sz="1600" b="1" dirty="0">
                <a:latin typeface="微软雅黑" panose="020B0503020204020204" pitchFamily="34" charset="-122"/>
                <a:ea typeface="微软雅黑" panose="020B0503020204020204" pitchFamily="34" charset="-122"/>
              </a:endParaRPr>
            </a:p>
          </p:txBody>
        </p:sp>
      </p:grpSp>
      <p:grpSp>
        <p:nvGrpSpPr>
          <p:cNvPr id="33" name="组合 32"/>
          <p:cNvGrpSpPr/>
          <p:nvPr/>
        </p:nvGrpSpPr>
        <p:grpSpPr>
          <a:xfrm>
            <a:off x="2138326" y="1194355"/>
            <a:ext cx="3575353" cy="1851740"/>
            <a:chOff x="2584898" y="1279419"/>
            <a:chExt cx="3575353" cy="1851740"/>
          </a:xfrm>
        </p:grpSpPr>
        <p:sp>
          <p:nvSpPr>
            <p:cNvPr id="34" name="Line 2"/>
            <p:cNvSpPr>
              <a:spLocks noChangeShapeType="1"/>
            </p:cNvSpPr>
            <p:nvPr/>
          </p:nvSpPr>
          <p:spPr bwMode="auto">
            <a:xfrm flipH="1">
              <a:off x="4486828" y="1444882"/>
              <a:ext cx="1322264" cy="673414"/>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35" name="Picture 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 name="Rectangle 36"/>
            <p:cNvSpPr>
              <a:spLocks noChangeArrowheads="1"/>
            </p:cNvSpPr>
            <p:nvPr/>
          </p:nvSpPr>
          <p:spPr bwMode="auto">
            <a:xfrm>
              <a:off x="3468742" y="2243167"/>
              <a:ext cx="824752"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en-US" altLang="zh-CN" b="1" dirty="0"/>
                <a:t>IGMP</a:t>
              </a:r>
            </a:p>
          </p:txBody>
        </p:sp>
        <p:sp>
          <p:nvSpPr>
            <p:cNvPr id="37" name="Line 37"/>
            <p:cNvSpPr>
              <a:spLocks noChangeShapeType="1"/>
            </p:cNvSpPr>
            <p:nvPr/>
          </p:nvSpPr>
          <p:spPr bwMode="auto">
            <a:xfrm>
              <a:off x="2896779" y="1434767"/>
              <a:ext cx="1408362" cy="69081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38" name="Line 38"/>
            <p:cNvSpPr>
              <a:spLocks noChangeShapeType="1"/>
            </p:cNvSpPr>
            <p:nvPr/>
          </p:nvSpPr>
          <p:spPr bwMode="auto">
            <a:xfrm>
              <a:off x="4324232" y="1436934"/>
              <a:ext cx="0" cy="681362"/>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sp>
          <p:nvSpPr>
            <p:cNvPr id="39" name="Line 40"/>
            <p:cNvSpPr>
              <a:spLocks noChangeShapeType="1"/>
            </p:cNvSpPr>
            <p:nvPr/>
          </p:nvSpPr>
          <p:spPr bwMode="auto">
            <a:xfrm>
              <a:off x="4404772" y="2187874"/>
              <a:ext cx="0" cy="374279"/>
            </a:xfrm>
            <a:prstGeom prst="line">
              <a:avLst/>
            </a:prstGeom>
            <a:noFill/>
            <a:ln w="25400">
              <a:solidFill>
                <a:schemeClr val="accent2"/>
              </a:solidFill>
              <a:round/>
              <a:headEnd type="none" w="sm" len="sm"/>
              <a:tailEnd type="none" w="sm" len="sm"/>
            </a:ln>
            <a:effectLst>
              <a:outerShdw dist="1796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zh-CN" altLang="en-US"/>
            </a:p>
          </p:txBody>
        </p:sp>
        <p:pic>
          <p:nvPicPr>
            <p:cNvPr id="40"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62904" y="2469051"/>
              <a:ext cx="650322" cy="318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 name="Picture 4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84898" y="1279419"/>
              <a:ext cx="664032" cy="506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 name="Picture 4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26060"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3" name="Rectangle 44"/>
            <p:cNvSpPr>
              <a:spLocks noChangeArrowheads="1"/>
            </p:cNvSpPr>
            <p:nvPr/>
          </p:nvSpPr>
          <p:spPr bwMode="auto">
            <a:xfrm>
              <a:off x="2715092" y="1312648"/>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H1</a:t>
              </a:r>
            </a:p>
          </p:txBody>
        </p:sp>
        <p:sp>
          <p:nvSpPr>
            <p:cNvPr id="44" name="Rectangle 45"/>
            <p:cNvSpPr>
              <a:spLocks noChangeArrowheads="1"/>
            </p:cNvSpPr>
            <p:nvPr/>
          </p:nvSpPr>
          <p:spPr bwMode="auto">
            <a:xfrm>
              <a:off x="4154540"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H2</a:t>
              </a:r>
            </a:p>
          </p:txBody>
        </p:sp>
        <p:sp>
          <p:nvSpPr>
            <p:cNvPr id="45" name="Rectangle 46"/>
            <p:cNvSpPr>
              <a:spLocks noChangeArrowheads="1"/>
            </p:cNvSpPr>
            <p:nvPr/>
          </p:nvSpPr>
          <p:spPr bwMode="auto">
            <a:xfrm>
              <a:off x="3436195" y="2760424"/>
              <a:ext cx="1844618" cy="37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algn="ctr" defTabSz="904875" eaLnBrk="0" hangingPunct="0"/>
              <a:r>
                <a:rPr lang="zh-CN" altLang="en-US" b="1" dirty="0">
                  <a:latin typeface="微软雅黑" panose="020B0503020204020204" pitchFamily="34" charset="-122"/>
                  <a:ea typeface="微软雅黑" panose="020B0503020204020204" pitchFamily="34" charset="-122"/>
                </a:rPr>
                <a:t>多播路由器</a:t>
              </a:r>
              <a:endParaRPr lang="en-US" altLang="zh-CN" b="1" dirty="0">
                <a:latin typeface="微软雅黑" panose="020B0503020204020204" pitchFamily="34" charset="-122"/>
                <a:ea typeface="微软雅黑" panose="020B0503020204020204" pitchFamily="34" charset="-122"/>
              </a:endParaRPr>
            </a:p>
          </p:txBody>
        </p:sp>
        <p:pic>
          <p:nvPicPr>
            <p:cNvPr id="46" name="Picture 4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495363" y="1279419"/>
              <a:ext cx="664888" cy="507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 name="Rectangle 45"/>
            <p:cNvSpPr>
              <a:spLocks noChangeArrowheads="1"/>
            </p:cNvSpPr>
            <p:nvPr/>
          </p:nvSpPr>
          <p:spPr bwMode="auto">
            <a:xfrm>
              <a:off x="5623843" y="1311203"/>
              <a:ext cx="447717" cy="30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1044" tIns="46415" rIns="91044" bIns="46415">
              <a:spAutoFit/>
            </a:bodyPr>
            <a:lstStyle/>
            <a:p>
              <a:pPr defTabSz="904875" eaLnBrk="0" hangingPunct="0"/>
              <a:r>
                <a:rPr lang="en-US" altLang="zh-CN" sz="1400" b="1" dirty="0"/>
                <a:t>H3</a:t>
              </a:r>
            </a:p>
          </p:txBody>
        </p:sp>
        <p:pic>
          <p:nvPicPr>
            <p:cNvPr id="48" name="Picture 5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086388" y="2001897"/>
              <a:ext cx="604560" cy="265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Tree>
    <p:extLst>
      <p:ext uri="{BB962C8B-B14F-4D97-AF65-F5344CB8AC3E}">
        <p14:creationId xmlns:p14="http://schemas.microsoft.com/office/powerpoint/2010/main" val="3642061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repeatCount="5000"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down)">
                                      <p:cBhvr>
                                        <p:cTn id="7" dur="1000"/>
                                        <p:tgtEl>
                                          <p:spTgt spid="25"/>
                                        </p:tgtEl>
                                      </p:cBhvr>
                                    </p:animEffect>
                                  </p:childTnLst>
                                </p:cTn>
                              </p:par>
                              <p:par>
                                <p:cTn id="8" presetID="42" presetClass="entr" presetSubtype="0" fill="hold" grpId="0" nodeType="withEffect">
                                  <p:stCondLst>
                                    <p:cond delay="0"/>
                                  </p:stCondLst>
                                  <p:childTnLst>
                                    <p:set>
                                      <p:cBhvr>
                                        <p:cTn id="9" dur="1" fill="hold">
                                          <p:stCondLst>
                                            <p:cond delay="0"/>
                                          </p:stCondLst>
                                        </p:cTn>
                                        <p:tgtEl>
                                          <p:spTgt spid="28"/>
                                        </p:tgtEl>
                                        <p:attrNameLst>
                                          <p:attrName>style.visibility</p:attrName>
                                        </p:attrNameLst>
                                      </p:cBhvr>
                                      <p:to>
                                        <p:strVal val="visible"/>
                                      </p:to>
                                    </p:set>
                                    <p:animEffect transition="in" filter="fade">
                                      <p:cBhvr>
                                        <p:cTn id="10" dur="1000"/>
                                        <p:tgtEl>
                                          <p:spTgt spid="28"/>
                                        </p:tgtEl>
                                      </p:cBhvr>
                                    </p:animEffect>
                                    <p:anim calcmode="lin" valueType="num">
                                      <p:cBhvr>
                                        <p:cTn id="11" dur="1000" fill="hold"/>
                                        <p:tgtEl>
                                          <p:spTgt spid="28"/>
                                        </p:tgtEl>
                                        <p:attrNameLst>
                                          <p:attrName>ppt_x</p:attrName>
                                        </p:attrNameLst>
                                      </p:cBhvr>
                                      <p:tavLst>
                                        <p:tav tm="0">
                                          <p:val>
                                            <p:strVal val="#ppt_x"/>
                                          </p:val>
                                        </p:tav>
                                        <p:tav tm="100000">
                                          <p:val>
                                            <p:strVal val="#ppt_x"/>
                                          </p:val>
                                        </p:tav>
                                      </p:tavLst>
                                    </p:anim>
                                    <p:anim calcmode="lin" valueType="num">
                                      <p:cBhvr>
                                        <p:cTn id="12"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nodeType="clickEffect">
                                  <p:stCondLst>
                                    <p:cond delay="0"/>
                                  </p:stCondLst>
                                  <p:childTnLst>
                                    <p:set>
                                      <p:cBhvr>
                                        <p:cTn id="16" dur="1" fill="hold">
                                          <p:stCondLst>
                                            <p:cond delay="0"/>
                                          </p:stCondLst>
                                        </p:cTn>
                                        <p:tgtEl>
                                          <p:spTgt spid="28">
                                            <p:txEl>
                                              <p:pRg st="1" end="1"/>
                                            </p:txEl>
                                          </p:spTgt>
                                        </p:tgtEl>
                                        <p:attrNameLst>
                                          <p:attrName>style.visibility</p:attrName>
                                        </p:attrNameLst>
                                      </p:cBhvr>
                                      <p:to>
                                        <p:strVal val="visible"/>
                                      </p:to>
                                    </p:set>
                                    <p:animEffect transition="in" filter="fade">
                                      <p:cBhvr>
                                        <p:cTn id="17" dur="1000"/>
                                        <p:tgtEl>
                                          <p:spTgt spid="28">
                                            <p:txEl>
                                              <p:pRg st="1" end="1"/>
                                            </p:txEl>
                                          </p:spTgt>
                                        </p:tgtEl>
                                      </p:cBhvr>
                                    </p:animEffect>
                                    <p:anim calcmode="lin" valueType="num">
                                      <p:cBhvr>
                                        <p:cTn id="18" dur="1000" fill="hold"/>
                                        <p:tgtEl>
                                          <p:spTgt spid="28">
                                            <p:txEl>
                                              <p:pRg st="1" end="1"/>
                                            </p:txEl>
                                          </p:spTgt>
                                        </p:tgtEl>
                                        <p:attrNameLst>
                                          <p:attrName>ppt_x</p:attrName>
                                        </p:attrNameLst>
                                      </p:cBhvr>
                                      <p:tavLst>
                                        <p:tav tm="0">
                                          <p:val>
                                            <p:strVal val="#ppt_x"/>
                                          </p:val>
                                        </p:tav>
                                        <p:tav tm="100000">
                                          <p:val>
                                            <p:strVal val="#ppt_x"/>
                                          </p:val>
                                        </p:tav>
                                      </p:tavLst>
                                    </p:anim>
                                    <p:anim calcmode="lin" valueType="num">
                                      <p:cBhvr>
                                        <p:cTn id="19" dur="1000" fill="hold"/>
                                        <p:tgtEl>
                                          <p:spTgt spid="28">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FFA98B-4569-8553-3BFF-42203255D31A}"/>
            </a:ext>
          </a:extLst>
        </p:cNvPr>
        <p:cNvGrpSpPr/>
        <p:nvPr/>
      </p:nvGrpSpPr>
      <p:grpSpPr>
        <a:xfrm>
          <a:off x="0" y="0"/>
          <a:ext cx="0" cy="0"/>
          <a:chOff x="0" y="0"/>
          <a:chExt cx="0" cy="0"/>
        </a:xfrm>
      </p:grpSpPr>
      <p:sp>
        <p:nvSpPr>
          <p:cNvPr id="2" name="Rectangle 8">
            <a:extLst>
              <a:ext uri="{FF2B5EF4-FFF2-40B4-BE49-F238E27FC236}">
                <a16:creationId xmlns:a16="http://schemas.microsoft.com/office/drawing/2014/main" id="{AC32C039-BED6-33DE-0478-625A928BF27F}"/>
              </a:ext>
            </a:extLst>
          </p:cNvPr>
          <p:cNvSpPr>
            <a:spLocks noChangeArrowheads="1"/>
          </p:cNvSpPr>
          <p:nvPr/>
        </p:nvSpPr>
        <p:spPr bwMode="auto">
          <a:xfrm>
            <a:off x="545145" y="1008869"/>
            <a:ext cx="8053710" cy="30099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互联网组管理协议</a:t>
            </a:r>
            <a:r>
              <a:rPr lang="en-US" altLang="zh-CN" sz="2000" b="1" dirty="0">
                <a:solidFill>
                  <a:srgbClr val="0000FF"/>
                </a:solidFill>
                <a:latin typeface="微软雅黑" pitchFamily="34" charset="-122"/>
                <a:ea typeface="微软雅黑" pitchFamily="34" charset="-122"/>
              </a:rPr>
              <a:t>IGMP</a:t>
            </a:r>
            <a:r>
              <a:rPr lang="zh-CN" altLang="en-US" sz="2000" b="1" dirty="0">
                <a:latin typeface="微软雅黑" pitchFamily="34" charset="-122"/>
                <a:ea typeface="微软雅黑" pitchFamily="34" charset="-122"/>
              </a:rPr>
              <a:t>是</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的多播组管理协议。</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IGMP</a:t>
            </a:r>
            <a:r>
              <a:rPr lang="zh-CN" altLang="en-US" sz="2000" b="1" dirty="0">
                <a:latin typeface="微软雅黑" pitchFamily="34" charset="-122"/>
                <a:ea typeface="微软雅黑" pitchFamily="34" charset="-122"/>
              </a:rPr>
              <a:t>使用</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数据报传递其报文，是</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不可分割的组成部分。</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的多播不使用协议</a:t>
            </a:r>
            <a:r>
              <a:rPr lang="en-US" altLang="zh-CN" sz="2000" b="1" dirty="0">
                <a:latin typeface="微软雅黑" pitchFamily="34" charset="-122"/>
                <a:ea typeface="微软雅黑" pitchFamily="34" charset="-122"/>
              </a:rPr>
              <a:t>IGMP</a:t>
            </a:r>
            <a:r>
              <a:rPr lang="zh-CN" altLang="en-US" sz="2000" b="1" dirty="0">
                <a:latin typeface="微软雅黑" pitchFamily="34" charset="-122"/>
                <a:ea typeface="微软雅黑" pitchFamily="34" charset="-122"/>
              </a:rPr>
              <a:t>，因此</a:t>
            </a:r>
            <a:r>
              <a:rPr lang="zh-CN" altLang="en-US" sz="2000" b="1" dirty="0">
                <a:solidFill>
                  <a:srgbClr val="0000FF"/>
                </a:solidFill>
                <a:latin typeface="微软雅黑" pitchFamily="34" charset="-122"/>
                <a:ea typeface="微软雅黑" pitchFamily="34" charset="-122"/>
              </a:rPr>
              <a:t>不存在所谓的“</a:t>
            </a:r>
            <a:r>
              <a:rPr lang="en-US" altLang="zh-CN" sz="2000" b="1" dirty="0">
                <a:solidFill>
                  <a:srgbClr val="0000FF"/>
                </a:solidFill>
                <a:latin typeface="微软雅黑" pitchFamily="34" charset="-122"/>
                <a:ea typeface="微软雅黑" pitchFamily="34" charset="-122"/>
              </a:rPr>
              <a:t>IGMPv6”</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的多播组管理功能由</a:t>
            </a:r>
            <a:r>
              <a:rPr lang="zh-CN" altLang="en-US" sz="2000" b="1" dirty="0">
                <a:solidFill>
                  <a:srgbClr val="0000FF"/>
                </a:solidFill>
                <a:latin typeface="微软雅黑" pitchFamily="34" charset="-122"/>
                <a:ea typeface="微软雅黑" pitchFamily="34" charset="-122"/>
              </a:rPr>
              <a:t>多播接收方发现协议</a:t>
            </a:r>
            <a:r>
              <a:rPr lang="en-US" altLang="zh-CN" sz="2000" b="1" dirty="0">
                <a:solidFill>
                  <a:srgbClr val="0000FF"/>
                </a:solidFill>
                <a:latin typeface="微软雅黑" pitchFamily="34" charset="-122"/>
                <a:ea typeface="微软雅黑" pitchFamily="34" charset="-122"/>
              </a:rPr>
              <a:t>MLD </a:t>
            </a:r>
            <a:r>
              <a:rPr lang="en-US" altLang="zh-CN" sz="2000" b="1" dirty="0">
                <a:latin typeface="微软雅黑" pitchFamily="34" charset="-122"/>
                <a:ea typeface="微软雅黑" pitchFamily="34" charset="-122"/>
              </a:rPr>
              <a:t>(Multicast Listener Discovery)</a:t>
            </a:r>
            <a:r>
              <a:rPr lang="zh-CN" altLang="en-US" sz="2000" b="1" dirty="0">
                <a:latin typeface="微软雅黑" pitchFamily="34" charset="-122"/>
                <a:ea typeface="微软雅黑" pitchFamily="34" charset="-122"/>
              </a:rPr>
              <a:t>实现。</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MLD</a:t>
            </a:r>
            <a:r>
              <a:rPr lang="zh-CN" altLang="en-US" sz="2000" b="1" dirty="0">
                <a:latin typeface="微软雅黑" pitchFamily="34" charset="-122"/>
                <a:ea typeface="微软雅黑" pitchFamily="34" charset="-122"/>
              </a:rPr>
              <a:t>是</a:t>
            </a: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不可分割的一部分，其基本功能和原理与</a:t>
            </a:r>
            <a:r>
              <a:rPr lang="en-US" altLang="zh-CN" sz="2000" b="1" dirty="0">
                <a:latin typeface="微软雅黑" pitchFamily="34" charset="-122"/>
                <a:ea typeface="微软雅黑" pitchFamily="34" charset="-122"/>
              </a:rPr>
              <a:t>IGMP</a:t>
            </a:r>
            <a:r>
              <a:rPr lang="zh-CN" altLang="en-US" sz="2000" b="1" dirty="0">
                <a:latin typeface="微软雅黑" pitchFamily="34" charset="-122"/>
                <a:ea typeface="微软雅黑" pitchFamily="34" charset="-122"/>
              </a:rPr>
              <a:t>类似。</a:t>
            </a:r>
            <a:r>
              <a:rPr lang="en-US" altLang="zh-CN" sz="2000" b="1" dirty="0">
                <a:solidFill>
                  <a:srgbClr val="0000FF"/>
                </a:solidFill>
                <a:latin typeface="微软雅黑" pitchFamily="34" charset="-122"/>
                <a:ea typeface="微软雅黑" pitchFamily="34" charset="-122"/>
              </a:rPr>
              <a:t>MLD</a:t>
            </a:r>
            <a:r>
              <a:rPr lang="zh-CN" altLang="en-US" sz="2000" b="1" dirty="0">
                <a:solidFill>
                  <a:srgbClr val="0000FF"/>
                </a:solidFill>
                <a:latin typeface="微软雅黑" pitchFamily="34" charset="-122"/>
                <a:ea typeface="微软雅黑" pitchFamily="34" charset="-122"/>
              </a:rPr>
              <a:t>使用</a:t>
            </a:r>
            <a:r>
              <a:rPr lang="en-US" altLang="zh-CN" sz="2000" b="1" dirty="0">
                <a:solidFill>
                  <a:srgbClr val="0000FF"/>
                </a:solidFill>
                <a:latin typeface="微软雅黑" pitchFamily="34" charset="-122"/>
                <a:ea typeface="微软雅黑" pitchFamily="34" charset="-122"/>
              </a:rPr>
              <a:t>ICMPv6</a:t>
            </a:r>
            <a:r>
              <a:rPr lang="zh-CN" altLang="en-US" sz="2000" b="1" dirty="0">
                <a:solidFill>
                  <a:srgbClr val="0000FF"/>
                </a:solidFill>
                <a:latin typeface="微软雅黑" pitchFamily="34" charset="-122"/>
                <a:ea typeface="微软雅黑" pitchFamily="34" charset="-122"/>
              </a:rPr>
              <a:t>的报文格式</a:t>
            </a:r>
            <a:r>
              <a:rPr lang="zh-CN" altLang="en-US" sz="2000" b="1" dirty="0">
                <a:latin typeface="微软雅黑" pitchFamily="34" charset="-122"/>
                <a:ea typeface="微软雅黑" pitchFamily="34" charset="-122"/>
              </a:rPr>
              <a:t>，因此又属于协议</a:t>
            </a:r>
            <a:r>
              <a:rPr lang="en-US" altLang="zh-CN" sz="2000" b="1" dirty="0">
                <a:latin typeface="微软雅黑" pitchFamily="34" charset="-122"/>
                <a:ea typeface="微软雅黑" pitchFamily="34" charset="-122"/>
              </a:rPr>
              <a:t>ICMPv6</a:t>
            </a:r>
            <a:r>
              <a:rPr lang="zh-CN" altLang="en-US" sz="2000" b="1" dirty="0">
                <a:latin typeface="微软雅黑" pitchFamily="34" charset="-122"/>
                <a:ea typeface="微软雅黑" pitchFamily="34" charset="-122"/>
              </a:rPr>
              <a:t>。</a:t>
            </a:r>
          </a:p>
        </p:txBody>
      </p:sp>
      <p:sp>
        <p:nvSpPr>
          <p:cNvPr id="3" name="AutoShape 5">
            <a:extLst>
              <a:ext uri="{FF2B5EF4-FFF2-40B4-BE49-F238E27FC236}">
                <a16:creationId xmlns:a16="http://schemas.microsoft.com/office/drawing/2014/main" id="{B4BD4FA7-6715-3582-D15F-72143AB0BE00}"/>
              </a:ext>
            </a:extLst>
          </p:cNvPr>
          <p:cNvSpPr>
            <a:spLocks noChangeArrowheads="1"/>
          </p:cNvSpPr>
          <p:nvPr/>
        </p:nvSpPr>
        <p:spPr bwMode="auto">
          <a:xfrm>
            <a:off x="545145" y="640316"/>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B585C163-3E50-6564-518A-421760A9B9B4}"/>
              </a:ext>
            </a:extLst>
          </p:cNvPr>
          <p:cNvSpPr>
            <a:spLocks noChangeArrowheads="1"/>
          </p:cNvSpPr>
          <p:nvPr/>
        </p:nvSpPr>
        <p:spPr bwMode="auto">
          <a:xfrm>
            <a:off x="1941968" y="607105"/>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互联网组管理协议 </a:t>
            </a:r>
            <a:r>
              <a:rPr lang="en-US" altLang="zh-CN" sz="2000" b="1" dirty="0">
                <a:solidFill>
                  <a:schemeClr val="bg1"/>
                </a:solidFill>
                <a:latin typeface="微软雅黑" pitchFamily="34" charset="-122"/>
                <a:ea typeface="微软雅黑" pitchFamily="34" charset="-122"/>
              </a:rPr>
              <a:t>IGMP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4099910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fade">
                                      <p:cBhvr>
                                        <p:cTn id="7" dur="1000"/>
                                        <p:tgtEl>
                                          <p:spTgt spid="2">
                                            <p:txEl>
                                              <p:pRg st="2" end="2"/>
                                            </p:txEl>
                                          </p:spTgt>
                                        </p:tgtEl>
                                      </p:cBhvr>
                                    </p:animEffect>
                                    <p:anim calcmode="lin" valueType="num">
                                      <p:cBhvr>
                                        <p:cTn id="8"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3" end="3"/>
                                            </p:txEl>
                                          </p:spTgt>
                                        </p:tgtEl>
                                        <p:attrNameLst>
                                          <p:attrName>style.visibility</p:attrName>
                                        </p:attrNameLst>
                                      </p:cBhvr>
                                      <p:to>
                                        <p:strVal val="visible"/>
                                      </p:to>
                                    </p:set>
                                    <p:animEffect transition="in" filter="fade">
                                      <p:cBhvr>
                                        <p:cTn id="14" dur="1000"/>
                                        <p:tgtEl>
                                          <p:spTgt spid="2">
                                            <p:txEl>
                                              <p:pRg st="3" end="3"/>
                                            </p:txEl>
                                          </p:spTgt>
                                        </p:tgtEl>
                                      </p:cBhvr>
                                    </p:animEffect>
                                    <p:anim calcmode="lin" valueType="num">
                                      <p:cBhvr>
                                        <p:cTn id="15"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4" end="4"/>
                                            </p:txEl>
                                          </p:spTgt>
                                        </p:tgtEl>
                                        <p:attrNameLst>
                                          <p:attrName>style.visibility</p:attrName>
                                        </p:attrNameLst>
                                      </p:cBhvr>
                                      <p:to>
                                        <p:strVal val="visible"/>
                                      </p:to>
                                    </p:set>
                                    <p:animEffect transition="in" filter="fade">
                                      <p:cBhvr>
                                        <p:cTn id="21" dur="1000"/>
                                        <p:tgtEl>
                                          <p:spTgt spid="2">
                                            <p:txEl>
                                              <p:pRg st="4" end="4"/>
                                            </p:txEl>
                                          </p:spTgt>
                                        </p:tgtEl>
                                      </p:cBhvr>
                                    </p:animEffect>
                                    <p:anim calcmode="lin" valueType="num">
                                      <p:cBhvr>
                                        <p:cTn id="22"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30970"/>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775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多播路由协议</a:t>
            </a:r>
          </a:p>
        </p:txBody>
      </p:sp>
      <p:sp>
        <p:nvSpPr>
          <p:cNvPr id="5" name="圆角矩形 4"/>
          <p:cNvSpPr/>
          <p:nvPr/>
        </p:nvSpPr>
        <p:spPr>
          <a:xfrm>
            <a:off x="602840" y="1031080"/>
            <a:ext cx="8053711" cy="325120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5" name="Text Box 102"/>
          <p:cNvSpPr txBox="1">
            <a:spLocks noChangeArrowheads="1"/>
          </p:cNvSpPr>
          <p:nvPr/>
        </p:nvSpPr>
        <p:spPr bwMode="auto">
          <a:xfrm>
            <a:off x="5243372" y="1355287"/>
            <a:ext cx="3107223" cy="2426305"/>
          </a:xfrm>
          <a:prstGeom prst="rect">
            <a:avLst/>
          </a:prstGeom>
          <a:solidFill>
            <a:schemeClr val="bg1"/>
          </a:solidFill>
          <a:ln>
            <a:noFill/>
          </a:ln>
          <a:effectLst/>
        </p:spPr>
        <p:txBody>
          <a:bodyPr wrap="square">
            <a:spAutoFit/>
          </a:bodyPr>
          <a:lstStyle/>
          <a:p>
            <a:pPr marL="285750" indent="-285750">
              <a:lnSpc>
                <a:spcPts val="2600"/>
              </a:lnSpc>
              <a:buFont typeface="Wingdings" panose="05000000000000000000" pitchFamily="2" charset="2"/>
              <a:buChar char="l"/>
            </a:pPr>
            <a:r>
              <a:rPr lang="zh-CN" altLang="en-US" b="1" dirty="0">
                <a:latin typeface="微软雅黑" pitchFamily="34" charset="-122"/>
                <a:ea typeface="微软雅黑" pitchFamily="34" charset="-122"/>
              </a:rPr>
              <a:t>实际上就是要找出以源主机为根节点的</a:t>
            </a:r>
            <a:r>
              <a:rPr lang="zh-CN" altLang="en-US" b="1" dirty="0">
                <a:solidFill>
                  <a:srgbClr val="C00000"/>
                </a:solidFill>
                <a:latin typeface="微软雅黑" pitchFamily="34" charset="-122"/>
                <a:ea typeface="微软雅黑" pitchFamily="34" charset="-122"/>
              </a:rPr>
              <a:t>多播转发树。</a:t>
            </a:r>
            <a:endParaRPr lang="en-US" altLang="zh-CN" b="1" dirty="0">
              <a:solidFill>
                <a:srgbClr val="C00000"/>
              </a:solidFill>
              <a:latin typeface="微软雅黑" pitchFamily="34" charset="-122"/>
              <a:ea typeface="微软雅黑" pitchFamily="34" charset="-122"/>
            </a:endParaRPr>
          </a:p>
          <a:p>
            <a:pPr marL="285750" indent="-285750">
              <a:lnSpc>
                <a:spcPts val="2600"/>
              </a:lnSpc>
              <a:buFont typeface="Wingdings" panose="05000000000000000000" pitchFamily="2" charset="2"/>
              <a:buChar char="l"/>
            </a:pPr>
            <a:r>
              <a:rPr lang="zh-CN" altLang="en-US" b="1" dirty="0">
                <a:latin typeface="微软雅黑" pitchFamily="34" charset="-122"/>
                <a:ea typeface="微软雅黑" pitchFamily="34" charset="-122"/>
              </a:rPr>
              <a:t>不同的多播组对应于不同的多播转发树。</a:t>
            </a:r>
          </a:p>
          <a:p>
            <a:pPr marL="285750" indent="-285750">
              <a:lnSpc>
                <a:spcPts val="2600"/>
              </a:lnSpc>
              <a:buFont typeface="Wingdings" panose="05000000000000000000" pitchFamily="2" charset="2"/>
              <a:buChar char="l"/>
            </a:pPr>
            <a:r>
              <a:rPr lang="zh-CN" altLang="en-US" b="1" dirty="0">
                <a:latin typeface="微软雅黑" pitchFamily="34" charset="-122"/>
                <a:ea typeface="微软雅黑" pitchFamily="34" charset="-122"/>
              </a:rPr>
              <a:t>同一个多播组，对不同的源点也会有不同的多播转发树。</a:t>
            </a:r>
          </a:p>
        </p:txBody>
      </p:sp>
      <p:grpSp>
        <p:nvGrpSpPr>
          <p:cNvPr id="128" name="组合 127"/>
          <p:cNvGrpSpPr/>
          <p:nvPr/>
        </p:nvGrpSpPr>
        <p:grpSpPr>
          <a:xfrm>
            <a:off x="1170981" y="1622811"/>
            <a:ext cx="3404282" cy="2311540"/>
            <a:chOff x="2773530" y="1524561"/>
            <a:chExt cx="3404282" cy="2311540"/>
          </a:xfrm>
        </p:grpSpPr>
        <p:sp>
          <p:nvSpPr>
            <p:cNvPr id="112" name="Line 5"/>
            <p:cNvSpPr>
              <a:spLocks noChangeShapeType="1"/>
            </p:cNvSpPr>
            <p:nvPr/>
          </p:nvSpPr>
          <p:spPr bwMode="auto">
            <a:xfrm>
              <a:off x="4299768" y="1524561"/>
              <a:ext cx="0" cy="312312"/>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3" name="Line 6"/>
            <p:cNvSpPr>
              <a:spLocks noChangeShapeType="1"/>
            </p:cNvSpPr>
            <p:nvPr/>
          </p:nvSpPr>
          <p:spPr bwMode="auto">
            <a:xfrm flipV="1">
              <a:off x="3534617" y="1878555"/>
              <a:ext cx="787069" cy="395074"/>
            </a:xfrm>
            <a:prstGeom prst="line">
              <a:avLst/>
            </a:prstGeom>
            <a:noFill/>
            <a:ln w="19050">
              <a:solidFill>
                <a:srgbClr val="990099"/>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4" name="Line 11"/>
            <p:cNvSpPr>
              <a:spLocks noChangeShapeType="1"/>
            </p:cNvSpPr>
            <p:nvPr/>
          </p:nvSpPr>
          <p:spPr bwMode="auto">
            <a:xfrm>
              <a:off x="3343807" y="2400536"/>
              <a:ext cx="0" cy="811691"/>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5" name="Line 15"/>
            <p:cNvSpPr>
              <a:spLocks noChangeShapeType="1"/>
            </p:cNvSpPr>
            <p:nvPr/>
          </p:nvSpPr>
          <p:spPr bwMode="auto">
            <a:xfrm flipH="1">
              <a:off x="2773530" y="3273931"/>
              <a:ext cx="642944" cy="500984"/>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6" name="Line 12"/>
            <p:cNvSpPr>
              <a:spLocks noChangeShapeType="1"/>
            </p:cNvSpPr>
            <p:nvPr/>
          </p:nvSpPr>
          <p:spPr bwMode="auto">
            <a:xfrm>
              <a:off x="3414880" y="3274100"/>
              <a:ext cx="877059" cy="562001"/>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7" name="Line 10"/>
            <p:cNvSpPr>
              <a:spLocks noChangeShapeType="1"/>
            </p:cNvSpPr>
            <p:nvPr/>
          </p:nvSpPr>
          <p:spPr bwMode="auto">
            <a:xfrm>
              <a:off x="4467691" y="1940517"/>
              <a:ext cx="862393" cy="332151"/>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9" name="Line 16"/>
            <p:cNvSpPr>
              <a:spLocks noChangeShapeType="1"/>
            </p:cNvSpPr>
            <p:nvPr/>
          </p:nvSpPr>
          <p:spPr bwMode="auto">
            <a:xfrm>
              <a:off x="5453369" y="3275597"/>
              <a:ext cx="724443" cy="447067"/>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Line 13"/>
            <p:cNvSpPr>
              <a:spLocks noChangeShapeType="1"/>
            </p:cNvSpPr>
            <p:nvPr/>
          </p:nvSpPr>
          <p:spPr bwMode="auto">
            <a:xfrm>
              <a:off x="5507075" y="2337161"/>
              <a:ext cx="0" cy="874314"/>
            </a:xfrm>
            <a:prstGeom prst="line">
              <a:avLst/>
            </a:prstGeom>
            <a:noFill/>
            <a:ln w="19050">
              <a:solidFill>
                <a:srgbClr val="990099"/>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30" name="组合 129"/>
          <p:cNvGrpSpPr/>
          <p:nvPr/>
        </p:nvGrpSpPr>
        <p:grpSpPr>
          <a:xfrm>
            <a:off x="1289608" y="2173646"/>
            <a:ext cx="3240785" cy="1781111"/>
            <a:chOff x="2883104" y="2075396"/>
            <a:chExt cx="3240785" cy="1781111"/>
          </a:xfrm>
        </p:grpSpPr>
        <p:sp>
          <p:nvSpPr>
            <p:cNvPr id="118" name="Line 13"/>
            <p:cNvSpPr>
              <a:spLocks noChangeShapeType="1"/>
            </p:cNvSpPr>
            <p:nvPr/>
          </p:nvSpPr>
          <p:spPr bwMode="auto">
            <a:xfrm>
              <a:off x="5370771" y="2337161"/>
              <a:ext cx="0" cy="874314"/>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0" name="Line 5"/>
            <p:cNvSpPr>
              <a:spLocks noChangeShapeType="1"/>
            </p:cNvSpPr>
            <p:nvPr/>
          </p:nvSpPr>
          <p:spPr bwMode="auto">
            <a:xfrm flipH="1">
              <a:off x="5621357" y="2336929"/>
              <a:ext cx="502532" cy="0"/>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1" name="Line 10"/>
            <p:cNvSpPr>
              <a:spLocks noChangeShapeType="1"/>
            </p:cNvSpPr>
            <p:nvPr/>
          </p:nvSpPr>
          <p:spPr bwMode="auto">
            <a:xfrm>
              <a:off x="4458904" y="2075396"/>
              <a:ext cx="862393" cy="332151"/>
            </a:xfrm>
            <a:prstGeom prst="line">
              <a:avLst/>
            </a:prstGeom>
            <a:noFill/>
            <a:ln w="19050">
              <a:solidFill>
                <a:srgbClr val="0000FF"/>
              </a:solidFill>
              <a:prstDash val="sysDash"/>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Line 8"/>
            <p:cNvSpPr>
              <a:spLocks noChangeShapeType="1"/>
            </p:cNvSpPr>
            <p:nvPr/>
          </p:nvSpPr>
          <p:spPr bwMode="auto">
            <a:xfrm>
              <a:off x="3618104" y="2463907"/>
              <a:ext cx="1810902" cy="0"/>
            </a:xfrm>
            <a:prstGeom prst="line">
              <a:avLst/>
            </a:prstGeom>
            <a:noFill/>
            <a:ln w="19050">
              <a:solidFill>
                <a:srgbClr val="0000FF"/>
              </a:solidFill>
              <a:prstDash val="sysDash"/>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4" name="Line 16"/>
            <p:cNvSpPr>
              <a:spLocks noChangeShapeType="1"/>
            </p:cNvSpPr>
            <p:nvPr/>
          </p:nvSpPr>
          <p:spPr bwMode="auto">
            <a:xfrm>
              <a:off x="5370718" y="3383705"/>
              <a:ext cx="724443" cy="447067"/>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5" name="Line 11"/>
            <p:cNvSpPr>
              <a:spLocks noChangeShapeType="1"/>
            </p:cNvSpPr>
            <p:nvPr/>
          </p:nvSpPr>
          <p:spPr bwMode="auto">
            <a:xfrm>
              <a:off x="3467278" y="2400536"/>
              <a:ext cx="0" cy="811691"/>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6" name="Line 15"/>
            <p:cNvSpPr>
              <a:spLocks noChangeShapeType="1"/>
            </p:cNvSpPr>
            <p:nvPr/>
          </p:nvSpPr>
          <p:spPr bwMode="auto">
            <a:xfrm flipH="1">
              <a:off x="2883104" y="3355523"/>
              <a:ext cx="642944" cy="500984"/>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9" name="Line 14"/>
            <p:cNvSpPr>
              <a:spLocks noChangeShapeType="1"/>
            </p:cNvSpPr>
            <p:nvPr/>
          </p:nvSpPr>
          <p:spPr bwMode="auto">
            <a:xfrm flipH="1">
              <a:off x="4566536" y="3325031"/>
              <a:ext cx="804182" cy="528929"/>
            </a:xfrm>
            <a:prstGeom prst="line">
              <a:avLst/>
            </a:prstGeom>
            <a:noFill/>
            <a:ln w="19050">
              <a:solidFill>
                <a:srgbClr val="0000FF"/>
              </a:solidFill>
              <a:prstDash val="sys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4" name="Text Box 9"/>
          <p:cNvSpPr txBox="1">
            <a:spLocks noChangeArrowheads="1"/>
          </p:cNvSpPr>
          <p:nvPr/>
        </p:nvSpPr>
        <p:spPr bwMode="auto">
          <a:xfrm>
            <a:off x="2424409" y="1047110"/>
            <a:ext cx="81213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1400" b="1" dirty="0">
                <a:solidFill>
                  <a:srgbClr val="990099"/>
                </a:solidFill>
                <a:latin typeface="微软雅黑" pitchFamily="34" charset="-122"/>
                <a:ea typeface="微软雅黑" pitchFamily="34" charset="-122"/>
              </a:rPr>
              <a:t>源点 </a:t>
            </a:r>
            <a:r>
              <a:rPr lang="en-US" altLang="zh-CN" sz="1400" b="1" dirty="0">
                <a:solidFill>
                  <a:srgbClr val="990099"/>
                </a:solidFill>
                <a:latin typeface="微软雅黑" pitchFamily="34" charset="-122"/>
                <a:ea typeface="微软雅黑" pitchFamily="34" charset="-122"/>
              </a:rPr>
              <a:t>S1</a:t>
            </a:r>
            <a:endParaRPr lang="zh-CN" altLang="en-US" sz="1400" b="1" dirty="0">
              <a:solidFill>
                <a:srgbClr val="990099"/>
              </a:solidFill>
              <a:latin typeface="微软雅黑" pitchFamily="34" charset="-122"/>
              <a:ea typeface="微软雅黑" pitchFamily="34" charset="-122"/>
            </a:endParaRPr>
          </a:p>
        </p:txBody>
      </p:sp>
      <p:sp>
        <p:nvSpPr>
          <p:cNvPr id="109" name="Text Box 9"/>
          <p:cNvSpPr txBox="1">
            <a:spLocks noChangeArrowheads="1"/>
          </p:cNvSpPr>
          <p:nvPr/>
        </p:nvSpPr>
        <p:spPr bwMode="auto">
          <a:xfrm>
            <a:off x="4151090" y="2038767"/>
            <a:ext cx="81213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1400" b="1" dirty="0">
                <a:solidFill>
                  <a:srgbClr val="0000FF"/>
                </a:solidFill>
                <a:latin typeface="微软雅黑" pitchFamily="34" charset="-122"/>
                <a:ea typeface="微软雅黑" pitchFamily="34" charset="-122"/>
              </a:rPr>
              <a:t>源点 </a:t>
            </a:r>
            <a:r>
              <a:rPr lang="en-US" altLang="zh-CN" sz="1400" b="1" dirty="0">
                <a:solidFill>
                  <a:srgbClr val="0000FF"/>
                </a:solidFill>
                <a:latin typeface="微软雅黑" pitchFamily="34" charset="-122"/>
                <a:ea typeface="微软雅黑" pitchFamily="34" charset="-122"/>
              </a:rPr>
              <a:t>S2</a:t>
            </a:r>
            <a:endParaRPr lang="zh-CN" altLang="en-US" sz="1400" b="1" dirty="0">
              <a:solidFill>
                <a:srgbClr val="0000FF"/>
              </a:solidFill>
              <a:latin typeface="微软雅黑" pitchFamily="34" charset="-122"/>
              <a:ea typeface="微软雅黑" pitchFamily="34" charset="-122"/>
            </a:endParaRPr>
          </a:p>
        </p:txBody>
      </p:sp>
      <p:grpSp>
        <p:nvGrpSpPr>
          <p:cNvPr id="133" name="组合 132"/>
          <p:cNvGrpSpPr/>
          <p:nvPr/>
        </p:nvGrpSpPr>
        <p:grpSpPr>
          <a:xfrm>
            <a:off x="747142" y="1317647"/>
            <a:ext cx="4190274" cy="2869496"/>
            <a:chOff x="2340638" y="1219397"/>
            <a:chExt cx="4190274" cy="2869496"/>
          </a:xfrm>
        </p:grpSpPr>
        <p:sp>
          <p:nvSpPr>
            <p:cNvPr id="10" name="Line 5"/>
            <p:cNvSpPr>
              <a:spLocks noChangeShapeType="1"/>
            </p:cNvSpPr>
            <p:nvPr/>
          </p:nvSpPr>
          <p:spPr bwMode="auto">
            <a:xfrm>
              <a:off x="4371120" y="1524561"/>
              <a:ext cx="0" cy="312312"/>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Line 6"/>
            <p:cNvSpPr>
              <a:spLocks noChangeShapeType="1"/>
            </p:cNvSpPr>
            <p:nvPr/>
          </p:nvSpPr>
          <p:spPr bwMode="auto">
            <a:xfrm flipV="1">
              <a:off x="3402337" y="1934019"/>
              <a:ext cx="947818" cy="465658"/>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 name="Line 7"/>
            <p:cNvSpPr>
              <a:spLocks noChangeShapeType="1"/>
            </p:cNvSpPr>
            <p:nvPr/>
          </p:nvSpPr>
          <p:spPr bwMode="auto">
            <a:xfrm>
              <a:off x="3518521" y="3338220"/>
              <a:ext cx="1810902" cy="0"/>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8"/>
            <p:cNvSpPr>
              <a:spLocks noChangeShapeType="1"/>
            </p:cNvSpPr>
            <p:nvPr/>
          </p:nvSpPr>
          <p:spPr bwMode="auto">
            <a:xfrm>
              <a:off x="3518521" y="2399678"/>
              <a:ext cx="1810902" cy="0"/>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0"/>
            <p:cNvSpPr>
              <a:spLocks noChangeShapeType="1"/>
            </p:cNvSpPr>
            <p:nvPr/>
          </p:nvSpPr>
          <p:spPr bwMode="auto">
            <a:xfrm>
              <a:off x="4485797" y="2011980"/>
              <a:ext cx="862393" cy="332151"/>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1"/>
            <p:cNvSpPr>
              <a:spLocks noChangeShapeType="1"/>
            </p:cNvSpPr>
            <p:nvPr/>
          </p:nvSpPr>
          <p:spPr bwMode="auto">
            <a:xfrm>
              <a:off x="3402337" y="2463907"/>
              <a:ext cx="0" cy="811691"/>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2"/>
            <p:cNvSpPr>
              <a:spLocks noChangeShapeType="1"/>
            </p:cNvSpPr>
            <p:nvPr/>
          </p:nvSpPr>
          <p:spPr bwMode="auto">
            <a:xfrm>
              <a:off x="3459118" y="3373684"/>
              <a:ext cx="877059" cy="562001"/>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3"/>
            <p:cNvSpPr>
              <a:spLocks noChangeShapeType="1"/>
            </p:cNvSpPr>
            <p:nvPr/>
          </p:nvSpPr>
          <p:spPr bwMode="auto">
            <a:xfrm>
              <a:off x="5436553" y="2436747"/>
              <a:ext cx="0" cy="87431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4"/>
            <p:cNvSpPr>
              <a:spLocks noChangeShapeType="1"/>
            </p:cNvSpPr>
            <p:nvPr/>
          </p:nvSpPr>
          <p:spPr bwMode="auto">
            <a:xfrm flipH="1">
              <a:off x="4511765" y="3338221"/>
              <a:ext cx="933841" cy="624625"/>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5"/>
            <p:cNvSpPr>
              <a:spLocks noChangeShapeType="1"/>
            </p:cNvSpPr>
            <p:nvPr/>
          </p:nvSpPr>
          <p:spPr bwMode="auto">
            <a:xfrm flipH="1">
              <a:off x="2764256" y="3372938"/>
              <a:ext cx="642944" cy="50098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1" name="Line 16"/>
            <p:cNvSpPr>
              <a:spLocks noChangeShapeType="1"/>
            </p:cNvSpPr>
            <p:nvPr/>
          </p:nvSpPr>
          <p:spPr bwMode="auto">
            <a:xfrm>
              <a:off x="5486902" y="3374432"/>
              <a:ext cx="817657" cy="50098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pic>
          <p:nvPicPr>
            <p:cNvPr id="23"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19994" y="3839204"/>
              <a:ext cx="409702" cy="2496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8"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87677" y="3714761"/>
              <a:ext cx="409702" cy="2480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9" name="Text Box 74"/>
            <p:cNvSpPr txBox="1">
              <a:spLocks noChangeArrowheads="1"/>
            </p:cNvSpPr>
            <p:nvPr/>
          </p:nvSpPr>
          <p:spPr bwMode="auto">
            <a:xfrm>
              <a:off x="5376659" y="2019271"/>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3</a:t>
              </a:r>
            </a:p>
          </p:txBody>
        </p:sp>
        <p:sp>
          <p:nvSpPr>
            <p:cNvPr id="70" name="Text Box 75"/>
            <p:cNvSpPr txBox="1">
              <a:spLocks noChangeArrowheads="1"/>
            </p:cNvSpPr>
            <p:nvPr/>
          </p:nvSpPr>
          <p:spPr bwMode="auto">
            <a:xfrm>
              <a:off x="3018346" y="2953100"/>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4</a:t>
              </a:r>
            </a:p>
          </p:txBody>
        </p:sp>
        <p:sp>
          <p:nvSpPr>
            <p:cNvPr id="71" name="Text Box 76"/>
            <p:cNvSpPr txBox="1">
              <a:spLocks noChangeArrowheads="1"/>
            </p:cNvSpPr>
            <p:nvPr/>
          </p:nvSpPr>
          <p:spPr bwMode="auto">
            <a:xfrm>
              <a:off x="2340638" y="3498930"/>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6</a:t>
              </a:r>
            </a:p>
          </p:txBody>
        </p:sp>
        <p:sp>
          <p:nvSpPr>
            <p:cNvPr id="72" name="Text Box 77"/>
            <p:cNvSpPr txBox="1">
              <a:spLocks noChangeArrowheads="1"/>
            </p:cNvSpPr>
            <p:nvPr/>
          </p:nvSpPr>
          <p:spPr bwMode="auto">
            <a:xfrm>
              <a:off x="4210941" y="3577610"/>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7</a:t>
              </a:r>
            </a:p>
          </p:txBody>
        </p:sp>
        <p:sp>
          <p:nvSpPr>
            <p:cNvPr id="73" name="Text Box 78"/>
            <p:cNvSpPr txBox="1">
              <a:spLocks noChangeArrowheads="1"/>
            </p:cNvSpPr>
            <p:nvPr/>
          </p:nvSpPr>
          <p:spPr bwMode="auto">
            <a:xfrm>
              <a:off x="6204735" y="3469446"/>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8</a:t>
              </a:r>
            </a:p>
          </p:txBody>
        </p:sp>
        <p:sp>
          <p:nvSpPr>
            <p:cNvPr id="92" name="Text Box 87"/>
            <p:cNvSpPr txBox="1">
              <a:spLocks noChangeArrowheads="1"/>
            </p:cNvSpPr>
            <p:nvPr/>
          </p:nvSpPr>
          <p:spPr bwMode="auto">
            <a:xfrm>
              <a:off x="4394707" y="1626081"/>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1</a:t>
              </a:r>
            </a:p>
          </p:txBody>
        </p:sp>
        <p:sp>
          <p:nvSpPr>
            <p:cNvPr id="93" name="Text Box 88"/>
            <p:cNvSpPr txBox="1">
              <a:spLocks noChangeArrowheads="1"/>
            </p:cNvSpPr>
            <p:nvPr/>
          </p:nvSpPr>
          <p:spPr bwMode="auto">
            <a:xfrm>
              <a:off x="5453427" y="2954084"/>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5</a:t>
              </a:r>
            </a:p>
          </p:txBody>
        </p:sp>
        <p:sp>
          <p:nvSpPr>
            <p:cNvPr id="94" name="Text Box 89"/>
            <p:cNvSpPr txBox="1">
              <a:spLocks noChangeArrowheads="1"/>
            </p:cNvSpPr>
            <p:nvPr/>
          </p:nvSpPr>
          <p:spPr bwMode="auto">
            <a:xfrm>
              <a:off x="3054693" y="1993081"/>
              <a:ext cx="326177" cy="260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latin typeface="微软雅黑" pitchFamily="34" charset="-122"/>
                  <a:ea typeface="微软雅黑" pitchFamily="34" charset="-122"/>
                </a:rPr>
                <a:t>R</a:t>
              </a:r>
              <a:r>
                <a:rPr lang="en-US" altLang="zh-CN" sz="1400" b="1" baseline="-25000" dirty="0">
                  <a:latin typeface="微软雅黑" pitchFamily="34" charset="-122"/>
                  <a:ea typeface="微软雅黑" pitchFamily="34" charset="-122"/>
                </a:rPr>
                <a:t>2</a:t>
              </a:r>
            </a:p>
          </p:txBody>
        </p:sp>
        <p:sp>
          <p:nvSpPr>
            <p:cNvPr id="111" name="Line 5"/>
            <p:cNvSpPr>
              <a:spLocks noChangeShapeType="1"/>
            </p:cNvSpPr>
            <p:nvPr/>
          </p:nvSpPr>
          <p:spPr bwMode="auto">
            <a:xfrm flipH="1">
              <a:off x="5557986" y="2397766"/>
              <a:ext cx="619826" cy="1912"/>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pic>
          <p:nvPicPr>
            <p:cNvPr id="27" name="Picture 2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66748" y="3775779"/>
              <a:ext cx="410576" cy="249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1" name="Picture 8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61465" y="1836873"/>
              <a:ext cx="409703" cy="250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8"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66636" y="1219397"/>
              <a:ext cx="415877" cy="414067"/>
            </a:xfrm>
            <a:prstGeom prst="rect">
              <a:avLst/>
            </a:prstGeom>
            <a:noFill/>
            <a:extLst>
              <a:ext uri="{909E8E84-426E-40DD-AFC4-6F175D3DCCD1}">
                <a14:hiddenFill xmlns:a14="http://schemas.microsoft.com/office/drawing/2010/main">
                  <a:solidFill>
                    <a:srgbClr val="FFFFFF"/>
                  </a:solidFill>
                </a14:hiddenFill>
              </a:ext>
            </a:extLst>
          </p:spPr>
        </p:pic>
        <p:pic>
          <p:nvPicPr>
            <p:cNvPr id="110"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82442" y="2213516"/>
              <a:ext cx="415877" cy="414067"/>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12364" y="3213776"/>
              <a:ext cx="409702" cy="2480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 name="Picture 1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26750" y="2276037"/>
              <a:ext cx="409703" cy="248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12364" y="2276037"/>
              <a:ext cx="409702" cy="248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26750" y="3213776"/>
              <a:ext cx="409703" cy="2480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Tree>
    <p:extLst>
      <p:ext uri="{BB962C8B-B14F-4D97-AF65-F5344CB8AC3E}">
        <p14:creationId xmlns:p14="http://schemas.microsoft.com/office/powerpoint/2010/main" val="683030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05">
                                            <p:txEl>
                                              <p:pRg st="0" end="0"/>
                                            </p:txEl>
                                          </p:spTgt>
                                        </p:tgtEl>
                                        <p:attrNameLst>
                                          <p:attrName>style.visibility</p:attrName>
                                        </p:attrNameLst>
                                      </p:cBhvr>
                                      <p:to>
                                        <p:strVal val="visible"/>
                                      </p:to>
                                    </p:set>
                                    <p:animEffect transition="in" filter="fade">
                                      <p:cBhvr>
                                        <p:cTn id="7" dur="1000"/>
                                        <p:tgtEl>
                                          <p:spTgt spid="105">
                                            <p:txEl>
                                              <p:pRg st="0" end="0"/>
                                            </p:txEl>
                                          </p:spTgt>
                                        </p:tgtEl>
                                      </p:cBhvr>
                                    </p:animEffect>
                                    <p:anim calcmode="lin" valueType="num">
                                      <p:cBhvr>
                                        <p:cTn id="8" dur="1000" fill="hold"/>
                                        <p:tgtEl>
                                          <p:spTgt spid="10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0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3000" fill="hold" grpId="0" nodeType="clickEffect">
                                  <p:stCondLst>
                                    <p:cond delay="0"/>
                                  </p:stCondLst>
                                  <p:childTnLst>
                                    <p:anim calcmode="discrete" valueType="str">
                                      <p:cBhvr>
                                        <p:cTn id="13" dur="500" fill="hold"/>
                                        <p:tgtEl>
                                          <p:spTgt spid="14"/>
                                        </p:tgtEl>
                                        <p:attrNameLst>
                                          <p:attrName>style.visibility</p:attrName>
                                        </p:attrNameLst>
                                      </p:cBhvr>
                                      <p:tavLst>
                                        <p:tav tm="0">
                                          <p:val>
                                            <p:strVal val="hidden"/>
                                          </p:val>
                                        </p:tav>
                                        <p:tav tm="50000">
                                          <p:val>
                                            <p:strVal val="visible"/>
                                          </p:val>
                                        </p:tav>
                                      </p:tavLst>
                                    </p:anim>
                                  </p:childTnLst>
                                </p:cTn>
                              </p:par>
                            </p:childTnLst>
                          </p:cTn>
                        </p:par>
                        <p:par>
                          <p:cTn id="14" fill="hold">
                            <p:stCondLst>
                              <p:cond delay="1500"/>
                            </p:stCondLst>
                            <p:childTnLst>
                              <p:par>
                                <p:cTn id="15" presetID="22" presetClass="entr" presetSubtype="1" fill="hold" nodeType="afterEffect">
                                  <p:stCondLst>
                                    <p:cond delay="0"/>
                                  </p:stCondLst>
                                  <p:childTnLst>
                                    <p:set>
                                      <p:cBhvr>
                                        <p:cTn id="16" dur="1" fill="hold">
                                          <p:stCondLst>
                                            <p:cond delay="0"/>
                                          </p:stCondLst>
                                        </p:cTn>
                                        <p:tgtEl>
                                          <p:spTgt spid="128"/>
                                        </p:tgtEl>
                                        <p:attrNameLst>
                                          <p:attrName>style.visibility</p:attrName>
                                        </p:attrNameLst>
                                      </p:cBhvr>
                                      <p:to>
                                        <p:strVal val="visible"/>
                                      </p:to>
                                    </p:set>
                                    <p:animEffect transition="in" filter="wipe(up)">
                                      <p:cBhvr>
                                        <p:cTn id="17" dur="1000"/>
                                        <p:tgtEl>
                                          <p:spTgt spid="128"/>
                                        </p:tgtEl>
                                      </p:cBhvr>
                                    </p:animEffect>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nodeType="clickEffect">
                                  <p:stCondLst>
                                    <p:cond delay="0"/>
                                  </p:stCondLst>
                                  <p:childTnLst>
                                    <p:set>
                                      <p:cBhvr>
                                        <p:cTn id="21" dur="1" fill="hold">
                                          <p:stCondLst>
                                            <p:cond delay="0"/>
                                          </p:stCondLst>
                                        </p:cTn>
                                        <p:tgtEl>
                                          <p:spTgt spid="105">
                                            <p:txEl>
                                              <p:pRg st="1" end="1"/>
                                            </p:txEl>
                                          </p:spTgt>
                                        </p:tgtEl>
                                        <p:attrNameLst>
                                          <p:attrName>style.visibility</p:attrName>
                                        </p:attrNameLst>
                                      </p:cBhvr>
                                      <p:to>
                                        <p:strVal val="visible"/>
                                      </p:to>
                                    </p:set>
                                    <p:animEffect transition="in" filter="fade">
                                      <p:cBhvr>
                                        <p:cTn id="22" dur="1000"/>
                                        <p:tgtEl>
                                          <p:spTgt spid="105">
                                            <p:txEl>
                                              <p:pRg st="1" end="1"/>
                                            </p:txEl>
                                          </p:spTgt>
                                        </p:tgtEl>
                                      </p:cBhvr>
                                    </p:animEffect>
                                    <p:anim calcmode="lin" valueType="num">
                                      <p:cBhvr>
                                        <p:cTn id="23" dur="1000" fill="hold"/>
                                        <p:tgtEl>
                                          <p:spTgt spid="105">
                                            <p:txEl>
                                              <p:pRg st="1" end="1"/>
                                            </p:txEl>
                                          </p:spTgt>
                                        </p:tgtEl>
                                        <p:attrNameLst>
                                          <p:attrName>ppt_x</p:attrName>
                                        </p:attrNameLst>
                                      </p:cBhvr>
                                      <p:tavLst>
                                        <p:tav tm="0">
                                          <p:val>
                                            <p:strVal val="#ppt_x"/>
                                          </p:val>
                                        </p:tav>
                                        <p:tav tm="100000">
                                          <p:val>
                                            <p:strVal val="#ppt_x"/>
                                          </p:val>
                                        </p:tav>
                                      </p:tavLst>
                                    </p:anim>
                                    <p:anim calcmode="lin" valueType="num">
                                      <p:cBhvr>
                                        <p:cTn id="24" dur="1000" fill="hold"/>
                                        <p:tgtEl>
                                          <p:spTgt spid="10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105">
                                            <p:txEl>
                                              <p:pRg st="2" end="2"/>
                                            </p:txEl>
                                          </p:spTgt>
                                        </p:tgtEl>
                                        <p:attrNameLst>
                                          <p:attrName>style.visibility</p:attrName>
                                        </p:attrNameLst>
                                      </p:cBhvr>
                                      <p:to>
                                        <p:strVal val="visible"/>
                                      </p:to>
                                    </p:set>
                                    <p:animEffect transition="in" filter="fade">
                                      <p:cBhvr>
                                        <p:cTn id="29" dur="1000"/>
                                        <p:tgtEl>
                                          <p:spTgt spid="105">
                                            <p:txEl>
                                              <p:pRg st="2" end="2"/>
                                            </p:txEl>
                                          </p:spTgt>
                                        </p:tgtEl>
                                      </p:cBhvr>
                                    </p:animEffect>
                                    <p:anim calcmode="lin" valueType="num">
                                      <p:cBhvr>
                                        <p:cTn id="30" dur="1000" fill="hold"/>
                                        <p:tgtEl>
                                          <p:spTgt spid="105">
                                            <p:txEl>
                                              <p:pRg st="2" end="2"/>
                                            </p:txEl>
                                          </p:spTgt>
                                        </p:tgtEl>
                                        <p:attrNameLst>
                                          <p:attrName>ppt_x</p:attrName>
                                        </p:attrNameLst>
                                      </p:cBhvr>
                                      <p:tavLst>
                                        <p:tav tm="0">
                                          <p:val>
                                            <p:strVal val="#ppt_x"/>
                                          </p:val>
                                        </p:tav>
                                        <p:tav tm="100000">
                                          <p:val>
                                            <p:strVal val="#ppt_x"/>
                                          </p:val>
                                        </p:tav>
                                      </p:tavLst>
                                    </p:anim>
                                    <p:anim calcmode="lin" valueType="num">
                                      <p:cBhvr>
                                        <p:cTn id="31" dur="1000" fill="hold"/>
                                        <p:tgtEl>
                                          <p:spTgt spid="105">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35" presetClass="emph" presetSubtype="0" repeatCount="3000" fill="hold" grpId="0" nodeType="clickEffect">
                                  <p:stCondLst>
                                    <p:cond delay="0"/>
                                  </p:stCondLst>
                                  <p:childTnLst>
                                    <p:anim calcmode="discrete" valueType="str">
                                      <p:cBhvr>
                                        <p:cTn id="35" dur="500" fill="hold"/>
                                        <p:tgtEl>
                                          <p:spTgt spid="109"/>
                                        </p:tgtEl>
                                        <p:attrNameLst>
                                          <p:attrName>style.visibility</p:attrName>
                                        </p:attrNameLst>
                                      </p:cBhvr>
                                      <p:tavLst>
                                        <p:tav tm="0">
                                          <p:val>
                                            <p:strVal val="hidden"/>
                                          </p:val>
                                        </p:tav>
                                        <p:tav tm="50000">
                                          <p:val>
                                            <p:strVal val="visible"/>
                                          </p:val>
                                        </p:tav>
                                      </p:tavLst>
                                    </p:anim>
                                  </p:childTnLst>
                                </p:cTn>
                              </p:par>
                            </p:childTnLst>
                          </p:cTn>
                        </p:par>
                        <p:par>
                          <p:cTn id="36" fill="hold">
                            <p:stCondLst>
                              <p:cond delay="1500"/>
                            </p:stCondLst>
                            <p:childTnLst>
                              <p:par>
                                <p:cTn id="37" presetID="22" presetClass="entr" presetSubtype="2" fill="hold" nodeType="afterEffect">
                                  <p:stCondLst>
                                    <p:cond delay="0"/>
                                  </p:stCondLst>
                                  <p:childTnLst>
                                    <p:set>
                                      <p:cBhvr>
                                        <p:cTn id="38" dur="1" fill="hold">
                                          <p:stCondLst>
                                            <p:cond delay="0"/>
                                          </p:stCondLst>
                                        </p:cTn>
                                        <p:tgtEl>
                                          <p:spTgt spid="130"/>
                                        </p:tgtEl>
                                        <p:attrNameLst>
                                          <p:attrName>style.visibility</p:attrName>
                                        </p:attrNameLst>
                                      </p:cBhvr>
                                      <p:to>
                                        <p:strVal val="visible"/>
                                      </p:to>
                                    </p:set>
                                    <p:animEffect transition="in" filter="wipe(right)">
                                      <p:cBhvr>
                                        <p:cTn id="39" dur="10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09" grpId="0"/>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96729"/>
            <a:ext cx="7728417"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转发多播数据报时使用三种方法：</a:t>
            </a:r>
          </a:p>
          <a:p>
            <a:pPr marL="280988">
              <a:lnSpc>
                <a:spcPts val="3300"/>
              </a:lnSpc>
              <a:buClr>
                <a:srgbClr val="CC00CC"/>
              </a:buClr>
            </a:pPr>
            <a:r>
              <a:rPr lang="en-US" altLang="zh-CN" sz="2000" b="1" dirty="0">
                <a:solidFill>
                  <a:srgbClr val="0000FF"/>
                </a:solidFill>
                <a:latin typeface="微软雅黑" pitchFamily="34" charset="-122"/>
                <a:ea typeface="微软雅黑" pitchFamily="34" charset="-122"/>
              </a:rPr>
              <a:t>(1) </a:t>
            </a:r>
            <a:r>
              <a:rPr lang="zh-CN" altLang="en-US" sz="2000" b="1" dirty="0">
                <a:latin typeface="微软雅黑" pitchFamily="34" charset="-122"/>
                <a:ea typeface="微软雅黑" pitchFamily="34" charset="-122"/>
              </a:rPr>
              <a:t>洪泛与剪除</a:t>
            </a:r>
          </a:p>
          <a:p>
            <a:pPr marL="280988">
              <a:lnSpc>
                <a:spcPts val="3300"/>
              </a:lnSpc>
              <a:buClr>
                <a:srgbClr val="CC00CC"/>
              </a:buClr>
            </a:pPr>
            <a:r>
              <a:rPr lang="en-US" altLang="zh-CN" sz="2000" b="1" dirty="0">
                <a:solidFill>
                  <a:srgbClr val="0000FF"/>
                </a:solidFill>
                <a:latin typeface="微软雅黑" pitchFamily="34" charset="-122"/>
                <a:ea typeface="微软雅黑" pitchFamily="34" charset="-122"/>
              </a:rPr>
              <a:t>(2) </a:t>
            </a:r>
            <a:r>
              <a:rPr lang="zh-CN" altLang="en-US" sz="2000" b="1" dirty="0">
                <a:latin typeface="微软雅黑" pitchFamily="34" charset="-122"/>
                <a:ea typeface="微软雅黑" pitchFamily="34" charset="-122"/>
              </a:rPr>
              <a:t>隧道技术 </a:t>
            </a:r>
            <a:r>
              <a:rPr lang="en-US" altLang="zh-CN" sz="2000" b="1" dirty="0">
                <a:latin typeface="微软雅黑" pitchFamily="34" charset="-122"/>
                <a:ea typeface="微软雅黑" pitchFamily="34" charset="-122"/>
              </a:rPr>
              <a:t>(tunneling)</a:t>
            </a:r>
          </a:p>
          <a:p>
            <a:pPr marL="280988">
              <a:lnSpc>
                <a:spcPts val="3300"/>
              </a:lnSpc>
              <a:buClr>
                <a:srgbClr val="CC00CC"/>
              </a:buClr>
            </a:pPr>
            <a:r>
              <a:rPr lang="en-US" altLang="zh-CN" sz="2000" b="1" dirty="0">
                <a:solidFill>
                  <a:srgbClr val="0000FF"/>
                </a:solidFill>
                <a:latin typeface="微软雅黑" pitchFamily="34" charset="-122"/>
                <a:ea typeface="微软雅黑" pitchFamily="34" charset="-122"/>
              </a:rPr>
              <a:t>(3) </a:t>
            </a:r>
            <a:r>
              <a:rPr lang="zh-CN" altLang="en-US" sz="2000" b="1" dirty="0">
                <a:latin typeface="微软雅黑" pitchFamily="34" charset="-122"/>
                <a:ea typeface="微软雅黑" pitchFamily="34" charset="-122"/>
              </a:rPr>
              <a:t>基于核心的发现技术</a:t>
            </a:r>
          </a:p>
        </p:txBody>
      </p:sp>
      <p:sp>
        <p:nvSpPr>
          <p:cNvPr id="3" name="AutoShape 5"/>
          <p:cNvSpPr>
            <a:spLocks noChangeArrowheads="1"/>
          </p:cNvSpPr>
          <p:nvPr/>
        </p:nvSpPr>
        <p:spPr bwMode="auto">
          <a:xfrm>
            <a:off x="545145" y="630970"/>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97759"/>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多播路由协议</a:t>
            </a:r>
          </a:p>
        </p:txBody>
      </p:sp>
    </p:spTree>
    <p:extLst>
      <p:ext uri="{BB962C8B-B14F-4D97-AF65-F5344CB8AC3E}">
        <p14:creationId xmlns:p14="http://schemas.microsoft.com/office/powerpoint/2010/main" val="285194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30915"/>
            <a:ext cx="8028487"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72147"/>
            <a:ext cx="1901483" cy="400110"/>
          </a:xfrm>
          <a:prstGeom prst="rect">
            <a:avLst/>
          </a:prstGeom>
        </p:spPr>
        <p:txBody>
          <a:bodyPr wrap="none">
            <a:spAutoFit/>
          </a:bodyPr>
          <a:lstStyle/>
          <a:p>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洪泛与剪除</a:t>
            </a:r>
          </a:p>
        </p:txBody>
      </p:sp>
      <p:sp>
        <p:nvSpPr>
          <p:cNvPr id="4" name="矩形 3"/>
          <p:cNvSpPr/>
          <p:nvPr/>
        </p:nvSpPr>
        <p:spPr>
          <a:xfrm>
            <a:off x="545144" y="949661"/>
            <a:ext cx="8028487" cy="3433119"/>
          </a:xfrm>
          <a:prstGeom prst="rect">
            <a:avLst/>
          </a:prstGeom>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适合于较小的多播组，所有组成员接入的局域网也是相邻接的。</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开始时，路由器转发多播数据报使用</a:t>
            </a:r>
            <a:r>
              <a:rPr lang="zh-CN" altLang="en-US" sz="2000" b="1" dirty="0">
                <a:solidFill>
                  <a:srgbClr val="C00000"/>
                </a:solidFill>
                <a:latin typeface="微软雅黑" pitchFamily="34" charset="-122"/>
                <a:ea typeface="微软雅黑" pitchFamily="34" charset="-122"/>
              </a:rPr>
              <a:t>洪泛</a:t>
            </a:r>
            <a:r>
              <a:rPr lang="zh-CN" altLang="en-US" sz="2000" b="1" dirty="0">
                <a:latin typeface="微软雅黑" pitchFamily="34" charset="-122"/>
                <a:ea typeface="微软雅黑" pitchFamily="34" charset="-122"/>
              </a:rPr>
              <a:t>的方法（这就是广播）。</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为避免兜圈子，采用</a:t>
            </a:r>
            <a:r>
              <a:rPr lang="zh-CN" altLang="en-US" sz="2000" b="1" dirty="0">
                <a:solidFill>
                  <a:srgbClr val="C00000"/>
                </a:solidFill>
                <a:latin typeface="微软雅黑" pitchFamily="34" charset="-122"/>
                <a:ea typeface="微软雅黑" pitchFamily="34" charset="-122"/>
              </a:rPr>
              <a:t>反向路径广播 </a:t>
            </a:r>
            <a:r>
              <a:rPr lang="en-US" altLang="zh-CN" sz="2000" b="1" dirty="0">
                <a:solidFill>
                  <a:srgbClr val="C00000"/>
                </a:solidFill>
                <a:latin typeface="微软雅黑" pitchFamily="34" charset="-122"/>
                <a:ea typeface="微软雅黑" pitchFamily="34" charset="-122"/>
              </a:rPr>
              <a:t>RPB </a:t>
            </a:r>
            <a:r>
              <a:rPr lang="en-US" altLang="zh-CN" sz="2000" b="1" dirty="0">
                <a:latin typeface="微软雅黑" pitchFamily="34" charset="-122"/>
                <a:ea typeface="微软雅黑" pitchFamily="34" charset="-122"/>
              </a:rPr>
              <a:t>(Reverse Path Broadcasting) </a:t>
            </a:r>
            <a:r>
              <a:rPr lang="zh-CN" altLang="en-US" sz="2000" b="1" dirty="0">
                <a:latin typeface="微软雅黑" pitchFamily="34" charset="-122"/>
                <a:ea typeface="微软雅黑" pitchFamily="34" charset="-122"/>
              </a:rPr>
              <a:t>的策略。</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RPB</a:t>
            </a:r>
            <a:r>
              <a:rPr lang="zh-CN" altLang="en-US" sz="2000" b="1" dirty="0">
                <a:latin typeface="微软雅黑" pitchFamily="34" charset="-122"/>
                <a:ea typeface="微软雅黑" pitchFamily="34" charset="-122"/>
              </a:rPr>
              <a:t>的要点是：每一个路由器在收到一个多播数据报时，先检查数据报是否来自到源点的反向最短路径。若是，就向所有其他方向转发刚才收到的多播数据报（但进入的方向除外），否则就丢弃而不转发。</a:t>
            </a:r>
          </a:p>
        </p:txBody>
      </p:sp>
    </p:spTree>
    <p:extLst>
      <p:ext uri="{BB962C8B-B14F-4D97-AF65-F5344CB8AC3E}">
        <p14:creationId xmlns:p14="http://schemas.microsoft.com/office/powerpoint/2010/main" val="24315489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600395"/>
            <a:ext cx="8053711"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105" name="组合 104">
            <a:extLst>
              <a:ext uri="{FF2B5EF4-FFF2-40B4-BE49-F238E27FC236}">
                <a16:creationId xmlns:a16="http://schemas.microsoft.com/office/drawing/2014/main" id="{C0BED23D-9976-5F84-F50E-4BEE04DB970B}"/>
              </a:ext>
            </a:extLst>
          </p:cNvPr>
          <p:cNvGrpSpPr/>
          <p:nvPr/>
        </p:nvGrpSpPr>
        <p:grpSpPr>
          <a:xfrm>
            <a:off x="2475653" y="1638941"/>
            <a:ext cx="4257616" cy="2395413"/>
            <a:chOff x="2472801" y="1640902"/>
            <a:chExt cx="4257616" cy="2395413"/>
          </a:xfrm>
        </p:grpSpPr>
        <p:sp>
          <p:nvSpPr>
            <p:cNvPr id="106" name="Line 6">
              <a:extLst>
                <a:ext uri="{FF2B5EF4-FFF2-40B4-BE49-F238E27FC236}">
                  <a16:creationId xmlns:a16="http://schemas.microsoft.com/office/drawing/2014/main" id="{D6B7CF32-BFB5-5C90-8319-B7ACDC18426A}"/>
                </a:ext>
              </a:extLst>
            </p:cNvPr>
            <p:cNvSpPr>
              <a:spLocks noChangeShapeType="1"/>
            </p:cNvSpPr>
            <p:nvPr/>
          </p:nvSpPr>
          <p:spPr bwMode="auto">
            <a:xfrm flipV="1">
              <a:off x="3297420" y="1640902"/>
              <a:ext cx="1114209" cy="549798"/>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9" name="Line 10">
              <a:extLst>
                <a:ext uri="{FF2B5EF4-FFF2-40B4-BE49-F238E27FC236}">
                  <a16:creationId xmlns:a16="http://schemas.microsoft.com/office/drawing/2014/main" id="{A899D406-A64D-9DBB-31DE-2A8B3CC99E84}"/>
                </a:ext>
              </a:extLst>
            </p:cNvPr>
            <p:cNvSpPr>
              <a:spLocks noChangeShapeType="1"/>
            </p:cNvSpPr>
            <p:nvPr/>
          </p:nvSpPr>
          <p:spPr bwMode="auto">
            <a:xfrm>
              <a:off x="4592368" y="1690194"/>
              <a:ext cx="1030003" cy="515672"/>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Line 11">
              <a:extLst>
                <a:ext uri="{FF2B5EF4-FFF2-40B4-BE49-F238E27FC236}">
                  <a16:creationId xmlns:a16="http://schemas.microsoft.com/office/drawing/2014/main" id="{5BA22CEA-C276-32B3-3414-D9D44549D4FE}"/>
                </a:ext>
              </a:extLst>
            </p:cNvPr>
            <p:cNvSpPr>
              <a:spLocks noChangeShapeType="1"/>
            </p:cNvSpPr>
            <p:nvPr/>
          </p:nvSpPr>
          <p:spPr bwMode="auto">
            <a:xfrm>
              <a:off x="3297420" y="2266535"/>
              <a:ext cx="0" cy="958355"/>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1" name="Line 12">
              <a:extLst>
                <a:ext uri="{FF2B5EF4-FFF2-40B4-BE49-F238E27FC236}">
                  <a16:creationId xmlns:a16="http://schemas.microsoft.com/office/drawing/2014/main" id="{5B70C382-FF94-D415-B0DD-AD3C1636C5AE}"/>
                </a:ext>
              </a:extLst>
            </p:cNvPr>
            <p:cNvSpPr>
              <a:spLocks noChangeShapeType="1"/>
            </p:cNvSpPr>
            <p:nvPr/>
          </p:nvSpPr>
          <p:spPr bwMode="auto">
            <a:xfrm>
              <a:off x="3364169" y="3372766"/>
              <a:ext cx="1031029" cy="663549"/>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2" name="Line 13">
              <a:extLst>
                <a:ext uri="{FF2B5EF4-FFF2-40B4-BE49-F238E27FC236}">
                  <a16:creationId xmlns:a16="http://schemas.microsoft.com/office/drawing/2014/main" id="{8EC5E137-7F91-C27E-06B8-09A2C690946D}"/>
                </a:ext>
              </a:extLst>
            </p:cNvPr>
            <p:cNvSpPr>
              <a:spLocks noChangeShapeType="1"/>
            </p:cNvSpPr>
            <p:nvPr/>
          </p:nvSpPr>
          <p:spPr bwMode="auto">
            <a:xfrm>
              <a:off x="5699389" y="2266534"/>
              <a:ext cx="0" cy="1032293"/>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3" name="Line 15">
              <a:extLst>
                <a:ext uri="{FF2B5EF4-FFF2-40B4-BE49-F238E27FC236}">
                  <a16:creationId xmlns:a16="http://schemas.microsoft.com/office/drawing/2014/main" id="{FE9B3A3C-4715-5D35-DF63-E41932645C74}"/>
                </a:ext>
              </a:extLst>
            </p:cNvPr>
            <p:cNvSpPr>
              <a:spLocks noChangeShapeType="1"/>
            </p:cNvSpPr>
            <p:nvPr/>
          </p:nvSpPr>
          <p:spPr bwMode="auto">
            <a:xfrm flipH="1">
              <a:off x="2472801" y="3298827"/>
              <a:ext cx="755814" cy="591507"/>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4" name="Line 16">
              <a:extLst>
                <a:ext uri="{FF2B5EF4-FFF2-40B4-BE49-F238E27FC236}">
                  <a16:creationId xmlns:a16="http://schemas.microsoft.com/office/drawing/2014/main" id="{CA9BACD4-47AA-F71A-E36B-C6B515F0C206}"/>
                </a:ext>
              </a:extLst>
            </p:cNvPr>
            <p:cNvSpPr>
              <a:spLocks noChangeShapeType="1"/>
            </p:cNvSpPr>
            <p:nvPr/>
          </p:nvSpPr>
          <p:spPr bwMode="auto">
            <a:xfrm>
              <a:off x="5769219" y="3298827"/>
              <a:ext cx="961198" cy="59150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6" name="Line 4"/>
          <p:cNvSpPr>
            <a:spLocks noChangeShapeType="1"/>
          </p:cNvSpPr>
          <p:nvPr/>
        </p:nvSpPr>
        <p:spPr bwMode="auto">
          <a:xfrm>
            <a:off x="6799222" y="3890334"/>
            <a:ext cx="481626" cy="145981"/>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 name="Line 5"/>
          <p:cNvSpPr>
            <a:spLocks noChangeShapeType="1"/>
          </p:cNvSpPr>
          <p:nvPr/>
        </p:nvSpPr>
        <p:spPr bwMode="auto">
          <a:xfrm>
            <a:off x="4436275" y="1157459"/>
            <a:ext cx="0" cy="36874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 name="Line 7"/>
          <p:cNvSpPr>
            <a:spLocks noChangeShapeType="1"/>
          </p:cNvSpPr>
          <p:nvPr/>
        </p:nvSpPr>
        <p:spPr bwMode="auto">
          <a:xfrm>
            <a:off x="3434000" y="3298827"/>
            <a:ext cx="2128809" cy="0"/>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 name="Line 8"/>
          <p:cNvSpPr>
            <a:spLocks noChangeShapeType="1"/>
          </p:cNvSpPr>
          <p:nvPr/>
        </p:nvSpPr>
        <p:spPr bwMode="auto">
          <a:xfrm>
            <a:off x="3434000" y="2190700"/>
            <a:ext cx="2128809" cy="0"/>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Text Box 9"/>
          <p:cNvSpPr txBox="1">
            <a:spLocks noChangeArrowheads="1"/>
          </p:cNvSpPr>
          <p:nvPr/>
        </p:nvSpPr>
        <p:spPr bwMode="auto">
          <a:xfrm>
            <a:off x="4601610" y="882560"/>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a:latin typeface="微软雅黑" pitchFamily="34" charset="-122"/>
                <a:ea typeface="微软雅黑" pitchFamily="34" charset="-122"/>
              </a:rPr>
              <a:t>源点</a:t>
            </a:r>
          </a:p>
        </p:txBody>
      </p:sp>
      <p:sp>
        <p:nvSpPr>
          <p:cNvPr id="16" name="Line 14"/>
          <p:cNvSpPr>
            <a:spLocks noChangeShapeType="1"/>
          </p:cNvSpPr>
          <p:nvPr/>
        </p:nvSpPr>
        <p:spPr bwMode="auto">
          <a:xfrm flipH="1">
            <a:off x="4601610" y="3298828"/>
            <a:ext cx="1097779" cy="737488"/>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20" name="组合 19">
            <a:extLst>
              <a:ext uri="{FF2B5EF4-FFF2-40B4-BE49-F238E27FC236}">
                <a16:creationId xmlns:a16="http://schemas.microsoft.com/office/drawing/2014/main" id="{90B39CAF-D8E9-CC71-9D5E-5D7C7E240898}"/>
              </a:ext>
            </a:extLst>
          </p:cNvPr>
          <p:cNvGrpSpPr/>
          <p:nvPr/>
        </p:nvGrpSpPr>
        <p:grpSpPr>
          <a:xfrm>
            <a:off x="2472801" y="1640902"/>
            <a:ext cx="4257616" cy="2395413"/>
            <a:chOff x="2472801" y="1640902"/>
            <a:chExt cx="4257616" cy="2395413"/>
          </a:xfrm>
        </p:grpSpPr>
        <p:sp>
          <p:nvSpPr>
            <p:cNvPr id="8" name="Line 6"/>
            <p:cNvSpPr>
              <a:spLocks noChangeShapeType="1"/>
            </p:cNvSpPr>
            <p:nvPr/>
          </p:nvSpPr>
          <p:spPr bwMode="auto">
            <a:xfrm flipV="1">
              <a:off x="3297420" y="1640902"/>
              <a:ext cx="1114209" cy="549798"/>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 name="Line 10"/>
            <p:cNvSpPr>
              <a:spLocks noChangeShapeType="1"/>
            </p:cNvSpPr>
            <p:nvPr/>
          </p:nvSpPr>
          <p:spPr bwMode="auto">
            <a:xfrm>
              <a:off x="4592368" y="1690194"/>
              <a:ext cx="1030003" cy="515672"/>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11"/>
            <p:cNvSpPr>
              <a:spLocks noChangeShapeType="1"/>
            </p:cNvSpPr>
            <p:nvPr/>
          </p:nvSpPr>
          <p:spPr bwMode="auto">
            <a:xfrm>
              <a:off x="3297420" y="2266535"/>
              <a:ext cx="0" cy="958355"/>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2"/>
            <p:cNvSpPr>
              <a:spLocks noChangeShapeType="1"/>
            </p:cNvSpPr>
            <p:nvPr/>
          </p:nvSpPr>
          <p:spPr bwMode="auto">
            <a:xfrm>
              <a:off x="3364169" y="3372766"/>
              <a:ext cx="1031029" cy="663549"/>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3"/>
            <p:cNvSpPr>
              <a:spLocks noChangeShapeType="1"/>
            </p:cNvSpPr>
            <p:nvPr/>
          </p:nvSpPr>
          <p:spPr bwMode="auto">
            <a:xfrm>
              <a:off x="5699389" y="2266534"/>
              <a:ext cx="0" cy="1032293"/>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5"/>
            <p:cNvSpPr>
              <a:spLocks noChangeShapeType="1"/>
            </p:cNvSpPr>
            <p:nvPr/>
          </p:nvSpPr>
          <p:spPr bwMode="auto">
            <a:xfrm flipH="1">
              <a:off x="2472801" y="3298827"/>
              <a:ext cx="755814" cy="591507"/>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6"/>
            <p:cNvSpPr>
              <a:spLocks noChangeShapeType="1"/>
            </p:cNvSpPr>
            <p:nvPr/>
          </p:nvSpPr>
          <p:spPr bwMode="auto">
            <a:xfrm>
              <a:off x="5769219" y="3298827"/>
              <a:ext cx="961198" cy="591507"/>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9" name="Picture 1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91008" y="2044719"/>
            <a:ext cx="481627" cy="293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58618" y="3890334"/>
            <a:ext cx="481626" cy="2948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 name="Picture 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91008" y="3151898"/>
            <a:ext cx="481627"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3"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25201" y="3151898"/>
            <a:ext cx="481626"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25201" y="2044719"/>
            <a:ext cx="481626" cy="293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2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97587" y="3815448"/>
            <a:ext cx="482653" cy="2948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54177" y="3743405"/>
            <a:ext cx="481626"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27" name="Group 35"/>
          <p:cNvGrpSpPr>
            <a:grpSpLocks/>
          </p:cNvGrpSpPr>
          <p:nvPr/>
        </p:nvGrpSpPr>
        <p:grpSpPr bwMode="auto">
          <a:xfrm>
            <a:off x="4950764" y="1999218"/>
            <a:ext cx="137607" cy="147877"/>
            <a:chOff x="3470" y="572"/>
            <a:chExt cx="91" cy="91"/>
          </a:xfrm>
        </p:grpSpPr>
        <p:sp>
          <p:nvSpPr>
            <p:cNvPr id="28" name="Line 36"/>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Line 37"/>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30" name="Group 110"/>
          <p:cNvGrpSpPr>
            <a:grpSpLocks/>
          </p:cNvGrpSpPr>
          <p:nvPr/>
        </p:nvGrpSpPr>
        <p:grpSpPr bwMode="auto">
          <a:xfrm>
            <a:off x="3877630" y="2235253"/>
            <a:ext cx="2027143" cy="767821"/>
            <a:chOff x="1770" y="2263"/>
            <a:chExt cx="1974" cy="810"/>
          </a:xfrm>
        </p:grpSpPr>
        <p:grpSp>
          <p:nvGrpSpPr>
            <p:cNvPr id="31" name="Group 25"/>
            <p:cNvGrpSpPr>
              <a:grpSpLocks/>
            </p:cNvGrpSpPr>
            <p:nvPr/>
          </p:nvGrpSpPr>
          <p:grpSpPr bwMode="auto">
            <a:xfrm rot="5400000">
              <a:off x="3406" y="2735"/>
              <a:ext cx="544" cy="132"/>
              <a:chOff x="4105" y="1253"/>
              <a:chExt cx="317" cy="90"/>
            </a:xfrm>
          </p:grpSpPr>
          <p:sp>
            <p:nvSpPr>
              <p:cNvPr id="35" name="Rectangle 2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6" name="Line 2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32" name="Group 39"/>
            <p:cNvGrpSpPr>
              <a:grpSpLocks/>
            </p:cNvGrpSpPr>
            <p:nvPr/>
          </p:nvGrpSpPr>
          <p:grpSpPr bwMode="auto">
            <a:xfrm flipH="1">
              <a:off x="1770" y="2263"/>
              <a:ext cx="468" cy="155"/>
              <a:chOff x="4105" y="1253"/>
              <a:chExt cx="317" cy="90"/>
            </a:xfrm>
          </p:grpSpPr>
          <p:sp>
            <p:nvSpPr>
              <p:cNvPr id="33" name="Rectangle 40"/>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4" name="Line 41"/>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37" name="Group 42"/>
          <p:cNvGrpSpPr>
            <a:grpSpLocks/>
          </p:cNvGrpSpPr>
          <p:nvPr/>
        </p:nvGrpSpPr>
        <p:grpSpPr bwMode="auto">
          <a:xfrm flipH="1">
            <a:off x="3740023" y="2235253"/>
            <a:ext cx="137607" cy="148824"/>
            <a:chOff x="3470" y="572"/>
            <a:chExt cx="91" cy="91"/>
          </a:xfrm>
        </p:grpSpPr>
        <p:sp>
          <p:nvSpPr>
            <p:cNvPr id="38" name="Line 43"/>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44"/>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40" name="Group 109"/>
          <p:cNvGrpSpPr>
            <a:grpSpLocks/>
          </p:cNvGrpSpPr>
          <p:nvPr/>
        </p:nvGrpSpPr>
        <p:grpSpPr bwMode="auto">
          <a:xfrm>
            <a:off x="3364169" y="1999218"/>
            <a:ext cx="1586594" cy="929917"/>
            <a:chOff x="1270" y="2014"/>
            <a:chExt cx="1545" cy="981"/>
          </a:xfrm>
        </p:grpSpPr>
        <p:grpSp>
          <p:nvGrpSpPr>
            <p:cNvPr id="41" name="Group 32"/>
            <p:cNvGrpSpPr>
              <a:grpSpLocks/>
            </p:cNvGrpSpPr>
            <p:nvPr/>
          </p:nvGrpSpPr>
          <p:grpSpPr bwMode="auto">
            <a:xfrm>
              <a:off x="2349" y="2014"/>
              <a:ext cx="466" cy="154"/>
              <a:chOff x="4105" y="1253"/>
              <a:chExt cx="317" cy="90"/>
            </a:xfrm>
          </p:grpSpPr>
          <p:sp>
            <p:nvSpPr>
              <p:cNvPr id="45" name="Rectangle 33"/>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6" name="Line 34"/>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42" name="Group 45"/>
            <p:cNvGrpSpPr>
              <a:grpSpLocks/>
            </p:cNvGrpSpPr>
            <p:nvPr/>
          </p:nvGrpSpPr>
          <p:grpSpPr bwMode="auto">
            <a:xfrm rot="5400000">
              <a:off x="1064" y="2656"/>
              <a:ext cx="545" cy="134"/>
              <a:chOff x="4105" y="1253"/>
              <a:chExt cx="317" cy="90"/>
            </a:xfrm>
          </p:grpSpPr>
          <p:sp>
            <p:nvSpPr>
              <p:cNvPr id="43" name="Rectangle 4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4" name="Line 4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47" name="Group 52"/>
          <p:cNvGrpSpPr>
            <a:grpSpLocks/>
          </p:cNvGrpSpPr>
          <p:nvPr/>
        </p:nvGrpSpPr>
        <p:grpSpPr bwMode="auto">
          <a:xfrm>
            <a:off x="5224951" y="3341484"/>
            <a:ext cx="137607" cy="146929"/>
            <a:chOff x="3470" y="572"/>
            <a:chExt cx="91" cy="91"/>
          </a:xfrm>
        </p:grpSpPr>
        <p:sp>
          <p:nvSpPr>
            <p:cNvPr id="48" name="Line 53"/>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9" name="Line 54"/>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0" name="Group 111"/>
          <p:cNvGrpSpPr>
            <a:grpSpLocks/>
          </p:cNvGrpSpPr>
          <p:nvPr/>
        </p:nvGrpSpPr>
        <p:grpSpPr bwMode="auto">
          <a:xfrm>
            <a:off x="2491286" y="3341484"/>
            <a:ext cx="2733665" cy="326087"/>
            <a:chOff x="420" y="3430"/>
            <a:chExt cx="2662" cy="344"/>
          </a:xfrm>
        </p:grpSpPr>
        <p:grpSp>
          <p:nvGrpSpPr>
            <p:cNvPr id="51" name="Group 49"/>
            <p:cNvGrpSpPr>
              <a:grpSpLocks/>
            </p:cNvGrpSpPr>
            <p:nvPr/>
          </p:nvGrpSpPr>
          <p:grpSpPr bwMode="auto">
            <a:xfrm>
              <a:off x="2614" y="3430"/>
              <a:ext cx="468" cy="153"/>
              <a:chOff x="4105" y="1253"/>
              <a:chExt cx="317" cy="90"/>
            </a:xfrm>
          </p:grpSpPr>
          <p:sp>
            <p:nvSpPr>
              <p:cNvPr id="58" name="Rectangle 50"/>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Line 51"/>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2" name="Group 62"/>
            <p:cNvGrpSpPr>
              <a:grpSpLocks/>
            </p:cNvGrpSpPr>
            <p:nvPr/>
          </p:nvGrpSpPr>
          <p:grpSpPr bwMode="auto">
            <a:xfrm rot="19424285" flipH="1">
              <a:off x="420" y="3551"/>
              <a:ext cx="468" cy="154"/>
              <a:chOff x="4105" y="1253"/>
              <a:chExt cx="317" cy="90"/>
            </a:xfrm>
          </p:grpSpPr>
          <p:sp>
            <p:nvSpPr>
              <p:cNvPr id="56" name="Rectangle 63"/>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Line 64"/>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3" name="Group 65"/>
            <p:cNvGrpSpPr>
              <a:grpSpLocks/>
            </p:cNvGrpSpPr>
            <p:nvPr/>
          </p:nvGrpSpPr>
          <p:grpSpPr bwMode="auto">
            <a:xfrm rot="1818208">
              <a:off x="1606" y="3619"/>
              <a:ext cx="467" cy="155"/>
              <a:chOff x="4105" y="1253"/>
              <a:chExt cx="317" cy="90"/>
            </a:xfrm>
          </p:grpSpPr>
          <p:sp>
            <p:nvSpPr>
              <p:cNvPr id="54" name="Rectangle 6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5" name="Line 6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60" name="Group 108"/>
          <p:cNvGrpSpPr>
            <a:grpSpLocks/>
          </p:cNvGrpSpPr>
          <p:nvPr/>
        </p:nvGrpSpPr>
        <p:grpSpPr bwMode="auto">
          <a:xfrm>
            <a:off x="3584958" y="1708206"/>
            <a:ext cx="1776574" cy="186741"/>
            <a:chOff x="1485" y="1707"/>
            <a:chExt cx="1730" cy="197"/>
          </a:xfrm>
        </p:grpSpPr>
        <p:grpSp>
          <p:nvGrpSpPr>
            <p:cNvPr id="61" name="Group 28"/>
            <p:cNvGrpSpPr>
              <a:grpSpLocks/>
            </p:cNvGrpSpPr>
            <p:nvPr/>
          </p:nvGrpSpPr>
          <p:grpSpPr bwMode="auto">
            <a:xfrm rot="1498195">
              <a:off x="2747" y="1749"/>
              <a:ext cx="468" cy="155"/>
              <a:chOff x="4105" y="1253"/>
              <a:chExt cx="317" cy="90"/>
            </a:xfrm>
          </p:grpSpPr>
          <p:sp>
            <p:nvSpPr>
              <p:cNvPr id="65" name="Rectangle 29"/>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Line 30"/>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62" name="Group 71"/>
            <p:cNvGrpSpPr>
              <a:grpSpLocks/>
            </p:cNvGrpSpPr>
            <p:nvPr/>
          </p:nvGrpSpPr>
          <p:grpSpPr bwMode="auto">
            <a:xfrm rot="20121053" flipH="1">
              <a:off x="1485" y="1707"/>
              <a:ext cx="467" cy="156"/>
              <a:chOff x="4105" y="1253"/>
              <a:chExt cx="317" cy="90"/>
            </a:xfrm>
          </p:grpSpPr>
          <p:sp>
            <p:nvSpPr>
              <p:cNvPr id="63" name="Rectangle 72"/>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4" name="Line 73"/>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sp>
        <p:nvSpPr>
          <p:cNvPr id="67" name="Text Box 74"/>
          <p:cNvSpPr txBox="1">
            <a:spLocks noChangeArrowheads="1"/>
          </p:cNvSpPr>
          <p:nvPr/>
        </p:nvSpPr>
        <p:spPr bwMode="auto">
          <a:xfrm>
            <a:off x="5869858" y="204092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3</a:t>
            </a:r>
          </a:p>
        </p:txBody>
      </p:sp>
      <p:sp>
        <p:nvSpPr>
          <p:cNvPr id="68" name="Text Box 75"/>
          <p:cNvSpPr txBox="1">
            <a:spLocks noChangeArrowheads="1"/>
          </p:cNvSpPr>
          <p:nvPr/>
        </p:nvSpPr>
        <p:spPr bwMode="auto">
          <a:xfrm>
            <a:off x="2884598" y="291870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4</a:t>
            </a:r>
          </a:p>
        </p:txBody>
      </p:sp>
      <p:sp>
        <p:nvSpPr>
          <p:cNvPr id="69" name="Text Box 76"/>
          <p:cNvSpPr txBox="1">
            <a:spLocks noChangeArrowheads="1"/>
          </p:cNvSpPr>
          <p:nvPr/>
        </p:nvSpPr>
        <p:spPr bwMode="auto">
          <a:xfrm>
            <a:off x="2059980" y="352064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6</a:t>
            </a:r>
          </a:p>
        </p:txBody>
      </p:sp>
      <p:sp>
        <p:nvSpPr>
          <p:cNvPr id="70" name="Text Box 77"/>
          <p:cNvSpPr txBox="1">
            <a:spLocks noChangeArrowheads="1"/>
          </p:cNvSpPr>
          <p:nvPr/>
        </p:nvSpPr>
        <p:spPr bwMode="auto">
          <a:xfrm>
            <a:off x="4258618" y="361353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7</a:t>
            </a:r>
          </a:p>
        </p:txBody>
      </p:sp>
      <p:sp>
        <p:nvSpPr>
          <p:cNvPr id="71" name="Text Box 78"/>
          <p:cNvSpPr txBox="1">
            <a:spLocks noChangeArrowheads="1"/>
          </p:cNvSpPr>
          <p:nvPr/>
        </p:nvSpPr>
        <p:spPr bwMode="auto">
          <a:xfrm>
            <a:off x="6591784" y="347514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8</a:t>
            </a:r>
          </a:p>
        </p:txBody>
      </p:sp>
      <p:grpSp>
        <p:nvGrpSpPr>
          <p:cNvPr id="72" name="Group 113"/>
          <p:cNvGrpSpPr>
            <a:grpSpLocks/>
          </p:cNvGrpSpPr>
          <p:nvPr/>
        </p:nvGrpSpPr>
        <p:grpSpPr bwMode="auto">
          <a:xfrm>
            <a:off x="3760561" y="3098815"/>
            <a:ext cx="2796307" cy="689144"/>
            <a:chOff x="1656" y="3174"/>
            <a:chExt cx="2723" cy="727"/>
          </a:xfrm>
        </p:grpSpPr>
        <p:grpSp>
          <p:nvGrpSpPr>
            <p:cNvPr id="73" name="Group 56"/>
            <p:cNvGrpSpPr>
              <a:grpSpLocks/>
            </p:cNvGrpSpPr>
            <p:nvPr/>
          </p:nvGrpSpPr>
          <p:grpSpPr bwMode="auto">
            <a:xfrm flipH="1">
              <a:off x="1656" y="3174"/>
              <a:ext cx="467" cy="155"/>
              <a:chOff x="4105" y="1253"/>
              <a:chExt cx="317" cy="90"/>
            </a:xfrm>
          </p:grpSpPr>
          <p:sp>
            <p:nvSpPr>
              <p:cNvPr id="80" name="Rectangle 57"/>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Line 58"/>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4" name="Group 68"/>
            <p:cNvGrpSpPr>
              <a:grpSpLocks/>
            </p:cNvGrpSpPr>
            <p:nvPr/>
          </p:nvGrpSpPr>
          <p:grpSpPr bwMode="auto">
            <a:xfrm rot="1818208">
              <a:off x="3910" y="3523"/>
              <a:ext cx="469" cy="154"/>
              <a:chOff x="4105" y="1253"/>
              <a:chExt cx="317" cy="90"/>
            </a:xfrm>
          </p:grpSpPr>
          <p:sp>
            <p:nvSpPr>
              <p:cNvPr id="78" name="Rectangle 69"/>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Line 70"/>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5" name="Group 80"/>
            <p:cNvGrpSpPr>
              <a:grpSpLocks/>
            </p:cNvGrpSpPr>
            <p:nvPr/>
          </p:nvGrpSpPr>
          <p:grpSpPr bwMode="auto">
            <a:xfrm rot="19765545" flipH="1">
              <a:off x="2955" y="3747"/>
              <a:ext cx="469" cy="154"/>
              <a:chOff x="4105" y="1253"/>
              <a:chExt cx="317" cy="90"/>
            </a:xfrm>
          </p:grpSpPr>
          <p:sp>
            <p:nvSpPr>
              <p:cNvPr id="76" name="Rectangle 81"/>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7" name="Line 82"/>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82" name="Group 112"/>
          <p:cNvGrpSpPr>
            <a:grpSpLocks/>
          </p:cNvGrpSpPr>
          <p:nvPr/>
        </p:nvGrpSpPr>
        <p:grpSpPr bwMode="auto">
          <a:xfrm>
            <a:off x="3619873" y="3083648"/>
            <a:ext cx="1514709" cy="836072"/>
            <a:chOff x="1522" y="3174"/>
            <a:chExt cx="1475" cy="882"/>
          </a:xfrm>
        </p:grpSpPr>
        <p:grpSp>
          <p:nvGrpSpPr>
            <p:cNvPr id="83" name="Group 59"/>
            <p:cNvGrpSpPr>
              <a:grpSpLocks/>
            </p:cNvGrpSpPr>
            <p:nvPr/>
          </p:nvGrpSpPr>
          <p:grpSpPr bwMode="auto">
            <a:xfrm flipH="1">
              <a:off x="1522" y="3174"/>
              <a:ext cx="134" cy="157"/>
              <a:chOff x="3470" y="572"/>
              <a:chExt cx="91" cy="91"/>
            </a:xfrm>
          </p:grpSpPr>
          <p:sp>
            <p:nvSpPr>
              <p:cNvPr id="87" name="Line 60"/>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8" name="Line 61"/>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4" name="Group 83"/>
            <p:cNvGrpSpPr>
              <a:grpSpLocks/>
            </p:cNvGrpSpPr>
            <p:nvPr/>
          </p:nvGrpSpPr>
          <p:grpSpPr bwMode="auto">
            <a:xfrm rot="19765545" flipH="1">
              <a:off x="2863" y="3900"/>
              <a:ext cx="134" cy="156"/>
              <a:chOff x="3470" y="572"/>
              <a:chExt cx="91" cy="91"/>
            </a:xfrm>
          </p:grpSpPr>
          <p:sp>
            <p:nvSpPr>
              <p:cNvPr id="85" name="Line 84"/>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Line 85"/>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pic>
        <p:nvPicPr>
          <p:cNvPr id="89" name="Picture 8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89814" y="1526203"/>
            <a:ext cx="481627" cy="295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0" name="Text Box 87"/>
          <p:cNvSpPr txBox="1">
            <a:spLocks noChangeArrowheads="1"/>
          </p:cNvSpPr>
          <p:nvPr/>
        </p:nvSpPr>
        <p:spPr bwMode="auto">
          <a:xfrm>
            <a:off x="4464002" y="1298700"/>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1</a:t>
            </a:r>
          </a:p>
        </p:txBody>
      </p:sp>
      <p:sp>
        <p:nvSpPr>
          <p:cNvPr id="91" name="Text Box 88"/>
          <p:cNvSpPr txBox="1">
            <a:spLocks noChangeArrowheads="1"/>
          </p:cNvSpPr>
          <p:nvPr/>
        </p:nvSpPr>
        <p:spPr bwMode="auto">
          <a:xfrm>
            <a:off x="5287593" y="287131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5</a:t>
            </a:r>
          </a:p>
        </p:txBody>
      </p:sp>
      <p:sp>
        <p:nvSpPr>
          <p:cNvPr id="92" name="Text Box 89"/>
          <p:cNvSpPr txBox="1">
            <a:spLocks noChangeArrowheads="1"/>
          </p:cNvSpPr>
          <p:nvPr/>
        </p:nvSpPr>
        <p:spPr bwMode="auto">
          <a:xfrm>
            <a:off x="2813740" y="1902530"/>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2</a:t>
            </a:r>
          </a:p>
        </p:txBody>
      </p:sp>
      <p:grpSp>
        <p:nvGrpSpPr>
          <p:cNvPr id="93" name="Group 92"/>
          <p:cNvGrpSpPr>
            <a:grpSpLocks/>
          </p:cNvGrpSpPr>
          <p:nvPr/>
        </p:nvGrpSpPr>
        <p:grpSpPr bwMode="auto">
          <a:xfrm>
            <a:off x="5350606" y="1489376"/>
            <a:ext cx="617180" cy="147877"/>
            <a:chOff x="3107" y="572"/>
            <a:chExt cx="408" cy="91"/>
          </a:xfrm>
        </p:grpSpPr>
        <p:grpSp>
          <p:nvGrpSpPr>
            <p:cNvPr id="94" name="Group 93"/>
            <p:cNvGrpSpPr>
              <a:grpSpLocks/>
            </p:cNvGrpSpPr>
            <p:nvPr/>
          </p:nvGrpSpPr>
          <p:grpSpPr bwMode="auto">
            <a:xfrm>
              <a:off x="3107" y="572"/>
              <a:ext cx="317" cy="90"/>
              <a:chOff x="4105" y="1253"/>
              <a:chExt cx="317" cy="90"/>
            </a:xfrm>
          </p:grpSpPr>
          <p:sp>
            <p:nvSpPr>
              <p:cNvPr id="98" name="Rectangle 94"/>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9" name="Line 95"/>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95" name="Group 96"/>
            <p:cNvGrpSpPr>
              <a:grpSpLocks/>
            </p:cNvGrpSpPr>
            <p:nvPr/>
          </p:nvGrpSpPr>
          <p:grpSpPr bwMode="auto">
            <a:xfrm>
              <a:off x="3424" y="572"/>
              <a:ext cx="91" cy="91"/>
              <a:chOff x="3470" y="572"/>
              <a:chExt cx="91" cy="91"/>
            </a:xfrm>
          </p:grpSpPr>
          <p:sp>
            <p:nvSpPr>
              <p:cNvPr id="96" name="Line 97"/>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7" name="Line 98"/>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100" name="Group 99"/>
          <p:cNvGrpSpPr>
            <a:grpSpLocks/>
          </p:cNvGrpSpPr>
          <p:nvPr/>
        </p:nvGrpSpPr>
        <p:grpSpPr bwMode="auto">
          <a:xfrm>
            <a:off x="5350606" y="1233288"/>
            <a:ext cx="479572" cy="145981"/>
            <a:chOff x="4105" y="1253"/>
            <a:chExt cx="317" cy="90"/>
          </a:xfrm>
        </p:grpSpPr>
        <p:sp>
          <p:nvSpPr>
            <p:cNvPr id="101" name="Rectangle 100"/>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Line 101"/>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03" name="Text Box 102"/>
          <p:cNvSpPr txBox="1">
            <a:spLocks noChangeArrowheads="1"/>
          </p:cNvSpPr>
          <p:nvPr/>
        </p:nvSpPr>
        <p:spPr bwMode="auto">
          <a:xfrm>
            <a:off x="5967481" y="1151766"/>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转发多播数据报</a:t>
            </a:r>
          </a:p>
        </p:txBody>
      </p:sp>
      <p:sp>
        <p:nvSpPr>
          <p:cNvPr id="104" name="Text Box 103"/>
          <p:cNvSpPr txBox="1">
            <a:spLocks noChangeArrowheads="1"/>
          </p:cNvSpPr>
          <p:nvPr/>
        </p:nvSpPr>
        <p:spPr bwMode="auto">
          <a:xfrm>
            <a:off x="5982163" y="1409750"/>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收到后即丢弃</a:t>
            </a:r>
          </a:p>
        </p:txBody>
      </p:sp>
      <p:sp>
        <p:nvSpPr>
          <p:cNvPr id="107" name="Text Box 126"/>
          <p:cNvSpPr txBox="1">
            <a:spLocks noChangeArrowheads="1"/>
          </p:cNvSpPr>
          <p:nvPr/>
        </p:nvSpPr>
        <p:spPr bwMode="auto">
          <a:xfrm>
            <a:off x="960303" y="2019789"/>
            <a:ext cx="1785473" cy="584775"/>
          </a:xfrm>
          <a:prstGeom prst="rect">
            <a:avLst/>
          </a:prstGeom>
          <a:solidFill>
            <a:srgbClr val="00FF99"/>
          </a:solidFill>
          <a:ln w="9525">
            <a:solidFill>
              <a:schemeClr val="folHlink"/>
            </a:solidFill>
            <a:miter lim="800000"/>
            <a:headEnd/>
            <a:tailEnd/>
          </a:ln>
          <a:effectLst/>
        </p:spPr>
        <p:txBody>
          <a:bodyPr wrap="square">
            <a:spAutoFit/>
          </a:bodyPr>
          <a:lstStyle/>
          <a:p>
            <a:pPr algn="ctr"/>
            <a:r>
              <a:rPr kumimoji="1" lang="zh-CN" altLang="en-US" sz="1600" b="1" dirty="0">
                <a:latin typeface="微软雅黑" pitchFamily="34" charset="-122"/>
                <a:ea typeface="微软雅黑" pitchFamily="34" charset="-122"/>
              </a:rPr>
              <a:t>反向路径广播 </a:t>
            </a:r>
            <a:r>
              <a:rPr kumimoji="1" lang="en-US" altLang="zh-CN" sz="1600" b="1" dirty="0">
                <a:latin typeface="微软雅黑" pitchFamily="34" charset="-122"/>
                <a:ea typeface="微软雅黑" pitchFamily="34" charset="-122"/>
              </a:rPr>
              <a:t>RPB </a:t>
            </a:r>
            <a:r>
              <a:rPr kumimoji="1" lang="zh-CN" altLang="en-US" sz="1600" b="1" dirty="0">
                <a:latin typeface="微软雅黑" pitchFamily="34" charset="-122"/>
                <a:ea typeface="微软雅黑" pitchFamily="34" charset="-122"/>
              </a:rPr>
              <a:t>和剪除 </a:t>
            </a:r>
          </a:p>
        </p:txBody>
      </p:sp>
      <p:pic>
        <p:nvPicPr>
          <p:cNvPr id="108" name="Picture 246"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95893" y="797155"/>
            <a:ext cx="488885" cy="48888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0498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47"/>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72"/>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8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35" presetClass="emph" presetSubtype="0" repeatCount="3000" fill="hold" nodeType="clickEffect">
                                  <p:stCondLst>
                                    <p:cond delay="0"/>
                                  </p:stCondLst>
                                  <p:childTnLst>
                                    <p:anim calcmode="discrete" valueType="str">
                                      <p:cBhvr>
                                        <p:cTn id="42"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712724-FEFF-858C-77BA-B2DD328744F6}"/>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3458B961-524D-A306-CA22-E38161F3C3FE}"/>
              </a:ext>
            </a:extLst>
          </p:cNvPr>
          <p:cNvSpPr/>
          <p:nvPr/>
        </p:nvSpPr>
        <p:spPr>
          <a:xfrm>
            <a:off x="545144" y="600395"/>
            <a:ext cx="8053711"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 name="Group 114">
            <a:extLst>
              <a:ext uri="{FF2B5EF4-FFF2-40B4-BE49-F238E27FC236}">
                <a16:creationId xmlns:a16="http://schemas.microsoft.com/office/drawing/2014/main" id="{ACC665D0-74C5-C285-E8A4-9EAB22ACAB9E}"/>
              </a:ext>
            </a:extLst>
          </p:cNvPr>
          <p:cNvGrpSpPr>
            <a:grpSpLocks/>
          </p:cNvGrpSpPr>
          <p:nvPr/>
        </p:nvGrpSpPr>
        <p:grpSpPr bwMode="auto">
          <a:xfrm>
            <a:off x="5909908" y="2669405"/>
            <a:ext cx="1572216" cy="1443694"/>
            <a:chOff x="3749" y="2721"/>
            <a:chExt cx="1531" cy="1523"/>
          </a:xfrm>
        </p:grpSpPr>
        <p:sp>
          <p:nvSpPr>
            <p:cNvPr id="4" name="Oval 90">
              <a:extLst>
                <a:ext uri="{FF2B5EF4-FFF2-40B4-BE49-F238E27FC236}">
                  <a16:creationId xmlns:a16="http://schemas.microsoft.com/office/drawing/2014/main" id="{342CA4D0-B7C2-A365-3ED9-9B0118CE1C60}"/>
                </a:ext>
              </a:extLst>
            </p:cNvPr>
            <p:cNvSpPr>
              <a:spLocks noChangeArrowheads="1"/>
            </p:cNvSpPr>
            <p:nvPr/>
          </p:nvSpPr>
          <p:spPr bwMode="auto">
            <a:xfrm rot="1323552">
              <a:off x="3749" y="3383"/>
              <a:ext cx="1272" cy="861"/>
            </a:xfrm>
            <a:prstGeom prst="ellipse">
              <a:avLst/>
            </a:prstGeom>
            <a:solidFill>
              <a:srgbClr val="00FFFF"/>
            </a:solidFill>
            <a:ln>
              <a:noFill/>
            </a:ln>
            <a:effectLst/>
            <a:extLst>
              <a:ext uri="{91240B29-F687-4F45-9708-019B960494DF}">
                <a14:hiddenLine xmlns:a14="http://schemas.microsoft.com/office/drawing/2010/main" w="9525">
                  <a:solidFill>
                    <a:schemeClr val="tx1"/>
                  </a:solidFill>
                  <a:prstDash val="dash"/>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 name="Text Box 91">
              <a:extLst>
                <a:ext uri="{FF2B5EF4-FFF2-40B4-BE49-F238E27FC236}">
                  <a16:creationId xmlns:a16="http://schemas.microsoft.com/office/drawing/2014/main" id="{89B3EFA0-E1EB-7AD6-921E-266FFDE422E0}"/>
                </a:ext>
              </a:extLst>
            </p:cNvPr>
            <p:cNvSpPr txBox="1">
              <a:spLocks noChangeArrowheads="1"/>
            </p:cNvSpPr>
            <p:nvPr/>
          </p:nvSpPr>
          <p:spPr bwMode="auto">
            <a:xfrm>
              <a:off x="4051" y="2721"/>
              <a:ext cx="1229" cy="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400" b="1" dirty="0">
                  <a:latin typeface="微软雅黑" pitchFamily="34" charset="-122"/>
                  <a:ea typeface="微软雅黑" pitchFamily="34" charset="-122"/>
                </a:rPr>
                <a:t>剪除没有</a:t>
              </a:r>
            </a:p>
            <a:p>
              <a:pPr algn="ctr"/>
              <a:r>
                <a:rPr lang="zh-CN" altLang="en-US" sz="1400" b="1" dirty="0">
                  <a:latin typeface="微软雅黑" pitchFamily="34" charset="-122"/>
                  <a:ea typeface="微软雅黑" pitchFamily="34" charset="-122"/>
                </a:rPr>
                <a:t>组成员的树枝</a:t>
              </a:r>
            </a:p>
          </p:txBody>
        </p:sp>
      </p:grpSp>
      <p:sp>
        <p:nvSpPr>
          <p:cNvPr id="115" name="Line 16">
            <a:extLst>
              <a:ext uri="{FF2B5EF4-FFF2-40B4-BE49-F238E27FC236}">
                <a16:creationId xmlns:a16="http://schemas.microsoft.com/office/drawing/2014/main" id="{FF864D46-0B2F-985F-8E71-BB0E30398E6F}"/>
              </a:ext>
            </a:extLst>
          </p:cNvPr>
          <p:cNvSpPr>
            <a:spLocks noChangeShapeType="1"/>
          </p:cNvSpPr>
          <p:nvPr/>
        </p:nvSpPr>
        <p:spPr bwMode="auto">
          <a:xfrm>
            <a:off x="5769219" y="3298827"/>
            <a:ext cx="961198" cy="591507"/>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05" name="组合 104">
            <a:extLst>
              <a:ext uri="{FF2B5EF4-FFF2-40B4-BE49-F238E27FC236}">
                <a16:creationId xmlns:a16="http://schemas.microsoft.com/office/drawing/2014/main" id="{D9D25890-3205-4277-0300-6E0F036C4733}"/>
              </a:ext>
            </a:extLst>
          </p:cNvPr>
          <p:cNvGrpSpPr/>
          <p:nvPr/>
        </p:nvGrpSpPr>
        <p:grpSpPr>
          <a:xfrm>
            <a:off x="2475653" y="1638941"/>
            <a:ext cx="4257616" cy="2395413"/>
            <a:chOff x="2472801" y="1640902"/>
            <a:chExt cx="4257616" cy="2395413"/>
          </a:xfrm>
        </p:grpSpPr>
        <p:sp>
          <p:nvSpPr>
            <p:cNvPr id="106" name="Line 6">
              <a:extLst>
                <a:ext uri="{FF2B5EF4-FFF2-40B4-BE49-F238E27FC236}">
                  <a16:creationId xmlns:a16="http://schemas.microsoft.com/office/drawing/2014/main" id="{99001134-F5E1-D64A-9DC3-ADEAC7DE450E}"/>
                </a:ext>
              </a:extLst>
            </p:cNvPr>
            <p:cNvSpPr>
              <a:spLocks noChangeShapeType="1"/>
            </p:cNvSpPr>
            <p:nvPr/>
          </p:nvSpPr>
          <p:spPr bwMode="auto">
            <a:xfrm flipV="1">
              <a:off x="3297420" y="1640902"/>
              <a:ext cx="1114209" cy="549798"/>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9" name="Line 10">
              <a:extLst>
                <a:ext uri="{FF2B5EF4-FFF2-40B4-BE49-F238E27FC236}">
                  <a16:creationId xmlns:a16="http://schemas.microsoft.com/office/drawing/2014/main" id="{2C916F63-3C6E-AAA1-2CA8-7B619E2FF5E9}"/>
                </a:ext>
              </a:extLst>
            </p:cNvPr>
            <p:cNvSpPr>
              <a:spLocks noChangeShapeType="1"/>
            </p:cNvSpPr>
            <p:nvPr/>
          </p:nvSpPr>
          <p:spPr bwMode="auto">
            <a:xfrm>
              <a:off x="4592368" y="1690194"/>
              <a:ext cx="1030003" cy="515672"/>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0" name="Line 11">
              <a:extLst>
                <a:ext uri="{FF2B5EF4-FFF2-40B4-BE49-F238E27FC236}">
                  <a16:creationId xmlns:a16="http://schemas.microsoft.com/office/drawing/2014/main" id="{FFCE84CB-17C0-75F5-7D57-C6404860A30F}"/>
                </a:ext>
              </a:extLst>
            </p:cNvPr>
            <p:cNvSpPr>
              <a:spLocks noChangeShapeType="1"/>
            </p:cNvSpPr>
            <p:nvPr/>
          </p:nvSpPr>
          <p:spPr bwMode="auto">
            <a:xfrm>
              <a:off x="3297420" y="2266535"/>
              <a:ext cx="0" cy="958355"/>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1" name="Line 12">
              <a:extLst>
                <a:ext uri="{FF2B5EF4-FFF2-40B4-BE49-F238E27FC236}">
                  <a16:creationId xmlns:a16="http://schemas.microsoft.com/office/drawing/2014/main" id="{16BE814A-DB83-2AFE-DD05-700AC1425F04}"/>
                </a:ext>
              </a:extLst>
            </p:cNvPr>
            <p:cNvSpPr>
              <a:spLocks noChangeShapeType="1"/>
            </p:cNvSpPr>
            <p:nvPr/>
          </p:nvSpPr>
          <p:spPr bwMode="auto">
            <a:xfrm>
              <a:off x="3364169" y="3372766"/>
              <a:ext cx="1031029" cy="663549"/>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2" name="Line 13">
              <a:extLst>
                <a:ext uri="{FF2B5EF4-FFF2-40B4-BE49-F238E27FC236}">
                  <a16:creationId xmlns:a16="http://schemas.microsoft.com/office/drawing/2014/main" id="{16140D91-94C4-40DA-DEE0-846925CC9E17}"/>
                </a:ext>
              </a:extLst>
            </p:cNvPr>
            <p:cNvSpPr>
              <a:spLocks noChangeShapeType="1"/>
            </p:cNvSpPr>
            <p:nvPr/>
          </p:nvSpPr>
          <p:spPr bwMode="auto">
            <a:xfrm>
              <a:off x="5699389" y="2266534"/>
              <a:ext cx="0" cy="1032293"/>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3" name="Line 15">
              <a:extLst>
                <a:ext uri="{FF2B5EF4-FFF2-40B4-BE49-F238E27FC236}">
                  <a16:creationId xmlns:a16="http://schemas.microsoft.com/office/drawing/2014/main" id="{F21ABB68-4C94-6DD4-CC00-35C441EFFDA7}"/>
                </a:ext>
              </a:extLst>
            </p:cNvPr>
            <p:cNvSpPr>
              <a:spLocks noChangeShapeType="1"/>
            </p:cNvSpPr>
            <p:nvPr/>
          </p:nvSpPr>
          <p:spPr bwMode="auto">
            <a:xfrm flipH="1">
              <a:off x="2472801" y="3298827"/>
              <a:ext cx="755814" cy="591507"/>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4" name="Line 16">
              <a:extLst>
                <a:ext uri="{FF2B5EF4-FFF2-40B4-BE49-F238E27FC236}">
                  <a16:creationId xmlns:a16="http://schemas.microsoft.com/office/drawing/2014/main" id="{0D7840C0-589B-5D54-A767-90107A2923FA}"/>
                </a:ext>
              </a:extLst>
            </p:cNvPr>
            <p:cNvSpPr>
              <a:spLocks noChangeShapeType="1"/>
            </p:cNvSpPr>
            <p:nvPr/>
          </p:nvSpPr>
          <p:spPr bwMode="auto">
            <a:xfrm>
              <a:off x="5769219" y="3298827"/>
              <a:ext cx="961198" cy="59150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6" name="Line 4">
            <a:extLst>
              <a:ext uri="{FF2B5EF4-FFF2-40B4-BE49-F238E27FC236}">
                <a16:creationId xmlns:a16="http://schemas.microsoft.com/office/drawing/2014/main" id="{C944D810-91C2-E81E-9A52-960EDC421992}"/>
              </a:ext>
            </a:extLst>
          </p:cNvPr>
          <p:cNvSpPr>
            <a:spLocks noChangeShapeType="1"/>
          </p:cNvSpPr>
          <p:nvPr/>
        </p:nvSpPr>
        <p:spPr bwMode="auto">
          <a:xfrm>
            <a:off x="6799222" y="3890334"/>
            <a:ext cx="481626" cy="145981"/>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 name="Line 5">
            <a:extLst>
              <a:ext uri="{FF2B5EF4-FFF2-40B4-BE49-F238E27FC236}">
                <a16:creationId xmlns:a16="http://schemas.microsoft.com/office/drawing/2014/main" id="{94F8BCAB-28BD-62DA-39F3-082464145240}"/>
              </a:ext>
            </a:extLst>
          </p:cNvPr>
          <p:cNvSpPr>
            <a:spLocks noChangeShapeType="1"/>
          </p:cNvSpPr>
          <p:nvPr/>
        </p:nvSpPr>
        <p:spPr bwMode="auto">
          <a:xfrm>
            <a:off x="4436275" y="1157459"/>
            <a:ext cx="0" cy="368744"/>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 name="Line 7">
            <a:extLst>
              <a:ext uri="{FF2B5EF4-FFF2-40B4-BE49-F238E27FC236}">
                <a16:creationId xmlns:a16="http://schemas.microsoft.com/office/drawing/2014/main" id="{834DB89F-4D48-0E8B-3494-0767105986D4}"/>
              </a:ext>
            </a:extLst>
          </p:cNvPr>
          <p:cNvSpPr>
            <a:spLocks noChangeShapeType="1"/>
          </p:cNvSpPr>
          <p:nvPr/>
        </p:nvSpPr>
        <p:spPr bwMode="auto">
          <a:xfrm>
            <a:off x="3434000" y="3298827"/>
            <a:ext cx="2128809" cy="0"/>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 name="Line 8">
            <a:extLst>
              <a:ext uri="{FF2B5EF4-FFF2-40B4-BE49-F238E27FC236}">
                <a16:creationId xmlns:a16="http://schemas.microsoft.com/office/drawing/2014/main" id="{FCFCD6CC-9C36-C87A-A021-8CADE47ECBA2}"/>
              </a:ext>
            </a:extLst>
          </p:cNvPr>
          <p:cNvSpPr>
            <a:spLocks noChangeShapeType="1"/>
          </p:cNvSpPr>
          <p:nvPr/>
        </p:nvSpPr>
        <p:spPr bwMode="auto">
          <a:xfrm>
            <a:off x="3434000" y="2190700"/>
            <a:ext cx="2128809" cy="0"/>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Text Box 9">
            <a:extLst>
              <a:ext uri="{FF2B5EF4-FFF2-40B4-BE49-F238E27FC236}">
                <a16:creationId xmlns:a16="http://schemas.microsoft.com/office/drawing/2014/main" id="{0CE18E14-AA00-16EF-48E0-618D24E86238}"/>
              </a:ext>
            </a:extLst>
          </p:cNvPr>
          <p:cNvSpPr txBox="1">
            <a:spLocks noChangeArrowheads="1"/>
          </p:cNvSpPr>
          <p:nvPr/>
        </p:nvSpPr>
        <p:spPr bwMode="auto">
          <a:xfrm>
            <a:off x="4601610" y="882560"/>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a:latin typeface="微软雅黑" pitchFamily="34" charset="-122"/>
                <a:ea typeface="微软雅黑" pitchFamily="34" charset="-122"/>
              </a:rPr>
              <a:t>源点</a:t>
            </a:r>
          </a:p>
        </p:txBody>
      </p:sp>
      <p:sp>
        <p:nvSpPr>
          <p:cNvPr id="16" name="Line 14">
            <a:extLst>
              <a:ext uri="{FF2B5EF4-FFF2-40B4-BE49-F238E27FC236}">
                <a16:creationId xmlns:a16="http://schemas.microsoft.com/office/drawing/2014/main" id="{2990489F-49FD-E4A3-73DB-3EA90172AF56}"/>
              </a:ext>
            </a:extLst>
          </p:cNvPr>
          <p:cNvSpPr>
            <a:spLocks noChangeShapeType="1"/>
          </p:cNvSpPr>
          <p:nvPr/>
        </p:nvSpPr>
        <p:spPr bwMode="auto">
          <a:xfrm flipH="1">
            <a:off x="4601610" y="3298828"/>
            <a:ext cx="1097779" cy="737488"/>
          </a:xfrm>
          <a:prstGeom prst="line">
            <a:avLst/>
          </a:prstGeom>
          <a:noFill/>
          <a:ln w="1905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20" name="组合 19">
            <a:extLst>
              <a:ext uri="{FF2B5EF4-FFF2-40B4-BE49-F238E27FC236}">
                <a16:creationId xmlns:a16="http://schemas.microsoft.com/office/drawing/2014/main" id="{99680F72-0D98-E754-2CAE-20E6D5137916}"/>
              </a:ext>
            </a:extLst>
          </p:cNvPr>
          <p:cNvGrpSpPr/>
          <p:nvPr/>
        </p:nvGrpSpPr>
        <p:grpSpPr>
          <a:xfrm>
            <a:off x="2472801" y="1640902"/>
            <a:ext cx="3226588" cy="2395413"/>
            <a:chOff x="2472801" y="1640902"/>
            <a:chExt cx="3226588" cy="2395413"/>
          </a:xfrm>
        </p:grpSpPr>
        <p:sp>
          <p:nvSpPr>
            <p:cNvPr id="8" name="Line 6">
              <a:extLst>
                <a:ext uri="{FF2B5EF4-FFF2-40B4-BE49-F238E27FC236}">
                  <a16:creationId xmlns:a16="http://schemas.microsoft.com/office/drawing/2014/main" id="{9D900AE7-8EA4-418F-B2BA-9739121E1656}"/>
                </a:ext>
              </a:extLst>
            </p:cNvPr>
            <p:cNvSpPr>
              <a:spLocks noChangeShapeType="1"/>
            </p:cNvSpPr>
            <p:nvPr/>
          </p:nvSpPr>
          <p:spPr bwMode="auto">
            <a:xfrm flipV="1">
              <a:off x="3297420" y="1640902"/>
              <a:ext cx="1114209" cy="549798"/>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 name="Line 10">
              <a:extLst>
                <a:ext uri="{FF2B5EF4-FFF2-40B4-BE49-F238E27FC236}">
                  <a16:creationId xmlns:a16="http://schemas.microsoft.com/office/drawing/2014/main" id="{751B494B-283F-2BB3-B7D9-B9E8234AD97F}"/>
                </a:ext>
              </a:extLst>
            </p:cNvPr>
            <p:cNvSpPr>
              <a:spLocks noChangeShapeType="1"/>
            </p:cNvSpPr>
            <p:nvPr/>
          </p:nvSpPr>
          <p:spPr bwMode="auto">
            <a:xfrm>
              <a:off x="4592368" y="1690194"/>
              <a:ext cx="1030003" cy="515672"/>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Line 11">
              <a:extLst>
                <a:ext uri="{FF2B5EF4-FFF2-40B4-BE49-F238E27FC236}">
                  <a16:creationId xmlns:a16="http://schemas.microsoft.com/office/drawing/2014/main" id="{B9B97373-995A-39E4-AE0F-1DF3FABC97A9}"/>
                </a:ext>
              </a:extLst>
            </p:cNvPr>
            <p:cNvSpPr>
              <a:spLocks noChangeShapeType="1"/>
            </p:cNvSpPr>
            <p:nvPr/>
          </p:nvSpPr>
          <p:spPr bwMode="auto">
            <a:xfrm>
              <a:off x="3297420" y="2266535"/>
              <a:ext cx="0" cy="958355"/>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2">
              <a:extLst>
                <a:ext uri="{FF2B5EF4-FFF2-40B4-BE49-F238E27FC236}">
                  <a16:creationId xmlns:a16="http://schemas.microsoft.com/office/drawing/2014/main" id="{3F0A2DFF-6719-8751-346A-2879B70BA515}"/>
                </a:ext>
              </a:extLst>
            </p:cNvPr>
            <p:cNvSpPr>
              <a:spLocks noChangeShapeType="1"/>
            </p:cNvSpPr>
            <p:nvPr/>
          </p:nvSpPr>
          <p:spPr bwMode="auto">
            <a:xfrm>
              <a:off x="3364169" y="3372766"/>
              <a:ext cx="1031029" cy="663549"/>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3">
              <a:extLst>
                <a:ext uri="{FF2B5EF4-FFF2-40B4-BE49-F238E27FC236}">
                  <a16:creationId xmlns:a16="http://schemas.microsoft.com/office/drawing/2014/main" id="{4AC02989-B0F1-8959-3225-03E8BE585054}"/>
                </a:ext>
              </a:extLst>
            </p:cNvPr>
            <p:cNvSpPr>
              <a:spLocks noChangeShapeType="1"/>
            </p:cNvSpPr>
            <p:nvPr/>
          </p:nvSpPr>
          <p:spPr bwMode="auto">
            <a:xfrm>
              <a:off x="5699389" y="2266534"/>
              <a:ext cx="0" cy="1032293"/>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5">
              <a:extLst>
                <a:ext uri="{FF2B5EF4-FFF2-40B4-BE49-F238E27FC236}">
                  <a16:creationId xmlns:a16="http://schemas.microsoft.com/office/drawing/2014/main" id="{30518A19-E362-1CAA-5F76-7A68DA4C09B9}"/>
                </a:ext>
              </a:extLst>
            </p:cNvPr>
            <p:cNvSpPr>
              <a:spLocks noChangeShapeType="1"/>
            </p:cNvSpPr>
            <p:nvPr/>
          </p:nvSpPr>
          <p:spPr bwMode="auto">
            <a:xfrm flipH="1">
              <a:off x="2472801" y="3298827"/>
              <a:ext cx="755814" cy="591507"/>
            </a:xfrm>
            <a:prstGeom prst="line">
              <a:avLst/>
            </a:prstGeom>
            <a:noFill/>
            <a:ln w="381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pic>
        <p:nvPicPr>
          <p:cNvPr id="19" name="Picture 17">
            <a:extLst>
              <a:ext uri="{FF2B5EF4-FFF2-40B4-BE49-F238E27FC236}">
                <a16:creationId xmlns:a16="http://schemas.microsoft.com/office/drawing/2014/main" id="{2145B64C-43EB-2680-CEB2-878816C5B931}"/>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91008" y="2044719"/>
            <a:ext cx="481627" cy="293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 name="Picture 19">
            <a:extLst>
              <a:ext uri="{FF2B5EF4-FFF2-40B4-BE49-F238E27FC236}">
                <a16:creationId xmlns:a16="http://schemas.microsoft.com/office/drawing/2014/main" id="{A0C7B71B-4713-117A-4F27-0F87FF4BD480}"/>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58618" y="3890334"/>
            <a:ext cx="481626" cy="2948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 name="Picture 20">
            <a:extLst>
              <a:ext uri="{FF2B5EF4-FFF2-40B4-BE49-F238E27FC236}">
                <a16:creationId xmlns:a16="http://schemas.microsoft.com/office/drawing/2014/main" id="{F392772A-4A67-E253-8014-59C814FC4D91}"/>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91008" y="3151898"/>
            <a:ext cx="481627"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3" name="Picture 21">
            <a:extLst>
              <a:ext uri="{FF2B5EF4-FFF2-40B4-BE49-F238E27FC236}">
                <a16:creationId xmlns:a16="http://schemas.microsoft.com/office/drawing/2014/main" id="{7C198D04-B6F3-026B-E49D-D63778F97EA2}"/>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25201" y="3151898"/>
            <a:ext cx="481626"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22">
            <a:extLst>
              <a:ext uri="{FF2B5EF4-FFF2-40B4-BE49-F238E27FC236}">
                <a16:creationId xmlns:a16="http://schemas.microsoft.com/office/drawing/2014/main" id="{DBED7DC5-0240-C0CF-966C-4381F5866DD3}"/>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25201" y="2044719"/>
            <a:ext cx="481626" cy="293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23">
            <a:extLst>
              <a:ext uri="{FF2B5EF4-FFF2-40B4-BE49-F238E27FC236}">
                <a16:creationId xmlns:a16="http://schemas.microsoft.com/office/drawing/2014/main" id="{B7C1435B-34C3-8947-1C78-469D93FC1EC6}"/>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97587" y="3815448"/>
            <a:ext cx="482653" cy="2948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6" name="Picture 24">
            <a:extLst>
              <a:ext uri="{FF2B5EF4-FFF2-40B4-BE49-F238E27FC236}">
                <a16:creationId xmlns:a16="http://schemas.microsoft.com/office/drawing/2014/main" id="{5979C046-BF7F-1C59-FF20-B066179998E2}"/>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54177" y="3743405"/>
            <a:ext cx="481626" cy="292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27" name="Group 35">
            <a:extLst>
              <a:ext uri="{FF2B5EF4-FFF2-40B4-BE49-F238E27FC236}">
                <a16:creationId xmlns:a16="http://schemas.microsoft.com/office/drawing/2014/main" id="{C26E4763-3CE6-9E27-3844-1AA88AA9C5C4}"/>
              </a:ext>
            </a:extLst>
          </p:cNvPr>
          <p:cNvGrpSpPr>
            <a:grpSpLocks/>
          </p:cNvGrpSpPr>
          <p:nvPr/>
        </p:nvGrpSpPr>
        <p:grpSpPr bwMode="auto">
          <a:xfrm>
            <a:off x="4950764" y="1999218"/>
            <a:ext cx="137607" cy="147877"/>
            <a:chOff x="3470" y="572"/>
            <a:chExt cx="91" cy="91"/>
          </a:xfrm>
        </p:grpSpPr>
        <p:sp>
          <p:nvSpPr>
            <p:cNvPr id="28" name="Line 36">
              <a:extLst>
                <a:ext uri="{FF2B5EF4-FFF2-40B4-BE49-F238E27FC236}">
                  <a16:creationId xmlns:a16="http://schemas.microsoft.com/office/drawing/2014/main" id="{86B50FEE-8C6D-9164-7E0E-8EBCE13D24E1}"/>
                </a:ext>
              </a:extLst>
            </p:cNvPr>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Line 37">
              <a:extLst>
                <a:ext uri="{FF2B5EF4-FFF2-40B4-BE49-F238E27FC236}">
                  <a16:creationId xmlns:a16="http://schemas.microsoft.com/office/drawing/2014/main" id="{F4DAE26E-D9D3-4A20-3E4B-471D2658F598}"/>
                </a:ext>
              </a:extLst>
            </p:cNvPr>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30" name="Group 110">
            <a:extLst>
              <a:ext uri="{FF2B5EF4-FFF2-40B4-BE49-F238E27FC236}">
                <a16:creationId xmlns:a16="http://schemas.microsoft.com/office/drawing/2014/main" id="{25F67187-3FE5-CD24-D05D-295FD2424419}"/>
              </a:ext>
            </a:extLst>
          </p:cNvPr>
          <p:cNvGrpSpPr>
            <a:grpSpLocks/>
          </p:cNvGrpSpPr>
          <p:nvPr/>
        </p:nvGrpSpPr>
        <p:grpSpPr bwMode="auto">
          <a:xfrm>
            <a:off x="3877630" y="2235253"/>
            <a:ext cx="2027143" cy="767821"/>
            <a:chOff x="1770" y="2263"/>
            <a:chExt cx="1974" cy="810"/>
          </a:xfrm>
        </p:grpSpPr>
        <p:grpSp>
          <p:nvGrpSpPr>
            <p:cNvPr id="31" name="Group 25">
              <a:extLst>
                <a:ext uri="{FF2B5EF4-FFF2-40B4-BE49-F238E27FC236}">
                  <a16:creationId xmlns:a16="http://schemas.microsoft.com/office/drawing/2014/main" id="{65D8158B-A930-5746-8BE6-CA020E87F643}"/>
                </a:ext>
              </a:extLst>
            </p:cNvPr>
            <p:cNvGrpSpPr>
              <a:grpSpLocks/>
            </p:cNvGrpSpPr>
            <p:nvPr/>
          </p:nvGrpSpPr>
          <p:grpSpPr bwMode="auto">
            <a:xfrm rot="5400000">
              <a:off x="3406" y="2735"/>
              <a:ext cx="544" cy="132"/>
              <a:chOff x="4105" y="1253"/>
              <a:chExt cx="317" cy="90"/>
            </a:xfrm>
          </p:grpSpPr>
          <p:sp>
            <p:nvSpPr>
              <p:cNvPr id="35" name="Rectangle 26">
                <a:extLst>
                  <a:ext uri="{FF2B5EF4-FFF2-40B4-BE49-F238E27FC236}">
                    <a16:creationId xmlns:a16="http://schemas.microsoft.com/office/drawing/2014/main" id="{9E70D2C6-0DFB-8AF3-DDD2-9F6438187FCB}"/>
                  </a:ext>
                </a:extLst>
              </p:cNvPr>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6" name="Line 27">
                <a:extLst>
                  <a:ext uri="{FF2B5EF4-FFF2-40B4-BE49-F238E27FC236}">
                    <a16:creationId xmlns:a16="http://schemas.microsoft.com/office/drawing/2014/main" id="{C2EA335A-4378-9182-B534-F0C679CAAE14}"/>
                  </a:ext>
                </a:extLst>
              </p:cNvPr>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32" name="Group 39">
              <a:extLst>
                <a:ext uri="{FF2B5EF4-FFF2-40B4-BE49-F238E27FC236}">
                  <a16:creationId xmlns:a16="http://schemas.microsoft.com/office/drawing/2014/main" id="{02BF6ECF-DF90-C5F3-178B-117832CA6434}"/>
                </a:ext>
              </a:extLst>
            </p:cNvPr>
            <p:cNvGrpSpPr>
              <a:grpSpLocks/>
            </p:cNvGrpSpPr>
            <p:nvPr/>
          </p:nvGrpSpPr>
          <p:grpSpPr bwMode="auto">
            <a:xfrm flipH="1">
              <a:off x="1770" y="2263"/>
              <a:ext cx="468" cy="155"/>
              <a:chOff x="4105" y="1253"/>
              <a:chExt cx="317" cy="90"/>
            </a:xfrm>
          </p:grpSpPr>
          <p:sp>
            <p:nvSpPr>
              <p:cNvPr id="33" name="Rectangle 40">
                <a:extLst>
                  <a:ext uri="{FF2B5EF4-FFF2-40B4-BE49-F238E27FC236}">
                    <a16:creationId xmlns:a16="http://schemas.microsoft.com/office/drawing/2014/main" id="{9A0FC8B3-E36A-BBB3-9375-ABAEBBA8520E}"/>
                  </a:ext>
                </a:extLst>
              </p:cNvPr>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4" name="Line 41">
                <a:extLst>
                  <a:ext uri="{FF2B5EF4-FFF2-40B4-BE49-F238E27FC236}">
                    <a16:creationId xmlns:a16="http://schemas.microsoft.com/office/drawing/2014/main" id="{C6AE28DB-E7BA-93DF-6B90-C4E66F514DAD}"/>
                  </a:ext>
                </a:extLst>
              </p:cNvPr>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37" name="Group 42">
            <a:extLst>
              <a:ext uri="{FF2B5EF4-FFF2-40B4-BE49-F238E27FC236}">
                <a16:creationId xmlns:a16="http://schemas.microsoft.com/office/drawing/2014/main" id="{9393BDF1-7F20-EBF4-378F-C73A7C00311E}"/>
              </a:ext>
            </a:extLst>
          </p:cNvPr>
          <p:cNvGrpSpPr>
            <a:grpSpLocks/>
          </p:cNvGrpSpPr>
          <p:nvPr/>
        </p:nvGrpSpPr>
        <p:grpSpPr bwMode="auto">
          <a:xfrm flipH="1">
            <a:off x="3740023" y="2235253"/>
            <a:ext cx="137607" cy="148824"/>
            <a:chOff x="3470" y="572"/>
            <a:chExt cx="91" cy="91"/>
          </a:xfrm>
        </p:grpSpPr>
        <p:sp>
          <p:nvSpPr>
            <p:cNvPr id="38" name="Line 43">
              <a:extLst>
                <a:ext uri="{FF2B5EF4-FFF2-40B4-BE49-F238E27FC236}">
                  <a16:creationId xmlns:a16="http://schemas.microsoft.com/office/drawing/2014/main" id="{96CBBC7B-C24B-7385-937D-11FA6D4E38A4}"/>
                </a:ext>
              </a:extLst>
            </p:cNvPr>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44">
              <a:extLst>
                <a:ext uri="{FF2B5EF4-FFF2-40B4-BE49-F238E27FC236}">
                  <a16:creationId xmlns:a16="http://schemas.microsoft.com/office/drawing/2014/main" id="{05817F34-F5E4-2DE7-1098-88E4D13FDCF2}"/>
                </a:ext>
              </a:extLst>
            </p:cNvPr>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40" name="Group 109">
            <a:extLst>
              <a:ext uri="{FF2B5EF4-FFF2-40B4-BE49-F238E27FC236}">
                <a16:creationId xmlns:a16="http://schemas.microsoft.com/office/drawing/2014/main" id="{E82EE980-6186-8F32-9BCF-8E1C8B0B914D}"/>
              </a:ext>
            </a:extLst>
          </p:cNvPr>
          <p:cNvGrpSpPr>
            <a:grpSpLocks/>
          </p:cNvGrpSpPr>
          <p:nvPr/>
        </p:nvGrpSpPr>
        <p:grpSpPr bwMode="auto">
          <a:xfrm>
            <a:off x="3364169" y="1999218"/>
            <a:ext cx="1586594" cy="929917"/>
            <a:chOff x="1270" y="2014"/>
            <a:chExt cx="1545" cy="981"/>
          </a:xfrm>
        </p:grpSpPr>
        <p:grpSp>
          <p:nvGrpSpPr>
            <p:cNvPr id="41" name="Group 32">
              <a:extLst>
                <a:ext uri="{FF2B5EF4-FFF2-40B4-BE49-F238E27FC236}">
                  <a16:creationId xmlns:a16="http://schemas.microsoft.com/office/drawing/2014/main" id="{B8E5F631-EF84-CA96-AAD6-47BC593A4D19}"/>
                </a:ext>
              </a:extLst>
            </p:cNvPr>
            <p:cNvGrpSpPr>
              <a:grpSpLocks/>
            </p:cNvGrpSpPr>
            <p:nvPr/>
          </p:nvGrpSpPr>
          <p:grpSpPr bwMode="auto">
            <a:xfrm>
              <a:off x="2349" y="2014"/>
              <a:ext cx="466" cy="154"/>
              <a:chOff x="4105" y="1253"/>
              <a:chExt cx="317" cy="90"/>
            </a:xfrm>
          </p:grpSpPr>
          <p:sp>
            <p:nvSpPr>
              <p:cNvPr id="45" name="Rectangle 33">
                <a:extLst>
                  <a:ext uri="{FF2B5EF4-FFF2-40B4-BE49-F238E27FC236}">
                    <a16:creationId xmlns:a16="http://schemas.microsoft.com/office/drawing/2014/main" id="{D29144A3-8DF6-0F69-EE3D-DF24A033752B}"/>
                  </a:ext>
                </a:extLst>
              </p:cNvPr>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6" name="Line 34">
                <a:extLst>
                  <a:ext uri="{FF2B5EF4-FFF2-40B4-BE49-F238E27FC236}">
                    <a16:creationId xmlns:a16="http://schemas.microsoft.com/office/drawing/2014/main" id="{46949F39-8666-C802-24C1-F3A93E50CB87}"/>
                  </a:ext>
                </a:extLst>
              </p:cNvPr>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42" name="Group 45">
              <a:extLst>
                <a:ext uri="{FF2B5EF4-FFF2-40B4-BE49-F238E27FC236}">
                  <a16:creationId xmlns:a16="http://schemas.microsoft.com/office/drawing/2014/main" id="{37805AF3-1C5E-6063-BBAB-27F742CC1569}"/>
                </a:ext>
              </a:extLst>
            </p:cNvPr>
            <p:cNvGrpSpPr>
              <a:grpSpLocks/>
            </p:cNvGrpSpPr>
            <p:nvPr/>
          </p:nvGrpSpPr>
          <p:grpSpPr bwMode="auto">
            <a:xfrm rot="5400000">
              <a:off x="1064" y="2656"/>
              <a:ext cx="545" cy="134"/>
              <a:chOff x="4105" y="1253"/>
              <a:chExt cx="317" cy="90"/>
            </a:xfrm>
          </p:grpSpPr>
          <p:sp>
            <p:nvSpPr>
              <p:cNvPr id="43" name="Rectangle 46">
                <a:extLst>
                  <a:ext uri="{FF2B5EF4-FFF2-40B4-BE49-F238E27FC236}">
                    <a16:creationId xmlns:a16="http://schemas.microsoft.com/office/drawing/2014/main" id="{8822D7E6-F5F0-0CA8-288D-1A2E761EA5B9}"/>
                  </a:ext>
                </a:extLst>
              </p:cNvPr>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4" name="Line 47">
                <a:extLst>
                  <a:ext uri="{FF2B5EF4-FFF2-40B4-BE49-F238E27FC236}">
                    <a16:creationId xmlns:a16="http://schemas.microsoft.com/office/drawing/2014/main" id="{C35C6A59-315C-E079-6DFB-3DD00A98C9AE}"/>
                  </a:ext>
                </a:extLst>
              </p:cNvPr>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47" name="Group 52">
            <a:extLst>
              <a:ext uri="{FF2B5EF4-FFF2-40B4-BE49-F238E27FC236}">
                <a16:creationId xmlns:a16="http://schemas.microsoft.com/office/drawing/2014/main" id="{14F6C318-D262-A8CE-2CA0-9D4C35CE9570}"/>
              </a:ext>
            </a:extLst>
          </p:cNvPr>
          <p:cNvGrpSpPr>
            <a:grpSpLocks/>
          </p:cNvGrpSpPr>
          <p:nvPr/>
        </p:nvGrpSpPr>
        <p:grpSpPr bwMode="auto">
          <a:xfrm>
            <a:off x="5224951" y="3341484"/>
            <a:ext cx="137607" cy="146929"/>
            <a:chOff x="3470" y="572"/>
            <a:chExt cx="91" cy="91"/>
          </a:xfrm>
        </p:grpSpPr>
        <p:sp>
          <p:nvSpPr>
            <p:cNvPr id="48" name="Line 53">
              <a:extLst>
                <a:ext uri="{FF2B5EF4-FFF2-40B4-BE49-F238E27FC236}">
                  <a16:creationId xmlns:a16="http://schemas.microsoft.com/office/drawing/2014/main" id="{F653E575-E9B0-5162-B01B-5CB124C8112D}"/>
                </a:ext>
              </a:extLst>
            </p:cNvPr>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9" name="Line 54">
              <a:extLst>
                <a:ext uri="{FF2B5EF4-FFF2-40B4-BE49-F238E27FC236}">
                  <a16:creationId xmlns:a16="http://schemas.microsoft.com/office/drawing/2014/main" id="{1B1D4C1C-1C98-100F-CA0C-F23781A905B3}"/>
                </a:ext>
              </a:extLst>
            </p:cNvPr>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0" name="Group 111">
            <a:extLst>
              <a:ext uri="{FF2B5EF4-FFF2-40B4-BE49-F238E27FC236}">
                <a16:creationId xmlns:a16="http://schemas.microsoft.com/office/drawing/2014/main" id="{0E296B55-6981-07BF-8B1F-B0B4DA9F010A}"/>
              </a:ext>
            </a:extLst>
          </p:cNvPr>
          <p:cNvGrpSpPr>
            <a:grpSpLocks/>
          </p:cNvGrpSpPr>
          <p:nvPr/>
        </p:nvGrpSpPr>
        <p:grpSpPr bwMode="auto">
          <a:xfrm>
            <a:off x="2491286" y="3341484"/>
            <a:ext cx="2733665" cy="326087"/>
            <a:chOff x="420" y="3430"/>
            <a:chExt cx="2662" cy="344"/>
          </a:xfrm>
        </p:grpSpPr>
        <p:grpSp>
          <p:nvGrpSpPr>
            <p:cNvPr id="51" name="Group 49">
              <a:extLst>
                <a:ext uri="{FF2B5EF4-FFF2-40B4-BE49-F238E27FC236}">
                  <a16:creationId xmlns:a16="http://schemas.microsoft.com/office/drawing/2014/main" id="{60426C8D-2DC2-B8AD-6D26-8E14E71991CB}"/>
                </a:ext>
              </a:extLst>
            </p:cNvPr>
            <p:cNvGrpSpPr>
              <a:grpSpLocks/>
            </p:cNvGrpSpPr>
            <p:nvPr/>
          </p:nvGrpSpPr>
          <p:grpSpPr bwMode="auto">
            <a:xfrm>
              <a:off x="2614" y="3430"/>
              <a:ext cx="468" cy="153"/>
              <a:chOff x="4105" y="1253"/>
              <a:chExt cx="317" cy="90"/>
            </a:xfrm>
          </p:grpSpPr>
          <p:sp>
            <p:nvSpPr>
              <p:cNvPr id="58" name="Rectangle 50">
                <a:extLst>
                  <a:ext uri="{FF2B5EF4-FFF2-40B4-BE49-F238E27FC236}">
                    <a16:creationId xmlns:a16="http://schemas.microsoft.com/office/drawing/2014/main" id="{C36F7D72-C7F6-EEBF-83AC-89954DB5FA11}"/>
                  </a:ext>
                </a:extLst>
              </p:cNvPr>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9" name="Line 51">
                <a:extLst>
                  <a:ext uri="{FF2B5EF4-FFF2-40B4-BE49-F238E27FC236}">
                    <a16:creationId xmlns:a16="http://schemas.microsoft.com/office/drawing/2014/main" id="{7281E022-F3D2-3FC1-CB0C-B7AE8DF97F69}"/>
                  </a:ext>
                </a:extLst>
              </p:cNvPr>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2" name="Group 62">
              <a:extLst>
                <a:ext uri="{FF2B5EF4-FFF2-40B4-BE49-F238E27FC236}">
                  <a16:creationId xmlns:a16="http://schemas.microsoft.com/office/drawing/2014/main" id="{597AB44A-460E-30CA-7E11-FD8097CF7C3B}"/>
                </a:ext>
              </a:extLst>
            </p:cNvPr>
            <p:cNvGrpSpPr>
              <a:grpSpLocks/>
            </p:cNvGrpSpPr>
            <p:nvPr/>
          </p:nvGrpSpPr>
          <p:grpSpPr bwMode="auto">
            <a:xfrm rot="19424285" flipH="1">
              <a:off x="420" y="3551"/>
              <a:ext cx="468" cy="154"/>
              <a:chOff x="4105" y="1253"/>
              <a:chExt cx="317" cy="90"/>
            </a:xfrm>
          </p:grpSpPr>
          <p:sp>
            <p:nvSpPr>
              <p:cNvPr id="56" name="Rectangle 63">
                <a:extLst>
                  <a:ext uri="{FF2B5EF4-FFF2-40B4-BE49-F238E27FC236}">
                    <a16:creationId xmlns:a16="http://schemas.microsoft.com/office/drawing/2014/main" id="{0C874086-4EEE-938D-3631-4382D2E1ECCF}"/>
                  </a:ext>
                </a:extLst>
              </p:cNvPr>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7" name="Line 64">
                <a:extLst>
                  <a:ext uri="{FF2B5EF4-FFF2-40B4-BE49-F238E27FC236}">
                    <a16:creationId xmlns:a16="http://schemas.microsoft.com/office/drawing/2014/main" id="{DA1F04E8-C19C-789C-BC54-D47DB5866F30}"/>
                  </a:ext>
                </a:extLst>
              </p:cNvPr>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53" name="Group 65">
              <a:extLst>
                <a:ext uri="{FF2B5EF4-FFF2-40B4-BE49-F238E27FC236}">
                  <a16:creationId xmlns:a16="http://schemas.microsoft.com/office/drawing/2014/main" id="{41039C42-4095-5254-2BDD-BCCD5382AE5A}"/>
                </a:ext>
              </a:extLst>
            </p:cNvPr>
            <p:cNvGrpSpPr>
              <a:grpSpLocks/>
            </p:cNvGrpSpPr>
            <p:nvPr/>
          </p:nvGrpSpPr>
          <p:grpSpPr bwMode="auto">
            <a:xfrm rot="1818208">
              <a:off x="1606" y="3619"/>
              <a:ext cx="467" cy="155"/>
              <a:chOff x="4105" y="1253"/>
              <a:chExt cx="317" cy="90"/>
            </a:xfrm>
          </p:grpSpPr>
          <p:sp>
            <p:nvSpPr>
              <p:cNvPr id="54" name="Rectangle 66">
                <a:extLst>
                  <a:ext uri="{FF2B5EF4-FFF2-40B4-BE49-F238E27FC236}">
                    <a16:creationId xmlns:a16="http://schemas.microsoft.com/office/drawing/2014/main" id="{DA85DB37-34CC-8406-0277-1D42F1EDF84B}"/>
                  </a:ext>
                </a:extLst>
              </p:cNvPr>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55" name="Line 67">
                <a:extLst>
                  <a:ext uri="{FF2B5EF4-FFF2-40B4-BE49-F238E27FC236}">
                    <a16:creationId xmlns:a16="http://schemas.microsoft.com/office/drawing/2014/main" id="{EEA9D446-A9CE-43FC-2D71-036E3E97AA3E}"/>
                  </a:ext>
                </a:extLst>
              </p:cNvPr>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60" name="Group 108">
            <a:extLst>
              <a:ext uri="{FF2B5EF4-FFF2-40B4-BE49-F238E27FC236}">
                <a16:creationId xmlns:a16="http://schemas.microsoft.com/office/drawing/2014/main" id="{2038F469-45FE-D729-64E9-7C6D955024EB}"/>
              </a:ext>
            </a:extLst>
          </p:cNvPr>
          <p:cNvGrpSpPr>
            <a:grpSpLocks/>
          </p:cNvGrpSpPr>
          <p:nvPr/>
        </p:nvGrpSpPr>
        <p:grpSpPr bwMode="auto">
          <a:xfrm>
            <a:off x="3584958" y="1708206"/>
            <a:ext cx="1776574" cy="186741"/>
            <a:chOff x="1485" y="1707"/>
            <a:chExt cx="1730" cy="197"/>
          </a:xfrm>
        </p:grpSpPr>
        <p:grpSp>
          <p:nvGrpSpPr>
            <p:cNvPr id="61" name="Group 28">
              <a:extLst>
                <a:ext uri="{FF2B5EF4-FFF2-40B4-BE49-F238E27FC236}">
                  <a16:creationId xmlns:a16="http://schemas.microsoft.com/office/drawing/2014/main" id="{37C9878A-F3B5-B7AE-F202-98EFE8EE2BAB}"/>
                </a:ext>
              </a:extLst>
            </p:cNvPr>
            <p:cNvGrpSpPr>
              <a:grpSpLocks/>
            </p:cNvGrpSpPr>
            <p:nvPr/>
          </p:nvGrpSpPr>
          <p:grpSpPr bwMode="auto">
            <a:xfrm rot="1498195">
              <a:off x="2747" y="1749"/>
              <a:ext cx="468" cy="155"/>
              <a:chOff x="4105" y="1253"/>
              <a:chExt cx="317" cy="90"/>
            </a:xfrm>
          </p:grpSpPr>
          <p:sp>
            <p:nvSpPr>
              <p:cNvPr id="65" name="Rectangle 29">
                <a:extLst>
                  <a:ext uri="{FF2B5EF4-FFF2-40B4-BE49-F238E27FC236}">
                    <a16:creationId xmlns:a16="http://schemas.microsoft.com/office/drawing/2014/main" id="{B3FC4A0C-0294-8958-1C85-0B3E3AD6E329}"/>
                  </a:ext>
                </a:extLst>
              </p:cNvPr>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6" name="Line 30">
                <a:extLst>
                  <a:ext uri="{FF2B5EF4-FFF2-40B4-BE49-F238E27FC236}">
                    <a16:creationId xmlns:a16="http://schemas.microsoft.com/office/drawing/2014/main" id="{E6CA3212-9BD0-E352-4985-B1ECFD9DF31E}"/>
                  </a:ext>
                </a:extLst>
              </p:cNvPr>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62" name="Group 71">
              <a:extLst>
                <a:ext uri="{FF2B5EF4-FFF2-40B4-BE49-F238E27FC236}">
                  <a16:creationId xmlns:a16="http://schemas.microsoft.com/office/drawing/2014/main" id="{68C75AB0-59B0-73FB-89A4-AC9F6B77609F}"/>
                </a:ext>
              </a:extLst>
            </p:cNvPr>
            <p:cNvGrpSpPr>
              <a:grpSpLocks/>
            </p:cNvGrpSpPr>
            <p:nvPr/>
          </p:nvGrpSpPr>
          <p:grpSpPr bwMode="auto">
            <a:xfrm rot="20121053" flipH="1">
              <a:off x="1485" y="1707"/>
              <a:ext cx="467" cy="156"/>
              <a:chOff x="4105" y="1253"/>
              <a:chExt cx="317" cy="90"/>
            </a:xfrm>
          </p:grpSpPr>
          <p:sp>
            <p:nvSpPr>
              <p:cNvPr id="63" name="Rectangle 72">
                <a:extLst>
                  <a:ext uri="{FF2B5EF4-FFF2-40B4-BE49-F238E27FC236}">
                    <a16:creationId xmlns:a16="http://schemas.microsoft.com/office/drawing/2014/main" id="{490A6AFC-40B3-3E1A-FD92-6437C529CE30}"/>
                  </a:ext>
                </a:extLst>
              </p:cNvPr>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4" name="Line 73">
                <a:extLst>
                  <a:ext uri="{FF2B5EF4-FFF2-40B4-BE49-F238E27FC236}">
                    <a16:creationId xmlns:a16="http://schemas.microsoft.com/office/drawing/2014/main" id="{7296EB1C-44C2-BB8E-7F1B-8728E5B641CB}"/>
                  </a:ext>
                </a:extLst>
              </p:cNvPr>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sp>
        <p:nvSpPr>
          <p:cNvPr id="67" name="Text Box 74">
            <a:extLst>
              <a:ext uri="{FF2B5EF4-FFF2-40B4-BE49-F238E27FC236}">
                <a16:creationId xmlns:a16="http://schemas.microsoft.com/office/drawing/2014/main" id="{00692BA3-5422-26E1-897C-92AF9C1432A4}"/>
              </a:ext>
            </a:extLst>
          </p:cNvPr>
          <p:cNvSpPr txBox="1">
            <a:spLocks noChangeArrowheads="1"/>
          </p:cNvSpPr>
          <p:nvPr/>
        </p:nvSpPr>
        <p:spPr bwMode="auto">
          <a:xfrm>
            <a:off x="5869858" y="204092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3</a:t>
            </a:r>
          </a:p>
        </p:txBody>
      </p:sp>
      <p:sp>
        <p:nvSpPr>
          <p:cNvPr id="68" name="Text Box 75">
            <a:extLst>
              <a:ext uri="{FF2B5EF4-FFF2-40B4-BE49-F238E27FC236}">
                <a16:creationId xmlns:a16="http://schemas.microsoft.com/office/drawing/2014/main" id="{E8EAD853-7C29-3950-80F0-CAD28373DC1D}"/>
              </a:ext>
            </a:extLst>
          </p:cNvPr>
          <p:cNvSpPr txBox="1">
            <a:spLocks noChangeArrowheads="1"/>
          </p:cNvSpPr>
          <p:nvPr/>
        </p:nvSpPr>
        <p:spPr bwMode="auto">
          <a:xfrm>
            <a:off x="2884598" y="2918708"/>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4</a:t>
            </a:r>
          </a:p>
        </p:txBody>
      </p:sp>
      <p:sp>
        <p:nvSpPr>
          <p:cNvPr id="69" name="Text Box 76">
            <a:extLst>
              <a:ext uri="{FF2B5EF4-FFF2-40B4-BE49-F238E27FC236}">
                <a16:creationId xmlns:a16="http://schemas.microsoft.com/office/drawing/2014/main" id="{17F2DC61-93E0-AC3F-202A-06D069D99D11}"/>
              </a:ext>
            </a:extLst>
          </p:cNvPr>
          <p:cNvSpPr txBox="1">
            <a:spLocks noChangeArrowheads="1"/>
          </p:cNvSpPr>
          <p:nvPr/>
        </p:nvSpPr>
        <p:spPr bwMode="auto">
          <a:xfrm>
            <a:off x="2059980" y="352064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6</a:t>
            </a:r>
          </a:p>
        </p:txBody>
      </p:sp>
      <p:sp>
        <p:nvSpPr>
          <p:cNvPr id="70" name="Text Box 77">
            <a:extLst>
              <a:ext uri="{FF2B5EF4-FFF2-40B4-BE49-F238E27FC236}">
                <a16:creationId xmlns:a16="http://schemas.microsoft.com/office/drawing/2014/main" id="{97C77164-CD5A-927A-F060-C1F4E46223E6}"/>
              </a:ext>
            </a:extLst>
          </p:cNvPr>
          <p:cNvSpPr txBox="1">
            <a:spLocks noChangeArrowheads="1"/>
          </p:cNvSpPr>
          <p:nvPr/>
        </p:nvSpPr>
        <p:spPr bwMode="auto">
          <a:xfrm>
            <a:off x="4258618" y="3613539"/>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7</a:t>
            </a:r>
          </a:p>
        </p:txBody>
      </p:sp>
      <p:sp>
        <p:nvSpPr>
          <p:cNvPr id="71" name="Text Box 78">
            <a:extLst>
              <a:ext uri="{FF2B5EF4-FFF2-40B4-BE49-F238E27FC236}">
                <a16:creationId xmlns:a16="http://schemas.microsoft.com/office/drawing/2014/main" id="{60BB1EEA-C3C9-9A8D-1DD1-857C667D35BA}"/>
              </a:ext>
            </a:extLst>
          </p:cNvPr>
          <p:cNvSpPr txBox="1">
            <a:spLocks noChangeArrowheads="1"/>
          </p:cNvSpPr>
          <p:nvPr/>
        </p:nvSpPr>
        <p:spPr bwMode="auto">
          <a:xfrm>
            <a:off x="6591784" y="347514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8</a:t>
            </a:r>
          </a:p>
        </p:txBody>
      </p:sp>
      <p:grpSp>
        <p:nvGrpSpPr>
          <p:cNvPr id="72" name="Group 113">
            <a:extLst>
              <a:ext uri="{FF2B5EF4-FFF2-40B4-BE49-F238E27FC236}">
                <a16:creationId xmlns:a16="http://schemas.microsoft.com/office/drawing/2014/main" id="{51B3AD7F-4FCB-B198-6040-EFB8C5D31912}"/>
              </a:ext>
            </a:extLst>
          </p:cNvPr>
          <p:cNvGrpSpPr>
            <a:grpSpLocks/>
          </p:cNvGrpSpPr>
          <p:nvPr/>
        </p:nvGrpSpPr>
        <p:grpSpPr bwMode="auto">
          <a:xfrm>
            <a:off x="3760561" y="3098815"/>
            <a:ext cx="2796307" cy="689144"/>
            <a:chOff x="1656" y="3174"/>
            <a:chExt cx="2723" cy="727"/>
          </a:xfrm>
        </p:grpSpPr>
        <p:grpSp>
          <p:nvGrpSpPr>
            <p:cNvPr id="73" name="Group 56">
              <a:extLst>
                <a:ext uri="{FF2B5EF4-FFF2-40B4-BE49-F238E27FC236}">
                  <a16:creationId xmlns:a16="http://schemas.microsoft.com/office/drawing/2014/main" id="{CEC22953-209F-9E7A-FCC9-DA1379ED2DD4}"/>
                </a:ext>
              </a:extLst>
            </p:cNvPr>
            <p:cNvGrpSpPr>
              <a:grpSpLocks/>
            </p:cNvGrpSpPr>
            <p:nvPr/>
          </p:nvGrpSpPr>
          <p:grpSpPr bwMode="auto">
            <a:xfrm flipH="1">
              <a:off x="1656" y="3174"/>
              <a:ext cx="467" cy="155"/>
              <a:chOff x="4105" y="1253"/>
              <a:chExt cx="317" cy="90"/>
            </a:xfrm>
          </p:grpSpPr>
          <p:sp>
            <p:nvSpPr>
              <p:cNvPr id="80" name="Rectangle 57">
                <a:extLst>
                  <a:ext uri="{FF2B5EF4-FFF2-40B4-BE49-F238E27FC236}">
                    <a16:creationId xmlns:a16="http://schemas.microsoft.com/office/drawing/2014/main" id="{A3B09CAE-AAF2-1AF1-C886-F3AC55F23CE9}"/>
                  </a:ext>
                </a:extLst>
              </p:cNvPr>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1" name="Line 58">
                <a:extLst>
                  <a:ext uri="{FF2B5EF4-FFF2-40B4-BE49-F238E27FC236}">
                    <a16:creationId xmlns:a16="http://schemas.microsoft.com/office/drawing/2014/main" id="{75F77488-504E-E254-297A-5D0876B11A19}"/>
                  </a:ext>
                </a:extLst>
              </p:cNvPr>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4" name="Group 68">
              <a:extLst>
                <a:ext uri="{FF2B5EF4-FFF2-40B4-BE49-F238E27FC236}">
                  <a16:creationId xmlns:a16="http://schemas.microsoft.com/office/drawing/2014/main" id="{79ED9FF9-37A7-31E3-867D-A47FD4B6A732}"/>
                </a:ext>
              </a:extLst>
            </p:cNvPr>
            <p:cNvGrpSpPr>
              <a:grpSpLocks/>
            </p:cNvGrpSpPr>
            <p:nvPr/>
          </p:nvGrpSpPr>
          <p:grpSpPr bwMode="auto">
            <a:xfrm rot="1818208">
              <a:off x="3910" y="3523"/>
              <a:ext cx="469" cy="154"/>
              <a:chOff x="4105" y="1253"/>
              <a:chExt cx="317" cy="90"/>
            </a:xfrm>
          </p:grpSpPr>
          <p:sp>
            <p:nvSpPr>
              <p:cNvPr id="78" name="Rectangle 69">
                <a:extLst>
                  <a:ext uri="{FF2B5EF4-FFF2-40B4-BE49-F238E27FC236}">
                    <a16:creationId xmlns:a16="http://schemas.microsoft.com/office/drawing/2014/main" id="{FED84BB7-8604-C1E0-D56F-9EE27252363E}"/>
                  </a:ext>
                </a:extLst>
              </p:cNvPr>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9" name="Line 70">
                <a:extLst>
                  <a:ext uri="{FF2B5EF4-FFF2-40B4-BE49-F238E27FC236}">
                    <a16:creationId xmlns:a16="http://schemas.microsoft.com/office/drawing/2014/main" id="{634AD53C-8EBF-ED11-0418-379DEB08A814}"/>
                  </a:ext>
                </a:extLst>
              </p:cNvPr>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75" name="Group 80">
              <a:extLst>
                <a:ext uri="{FF2B5EF4-FFF2-40B4-BE49-F238E27FC236}">
                  <a16:creationId xmlns:a16="http://schemas.microsoft.com/office/drawing/2014/main" id="{36865721-15B2-B027-5A2A-A5FD5C11BDA0}"/>
                </a:ext>
              </a:extLst>
            </p:cNvPr>
            <p:cNvGrpSpPr>
              <a:grpSpLocks/>
            </p:cNvGrpSpPr>
            <p:nvPr/>
          </p:nvGrpSpPr>
          <p:grpSpPr bwMode="auto">
            <a:xfrm rot="19765545" flipH="1">
              <a:off x="2955" y="3747"/>
              <a:ext cx="469" cy="154"/>
              <a:chOff x="4105" y="1253"/>
              <a:chExt cx="317" cy="90"/>
            </a:xfrm>
          </p:grpSpPr>
          <p:sp>
            <p:nvSpPr>
              <p:cNvPr id="76" name="Rectangle 81">
                <a:extLst>
                  <a:ext uri="{FF2B5EF4-FFF2-40B4-BE49-F238E27FC236}">
                    <a16:creationId xmlns:a16="http://schemas.microsoft.com/office/drawing/2014/main" id="{0DED4EEF-412E-A8A5-9521-A9B1C2182695}"/>
                  </a:ext>
                </a:extLst>
              </p:cNvPr>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7" name="Line 82">
                <a:extLst>
                  <a:ext uri="{FF2B5EF4-FFF2-40B4-BE49-F238E27FC236}">
                    <a16:creationId xmlns:a16="http://schemas.microsoft.com/office/drawing/2014/main" id="{4F573758-FC33-9184-BF06-74F198581100}"/>
                  </a:ext>
                </a:extLst>
              </p:cNvPr>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82" name="Group 112">
            <a:extLst>
              <a:ext uri="{FF2B5EF4-FFF2-40B4-BE49-F238E27FC236}">
                <a16:creationId xmlns:a16="http://schemas.microsoft.com/office/drawing/2014/main" id="{33EF307A-0A8D-6DFF-1104-25A18A0B0D36}"/>
              </a:ext>
            </a:extLst>
          </p:cNvPr>
          <p:cNvGrpSpPr>
            <a:grpSpLocks/>
          </p:cNvGrpSpPr>
          <p:nvPr/>
        </p:nvGrpSpPr>
        <p:grpSpPr bwMode="auto">
          <a:xfrm>
            <a:off x="3619873" y="3083648"/>
            <a:ext cx="1514709" cy="836072"/>
            <a:chOff x="1522" y="3174"/>
            <a:chExt cx="1475" cy="882"/>
          </a:xfrm>
        </p:grpSpPr>
        <p:grpSp>
          <p:nvGrpSpPr>
            <p:cNvPr id="83" name="Group 59">
              <a:extLst>
                <a:ext uri="{FF2B5EF4-FFF2-40B4-BE49-F238E27FC236}">
                  <a16:creationId xmlns:a16="http://schemas.microsoft.com/office/drawing/2014/main" id="{5444262B-053D-864B-0D38-3B21D7F7BD07}"/>
                </a:ext>
              </a:extLst>
            </p:cNvPr>
            <p:cNvGrpSpPr>
              <a:grpSpLocks/>
            </p:cNvGrpSpPr>
            <p:nvPr/>
          </p:nvGrpSpPr>
          <p:grpSpPr bwMode="auto">
            <a:xfrm flipH="1">
              <a:off x="1522" y="3174"/>
              <a:ext cx="134" cy="157"/>
              <a:chOff x="3470" y="572"/>
              <a:chExt cx="91" cy="91"/>
            </a:xfrm>
          </p:grpSpPr>
          <p:sp>
            <p:nvSpPr>
              <p:cNvPr id="87" name="Line 60">
                <a:extLst>
                  <a:ext uri="{FF2B5EF4-FFF2-40B4-BE49-F238E27FC236}">
                    <a16:creationId xmlns:a16="http://schemas.microsoft.com/office/drawing/2014/main" id="{7E555FB7-2144-460F-3B3D-AC3671508A2C}"/>
                  </a:ext>
                </a:extLst>
              </p:cNvPr>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8" name="Line 61">
                <a:extLst>
                  <a:ext uri="{FF2B5EF4-FFF2-40B4-BE49-F238E27FC236}">
                    <a16:creationId xmlns:a16="http://schemas.microsoft.com/office/drawing/2014/main" id="{D50217B6-5EA5-81CE-2CCC-AC8C7CCE3AD9}"/>
                  </a:ext>
                </a:extLst>
              </p:cNvPr>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84" name="Group 83">
              <a:extLst>
                <a:ext uri="{FF2B5EF4-FFF2-40B4-BE49-F238E27FC236}">
                  <a16:creationId xmlns:a16="http://schemas.microsoft.com/office/drawing/2014/main" id="{EEAC8BE6-2472-F9F4-A35F-8B5E9DCC43D7}"/>
                </a:ext>
              </a:extLst>
            </p:cNvPr>
            <p:cNvGrpSpPr>
              <a:grpSpLocks/>
            </p:cNvGrpSpPr>
            <p:nvPr/>
          </p:nvGrpSpPr>
          <p:grpSpPr bwMode="auto">
            <a:xfrm rot="19765545" flipH="1">
              <a:off x="2863" y="3900"/>
              <a:ext cx="134" cy="156"/>
              <a:chOff x="3470" y="572"/>
              <a:chExt cx="91" cy="91"/>
            </a:xfrm>
          </p:grpSpPr>
          <p:sp>
            <p:nvSpPr>
              <p:cNvPr id="85" name="Line 84">
                <a:extLst>
                  <a:ext uri="{FF2B5EF4-FFF2-40B4-BE49-F238E27FC236}">
                    <a16:creationId xmlns:a16="http://schemas.microsoft.com/office/drawing/2014/main" id="{E19EB0F7-51B4-E524-76A4-9726143A9CF2}"/>
                  </a:ext>
                </a:extLst>
              </p:cNvPr>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6" name="Line 85">
                <a:extLst>
                  <a:ext uri="{FF2B5EF4-FFF2-40B4-BE49-F238E27FC236}">
                    <a16:creationId xmlns:a16="http://schemas.microsoft.com/office/drawing/2014/main" id="{2CDCB00F-32AA-F31A-C9FA-7F4123DAA3FC}"/>
                  </a:ext>
                </a:extLst>
              </p:cNvPr>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pic>
        <p:nvPicPr>
          <p:cNvPr id="89" name="Picture 86">
            <a:extLst>
              <a:ext uri="{FF2B5EF4-FFF2-40B4-BE49-F238E27FC236}">
                <a16:creationId xmlns:a16="http://schemas.microsoft.com/office/drawing/2014/main" id="{E514938C-74CF-C9EE-E912-9C00C96852BE}"/>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89814" y="1526203"/>
            <a:ext cx="481627" cy="295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0" name="Text Box 87">
            <a:extLst>
              <a:ext uri="{FF2B5EF4-FFF2-40B4-BE49-F238E27FC236}">
                <a16:creationId xmlns:a16="http://schemas.microsoft.com/office/drawing/2014/main" id="{CB4DF507-D364-8905-A0B0-5AD571CF51E8}"/>
              </a:ext>
            </a:extLst>
          </p:cNvPr>
          <p:cNvSpPr txBox="1">
            <a:spLocks noChangeArrowheads="1"/>
          </p:cNvSpPr>
          <p:nvPr/>
        </p:nvSpPr>
        <p:spPr bwMode="auto">
          <a:xfrm>
            <a:off x="4464002" y="1298700"/>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1</a:t>
            </a:r>
          </a:p>
        </p:txBody>
      </p:sp>
      <p:sp>
        <p:nvSpPr>
          <p:cNvPr id="91" name="Text Box 88">
            <a:extLst>
              <a:ext uri="{FF2B5EF4-FFF2-40B4-BE49-F238E27FC236}">
                <a16:creationId xmlns:a16="http://schemas.microsoft.com/office/drawing/2014/main" id="{2DD7819E-1F60-60D4-CB98-8581752C1E50}"/>
              </a:ext>
            </a:extLst>
          </p:cNvPr>
          <p:cNvSpPr txBox="1">
            <a:spLocks noChangeArrowheads="1"/>
          </p:cNvSpPr>
          <p:nvPr/>
        </p:nvSpPr>
        <p:spPr bwMode="auto">
          <a:xfrm>
            <a:off x="5287593" y="2871312"/>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5</a:t>
            </a:r>
          </a:p>
        </p:txBody>
      </p:sp>
      <p:sp>
        <p:nvSpPr>
          <p:cNvPr id="92" name="Text Box 89">
            <a:extLst>
              <a:ext uri="{FF2B5EF4-FFF2-40B4-BE49-F238E27FC236}">
                <a16:creationId xmlns:a16="http://schemas.microsoft.com/office/drawing/2014/main" id="{043A0BEC-183D-77BF-0D3E-7FBAB1116862}"/>
              </a:ext>
            </a:extLst>
          </p:cNvPr>
          <p:cNvSpPr txBox="1">
            <a:spLocks noChangeArrowheads="1"/>
          </p:cNvSpPr>
          <p:nvPr/>
        </p:nvSpPr>
        <p:spPr bwMode="auto">
          <a:xfrm>
            <a:off x="2813740" y="1902530"/>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a:latin typeface="微软雅黑" pitchFamily="34" charset="-122"/>
                <a:ea typeface="微软雅黑" pitchFamily="34" charset="-122"/>
              </a:rPr>
              <a:t>R</a:t>
            </a:r>
            <a:r>
              <a:rPr lang="en-US" altLang="zh-CN" sz="1400" b="1" baseline="-25000">
                <a:latin typeface="微软雅黑" pitchFamily="34" charset="-122"/>
                <a:ea typeface="微软雅黑" pitchFamily="34" charset="-122"/>
              </a:rPr>
              <a:t>2</a:t>
            </a:r>
          </a:p>
        </p:txBody>
      </p:sp>
      <p:grpSp>
        <p:nvGrpSpPr>
          <p:cNvPr id="93" name="Group 92">
            <a:extLst>
              <a:ext uri="{FF2B5EF4-FFF2-40B4-BE49-F238E27FC236}">
                <a16:creationId xmlns:a16="http://schemas.microsoft.com/office/drawing/2014/main" id="{B235F1A4-80D3-3474-9B15-1FD161F483B1}"/>
              </a:ext>
            </a:extLst>
          </p:cNvPr>
          <p:cNvGrpSpPr>
            <a:grpSpLocks/>
          </p:cNvGrpSpPr>
          <p:nvPr/>
        </p:nvGrpSpPr>
        <p:grpSpPr bwMode="auto">
          <a:xfrm>
            <a:off x="5350606" y="1489376"/>
            <a:ext cx="617180" cy="147877"/>
            <a:chOff x="3107" y="572"/>
            <a:chExt cx="408" cy="91"/>
          </a:xfrm>
        </p:grpSpPr>
        <p:grpSp>
          <p:nvGrpSpPr>
            <p:cNvPr id="94" name="Group 93">
              <a:extLst>
                <a:ext uri="{FF2B5EF4-FFF2-40B4-BE49-F238E27FC236}">
                  <a16:creationId xmlns:a16="http://schemas.microsoft.com/office/drawing/2014/main" id="{A763B799-9FBF-EC1C-1356-064D7A354FE4}"/>
                </a:ext>
              </a:extLst>
            </p:cNvPr>
            <p:cNvGrpSpPr>
              <a:grpSpLocks/>
            </p:cNvGrpSpPr>
            <p:nvPr/>
          </p:nvGrpSpPr>
          <p:grpSpPr bwMode="auto">
            <a:xfrm>
              <a:off x="3107" y="572"/>
              <a:ext cx="317" cy="90"/>
              <a:chOff x="4105" y="1253"/>
              <a:chExt cx="317" cy="90"/>
            </a:xfrm>
          </p:grpSpPr>
          <p:sp>
            <p:nvSpPr>
              <p:cNvPr id="98" name="Rectangle 94">
                <a:extLst>
                  <a:ext uri="{FF2B5EF4-FFF2-40B4-BE49-F238E27FC236}">
                    <a16:creationId xmlns:a16="http://schemas.microsoft.com/office/drawing/2014/main" id="{6C6356A3-2B10-72DC-3ED3-7730C376FDFD}"/>
                  </a:ext>
                </a:extLst>
              </p:cNvPr>
              <p:cNvSpPr>
                <a:spLocks noChangeArrowheads="1"/>
              </p:cNvSpPr>
              <p:nvPr/>
            </p:nvSpPr>
            <p:spPr bwMode="auto">
              <a:xfrm>
                <a:off x="4105" y="1253"/>
                <a:ext cx="181" cy="90"/>
              </a:xfrm>
              <a:prstGeom prst="rect">
                <a:avLst/>
              </a:prstGeom>
              <a:solidFill>
                <a:srgbClr val="CC00CC"/>
              </a:solidFill>
              <a:ln w="9525">
                <a:solidFill>
                  <a:srgbClr val="CC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9" name="Line 95">
                <a:extLst>
                  <a:ext uri="{FF2B5EF4-FFF2-40B4-BE49-F238E27FC236}">
                    <a16:creationId xmlns:a16="http://schemas.microsoft.com/office/drawing/2014/main" id="{0DE8F256-63E9-E404-47F4-8995F2690777}"/>
                  </a:ext>
                </a:extLst>
              </p:cNvPr>
              <p:cNvSpPr>
                <a:spLocks noChangeShapeType="1"/>
              </p:cNvSpPr>
              <p:nvPr/>
            </p:nvSpPr>
            <p:spPr bwMode="auto">
              <a:xfrm flipV="1">
                <a:off x="4150" y="1298"/>
                <a:ext cx="272" cy="0"/>
              </a:xfrm>
              <a:prstGeom prst="line">
                <a:avLst/>
              </a:prstGeom>
              <a:noFill/>
              <a:ln w="28575">
                <a:solidFill>
                  <a:srgbClr val="CC00CC"/>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95" name="Group 96">
              <a:extLst>
                <a:ext uri="{FF2B5EF4-FFF2-40B4-BE49-F238E27FC236}">
                  <a16:creationId xmlns:a16="http://schemas.microsoft.com/office/drawing/2014/main" id="{3F3BBD75-9996-9477-640F-E7C860809C3A}"/>
                </a:ext>
              </a:extLst>
            </p:cNvPr>
            <p:cNvGrpSpPr>
              <a:grpSpLocks/>
            </p:cNvGrpSpPr>
            <p:nvPr/>
          </p:nvGrpSpPr>
          <p:grpSpPr bwMode="auto">
            <a:xfrm>
              <a:off x="3424" y="572"/>
              <a:ext cx="91" cy="91"/>
              <a:chOff x="3470" y="572"/>
              <a:chExt cx="91" cy="91"/>
            </a:xfrm>
          </p:grpSpPr>
          <p:sp>
            <p:nvSpPr>
              <p:cNvPr id="96" name="Line 97">
                <a:extLst>
                  <a:ext uri="{FF2B5EF4-FFF2-40B4-BE49-F238E27FC236}">
                    <a16:creationId xmlns:a16="http://schemas.microsoft.com/office/drawing/2014/main" id="{A219FCD4-CA83-E64F-FADE-986CB5E93BAC}"/>
                  </a:ext>
                </a:extLst>
              </p:cNvPr>
              <p:cNvSpPr>
                <a:spLocks noChangeShapeType="1"/>
              </p:cNvSpPr>
              <p:nvPr/>
            </p:nvSpPr>
            <p:spPr bwMode="auto">
              <a:xfrm>
                <a:off x="3470" y="572"/>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97" name="Line 98">
                <a:extLst>
                  <a:ext uri="{FF2B5EF4-FFF2-40B4-BE49-F238E27FC236}">
                    <a16:creationId xmlns:a16="http://schemas.microsoft.com/office/drawing/2014/main" id="{BEA72BBE-4B16-A93B-929B-28E9369FB0E8}"/>
                  </a:ext>
                </a:extLst>
              </p:cNvPr>
              <p:cNvSpPr>
                <a:spLocks noChangeShapeType="1"/>
              </p:cNvSpPr>
              <p:nvPr/>
            </p:nvSpPr>
            <p:spPr bwMode="auto">
              <a:xfrm rot="5400000">
                <a:off x="3471" y="571"/>
                <a:ext cx="90" cy="91"/>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100" name="Group 99">
            <a:extLst>
              <a:ext uri="{FF2B5EF4-FFF2-40B4-BE49-F238E27FC236}">
                <a16:creationId xmlns:a16="http://schemas.microsoft.com/office/drawing/2014/main" id="{CDD7D5B2-80B8-8482-E5E6-2F1E992363B7}"/>
              </a:ext>
            </a:extLst>
          </p:cNvPr>
          <p:cNvGrpSpPr>
            <a:grpSpLocks/>
          </p:cNvGrpSpPr>
          <p:nvPr/>
        </p:nvGrpSpPr>
        <p:grpSpPr bwMode="auto">
          <a:xfrm>
            <a:off x="5350606" y="1233288"/>
            <a:ext cx="479572" cy="145981"/>
            <a:chOff x="4105" y="1253"/>
            <a:chExt cx="317" cy="90"/>
          </a:xfrm>
        </p:grpSpPr>
        <p:sp>
          <p:nvSpPr>
            <p:cNvPr id="101" name="Rectangle 100">
              <a:extLst>
                <a:ext uri="{FF2B5EF4-FFF2-40B4-BE49-F238E27FC236}">
                  <a16:creationId xmlns:a16="http://schemas.microsoft.com/office/drawing/2014/main" id="{54680035-5967-E7E4-3C1D-8907B42FE74E}"/>
                </a:ext>
              </a:extLst>
            </p:cNvPr>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2" name="Line 101">
              <a:extLst>
                <a:ext uri="{FF2B5EF4-FFF2-40B4-BE49-F238E27FC236}">
                  <a16:creationId xmlns:a16="http://schemas.microsoft.com/office/drawing/2014/main" id="{8485D7C9-5E1E-4BCB-7D2F-CF2DED802B3E}"/>
                </a:ext>
              </a:extLst>
            </p:cNvPr>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103" name="Text Box 102">
            <a:extLst>
              <a:ext uri="{FF2B5EF4-FFF2-40B4-BE49-F238E27FC236}">
                <a16:creationId xmlns:a16="http://schemas.microsoft.com/office/drawing/2014/main" id="{F5A2AA76-8839-67C6-163B-7AB8A693600B}"/>
              </a:ext>
            </a:extLst>
          </p:cNvPr>
          <p:cNvSpPr txBox="1">
            <a:spLocks noChangeArrowheads="1"/>
          </p:cNvSpPr>
          <p:nvPr/>
        </p:nvSpPr>
        <p:spPr bwMode="auto">
          <a:xfrm>
            <a:off x="5967481" y="1151766"/>
            <a:ext cx="14414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转发多播数据报</a:t>
            </a:r>
          </a:p>
        </p:txBody>
      </p:sp>
      <p:sp>
        <p:nvSpPr>
          <p:cNvPr id="104" name="Text Box 103">
            <a:extLst>
              <a:ext uri="{FF2B5EF4-FFF2-40B4-BE49-F238E27FC236}">
                <a16:creationId xmlns:a16="http://schemas.microsoft.com/office/drawing/2014/main" id="{86BEA7CF-3105-2EA2-9D01-5446846C70F7}"/>
              </a:ext>
            </a:extLst>
          </p:cNvPr>
          <p:cNvSpPr txBox="1">
            <a:spLocks noChangeArrowheads="1"/>
          </p:cNvSpPr>
          <p:nvPr/>
        </p:nvSpPr>
        <p:spPr bwMode="auto">
          <a:xfrm>
            <a:off x="5982163" y="1409750"/>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latin typeface="微软雅黑" pitchFamily="34" charset="-122"/>
                <a:ea typeface="微软雅黑" pitchFamily="34" charset="-122"/>
              </a:rPr>
              <a:t>收到后即丢弃</a:t>
            </a:r>
          </a:p>
        </p:txBody>
      </p:sp>
      <p:sp>
        <p:nvSpPr>
          <p:cNvPr id="107" name="Text Box 126">
            <a:extLst>
              <a:ext uri="{FF2B5EF4-FFF2-40B4-BE49-F238E27FC236}">
                <a16:creationId xmlns:a16="http://schemas.microsoft.com/office/drawing/2014/main" id="{0CE07B59-3A92-7AB6-CA6B-46D9CC4B4106}"/>
              </a:ext>
            </a:extLst>
          </p:cNvPr>
          <p:cNvSpPr txBox="1">
            <a:spLocks noChangeArrowheads="1"/>
          </p:cNvSpPr>
          <p:nvPr/>
        </p:nvSpPr>
        <p:spPr bwMode="auto">
          <a:xfrm>
            <a:off x="960303" y="2019789"/>
            <a:ext cx="1785473" cy="584775"/>
          </a:xfrm>
          <a:prstGeom prst="rect">
            <a:avLst/>
          </a:prstGeom>
          <a:solidFill>
            <a:srgbClr val="00FF99"/>
          </a:solidFill>
          <a:ln w="9525">
            <a:solidFill>
              <a:schemeClr val="folHlink"/>
            </a:solidFill>
            <a:miter lim="800000"/>
            <a:headEnd/>
            <a:tailEnd/>
          </a:ln>
          <a:effectLst/>
        </p:spPr>
        <p:txBody>
          <a:bodyPr wrap="square">
            <a:spAutoFit/>
          </a:bodyPr>
          <a:lstStyle/>
          <a:p>
            <a:pPr algn="ctr"/>
            <a:r>
              <a:rPr kumimoji="1" lang="zh-CN" altLang="en-US" sz="1600" b="1" dirty="0">
                <a:latin typeface="微软雅黑" pitchFamily="34" charset="-122"/>
                <a:ea typeface="微软雅黑" pitchFamily="34" charset="-122"/>
              </a:rPr>
              <a:t>反向路径广播 </a:t>
            </a:r>
            <a:r>
              <a:rPr kumimoji="1" lang="en-US" altLang="zh-CN" sz="1600" b="1" dirty="0">
                <a:latin typeface="微软雅黑" pitchFamily="34" charset="-122"/>
                <a:ea typeface="微软雅黑" pitchFamily="34" charset="-122"/>
              </a:rPr>
              <a:t>RPB </a:t>
            </a:r>
            <a:r>
              <a:rPr kumimoji="1" lang="zh-CN" altLang="en-US" sz="1600" b="1" dirty="0">
                <a:latin typeface="微软雅黑" pitchFamily="34" charset="-122"/>
                <a:ea typeface="微软雅黑" pitchFamily="34" charset="-122"/>
              </a:rPr>
              <a:t>和剪除 </a:t>
            </a:r>
          </a:p>
        </p:txBody>
      </p:sp>
      <p:pic>
        <p:nvPicPr>
          <p:cNvPr id="108" name="Picture 246" descr="jisuanji">
            <a:extLst>
              <a:ext uri="{FF2B5EF4-FFF2-40B4-BE49-F238E27FC236}">
                <a16:creationId xmlns:a16="http://schemas.microsoft.com/office/drawing/2014/main" id="{616F03EF-1361-4A0C-04E2-D1CC21FC5B6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95893" y="797155"/>
            <a:ext cx="488885" cy="48888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371911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repeatCount="300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35" presetClass="emph" presetSubtype="0" repeatCount="3000" fill="hold" nodeType="clickEffect">
                                  <p:stCondLst>
                                    <p:cond delay="0"/>
                                  </p:stCondLst>
                                  <p:childTnLst>
                                    <p:anim calcmode="discrete" valueType="str">
                                      <p:cBhvr>
                                        <p:cTn id="11" dur="1000" fill="hold"/>
                                        <p:tgtEl>
                                          <p:spTgt spid="20"/>
                                        </p:tgtEl>
                                        <p:attrNameLst>
                                          <p:attrName>style.visibility</p:attrName>
                                        </p:attrNameLst>
                                      </p:cBhvr>
                                      <p:tavLst>
                                        <p:tav tm="0">
                                          <p:val>
                                            <p:strVal val="hidden"/>
                                          </p:val>
                                        </p:tav>
                                        <p:tav tm="50000">
                                          <p:val>
                                            <p:strVal val="visible"/>
                                          </p:val>
                                        </p:tav>
                                      </p:tavLst>
                                    </p:anim>
                                  </p:childTnLst>
                                </p:cTn>
                              </p:par>
                              <p:par>
                                <p:cTn id="12" presetID="1" presetClass="exit" presetSubtype="0" fill="hold" grpId="0" nodeType="withEffect">
                                  <p:stCondLst>
                                    <p:cond delay="0"/>
                                  </p:stCondLst>
                                  <p:childTnLst>
                                    <p:set>
                                      <p:cBhvr>
                                        <p:cTn id="13" dur="1" fill="hold">
                                          <p:stCondLst>
                                            <p:cond delay="0"/>
                                          </p:stCondLst>
                                        </p:cTn>
                                        <p:tgtEl>
                                          <p:spTgt spid="1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 grpId="0" animBg="1"/>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37492"/>
            <a:ext cx="8053711" cy="311804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24925"/>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4" y="574949"/>
            <a:ext cx="5213215" cy="400110"/>
          </a:xfrm>
          <a:prstGeom prst="rect">
            <a:avLst/>
          </a:prstGeom>
        </p:spPr>
        <p:txBody>
          <a:bodyPr wrap="square">
            <a:spAutoFit/>
          </a:bodyPr>
          <a:lstStyle/>
          <a:p>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隧道技术 </a:t>
            </a:r>
            <a:r>
              <a:rPr lang="en-US" altLang="zh-CN" sz="2000" b="1" dirty="0">
                <a:latin typeface="微软雅黑" pitchFamily="34" charset="-122"/>
                <a:ea typeface="微软雅黑" pitchFamily="34" charset="-122"/>
              </a:rPr>
              <a:t>(tunneling) </a:t>
            </a:r>
            <a:endParaRPr lang="zh-CN" altLang="en-US" sz="2000" b="1" dirty="0">
              <a:latin typeface="微软雅黑" pitchFamily="34" charset="-122"/>
              <a:ea typeface="微软雅黑" pitchFamily="34" charset="-122"/>
            </a:endParaRPr>
          </a:p>
        </p:txBody>
      </p:sp>
      <p:grpSp>
        <p:nvGrpSpPr>
          <p:cNvPr id="5" name="组合 4"/>
          <p:cNvGrpSpPr/>
          <p:nvPr/>
        </p:nvGrpSpPr>
        <p:grpSpPr>
          <a:xfrm>
            <a:off x="1787573" y="2773022"/>
            <a:ext cx="5476767" cy="1305807"/>
            <a:chOff x="257860" y="4685074"/>
            <a:chExt cx="8762175" cy="2089136"/>
          </a:xfrm>
        </p:grpSpPr>
        <p:sp>
          <p:nvSpPr>
            <p:cNvPr id="6" name="AutoShape 60"/>
            <p:cNvSpPr>
              <a:spLocks noChangeArrowheads="1"/>
            </p:cNvSpPr>
            <p:nvPr/>
          </p:nvSpPr>
          <p:spPr bwMode="auto">
            <a:xfrm>
              <a:off x="257860" y="5937344"/>
              <a:ext cx="624284" cy="215900"/>
            </a:xfrm>
            <a:prstGeom prst="leftArrow">
              <a:avLst>
                <a:gd name="adj1" fmla="val 50000"/>
                <a:gd name="adj2" fmla="val 66728"/>
              </a:avLst>
            </a:prstGeom>
            <a:solidFill>
              <a:srgbClr val="FFFF00"/>
            </a:solidFill>
            <a:ln w="9525">
              <a:solidFill>
                <a:schemeClr val="tx1"/>
              </a:solidFill>
              <a:miter lim="800000"/>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7" name="Line 7"/>
            <p:cNvSpPr>
              <a:spLocks noChangeShapeType="1"/>
            </p:cNvSpPr>
            <p:nvPr/>
          </p:nvSpPr>
          <p:spPr bwMode="auto">
            <a:xfrm>
              <a:off x="1858985" y="4910499"/>
              <a:ext cx="339830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8" name="Line 8"/>
            <p:cNvSpPr>
              <a:spLocks noChangeShapeType="1"/>
            </p:cNvSpPr>
            <p:nvPr/>
          </p:nvSpPr>
          <p:spPr bwMode="auto">
            <a:xfrm>
              <a:off x="765198" y="6558057"/>
              <a:ext cx="441298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9" name="Rectangle 13"/>
            <p:cNvSpPr>
              <a:spLocks noChangeArrowheads="1"/>
            </p:cNvSpPr>
            <p:nvPr/>
          </p:nvSpPr>
          <p:spPr bwMode="auto">
            <a:xfrm>
              <a:off x="2574419" y="4752669"/>
              <a:ext cx="1828139" cy="307976"/>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0" name="Rectangle 14"/>
            <p:cNvSpPr>
              <a:spLocks noChangeArrowheads="1"/>
            </p:cNvSpPr>
            <p:nvPr/>
          </p:nvSpPr>
          <p:spPr bwMode="auto">
            <a:xfrm>
              <a:off x="2037843" y="6406564"/>
              <a:ext cx="2166938" cy="29212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1" name="Text Box 15"/>
            <p:cNvSpPr txBox="1">
              <a:spLocks noChangeArrowheads="1"/>
            </p:cNvSpPr>
            <p:nvPr/>
          </p:nvSpPr>
          <p:spPr bwMode="auto">
            <a:xfrm>
              <a:off x="2725261" y="4685074"/>
              <a:ext cx="1526458"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多播数据报</a:t>
              </a:r>
            </a:p>
          </p:txBody>
        </p:sp>
        <p:sp>
          <p:nvSpPr>
            <p:cNvPr id="12" name="Text Box 16"/>
            <p:cNvSpPr txBox="1">
              <a:spLocks noChangeArrowheads="1"/>
            </p:cNvSpPr>
            <p:nvPr/>
          </p:nvSpPr>
          <p:spPr bwMode="auto">
            <a:xfrm>
              <a:off x="2161890" y="6331045"/>
              <a:ext cx="1918844"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FF"/>
                  </a:solidFill>
                  <a:latin typeface="微软雅黑" pitchFamily="34" charset="-122"/>
                  <a:ea typeface="微软雅黑" pitchFamily="34" charset="-122"/>
                </a:rPr>
                <a:t>单播 </a:t>
              </a:r>
              <a:r>
                <a:rPr kumimoji="1" lang="en-US" altLang="zh-CN" sz="1200" b="1" dirty="0">
                  <a:solidFill>
                    <a:srgbClr val="0000FF"/>
                  </a:solidFill>
                  <a:latin typeface="微软雅黑" pitchFamily="34" charset="-122"/>
                  <a:ea typeface="微软雅黑" pitchFamily="34" charset="-122"/>
                </a:rPr>
                <a:t>IP </a:t>
              </a:r>
              <a:r>
                <a:rPr kumimoji="1" lang="zh-CN" altLang="en-US" sz="1200" b="1" dirty="0">
                  <a:solidFill>
                    <a:srgbClr val="0000FF"/>
                  </a:solidFill>
                  <a:latin typeface="微软雅黑" pitchFamily="34" charset="-122"/>
                  <a:ea typeface="微软雅黑" pitchFamily="34" charset="-122"/>
                </a:rPr>
                <a:t>数据报</a:t>
              </a:r>
            </a:p>
          </p:txBody>
        </p:sp>
        <p:sp>
          <p:nvSpPr>
            <p:cNvPr id="13" name="Rectangle 17"/>
            <p:cNvSpPr>
              <a:spLocks noChangeArrowheads="1"/>
            </p:cNvSpPr>
            <p:nvPr/>
          </p:nvSpPr>
          <p:spPr bwMode="auto">
            <a:xfrm>
              <a:off x="1858985" y="5119594"/>
              <a:ext cx="3338116" cy="414000"/>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4" name="Text Box 18"/>
            <p:cNvSpPr txBox="1">
              <a:spLocks noChangeArrowheads="1"/>
            </p:cNvSpPr>
            <p:nvPr/>
          </p:nvSpPr>
          <p:spPr bwMode="auto">
            <a:xfrm>
              <a:off x="2022366" y="5091831"/>
              <a:ext cx="787850"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首部</a:t>
              </a:r>
            </a:p>
          </p:txBody>
        </p:sp>
        <p:sp>
          <p:nvSpPr>
            <p:cNvPr id="15" name="Text Box 19"/>
            <p:cNvSpPr txBox="1">
              <a:spLocks noChangeArrowheads="1"/>
            </p:cNvSpPr>
            <p:nvPr/>
          </p:nvSpPr>
          <p:spPr bwMode="auto">
            <a:xfrm>
              <a:off x="3571898" y="5109294"/>
              <a:ext cx="936598"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数  据</a:t>
              </a:r>
            </a:p>
          </p:txBody>
        </p:sp>
        <p:sp>
          <p:nvSpPr>
            <p:cNvPr id="16" name="Line 20"/>
            <p:cNvSpPr>
              <a:spLocks noChangeShapeType="1"/>
            </p:cNvSpPr>
            <p:nvPr/>
          </p:nvSpPr>
          <p:spPr bwMode="auto">
            <a:xfrm>
              <a:off x="2932135" y="5119593"/>
              <a:ext cx="0" cy="41400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7" name="Rectangle 21"/>
            <p:cNvSpPr>
              <a:spLocks noChangeArrowheads="1"/>
            </p:cNvSpPr>
            <p:nvPr/>
          </p:nvSpPr>
          <p:spPr bwMode="auto">
            <a:xfrm>
              <a:off x="785835" y="5827806"/>
              <a:ext cx="4411266" cy="414000"/>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8" name="Rectangle 22"/>
            <p:cNvSpPr>
              <a:spLocks noChangeArrowheads="1"/>
            </p:cNvSpPr>
            <p:nvPr/>
          </p:nvSpPr>
          <p:spPr bwMode="auto">
            <a:xfrm>
              <a:off x="800188" y="5839804"/>
              <a:ext cx="1057078" cy="38880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19" name="Rectangle 23"/>
            <p:cNvSpPr>
              <a:spLocks noChangeArrowheads="1"/>
            </p:cNvSpPr>
            <p:nvPr/>
          </p:nvSpPr>
          <p:spPr bwMode="auto">
            <a:xfrm>
              <a:off x="1857266" y="5848444"/>
              <a:ext cx="3339835" cy="385200"/>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0" name="Line 24"/>
            <p:cNvSpPr>
              <a:spLocks noChangeShapeType="1"/>
            </p:cNvSpPr>
            <p:nvPr/>
          </p:nvSpPr>
          <p:spPr bwMode="auto">
            <a:xfrm>
              <a:off x="1858985" y="5827807"/>
              <a:ext cx="0" cy="41399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1" name="Text Box 25"/>
            <p:cNvSpPr txBox="1">
              <a:spLocks noChangeArrowheads="1"/>
            </p:cNvSpPr>
            <p:nvPr/>
          </p:nvSpPr>
          <p:spPr bwMode="auto">
            <a:xfrm>
              <a:off x="939232" y="5812155"/>
              <a:ext cx="787850" cy="4431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首部</a:t>
              </a:r>
            </a:p>
          </p:txBody>
        </p:sp>
        <p:sp>
          <p:nvSpPr>
            <p:cNvPr id="22" name="Text Box 26"/>
            <p:cNvSpPr txBox="1">
              <a:spLocks noChangeArrowheads="1"/>
            </p:cNvSpPr>
            <p:nvPr/>
          </p:nvSpPr>
          <p:spPr bwMode="auto">
            <a:xfrm>
              <a:off x="2878822" y="5825445"/>
              <a:ext cx="1234092" cy="4431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数      据</a:t>
              </a:r>
            </a:p>
          </p:txBody>
        </p:sp>
        <p:sp>
          <p:nvSpPr>
            <p:cNvPr id="23" name="AutoShape 27"/>
            <p:cNvSpPr>
              <a:spLocks noChangeArrowheads="1"/>
            </p:cNvSpPr>
            <p:nvPr/>
          </p:nvSpPr>
          <p:spPr bwMode="auto">
            <a:xfrm>
              <a:off x="3350047" y="5517232"/>
              <a:ext cx="221852" cy="487804"/>
            </a:xfrm>
            <a:prstGeom prst="downArrow">
              <a:avLst>
                <a:gd name="adj1" fmla="val 50000"/>
                <a:gd name="adj2" fmla="val 66667"/>
              </a:avLst>
            </a:prstGeom>
            <a:solidFill>
              <a:srgbClr val="FF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200" b="1">
                <a:solidFill>
                  <a:srgbClr val="000099"/>
                </a:solidFill>
                <a:latin typeface="微软雅黑" pitchFamily="34" charset="-122"/>
                <a:ea typeface="微软雅黑" pitchFamily="34" charset="-122"/>
              </a:endParaRPr>
            </a:p>
          </p:txBody>
        </p:sp>
        <p:sp>
          <p:nvSpPr>
            <p:cNvPr id="24" name="Line 28"/>
            <p:cNvSpPr>
              <a:spLocks noChangeShapeType="1"/>
            </p:cNvSpPr>
            <p:nvPr/>
          </p:nvSpPr>
          <p:spPr bwMode="auto">
            <a:xfrm>
              <a:off x="1858985" y="5517232"/>
              <a:ext cx="0" cy="485775"/>
            </a:xfrm>
            <a:prstGeom prst="line">
              <a:avLst/>
            </a:prstGeom>
            <a:noFill/>
            <a:ln w="19050">
              <a:solidFill>
                <a:srgbClr val="0000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5" name="Line 29"/>
            <p:cNvSpPr>
              <a:spLocks noChangeShapeType="1"/>
            </p:cNvSpPr>
            <p:nvPr/>
          </p:nvSpPr>
          <p:spPr bwMode="auto">
            <a:xfrm>
              <a:off x="5197101" y="5517232"/>
              <a:ext cx="0" cy="485775"/>
            </a:xfrm>
            <a:prstGeom prst="line">
              <a:avLst/>
            </a:prstGeom>
            <a:noFill/>
            <a:ln w="19050">
              <a:solidFill>
                <a:srgbClr val="0000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26" name="Text Box 31"/>
            <p:cNvSpPr txBox="1">
              <a:spLocks noChangeArrowheads="1"/>
            </p:cNvSpPr>
            <p:nvPr/>
          </p:nvSpPr>
          <p:spPr bwMode="auto">
            <a:xfrm>
              <a:off x="5246975" y="5117122"/>
              <a:ext cx="3773060"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网 </a:t>
              </a:r>
              <a:r>
                <a:rPr kumimoji="1" lang="en-US" altLang="zh-CN" sz="1200" b="1" dirty="0">
                  <a:solidFill>
                    <a:srgbClr val="0000FF"/>
                  </a:solidFill>
                  <a:latin typeface="微软雅黑" pitchFamily="34" charset="-122"/>
                  <a:ea typeface="微软雅黑" pitchFamily="34" charset="-122"/>
                </a:rPr>
                <a:t>N</a:t>
              </a:r>
              <a:r>
                <a:rPr kumimoji="1" lang="en-US" altLang="zh-CN" sz="1200" b="1" baseline="-25000" dirty="0">
                  <a:solidFill>
                    <a:srgbClr val="0000FF"/>
                  </a:solidFill>
                  <a:latin typeface="微软雅黑" pitchFamily="34" charset="-122"/>
                  <a:ea typeface="微软雅黑" pitchFamily="34" charset="-122"/>
                </a:rPr>
                <a:t>1</a:t>
              </a:r>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和网 </a:t>
              </a:r>
              <a:r>
                <a:rPr kumimoji="1" lang="en-US" altLang="zh-CN" sz="1200" b="1" dirty="0">
                  <a:solidFill>
                    <a:srgbClr val="0000FF"/>
                  </a:solidFill>
                  <a:latin typeface="微软雅黑" pitchFamily="34" charset="-122"/>
                  <a:ea typeface="微软雅黑" pitchFamily="34" charset="-122"/>
                </a:rPr>
                <a:t>N</a:t>
              </a:r>
              <a:r>
                <a:rPr kumimoji="1" lang="en-US" altLang="zh-CN" sz="1200" b="1" baseline="-25000" dirty="0">
                  <a:solidFill>
                    <a:srgbClr val="0000FF"/>
                  </a:solidFill>
                  <a:latin typeface="微软雅黑" pitchFamily="34" charset="-122"/>
                  <a:ea typeface="微软雅黑" pitchFamily="34" charset="-122"/>
                </a:rPr>
                <a:t>2</a:t>
              </a:r>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中的多播数据报</a:t>
              </a:r>
            </a:p>
          </p:txBody>
        </p:sp>
        <p:sp>
          <p:nvSpPr>
            <p:cNvPr id="27" name="Text Box 32"/>
            <p:cNvSpPr txBox="1">
              <a:spLocks noChangeArrowheads="1"/>
            </p:cNvSpPr>
            <p:nvPr/>
          </p:nvSpPr>
          <p:spPr bwMode="auto">
            <a:xfrm>
              <a:off x="5246975" y="5805264"/>
              <a:ext cx="3396063" cy="44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隧道中通行的单播 </a:t>
              </a:r>
              <a:r>
                <a:rPr kumimoji="1" lang="en-US" altLang="zh-CN" sz="1200" b="1" dirty="0">
                  <a:solidFill>
                    <a:srgbClr val="0000FF"/>
                  </a:solidFill>
                  <a:latin typeface="微软雅黑" pitchFamily="34" charset="-122"/>
                  <a:ea typeface="微软雅黑" pitchFamily="34" charset="-122"/>
                </a:rPr>
                <a:t>IP </a:t>
              </a:r>
              <a:r>
                <a:rPr kumimoji="1" lang="zh-CN" altLang="en-US" sz="1200" b="1" dirty="0">
                  <a:solidFill>
                    <a:srgbClr val="0000FF"/>
                  </a:solidFill>
                  <a:latin typeface="微软雅黑" pitchFamily="34" charset="-122"/>
                  <a:ea typeface="微软雅黑" pitchFamily="34" charset="-122"/>
                </a:rPr>
                <a:t>数据报</a:t>
              </a:r>
            </a:p>
          </p:txBody>
        </p:sp>
      </p:grpSp>
      <p:graphicFrame>
        <p:nvGraphicFramePr>
          <p:cNvPr id="29" name="Object 4"/>
          <p:cNvGraphicFramePr>
            <a:graphicFrameLocks noChangeAspect="1"/>
          </p:cNvGraphicFramePr>
          <p:nvPr>
            <p:extLst>
              <p:ext uri="{D42A27DB-BD31-4B8C-83A1-F6EECF244321}">
                <p14:modId xmlns:p14="http://schemas.microsoft.com/office/powerpoint/2010/main" val="3785672616"/>
              </p:ext>
            </p:extLst>
          </p:nvPr>
        </p:nvGraphicFramePr>
        <p:xfrm>
          <a:off x="3145044" y="1508506"/>
          <a:ext cx="3131329" cy="1338016"/>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4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45044" y="1508506"/>
                        <a:ext cx="3131329" cy="133801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0" name="Line 5"/>
          <p:cNvSpPr>
            <a:spLocks noChangeShapeType="1"/>
          </p:cNvSpPr>
          <p:nvPr/>
        </p:nvSpPr>
        <p:spPr bwMode="auto">
          <a:xfrm>
            <a:off x="6649381" y="1508505"/>
            <a:ext cx="0" cy="73030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pic>
        <p:nvPicPr>
          <p:cNvPr id="31" name="Picture 6"/>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350545" y="2177289"/>
            <a:ext cx="670769" cy="365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2" name="Line 9"/>
          <p:cNvSpPr>
            <a:spLocks noChangeShapeType="1"/>
          </p:cNvSpPr>
          <p:nvPr/>
        </p:nvSpPr>
        <p:spPr bwMode="auto">
          <a:xfrm>
            <a:off x="2792239" y="1508506"/>
            <a:ext cx="0" cy="79083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3" name="Text Box 10"/>
          <p:cNvSpPr txBox="1">
            <a:spLocks noChangeArrowheads="1"/>
          </p:cNvSpPr>
          <p:nvPr/>
        </p:nvSpPr>
        <p:spPr bwMode="auto">
          <a:xfrm>
            <a:off x="4187498" y="1704632"/>
            <a:ext cx="954107" cy="4616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C00000"/>
                </a:solidFill>
                <a:latin typeface="微软雅黑" pitchFamily="34" charset="-122"/>
                <a:ea typeface="微软雅黑" pitchFamily="34" charset="-122"/>
              </a:rPr>
              <a:t>不支持多播</a:t>
            </a:r>
          </a:p>
          <a:p>
            <a:r>
              <a:rPr kumimoji="1" lang="zh-CN" altLang="en-US" sz="1200" b="1" dirty="0">
                <a:solidFill>
                  <a:srgbClr val="C00000"/>
                </a:solidFill>
                <a:latin typeface="微软雅黑" pitchFamily="34" charset="-122"/>
                <a:ea typeface="微软雅黑" pitchFamily="34" charset="-122"/>
              </a:rPr>
              <a:t>   的网络</a:t>
            </a:r>
          </a:p>
        </p:txBody>
      </p:sp>
      <p:sp>
        <p:nvSpPr>
          <p:cNvPr id="35" name="AutoShape 30"/>
          <p:cNvSpPr>
            <a:spLocks noChangeArrowheads="1"/>
          </p:cNvSpPr>
          <p:nvPr/>
        </p:nvSpPr>
        <p:spPr bwMode="auto">
          <a:xfrm rot="16200000">
            <a:off x="4578435" y="766333"/>
            <a:ext cx="264547" cy="3131329"/>
          </a:xfrm>
          <a:prstGeom prst="can">
            <a:avLst>
              <a:gd name="adj" fmla="val 58855"/>
            </a:avLst>
          </a:prstGeom>
          <a:gradFill rotWithShape="1">
            <a:gsLst>
              <a:gs pos="0">
                <a:srgbClr val="00B050"/>
              </a:gs>
              <a:gs pos="50000">
                <a:schemeClr val="bg1"/>
              </a:gs>
              <a:gs pos="100000">
                <a:srgbClr val="00B050"/>
              </a:gs>
            </a:gsLst>
            <a:lin ang="0" scaled="1"/>
          </a:gradFill>
          <a:ln w="12700">
            <a:solidFill>
              <a:schemeClr val="tx1"/>
            </a:solidFill>
            <a:round/>
            <a:headEnd/>
            <a:tailEnd/>
          </a:ln>
          <a:effec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36" name="AutoShape 2"/>
          <p:cNvSpPr>
            <a:spLocks noChangeArrowheads="1"/>
          </p:cNvSpPr>
          <p:nvPr/>
        </p:nvSpPr>
        <p:spPr bwMode="auto">
          <a:xfrm>
            <a:off x="6214085" y="2694816"/>
            <a:ext cx="662711" cy="288113"/>
          </a:xfrm>
          <a:prstGeom prst="wedgeRoundRectCallout">
            <a:avLst>
              <a:gd name="adj1" fmla="val -75263"/>
              <a:gd name="adj2" fmla="val -156036"/>
              <a:gd name="adj3" fmla="val 16667"/>
            </a:avLst>
          </a:prstGeom>
          <a:solidFill>
            <a:srgbClr val="00FF99"/>
          </a:solidFill>
          <a:ln w="12700">
            <a:solidFill>
              <a:schemeClr val="tx1"/>
            </a:solidFill>
            <a:miter lim="800000"/>
            <a:headEnd/>
            <a:tailEnd/>
          </a:ln>
          <a:effectLst/>
        </p:spPr>
        <p:txBody>
          <a:bodyPr wrap="none" anchor="ctr"/>
          <a:lstStyle/>
          <a:p>
            <a:pPr algn="ctr"/>
            <a:r>
              <a:rPr kumimoji="1" lang="zh-CN" altLang="en-US" sz="1200" b="1" dirty="0">
                <a:latin typeface="微软雅黑" pitchFamily="34" charset="-122"/>
                <a:ea typeface="微软雅黑" pitchFamily="34" charset="-122"/>
              </a:rPr>
              <a:t>隧 道</a:t>
            </a:r>
            <a:endParaRPr kumimoji="1" lang="zh-CN" altLang="zh-CN" sz="1200" b="1" dirty="0">
              <a:latin typeface="微软雅黑" pitchFamily="34" charset="-122"/>
              <a:ea typeface="微软雅黑" pitchFamily="34" charset="-122"/>
            </a:endParaRPr>
          </a:p>
        </p:txBody>
      </p:sp>
      <p:pic>
        <p:nvPicPr>
          <p:cNvPr id="37" name="Picture 33"/>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400105" y="2177289"/>
            <a:ext cx="670769" cy="365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8" name="Text Box 54"/>
          <p:cNvSpPr txBox="1">
            <a:spLocks noChangeArrowheads="1"/>
          </p:cNvSpPr>
          <p:nvPr/>
        </p:nvSpPr>
        <p:spPr bwMode="auto">
          <a:xfrm>
            <a:off x="6713879" y="1911161"/>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R</a:t>
            </a:r>
            <a:r>
              <a:rPr kumimoji="1" lang="en-US" altLang="zh-CN" sz="1200" b="1" baseline="-25000" dirty="0">
                <a:solidFill>
                  <a:srgbClr val="0000FF"/>
                </a:solidFill>
                <a:latin typeface="微软雅黑" pitchFamily="34" charset="-122"/>
                <a:ea typeface="微软雅黑" pitchFamily="34" charset="-122"/>
              </a:rPr>
              <a:t>2</a:t>
            </a:r>
            <a:endParaRPr kumimoji="1" lang="en-US" altLang="zh-CN" sz="1200" b="1" dirty="0">
              <a:solidFill>
                <a:srgbClr val="0000FF"/>
              </a:solidFill>
              <a:latin typeface="微软雅黑" pitchFamily="34" charset="-122"/>
              <a:ea typeface="微软雅黑" pitchFamily="34" charset="-122"/>
            </a:endParaRPr>
          </a:p>
        </p:txBody>
      </p:sp>
      <p:sp>
        <p:nvSpPr>
          <p:cNvPr id="39" name="Text Box 55"/>
          <p:cNvSpPr txBox="1">
            <a:spLocks noChangeArrowheads="1"/>
          </p:cNvSpPr>
          <p:nvPr/>
        </p:nvSpPr>
        <p:spPr bwMode="auto">
          <a:xfrm>
            <a:off x="2421396" y="1903921"/>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FF"/>
                </a:solidFill>
                <a:latin typeface="微软雅黑" pitchFamily="34" charset="-122"/>
                <a:ea typeface="微软雅黑" pitchFamily="34" charset="-122"/>
              </a:rPr>
              <a:t>R</a:t>
            </a:r>
            <a:r>
              <a:rPr kumimoji="1" lang="en-US" altLang="zh-CN" sz="1200" b="1" baseline="-25000" dirty="0">
                <a:solidFill>
                  <a:srgbClr val="0000FF"/>
                </a:solidFill>
                <a:latin typeface="微软雅黑" pitchFamily="34" charset="-122"/>
                <a:ea typeface="微软雅黑" pitchFamily="34" charset="-122"/>
              </a:rPr>
              <a:t>1</a:t>
            </a:r>
            <a:endParaRPr kumimoji="1" lang="en-US" altLang="zh-CN" sz="1200" b="1" dirty="0">
              <a:solidFill>
                <a:srgbClr val="0000FF"/>
              </a:solidFill>
              <a:latin typeface="微软雅黑" pitchFamily="34" charset="-122"/>
              <a:ea typeface="微软雅黑" pitchFamily="34" charset="-122"/>
            </a:endParaRPr>
          </a:p>
        </p:txBody>
      </p:sp>
      <p:sp>
        <p:nvSpPr>
          <p:cNvPr id="41" name="Freeform 58"/>
          <p:cNvSpPr>
            <a:spLocks/>
          </p:cNvSpPr>
          <p:nvPr/>
        </p:nvSpPr>
        <p:spPr bwMode="auto">
          <a:xfrm>
            <a:off x="2878458" y="1732757"/>
            <a:ext cx="3661279" cy="600318"/>
          </a:xfrm>
          <a:custGeom>
            <a:avLst/>
            <a:gdLst>
              <a:gd name="T0" fmla="*/ 22 w 2358"/>
              <a:gd name="T1" fmla="*/ 42 h 492"/>
              <a:gd name="T2" fmla="*/ 52 w 2358"/>
              <a:gd name="T3" fmla="*/ 402 h 492"/>
              <a:gd name="T4" fmla="*/ 331 w 2358"/>
              <a:gd name="T5" fmla="*/ 492 h 492"/>
              <a:gd name="T6" fmla="*/ 2026 w 2358"/>
              <a:gd name="T7" fmla="*/ 492 h 492"/>
              <a:gd name="T8" fmla="*/ 2326 w 2358"/>
              <a:gd name="T9" fmla="*/ 366 h 492"/>
              <a:gd name="T10" fmla="*/ 2356 w 2358"/>
              <a:gd name="T11" fmla="*/ 0 h 492"/>
            </a:gdLst>
            <a:ahLst/>
            <a:cxnLst>
              <a:cxn ang="0">
                <a:pos x="T0" y="T1"/>
              </a:cxn>
              <a:cxn ang="0">
                <a:pos x="T2" y="T3"/>
              </a:cxn>
              <a:cxn ang="0">
                <a:pos x="T4" y="T5"/>
              </a:cxn>
              <a:cxn ang="0">
                <a:pos x="T6" y="T7"/>
              </a:cxn>
              <a:cxn ang="0">
                <a:pos x="T8" y="T9"/>
              </a:cxn>
              <a:cxn ang="0">
                <a:pos x="T10" y="T11"/>
              </a:cxn>
            </a:cxnLst>
            <a:rect l="0" t="0" r="r" b="b"/>
            <a:pathLst>
              <a:path w="2358" h="492">
                <a:moveTo>
                  <a:pt x="22" y="42"/>
                </a:moveTo>
                <a:cubicBezTo>
                  <a:pt x="27" y="103"/>
                  <a:pt x="0" y="327"/>
                  <a:pt x="52" y="402"/>
                </a:cubicBezTo>
                <a:cubicBezTo>
                  <a:pt x="105" y="469"/>
                  <a:pt x="17" y="487"/>
                  <a:pt x="331" y="492"/>
                </a:cubicBezTo>
                <a:lnTo>
                  <a:pt x="2026" y="492"/>
                </a:lnTo>
                <a:cubicBezTo>
                  <a:pt x="2358" y="471"/>
                  <a:pt x="2271" y="448"/>
                  <a:pt x="2326" y="366"/>
                </a:cubicBezTo>
                <a:cubicBezTo>
                  <a:pt x="2358" y="284"/>
                  <a:pt x="2349" y="79"/>
                  <a:pt x="2356" y="0"/>
                </a:cubicBezTo>
              </a:path>
            </a:pathLst>
          </a:custGeom>
          <a:noFill/>
          <a:ln w="57150" cap="flat" cmpd="sng">
            <a:solidFill>
              <a:srgbClr val="CC00CC"/>
            </a:solidFill>
            <a:prstDash val="solid"/>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solidFill>
                <a:srgbClr val="000099"/>
              </a:solidFill>
              <a:latin typeface="微软雅黑" pitchFamily="34" charset="-122"/>
              <a:ea typeface="微软雅黑" pitchFamily="34" charset="-122"/>
            </a:endParaRPr>
          </a:p>
        </p:txBody>
      </p:sp>
      <p:sp>
        <p:nvSpPr>
          <p:cNvPr id="45" name="矩形 44"/>
          <p:cNvSpPr/>
          <p:nvPr/>
        </p:nvSpPr>
        <p:spPr>
          <a:xfrm>
            <a:off x="3182473" y="4216620"/>
            <a:ext cx="2927903" cy="307777"/>
          </a:xfrm>
          <a:prstGeom prst="rect">
            <a:avLst/>
          </a:prstGeom>
        </p:spPr>
        <p:txBody>
          <a:bodyPr wrap="square">
            <a:spAutoFit/>
          </a:bodyPr>
          <a:lstStyle/>
          <a:p>
            <a:pPr algn="ctr"/>
            <a:r>
              <a:rPr lang="zh-CN" altLang="zh-CN" sz="1400" b="1" dirty="0">
                <a:latin typeface="微软雅黑" pitchFamily="34" charset="-122"/>
                <a:ea typeface="微软雅黑" pitchFamily="34" charset="-122"/>
              </a:rPr>
              <a:t>隧道技术在多播中的应用</a:t>
            </a:r>
            <a:endParaRPr lang="zh-CN" altLang="en-US" sz="1400" b="1" dirty="0">
              <a:latin typeface="微软雅黑" pitchFamily="34" charset="-122"/>
              <a:ea typeface="微软雅黑" pitchFamily="34" charset="-122"/>
            </a:endParaRPr>
          </a:p>
        </p:txBody>
      </p:sp>
      <p:grpSp>
        <p:nvGrpSpPr>
          <p:cNvPr id="47" name="Group 37"/>
          <p:cNvGrpSpPr>
            <a:grpSpLocks/>
          </p:cNvGrpSpPr>
          <p:nvPr/>
        </p:nvGrpSpPr>
        <p:grpSpPr bwMode="auto">
          <a:xfrm>
            <a:off x="2072913" y="1093708"/>
            <a:ext cx="1438651" cy="628810"/>
            <a:chOff x="912" y="768"/>
            <a:chExt cx="2400" cy="1584"/>
          </a:xfrm>
          <a:solidFill>
            <a:srgbClr val="3399FF"/>
          </a:solidFill>
          <a:effectLst/>
        </p:grpSpPr>
        <p:sp>
          <p:nvSpPr>
            <p:cNvPr id="48" name="Oval 38"/>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49" name="Oval 39"/>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0" name="Oval 40"/>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1" name="Oval 41"/>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2" name="Oval 42"/>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3" name="Oval 43"/>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4" name="Oval 44"/>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5" name="Oval 45"/>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6" name="Oval 46"/>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57" name="Group 47"/>
            <p:cNvGrpSpPr>
              <a:grpSpLocks/>
            </p:cNvGrpSpPr>
            <p:nvPr/>
          </p:nvGrpSpPr>
          <p:grpSpPr bwMode="auto">
            <a:xfrm>
              <a:off x="912" y="768"/>
              <a:ext cx="2386" cy="1553"/>
              <a:chOff x="912" y="768"/>
              <a:chExt cx="2386" cy="1553"/>
            </a:xfrm>
            <a:grpFill/>
          </p:grpSpPr>
          <p:sp>
            <p:nvSpPr>
              <p:cNvPr id="58" name="Oval 48"/>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59" name="Oval 49"/>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0" name="Oval 50"/>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1" name="Oval 51"/>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2" name="Oval 52"/>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3" name="Oval 53"/>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4" name="Oval 54"/>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5" name="Oval 55"/>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6" name="Oval 56"/>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grpSp>
      <p:sp>
        <p:nvSpPr>
          <p:cNvPr id="44" name="Text Box 56"/>
          <p:cNvSpPr txBox="1">
            <a:spLocks noChangeArrowheads="1"/>
          </p:cNvSpPr>
          <p:nvPr/>
        </p:nvSpPr>
        <p:spPr bwMode="auto">
          <a:xfrm>
            <a:off x="2258502" y="1157698"/>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66"/>
                </a:solidFill>
                <a:latin typeface="微软雅黑" pitchFamily="34" charset="-122"/>
                <a:ea typeface="微软雅黑" pitchFamily="34" charset="-122"/>
              </a:rPr>
              <a:t>网 </a:t>
            </a:r>
            <a:r>
              <a:rPr kumimoji="1" lang="en-US" altLang="zh-CN" sz="1200" b="1" dirty="0">
                <a:solidFill>
                  <a:srgbClr val="000066"/>
                </a:solidFill>
                <a:latin typeface="微软雅黑" pitchFamily="34" charset="-122"/>
                <a:ea typeface="微软雅黑" pitchFamily="34" charset="-122"/>
              </a:rPr>
              <a:t>N</a:t>
            </a:r>
            <a:r>
              <a:rPr kumimoji="1" lang="en-US" altLang="zh-CN" sz="1200" b="1" baseline="-25000" dirty="0">
                <a:solidFill>
                  <a:srgbClr val="000066"/>
                </a:solidFill>
                <a:latin typeface="微软雅黑" pitchFamily="34" charset="-122"/>
                <a:ea typeface="微软雅黑" pitchFamily="34" charset="-122"/>
              </a:rPr>
              <a:t>1</a:t>
            </a:r>
            <a:r>
              <a:rPr kumimoji="1" lang="en-US" altLang="zh-CN" sz="1200" b="1" dirty="0">
                <a:solidFill>
                  <a:srgbClr val="000066"/>
                </a:solidFill>
                <a:latin typeface="微软雅黑" pitchFamily="34" charset="-122"/>
                <a:ea typeface="微软雅黑" pitchFamily="34" charset="-122"/>
              </a:rPr>
              <a:t> </a:t>
            </a:r>
          </a:p>
          <a:p>
            <a:pPr algn="ctr"/>
            <a:r>
              <a:rPr kumimoji="1" lang="zh-CN" altLang="en-US" sz="1200" b="1" dirty="0">
                <a:solidFill>
                  <a:srgbClr val="000066"/>
                </a:solidFill>
                <a:latin typeface="微软雅黑" pitchFamily="34" charset="-122"/>
                <a:ea typeface="微软雅黑" pitchFamily="34" charset="-122"/>
              </a:rPr>
              <a:t>（支持多播）</a:t>
            </a:r>
          </a:p>
        </p:txBody>
      </p:sp>
      <p:grpSp>
        <p:nvGrpSpPr>
          <p:cNvPr id="67" name="Group 37"/>
          <p:cNvGrpSpPr>
            <a:grpSpLocks/>
          </p:cNvGrpSpPr>
          <p:nvPr/>
        </p:nvGrpSpPr>
        <p:grpSpPr bwMode="auto">
          <a:xfrm>
            <a:off x="5869108" y="1093708"/>
            <a:ext cx="1438651" cy="628810"/>
            <a:chOff x="912" y="768"/>
            <a:chExt cx="2400" cy="1584"/>
          </a:xfrm>
          <a:solidFill>
            <a:srgbClr val="3399FF"/>
          </a:solidFill>
          <a:effectLst/>
        </p:grpSpPr>
        <p:sp>
          <p:nvSpPr>
            <p:cNvPr id="68" name="Oval 38"/>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69" name="Oval 39"/>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0" name="Oval 40"/>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1" name="Oval 41"/>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2" name="Oval 42"/>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3" name="Oval 43"/>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4" name="Oval 44"/>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5" name="Oval 45"/>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6" name="Oval 46"/>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nvGrpSpPr>
            <p:cNvPr id="77" name="Group 47"/>
            <p:cNvGrpSpPr>
              <a:grpSpLocks/>
            </p:cNvGrpSpPr>
            <p:nvPr/>
          </p:nvGrpSpPr>
          <p:grpSpPr bwMode="auto">
            <a:xfrm>
              <a:off x="912" y="768"/>
              <a:ext cx="2386" cy="1553"/>
              <a:chOff x="912" y="768"/>
              <a:chExt cx="2386" cy="1553"/>
            </a:xfrm>
            <a:grpFill/>
          </p:grpSpPr>
          <p:sp>
            <p:nvSpPr>
              <p:cNvPr id="78" name="Oval 48"/>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79" name="Oval 49"/>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0" name="Oval 50"/>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1" name="Oval 51"/>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2" name="Oval 52"/>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3" name="Oval 53"/>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4" name="Oval 54"/>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5" name="Oval 55"/>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86" name="Oval 56"/>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solidFill>
                    <a:srgbClr val="000099"/>
                  </a:solidFill>
                  <a:latin typeface="微软雅黑" pitchFamily="34" charset="-122"/>
                  <a:ea typeface="微软雅黑" pitchFamily="34" charset="-122"/>
                </a:endParaRPr>
              </a:p>
            </p:txBody>
          </p:sp>
        </p:grpSp>
      </p:grpSp>
      <p:sp>
        <p:nvSpPr>
          <p:cNvPr id="42" name="Text Box 59"/>
          <p:cNvSpPr txBox="1">
            <a:spLocks noChangeArrowheads="1"/>
          </p:cNvSpPr>
          <p:nvPr/>
        </p:nvSpPr>
        <p:spPr bwMode="auto">
          <a:xfrm>
            <a:off x="6091283" y="1157698"/>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66"/>
                </a:solidFill>
                <a:latin typeface="微软雅黑" pitchFamily="34" charset="-122"/>
                <a:ea typeface="微软雅黑" pitchFamily="34" charset="-122"/>
              </a:rPr>
              <a:t>网 </a:t>
            </a:r>
            <a:r>
              <a:rPr kumimoji="1" lang="en-US" altLang="zh-CN" sz="1200" b="1" dirty="0">
                <a:solidFill>
                  <a:srgbClr val="000066"/>
                </a:solidFill>
                <a:latin typeface="微软雅黑" pitchFamily="34" charset="-122"/>
                <a:ea typeface="微软雅黑" pitchFamily="34" charset="-122"/>
              </a:rPr>
              <a:t>N</a:t>
            </a:r>
            <a:r>
              <a:rPr kumimoji="1" lang="en-US" altLang="zh-CN" sz="1200" b="1" baseline="-25000" dirty="0">
                <a:solidFill>
                  <a:srgbClr val="000066"/>
                </a:solidFill>
                <a:latin typeface="微软雅黑" pitchFamily="34" charset="-122"/>
                <a:ea typeface="微软雅黑" pitchFamily="34" charset="-122"/>
              </a:rPr>
              <a:t>2</a:t>
            </a:r>
            <a:r>
              <a:rPr kumimoji="1" lang="en-US" altLang="zh-CN" sz="1200" b="1" dirty="0">
                <a:solidFill>
                  <a:srgbClr val="000066"/>
                </a:solidFill>
                <a:latin typeface="微软雅黑" pitchFamily="34" charset="-122"/>
                <a:ea typeface="微软雅黑" pitchFamily="34" charset="-122"/>
              </a:rPr>
              <a:t> </a:t>
            </a:r>
          </a:p>
          <a:p>
            <a:pPr algn="ctr"/>
            <a:r>
              <a:rPr kumimoji="1" lang="zh-CN" altLang="en-US" sz="1200" b="1" dirty="0">
                <a:solidFill>
                  <a:srgbClr val="000066"/>
                </a:solidFill>
                <a:latin typeface="微软雅黑" pitchFamily="34" charset="-122"/>
                <a:ea typeface="微软雅黑" pitchFamily="34" charset="-122"/>
              </a:rPr>
              <a:t>（支持多播）</a:t>
            </a:r>
          </a:p>
        </p:txBody>
      </p:sp>
      <p:sp>
        <p:nvSpPr>
          <p:cNvPr id="87" name="矩形 86"/>
          <p:cNvSpPr/>
          <p:nvPr/>
        </p:nvSpPr>
        <p:spPr>
          <a:xfrm>
            <a:off x="3505724" y="1099514"/>
            <a:ext cx="2385145" cy="523220"/>
          </a:xfrm>
          <a:prstGeom prst="rect">
            <a:avLst/>
          </a:prstGeom>
          <a:solidFill>
            <a:srgbClr val="00FF99"/>
          </a:solidFill>
          <a:ln w="9525">
            <a:solidFill>
              <a:schemeClr val="folHlink"/>
            </a:solidFill>
            <a:miter lim="800000"/>
            <a:headEnd/>
            <a:tailEnd/>
          </a:ln>
          <a:effectLst/>
        </p:spPr>
        <p:txBody>
          <a:bodyPr wrap="square">
            <a:spAutoFit/>
          </a:bodyPr>
          <a:lstStyle/>
          <a:p>
            <a:pPr algn="ctr"/>
            <a:r>
              <a:rPr kumimoji="1" lang="zh-CN" altLang="zh-CN" sz="1400" b="1" dirty="0">
                <a:latin typeface="微软雅黑" pitchFamily="34" charset="-122"/>
                <a:ea typeface="微软雅黑" pitchFamily="34" charset="-122"/>
              </a:rPr>
              <a:t>隧道技术适用于多播组的位置在地理上很分散的情况</a:t>
            </a:r>
            <a:r>
              <a:rPr kumimoji="1" lang="zh-CN" altLang="en-US" sz="1400" b="1" dirty="0">
                <a:latin typeface="微软雅黑" pitchFamily="34" charset="-122"/>
                <a:ea typeface="微软雅黑" pitchFamily="34" charset="-122"/>
              </a:rPr>
              <a:t>。</a:t>
            </a:r>
          </a:p>
        </p:txBody>
      </p:sp>
    </p:spTree>
    <p:extLst>
      <p:ext uri="{BB962C8B-B14F-4D97-AF65-F5344CB8AC3E}">
        <p14:creationId xmlns:p14="http://schemas.microsoft.com/office/powerpoint/2010/main" val="284389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87"/>
                                        </p:tgtEl>
                                        <p:attrNameLst>
                                          <p:attrName>style.visibility</p:attrName>
                                        </p:attrNameLst>
                                      </p:cBhvr>
                                      <p:to>
                                        <p:strVal val="visible"/>
                                      </p:to>
                                    </p:set>
                                    <p:anim calcmode="lin" valueType="num">
                                      <p:cBhvr>
                                        <p:cTn id="7" dur="500" fill="hold"/>
                                        <p:tgtEl>
                                          <p:spTgt spid="87"/>
                                        </p:tgtEl>
                                        <p:attrNameLst>
                                          <p:attrName>ppt_w</p:attrName>
                                        </p:attrNameLst>
                                      </p:cBhvr>
                                      <p:tavLst>
                                        <p:tav tm="0">
                                          <p:val>
                                            <p:fltVal val="0"/>
                                          </p:val>
                                        </p:tav>
                                        <p:tav tm="100000">
                                          <p:val>
                                            <p:strVal val="#ppt_w"/>
                                          </p:val>
                                        </p:tav>
                                      </p:tavLst>
                                    </p:anim>
                                    <p:anim calcmode="lin" valueType="num">
                                      <p:cBhvr>
                                        <p:cTn id="8" dur="500" fill="hold"/>
                                        <p:tgtEl>
                                          <p:spTgt spid="87"/>
                                        </p:tgtEl>
                                        <p:attrNameLst>
                                          <p:attrName>ppt_h</p:attrName>
                                        </p:attrNameLst>
                                      </p:cBhvr>
                                      <p:tavLst>
                                        <p:tav tm="0">
                                          <p:val>
                                            <p:fltVal val="0"/>
                                          </p:val>
                                        </p:tav>
                                        <p:tav tm="100000">
                                          <p:val>
                                            <p:strVal val="#ppt_h"/>
                                          </p:val>
                                        </p:tav>
                                      </p:tavLst>
                                    </p:anim>
                                    <p:animEffect transition="in" filter="fade">
                                      <p:cBhvr>
                                        <p:cTn id="9" dur="500"/>
                                        <p:tgtEl>
                                          <p:spTgt spid="87"/>
                                        </p:tgtEl>
                                      </p:cBhvr>
                                    </p:animEffect>
                                  </p:childTnLst>
                                </p:cTn>
                              </p:par>
                            </p:childTnLst>
                          </p:cTn>
                        </p:par>
                      </p:childTnLst>
                    </p:cTn>
                  </p:par>
                  <p:par>
                    <p:cTn id="10" fill="hold">
                      <p:stCondLst>
                        <p:cond delay="indefinite"/>
                      </p:stCondLst>
                      <p:childTnLst>
                        <p:par>
                          <p:cTn id="11" fill="hold">
                            <p:stCondLst>
                              <p:cond delay="0"/>
                            </p:stCondLst>
                            <p:childTnLst>
                              <p:par>
                                <p:cTn id="12" presetID="35" presetClass="emph" presetSubtype="0" repeatCount="2000" fill="hold" grpId="0" nodeType="clickEffect">
                                  <p:stCondLst>
                                    <p:cond delay="0"/>
                                  </p:stCondLst>
                                  <p:childTnLst>
                                    <p:anim calcmode="discrete" valueType="str">
                                      <p:cBhvr>
                                        <p:cTn id="13" dur="1000" fill="hold"/>
                                        <p:tgtEl>
                                          <p:spTgt spid="44"/>
                                        </p:tgtEl>
                                        <p:attrNameLst>
                                          <p:attrName>style.visibility</p:attrName>
                                        </p:attrNameLst>
                                      </p:cBhvr>
                                      <p:tavLst>
                                        <p:tav tm="0">
                                          <p:val>
                                            <p:strVal val="hidden"/>
                                          </p:val>
                                        </p:tav>
                                        <p:tav tm="50000">
                                          <p:val>
                                            <p:strVal val="visible"/>
                                          </p:val>
                                        </p:tav>
                                      </p:tavLst>
                                    </p:anim>
                                  </p:childTnLst>
                                </p:cTn>
                              </p:par>
                              <p:par>
                                <p:cTn id="14" presetID="35" presetClass="emph" presetSubtype="0" repeatCount="2000" fill="hold" grpId="0" nodeType="withEffect">
                                  <p:stCondLst>
                                    <p:cond delay="0"/>
                                  </p:stCondLst>
                                  <p:childTnLst>
                                    <p:anim calcmode="discrete" valueType="str">
                                      <p:cBhvr>
                                        <p:cTn id="15" dur="1000" fill="hold"/>
                                        <p:tgtEl>
                                          <p:spTgt spid="42"/>
                                        </p:tgtEl>
                                        <p:attrNameLst>
                                          <p:attrName>style.visibility</p:attrName>
                                        </p:attrNameLst>
                                      </p:cBhvr>
                                      <p:tavLst>
                                        <p:tav tm="0">
                                          <p:val>
                                            <p:strVal val="hidden"/>
                                          </p:val>
                                        </p:tav>
                                        <p:tav tm="50000">
                                          <p:val>
                                            <p:strVal val="visible"/>
                                          </p:val>
                                        </p:tav>
                                      </p:tavLst>
                                    </p:anim>
                                  </p:childTnLst>
                                </p:cTn>
                              </p:par>
                            </p:childTnLst>
                          </p:cTn>
                        </p:par>
                      </p:childTnLst>
                    </p:cTn>
                  </p:par>
                  <p:par>
                    <p:cTn id="16" fill="hold">
                      <p:stCondLst>
                        <p:cond delay="indefinite"/>
                      </p:stCondLst>
                      <p:childTnLst>
                        <p:par>
                          <p:cTn id="17" fill="hold">
                            <p:stCondLst>
                              <p:cond delay="0"/>
                            </p:stCondLst>
                            <p:childTnLst>
                              <p:par>
                                <p:cTn id="18" presetID="35" presetClass="emph" presetSubtype="0" repeatCount="2000" fill="hold" grpId="0" nodeType="clickEffect">
                                  <p:stCondLst>
                                    <p:cond delay="0"/>
                                  </p:stCondLst>
                                  <p:childTnLst>
                                    <p:anim calcmode="discrete" valueType="str">
                                      <p:cBhvr>
                                        <p:cTn id="19" dur="1000" fill="hold"/>
                                        <p:tgtEl>
                                          <p:spTgt spid="41"/>
                                        </p:tgtEl>
                                        <p:attrNameLst>
                                          <p:attrName>style.visibility</p:attrName>
                                        </p:attrNameLst>
                                      </p:cBhvr>
                                      <p:tavLst>
                                        <p:tav tm="0">
                                          <p:val>
                                            <p:strVal val="hidden"/>
                                          </p:val>
                                        </p:tav>
                                        <p:tav tm="50000">
                                          <p:val>
                                            <p:strVal val="visible"/>
                                          </p:val>
                                        </p:tav>
                                      </p:tavLst>
                                    </p:anim>
                                  </p:childTnLst>
                                </p:cTn>
                              </p:par>
                            </p:childTnLst>
                          </p:cTn>
                        </p:par>
                      </p:childTnLst>
                    </p:cTn>
                  </p:par>
                  <p:par>
                    <p:cTn id="20" fill="hold">
                      <p:stCondLst>
                        <p:cond delay="indefinite"/>
                      </p:stCondLst>
                      <p:childTnLst>
                        <p:par>
                          <p:cTn id="21" fill="hold">
                            <p:stCondLst>
                              <p:cond delay="0"/>
                            </p:stCondLst>
                            <p:childTnLst>
                              <p:par>
                                <p:cTn id="22" presetID="35" presetClass="emph" presetSubtype="0" repeatCount="2000" fill="hold" grpId="0" nodeType="clickEffect">
                                  <p:stCondLst>
                                    <p:cond delay="0"/>
                                  </p:stCondLst>
                                  <p:childTnLst>
                                    <p:anim calcmode="discrete" valueType="str">
                                      <p:cBhvr>
                                        <p:cTn id="23" dur="1000" fill="hold"/>
                                        <p:tgtEl>
                                          <p:spTgt spid="33"/>
                                        </p:tgtEl>
                                        <p:attrNameLst>
                                          <p:attrName>style.visibility</p:attrName>
                                        </p:attrNameLst>
                                      </p:cBhvr>
                                      <p:tavLst>
                                        <p:tav tm="0">
                                          <p:val>
                                            <p:strVal val="hidden"/>
                                          </p:val>
                                        </p:tav>
                                        <p:tav tm="50000">
                                          <p:val>
                                            <p:strVal val="visible"/>
                                          </p:val>
                                        </p:tav>
                                      </p:tavLst>
                                    </p:anim>
                                  </p:childTnLst>
                                </p:cTn>
                              </p:par>
                            </p:childTnLst>
                          </p:cTn>
                        </p:par>
                      </p:childTnLst>
                    </p:cTn>
                  </p:par>
                  <p:par>
                    <p:cTn id="24" fill="hold">
                      <p:stCondLst>
                        <p:cond delay="indefinite"/>
                      </p:stCondLst>
                      <p:childTnLst>
                        <p:par>
                          <p:cTn id="25" fill="hold">
                            <p:stCondLst>
                              <p:cond delay="0"/>
                            </p:stCondLst>
                            <p:childTnLst>
                              <p:par>
                                <p:cTn id="26" presetID="35" presetClass="emph" presetSubtype="0" repeatCount="2000" fill="hold" nodeType="clickEffect">
                                  <p:stCondLst>
                                    <p:cond delay="0"/>
                                  </p:stCondLst>
                                  <p:childTnLst>
                                    <p:anim calcmode="discrete" valueType="str">
                                      <p:cBhvr>
                                        <p:cTn id="27"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28" fill="hold">
                      <p:stCondLst>
                        <p:cond delay="indefinite"/>
                      </p:stCondLst>
                      <p:childTnLst>
                        <p:par>
                          <p:cTn id="29" fill="hold">
                            <p:stCondLst>
                              <p:cond delay="0"/>
                            </p:stCondLst>
                            <p:childTnLst>
                              <p:par>
                                <p:cTn id="30" presetID="35" presetClass="emph" presetSubtype="0" repeatCount="2000" fill="hold" grpId="0" nodeType="clickEffect">
                                  <p:stCondLst>
                                    <p:cond delay="0"/>
                                  </p:stCondLst>
                                  <p:childTnLst>
                                    <p:anim calcmode="discrete" valueType="str">
                                      <p:cBhvr>
                                        <p:cTn id="31" dur="1000" fill="hold"/>
                                        <p:tgtEl>
                                          <p:spTgt spid="3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5" grpId="0" animBg="1"/>
      <p:bldP spid="41" grpId="0" animBg="1"/>
      <p:bldP spid="44" grpId="0"/>
      <p:bldP spid="42" grpId="0"/>
      <p:bldP spid="87" grpId="0" animBg="1"/>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0841"/>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0179"/>
            <a:ext cx="3004349" cy="400110"/>
          </a:xfrm>
          <a:prstGeom prst="rect">
            <a:avLst/>
          </a:prstGeom>
        </p:spPr>
        <p:txBody>
          <a:bodyPr wrap="none">
            <a:spAutoFit/>
          </a:bodyPr>
          <a:lstStyle/>
          <a:p>
            <a:r>
              <a:rPr lang="en-US" altLang="zh-CN" sz="2000" b="1" dirty="0">
                <a:latin typeface="微软雅黑" pitchFamily="34" charset="-122"/>
                <a:ea typeface="微软雅黑" pitchFamily="34" charset="-122"/>
              </a:rPr>
              <a:t>(3) </a:t>
            </a:r>
            <a:r>
              <a:rPr lang="zh-CN" altLang="en-US" sz="2000" b="1" dirty="0">
                <a:latin typeface="微软雅黑" pitchFamily="34" charset="-122"/>
                <a:ea typeface="微软雅黑" pitchFamily="34" charset="-122"/>
              </a:rPr>
              <a:t>基于核心的发现技术 </a:t>
            </a:r>
          </a:p>
        </p:txBody>
      </p:sp>
      <p:sp>
        <p:nvSpPr>
          <p:cNvPr id="4" name="矩形 3"/>
          <p:cNvSpPr/>
          <p:nvPr/>
        </p:nvSpPr>
        <p:spPr>
          <a:xfrm>
            <a:off x="545144" y="934729"/>
            <a:ext cx="8028487" cy="1980799"/>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对于多播组的大小在较大范围内变化时都适合。</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对每一个多播组 </a:t>
            </a:r>
            <a:r>
              <a:rPr lang="en-US" altLang="zh-CN" sz="2000" b="1" dirty="0">
                <a:latin typeface="微软雅黑" pitchFamily="34" charset="-122"/>
                <a:ea typeface="微软雅黑" pitchFamily="34" charset="-122"/>
              </a:rPr>
              <a:t>G </a:t>
            </a:r>
            <a:r>
              <a:rPr lang="zh-CN" altLang="en-US" sz="2000" b="1" dirty="0">
                <a:latin typeface="微软雅黑" pitchFamily="34" charset="-122"/>
                <a:ea typeface="微软雅黑" pitchFamily="34" charset="-122"/>
              </a:rPr>
              <a:t>指定一个</a:t>
            </a:r>
            <a:r>
              <a:rPr lang="zh-CN" altLang="en-US" sz="2000" b="1" dirty="0">
                <a:solidFill>
                  <a:srgbClr val="C00000"/>
                </a:solidFill>
                <a:latin typeface="微软雅黑" pitchFamily="34" charset="-122"/>
                <a:ea typeface="微软雅黑" pitchFamily="34" charset="-122"/>
              </a:rPr>
              <a:t>核心 </a:t>
            </a:r>
            <a:r>
              <a:rPr lang="en-US" altLang="zh-CN" sz="2000" b="1" dirty="0">
                <a:latin typeface="微软雅黑" pitchFamily="34" charset="-122"/>
                <a:ea typeface="微软雅黑" pitchFamily="34" charset="-122"/>
              </a:rPr>
              <a:t>(core) </a:t>
            </a:r>
            <a:r>
              <a:rPr lang="zh-CN" altLang="en-US" sz="2000" b="1" dirty="0">
                <a:latin typeface="微软雅黑" pitchFamily="34" charset="-122"/>
                <a:ea typeface="微软雅黑" pitchFamily="34" charset="-122"/>
              </a:rPr>
              <a:t>路由器，并给出它的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单播地址。</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核心路由器按照前面讲过的方法创建出对应于</a:t>
            </a:r>
            <a:r>
              <a:rPr lang="zh-CN" altLang="en-US" sz="2000" b="1" dirty="0">
                <a:solidFill>
                  <a:srgbClr val="C00000"/>
                </a:solidFill>
                <a:latin typeface="微软雅黑" pitchFamily="34" charset="-122"/>
                <a:ea typeface="微软雅黑" pitchFamily="34" charset="-122"/>
              </a:rPr>
              <a:t>多播组 </a:t>
            </a:r>
            <a:r>
              <a:rPr lang="en-US" altLang="zh-CN" sz="2000" b="1" dirty="0">
                <a:solidFill>
                  <a:srgbClr val="C00000"/>
                </a:solidFill>
                <a:latin typeface="微软雅黑" pitchFamily="34" charset="-122"/>
                <a:ea typeface="微软雅黑" pitchFamily="34" charset="-122"/>
              </a:rPr>
              <a:t>G </a:t>
            </a:r>
            <a:r>
              <a:rPr lang="zh-CN" altLang="en-US" sz="2000" b="1" dirty="0">
                <a:solidFill>
                  <a:srgbClr val="C00000"/>
                </a:solidFill>
                <a:latin typeface="微软雅黑" pitchFamily="34" charset="-122"/>
                <a:ea typeface="微软雅黑" pitchFamily="34" charset="-122"/>
              </a:rPr>
              <a:t>的转发树</a:t>
            </a:r>
            <a:r>
              <a:rPr lang="zh-CN" altLang="en-US" sz="2000" b="1" dirty="0">
                <a:solidFill>
                  <a:srgbClr val="0000FF"/>
                </a:solidFill>
                <a:latin typeface="微软雅黑" pitchFamily="34" charset="-122"/>
                <a:ea typeface="微软雅黑" pitchFamily="34" charset="-122"/>
              </a:rPr>
              <a:t>（核心路由器为根节点）。</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9965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0841"/>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80179"/>
            <a:ext cx="3004349" cy="400110"/>
          </a:xfrm>
          <a:prstGeom prst="rect">
            <a:avLst/>
          </a:prstGeom>
        </p:spPr>
        <p:txBody>
          <a:bodyPr wrap="none">
            <a:spAutoFit/>
          </a:bodyPr>
          <a:lstStyle/>
          <a:p>
            <a:r>
              <a:rPr lang="en-US" altLang="zh-CN" sz="2000" b="1" dirty="0">
                <a:latin typeface="微软雅黑" pitchFamily="34" charset="-122"/>
                <a:ea typeface="微软雅黑" pitchFamily="34" charset="-122"/>
              </a:rPr>
              <a:t>(3) </a:t>
            </a:r>
            <a:r>
              <a:rPr lang="zh-CN" altLang="en-US" sz="2000" b="1" dirty="0">
                <a:latin typeface="微软雅黑" pitchFamily="34" charset="-122"/>
                <a:ea typeface="微软雅黑" pitchFamily="34" charset="-122"/>
              </a:rPr>
              <a:t>基于核心的发现技术 </a:t>
            </a:r>
          </a:p>
        </p:txBody>
      </p:sp>
      <p:sp>
        <p:nvSpPr>
          <p:cNvPr id="4" name="矩形 3"/>
          <p:cNvSpPr/>
          <p:nvPr/>
        </p:nvSpPr>
        <p:spPr>
          <a:xfrm>
            <a:off x="545144" y="934729"/>
            <a:ext cx="8028487" cy="3170099"/>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如果有一个路由器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向核心路由器发送数据报，那么它在</a:t>
            </a:r>
            <a:r>
              <a:rPr lang="zh-CN" altLang="en-US" b="1" dirty="0">
                <a:solidFill>
                  <a:srgbClr val="C00000"/>
                </a:solidFill>
                <a:latin typeface="微软雅黑" pitchFamily="34" charset="-122"/>
                <a:ea typeface="微软雅黑" pitchFamily="34" charset="-122"/>
              </a:rPr>
              <a:t>途中经过</a:t>
            </a:r>
            <a:r>
              <a:rPr lang="zh-CN" altLang="en-US" b="1" dirty="0">
                <a:latin typeface="微软雅黑" pitchFamily="34" charset="-122"/>
                <a:ea typeface="微软雅黑" pitchFamily="34" charset="-122"/>
              </a:rPr>
              <a:t>的每一个路由器都要检查其内容。</a:t>
            </a:r>
            <a:endParaRPr lang="en-US" altLang="zh-CN"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当数据报到达参加了多播组 </a:t>
            </a:r>
            <a:r>
              <a:rPr lang="en-US" altLang="zh-CN" b="1" dirty="0">
                <a:latin typeface="微软雅黑" pitchFamily="34" charset="-122"/>
                <a:ea typeface="微软雅黑" pitchFamily="34" charset="-122"/>
              </a:rPr>
              <a:t>G </a:t>
            </a:r>
            <a:r>
              <a:rPr lang="zh-CN" altLang="en-US" b="1" dirty="0">
                <a:latin typeface="微软雅黑" pitchFamily="34" charset="-122"/>
                <a:ea typeface="微软雅黑" pitchFamily="34" charset="-122"/>
              </a:rPr>
              <a:t>的路由器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时，</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就处理这个数据报。</a:t>
            </a:r>
            <a:endParaRPr lang="en-US" altLang="zh-CN" b="1" dirty="0">
              <a:latin typeface="微软雅黑" pitchFamily="34" charset="-122"/>
              <a:ea typeface="微软雅黑" pitchFamily="34" charset="-122"/>
            </a:endParaRPr>
          </a:p>
          <a:p>
            <a:pPr marL="742950" lvl="1" indent="-285750">
              <a:lnSpc>
                <a:spcPts val="3000"/>
              </a:lnSpc>
              <a:buClr>
                <a:srgbClr val="990099"/>
              </a:buClr>
              <a:buFont typeface="Wingdings" panose="05000000000000000000" pitchFamily="2" charset="2"/>
              <a:buChar char="u"/>
            </a:pPr>
            <a:r>
              <a:rPr lang="zh-CN" altLang="en-US" b="1" dirty="0">
                <a:latin typeface="微软雅黑" pitchFamily="34" charset="-122"/>
                <a:ea typeface="微软雅黑" pitchFamily="34" charset="-122"/>
              </a:rPr>
              <a:t>如果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发出的是一个</a:t>
            </a:r>
            <a:r>
              <a:rPr lang="zh-CN" altLang="en-US" b="1" dirty="0">
                <a:solidFill>
                  <a:srgbClr val="C00000"/>
                </a:solidFill>
                <a:latin typeface="微软雅黑" pitchFamily="34" charset="-122"/>
                <a:ea typeface="微软雅黑" pitchFamily="34" charset="-122"/>
              </a:rPr>
              <a:t>多播数据报</a:t>
            </a:r>
            <a:r>
              <a:rPr lang="zh-CN" altLang="en-US" b="1" dirty="0">
                <a:latin typeface="微软雅黑" pitchFamily="34" charset="-122"/>
                <a:ea typeface="微软雅黑" pitchFamily="34" charset="-122"/>
              </a:rPr>
              <a:t>，其目的地址是 </a:t>
            </a:r>
            <a:r>
              <a:rPr lang="en-US" altLang="zh-CN" b="1" dirty="0">
                <a:latin typeface="微软雅黑" pitchFamily="34" charset="-122"/>
                <a:ea typeface="微软雅黑" pitchFamily="34" charset="-122"/>
              </a:rPr>
              <a:t>G </a:t>
            </a:r>
            <a:r>
              <a:rPr lang="zh-CN" altLang="en-US" b="1" dirty="0">
                <a:latin typeface="微软雅黑" pitchFamily="34" charset="-122"/>
                <a:ea typeface="微软雅黑" pitchFamily="34" charset="-122"/>
              </a:rPr>
              <a:t>的组地址，</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就向 </a:t>
            </a:r>
            <a:r>
              <a:rPr lang="en-US" altLang="zh-CN" b="1" dirty="0">
                <a:latin typeface="微软雅黑" pitchFamily="34" charset="-122"/>
                <a:ea typeface="微软雅黑" pitchFamily="34" charset="-122"/>
              </a:rPr>
              <a:t>G </a:t>
            </a:r>
            <a:r>
              <a:rPr lang="zh-CN" altLang="en-US" b="1" dirty="0">
                <a:latin typeface="微软雅黑" pitchFamily="34" charset="-122"/>
                <a:ea typeface="微软雅黑" pitchFamily="34" charset="-122"/>
              </a:rPr>
              <a:t>的成员转发这个多播数据报。</a:t>
            </a:r>
            <a:endParaRPr lang="en-US" altLang="zh-CN" b="1" dirty="0">
              <a:latin typeface="微软雅黑" pitchFamily="34" charset="-122"/>
              <a:ea typeface="微软雅黑" pitchFamily="34" charset="-122"/>
            </a:endParaRPr>
          </a:p>
          <a:p>
            <a:pPr marL="742950" lvl="1" indent="-285750">
              <a:lnSpc>
                <a:spcPts val="3000"/>
              </a:lnSpc>
              <a:buClr>
                <a:srgbClr val="990099"/>
              </a:buClr>
              <a:buFont typeface="Wingdings" panose="05000000000000000000" pitchFamily="2" charset="2"/>
              <a:buChar char="u"/>
            </a:pPr>
            <a:r>
              <a:rPr lang="zh-CN" altLang="en-US" b="1" dirty="0">
                <a:latin typeface="微软雅黑" pitchFamily="34" charset="-122"/>
                <a:ea typeface="微软雅黑" pitchFamily="34" charset="-122"/>
              </a:rPr>
              <a:t>如果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发出的数据报是一个</a:t>
            </a:r>
            <a:r>
              <a:rPr lang="zh-CN" altLang="en-US" b="1" dirty="0">
                <a:solidFill>
                  <a:srgbClr val="C00000"/>
                </a:solidFill>
                <a:latin typeface="微软雅黑" pitchFamily="34" charset="-122"/>
                <a:ea typeface="微软雅黑" pitchFamily="34" charset="-122"/>
              </a:rPr>
              <a:t>请求加入</a:t>
            </a:r>
            <a:r>
              <a:rPr lang="zh-CN" altLang="en-US" b="1" dirty="0">
                <a:latin typeface="微软雅黑" pitchFamily="34" charset="-122"/>
                <a:ea typeface="微软雅黑" pitchFamily="34" charset="-122"/>
              </a:rPr>
              <a:t>多播组 </a:t>
            </a:r>
            <a:r>
              <a:rPr lang="en-US" altLang="zh-CN" b="1" dirty="0">
                <a:latin typeface="微软雅黑" pitchFamily="34" charset="-122"/>
                <a:ea typeface="微软雅黑" pitchFamily="34" charset="-122"/>
              </a:rPr>
              <a:t>G </a:t>
            </a:r>
            <a:r>
              <a:rPr lang="zh-CN" altLang="en-US" b="1" dirty="0">
                <a:latin typeface="微软雅黑" pitchFamily="34" charset="-122"/>
                <a:ea typeface="微软雅黑" pitchFamily="34" charset="-122"/>
              </a:rPr>
              <a:t>的数据报，</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就把这个信息加到它的路由中，并用</a:t>
            </a:r>
            <a:r>
              <a:rPr lang="zh-CN" altLang="en-US" b="1" dirty="0">
                <a:solidFill>
                  <a:srgbClr val="C00000"/>
                </a:solidFill>
                <a:latin typeface="微软雅黑" pitchFamily="34" charset="-122"/>
                <a:ea typeface="微软雅黑" pitchFamily="34" charset="-122"/>
              </a:rPr>
              <a:t>隧道技术</a:t>
            </a:r>
            <a:r>
              <a:rPr lang="zh-CN" altLang="en-US" b="1" dirty="0">
                <a:latin typeface="微软雅黑" pitchFamily="34" charset="-122"/>
                <a:ea typeface="微软雅黑" pitchFamily="34" charset="-122"/>
              </a:rPr>
              <a:t>向 </a:t>
            </a:r>
            <a:r>
              <a:rPr lang="en-US" altLang="zh-CN" b="1" dirty="0">
                <a:latin typeface="微软雅黑" pitchFamily="34" charset="-122"/>
                <a:ea typeface="微软雅黑" pitchFamily="34" charset="-122"/>
              </a:rPr>
              <a:t>R</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转发每一个多播数据报的副本。 </a:t>
            </a:r>
          </a:p>
        </p:txBody>
      </p:sp>
    </p:spTree>
    <p:extLst>
      <p:ext uri="{BB962C8B-B14F-4D97-AF65-F5344CB8AC3E}">
        <p14:creationId xmlns:p14="http://schemas.microsoft.com/office/powerpoint/2010/main" val="2237270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26771"/>
            <a:ext cx="8053711"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16085" y="568003"/>
            <a:ext cx="3518912" cy="400110"/>
          </a:xfrm>
          <a:prstGeom prst="rect">
            <a:avLst/>
          </a:prstGeom>
        </p:spPr>
        <p:txBody>
          <a:bodyPr wrap="none">
            <a:spAutoFit/>
          </a:bodyPr>
          <a:lstStyle/>
          <a:p>
            <a:r>
              <a:rPr lang="zh-CN" altLang="en-US" sz="2000" b="1" dirty="0">
                <a:latin typeface="微软雅黑" pitchFamily="34" charset="-122"/>
                <a:ea typeface="微软雅黑" pitchFamily="34" charset="-122"/>
              </a:rPr>
              <a:t>一些建议使用的多播路由协议</a:t>
            </a:r>
          </a:p>
        </p:txBody>
      </p:sp>
      <p:sp>
        <p:nvSpPr>
          <p:cNvPr id="4" name="矩形 3"/>
          <p:cNvSpPr/>
          <p:nvPr/>
        </p:nvSpPr>
        <p:spPr>
          <a:xfrm>
            <a:off x="545144" y="925163"/>
            <a:ext cx="8028487" cy="3554819"/>
          </a:xfrm>
          <a:prstGeom prst="rect">
            <a:avLst/>
          </a:prstGeom>
        </p:spPr>
        <p:txBody>
          <a:bodyPr wrap="square">
            <a:spAutoFit/>
          </a:bodyPr>
          <a:lstStyle/>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距离向量多播路由协议 </a:t>
            </a:r>
            <a:r>
              <a:rPr lang="en-US" altLang="zh-CN" sz="2000" b="1" dirty="0">
                <a:solidFill>
                  <a:srgbClr val="C00000"/>
                </a:solidFill>
                <a:latin typeface="微软雅黑" pitchFamily="34" charset="-122"/>
                <a:ea typeface="微软雅黑" pitchFamily="34" charset="-122"/>
              </a:rPr>
              <a:t>DVMRP</a:t>
            </a:r>
            <a:r>
              <a:rPr lang="en-US" altLang="zh-CN" sz="2000" b="1" dirty="0">
                <a:latin typeface="微软雅黑" pitchFamily="34" charset="-122"/>
                <a:ea typeface="微软雅黑" pitchFamily="34" charset="-122"/>
              </a:rPr>
              <a:t> (Distance Vector Multicast Routing Protocol)</a:t>
            </a:r>
            <a:r>
              <a:rPr lang="zh-CN" altLang="en-US" sz="2000" b="1" dirty="0">
                <a:latin typeface="微软雅黑" pitchFamily="34" charset="-122"/>
                <a:ea typeface="微软雅黑" pitchFamily="34" charset="-122"/>
              </a:rPr>
              <a:t>。</a:t>
            </a:r>
            <a:endParaRPr lang="en-US" altLang="zh-CN" sz="2000" b="1" dirty="0">
              <a:solidFill>
                <a:srgbClr val="0000FF"/>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基于核心的转发树 </a:t>
            </a:r>
            <a:r>
              <a:rPr lang="en-US" altLang="zh-CN" sz="2000" b="1" dirty="0">
                <a:solidFill>
                  <a:srgbClr val="C00000"/>
                </a:solidFill>
                <a:latin typeface="微软雅黑" pitchFamily="34" charset="-122"/>
                <a:ea typeface="微软雅黑" pitchFamily="34" charset="-122"/>
              </a:rPr>
              <a:t>CBT</a:t>
            </a:r>
            <a:r>
              <a:rPr lang="en-US" altLang="zh-CN" sz="2000" b="1" dirty="0">
                <a:latin typeface="微软雅黑" pitchFamily="34" charset="-122"/>
                <a:ea typeface="微软雅黑" pitchFamily="34" charset="-122"/>
              </a:rPr>
              <a:t> (Core Based Tree) </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开放最短通路优先的多播扩展 </a:t>
            </a:r>
            <a:r>
              <a:rPr lang="en-US" altLang="zh-CN" sz="2000" b="1" dirty="0">
                <a:solidFill>
                  <a:srgbClr val="C00000"/>
                </a:solidFill>
                <a:latin typeface="微软雅黑" pitchFamily="34" charset="-122"/>
                <a:ea typeface="微软雅黑" pitchFamily="34" charset="-122"/>
              </a:rPr>
              <a:t>MOSPF</a:t>
            </a:r>
            <a:r>
              <a:rPr lang="en-US" altLang="zh-CN" sz="2000" b="1" dirty="0">
                <a:latin typeface="微软雅黑" pitchFamily="34" charset="-122"/>
                <a:ea typeface="微软雅黑" pitchFamily="34" charset="-122"/>
              </a:rPr>
              <a:t> (Multicast Extensions to OSPF) </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协议无关多播</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稀疏方式 </a:t>
            </a:r>
            <a:r>
              <a:rPr lang="en-US" altLang="zh-CN" sz="2000" b="1" dirty="0">
                <a:solidFill>
                  <a:srgbClr val="C00000"/>
                </a:solidFill>
                <a:latin typeface="微软雅黑" pitchFamily="34" charset="-122"/>
                <a:ea typeface="微软雅黑" pitchFamily="34" charset="-122"/>
              </a:rPr>
              <a:t>PIM-SM</a:t>
            </a:r>
            <a:r>
              <a:rPr lang="en-US" altLang="zh-CN" sz="2000" b="1" dirty="0">
                <a:latin typeface="微软雅黑" pitchFamily="34" charset="-122"/>
                <a:ea typeface="微软雅黑" pitchFamily="34" charset="-122"/>
              </a:rPr>
              <a:t> (Protocol Independent Multicast-Sparse Mode) </a:t>
            </a:r>
            <a:r>
              <a:rPr lang="zh-CN" altLang="en-US" sz="2000" b="1" dirty="0">
                <a:latin typeface="微软雅黑" pitchFamily="34" charset="-122"/>
                <a:ea typeface="微软雅黑" pitchFamily="34" charset="-122"/>
              </a:rPr>
              <a:t>。</a:t>
            </a:r>
            <a:endParaRPr lang="en-US" altLang="zh-CN" sz="2000" b="1" dirty="0">
              <a:solidFill>
                <a:srgbClr val="0000FF"/>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协议无关多播</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密集方式 </a:t>
            </a:r>
            <a:r>
              <a:rPr lang="en-US" altLang="zh-CN" sz="2000" b="1" dirty="0">
                <a:solidFill>
                  <a:srgbClr val="C00000"/>
                </a:solidFill>
                <a:latin typeface="微软雅黑" pitchFamily="34" charset="-122"/>
                <a:ea typeface="微软雅黑" pitchFamily="34" charset="-122"/>
              </a:rPr>
              <a:t>PIM-DM</a:t>
            </a:r>
            <a:r>
              <a:rPr lang="en-US" altLang="zh-CN" sz="2000" b="1" dirty="0">
                <a:latin typeface="微软雅黑" pitchFamily="34" charset="-122"/>
                <a:ea typeface="微软雅黑" pitchFamily="34" charset="-122"/>
              </a:rPr>
              <a:t> (Protocol Independent Multicast-Dense Mode) </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947415139"/>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FD79D5-14A9-CE84-88DE-3CE147F3D3C3}"/>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76DA6E60-3E7F-D2B0-1BF9-55F46B2FB8F0}"/>
              </a:ext>
            </a:extLst>
          </p:cNvPr>
          <p:cNvSpPr>
            <a:spLocks noChangeArrowheads="1"/>
          </p:cNvSpPr>
          <p:nvPr/>
        </p:nvSpPr>
        <p:spPr bwMode="auto">
          <a:xfrm>
            <a:off x="545144" y="636002"/>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D86B00BA-52D0-76E7-6AEC-208668812789}"/>
              </a:ext>
            </a:extLst>
          </p:cNvPr>
          <p:cNvSpPr>
            <a:spLocks noChangeArrowheads="1"/>
          </p:cNvSpPr>
          <p:nvPr/>
        </p:nvSpPr>
        <p:spPr bwMode="auto">
          <a:xfrm>
            <a:off x="2479121" y="590932"/>
            <a:ext cx="41857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4.8.4  IP</a:t>
            </a:r>
            <a:r>
              <a:rPr lang="zh-CN" altLang="en-US" sz="2400" b="1" dirty="0">
                <a:solidFill>
                  <a:schemeClr val="bg1"/>
                </a:solidFill>
                <a:latin typeface="微软雅黑" pitchFamily="34" charset="-122"/>
                <a:ea typeface="微软雅黑" pitchFamily="34" charset="-122"/>
              </a:rPr>
              <a:t>多播仍需解决的问题</a:t>
            </a:r>
          </a:p>
        </p:txBody>
      </p:sp>
      <p:sp>
        <p:nvSpPr>
          <p:cNvPr id="4" name="Rectangle 8">
            <a:extLst>
              <a:ext uri="{FF2B5EF4-FFF2-40B4-BE49-F238E27FC236}">
                <a16:creationId xmlns:a16="http://schemas.microsoft.com/office/drawing/2014/main" id="{E27FDC4B-8670-03E6-CA1F-C758A8B22374}"/>
              </a:ext>
            </a:extLst>
          </p:cNvPr>
          <p:cNvSpPr>
            <a:spLocks noChangeArrowheads="1"/>
          </p:cNvSpPr>
          <p:nvPr/>
        </p:nvSpPr>
        <p:spPr bwMode="auto">
          <a:xfrm>
            <a:off x="545143" y="1076214"/>
            <a:ext cx="8053711" cy="3433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多播路由选择协议相对于单播来说，配置更复杂，也不易扩展。</a:t>
            </a:r>
            <a:r>
              <a:rPr lang="en-US" altLang="zh-CN" sz="2000" b="1" dirty="0">
                <a:latin typeface="微软雅黑" pitchFamily="34" charset="-122"/>
                <a:ea typeface="微软雅黑" pitchFamily="34" charset="-122"/>
              </a:rPr>
              <a:t> </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多播涉及跨越多个自治系统</a:t>
            </a:r>
            <a:r>
              <a:rPr lang="en-US" altLang="zh-CN" sz="2000" b="1" dirty="0">
                <a:latin typeface="微软雅黑" pitchFamily="34" charset="-122"/>
                <a:ea typeface="微软雅黑" pitchFamily="34" charset="-122"/>
              </a:rPr>
              <a:t>AS</a:t>
            </a:r>
            <a:r>
              <a:rPr lang="zh-CN" altLang="en-US" sz="2000" b="1" dirty="0">
                <a:latin typeface="微软雅黑" pitchFamily="34" charset="-122"/>
                <a:ea typeface="微软雅黑" pitchFamily="34" charset="-122"/>
              </a:rPr>
              <a:t>。如何有效地控制多播源和防止多播滥用，一直是个难题。</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从商业角度看，部署</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多播需要在网络基础设施及运营维护上进行较大投入，但运营</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多播受到利益分配的影响很大。</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目前内容分发网络</a:t>
            </a:r>
            <a:r>
              <a:rPr lang="en-US" altLang="zh-CN" sz="2000" b="1" dirty="0">
                <a:latin typeface="微软雅黑" pitchFamily="34" charset="-122"/>
                <a:ea typeface="微软雅黑" pitchFamily="34" charset="-122"/>
              </a:rPr>
              <a:t>CDN</a:t>
            </a:r>
            <a:r>
              <a:rPr lang="zh-CN" altLang="en-US" sz="2000" b="1" dirty="0">
                <a:latin typeface="微软雅黑" pitchFamily="34" charset="-122"/>
                <a:ea typeface="微软雅黑" pitchFamily="34" charset="-122"/>
              </a:rPr>
              <a:t>等成熟的技术，提供了更容易部署和商业化的解决方案，用户更倾向于使用视频点播服务</a:t>
            </a:r>
            <a:r>
              <a:rPr lang="en-US" altLang="zh-CN" sz="2000" b="1" dirty="0">
                <a:latin typeface="微软雅黑" pitchFamily="34" charset="-122"/>
                <a:ea typeface="微软雅黑" pitchFamily="34" charset="-122"/>
              </a:rPr>
              <a:t>VoD</a:t>
            </a:r>
            <a:r>
              <a:rPr lang="zh-CN" altLang="en-US" sz="2000" b="1" dirty="0">
                <a:latin typeface="微软雅黑" pitchFamily="34" charset="-122"/>
                <a:ea typeface="微软雅黑" pitchFamily="34" charset="-122"/>
              </a:rPr>
              <a:t>，而一对多的场景需求则相对减少，这也限制了</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多播的发展。</a:t>
            </a:r>
            <a:endParaRPr lang="en-US" altLang="zh-CN" sz="2000" b="1" dirty="0">
              <a:solidFill>
                <a:srgbClr val="C00000"/>
              </a:solidFill>
              <a:latin typeface="微软雅黑" pitchFamily="34" charset="-122"/>
              <a:ea typeface="微软雅黑" pitchFamily="34" charset="-122"/>
            </a:endParaRPr>
          </a:p>
        </p:txBody>
      </p:sp>
    </p:spTree>
    <p:extLst>
      <p:ext uri="{BB962C8B-B14F-4D97-AF65-F5344CB8AC3E}">
        <p14:creationId xmlns:p14="http://schemas.microsoft.com/office/powerpoint/2010/main" val="301033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303831" y="1321649"/>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303831" y="1928074"/>
            <a:ext cx="6189542"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27"/>
          <p:cNvSpPr>
            <a:spLocks noChangeArrowheads="1"/>
          </p:cNvSpPr>
          <p:nvPr/>
        </p:nvSpPr>
        <p:spPr bwMode="auto">
          <a:xfrm>
            <a:off x="490266" y="1321649"/>
            <a:ext cx="1636540" cy="1810421"/>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5" name="Rectangle 29"/>
          <p:cNvSpPr>
            <a:spLocks noChangeArrowheads="1"/>
          </p:cNvSpPr>
          <p:nvPr/>
        </p:nvSpPr>
        <p:spPr bwMode="auto">
          <a:xfrm>
            <a:off x="499155" y="1416581"/>
            <a:ext cx="1627651"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a:t>
            </a:r>
            <a:r>
              <a:rPr lang="en-US" altLang="zh-CN" sz="2000" b="1" dirty="0">
                <a:solidFill>
                  <a:srgbClr val="FFFF00"/>
                </a:solidFill>
                <a:latin typeface="微软雅黑" pitchFamily="34" charset="-122"/>
                <a:ea typeface="微软雅黑" pitchFamily="34" charset="-122"/>
              </a:rPr>
              <a:t>9</a:t>
            </a:r>
            <a:endParaRPr lang="fr-FR" altLang="zh-CN" sz="2000" b="1" dirty="0">
              <a:solidFill>
                <a:srgbClr val="FFFF00"/>
              </a:solidFill>
              <a:latin typeface="微软雅黑" pitchFamily="34" charset="-122"/>
              <a:ea typeface="微软雅黑" pitchFamily="34" charset="-122"/>
            </a:endParaRPr>
          </a:p>
          <a:p>
            <a:r>
              <a:rPr lang="zh-CN" altLang="en-US" sz="2000" b="1" dirty="0">
                <a:solidFill>
                  <a:schemeClr val="bg1"/>
                </a:solidFill>
                <a:latin typeface="微软雅黑" pitchFamily="34" charset="-122"/>
                <a:ea typeface="微软雅黑" pitchFamily="34" charset="-122"/>
              </a:rPr>
              <a:t>虚拟专用网  </a:t>
            </a:r>
            <a:r>
              <a:rPr lang="en-US" altLang="zh-CN" sz="2000" b="1" dirty="0">
                <a:solidFill>
                  <a:schemeClr val="bg1"/>
                </a:solidFill>
                <a:latin typeface="微软雅黑" pitchFamily="34" charset="-122"/>
                <a:ea typeface="微软雅黑" pitchFamily="34" charset="-122"/>
              </a:rPr>
              <a:t>VPN </a:t>
            </a:r>
            <a:r>
              <a:rPr lang="zh-CN" altLang="en-US" sz="2000" b="1" dirty="0">
                <a:solidFill>
                  <a:schemeClr val="bg1"/>
                </a:solidFill>
                <a:latin typeface="微软雅黑" pitchFamily="34" charset="-122"/>
                <a:ea typeface="微软雅黑" pitchFamily="34" charset="-122"/>
              </a:rPr>
              <a:t>和网络地址转换  </a:t>
            </a:r>
            <a:r>
              <a:rPr lang="en-US" altLang="zh-CN" sz="2000" b="1" dirty="0">
                <a:solidFill>
                  <a:schemeClr val="bg1"/>
                </a:solidFill>
                <a:latin typeface="微软雅黑" pitchFamily="34" charset="-122"/>
                <a:ea typeface="微软雅黑" pitchFamily="34" charset="-122"/>
              </a:rPr>
              <a:t>NAT</a:t>
            </a:r>
            <a:endParaRPr lang="zh-CN" altLang="en-US" sz="2000" b="1" dirty="0">
              <a:solidFill>
                <a:schemeClr val="bg1"/>
              </a:solidFill>
              <a:latin typeface="微软雅黑" pitchFamily="34" charset="-122"/>
              <a:ea typeface="微软雅黑" pitchFamily="34" charset="-122"/>
            </a:endParaRPr>
          </a:p>
        </p:txBody>
      </p:sp>
      <p:sp>
        <p:nvSpPr>
          <p:cNvPr id="7" name="Line 16"/>
          <p:cNvSpPr>
            <a:spLocks noChangeShapeType="1"/>
          </p:cNvSpPr>
          <p:nvPr/>
        </p:nvSpPr>
        <p:spPr bwMode="auto">
          <a:xfrm>
            <a:off x="3311894" y="1250212"/>
            <a:ext cx="0" cy="2283662"/>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 name="Rectangle 8"/>
          <p:cNvSpPr>
            <a:spLocks noChangeArrowheads="1"/>
          </p:cNvSpPr>
          <p:nvPr/>
        </p:nvSpPr>
        <p:spPr bwMode="auto">
          <a:xfrm>
            <a:off x="2287349" y="1287105"/>
            <a:ext cx="6381872"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4.9.1                                              </a:t>
            </a:r>
            <a:r>
              <a:rPr lang="zh-CN" altLang="en-US" sz="2000" b="1" dirty="0">
                <a:solidFill>
                  <a:schemeClr val="bg1"/>
                </a:solidFill>
                <a:latin typeface="微软雅黑" pitchFamily="34" charset="-122"/>
                <a:ea typeface="微软雅黑" pitchFamily="34" charset="-122"/>
              </a:rPr>
              <a:t>虚拟专用网 </a:t>
            </a:r>
            <a:r>
              <a:rPr lang="en-US" altLang="zh-CN" sz="2000" b="1" dirty="0">
                <a:solidFill>
                  <a:schemeClr val="bg1"/>
                </a:solidFill>
                <a:latin typeface="微软雅黑" pitchFamily="34" charset="-122"/>
                <a:ea typeface="微软雅黑" pitchFamily="34" charset="-122"/>
              </a:rPr>
              <a:t>VPN</a:t>
            </a: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4.9.2                                           </a:t>
            </a:r>
            <a:r>
              <a:rPr lang="zh-CN" altLang="en-US" sz="2000" b="1" dirty="0">
                <a:solidFill>
                  <a:schemeClr val="bg1"/>
                </a:solidFill>
                <a:latin typeface="微软雅黑" pitchFamily="34" charset="-122"/>
                <a:ea typeface="微软雅黑" pitchFamily="34" charset="-122"/>
              </a:rPr>
              <a:t>网络地址转换 </a:t>
            </a:r>
            <a:r>
              <a:rPr lang="en-US" altLang="zh-CN" sz="2000" b="1" dirty="0">
                <a:solidFill>
                  <a:schemeClr val="bg1"/>
                </a:solidFill>
                <a:latin typeface="微软雅黑" pitchFamily="34" charset="-122"/>
                <a:ea typeface="微软雅黑" pitchFamily="34" charset="-122"/>
              </a:rPr>
              <a:t>NAT</a:t>
            </a:r>
          </a:p>
        </p:txBody>
      </p:sp>
    </p:spTree>
    <p:extLst>
      <p:ext uri="{BB962C8B-B14F-4D97-AF65-F5344CB8AC3E}">
        <p14:creationId xmlns:p14="http://schemas.microsoft.com/office/powerpoint/2010/main" val="977476527"/>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E515D1-97FF-D116-DDF0-D6FC774F70D0}"/>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229F42C5-2C2C-1AAB-7167-0CDF560EE22A}"/>
              </a:ext>
            </a:extLst>
          </p:cNvPr>
          <p:cNvSpPr>
            <a:spLocks noChangeArrowheads="1"/>
          </p:cNvSpPr>
          <p:nvPr/>
        </p:nvSpPr>
        <p:spPr bwMode="auto">
          <a:xfrm>
            <a:off x="545144" y="611519"/>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BE10BCCA-D67E-DDA8-52D2-4FB41B7EBF59}"/>
              </a:ext>
            </a:extLst>
          </p:cNvPr>
          <p:cNvSpPr>
            <a:spLocks noChangeArrowheads="1"/>
          </p:cNvSpPr>
          <p:nvPr/>
        </p:nvSpPr>
        <p:spPr bwMode="auto">
          <a:xfrm>
            <a:off x="2859833" y="570656"/>
            <a:ext cx="342433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4.9.1  </a:t>
            </a:r>
            <a:r>
              <a:rPr lang="zh-CN" altLang="en-US" sz="2400" b="1" dirty="0">
                <a:solidFill>
                  <a:schemeClr val="bg1"/>
                </a:solidFill>
                <a:latin typeface="微软雅黑" pitchFamily="34" charset="-122"/>
                <a:ea typeface="微软雅黑" pitchFamily="34" charset="-122"/>
              </a:rPr>
              <a:t>虚拟专用网 </a:t>
            </a:r>
            <a:r>
              <a:rPr lang="en-US" altLang="zh-CN" sz="2400" b="1" dirty="0">
                <a:solidFill>
                  <a:schemeClr val="bg1"/>
                </a:solidFill>
                <a:latin typeface="微软雅黑" pitchFamily="34" charset="-122"/>
                <a:ea typeface="微软雅黑" pitchFamily="34" charset="-122"/>
              </a:rPr>
              <a:t>VPN</a:t>
            </a:r>
            <a:endParaRPr lang="zh-CN" altLang="en-US" sz="2400" b="1" dirty="0">
              <a:solidFill>
                <a:schemeClr val="bg1"/>
              </a:solidFill>
              <a:latin typeface="微软雅黑" pitchFamily="34" charset="-122"/>
              <a:ea typeface="微软雅黑" pitchFamily="34" charset="-122"/>
            </a:endParaRPr>
          </a:p>
        </p:txBody>
      </p:sp>
      <p:sp>
        <p:nvSpPr>
          <p:cNvPr id="4" name="Rectangle 8">
            <a:extLst>
              <a:ext uri="{FF2B5EF4-FFF2-40B4-BE49-F238E27FC236}">
                <a16:creationId xmlns:a16="http://schemas.microsoft.com/office/drawing/2014/main" id="{1BDA8906-0E50-40AF-BB9C-CA98A460BD68}"/>
              </a:ext>
            </a:extLst>
          </p:cNvPr>
          <p:cNvSpPr>
            <a:spLocks noChangeArrowheads="1"/>
          </p:cNvSpPr>
          <p:nvPr/>
        </p:nvSpPr>
        <p:spPr bwMode="auto">
          <a:xfrm>
            <a:off x="545143" y="994370"/>
            <a:ext cx="8053711" cy="3433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许多机构需要使用的专用网。这是因为一个机构内的主机之间需要经常互相交换本机构的内部信息，但这些内部信息不宜对外公开。</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可以有两种方法实现专用网</a:t>
            </a:r>
            <a:endParaRPr lang="en-US" altLang="zh-CN" sz="2000" b="1" dirty="0">
              <a:latin typeface="微软雅黑" pitchFamily="34" charset="-122"/>
              <a:ea typeface="微软雅黑" pitchFamily="34" charset="-122"/>
            </a:endParaRPr>
          </a:p>
          <a:p>
            <a:pPr>
              <a:lnSpc>
                <a:spcPts val="3300"/>
              </a:lnSpc>
              <a:buClr>
                <a:srgbClr val="0070C0"/>
              </a:buClr>
            </a:pPr>
            <a:r>
              <a:rPr lang="en-US" altLang="zh-CN" sz="2000" b="1" dirty="0">
                <a:latin typeface="微软雅黑" pitchFamily="34" charset="-122"/>
                <a:ea typeface="微软雅黑" pitchFamily="34" charset="-122"/>
              </a:rPr>
              <a:t>    </a:t>
            </a:r>
            <a:r>
              <a:rPr lang="en-US" altLang="zh-CN" sz="2000" b="1" dirty="0">
                <a:solidFill>
                  <a:srgbClr val="0000FF"/>
                </a:solidFill>
                <a:latin typeface="微软雅黑" pitchFamily="34" charset="-122"/>
                <a:ea typeface="微软雅黑" pitchFamily="34" charset="-122"/>
              </a:rPr>
              <a:t>(1) </a:t>
            </a:r>
            <a:r>
              <a:rPr lang="zh-CN" altLang="en-US" sz="2000" b="1" dirty="0">
                <a:latin typeface="微软雅黑" pitchFamily="34" charset="-122"/>
                <a:ea typeface="微软雅黑" pitchFamily="34" charset="-122"/>
              </a:rPr>
              <a:t>租用电信公司的通信线路，或本机构出资建造专用网。但这种方法的缺点是价格太高，一般难于承受。</a:t>
            </a:r>
            <a:endParaRPr lang="en-US" altLang="zh-CN" sz="2000" b="1" dirty="0">
              <a:latin typeface="微软雅黑" pitchFamily="34" charset="-122"/>
              <a:ea typeface="微软雅黑" pitchFamily="34" charset="-122"/>
            </a:endParaRPr>
          </a:p>
          <a:p>
            <a:pPr algn="just">
              <a:lnSpc>
                <a:spcPts val="3300"/>
              </a:lnSpc>
              <a:buClr>
                <a:srgbClr val="0070C0"/>
              </a:buClr>
            </a:pPr>
            <a:r>
              <a:rPr lang="en-US" altLang="zh-CN" sz="2000" b="1" dirty="0">
                <a:latin typeface="微软雅黑" pitchFamily="34" charset="-122"/>
                <a:ea typeface="微软雅黑" pitchFamily="34" charset="-122"/>
              </a:rPr>
              <a:t>    </a:t>
            </a:r>
            <a:r>
              <a:rPr lang="en-US" altLang="zh-CN" sz="2000" b="1" dirty="0">
                <a:solidFill>
                  <a:srgbClr val="0000FF"/>
                </a:solidFill>
                <a:latin typeface="微软雅黑" pitchFamily="34" charset="-122"/>
                <a:ea typeface="微软雅黑" pitchFamily="34" charset="-122"/>
              </a:rPr>
              <a:t>(2) </a:t>
            </a:r>
            <a:r>
              <a:rPr lang="zh-CN" altLang="en-US" sz="2000" b="1" dirty="0">
                <a:latin typeface="微软雅黑" pitchFamily="34" charset="-122"/>
                <a:ea typeface="微软雅黑" pitchFamily="34" charset="-122"/>
              </a:rPr>
              <a:t>利用现有的公用互联网作为本机构各专用网之间的通信载体，但要采用一些必要的措施，用这样的方法就构成了</a:t>
            </a:r>
            <a:r>
              <a:rPr lang="zh-CN" altLang="en-US" sz="2000" b="1" dirty="0">
                <a:solidFill>
                  <a:srgbClr val="0000FF"/>
                </a:solidFill>
                <a:latin typeface="微软雅黑" pitchFamily="34" charset="-122"/>
                <a:ea typeface="微软雅黑" pitchFamily="34" charset="-122"/>
              </a:rPr>
              <a:t>虚拟专用网</a:t>
            </a:r>
            <a:r>
              <a:rPr lang="en-US" altLang="zh-CN" sz="2000" b="1" dirty="0">
                <a:solidFill>
                  <a:srgbClr val="0000FF"/>
                </a:solidFill>
                <a:latin typeface="微软雅黑" pitchFamily="34" charset="-122"/>
                <a:ea typeface="微软雅黑" pitchFamily="34" charset="-122"/>
              </a:rPr>
              <a:t>VPN (Virtual Private Network)</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1941673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xEl>
                                              <p:pRg st="3" end="3"/>
                                            </p:txEl>
                                          </p:spTgt>
                                        </p:tgtEl>
                                        <p:attrNameLst>
                                          <p:attrName>style.visibility</p:attrName>
                                        </p:attrNameLst>
                                      </p:cBhvr>
                                      <p:to>
                                        <p:strVal val="visible"/>
                                      </p:to>
                                    </p:set>
                                    <p:animEffect transition="in" filter="fade">
                                      <p:cBhvr>
                                        <p:cTn id="28" dur="1000"/>
                                        <p:tgtEl>
                                          <p:spTgt spid="4">
                                            <p:txEl>
                                              <p:pRg st="3" end="3"/>
                                            </p:txEl>
                                          </p:spTgt>
                                        </p:tgtEl>
                                      </p:cBhvr>
                                    </p:animEffect>
                                    <p:anim calcmode="lin" valueType="num">
                                      <p:cBhvr>
                                        <p:cTn id="29"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圆角矩形 12"/>
          <p:cNvSpPr/>
          <p:nvPr/>
        </p:nvSpPr>
        <p:spPr>
          <a:xfrm>
            <a:off x="545145" y="1035667"/>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5" y="613613"/>
            <a:ext cx="8053710" cy="353930"/>
          </a:xfrm>
          <a:prstGeom prst="roundRect">
            <a:avLst>
              <a:gd name="adj" fmla="val 16667"/>
            </a:avLst>
          </a:prstGeom>
          <a:solidFill>
            <a:srgbClr val="00B050"/>
          </a:solidFill>
          <a:ln>
            <a:noFill/>
          </a:ln>
          <a:effectLst/>
        </p:spPr>
        <p:txBody>
          <a:bodyPr wrap="none" anchor="ctr"/>
          <a:lstStyle/>
          <a:p>
            <a:endParaRPr lang="zh-CN" altLang="en-US" dirty="0"/>
          </a:p>
        </p:txBody>
      </p:sp>
      <p:sp>
        <p:nvSpPr>
          <p:cNvPr id="4" name="Rectangle 6"/>
          <p:cNvSpPr>
            <a:spLocks noChangeArrowheads="1"/>
          </p:cNvSpPr>
          <p:nvPr/>
        </p:nvSpPr>
        <p:spPr bwMode="auto">
          <a:xfrm>
            <a:off x="1941968" y="58040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在专用网内部需使用私用地址</a:t>
            </a:r>
          </a:p>
        </p:txBody>
      </p:sp>
      <p:sp>
        <p:nvSpPr>
          <p:cNvPr id="5" name="矩形 4"/>
          <p:cNvSpPr/>
          <p:nvPr/>
        </p:nvSpPr>
        <p:spPr>
          <a:xfrm>
            <a:off x="1681293" y="1195610"/>
            <a:ext cx="3201340" cy="646331"/>
          </a:xfrm>
          <a:prstGeom prst="rect">
            <a:avLst/>
          </a:prstGeom>
        </p:spPr>
        <p:txBody>
          <a:bodyPr wrap="square">
            <a:spAutoFit/>
          </a:bodyPr>
          <a:lstStyle/>
          <a:p>
            <a:pPr marL="360363" indent="-360363">
              <a:buNone/>
            </a:pPr>
            <a:r>
              <a:rPr lang="en-US" altLang="zh-CN" b="1" dirty="0">
                <a:solidFill>
                  <a:srgbClr val="C00000"/>
                </a:solidFill>
                <a:latin typeface="微软雅黑" pitchFamily="34" charset="-122"/>
                <a:ea typeface="微软雅黑" pitchFamily="34" charset="-122"/>
              </a:rPr>
              <a:t>IPv4 </a:t>
            </a:r>
            <a:r>
              <a:rPr lang="zh-CN" altLang="en-US" b="1" dirty="0">
                <a:solidFill>
                  <a:srgbClr val="C00000"/>
                </a:solidFill>
                <a:latin typeface="微软雅黑" pitchFamily="34" charset="-122"/>
                <a:ea typeface="微软雅黑" pitchFamily="34" charset="-122"/>
              </a:rPr>
              <a:t>的三个私用地址块：</a:t>
            </a:r>
          </a:p>
          <a:p>
            <a:pPr marL="360363" indent="-360363">
              <a:buNone/>
            </a:pP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p:txBody>
      </p:sp>
      <p:sp>
        <p:nvSpPr>
          <p:cNvPr id="6" name="矩形 5"/>
          <p:cNvSpPr/>
          <p:nvPr/>
        </p:nvSpPr>
        <p:spPr>
          <a:xfrm>
            <a:off x="1765399" y="1629139"/>
            <a:ext cx="4839437" cy="369332"/>
          </a:xfrm>
          <a:prstGeom prst="rect">
            <a:avLst/>
          </a:prstGeom>
          <a:solidFill>
            <a:srgbClr val="0000FF"/>
          </a:solidFill>
        </p:spPr>
        <p:txBody>
          <a:bodyPr wrap="square">
            <a:spAutoFit/>
          </a:bodyPr>
          <a:lstStyle/>
          <a:p>
            <a:r>
              <a:rPr lang="en-US" altLang="zh-CN" b="1" dirty="0">
                <a:solidFill>
                  <a:schemeClr val="bg1"/>
                </a:solidFill>
                <a:latin typeface="微软雅黑" pitchFamily="34" charset="-122"/>
                <a:ea typeface="微软雅黑" pitchFamily="34" charset="-122"/>
              </a:rPr>
              <a:t>(1) 10.0.0.0/8</a:t>
            </a:r>
          </a:p>
        </p:txBody>
      </p:sp>
      <p:sp>
        <p:nvSpPr>
          <p:cNvPr id="7" name="矩形 6"/>
          <p:cNvSpPr/>
          <p:nvPr/>
        </p:nvSpPr>
        <p:spPr>
          <a:xfrm>
            <a:off x="1765399" y="2459224"/>
            <a:ext cx="4839437" cy="369332"/>
          </a:xfrm>
          <a:prstGeom prst="rect">
            <a:avLst/>
          </a:prstGeom>
          <a:solidFill>
            <a:srgbClr val="0000FF"/>
          </a:solidFill>
        </p:spPr>
        <p:txBody>
          <a:bodyPr wrap="square">
            <a:spAutoFit/>
          </a:bodyPr>
          <a:lstStyle/>
          <a:p>
            <a:r>
              <a:rPr lang="en-US" altLang="zh-CN" b="1" dirty="0">
                <a:solidFill>
                  <a:schemeClr val="bg1"/>
                </a:solidFill>
                <a:latin typeface="微软雅黑" pitchFamily="34" charset="-122"/>
                <a:ea typeface="微软雅黑" pitchFamily="34" charset="-122"/>
              </a:rPr>
              <a:t>(2) 172.16.0.0/12</a:t>
            </a:r>
          </a:p>
        </p:txBody>
      </p:sp>
      <p:sp>
        <p:nvSpPr>
          <p:cNvPr id="8" name="矩形 7"/>
          <p:cNvSpPr/>
          <p:nvPr/>
        </p:nvSpPr>
        <p:spPr>
          <a:xfrm>
            <a:off x="1765399" y="3287534"/>
            <a:ext cx="4839437" cy="369332"/>
          </a:xfrm>
          <a:prstGeom prst="rect">
            <a:avLst/>
          </a:prstGeom>
          <a:solidFill>
            <a:srgbClr val="0000FF"/>
          </a:solidFill>
        </p:spPr>
        <p:txBody>
          <a:bodyPr wrap="square">
            <a:spAutoFit/>
          </a:bodyPr>
          <a:lstStyle/>
          <a:p>
            <a:r>
              <a:rPr lang="en-US" altLang="zh-CN" b="1" dirty="0">
                <a:solidFill>
                  <a:schemeClr val="bg1"/>
                </a:solidFill>
                <a:latin typeface="微软雅黑" pitchFamily="34" charset="-122"/>
                <a:ea typeface="微软雅黑" pitchFamily="34" charset="-122"/>
              </a:rPr>
              <a:t>(3) 192.168.0.0/16</a:t>
            </a:r>
          </a:p>
        </p:txBody>
      </p:sp>
      <p:sp>
        <p:nvSpPr>
          <p:cNvPr id="9" name="矩形 8"/>
          <p:cNvSpPr/>
          <p:nvPr/>
        </p:nvSpPr>
        <p:spPr>
          <a:xfrm>
            <a:off x="2167642" y="2003203"/>
            <a:ext cx="3159839" cy="338554"/>
          </a:xfrm>
          <a:prstGeom prst="rect">
            <a:avLst/>
          </a:prstGeom>
        </p:spPr>
        <p:txBody>
          <a:bodyPr wrap="none">
            <a:spAutoFit/>
          </a:bodyPr>
          <a:lstStyle/>
          <a:p>
            <a:r>
              <a:rPr lang="zh-CN" altLang="en-US" sz="1600" b="1" dirty="0">
                <a:latin typeface="微软雅黑" pitchFamily="34" charset="-122"/>
                <a:ea typeface="微软雅黑" pitchFamily="34" charset="-122"/>
              </a:rPr>
              <a:t>从 </a:t>
            </a:r>
            <a:r>
              <a:rPr lang="en-US" altLang="zh-CN" sz="1600" b="1" dirty="0">
                <a:latin typeface="微软雅黑" pitchFamily="34" charset="-122"/>
                <a:ea typeface="微软雅黑" pitchFamily="34" charset="-122"/>
              </a:rPr>
              <a:t>10.0.0.0 </a:t>
            </a:r>
            <a:r>
              <a:rPr lang="zh-CN" altLang="en-US" sz="1600" b="1" dirty="0">
                <a:latin typeface="微软雅黑" pitchFamily="34" charset="-122"/>
                <a:ea typeface="微软雅黑" pitchFamily="34" charset="-122"/>
              </a:rPr>
              <a:t>到 </a:t>
            </a:r>
            <a:r>
              <a:rPr lang="en-US" altLang="zh-CN" sz="1600" b="1" dirty="0">
                <a:latin typeface="微软雅黑" pitchFamily="34" charset="-122"/>
                <a:ea typeface="微软雅黑" pitchFamily="34" charset="-122"/>
              </a:rPr>
              <a:t>10.255.255.255</a:t>
            </a:r>
            <a:endParaRPr lang="zh-CN" altLang="en-US" sz="1600" b="1" dirty="0">
              <a:latin typeface="微软雅黑" pitchFamily="34" charset="-122"/>
              <a:ea typeface="微软雅黑" pitchFamily="34" charset="-122"/>
            </a:endParaRPr>
          </a:p>
        </p:txBody>
      </p:sp>
      <p:sp>
        <p:nvSpPr>
          <p:cNvPr id="10" name="矩形 9"/>
          <p:cNvSpPr/>
          <p:nvPr/>
        </p:nvSpPr>
        <p:spPr>
          <a:xfrm>
            <a:off x="2167642" y="2814455"/>
            <a:ext cx="5292416" cy="338554"/>
          </a:xfrm>
          <a:prstGeom prst="rect">
            <a:avLst/>
          </a:prstGeom>
        </p:spPr>
        <p:txBody>
          <a:bodyPr wrap="square">
            <a:spAutoFit/>
          </a:bodyPr>
          <a:lstStyle/>
          <a:p>
            <a:r>
              <a:rPr lang="zh-CN" altLang="en-US" sz="1600" b="1" dirty="0">
                <a:latin typeface="微软雅黑" pitchFamily="34" charset="-122"/>
                <a:ea typeface="微软雅黑" pitchFamily="34" charset="-122"/>
              </a:rPr>
              <a:t>从 </a:t>
            </a:r>
            <a:r>
              <a:rPr lang="en-US" altLang="zh-CN" sz="1600" b="1" dirty="0">
                <a:latin typeface="微软雅黑" pitchFamily="34" charset="-122"/>
                <a:ea typeface="微软雅黑" pitchFamily="34" charset="-122"/>
              </a:rPr>
              <a:t>172.16.0.0 </a:t>
            </a:r>
            <a:r>
              <a:rPr lang="zh-CN" altLang="en-US" sz="1600" b="1" dirty="0">
                <a:latin typeface="微软雅黑" pitchFamily="34" charset="-122"/>
                <a:ea typeface="微软雅黑" pitchFamily="34" charset="-122"/>
              </a:rPr>
              <a:t>到 </a:t>
            </a:r>
            <a:r>
              <a:rPr lang="en-US" altLang="zh-CN" sz="1600" b="1" dirty="0">
                <a:latin typeface="微软雅黑" pitchFamily="34" charset="-122"/>
                <a:ea typeface="微软雅黑" pitchFamily="34" charset="-122"/>
              </a:rPr>
              <a:t>172.31.255.255</a:t>
            </a:r>
            <a:endParaRPr lang="zh-CN" altLang="en-US" sz="1600" b="1" dirty="0">
              <a:latin typeface="微软雅黑" pitchFamily="34" charset="-122"/>
              <a:ea typeface="微软雅黑" pitchFamily="34" charset="-122"/>
            </a:endParaRPr>
          </a:p>
        </p:txBody>
      </p:sp>
      <p:sp>
        <p:nvSpPr>
          <p:cNvPr id="11" name="矩形 10"/>
          <p:cNvSpPr/>
          <p:nvPr/>
        </p:nvSpPr>
        <p:spPr>
          <a:xfrm>
            <a:off x="2167642" y="3632461"/>
            <a:ext cx="3666388" cy="338554"/>
          </a:xfrm>
          <a:prstGeom prst="rect">
            <a:avLst/>
          </a:prstGeom>
        </p:spPr>
        <p:txBody>
          <a:bodyPr wrap="none">
            <a:spAutoFit/>
          </a:bodyPr>
          <a:lstStyle/>
          <a:p>
            <a:r>
              <a:rPr lang="zh-CN" altLang="en-US" sz="1600" b="1" dirty="0">
                <a:latin typeface="微软雅黑" pitchFamily="34" charset="-122"/>
                <a:ea typeface="微软雅黑" pitchFamily="34" charset="-122"/>
              </a:rPr>
              <a:t>从 </a:t>
            </a:r>
            <a:r>
              <a:rPr lang="en-US" altLang="zh-CN" sz="1600" b="1" dirty="0">
                <a:latin typeface="微软雅黑" pitchFamily="34" charset="-122"/>
                <a:ea typeface="微软雅黑" pitchFamily="34" charset="-122"/>
              </a:rPr>
              <a:t>192.168.0.0 </a:t>
            </a:r>
            <a:r>
              <a:rPr lang="zh-CN" altLang="en-US" sz="1600" b="1" dirty="0">
                <a:latin typeface="微软雅黑" pitchFamily="34" charset="-122"/>
                <a:ea typeface="微软雅黑" pitchFamily="34" charset="-122"/>
              </a:rPr>
              <a:t>到 </a:t>
            </a:r>
            <a:r>
              <a:rPr lang="en-US" altLang="zh-CN" sz="1600" b="1" dirty="0">
                <a:latin typeface="微软雅黑" pitchFamily="34" charset="-122"/>
                <a:ea typeface="微软雅黑" pitchFamily="34" charset="-122"/>
              </a:rPr>
              <a:t>192.168.255.255</a:t>
            </a:r>
            <a:endParaRPr lang="zh-CN" altLang="en-US" sz="1600" b="1" dirty="0">
              <a:latin typeface="微软雅黑" pitchFamily="34" charset="-122"/>
              <a:ea typeface="微软雅黑" pitchFamily="34" charset="-122"/>
            </a:endParaRPr>
          </a:p>
        </p:txBody>
      </p:sp>
    </p:spTree>
    <p:extLst>
      <p:ext uri="{BB962C8B-B14F-4D97-AF65-F5344CB8AC3E}">
        <p14:creationId xmlns:p14="http://schemas.microsoft.com/office/powerpoint/2010/main" val="1825521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grpId="0" nodeType="clickEffect">
                                  <p:stCondLst>
                                    <p:cond delay="0"/>
                                  </p:stCondLst>
                                  <p:childTnLst>
                                    <p:anim calcmode="discrete" valueType="str">
                                      <p:cBhvr>
                                        <p:cTn id="6"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grpId="0" nodeType="clickEffect">
                                  <p:stCondLst>
                                    <p:cond delay="0"/>
                                  </p:stCondLst>
                                  <p:childTnLst>
                                    <p:anim calcmode="discrete" valueType="str">
                                      <p:cBhvr>
                                        <p:cTn id="10"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2000" fill="hold" grpId="0" nodeType="clickEffect">
                                  <p:stCondLst>
                                    <p:cond delay="0"/>
                                  </p:stCondLst>
                                  <p:childTnLst>
                                    <p:anim calcmode="discrete" valueType="str">
                                      <p:cBhvr>
                                        <p:cTn id="14"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05DD10-8AD8-4974-05B3-6D0DBDF25DED}"/>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29248A90-B081-021D-7BB8-253CB2A2700B}"/>
              </a:ext>
            </a:extLst>
          </p:cNvPr>
          <p:cNvSpPr>
            <a:spLocks noChangeArrowheads="1"/>
          </p:cNvSpPr>
          <p:nvPr/>
        </p:nvSpPr>
        <p:spPr bwMode="auto">
          <a:xfrm>
            <a:off x="545145" y="613613"/>
            <a:ext cx="8053710" cy="353930"/>
          </a:xfrm>
          <a:prstGeom prst="roundRect">
            <a:avLst>
              <a:gd name="adj" fmla="val 16667"/>
            </a:avLst>
          </a:prstGeom>
          <a:solidFill>
            <a:srgbClr val="00B050"/>
          </a:solidFill>
          <a:ln>
            <a:noFill/>
          </a:ln>
          <a:effectLst/>
        </p:spPr>
        <p:txBody>
          <a:bodyPr wrap="none" anchor="ctr"/>
          <a:lstStyle/>
          <a:p>
            <a:endParaRPr lang="zh-CN" altLang="en-US" dirty="0"/>
          </a:p>
        </p:txBody>
      </p:sp>
      <p:sp>
        <p:nvSpPr>
          <p:cNvPr id="4" name="Rectangle 6">
            <a:extLst>
              <a:ext uri="{FF2B5EF4-FFF2-40B4-BE49-F238E27FC236}">
                <a16:creationId xmlns:a16="http://schemas.microsoft.com/office/drawing/2014/main" id="{159F83C7-A662-05A0-7555-B4AE01520827}"/>
              </a:ext>
            </a:extLst>
          </p:cNvPr>
          <p:cNvSpPr>
            <a:spLocks noChangeArrowheads="1"/>
          </p:cNvSpPr>
          <p:nvPr/>
        </p:nvSpPr>
        <p:spPr bwMode="auto">
          <a:xfrm>
            <a:off x="1941968" y="58040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在专用网内部需使用私用地址</a:t>
            </a:r>
          </a:p>
        </p:txBody>
      </p:sp>
      <p:sp>
        <p:nvSpPr>
          <p:cNvPr id="2" name="Rectangle 8">
            <a:extLst>
              <a:ext uri="{FF2B5EF4-FFF2-40B4-BE49-F238E27FC236}">
                <a16:creationId xmlns:a16="http://schemas.microsoft.com/office/drawing/2014/main" id="{5C9DA592-D839-4A15-9380-D3DB05817078}"/>
              </a:ext>
            </a:extLst>
          </p:cNvPr>
          <p:cNvSpPr>
            <a:spLocks noChangeArrowheads="1"/>
          </p:cNvSpPr>
          <p:nvPr/>
        </p:nvSpPr>
        <p:spPr bwMode="auto">
          <a:xfrm>
            <a:off x="545143" y="994370"/>
            <a:ext cx="8053711" cy="30099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IPv6</a:t>
            </a:r>
            <a:r>
              <a:rPr lang="zh-CN" altLang="en-US" sz="2000" b="1" dirty="0">
                <a:latin typeface="微软雅黑" pitchFamily="34" charset="-122"/>
                <a:ea typeface="微软雅黑" pitchFamily="34" charset="-122"/>
              </a:rPr>
              <a:t>的私用地址就是</a:t>
            </a:r>
            <a:r>
              <a:rPr lang="zh-CN" altLang="en-US" sz="2000" b="1" dirty="0">
                <a:solidFill>
                  <a:srgbClr val="0000FF"/>
                </a:solidFill>
                <a:latin typeface="微软雅黑" pitchFamily="34" charset="-122"/>
                <a:ea typeface="微软雅黑" pitchFamily="34" charset="-122"/>
              </a:rPr>
              <a:t>唯一本地单播地址</a:t>
            </a:r>
            <a:r>
              <a:rPr lang="en-US" altLang="zh-CN" sz="2000" b="1" dirty="0">
                <a:latin typeface="微软雅黑" pitchFamily="34" charset="-122"/>
                <a:ea typeface="微软雅黑" pitchFamily="34" charset="-122"/>
              </a:rPr>
              <a:t>(unique-local unicast address)</a:t>
            </a:r>
            <a:r>
              <a:rPr lang="zh-CN" altLang="en-US" sz="2000" b="1" dirty="0">
                <a:latin typeface="微软雅黑" pitchFamily="34" charset="-122"/>
                <a:ea typeface="微软雅黑" pitchFamily="34" charset="-122"/>
              </a:rPr>
              <a:t>，或简称为唯一本地地址</a:t>
            </a:r>
            <a:r>
              <a:rPr lang="en-US" altLang="zh-CN" sz="2000" b="1" dirty="0">
                <a:solidFill>
                  <a:srgbClr val="0000FF"/>
                </a:solidFill>
                <a:latin typeface="微软雅黑" pitchFamily="34" charset="-122"/>
                <a:ea typeface="微软雅黑" pitchFamily="34" charset="-122"/>
              </a:rPr>
              <a:t>ULA</a:t>
            </a:r>
            <a:r>
              <a:rPr lang="en-US" altLang="zh-CN" sz="2000" b="1" dirty="0">
                <a:latin typeface="微软雅黑" pitchFamily="34" charset="-122"/>
                <a:ea typeface="微软雅黑" pitchFamily="34" charset="-122"/>
              </a:rPr>
              <a:t> (Unique Local Address)</a:t>
            </a:r>
            <a:r>
              <a:rPr lang="zh-CN" altLang="en-US" sz="2000" b="1" dirty="0">
                <a:latin typeface="微软雅黑" pitchFamily="34" charset="-122"/>
                <a:ea typeface="微软雅黑" pitchFamily="34" charset="-122"/>
              </a:rPr>
              <a:t> </a:t>
            </a:r>
            <a:endParaRPr lang="en-US" altLang="zh-CN" sz="2000" b="1" dirty="0">
              <a:latin typeface="微软雅黑" pitchFamily="34" charset="-122"/>
              <a:ea typeface="微软雅黑" pitchFamily="34" charset="-122"/>
            </a:endParaRPr>
          </a:p>
          <a:p>
            <a:pPr marL="742950" lvl="1"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fc00::/7</a:t>
            </a:r>
            <a:r>
              <a:rPr lang="zh-CN" altLang="en-US" sz="2000" b="1" dirty="0">
                <a:latin typeface="微软雅黑" pitchFamily="34" charset="-122"/>
                <a:ea typeface="微软雅黑" pitchFamily="34" charset="-122"/>
              </a:rPr>
              <a:t>（其中</a:t>
            </a:r>
            <a:r>
              <a:rPr lang="en-US" altLang="zh-CN" sz="2000" b="1" dirty="0">
                <a:latin typeface="微软雅黑" pitchFamily="34" charset="-122"/>
                <a:ea typeface="微软雅黑" pitchFamily="34" charset="-122"/>
              </a:rPr>
              <a:t>fd00::/8</a:t>
            </a:r>
            <a:r>
              <a:rPr lang="zh-CN" altLang="en-US" sz="2000" b="1" dirty="0">
                <a:latin typeface="微软雅黑" pitchFamily="34" charset="-122"/>
                <a:ea typeface="微软雅黑" pitchFamily="34" charset="-122"/>
              </a:rPr>
              <a:t>保留，暂未用）</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私用地址</a:t>
            </a:r>
            <a:r>
              <a:rPr lang="zh-CN" altLang="en-US" sz="2000" b="1" dirty="0">
                <a:latin typeface="微软雅黑" pitchFamily="34" charset="-122"/>
                <a:ea typeface="微软雅黑" pitchFamily="34" charset="-122"/>
              </a:rPr>
              <a:t>又称为</a:t>
            </a:r>
            <a:r>
              <a:rPr lang="zh-CN" altLang="en-US" sz="2000" b="1" dirty="0">
                <a:solidFill>
                  <a:srgbClr val="0000FF"/>
                </a:solidFill>
                <a:latin typeface="微软雅黑" pitchFamily="34" charset="-122"/>
                <a:ea typeface="微软雅黑" pitchFamily="34" charset="-122"/>
              </a:rPr>
              <a:t>本地地址</a:t>
            </a:r>
            <a:r>
              <a:rPr lang="zh-CN" altLang="en-US" sz="2000" b="1" dirty="0">
                <a:latin typeface="微软雅黑" pitchFamily="34" charset="-122"/>
                <a:ea typeface="微软雅黑" pitchFamily="34" charset="-122"/>
              </a:rPr>
              <a:t>，以区别于能够在互联网范围使用的</a:t>
            </a:r>
            <a:r>
              <a:rPr lang="zh-CN" altLang="en-US" sz="2000" b="1" dirty="0">
                <a:solidFill>
                  <a:srgbClr val="0000FF"/>
                </a:solidFill>
                <a:latin typeface="微软雅黑" pitchFamily="34" charset="-122"/>
                <a:ea typeface="微软雅黑" pitchFamily="34" charset="-122"/>
              </a:rPr>
              <a:t>公用地址</a:t>
            </a:r>
            <a:r>
              <a:rPr lang="zh-CN" altLang="en-US" sz="2000" b="1" dirty="0">
                <a:latin typeface="微软雅黑" pitchFamily="34" charset="-122"/>
                <a:ea typeface="微软雅黑" pitchFamily="34" charset="-122"/>
              </a:rPr>
              <a:t>或</a:t>
            </a:r>
            <a:r>
              <a:rPr lang="zh-CN" altLang="en-US" sz="2000" b="1" dirty="0">
                <a:solidFill>
                  <a:srgbClr val="0000FF"/>
                </a:solidFill>
                <a:latin typeface="微软雅黑" pitchFamily="34" charset="-122"/>
                <a:ea typeface="微软雅黑" pitchFamily="34" charset="-122"/>
              </a:rPr>
              <a:t>全球地址</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使用私用地址的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数据报，只能在专用网（或私用网）内部使用。在互联网上的所有路由器都不转发使用私用地址的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数据报。</a:t>
            </a:r>
          </a:p>
        </p:txBody>
      </p:sp>
    </p:spTree>
    <p:extLst>
      <p:ext uri="{BB962C8B-B14F-4D97-AF65-F5344CB8AC3E}">
        <p14:creationId xmlns:p14="http://schemas.microsoft.com/office/powerpoint/2010/main" val="3512773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fade">
                                      <p:cBhvr>
                                        <p:cTn id="12" dur="1000"/>
                                        <p:tgtEl>
                                          <p:spTgt spid="2">
                                            <p:txEl>
                                              <p:pRg st="1" end="1"/>
                                            </p:txEl>
                                          </p:spTgt>
                                        </p:tgtEl>
                                      </p:cBhvr>
                                    </p:animEffect>
                                    <p:anim calcmode="lin" valueType="num">
                                      <p:cBhvr>
                                        <p:cTn id="13"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4"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2">
                                            <p:txEl>
                                              <p:pRg st="2" end="2"/>
                                            </p:txEl>
                                          </p:spTgt>
                                        </p:tgtEl>
                                        <p:attrNameLst>
                                          <p:attrName>style.visibility</p:attrName>
                                        </p:attrNameLst>
                                      </p:cBhvr>
                                      <p:to>
                                        <p:strVal val="visible"/>
                                      </p:to>
                                    </p:set>
                                    <p:animEffect transition="in" filter="fade">
                                      <p:cBhvr>
                                        <p:cTn id="19" dur="1000"/>
                                        <p:tgtEl>
                                          <p:spTgt spid="2">
                                            <p:txEl>
                                              <p:pRg st="2" end="2"/>
                                            </p:txEl>
                                          </p:spTgt>
                                        </p:tgtEl>
                                      </p:cBhvr>
                                    </p:animEffect>
                                    <p:anim calcmode="lin" valueType="num">
                                      <p:cBhvr>
                                        <p:cTn id="20"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2">
                                            <p:txEl>
                                              <p:pRg st="3" end="3"/>
                                            </p:txEl>
                                          </p:spTgt>
                                        </p:tgtEl>
                                        <p:attrNameLst>
                                          <p:attrName>style.visibility</p:attrName>
                                        </p:attrNameLst>
                                      </p:cBhvr>
                                      <p:to>
                                        <p:strVal val="visible"/>
                                      </p:to>
                                    </p:set>
                                    <p:animEffect transition="in" filter="fade">
                                      <p:cBhvr>
                                        <p:cTn id="26" dur="1000"/>
                                        <p:tgtEl>
                                          <p:spTgt spid="2">
                                            <p:txEl>
                                              <p:pRg st="3" end="3"/>
                                            </p:txEl>
                                          </p:spTgt>
                                        </p:tgtEl>
                                      </p:cBhvr>
                                    </p:animEffect>
                                    <p:anim calcmode="lin" valueType="num">
                                      <p:cBhvr>
                                        <p:cTn id="27"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28"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5" y="1071879"/>
            <a:ext cx="8053710" cy="32445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95" name="组合 94"/>
          <p:cNvGrpSpPr/>
          <p:nvPr/>
        </p:nvGrpSpPr>
        <p:grpSpPr>
          <a:xfrm>
            <a:off x="6476180" y="1726593"/>
            <a:ext cx="1104466" cy="1200192"/>
            <a:chOff x="6476180" y="1753752"/>
            <a:chExt cx="1104466" cy="1200192"/>
          </a:xfrm>
        </p:grpSpPr>
        <p:grpSp>
          <p:nvGrpSpPr>
            <p:cNvPr id="67" name="Group 65"/>
            <p:cNvGrpSpPr>
              <a:grpSpLocks/>
            </p:cNvGrpSpPr>
            <p:nvPr/>
          </p:nvGrpSpPr>
          <p:grpSpPr bwMode="auto">
            <a:xfrm>
              <a:off x="6476180" y="1933292"/>
              <a:ext cx="1104466" cy="822867"/>
              <a:chOff x="4656" y="1528"/>
              <a:chExt cx="1011" cy="816"/>
            </a:xfrm>
          </p:grpSpPr>
          <p:sp>
            <p:nvSpPr>
              <p:cNvPr id="68" name="Line 66"/>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Line 67"/>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0" name="Line 68"/>
              <p:cNvSpPr>
                <a:spLocks noChangeShapeType="1"/>
              </p:cNvSpPr>
              <p:nvPr/>
            </p:nvSpPr>
            <p:spPr bwMode="auto">
              <a:xfrm flipH="1">
                <a:off x="4800" y="1528"/>
                <a:ext cx="240" cy="9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2" name="Text Box 70"/>
              <p:cNvSpPr txBox="1">
                <a:spLocks noChangeArrowheads="1"/>
              </p:cNvSpPr>
              <p:nvPr/>
            </p:nvSpPr>
            <p:spPr bwMode="auto">
              <a:xfrm>
                <a:off x="5316" y="1729"/>
                <a:ext cx="27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Y</a:t>
                </a:r>
              </a:p>
            </p:txBody>
          </p:sp>
          <p:sp>
            <p:nvSpPr>
              <p:cNvPr id="73" name="Text Box 71"/>
              <p:cNvSpPr txBox="1">
                <a:spLocks noChangeArrowheads="1"/>
              </p:cNvSpPr>
              <p:nvPr/>
            </p:nvSpPr>
            <p:spPr bwMode="auto">
              <a:xfrm>
                <a:off x="4851" y="1955"/>
                <a:ext cx="81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CC00CC"/>
                    </a:solidFill>
                    <a:latin typeface="微软雅黑" pitchFamily="34" charset="-122"/>
                    <a:ea typeface="微软雅黑" pitchFamily="34" charset="-122"/>
                  </a:rPr>
                  <a:t>10.2.0.3</a:t>
                </a:r>
              </a:p>
            </p:txBody>
          </p:sp>
        </p:grpSp>
        <p:pic>
          <p:nvPicPr>
            <p:cNvPr id="9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36287" y="175375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987570" y="213970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04248" y="2675562"/>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0" name="组合 89"/>
          <p:cNvGrpSpPr/>
          <p:nvPr/>
        </p:nvGrpSpPr>
        <p:grpSpPr>
          <a:xfrm>
            <a:off x="1282740" y="1708657"/>
            <a:ext cx="1204971" cy="1290585"/>
            <a:chOff x="1338397" y="1735816"/>
            <a:chExt cx="1204971" cy="1290585"/>
          </a:xfrm>
        </p:grpSpPr>
        <p:grpSp>
          <p:nvGrpSpPr>
            <p:cNvPr id="5" name="Group 2"/>
            <p:cNvGrpSpPr>
              <a:grpSpLocks/>
            </p:cNvGrpSpPr>
            <p:nvPr/>
          </p:nvGrpSpPr>
          <p:grpSpPr bwMode="auto">
            <a:xfrm>
              <a:off x="1338397" y="1981696"/>
              <a:ext cx="1204971" cy="871271"/>
              <a:chOff x="-47" y="1576"/>
              <a:chExt cx="1103" cy="864"/>
            </a:xfrm>
          </p:grpSpPr>
          <p:sp>
            <p:nvSpPr>
              <p:cNvPr id="6" name="Line 3"/>
              <p:cNvSpPr>
                <a:spLocks noChangeShapeType="1"/>
              </p:cNvSpPr>
              <p:nvPr/>
            </p:nvSpPr>
            <p:spPr bwMode="auto">
              <a:xfrm flipV="1">
                <a:off x="816" y="2248"/>
                <a:ext cx="240"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 name="Line 4"/>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Line 5"/>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 name="Text Box 7"/>
              <p:cNvSpPr txBox="1">
                <a:spLocks noChangeArrowheads="1"/>
              </p:cNvSpPr>
              <p:nvPr/>
            </p:nvSpPr>
            <p:spPr bwMode="auto">
              <a:xfrm>
                <a:off x="25" y="1779"/>
                <a:ext cx="283"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X</a:t>
                </a:r>
              </a:p>
            </p:txBody>
          </p:sp>
          <p:sp>
            <p:nvSpPr>
              <p:cNvPr id="11" name="Text Box 8"/>
              <p:cNvSpPr txBox="1">
                <a:spLocks noChangeArrowheads="1"/>
              </p:cNvSpPr>
              <p:nvPr/>
            </p:nvSpPr>
            <p:spPr bwMode="auto">
              <a:xfrm>
                <a:off x="-47" y="2031"/>
                <a:ext cx="81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CC00CC"/>
                    </a:solidFill>
                    <a:latin typeface="微软雅黑" pitchFamily="34" charset="-122"/>
                    <a:ea typeface="微软雅黑" pitchFamily="34" charset="-122"/>
                  </a:rPr>
                  <a:t>10.1.0.1</a:t>
                </a:r>
              </a:p>
            </p:txBody>
          </p:sp>
        </p:grpSp>
        <p:pic>
          <p:nvPicPr>
            <p:cNvPr id="87"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88087" y="1735816"/>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60325" y="2203759"/>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91924" y="2748019"/>
              <a:ext cx="278382" cy="278382"/>
            </a:xfrm>
            <a:prstGeom prst="rect">
              <a:avLst/>
            </a:prstGeom>
            <a:noFill/>
            <a:extLst>
              <a:ext uri="{909E8E84-426E-40DD-AFC4-6F175D3DCCD1}">
                <a14:hiddenFill xmlns:a14="http://schemas.microsoft.com/office/drawing/2010/main">
                  <a:solidFill>
                    <a:srgbClr val="FFFFFF"/>
                  </a:solidFill>
                </a14:hiddenFill>
              </a:ext>
            </a:extLst>
          </p:spPr>
        </p:pic>
      </p:grpSp>
      <p:sp>
        <p:nvSpPr>
          <p:cNvPr id="3" name="AutoShape 5"/>
          <p:cNvSpPr>
            <a:spLocks noChangeArrowheads="1"/>
          </p:cNvSpPr>
          <p:nvPr/>
        </p:nvSpPr>
        <p:spPr bwMode="auto">
          <a:xfrm>
            <a:off x="545145" y="614144"/>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用隧道技术实现虚拟专用网</a:t>
            </a:r>
          </a:p>
        </p:txBody>
      </p:sp>
      <p:grpSp>
        <p:nvGrpSpPr>
          <p:cNvPr id="14" name="Group 12"/>
          <p:cNvGrpSpPr>
            <a:grpSpLocks/>
          </p:cNvGrpSpPr>
          <p:nvPr/>
        </p:nvGrpSpPr>
        <p:grpSpPr bwMode="auto">
          <a:xfrm>
            <a:off x="2059412" y="1879913"/>
            <a:ext cx="1040013" cy="778496"/>
            <a:chOff x="385" y="2795"/>
            <a:chExt cx="1769" cy="816"/>
          </a:xfrm>
          <a:solidFill>
            <a:srgbClr val="3399FF"/>
          </a:solidFill>
        </p:grpSpPr>
        <p:sp>
          <p:nvSpPr>
            <p:cNvPr id="15" name="Oval 13"/>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6" name="Oval 14"/>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7" name="Oval 15"/>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8" name="Oval 16"/>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9" name="Oval 17"/>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0" name="Oval 18"/>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1" name="Oval 19"/>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2" name="Oval 20"/>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3" name="Oval 21"/>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4" name="Oval 22"/>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5" name="Oval 23"/>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6" name="Oval 24"/>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7" name="Oval 25"/>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8" name="Oval 26"/>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29" name="Oval 27"/>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0" name="Oval 28"/>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1" name="Freeform 2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pSp>
        <p:nvGrpSpPr>
          <p:cNvPr id="32" name="Group 30"/>
          <p:cNvGrpSpPr>
            <a:grpSpLocks/>
          </p:cNvGrpSpPr>
          <p:nvPr/>
        </p:nvGrpSpPr>
        <p:grpSpPr bwMode="auto">
          <a:xfrm>
            <a:off x="5675421" y="1835543"/>
            <a:ext cx="1040013" cy="778496"/>
            <a:chOff x="385" y="2795"/>
            <a:chExt cx="1769" cy="816"/>
          </a:xfrm>
          <a:solidFill>
            <a:srgbClr val="3399FF"/>
          </a:solidFill>
        </p:grpSpPr>
        <p:sp>
          <p:nvSpPr>
            <p:cNvPr id="33" name="Oval 31"/>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4" name="Oval 32"/>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5" name="Oval 33"/>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6" name="Oval 34"/>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7" name="Oval 35"/>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8" name="Oval 36"/>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39" name="Oval 37"/>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0" name="Oval 38"/>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1" name="Oval 39"/>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2" name="Oval 40"/>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3" name="Oval 41"/>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4" name="Oval 42"/>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5" name="Oval 43"/>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6" name="Oval 44"/>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7" name="Oval 45"/>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8" name="Oval 46"/>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49" name="Freeform 4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aphicFrame>
        <p:nvGraphicFramePr>
          <p:cNvPr id="50" name="Object 48"/>
          <p:cNvGraphicFramePr>
            <a:graphicFrameLocks noChangeAspect="1"/>
          </p:cNvGraphicFramePr>
          <p:nvPr>
            <p:extLst>
              <p:ext uri="{D42A27DB-BD31-4B8C-83A1-F6EECF244321}">
                <p14:modId xmlns:p14="http://schemas.microsoft.com/office/powerpoint/2010/main" val="743601559"/>
              </p:ext>
            </p:extLst>
          </p:nvPr>
        </p:nvGraphicFramePr>
        <p:xfrm>
          <a:off x="3539682" y="1777055"/>
          <a:ext cx="1887753" cy="1082030"/>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0" name="Picture 24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39682" y="1777055"/>
                        <a:ext cx="1887753" cy="10820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51" name="Picture 49"/>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84242" y="2116892"/>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50"/>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94549" y="2117900"/>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3" name="Text Box 51"/>
          <p:cNvSpPr txBox="1">
            <a:spLocks noChangeArrowheads="1"/>
          </p:cNvSpPr>
          <p:nvPr/>
        </p:nvSpPr>
        <p:spPr bwMode="auto">
          <a:xfrm>
            <a:off x="2246847" y="2025694"/>
            <a:ext cx="73129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部门 </a:t>
            </a:r>
            <a:r>
              <a:rPr kumimoji="1" lang="en-US" altLang="zh-CN" sz="1400" b="1" dirty="0">
                <a:solidFill>
                  <a:schemeClr val="bg1"/>
                </a:solidFill>
                <a:latin typeface="微软雅黑" pitchFamily="34" charset="-122"/>
                <a:ea typeface="微软雅黑" pitchFamily="34" charset="-122"/>
              </a:rPr>
              <a:t>A</a:t>
            </a:r>
          </a:p>
          <a:p>
            <a:pPr algn="ctr"/>
            <a:r>
              <a:rPr kumimoji="1" lang="zh-CN" altLang="en-US" sz="1400" b="1" dirty="0">
                <a:solidFill>
                  <a:schemeClr val="bg1"/>
                </a:solidFill>
                <a:latin typeface="微软雅黑" pitchFamily="34" charset="-122"/>
                <a:ea typeface="微软雅黑" pitchFamily="34" charset="-122"/>
              </a:rPr>
              <a:t>网络</a:t>
            </a:r>
            <a:endParaRPr kumimoji="1" lang="en-US" altLang="zh-CN" sz="1400" b="1" dirty="0">
              <a:solidFill>
                <a:schemeClr val="bg1"/>
              </a:solidFill>
              <a:latin typeface="微软雅黑" pitchFamily="34" charset="-122"/>
              <a:ea typeface="微软雅黑" pitchFamily="34" charset="-122"/>
            </a:endParaRPr>
          </a:p>
        </p:txBody>
      </p:sp>
      <p:sp>
        <p:nvSpPr>
          <p:cNvPr id="54" name="AutoShape 52"/>
          <p:cNvSpPr>
            <a:spLocks noChangeArrowheads="1"/>
          </p:cNvSpPr>
          <p:nvPr/>
        </p:nvSpPr>
        <p:spPr bwMode="auto">
          <a:xfrm rot="16200000">
            <a:off x="4277337" y="1334865"/>
            <a:ext cx="228911" cy="1730441"/>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55" name="Text Box 53"/>
          <p:cNvSpPr txBox="1">
            <a:spLocks noChangeArrowheads="1"/>
          </p:cNvSpPr>
          <p:nvPr/>
        </p:nvSpPr>
        <p:spPr bwMode="auto">
          <a:xfrm>
            <a:off x="4115962" y="2352892"/>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FF"/>
                </a:solidFill>
                <a:latin typeface="微软雅黑" pitchFamily="34" charset="-122"/>
                <a:ea typeface="微软雅黑" pitchFamily="34" charset="-122"/>
              </a:rPr>
              <a:t>互联网</a:t>
            </a:r>
          </a:p>
        </p:txBody>
      </p:sp>
      <p:sp>
        <p:nvSpPr>
          <p:cNvPr id="56" name="Text Box 54"/>
          <p:cNvSpPr txBox="1">
            <a:spLocks noChangeArrowheads="1"/>
          </p:cNvSpPr>
          <p:nvPr/>
        </p:nvSpPr>
        <p:spPr bwMode="auto">
          <a:xfrm>
            <a:off x="5888549" y="1953577"/>
            <a:ext cx="72006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chemeClr val="bg1"/>
                </a:solidFill>
                <a:latin typeface="微软雅黑" pitchFamily="34" charset="-122"/>
                <a:ea typeface="微软雅黑" pitchFamily="34" charset="-122"/>
              </a:rPr>
              <a:t>部门 </a:t>
            </a:r>
            <a:r>
              <a:rPr kumimoji="1" lang="en-US" altLang="zh-CN" sz="1400" b="1" dirty="0">
                <a:solidFill>
                  <a:schemeClr val="bg1"/>
                </a:solidFill>
                <a:latin typeface="微软雅黑" pitchFamily="34" charset="-122"/>
                <a:ea typeface="微软雅黑" pitchFamily="34" charset="-122"/>
              </a:rPr>
              <a:t>B</a:t>
            </a:r>
          </a:p>
          <a:p>
            <a:pPr algn="ctr"/>
            <a:r>
              <a:rPr kumimoji="1" lang="zh-CN" altLang="en-US" sz="1400" b="1" dirty="0">
                <a:solidFill>
                  <a:schemeClr val="bg1"/>
                </a:solidFill>
                <a:latin typeface="微软雅黑" pitchFamily="34" charset="-122"/>
                <a:ea typeface="微软雅黑" pitchFamily="34" charset="-122"/>
              </a:rPr>
              <a:t>网络</a:t>
            </a:r>
            <a:endParaRPr kumimoji="1" lang="en-US" altLang="zh-CN" sz="1400" b="1" dirty="0">
              <a:solidFill>
                <a:schemeClr val="bg1"/>
              </a:solidFill>
              <a:latin typeface="微软雅黑" pitchFamily="34" charset="-122"/>
              <a:ea typeface="微软雅黑" pitchFamily="34" charset="-122"/>
            </a:endParaRPr>
          </a:p>
        </p:txBody>
      </p:sp>
      <p:sp>
        <p:nvSpPr>
          <p:cNvPr id="57" name="Text Box 55"/>
          <p:cNvSpPr txBox="1">
            <a:spLocks noChangeArrowheads="1"/>
          </p:cNvSpPr>
          <p:nvPr/>
        </p:nvSpPr>
        <p:spPr bwMode="auto">
          <a:xfrm>
            <a:off x="3046447" y="2310507"/>
            <a:ext cx="38343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endParaRPr kumimoji="1" lang="en-US" altLang="zh-CN" sz="1400" b="1">
              <a:latin typeface="微软雅黑" pitchFamily="34" charset="-122"/>
              <a:ea typeface="微软雅黑" pitchFamily="34" charset="-122"/>
            </a:endParaRPr>
          </a:p>
        </p:txBody>
      </p:sp>
      <p:sp>
        <p:nvSpPr>
          <p:cNvPr id="58" name="Text Box 56"/>
          <p:cNvSpPr txBox="1">
            <a:spLocks noChangeArrowheads="1"/>
          </p:cNvSpPr>
          <p:nvPr/>
        </p:nvSpPr>
        <p:spPr bwMode="auto">
          <a:xfrm>
            <a:off x="5444374" y="2265129"/>
            <a:ext cx="38343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endParaRPr kumimoji="1" lang="en-US" altLang="zh-CN" sz="1400" b="1">
              <a:latin typeface="微软雅黑" pitchFamily="34" charset="-122"/>
              <a:ea typeface="微软雅黑" pitchFamily="34" charset="-122"/>
            </a:endParaRPr>
          </a:p>
        </p:txBody>
      </p:sp>
      <p:sp>
        <p:nvSpPr>
          <p:cNvPr id="59" name="Text Box 57"/>
          <p:cNvSpPr txBox="1">
            <a:spLocks noChangeArrowheads="1"/>
          </p:cNvSpPr>
          <p:nvPr/>
        </p:nvSpPr>
        <p:spPr bwMode="auto">
          <a:xfrm>
            <a:off x="4213098" y="2059081"/>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FFFF00"/>
                </a:solidFill>
                <a:latin typeface="微软雅黑" pitchFamily="34" charset="-122"/>
                <a:ea typeface="微软雅黑" pitchFamily="34" charset="-122"/>
              </a:rPr>
              <a:t>隧道</a:t>
            </a:r>
          </a:p>
        </p:txBody>
      </p:sp>
      <p:sp>
        <p:nvSpPr>
          <p:cNvPr id="60" name="Line 58"/>
          <p:cNvSpPr>
            <a:spLocks noChangeShapeType="1"/>
          </p:cNvSpPr>
          <p:nvPr/>
        </p:nvSpPr>
        <p:spPr bwMode="auto">
          <a:xfrm>
            <a:off x="3316822" y="2196556"/>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1" name="Line 59"/>
          <p:cNvSpPr>
            <a:spLocks noChangeShapeType="1"/>
          </p:cNvSpPr>
          <p:nvPr/>
        </p:nvSpPr>
        <p:spPr bwMode="auto">
          <a:xfrm>
            <a:off x="5257013" y="2196556"/>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62" name="Group 60"/>
          <p:cNvGrpSpPr>
            <a:grpSpLocks/>
          </p:cNvGrpSpPr>
          <p:nvPr/>
        </p:nvGrpSpPr>
        <p:grpSpPr bwMode="auto">
          <a:xfrm>
            <a:off x="2861481" y="1689456"/>
            <a:ext cx="3121130" cy="471940"/>
            <a:chOff x="1315" y="1348"/>
            <a:chExt cx="2857" cy="468"/>
          </a:xfrm>
        </p:grpSpPr>
        <p:sp>
          <p:nvSpPr>
            <p:cNvPr id="63" name="Text Box 61"/>
            <p:cNvSpPr txBox="1">
              <a:spLocks noChangeArrowheads="1"/>
            </p:cNvSpPr>
            <p:nvPr/>
          </p:nvSpPr>
          <p:spPr bwMode="auto">
            <a:xfrm>
              <a:off x="1315" y="1348"/>
              <a:ext cx="917"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0000FF"/>
                  </a:solidFill>
                  <a:latin typeface="微软雅黑" pitchFamily="34" charset="-122"/>
                  <a:ea typeface="微软雅黑" pitchFamily="34" charset="-122"/>
                </a:rPr>
                <a:t>125.1.2.3</a:t>
              </a:r>
            </a:p>
          </p:txBody>
        </p:sp>
        <p:sp>
          <p:nvSpPr>
            <p:cNvPr id="64" name="Line 62"/>
            <p:cNvSpPr>
              <a:spLocks noChangeShapeType="1"/>
            </p:cNvSpPr>
            <p:nvPr/>
          </p:nvSpPr>
          <p:spPr bwMode="auto">
            <a:xfrm>
              <a:off x="1837" y="1616"/>
              <a:ext cx="23"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Text Box 63"/>
            <p:cNvSpPr txBox="1">
              <a:spLocks noChangeArrowheads="1"/>
            </p:cNvSpPr>
            <p:nvPr/>
          </p:nvSpPr>
          <p:spPr bwMode="auto">
            <a:xfrm>
              <a:off x="3255" y="1367"/>
              <a:ext cx="917" cy="2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solidFill>
                    <a:srgbClr val="0000FF"/>
                  </a:solidFill>
                  <a:latin typeface="微软雅黑" pitchFamily="34" charset="-122"/>
                  <a:ea typeface="微软雅黑" pitchFamily="34" charset="-122"/>
                </a:rPr>
                <a:t>194.4.5.6</a:t>
              </a:r>
            </a:p>
          </p:txBody>
        </p:sp>
        <p:sp>
          <p:nvSpPr>
            <p:cNvPr id="66" name="Line 64"/>
            <p:cNvSpPr>
              <a:spLocks noChangeShapeType="1"/>
            </p:cNvSpPr>
            <p:nvPr/>
          </p:nvSpPr>
          <p:spPr bwMode="auto">
            <a:xfrm flipH="1">
              <a:off x="3636" y="1616"/>
              <a:ext cx="60"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76" name="Text Box 74"/>
          <p:cNvSpPr txBox="1">
            <a:spLocks noChangeArrowheads="1"/>
          </p:cNvSpPr>
          <p:nvPr/>
        </p:nvSpPr>
        <p:spPr bwMode="auto">
          <a:xfrm>
            <a:off x="3856277" y="2808664"/>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1400" b="1" dirty="0">
                <a:solidFill>
                  <a:srgbClr val="0000FF"/>
                </a:solidFill>
                <a:latin typeface="微软雅黑" pitchFamily="34" charset="-122"/>
                <a:ea typeface="微软雅黑" pitchFamily="34" charset="-122"/>
              </a:rPr>
              <a:t>使用隧道技术</a:t>
            </a:r>
          </a:p>
        </p:txBody>
      </p:sp>
      <p:sp>
        <p:nvSpPr>
          <p:cNvPr id="77" name="Text Box 75"/>
          <p:cNvSpPr txBox="1">
            <a:spLocks noChangeArrowheads="1"/>
          </p:cNvSpPr>
          <p:nvPr/>
        </p:nvSpPr>
        <p:spPr bwMode="auto">
          <a:xfrm>
            <a:off x="1942502" y="1316683"/>
            <a:ext cx="902811" cy="307777"/>
          </a:xfrm>
          <a:prstGeom prst="rect">
            <a:avLst/>
          </a:prstGeom>
          <a:solidFill>
            <a:srgbClr val="99FFCC"/>
          </a:solidFill>
          <a:ln w="9525">
            <a:solidFill>
              <a:srgbClr val="333399"/>
            </a:solidFill>
            <a:miter lim="800000"/>
            <a:headEnd/>
            <a:tailEnd/>
          </a:ln>
          <a:effectLst/>
        </p:spPr>
        <p:txBody>
          <a:bodyPr wrap="none">
            <a:spAutoFit/>
          </a:bodyPr>
          <a:lstStyle/>
          <a:p>
            <a:pPr algn="ctr" eaLnBrk="0" hangingPunct="0"/>
            <a:r>
              <a:rPr kumimoji="1" lang="zh-CN" altLang="en-US" sz="1400" b="1" dirty="0">
                <a:latin typeface="微软雅黑" pitchFamily="34" charset="-122"/>
                <a:ea typeface="微软雅黑" pitchFamily="34" charset="-122"/>
              </a:rPr>
              <a:t>本地地址</a:t>
            </a:r>
          </a:p>
        </p:txBody>
      </p:sp>
      <p:sp>
        <p:nvSpPr>
          <p:cNvPr id="78" name="Text Box 76"/>
          <p:cNvSpPr txBox="1">
            <a:spLocks noChangeArrowheads="1"/>
          </p:cNvSpPr>
          <p:nvPr/>
        </p:nvSpPr>
        <p:spPr bwMode="auto">
          <a:xfrm>
            <a:off x="5773725" y="1327775"/>
            <a:ext cx="902811" cy="307777"/>
          </a:xfrm>
          <a:prstGeom prst="rect">
            <a:avLst/>
          </a:prstGeom>
          <a:solidFill>
            <a:srgbClr val="99FFCC"/>
          </a:solidFill>
          <a:ln w="9525">
            <a:solidFill>
              <a:srgbClr val="333399"/>
            </a:solidFill>
            <a:miter lim="800000"/>
            <a:headEnd/>
            <a:tailEnd/>
          </a:ln>
          <a:effectLst/>
        </p:spPr>
        <p:txBody>
          <a:bodyPr wrap="none">
            <a:spAutoFit/>
          </a:bodyPr>
          <a:lstStyle/>
          <a:p>
            <a:pPr algn="ctr" eaLnBrk="0" hangingPunct="0"/>
            <a:r>
              <a:rPr kumimoji="1" lang="zh-CN" altLang="en-US" sz="1400" b="1">
                <a:latin typeface="微软雅黑" pitchFamily="34" charset="-122"/>
                <a:ea typeface="微软雅黑" pitchFamily="34" charset="-122"/>
              </a:rPr>
              <a:t>本地地址</a:t>
            </a:r>
          </a:p>
        </p:txBody>
      </p:sp>
      <p:sp>
        <p:nvSpPr>
          <p:cNvPr id="79" name="Text Box 77"/>
          <p:cNvSpPr txBox="1">
            <a:spLocks noChangeArrowheads="1"/>
          </p:cNvSpPr>
          <p:nvPr/>
        </p:nvSpPr>
        <p:spPr bwMode="auto">
          <a:xfrm>
            <a:off x="4000851" y="1327775"/>
            <a:ext cx="902811" cy="307777"/>
          </a:xfrm>
          <a:prstGeom prst="rect">
            <a:avLst/>
          </a:prstGeom>
          <a:solidFill>
            <a:srgbClr val="0000FF"/>
          </a:solidFill>
          <a:ln w="9525">
            <a:solidFill>
              <a:srgbClr val="333399"/>
            </a:solidFill>
            <a:miter lim="800000"/>
            <a:headEnd/>
            <a:tailEnd/>
          </a:ln>
          <a:effectLst/>
        </p:spPr>
        <p:txBody>
          <a:bodyPr wrap="none">
            <a:spAutoFit/>
          </a:bodyPr>
          <a:lstStyle/>
          <a:p>
            <a:pPr algn="ctr" eaLnBrk="0" hangingPunct="0"/>
            <a:r>
              <a:rPr kumimoji="1" lang="zh-CN" altLang="en-US" sz="1400" b="1" dirty="0">
                <a:solidFill>
                  <a:schemeClr val="bg1"/>
                </a:solidFill>
                <a:latin typeface="微软雅黑" pitchFamily="34" charset="-122"/>
                <a:ea typeface="微软雅黑" pitchFamily="34" charset="-122"/>
              </a:rPr>
              <a:t>全球地址</a:t>
            </a:r>
          </a:p>
        </p:txBody>
      </p:sp>
      <p:sp>
        <p:nvSpPr>
          <p:cNvPr id="80" name="AutoShape 78"/>
          <p:cNvSpPr>
            <a:spLocks noChangeArrowheads="1"/>
          </p:cNvSpPr>
          <p:nvPr/>
        </p:nvSpPr>
        <p:spPr bwMode="auto">
          <a:xfrm>
            <a:off x="2009160" y="3275559"/>
            <a:ext cx="2427424" cy="618403"/>
          </a:xfrm>
          <a:prstGeom prst="wedgeRoundRectCallout">
            <a:avLst>
              <a:gd name="adj1" fmla="val -24394"/>
              <a:gd name="adj2" fmla="val -166065"/>
              <a:gd name="adj3" fmla="val 16667"/>
            </a:avLst>
          </a:prstGeom>
          <a:solidFill>
            <a:srgbClr val="00FFFF"/>
          </a:solidFill>
          <a:ln w="9525">
            <a:solidFill>
              <a:schemeClr val="tx1"/>
            </a:solidFill>
            <a:miter lim="800000"/>
            <a:headEnd/>
            <a:tailEnd/>
          </a:ln>
          <a:effectLst/>
        </p:spPr>
        <p:txBody>
          <a:bodyPr/>
          <a:lstStyle/>
          <a:p>
            <a:pPr algn="ctr"/>
            <a:endParaRPr lang="zh-CN" altLang="zh-CN" sz="1400" b="1">
              <a:solidFill>
                <a:srgbClr val="000099"/>
              </a:solidFill>
              <a:latin typeface="微软雅黑" pitchFamily="34" charset="-122"/>
              <a:ea typeface="微软雅黑" pitchFamily="34" charset="-122"/>
            </a:endParaRPr>
          </a:p>
        </p:txBody>
      </p:sp>
      <p:sp>
        <p:nvSpPr>
          <p:cNvPr id="81" name="Text Box 81"/>
          <p:cNvSpPr txBox="1">
            <a:spLocks noChangeArrowheads="1"/>
          </p:cNvSpPr>
          <p:nvPr/>
        </p:nvSpPr>
        <p:spPr bwMode="auto">
          <a:xfrm>
            <a:off x="2290422" y="3291694"/>
            <a:ext cx="1851789" cy="605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ts val="2000"/>
              </a:lnSpc>
            </a:pPr>
            <a:r>
              <a:rPr lang="zh-CN" altLang="en-US" sz="1400" b="1" dirty="0">
                <a:latin typeface="微软雅黑" pitchFamily="34" charset="-122"/>
                <a:ea typeface="微软雅黑" pitchFamily="34" charset="-122"/>
              </a:rPr>
              <a:t>网络地址 </a:t>
            </a:r>
            <a:r>
              <a:rPr lang="en-US" altLang="zh-CN" sz="1400" b="1" dirty="0">
                <a:latin typeface="微软雅黑" pitchFamily="34" charset="-122"/>
                <a:ea typeface="微软雅黑" pitchFamily="34" charset="-122"/>
              </a:rPr>
              <a:t>= 10.1.0.0</a:t>
            </a:r>
          </a:p>
          <a:p>
            <a:pPr algn="ctr">
              <a:lnSpc>
                <a:spcPts val="2000"/>
              </a:lnSpc>
            </a:pPr>
            <a:r>
              <a:rPr lang="zh-CN" altLang="en-US" sz="1400" b="1" dirty="0">
                <a:latin typeface="微软雅黑" pitchFamily="34" charset="-122"/>
                <a:ea typeface="微软雅黑" pitchFamily="34" charset="-122"/>
              </a:rPr>
              <a:t>（本地地址）</a:t>
            </a:r>
          </a:p>
        </p:txBody>
      </p:sp>
      <p:sp>
        <p:nvSpPr>
          <p:cNvPr id="82" name="AutoShape 83"/>
          <p:cNvSpPr>
            <a:spLocks noChangeArrowheads="1"/>
          </p:cNvSpPr>
          <p:nvPr/>
        </p:nvSpPr>
        <p:spPr bwMode="auto">
          <a:xfrm>
            <a:off x="4932556" y="3275559"/>
            <a:ext cx="2427424" cy="618403"/>
          </a:xfrm>
          <a:prstGeom prst="wedgeRoundRectCallout">
            <a:avLst>
              <a:gd name="adj1" fmla="val -2116"/>
              <a:gd name="adj2" fmla="val -191574"/>
              <a:gd name="adj3" fmla="val 16667"/>
            </a:avLst>
          </a:prstGeom>
          <a:solidFill>
            <a:srgbClr val="00FF99"/>
          </a:solidFill>
          <a:ln w="9525">
            <a:solidFill>
              <a:schemeClr val="tx1"/>
            </a:solidFill>
            <a:miter lim="800000"/>
            <a:headEnd/>
            <a:tailEnd/>
          </a:ln>
          <a:effectLst/>
        </p:spPr>
        <p:txBody>
          <a:bodyPr/>
          <a:lstStyle/>
          <a:p>
            <a:pPr algn="ctr"/>
            <a:endParaRPr lang="zh-CN" altLang="zh-CN" sz="1400" b="1">
              <a:solidFill>
                <a:srgbClr val="000099"/>
              </a:solidFill>
              <a:latin typeface="微软雅黑" pitchFamily="34" charset="-122"/>
              <a:ea typeface="微软雅黑" pitchFamily="34" charset="-122"/>
            </a:endParaRPr>
          </a:p>
        </p:txBody>
      </p:sp>
      <p:sp>
        <p:nvSpPr>
          <p:cNvPr id="83" name="Text Box 82"/>
          <p:cNvSpPr txBox="1">
            <a:spLocks noChangeArrowheads="1"/>
          </p:cNvSpPr>
          <p:nvPr/>
        </p:nvSpPr>
        <p:spPr bwMode="auto">
          <a:xfrm>
            <a:off x="5213818" y="3288669"/>
            <a:ext cx="1851789" cy="605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ts val="2000"/>
              </a:lnSpc>
            </a:pPr>
            <a:r>
              <a:rPr lang="zh-CN" altLang="en-US" sz="1400" b="1">
                <a:latin typeface="微软雅黑" pitchFamily="34" charset="-122"/>
                <a:ea typeface="微软雅黑" pitchFamily="34" charset="-122"/>
              </a:rPr>
              <a:t>网络地址 </a:t>
            </a:r>
            <a:r>
              <a:rPr lang="en-US" altLang="zh-CN" sz="1400" b="1">
                <a:latin typeface="微软雅黑" pitchFamily="34" charset="-122"/>
                <a:ea typeface="微软雅黑" pitchFamily="34" charset="-122"/>
              </a:rPr>
              <a:t>= 10.2.0.0</a:t>
            </a:r>
          </a:p>
          <a:p>
            <a:pPr algn="ctr">
              <a:lnSpc>
                <a:spcPts val="2000"/>
              </a:lnSpc>
            </a:pPr>
            <a:r>
              <a:rPr lang="zh-CN" altLang="en-US" sz="1400" b="1">
                <a:latin typeface="微软雅黑" pitchFamily="34" charset="-122"/>
                <a:ea typeface="微软雅黑" pitchFamily="34" charset="-122"/>
              </a:rPr>
              <a:t>（本地地址）</a:t>
            </a:r>
          </a:p>
        </p:txBody>
      </p:sp>
      <p:sp>
        <p:nvSpPr>
          <p:cNvPr id="86" name="矩形 85"/>
          <p:cNvSpPr/>
          <p:nvPr/>
        </p:nvSpPr>
        <p:spPr>
          <a:xfrm>
            <a:off x="2893015" y="3996603"/>
            <a:ext cx="3550913" cy="307777"/>
          </a:xfrm>
          <a:prstGeom prst="rect">
            <a:avLst/>
          </a:prstGeom>
        </p:spPr>
        <p:txBody>
          <a:bodyPr wrap="square">
            <a:spAutoFit/>
          </a:bodyPr>
          <a:lstStyle/>
          <a:p>
            <a:pPr algn="ctr"/>
            <a:r>
              <a:rPr lang="zh-CN" altLang="zh-CN" sz="1400" b="1" dirty="0">
                <a:latin typeface="微软雅黑" pitchFamily="34" charset="-122"/>
                <a:ea typeface="微软雅黑" pitchFamily="34" charset="-122"/>
              </a:rPr>
              <a:t>隧道技术</a:t>
            </a:r>
            <a:endParaRPr lang="zh-CN" altLang="en-US" sz="1400" b="1" dirty="0">
              <a:latin typeface="微软雅黑" pitchFamily="34" charset="-122"/>
              <a:ea typeface="微软雅黑" pitchFamily="34" charset="-122"/>
            </a:endParaRPr>
          </a:p>
        </p:txBody>
      </p:sp>
    </p:spTree>
    <p:extLst>
      <p:ext uri="{BB962C8B-B14F-4D97-AF65-F5344CB8AC3E}">
        <p14:creationId xmlns:p14="http://schemas.microsoft.com/office/powerpoint/2010/main" val="20963570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90"/>
                                        </p:tgtEl>
                                        <p:attrNameLst>
                                          <p:attrName>style.visibility</p:attrName>
                                        </p:attrNameLst>
                                      </p:cBhvr>
                                      <p:tavLst>
                                        <p:tav tm="0">
                                          <p:val>
                                            <p:strVal val="hidden"/>
                                          </p:val>
                                        </p:tav>
                                        <p:tav tm="50000">
                                          <p:val>
                                            <p:strVal val="visible"/>
                                          </p:val>
                                        </p:tav>
                                      </p:tavLst>
                                    </p:anim>
                                  </p:childTnLst>
                                </p:cTn>
                              </p:par>
                              <p:par>
                                <p:cTn id="9" presetID="1" presetClass="entr" presetSubtype="0" fill="hold" grpId="0" nodeType="withEffect">
                                  <p:stCondLst>
                                    <p:cond delay="0"/>
                                  </p:stCondLst>
                                  <p:childTnLst>
                                    <p:set>
                                      <p:cBhvr>
                                        <p:cTn id="10" dur="1" fill="hold">
                                          <p:stCondLst>
                                            <p:cond delay="0"/>
                                          </p:stCondLst>
                                        </p:cTn>
                                        <p:tgtEl>
                                          <p:spTgt spid="78"/>
                                        </p:tgtEl>
                                        <p:attrNameLst>
                                          <p:attrName>style.visibility</p:attrName>
                                        </p:attrNameLst>
                                      </p:cBhvr>
                                      <p:to>
                                        <p:strVal val="visible"/>
                                      </p:to>
                                    </p:set>
                                  </p:childTnLst>
                                </p:cTn>
                              </p:par>
                              <p:par>
                                <p:cTn id="11" presetID="35" presetClass="emph" presetSubtype="0" repeatCount="3000" fill="hold" nodeType="withEffect">
                                  <p:stCondLst>
                                    <p:cond delay="0"/>
                                  </p:stCondLst>
                                  <p:childTnLst>
                                    <p:anim calcmode="discrete" valueType="str">
                                      <p:cBhvr>
                                        <p:cTn id="12" dur="1000" fill="hold"/>
                                        <p:tgtEl>
                                          <p:spTgt spid="95"/>
                                        </p:tgtEl>
                                        <p:attrNameLst>
                                          <p:attrName>style.visibility</p:attrName>
                                        </p:attrNameLst>
                                      </p:cBhvr>
                                      <p:tavLst>
                                        <p:tav tm="0">
                                          <p:val>
                                            <p:strVal val="hidden"/>
                                          </p:val>
                                        </p:tav>
                                        <p:tav tm="50000">
                                          <p:val>
                                            <p:strVal val="visible"/>
                                          </p:val>
                                        </p:tav>
                                      </p:tavLst>
                                    </p:anim>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79"/>
                                        </p:tgtEl>
                                        <p:attrNameLst>
                                          <p:attrName>style.visibility</p:attrName>
                                        </p:attrNameLst>
                                      </p:cBhvr>
                                      <p:to>
                                        <p:strVal val="visible"/>
                                      </p:to>
                                    </p:set>
                                  </p:childTnLst>
                                </p:cTn>
                              </p:par>
                            </p:childTnLst>
                          </p:cTn>
                        </p:par>
                        <p:par>
                          <p:cTn id="17" fill="hold">
                            <p:stCondLst>
                              <p:cond delay="0"/>
                            </p:stCondLst>
                            <p:childTnLst>
                              <p:par>
                                <p:cTn id="18" presetID="35" presetClass="emph" presetSubtype="0" repeatCount="3000" fill="hold" nodeType="afterEffect">
                                  <p:stCondLst>
                                    <p:cond delay="0"/>
                                  </p:stCondLst>
                                  <p:childTnLst>
                                    <p:anim calcmode="discrete" valueType="str">
                                      <p:cBhvr>
                                        <p:cTn id="19" dur="1000" fill="hold"/>
                                        <p:tgtEl>
                                          <p:spTgt spid="6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P spid="78" grpId="0" animBg="1"/>
      <p:bldP spid="79" grpId="0" animBg="1"/>
    </p:bld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5" y="600395"/>
            <a:ext cx="8053710" cy="3728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81" name="组合 80"/>
          <p:cNvGrpSpPr/>
          <p:nvPr/>
        </p:nvGrpSpPr>
        <p:grpSpPr>
          <a:xfrm>
            <a:off x="6581684" y="1509122"/>
            <a:ext cx="1104466" cy="1200192"/>
            <a:chOff x="6476180" y="1753752"/>
            <a:chExt cx="1104466" cy="1200192"/>
          </a:xfrm>
        </p:grpSpPr>
        <p:grpSp>
          <p:nvGrpSpPr>
            <p:cNvPr id="82" name="Group 65"/>
            <p:cNvGrpSpPr>
              <a:grpSpLocks/>
            </p:cNvGrpSpPr>
            <p:nvPr/>
          </p:nvGrpSpPr>
          <p:grpSpPr bwMode="auto">
            <a:xfrm>
              <a:off x="6476180" y="1933292"/>
              <a:ext cx="1104466" cy="822867"/>
              <a:chOff x="4656" y="1528"/>
              <a:chExt cx="1011" cy="816"/>
            </a:xfrm>
          </p:grpSpPr>
          <p:sp>
            <p:nvSpPr>
              <p:cNvPr id="86" name="Line 66"/>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7" name="Line 67"/>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8" name="Line 68"/>
              <p:cNvSpPr>
                <a:spLocks noChangeShapeType="1"/>
              </p:cNvSpPr>
              <p:nvPr/>
            </p:nvSpPr>
            <p:spPr bwMode="auto">
              <a:xfrm flipH="1">
                <a:off x="4800" y="1528"/>
                <a:ext cx="240" cy="9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9" name="Text Box 70"/>
              <p:cNvSpPr txBox="1">
                <a:spLocks noChangeArrowheads="1"/>
              </p:cNvSpPr>
              <p:nvPr/>
            </p:nvSpPr>
            <p:spPr bwMode="auto">
              <a:xfrm>
                <a:off x="5316" y="1729"/>
                <a:ext cx="27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Y</a:t>
                </a:r>
              </a:p>
            </p:txBody>
          </p:sp>
          <p:sp>
            <p:nvSpPr>
              <p:cNvPr id="90" name="Text Box 71"/>
              <p:cNvSpPr txBox="1">
                <a:spLocks noChangeArrowheads="1"/>
              </p:cNvSpPr>
              <p:nvPr/>
            </p:nvSpPr>
            <p:spPr bwMode="auto">
              <a:xfrm>
                <a:off x="4851" y="1955"/>
                <a:ext cx="81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CC00CC"/>
                    </a:solidFill>
                    <a:latin typeface="微软雅黑" pitchFamily="34" charset="-122"/>
                    <a:ea typeface="微软雅黑" pitchFamily="34" charset="-122"/>
                  </a:rPr>
                  <a:t>10.2.0.3</a:t>
                </a:r>
              </a:p>
            </p:txBody>
          </p:sp>
        </p:grpSp>
        <p:pic>
          <p:nvPicPr>
            <p:cNvPr id="8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36287" y="175375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987570" y="2139702"/>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04248" y="2675562"/>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1" name="组合 90"/>
          <p:cNvGrpSpPr/>
          <p:nvPr/>
        </p:nvGrpSpPr>
        <p:grpSpPr>
          <a:xfrm>
            <a:off x="1388244" y="1491186"/>
            <a:ext cx="1204971" cy="1290585"/>
            <a:chOff x="1338397" y="1735816"/>
            <a:chExt cx="1204971" cy="1290585"/>
          </a:xfrm>
        </p:grpSpPr>
        <p:grpSp>
          <p:nvGrpSpPr>
            <p:cNvPr id="92" name="Group 2"/>
            <p:cNvGrpSpPr>
              <a:grpSpLocks/>
            </p:cNvGrpSpPr>
            <p:nvPr/>
          </p:nvGrpSpPr>
          <p:grpSpPr bwMode="auto">
            <a:xfrm>
              <a:off x="1338397" y="1981696"/>
              <a:ext cx="1204971" cy="871271"/>
              <a:chOff x="-47" y="1576"/>
              <a:chExt cx="1103" cy="864"/>
            </a:xfrm>
          </p:grpSpPr>
          <p:sp>
            <p:nvSpPr>
              <p:cNvPr id="96" name="Line 3"/>
              <p:cNvSpPr>
                <a:spLocks noChangeShapeType="1"/>
              </p:cNvSpPr>
              <p:nvPr/>
            </p:nvSpPr>
            <p:spPr bwMode="auto">
              <a:xfrm flipV="1">
                <a:off x="816" y="2248"/>
                <a:ext cx="240"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7" name="Line 4"/>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8" name="Line 5"/>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9" name="Text Box 7"/>
              <p:cNvSpPr txBox="1">
                <a:spLocks noChangeArrowheads="1"/>
              </p:cNvSpPr>
              <p:nvPr/>
            </p:nvSpPr>
            <p:spPr bwMode="auto">
              <a:xfrm>
                <a:off x="25" y="1779"/>
                <a:ext cx="283"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X</a:t>
                </a:r>
              </a:p>
            </p:txBody>
          </p:sp>
          <p:sp>
            <p:nvSpPr>
              <p:cNvPr id="100" name="Text Box 8"/>
              <p:cNvSpPr txBox="1">
                <a:spLocks noChangeArrowheads="1"/>
              </p:cNvSpPr>
              <p:nvPr/>
            </p:nvSpPr>
            <p:spPr bwMode="auto">
              <a:xfrm>
                <a:off x="-47" y="2031"/>
                <a:ext cx="816"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CC00CC"/>
                    </a:solidFill>
                    <a:latin typeface="微软雅黑" pitchFamily="34" charset="-122"/>
                    <a:ea typeface="微软雅黑" pitchFamily="34" charset="-122"/>
                  </a:rPr>
                  <a:t>10.1.0.1</a:t>
                </a:r>
              </a:p>
            </p:txBody>
          </p:sp>
        </p:grpSp>
        <p:pic>
          <p:nvPicPr>
            <p:cNvPr id="9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88087" y="1735816"/>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60325" y="2203759"/>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9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91924" y="2748019"/>
              <a:ext cx="278382" cy="2783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1" name="Group 12"/>
          <p:cNvGrpSpPr>
            <a:grpSpLocks/>
          </p:cNvGrpSpPr>
          <p:nvPr/>
        </p:nvGrpSpPr>
        <p:grpSpPr bwMode="auto">
          <a:xfrm>
            <a:off x="2164916" y="1662442"/>
            <a:ext cx="1040013" cy="778496"/>
            <a:chOff x="385" y="2795"/>
            <a:chExt cx="1769" cy="816"/>
          </a:xfrm>
          <a:solidFill>
            <a:srgbClr val="3399FF"/>
          </a:solidFill>
        </p:grpSpPr>
        <p:sp>
          <p:nvSpPr>
            <p:cNvPr id="102" name="Oval 13"/>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3" name="Oval 14"/>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4" name="Oval 15"/>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5" name="Oval 16"/>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6" name="Oval 17"/>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7" name="Oval 18"/>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8" name="Oval 19"/>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09" name="Oval 20"/>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0" name="Oval 21"/>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1" name="Oval 22"/>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2" name="Oval 23"/>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3" name="Oval 24"/>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4" name="Oval 25"/>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5" name="Oval 26"/>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6" name="Oval 27"/>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7" name="Oval 28"/>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18" name="Freeform 2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pSp>
        <p:nvGrpSpPr>
          <p:cNvPr id="119" name="Group 30"/>
          <p:cNvGrpSpPr>
            <a:grpSpLocks/>
          </p:cNvGrpSpPr>
          <p:nvPr/>
        </p:nvGrpSpPr>
        <p:grpSpPr bwMode="auto">
          <a:xfrm>
            <a:off x="5780925" y="1618072"/>
            <a:ext cx="1040013" cy="778496"/>
            <a:chOff x="385" y="2795"/>
            <a:chExt cx="1769" cy="816"/>
          </a:xfrm>
          <a:solidFill>
            <a:srgbClr val="3399FF"/>
          </a:solidFill>
        </p:grpSpPr>
        <p:sp>
          <p:nvSpPr>
            <p:cNvPr id="120" name="Oval 31"/>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1" name="Oval 32"/>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2" name="Oval 33"/>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3" name="Oval 34"/>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4" name="Oval 35"/>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5" name="Oval 36"/>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6" name="Oval 37"/>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7" name="Oval 38"/>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8" name="Oval 39"/>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29" name="Oval 40"/>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0" name="Oval 41"/>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1" name="Oval 42"/>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2" name="Oval 43"/>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3" name="Oval 44"/>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4" name="Oval 45"/>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5" name="Oval 46"/>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sp>
          <p:nvSpPr>
            <p:cNvPr id="136" name="Freeform 4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99"/>
                </a:solidFill>
                <a:latin typeface="微软雅黑" pitchFamily="34" charset="-122"/>
                <a:ea typeface="微软雅黑" pitchFamily="34" charset="-122"/>
              </a:endParaRPr>
            </a:p>
          </p:txBody>
        </p:sp>
      </p:grpSp>
      <p:graphicFrame>
        <p:nvGraphicFramePr>
          <p:cNvPr id="137" name="Object 48"/>
          <p:cNvGraphicFramePr>
            <a:graphicFrameLocks noChangeAspect="1"/>
          </p:cNvGraphicFramePr>
          <p:nvPr>
            <p:extLst>
              <p:ext uri="{D42A27DB-BD31-4B8C-83A1-F6EECF244321}">
                <p14:modId xmlns:p14="http://schemas.microsoft.com/office/powerpoint/2010/main" val="3918792276"/>
              </p:ext>
            </p:extLst>
          </p:nvPr>
        </p:nvGraphicFramePr>
        <p:xfrm>
          <a:off x="3645186" y="1559584"/>
          <a:ext cx="1887753" cy="1082030"/>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0" name="Picture 23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45186" y="1559584"/>
                        <a:ext cx="1887753" cy="10820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38" name="Picture 49"/>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589746" y="1899421"/>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9" name="Picture 50"/>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100053" y="1900429"/>
            <a:ext cx="358324" cy="159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40" name="Text Box 51"/>
          <p:cNvSpPr txBox="1">
            <a:spLocks noChangeArrowheads="1"/>
          </p:cNvSpPr>
          <p:nvPr/>
        </p:nvSpPr>
        <p:spPr bwMode="auto">
          <a:xfrm>
            <a:off x="2359666" y="1874058"/>
            <a:ext cx="6543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A</a:t>
            </a:r>
          </a:p>
          <a:p>
            <a:pPr algn="ctr"/>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41" name="AutoShape 52"/>
          <p:cNvSpPr>
            <a:spLocks noChangeArrowheads="1"/>
          </p:cNvSpPr>
          <p:nvPr/>
        </p:nvSpPr>
        <p:spPr bwMode="auto">
          <a:xfrm rot="16200000">
            <a:off x="4382841" y="1117394"/>
            <a:ext cx="228911" cy="1730441"/>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42" name="Text Box 53"/>
          <p:cNvSpPr txBox="1">
            <a:spLocks noChangeArrowheads="1"/>
          </p:cNvSpPr>
          <p:nvPr/>
        </p:nvSpPr>
        <p:spPr bwMode="auto">
          <a:xfrm>
            <a:off x="4228781" y="2135421"/>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FF"/>
                </a:solidFill>
                <a:latin typeface="微软雅黑" pitchFamily="34" charset="-122"/>
                <a:ea typeface="微软雅黑" pitchFamily="34" charset="-122"/>
              </a:rPr>
              <a:t>互联网</a:t>
            </a:r>
            <a:endParaRPr kumimoji="1" lang="zh-CN" altLang="en-US" sz="1400" b="1" dirty="0">
              <a:solidFill>
                <a:srgbClr val="0000FF"/>
              </a:solidFill>
              <a:latin typeface="微软雅黑" pitchFamily="34" charset="-122"/>
              <a:ea typeface="微软雅黑" pitchFamily="34" charset="-122"/>
            </a:endParaRPr>
          </a:p>
        </p:txBody>
      </p:sp>
      <p:sp>
        <p:nvSpPr>
          <p:cNvPr id="143" name="Text Box 54"/>
          <p:cNvSpPr txBox="1">
            <a:spLocks noChangeArrowheads="1"/>
          </p:cNvSpPr>
          <p:nvPr/>
        </p:nvSpPr>
        <p:spPr bwMode="auto">
          <a:xfrm>
            <a:off x="6001368" y="1801941"/>
            <a:ext cx="64472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B</a:t>
            </a:r>
          </a:p>
          <a:p>
            <a:pPr algn="ctr"/>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44" name="Text Box 55"/>
          <p:cNvSpPr txBox="1">
            <a:spLocks noChangeArrowheads="1"/>
          </p:cNvSpPr>
          <p:nvPr/>
        </p:nvSpPr>
        <p:spPr bwMode="auto">
          <a:xfrm>
            <a:off x="3151951" y="2093036"/>
            <a:ext cx="38343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1</a:t>
            </a:r>
            <a:endParaRPr kumimoji="1" lang="en-US" altLang="zh-CN" sz="1400" b="1">
              <a:latin typeface="微软雅黑" pitchFamily="34" charset="-122"/>
              <a:ea typeface="微软雅黑" pitchFamily="34" charset="-122"/>
            </a:endParaRPr>
          </a:p>
        </p:txBody>
      </p:sp>
      <p:sp>
        <p:nvSpPr>
          <p:cNvPr id="145" name="Text Box 56"/>
          <p:cNvSpPr txBox="1">
            <a:spLocks noChangeArrowheads="1"/>
          </p:cNvSpPr>
          <p:nvPr/>
        </p:nvSpPr>
        <p:spPr bwMode="auto">
          <a:xfrm>
            <a:off x="5549878" y="2047658"/>
            <a:ext cx="38343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a:latin typeface="微软雅黑" pitchFamily="34" charset="-122"/>
                <a:ea typeface="微软雅黑" pitchFamily="34" charset="-122"/>
              </a:rPr>
              <a:t>R</a:t>
            </a:r>
            <a:r>
              <a:rPr kumimoji="1" lang="en-US" altLang="zh-CN" sz="1400" b="1" baseline="-25000">
                <a:latin typeface="微软雅黑" pitchFamily="34" charset="-122"/>
                <a:ea typeface="微软雅黑" pitchFamily="34" charset="-122"/>
              </a:rPr>
              <a:t>2</a:t>
            </a:r>
            <a:endParaRPr kumimoji="1" lang="en-US" altLang="zh-CN" sz="1400" b="1">
              <a:latin typeface="微软雅黑" pitchFamily="34" charset="-122"/>
              <a:ea typeface="微软雅黑" pitchFamily="34" charset="-122"/>
            </a:endParaRPr>
          </a:p>
        </p:txBody>
      </p:sp>
      <p:sp>
        <p:nvSpPr>
          <p:cNvPr id="146" name="Text Box 57"/>
          <p:cNvSpPr txBox="1">
            <a:spLocks noChangeArrowheads="1"/>
          </p:cNvSpPr>
          <p:nvPr/>
        </p:nvSpPr>
        <p:spPr bwMode="auto">
          <a:xfrm>
            <a:off x="4318602" y="1841610"/>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FFFF00"/>
                </a:solidFill>
                <a:latin typeface="微软雅黑" pitchFamily="34" charset="-122"/>
                <a:ea typeface="微软雅黑" pitchFamily="34" charset="-122"/>
              </a:rPr>
              <a:t>隧道</a:t>
            </a:r>
          </a:p>
        </p:txBody>
      </p:sp>
      <p:sp>
        <p:nvSpPr>
          <p:cNvPr id="147" name="Line 58"/>
          <p:cNvSpPr>
            <a:spLocks noChangeShapeType="1"/>
          </p:cNvSpPr>
          <p:nvPr/>
        </p:nvSpPr>
        <p:spPr bwMode="auto">
          <a:xfrm>
            <a:off x="3422326" y="1979085"/>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8" name="Line 59"/>
          <p:cNvSpPr>
            <a:spLocks noChangeShapeType="1"/>
          </p:cNvSpPr>
          <p:nvPr/>
        </p:nvSpPr>
        <p:spPr bwMode="auto">
          <a:xfrm>
            <a:off x="5362517" y="1979085"/>
            <a:ext cx="2621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149" name="Group 60"/>
          <p:cNvGrpSpPr>
            <a:grpSpLocks/>
          </p:cNvGrpSpPr>
          <p:nvPr/>
        </p:nvGrpSpPr>
        <p:grpSpPr bwMode="auto">
          <a:xfrm>
            <a:off x="2966985" y="1471985"/>
            <a:ext cx="3121130" cy="471940"/>
            <a:chOff x="1315" y="1348"/>
            <a:chExt cx="2857" cy="468"/>
          </a:xfrm>
        </p:grpSpPr>
        <p:sp>
          <p:nvSpPr>
            <p:cNvPr id="150" name="Text Box 61"/>
            <p:cNvSpPr txBox="1">
              <a:spLocks noChangeArrowheads="1"/>
            </p:cNvSpPr>
            <p:nvPr/>
          </p:nvSpPr>
          <p:spPr bwMode="auto">
            <a:xfrm>
              <a:off x="1315" y="1348"/>
              <a:ext cx="917"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400" b="1" dirty="0">
                  <a:solidFill>
                    <a:srgbClr val="0000FF"/>
                  </a:solidFill>
                  <a:latin typeface="微软雅黑" pitchFamily="34" charset="-122"/>
                  <a:ea typeface="微软雅黑" pitchFamily="34" charset="-122"/>
                </a:rPr>
                <a:t>125.1.2.3</a:t>
              </a:r>
            </a:p>
          </p:txBody>
        </p:sp>
        <p:sp>
          <p:nvSpPr>
            <p:cNvPr id="151" name="Line 62"/>
            <p:cNvSpPr>
              <a:spLocks noChangeShapeType="1"/>
            </p:cNvSpPr>
            <p:nvPr/>
          </p:nvSpPr>
          <p:spPr bwMode="auto">
            <a:xfrm>
              <a:off x="1837" y="1616"/>
              <a:ext cx="23"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2" name="Text Box 63"/>
            <p:cNvSpPr txBox="1">
              <a:spLocks noChangeArrowheads="1"/>
            </p:cNvSpPr>
            <p:nvPr/>
          </p:nvSpPr>
          <p:spPr bwMode="auto">
            <a:xfrm>
              <a:off x="3255" y="1367"/>
              <a:ext cx="917" cy="2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solidFill>
                    <a:srgbClr val="0000FF"/>
                  </a:solidFill>
                  <a:latin typeface="微软雅黑" pitchFamily="34" charset="-122"/>
                  <a:ea typeface="微软雅黑" pitchFamily="34" charset="-122"/>
                </a:rPr>
                <a:t>194.4.5.6</a:t>
              </a:r>
            </a:p>
          </p:txBody>
        </p:sp>
        <p:sp>
          <p:nvSpPr>
            <p:cNvPr id="153" name="Line 64"/>
            <p:cNvSpPr>
              <a:spLocks noChangeShapeType="1"/>
            </p:cNvSpPr>
            <p:nvPr/>
          </p:nvSpPr>
          <p:spPr bwMode="auto">
            <a:xfrm flipH="1">
              <a:off x="3636" y="1616"/>
              <a:ext cx="60"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54" name="Text Box 74"/>
          <p:cNvSpPr txBox="1">
            <a:spLocks noChangeArrowheads="1"/>
          </p:cNvSpPr>
          <p:nvPr/>
        </p:nvSpPr>
        <p:spPr bwMode="auto">
          <a:xfrm>
            <a:off x="3961781" y="2554981"/>
            <a:ext cx="12618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1400" b="1" dirty="0">
                <a:solidFill>
                  <a:srgbClr val="0000FF"/>
                </a:solidFill>
                <a:latin typeface="微软雅黑" pitchFamily="34" charset="-122"/>
                <a:ea typeface="微软雅黑" pitchFamily="34" charset="-122"/>
              </a:rPr>
              <a:t>使用隧道技术</a:t>
            </a:r>
          </a:p>
        </p:txBody>
      </p:sp>
      <p:grpSp>
        <p:nvGrpSpPr>
          <p:cNvPr id="167" name="组合 166"/>
          <p:cNvGrpSpPr/>
          <p:nvPr/>
        </p:nvGrpSpPr>
        <p:grpSpPr>
          <a:xfrm>
            <a:off x="2197642" y="647170"/>
            <a:ext cx="4638805" cy="1379806"/>
            <a:chOff x="1020356" y="143391"/>
            <a:chExt cx="7728444" cy="2298816"/>
          </a:xfrm>
        </p:grpSpPr>
        <p:sp>
          <p:nvSpPr>
            <p:cNvPr id="158" name="AutoShape 75"/>
            <p:cNvSpPr>
              <a:spLocks noChangeArrowheads="1"/>
            </p:cNvSpPr>
            <p:nvPr/>
          </p:nvSpPr>
          <p:spPr bwMode="auto">
            <a:xfrm>
              <a:off x="6246803" y="1107355"/>
              <a:ext cx="495300" cy="152400"/>
            </a:xfrm>
            <a:prstGeom prst="rightArrow">
              <a:avLst>
                <a:gd name="adj1" fmla="val 50000"/>
                <a:gd name="adj2" fmla="val 75000"/>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9" name="Rectangle 76"/>
            <p:cNvSpPr>
              <a:spLocks noChangeArrowheads="1"/>
            </p:cNvSpPr>
            <p:nvPr/>
          </p:nvSpPr>
          <p:spPr bwMode="auto">
            <a:xfrm>
              <a:off x="1020356" y="332656"/>
              <a:ext cx="3666596" cy="434975"/>
            </a:xfrm>
            <a:prstGeom prst="rect">
              <a:avLst/>
            </a:prstGeom>
            <a:solidFill>
              <a:srgbClr val="00FFFF"/>
            </a:solidFill>
            <a:ln w="9525">
              <a:solidFill>
                <a:schemeClr val="tx1"/>
              </a:solidFill>
              <a:miter lim="800000"/>
              <a:headEnd/>
              <a:tailEnd/>
            </a:ln>
            <a:effectLst/>
          </p:spPr>
          <p:txBody>
            <a:bodyPr wrap="none" anchor="ctr"/>
            <a:lstStyle/>
            <a:p>
              <a:pPr algn="ctr"/>
              <a:r>
                <a:rPr kumimoji="1" lang="zh-CN" altLang="en-US" sz="1200" b="1" dirty="0">
                  <a:latin typeface="微软雅黑" pitchFamily="34" charset="-122"/>
                  <a:ea typeface="微软雅黑" pitchFamily="34" charset="-122"/>
                </a:rPr>
                <a:t>加密的从 </a:t>
              </a:r>
              <a:r>
                <a:rPr kumimoji="1" lang="en-US" altLang="zh-CN" sz="1200" b="1" dirty="0">
                  <a:latin typeface="微软雅黑" pitchFamily="34" charset="-122"/>
                  <a:ea typeface="微软雅黑" pitchFamily="34" charset="-122"/>
                </a:rPr>
                <a:t>X </a:t>
              </a:r>
              <a:r>
                <a:rPr kumimoji="1" lang="zh-CN" altLang="en-US" sz="1200" b="1" dirty="0">
                  <a:latin typeface="微软雅黑" pitchFamily="34" charset="-122"/>
                  <a:ea typeface="微软雅黑" pitchFamily="34" charset="-122"/>
                </a:rPr>
                <a:t>到 </a:t>
              </a:r>
              <a:r>
                <a:rPr kumimoji="1" lang="en-US" altLang="zh-CN" sz="1200" b="1" dirty="0">
                  <a:latin typeface="微软雅黑" pitchFamily="34" charset="-122"/>
                  <a:ea typeface="微软雅黑" pitchFamily="34" charset="-122"/>
                </a:rPr>
                <a:t>Y </a:t>
              </a:r>
              <a:r>
                <a:rPr kumimoji="1" lang="zh-CN" altLang="en-US" sz="1200" b="1" dirty="0">
                  <a:latin typeface="微软雅黑" pitchFamily="34" charset="-122"/>
                  <a:ea typeface="微软雅黑" pitchFamily="34" charset="-122"/>
                </a:rPr>
                <a:t>的内部数据报</a:t>
              </a:r>
            </a:p>
          </p:txBody>
        </p:sp>
        <p:sp>
          <p:nvSpPr>
            <p:cNvPr id="160" name="Rectangle 77"/>
            <p:cNvSpPr>
              <a:spLocks noChangeArrowheads="1"/>
            </p:cNvSpPr>
            <p:nvPr/>
          </p:nvSpPr>
          <p:spPr bwMode="auto">
            <a:xfrm>
              <a:off x="1020356" y="983530"/>
              <a:ext cx="3709591" cy="396875"/>
            </a:xfrm>
            <a:prstGeom prst="rect">
              <a:avLst/>
            </a:prstGeom>
            <a:solidFill>
              <a:srgbClr val="00FFFF"/>
            </a:solidFill>
            <a:ln w="9525">
              <a:solidFill>
                <a:schemeClr val="tx1"/>
              </a:solidFill>
              <a:miter lim="800000"/>
              <a:headEnd/>
              <a:tailEnd/>
            </a:ln>
            <a:effectLst/>
          </p:spPr>
          <p:txBody>
            <a:bodyPr wrap="none" anchor="ctr"/>
            <a:lstStyle/>
            <a:p>
              <a:pPr algn="ctr"/>
              <a:r>
                <a:rPr kumimoji="1" lang="zh-CN" altLang="en-US" sz="1200" b="1">
                  <a:latin typeface="微软雅黑" pitchFamily="34" charset="-122"/>
                  <a:ea typeface="微软雅黑" pitchFamily="34" charset="-122"/>
                </a:rPr>
                <a:t>外部数据报的数据部分</a:t>
              </a:r>
            </a:p>
          </p:txBody>
        </p:sp>
        <p:sp>
          <p:nvSpPr>
            <p:cNvPr id="161" name="AutoShape 78"/>
            <p:cNvSpPr>
              <a:spLocks noChangeArrowheads="1"/>
            </p:cNvSpPr>
            <p:nvPr/>
          </p:nvSpPr>
          <p:spPr bwMode="auto">
            <a:xfrm>
              <a:off x="3679179" y="702441"/>
              <a:ext cx="302683" cy="346075"/>
            </a:xfrm>
            <a:prstGeom prst="downArrow">
              <a:avLst>
                <a:gd name="adj1" fmla="val 50000"/>
                <a:gd name="adj2" fmla="val 75000"/>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1200" b="1">
                <a:latin typeface="微软雅黑" pitchFamily="34" charset="-122"/>
                <a:ea typeface="微软雅黑" pitchFamily="34" charset="-122"/>
              </a:endParaRPr>
            </a:p>
          </p:txBody>
        </p:sp>
        <p:sp>
          <p:nvSpPr>
            <p:cNvPr id="162" name="Text Box 79"/>
            <p:cNvSpPr txBox="1">
              <a:spLocks noChangeArrowheads="1"/>
            </p:cNvSpPr>
            <p:nvPr/>
          </p:nvSpPr>
          <p:spPr bwMode="auto">
            <a:xfrm>
              <a:off x="5997475" y="143391"/>
              <a:ext cx="2751325" cy="769154"/>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r>
                <a:rPr kumimoji="1" lang="zh-CN" altLang="en-US" sz="1200" b="1" dirty="0">
                  <a:solidFill>
                    <a:schemeClr val="bg1"/>
                  </a:solidFill>
                  <a:latin typeface="微软雅黑" pitchFamily="34" charset="-122"/>
                  <a:ea typeface="微软雅黑" pitchFamily="34" charset="-122"/>
                </a:rPr>
                <a:t>源地址：</a:t>
              </a:r>
              <a:r>
                <a:rPr kumimoji="1" lang="en-US" altLang="zh-CN" sz="1200" b="1" dirty="0">
                  <a:solidFill>
                    <a:schemeClr val="bg1"/>
                  </a:solidFill>
                  <a:latin typeface="微软雅黑" pitchFamily="34" charset="-122"/>
                  <a:ea typeface="微软雅黑" pitchFamily="34" charset="-122"/>
                </a:rPr>
                <a:t>125.1.2.3</a:t>
              </a:r>
            </a:p>
            <a:p>
              <a:pPr algn="r"/>
              <a:r>
                <a:rPr kumimoji="1" lang="zh-CN" altLang="en-US" sz="1200" b="1" dirty="0">
                  <a:solidFill>
                    <a:schemeClr val="bg1"/>
                  </a:solidFill>
                  <a:latin typeface="微软雅黑" pitchFamily="34" charset="-122"/>
                  <a:ea typeface="微软雅黑" pitchFamily="34" charset="-122"/>
                </a:rPr>
                <a:t>目的地址：</a:t>
              </a:r>
              <a:r>
                <a:rPr kumimoji="1" lang="en-US" altLang="zh-CN" sz="1200" b="1" dirty="0">
                  <a:solidFill>
                    <a:schemeClr val="bg1"/>
                  </a:solidFill>
                  <a:latin typeface="微软雅黑" pitchFamily="34" charset="-122"/>
                  <a:ea typeface="微软雅黑" pitchFamily="34" charset="-122"/>
                </a:rPr>
                <a:t>194.4.5.6</a:t>
              </a:r>
            </a:p>
          </p:txBody>
        </p:sp>
        <p:sp>
          <p:nvSpPr>
            <p:cNvPr id="163" name="Freeform 80"/>
            <p:cNvSpPr>
              <a:spLocks/>
            </p:cNvSpPr>
            <p:nvPr/>
          </p:nvSpPr>
          <p:spPr bwMode="auto">
            <a:xfrm>
              <a:off x="4054069" y="1488356"/>
              <a:ext cx="502178" cy="953851"/>
            </a:xfrm>
            <a:custGeom>
              <a:avLst/>
              <a:gdLst>
                <a:gd name="T0" fmla="*/ 0 w 292"/>
                <a:gd name="T1" fmla="*/ 0 h 584"/>
                <a:gd name="T2" fmla="*/ 4 w 292"/>
                <a:gd name="T3" fmla="*/ 126 h 584"/>
                <a:gd name="T4" fmla="*/ 22 w 292"/>
                <a:gd name="T5" fmla="*/ 282 h 584"/>
                <a:gd name="T6" fmla="*/ 46 w 292"/>
                <a:gd name="T7" fmla="*/ 390 h 584"/>
                <a:gd name="T8" fmla="*/ 96 w 292"/>
                <a:gd name="T9" fmla="*/ 488 h 584"/>
                <a:gd name="T10" fmla="*/ 184 w 292"/>
                <a:gd name="T11" fmla="*/ 560 h 584"/>
                <a:gd name="T12" fmla="*/ 292 w 292"/>
                <a:gd name="T13" fmla="*/ 584 h 584"/>
              </a:gdLst>
              <a:ahLst/>
              <a:cxnLst>
                <a:cxn ang="0">
                  <a:pos x="T0" y="T1"/>
                </a:cxn>
                <a:cxn ang="0">
                  <a:pos x="T2" y="T3"/>
                </a:cxn>
                <a:cxn ang="0">
                  <a:pos x="T4" y="T5"/>
                </a:cxn>
                <a:cxn ang="0">
                  <a:pos x="T6" y="T7"/>
                </a:cxn>
                <a:cxn ang="0">
                  <a:pos x="T8" y="T9"/>
                </a:cxn>
                <a:cxn ang="0">
                  <a:pos x="T10" y="T11"/>
                </a:cxn>
                <a:cxn ang="0">
                  <a:pos x="T12" y="T13"/>
                </a:cxn>
              </a:cxnLst>
              <a:rect l="0" t="0" r="r" b="b"/>
              <a:pathLst>
                <a:path w="292" h="584">
                  <a:moveTo>
                    <a:pt x="0" y="0"/>
                  </a:moveTo>
                  <a:cubicBezTo>
                    <a:pt x="1" y="21"/>
                    <a:pt x="0" y="79"/>
                    <a:pt x="4" y="126"/>
                  </a:cubicBezTo>
                  <a:cubicBezTo>
                    <a:pt x="8" y="173"/>
                    <a:pt x="15" y="238"/>
                    <a:pt x="22" y="282"/>
                  </a:cubicBezTo>
                  <a:cubicBezTo>
                    <a:pt x="29" y="326"/>
                    <a:pt x="34" y="356"/>
                    <a:pt x="46" y="390"/>
                  </a:cubicBezTo>
                  <a:cubicBezTo>
                    <a:pt x="58" y="424"/>
                    <a:pt x="73" y="460"/>
                    <a:pt x="96" y="488"/>
                  </a:cubicBezTo>
                  <a:cubicBezTo>
                    <a:pt x="119" y="516"/>
                    <a:pt x="151" y="544"/>
                    <a:pt x="184" y="560"/>
                  </a:cubicBezTo>
                  <a:cubicBezTo>
                    <a:pt x="217" y="576"/>
                    <a:pt x="270" y="579"/>
                    <a:pt x="292" y="584"/>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64" name="Rectangle 81"/>
            <p:cNvSpPr>
              <a:spLocks noChangeArrowheads="1"/>
            </p:cNvSpPr>
            <p:nvPr/>
          </p:nvSpPr>
          <p:spPr bwMode="auto">
            <a:xfrm>
              <a:off x="4686952" y="983530"/>
              <a:ext cx="1559852" cy="396875"/>
            </a:xfrm>
            <a:prstGeom prst="rect">
              <a:avLst/>
            </a:prstGeom>
            <a:solidFill>
              <a:srgbClr val="00FF99"/>
            </a:solidFill>
            <a:ln w="9525">
              <a:solidFill>
                <a:schemeClr val="tx1"/>
              </a:solidFill>
              <a:miter lim="800000"/>
              <a:headEnd/>
              <a:tailEnd/>
            </a:ln>
            <a:effectLst/>
          </p:spPr>
          <p:txBody>
            <a:bodyPr wrap="none" anchor="ctr"/>
            <a:lstStyle/>
            <a:p>
              <a:pPr algn="ctr"/>
              <a:r>
                <a:rPr kumimoji="1" lang="zh-CN" altLang="en-US" sz="1200" b="1">
                  <a:latin typeface="微软雅黑" pitchFamily="34" charset="-122"/>
                  <a:ea typeface="微软雅黑" pitchFamily="34" charset="-122"/>
                </a:rPr>
                <a:t>数据报首部</a:t>
              </a:r>
            </a:p>
          </p:txBody>
        </p:sp>
        <p:sp>
          <p:nvSpPr>
            <p:cNvPr id="165" name="Line 82"/>
            <p:cNvSpPr>
              <a:spLocks noChangeShapeType="1"/>
            </p:cNvSpPr>
            <p:nvPr/>
          </p:nvSpPr>
          <p:spPr bwMode="auto">
            <a:xfrm flipH="1">
              <a:off x="5637345" y="767630"/>
              <a:ext cx="467783" cy="28733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66" name="Line 83"/>
            <p:cNvSpPr>
              <a:spLocks noChangeShapeType="1"/>
            </p:cNvSpPr>
            <p:nvPr/>
          </p:nvSpPr>
          <p:spPr bwMode="auto">
            <a:xfrm>
              <a:off x="1020357" y="1488355"/>
              <a:ext cx="5226447"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168" name="矩形 167"/>
          <p:cNvSpPr/>
          <p:nvPr/>
        </p:nvSpPr>
        <p:spPr>
          <a:xfrm>
            <a:off x="2805095" y="4339177"/>
            <a:ext cx="3550913" cy="338554"/>
          </a:xfrm>
          <a:prstGeom prst="rect">
            <a:avLst/>
          </a:prstGeom>
        </p:spPr>
        <p:txBody>
          <a:bodyPr wrap="square">
            <a:spAutoFit/>
          </a:bodyPr>
          <a:lstStyle/>
          <a:p>
            <a:pPr algn="ctr"/>
            <a:r>
              <a:rPr lang="zh-CN" altLang="en-US" sz="1600" b="1" dirty="0">
                <a:latin typeface="微软雅黑" pitchFamily="34" charset="-122"/>
                <a:ea typeface="微软雅黑" pitchFamily="34" charset="-122"/>
              </a:rPr>
              <a:t>用隧道技术实现虚拟专用网</a:t>
            </a:r>
          </a:p>
        </p:txBody>
      </p:sp>
      <p:grpSp>
        <p:nvGrpSpPr>
          <p:cNvPr id="3" name="组合 2">
            <a:extLst>
              <a:ext uri="{FF2B5EF4-FFF2-40B4-BE49-F238E27FC236}">
                <a16:creationId xmlns:a16="http://schemas.microsoft.com/office/drawing/2014/main" id="{BDC45624-6EF3-8392-20BE-243D30E87F3B}"/>
              </a:ext>
            </a:extLst>
          </p:cNvPr>
          <p:cNvGrpSpPr/>
          <p:nvPr/>
        </p:nvGrpSpPr>
        <p:grpSpPr>
          <a:xfrm>
            <a:off x="1528958" y="2994292"/>
            <a:ext cx="6075400" cy="1173284"/>
            <a:chOff x="1528958" y="2994292"/>
            <a:chExt cx="6075400" cy="1173284"/>
          </a:xfrm>
        </p:grpSpPr>
        <p:grpSp>
          <p:nvGrpSpPr>
            <p:cNvPr id="241" name="组合 240"/>
            <p:cNvGrpSpPr/>
            <p:nvPr/>
          </p:nvGrpSpPr>
          <p:grpSpPr>
            <a:xfrm>
              <a:off x="1528958" y="2994292"/>
              <a:ext cx="6075400" cy="1173284"/>
              <a:chOff x="1528958" y="2876603"/>
              <a:chExt cx="6075400" cy="1173284"/>
            </a:xfrm>
          </p:grpSpPr>
          <p:sp>
            <p:nvSpPr>
              <p:cNvPr id="170" name="AutoShape 85"/>
              <p:cNvSpPr>
                <a:spLocks noChangeArrowheads="1"/>
              </p:cNvSpPr>
              <p:nvPr/>
            </p:nvSpPr>
            <p:spPr bwMode="auto">
              <a:xfrm>
                <a:off x="1528958" y="2876603"/>
                <a:ext cx="6075400" cy="1149280"/>
              </a:xfrm>
              <a:prstGeom prst="roundRect">
                <a:avLst>
                  <a:gd name="adj" fmla="val 16667"/>
                </a:avLst>
              </a:prstGeom>
              <a:solidFill>
                <a:srgbClr val="CCFF99"/>
              </a:solidFill>
              <a:ln w="12700" cap="rnd">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1" name="Line 86"/>
              <p:cNvSpPr>
                <a:spLocks noChangeShapeType="1"/>
              </p:cNvSpPr>
              <p:nvPr/>
            </p:nvSpPr>
            <p:spPr bwMode="auto">
              <a:xfrm>
                <a:off x="3503175" y="3344828"/>
                <a:ext cx="1994391" cy="0"/>
              </a:xfrm>
              <a:prstGeom prst="line">
                <a:avLst/>
              </a:prstGeom>
              <a:noFill/>
              <a:ln w="28575">
                <a:solidFill>
                  <a:srgbClr val="000066"/>
                </a:solidFill>
                <a:prstDash val="solid"/>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2" name="Line 87"/>
              <p:cNvSpPr>
                <a:spLocks noChangeShapeType="1"/>
              </p:cNvSpPr>
              <p:nvPr/>
            </p:nvSpPr>
            <p:spPr bwMode="auto">
              <a:xfrm flipV="1">
                <a:off x="2592441" y="3727922"/>
                <a:ext cx="230565" cy="17026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3" name="Line 88"/>
              <p:cNvSpPr>
                <a:spLocks noChangeShapeType="1"/>
              </p:cNvSpPr>
              <p:nvPr/>
            </p:nvSpPr>
            <p:spPr bwMode="auto">
              <a:xfrm>
                <a:off x="2407989" y="3131999"/>
                <a:ext cx="230565" cy="12769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4" name="Line 89"/>
              <p:cNvSpPr>
                <a:spLocks noChangeShapeType="1"/>
              </p:cNvSpPr>
              <p:nvPr/>
            </p:nvSpPr>
            <p:spPr bwMode="auto">
              <a:xfrm flipV="1">
                <a:off x="2223536" y="3478733"/>
                <a:ext cx="27667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175" name="Group 90"/>
              <p:cNvGrpSpPr>
                <a:grpSpLocks/>
              </p:cNvGrpSpPr>
              <p:nvPr/>
            </p:nvGrpSpPr>
            <p:grpSpPr bwMode="auto">
              <a:xfrm>
                <a:off x="2439692" y="3070810"/>
                <a:ext cx="914576" cy="684602"/>
                <a:chOff x="385" y="2795"/>
                <a:chExt cx="1769" cy="816"/>
              </a:xfrm>
              <a:solidFill>
                <a:srgbClr val="3399FF"/>
              </a:solidFill>
            </p:grpSpPr>
            <p:sp>
              <p:nvSpPr>
                <p:cNvPr id="218" name="Oval 91"/>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9" name="Oval 92"/>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0" name="Oval 93"/>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1" name="Oval 94"/>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2" name="Oval 95"/>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3" name="Oval 96"/>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4" name="Oval 97"/>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5" name="Oval 98"/>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6" name="Oval 99"/>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7" name="Oval 100"/>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8" name="Oval 101"/>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29" name="Oval 102"/>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0" name="Oval 103"/>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1" name="Oval 104"/>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2" name="Oval 105"/>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3" name="Oval 106"/>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34" name="Freeform 10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grpSp>
          <p:sp>
            <p:nvSpPr>
              <p:cNvPr id="176" name="Line 108"/>
              <p:cNvSpPr>
                <a:spLocks noChangeShapeType="1"/>
              </p:cNvSpPr>
              <p:nvPr/>
            </p:nvSpPr>
            <p:spPr bwMode="auto">
              <a:xfrm flipH="1">
                <a:off x="6419828" y="3089433"/>
                <a:ext cx="230565" cy="8513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7" name="Line 109"/>
              <p:cNvSpPr>
                <a:spLocks noChangeShapeType="1"/>
              </p:cNvSpPr>
              <p:nvPr/>
            </p:nvSpPr>
            <p:spPr bwMode="auto">
              <a:xfrm flipH="1" flipV="1">
                <a:off x="6281489" y="3642790"/>
                <a:ext cx="322792" cy="17026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8" name="Line 110"/>
              <p:cNvSpPr>
                <a:spLocks noChangeShapeType="1"/>
              </p:cNvSpPr>
              <p:nvPr/>
            </p:nvSpPr>
            <p:spPr bwMode="auto">
              <a:xfrm flipH="1" flipV="1">
                <a:off x="6419828" y="3429960"/>
                <a:ext cx="33432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179" name="Group 111"/>
              <p:cNvGrpSpPr>
                <a:grpSpLocks/>
              </p:cNvGrpSpPr>
              <p:nvPr/>
            </p:nvGrpSpPr>
            <p:grpSpPr bwMode="auto">
              <a:xfrm>
                <a:off x="5621495" y="3030904"/>
                <a:ext cx="914576" cy="684602"/>
                <a:chOff x="385" y="2795"/>
                <a:chExt cx="1769" cy="816"/>
              </a:xfrm>
              <a:solidFill>
                <a:srgbClr val="3399FF"/>
              </a:solidFill>
            </p:grpSpPr>
            <p:sp>
              <p:nvSpPr>
                <p:cNvPr id="201" name="Oval 112"/>
                <p:cNvSpPr>
                  <a:spLocks noChangeArrowheads="1"/>
                </p:cNvSpPr>
                <p:nvPr/>
              </p:nvSpPr>
              <p:spPr bwMode="auto">
                <a:xfrm>
                  <a:off x="1589" y="3060"/>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2" name="Oval 113"/>
                <p:cNvSpPr>
                  <a:spLocks noChangeArrowheads="1"/>
                </p:cNvSpPr>
                <p:nvPr/>
              </p:nvSpPr>
              <p:spPr bwMode="auto">
                <a:xfrm>
                  <a:off x="928" y="3274"/>
                  <a:ext cx="884" cy="33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3" name="Oval 114"/>
                <p:cNvSpPr>
                  <a:spLocks noChangeArrowheads="1"/>
                </p:cNvSpPr>
                <p:nvPr/>
              </p:nvSpPr>
              <p:spPr bwMode="auto">
                <a:xfrm>
                  <a:off x="502" y="3204"/>
                  <a:ext cx="586" cy="28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4" name="Oval 115"/>
                <p:cNvSpPr>
                  <a:spLocks noChangeArrowheads="1"/>
                </p:cNvSpPr>
                <p:nvPr/>
              </p:nvSpPr>
              <p:spPr bwMode="auto">
                <a:xfrm>
                  <a:off x="385" y="3084"/>
                  <a:ext cx="384"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5" name="Oval 116"/>
                <p:cNvSpPr>
                  <a:spLocks noChangeArrowheads="1"/>
                </p:cNvSpPr>
                <p:nvPr/>
              </p:nvSpPr>
              <p:spPr bwMode="auto">
                <a:xfrm>
                  <a:off x="566" y="2883"/>
                  <a:ext cx="57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6" name="Oval 117"/>
                <p:cNvSpPr>
                  <a:spLocks noChangeArrowheads="1"/>
                </p:cNvSpPr>
                <p:nvPr/>
              </p:nvSpPr>
              <p:spPr bwMode="auto">
                <a:xfrm>
                  <a:off x="992" y="2795"/>
                  <a:ext cx="757"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7" name="Oval 118"/>
                <p:cNvSpPr>
                  <a:spLocks noChangeArrowheads="1"/>
                </p:cNvSpPr>
                <p:nvPr/>
              </p:nvSpPr>
              <p:spPr bwMode="auto">
                <a:xfrm>
                  <a:off x="1504" y="2891"/>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8" name="Oval 119"/>
                <p:cNvSpPr>
                  <a:spLocks noChangeArrowheads="1"/>
                </p:cNvSpPr>
                <p:nvPr/>
              </p:nvSpPr>
              <p:spPr bwMode="auto">
                <a:xfrm>
                  <a:off x="704" y="2987"/>
                  <a:ext cx="1141" cy="41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09" name="Oval 120"/>
                <p:cNvSpPr>
                  <a:spLocks noChangeArrowheads="1"/>
                </p:cNvSpPr>
                <p:nvPr/>
              </p:nvSpPr>
              <p:spPr bwMode="auto">
                <a:xfrm rot="1336630">
                  <a:off x="1474" y="3067"/>
                  <a:ext cx="555"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0" name="Oval 121"/>
                <p:cNvSpPr>
                  <a:spLocks noChangeArrowheads="1"/>
                </p:cNvSpPr>
                <p:nvPr/>
              </p:nvSpPr>
              <p:spPr bwMode="auto">
                <a:xfrm>
                  <a:off x="1004" y="2811"/>
                  <a:ext cx="756" cy="32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1" name="Oval 122"/>
                <p:cNvSpPr>
                  <a:spLocks noChangeArrowheads="1"/>
                </p:cNvSpPr>
                <p:nvPr/>
              </p:nvSpPr>
              <p:spPr bwMode="auto">
                <a:xfrm>
                  <a:off x="577" y="2899"/>
                  <a:ext cx="575" cy="320"/>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2" name="Oval 123"/>
                <p:cNvSpPr>
                  <a:spLocks noChangeArrowheads="1"/>
                </p:cNvSpPr>
                <p:nvPr/>
              </p:nvSpPr>
              <p:spPr bwMode="auto">
                <a:xfrm>
                  <a:off x="396" y="3100"/>
                  <a:ext cx="383" cy="25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3" name="Oval 124"/>
                <p:cNvSpPr>
                  <a:spLocks noChangeArrowheads="1"/>
                </p:cNvSpPr>
                <p:nvPr/>
              </p:nvSpPr>
              <p:spPr bwMode="auto">
                <a:xfrm>
                  <a:off x="1515" y="2908"/>
                  <a:ext cx="554" cy="248"/>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4" name="Oval 125"/>
                <p:cNvSpPr>
                  <a:spLocks noChangeArrowheads="1"/>
                </p:cNvSpPr>
                <p:nvPr/>
              </p:nvSpPr>
              <p:spPr bwMode="auto">
                <a:xfrm>
                  <a:off x="1599" y="3075"/>
                  <a:ext cx="555" cy="24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5" name="Oval 126"/>
                <p:cNvSpPr>
                  <a:spLocks noChangeArrowheads="1"/>
                </p:cNvSpPr>
                <p:nvPr/>
              </p:nvSpPr>
              <p:spPr bwMode="auto">
                <a:xfrm>
                  <a:off x="715" y="3003"/>
                  <a:ext cx="1141" cy="417"/>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6" name="Oval 127"/>
                <p:cNvSpPr>
                  <a:spLocks noChangeArrowheads="1"/>
                </p:cNvSpPr>
                <p:nvPr/>
              </p:nvSpPr>
              <p:spPr bwMode="auto">
                <a:xfrm>
                  <a:off x="513" y="3219"/>
                  <a:ext cx="586" cy="28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sp>
              <p:nvSpPr>
                <p:cNvPr id="217" name="Freeform 128"/>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200" b="1">
                    <a:latin typeface="微软雅黑" pitchFamily="34" charset="-122"/>
                    <a:ea typeface="微软雅黑" pitchFamily="34" charset="-122"/>
                  </a:endParaRPr>
                </a:p>
              </p:txBody>
            </p:sp>
          </p:grpSp>
          <p:pic>
            <p:nvPicPr>
              <p:cNvPr id="180" name="Picture 129"/>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09183" y="3274772"/>
                <a:ext cx="315106" cy="140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1" name="Picture 130"/>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219771" y="3275659"/>
                <a:ext cx="315106" cy="140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3" name="Text Box 132"/>
              <p:cNvSpPr txBox="1">
                <a:spLocks noChangeArrowheads="1"/>
              </p:cNvSpPr>
              <p:nvPr/>
            </p:nvSpPr>
            <p:spPr bwMode="auto">
              <a:xfrm>
                <a:off x="2587349" y="3194519"/>
                <a:ext cx="654230" cy="462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A</a:t>
                </a:r>
              </a:p>
              <a:p>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85" name="Text Box 134"/>
              <p:cNvSpPr txBox="1">
                <a:spLocks noChangeArrowheads="1"/>
              </p:cNvSpPr>
              <p:nvPr/>
            </p:nvSpPr>
            <p:spPr bwMode="auto">
              <a:xfrm>
                <a:off x="5767231" y="3153727"/>
                <a:ext cx="644623" cy="462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chemeClr val="bg1"/>
                    </a:solidFill>
                    <a:latin typeface="微软雅黑" pitchFamily="34" charset="-122"/>
                    <a:ea typeface="微软雅黑" pitchFamily="34" charset="-122"/>
                  </a:rPr>
                  <a:t>部门 </a:t>
                </a:r>
                <a:r>
                  <a:rPr kumimoji="1" lang="en-US" altLang="zh-CN" sz="1200" b="1" dirty="0">
                    <a:solidFill>
                      <a:schemeClr val="bg1"/>
                    </a:solidFill>
                    <a:latin typeface="微软雅黑" pitchFamily="34" charset="-122"/>
                    <a:ea typeface="微软雅黑" pitchFamily="34" charset="-122"/>
                  </a:rPr>
                  <a:t>B</a:t>
                </a:r>
              </a:p>
              <a:p>
                <a:r>
                  <a:rPr kumimoji="1" lang="zh-CN" altLang="en-US" sz="1200" b="1" dirty="0">
                    <a:solidFill>
                      <a:schemeClr val="bg1"/>
                    </a:solidFill>
                    <a:latin typeface="微软雅黑" pitchFamily="34" charset="-122"/>
                    <a:ea typeface="微软雅黑" pitchFamily="34" charset="-122"/>
                  </a:rPr>
                  <a:t>网络</a:t>
                </a:r>
                <a:endParaRPr kumimoji="1" lang="en-US" altLang="zh-CN" sz="1200" b="1" dirty="0">
                  <a:solidFill>
                    <a:schemeClr val="bg1"/>
                  </a:solidFill>
                  <a:latin typeface="微软雅黑" pitchFamily="34" charset="-122"/>
                  <a:ea typeface="微软雅黑" pitchFamily="34" charset="-122"/>
                </a:endParaRPr>
              </a:p>
            </p:txBody>
          </p:sp>
          <p:sp>
            <p:nvSpPr>
              <p:cNvPr id="186" name="Text Box 135"/>
              <p:cNvSpPr txBox="1">
                <a:spLocks noChangeArrowheads="1"/>
              </p:cNvSpPr>
              <p:nvPr/>
            </p:nvSpPr>
            <p:spPr bwMode="auto">
              <a:xfrm>
                <a:off x="2046852" y="3146187"/>
                <a:ext cx="292050"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X</a:t>
                </a:r>
              </a:p>
            </p:txBody>
          </p:sp>
          <p:sp>
            <p:nvSpPr>
              <p:cNvPr id="187" name="Text Box 136"/>
              <p:cNvSpPr txBox="1">
                <a:spLocks noChangeArrowheads="1"/>
              </p:cNvSpPr>
              <p:nvPr/>
            </p:nvSpPr>
            <p:spPr bwMode="auto">
              <a:xfrm>
                <a:off x="6973735" y="3154826"/>
                <a:ext cx="284364"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itchFamily="34" charset="-122"/>
                    <a:ea typeface="微软雅黑" pitchFamily="34" charset="-122"/>
                  </a:rPr>
                  <a:t>Y</a:t>
                </a:r>
              </a:p>
            </p:txBody>
          </p:sp>
          <p:sp>
            <p:nvSpPr>
              <p:cNvPr id="188" name="Text Box 137"/>
              <p:cNvSpPr txBox="1">
                <a:spLocks noChangeArrowheads="1"/>
              </p:cNvSpPr>
              <p:nvPr/>
            </p:nvSpPr>
            <p:spPr bwMode="auto">
              <a:xfrm>
                <a:off x="3223614" y="3107168"/>
                <a:ext cx="354494"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b="1">
                    <a:latin typeface="微软雅黑" pitchFamily="34" charset="-122"/>
                    <a:ea typeface="微软雅黑" pitchFamily="34" charset="-122"/>
                  </a:rPr>
                  <a:t>R</a:t>
                </a:r>
                <a:r>
                  <a:rPr kumimoji="1" lang="en-US" altLang="zh-CN" sz="1200" b="1" baseline="-25000">
                    <a:latin typeface="微软雅黑" pitchFamily="34" charset="-122"/>
                    <a:ea typeface="微软雅黑" pitchFamily="34" charset="-122"/>
                  </a:rPr>
                  <a:t>1</a:t>
                </a:r>
                <a:endParaRPr kumimoji="1" lang="en-US" altLang="zh-CN" sz="1200" b="1">
                  <a:latin typeface="微软雅黑" pitchFamily="34" charset="-122"/>
                  <a:ea typeface="微软雅黑" pitchFamily="34" charset="-122"/>
                </a:endParaRPr>
              </a:p>
            </p:txBody>
          </p:sp>
          <p:sp>
            <p:nvSpPr>
              <p:cNvPr id="189" name="Text Box 138"/>
              <p:cNvSpPr txBox="1">
                <a:spLocks noChangeArrowheads="1"/>
              </p:cNvSpPr>
              <p:nvPr/>
            </p:nvSpPr>
            <p:spPr bwMode="auto">
              <a:xfrm>
                <a:off x="5425514" y="3064603"/>
                <a:ext cx="354494"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b="1">
                    <a:latin typeface="微软雅黑" pitchFamily="34" charset="-122"/>
                    <a:ea typeface="微软雅黑" pitchFamily="34" charset="-122"/>
                  </a:rPr>
                  <a:t>R</a:t>
                </a:r>
                <a:r>
                  <a:rPr kumimoji="1" lang="en-US" altLang="zh-CN" sz="1200" b="1" baseline="-25000">
                    <a:latin typeface="微软雅黑" pitchFamily="34" charset="-122"/>
                    <a:ea typeface="微软雅黑" pitchFamily="34" charset="-122"/>
                  </a:rPr>
                  <a:t>2</a:t>
                </a:r>
                <a:endParaRPr kumimoji="1" lang="en-US" altLang="zh-CN" sz="1200" b="1">
                  <a:latin typeface="微软雅黑" pitchFamily="34" charset="-122"/>
                  <a:ea typeface="微软雅黑" pitchFamily="34" charset="-122"/>
                </a:endParaRPr>
              </a:p>
            </p:txBody>
          </p:sp>
          <p:sp>
            <p:nvSpPr>
              <p:cNvPr id="190" name="Text Box 139"/>
              <p:cNvSpPr txBox="1">
                <a:spLocks noChangeArrowheads="1"/>
              </p:cNvSpPr>
              <p:nvPr/>
            </p:nvSpPr>
            <p:spPr bwMode="auto">
              <a:xfrm>
                <a:off x="3071825" y="2890792"/>
                <a:ext cx="881913"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b="1" dirty="0">
                    <a:latin typeface="微软雅黑" pitchFamily="34" charset="-122"/>
                    <a:ea typeface="微软雅黑" pitchFamily="34" charset="-122"/>
                  </a:rPr>
                  <a:t>125.1.2.3</a:t>
                </a:r>
              </a:p>
            </p:txBody>
          </p:sp>
          <p:sp>
            <p:nvSpPr>
              <p:cNvPr id="191" name="Line 140"/>
              <p:cNvSpPr>
                <a:spLocks noChangeShapeType="1"/>
              </p:cNvSpPr>
              <p:nvPr/>
            </p:nvSpPr>
            <p:spPr bwMode="auto">
              <a:xfrm>
                <a:off x="3549288" y="3089433"/>
                <a:ext cx="46113" cy="255396"/>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2" name="Text Box 141"/>
              <p:cNvSpPr txBox="1">
                <a:spLocks noChangeArrowheads="1"/>
              </p:cNvSpPr>
              <p:nvPr/>
            </p:nvSpPr>
            <p:spPr bwMode="auto">
              <a:xfrm>
                <a:off x="4778010" y="2894339"/>
                <a:ext cx="881913" cy="258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200" b="1">
                    <a:latin typeface="微软雅黑" pitchFamily="34" charset="-122"/>
                    <a:ea typeface="微软雅黑" pitchFamily="34" charset="-122"/>
                  </a:rPr>
                  <a:t>194.4.5.6</a:t>
                </a:r>
              </a:p>
            </p:txBody>
          </p:sp>
          <p:sp>
            <p:nvSpPr>
              <p:cNvPr id="193" name="Line 142"/>
              <p:cNvSpPr>
                <a:spLocks noChangeShapeType="1"/>
              </p:cNvSpPr>
              <p:nvPr/>
            </p:nvSpPr>
            <p:spPr bwMode="auto">
              <a:xfrm>
                <a:off x="5255472" y="3089433"/>
                <a:ext cx="46113" cy="255396"/>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4" name="Text Box 143"/>
              <p:cNvSpPr txBox="1">
                <a:spLocks noChangeArrowheads="1"/>
              </p:cNvSpPr>
              <p:nvPr/>
            </p:nvSpPr>
            <p:spPr bwMode="auto">
              <a:xfrm>
                <a:off x="1779259" y="3601323"/>
                <a:ext cx="787765"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b="1" dirty="0">
                    <a:latin typeface="微软雅黑" pitchFamily="34" charset="-122"/>
                    <a:ea typeface="微软雅黑" pitchFamily="34" charset="-122"/>
                  </a:rPr>
                  <a:t>10.1.0.1</a:t>
                </a:r>
              </a:p>
            </p:txBody>
          </p:sp>
          <p:sp>
            <p:nvSpPr>
              <p:cNvPr id="195" name="Text Box 144"/>
              <p:cNvSpPr txBox="1">
                <a:spLocks noChangeArrowheads="1"/>
              </p:cNvSpPr>
              <p:nvPr/>
            </p:nvSpPr>
            <p:spPr bwMode="auto">
              <a:xfrm>
                <a:off x="6419828" y="3502669"/>
                <a:ext cx="787765" cy="276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1200" b="1" dirty="0">
                    <a:latin typeface="微软雅黑" pitchFamily="34" charset="-122"/>
                    <a:ea typeface="微软雅黑" pitchFamily="34" charset="-122"/>
                  </a:rPr>
                  <a:t>10.2.0.3</a:t>
                </a:r>
              </a:p>
            </p:txBody>
          </p:sp>
          <p:sp>
            <p:nvSpPr>
              <p:cNvPr id="200" name="Text Box 149"/>
              <p:cNvSpPr txBox="1">
                <a:spLocks noChangeArrowheads="1"/>
              </p:cNvSpPr>
              <p:nvPr/>
            </p:nvSpPr>
            <p:spPr bwMode="auto">
              <a:xfrm>
                <a:off x="3755750" y="3742110"/>
                <a:ext cx="153439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1400" b="1" dirty="0">
                    <a:solidFill>
                      <a:srgbClr val="0000FF"/>
                    </a:solidFill>
                    <a:latin typeface="微软雅黑" pitchFamily="34" charset="-122"/>
                    <a:ea typeface="微软雅黑" pitchFamily="34" charset="-122"/>
                  </a:rPr>
                  <a:t>虚拟专用网 </a:t>
                </a:r>
                <a:r>
                  <a:rPr kumimoji="1" lang="en-US" altLang="zh-CN" sz="1400" b="1" dirty="0">
                    <a:solidFill>
                      <a:srgbClr val="0000FF"/>
                    </a:solidFill>
                    <a:latin typeface="微软雅黑" pitchFamily="34" charset="-122"/>
                    <a:ea typeface="微软雅黑" pitchFamily="34" charset="-122"/>
                  </a:rPr>
                  <a:t>VPN</a:t>
                </a:r>
              </a:p>
            </p:txBody>
          </p:sp>
          <p:pic>
            <p:nvPicPr>
              <p:cNvPr id="23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21833" y="29450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6"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35808" y="3363838"/>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7"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57682" y="29450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39415" y="3268743"/>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39"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67856" y="3700791"/>
                <a:ext cx="278382" cy="278382"/>
              </a:xfrm>
              <a:prstGeom prst="rect">
                <a:avLst/>
              </a:prstGeom>
              <a:noFill/>
              <a:extLst>
                <a:ext uri="{909E8E84-426E-40DD-AFC4-6F175D3DCCD1}">
                  <a14:hiddenFill xmlns:a14="http://schemas.microsoft.com/office/drawing/2010/main">
                    <a:solidFill>
                      <a:srgbClr val="FFFFFF"/>
                    </a:solidFill>
                  </a14:hiddenFill>
                </a:ext>
              </a:extLst>
            </p:spPr>
          </p:pic>
          <p:pic>
            <p:nvPicPr>
              <p:cNvPr id="240"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28296" y="3700791"/>
                <a:ext cx="278382" cy="278382"/>
              </a:xfrm>
              <a:prstGeom prst="rect">
                <a:avLst/>
              </a:prstGeom>
              <a:noFill/>
              <a:extLst>
                <a:ext uri="{909E8E84-426E-40DD-AFC4-6F175D3DCCD1}">
                  <a14:hiddenFill xmlns:a14="http://schemas.microsoft.com/office/drawing/2010/main">
                    <a:solidFill>
                      <a:srgbClr val="FFFFFF"/>
                    </a:solidFill>
                  </a14:hiddenFill>
                </a:ext>
              </a:extLst>
            </p:spPr>
          </p:pic>
        </p:grpSp>
        <p:sp>
          <p:nvSpPr>
            <p:cNvPr id="155" name="AutoShape 52"/>
            <p:cNvSpPr>
              <a:spLocks noChangeArrowheads="1"/>
            </p:cNvSpPr>
            <p:nvPr/>
          </p:nvSpPr>
          <p:spPr bwMode="auto">
            <a:xfrm rot="16200000">
              <a:off x="4380504" y="2698501"/>
              <a:ext cx="196592" cy="1518533"/>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56" name="Line 58"/>
            <p:cNvSpPr>
              <a:spLocks noChangeShapeType="1"/>
            </p:cNvSpPr>
            <p:nvPr/>
          </p:nvSpPr>
          <p:spPr bwMode="auto">
            <a:xfrm>
              <a:off x="3512781" y="3462180"/>
              <a:ext cx="233911" cy="0"/>
            </a:xfrm>
            <a:prstGeom prst="line">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7" name="Line 59"/>
            <p:cNvSpPr>
              <a:spLocks noChangeShapeType="1"/>
            </p:cNvSpPr>
            <p:nvPr/>
          </p:nvSpPr>
          <p:spPr bwMode="auto">
            <a:xfrm>
              <a:off x="5238066" y="3462180"/>
              <a:ext cx="205501" cy="0"/>
            </a:xfrm>
            <a:prstGeom prst="line">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Tree>
    <p:extLst>
      <p:ext uri="{BB962C8B-B14F-4D97-AF65-F5344CB8AC3E}">
        <p14:creationId xmlns:p14="http://schemas.microsoft.com/office/powerpoint/2010/main" val="32273718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167"/>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5" y="618122"/>
            <a:ext cx="8053710"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71096" y="577259"/>
            <a:ext cx="38018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4.9.2   </a:t>
            </a:r>
            <a:r>
              <a:rPr lang="zh-CN" altLang="en-US" sz="2400" b="1" dirty="0">
                <a:solidFill>
                  <a:schemeClr val="bg1"/>
                </a:solidFill>
                <a:latin typeface="微软雅黑" pitchFamily="34" charset="-122"/>
                <a:ea typeface="微软雅黑" pitchFamily="34" charset="-122"/>
              </a:rPr>
              <a:t>网络地址转换 </a:t>
            </a:r>
            <a:r>
              <a:rPr lang="en-US" altLang="zh-CN" sz="2400" b="1" dirty="0">
                <a:solidFill>
                  <a:schemeClr val="bg1"/>
                </a:solidFill>
                <a:latin typeface="微软雅黑" pitchFamily="34" charset="-122"/>
                <a:ea typeface="微软雅黑" pitchFamily="34" charset="-122"/>
              </a:rPr>
              <a:t>NAT</a:t>
            </a:r>
            <a:endParaRPr lang="zh-CN" altLang="en-US" sz="2400" b="1" dirty="0">
              <a:solidFill>
                <a:schemeClr val="bg1"/>
              </a:solidFill>
              <a:latin typeface="微软雅黑" pitchFamily="34" charset="-122"/>
              <a:ea typeface="微软雅黑" pitchFamily="34" charset="-122"/>
            </a:endParaRPr>
          </a:p>
        </p:txBody>
      </p:sp>
      <p:sp>
        <p:nvSpPr>
          <p:cNvPr id="4" name="Rectangle 8"/>
          <p:cNvSpPr>
            <a:spLocks noChangeArrowheads="1"/>
          </p:cNvSpPr>
          <p:nvPr/>
        </p:nvSpPr>
        <p:spPr bwMode="auto">
          <a:xfrm>
            <a:off x="545145" y="1000973"/>
            <a:ext cx="8053710" cy="3433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为了让更多的</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主机能够接入到互联网，目前</a:t>
            </a:r>
            <a:r>
              <a:rPr lang="en-US" altLang="zh-CN" sz="2000" b="1" dirty="0">
                <a:latin typeface="微软雅黑" pitchFamily="34" charset="-122"/>
                <a:ea typeface="微软雅黑" pitchFamily="34" charset="-122"/>
              </a:rPr>
              <a:t>IPv4</a:t>
            </a:r>
            <a:r>
              <a:rPr lang="zh-CN" altLang="en-US" sz="2000" b="1" dirty="0">
                <a:latin typeface="微软雅黑" pitchFamily="34" charset="-122"/>
                <a:ea typeface="微软雅黑" pitchFamily="34" charset="-122"/>
              </a:rPr>
              <a:t>网络广泛使用网络地址转换</a:t>
            </a:r>
            <a:r>
              <a:rPr lang="en-US" altLang="zh-CN" sz="2000" b="1" dirty="0">
                <a:solidFill>
                  <a:srgbClr val="0000FF"/>
                </a:solidFill>
                <a:latin typeface="微软雅黑" pitchFamily="34" charset="-122"/>
                <a:ea typeface="微软雅黑" pitchFamily="34" charset="-122"/>
              </a:rPr>
              <a:t>NAT</a:t>
            </a:r>
            <a:r>
              <a:rPr lang="en-US" altLang="zh-CN" sz="2000" b="1" dirty="0">
                <a:latin typeface="微软雅黑" pitchFamily="34" charset="-122"/>
                <a:ea typeface="微软雅黑" pitchFamily="34" charset="-122"/>
              </a:rPr>
              <a:t> (Network Address Translation)</a:t>
            </a:r>
            <a:r>
              <a:rPr lang="zh-CN" altLang="en-US" sz="2000" b="1" dirty="0">
                <a:latin typeface="微软雅黑" pitchFamily="34" charset="-122"/>
                <a:ea typeface="微软雅黑" pitchFamily="34" charset="-122"/>
              </a:rPr>
              <a:t>技术。</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实际普遍使用的其实是网络地址端口转换</a:t>
            </a:r>
            <a:r>
              <a:rPr lang="en-US" altLang="zh-CN" sz="2000" b="1" dirty="0">
                <a:solidFill>
                  <a:srgbClr val="0000FF"/>
                </a:solidFill>
                <a:latin typeface="微软雅黑" pitchFamily="34" charset="-122"/>
                <a:ea typeface="微软雅黑" pitchFamily="34" charset="-122"/>
              </a:rPr>
              <a:t>NAPT</a:t>
            </a:r>
            <a:r>
              <a:rPr lang="en-US" altLang="zh-CN" sz="2000" b="1" dirty="0">
                <a:latin typeface="微软雅黑" pitchFamily="34" charset="-122"/>
                <a:ea typeface="微软雅黑" pitchFamily="34" charset="-122"/>
              </a:rPr>
              <a:t> (Network Address Port Translation)</a:t>
            </a:r>
            <a:r>
              <a:rPr lang="zh-CN" altLang="en-US" sz="2000" b="1" dirty="0">
                <a:latin typeface="微软雅黑" pitchFamily="34" charset="-122"/>
                <a:ea typeface="微软雅黑" pitchFamily="34" charset="-122"/>
              </a:rPr>
              <a:t>，但大家仍简称其为</a:t>
            </a:r>
            <a:r>
              <a:rPr lang="en-US" altLang="zh-CN" sz="2000" b="1" dirty="0">
                <a:latin typeface="微软雅黑" pitchFamily="34" charset="-122"/>
                <a:ea typeface="微软雅黑" pitchFamily="34" charset="-122"/>
              </a:rPr>
              <a:t>NAT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这种方法是用在专用网连接到互联网的地方，安装一个</a:t>
            </a:r>
            <a:r>
              <a:rPr lang="en-US" altLang="zh-CN" sz="2000" b="1" dirty="0">
                <a:latin typeface="微软雅黑" pitchFamily="34" charset="-122"/>
                <a:ea typeface="微软雅黑" pitchFamily="34" charset="-122"/>
              </a:rPr>
              <a:t>NAT</a:t>
            </a:r>
            <a:r>
              <a:rPr lang="zh-CN" altLang="en-US" sz="2000" b="1" dirty="0">
                <a:latin typeface="微软雅黑" pitchFamily="34" charset="-122"/>
                <a:ea typeface="微软雅黑" pitchFamily="34" charset="-122"/>
              </a:rPr>
              <a:t>路由器。这个</a:t>
            </a:r>
            <a:r>
              <a:rPr lang="en-US" altLang="zh-CN" sz="2000" b="1" dirty="0">
                <a:solidFill>
                  <a:srgbClr val="0000FF"/>
                </a:solidFill>
                <a:latin typeface="微软雅黑" pitchFamily="34" charset="-122"/>
                <a:ea typeface="微软雅黑" pitchFamily="34" charset="-122"/>
              </a:rPr>
              <a:t>NAT</a:t>
            </a:r>
            <a:r>
              <a:rPr lang="zh-CN" altLang="en-US" sz="2000" b="1" dirty="0">
                <a:solidFill>
                  <a:srgbClr val="0000FF"/>
                </a:solidFill>
                <a:latin typeface="微软雅黑" pitchFamily="34" charset="-122"/>
                <a:ea typeface="微软雅黑" pitchFamily="34" charset="-122"/>
              </a:rPr>
              <a:t>路由器</a:t>
            </a:r>
            <a:r>
              <a:rPr lang="zh-CN" altLang="en-US" sz="2000" b="1" dirty="0">
                <a:latin typeface="微软雅黑" pitchFamily="34" charset="-122"/>
                <a:ea typeface="微软雅黑" pitchFamily="34" charset="-122"/>
              </a:rPr>
              <a:t>有一个有效的全球地址。所有在专用网使用本地地址（即私用地址）的主机，在和外界通信时，只需在</a:t>
            </a:r>
            <a:r>
              <a:rPr lang="en-US" altLang="zh-CN" sz="2000" b="1" dirty="0">
                <a:latin typeface="微软雅黑" pitchFamily="34" charset="-122"/>
                <a:ea typeface="微软雅黑" pitchFamily="34" charset="-122"/>
              </a:rPr>
              <a:t>NAT</a:t>
            </a:r>
            <a:r>
              <a:rPr lang="zh-CN" altLang="en-US" sz="2000" b="1" dirty="0">
                <a:latin typeface="微软雅黑" pitchFamily="34" charset="-122"/>
                <a:ea typeface="微软雅黑" pitchFamily="34" charset="-122"/>
              </a:rPr>
              <a:t>路由器上将其本地地址转换为全球地址即可。</a:t>
            </a:r>
          </a:p>
        </p:txBody>
      </p:sp>
    </p:spTree>
    <p:extLst>
      <p:ext uri="{BB962C8B-B14F-4D97-AF65-F5344CB8AC3E}">
        <p14:creationId xmlns:p14="http://schemas.microsoft.com/office/powerpoint/2010/main" val="1924479205"/>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45145" y="614144"/>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IPv4 NAT</a:t>
            </a:r>
            <a:r>
              <a:rPr lang="zh-CN" altLang="en-US" sz="2000" b="1" dirty="0">
                <a:solidFill>
                  <a:schemeClr val="bg1"/>
                </a:solidFill>
                <a:latin typeface="微软雅黑" pitchFamily="34" charset="-122"/>
                <a:ea typeface="微软雅黑" pitchFamily="34" charset="-122"/>
              </a:rPr>
              <a:t>路由器的工作原理</a:t>
            </a:r>
          </a:p>
        </p:txBody>
      </p:sp>
      <p:graphicFrame>
        <p:nvGraphicFramePr>
          <p:cNvPr id="13" name="Object 4">
            <a:extLst>
              <a:ext uri="{FF2B5EF4-FFF2-40B4-BE49-F238E27FC236}">
                <a16:creationId xmlns:a16="http://schemas.microsoft.com/office/drawing/2014/main" id="{4B7A9DF1-4198-C9D9-5BFC-55840B13227F}"/>
              </a:ext>
            </a:extLst>
          </p:cNvPr>
          <p:cNvGraphicFramePr>
            <a:graphicFrameLocks noChangeAspect="1"/>
          </p:cNvGraphicFramePr>
          <p:nvPr>
            <p:extLst>
              <p:ext uri="{D42A27DB-BD31-4B8C-83A1-F6EECF244321}">
                <p14:modId xmlns:p14="http://schemas.microsoft.com/office/powerpoint/2010/main" val="2328576074"/>
              </p:ext>
            </p:extLst>
          </p:nvPr>
        </p:nvGraphicFramePr>
        <p:xfrm>
          <a:off x="6271000" y="2532549"/>
          <a:ext cx="1922780" cy="1173480"/>
        </p:xfrm>
        <a:graphic>
          <a:graphicData uri="http://schemas.openxmlformats.org/presentationml/2006/ole">
            <mc:AlternateContent xmlns:mc="http://schemas.openxmlformats.org/markup-compatibility/2006">
              <mc:Choice xmlns:v="urn:schemas-microsoft-com:vml" Requires="v">
                <p:oleObj name="VISIO" r:id="rId3" imgW="1687068" imgH="964692" progId="Visio.Drawing.6">
                  <p:embed/>
                </p:oleObj>
              </mc:Choice>
              <mc:Fallback>
                <p:oleObj name="VISIO" r:id="rId3" imgW="1687068" imgH="964692" progId="Visio.Drawing.6">
                  <p:embed/>
                  <p:pic>
                    <p:nvPicPr>
                      <p:cNvPr id="2050" name="Object 4">
                        <a:extLst>
                          <a:ext uri="{FF2B5EF4-FFF2-40B4-BE49-F238E27FC236}">
                            <a16:creationId xmlns:a16="http://schemas.microsoft.com/office/drawing/2014/main" id="{6E5648AF-0D8D-EFAA-8D91-649A6B83C93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71000" y="2532549"/>
                        <a:ext cx="1922780" cy="1173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4" name="矩形 13">
            <a:extLst>
              <a:ext uri="{FF2B5EF4-FFF2-40B4-BE49-F238E27FC236}">
                <a16:creationId xmlns:a16="http://schemas.microsoft.com/office/drawing/2014/main" id="{D1CF3F75-1720-2937-BEA9-69CFF267E0E7}"/>
              </a:ext>
            </a:extLst>
          </p:cNvPr>
          <p:cNvSpPr/>
          <p:nvPr/>
        </p:nvSpPr>
        <p:spPr>
          <a:xfrm>
            <a:off x="6098279" y="2288709"/>
            <a:ext cx="1038860" cy="354330"/>
          </a:xfrm>
          <a:prstGeom prst="rect">
            <a:avLst/>
          </a:prstGeom>
          <a:solidFill>
            <a:srgbClr val="FFFF00"/>
          </a:solidFill>
          <a:ln w="190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5" name="任意多边形: 形状 14">
            <a:extLst>
              <a:ext uri="{FF2B5EF4-FFF2-40B4-BE49-F238E27FC236}">
                <a16:creationId xmlns:a16="http://schemas.microsoft.com/office/drawing/2014/main" id="{6B1D7151-1B1C-D2EB-8552-1F7074CAA4FB}"/>
              </a:ext>
            </a:extLst>
          </p:cNvPr>
          <p:cNvSpPr/>
          <p:nvPr/>
        </p:nvSpPr>
        <p:spPr>
          <a:xfrm>
            <a:off x="3017259" y="2089319"/>
            <a:ext cx="2849880" cy="982980"/>
          </a:xfrm>
          <a:custGeom>
            <a:avLst/>
            <a:gdLst>
              <a:gd name="connsiteX0" fmla="*/ 0 w 3562350"/>
              <a:gd name="connsiteY0" fmla="*/ 0 h 1190625"/>
              <a:gd name="connsiteX1" fmla="*/ 3562350 w 3562350"/>
              <a:gd name="connsiteY1" fmla="*/ 19050 h 1190625"/>
              <a:gd name="connsiteX2" fmla="*/ 1190625 w 3562350"/>
              <a:gd name="connsiteY2" fmla="*/ 1190625 h 1190625"/>
              <a:gd name="connsiteX3" fmla="*/ 895350 w 3562350"/>
              <a:gd name="connsiteY3" fmla="*/ 1190625 h 1190625"/>
              <a:gd name="connsiteX4" fmla="*/ 0 w 3562350"/>
              <a:gd name="connsiteY4" fmla="*/ 0 h 1190625"/>
              <a:gd name="connsiteX0" fmla="*/ 0 w 3562350"/>
              <a:gd name="connsiteY0" fmla="*/ 0 h 1228725"/>
              <a:gd name="connsiteX1" fmla="*/ 3562350 w 3562350"/>
              <a:gd name="connsiteY1" fmla="*/ 19050 h 1228725"/>
              <a:gd name="connsiteX2" fmla="*/ 1819275 w 3562350"/>
              <a:gd name="connsiteY2" fmla="*/ 1228725 h 1228725"/>
              <a:gd name="connsiteX3" fmla="*/ 895350 w 3562350"/>
              <a:gd name="connsiteY3" fmla="*/ 1190625 h 1228725"/>
              <a:gd name="connsiteX4" fmla="*/ 0 w 3562350"/>
              <a:gd name="connsiteY4" fmla="*/ 0 h 1228725"/>
              <a:gd name="connsiteX0" fmla="*/ 0 w 3562350"/>
              <a:gd name="connsiteY0" fmla="*/ 0 h 1228725"/>
              <a:gd name="connsiteX1" fmla="*/ 3562350 w 3562350"/>
              <a:gd name="connsiteY1" fmla="*/ 19050 h 1228725"/>
              <a:gd name="connsiteX2" fmla="*/ 1819275 w 3562350"/>
              <a:gd name="connsiteY2" fmla="*/ 1228725 h 1228725"/>
              <a:gd name="connsiteX3" fmla="*/ 1590675 w 3562350"/>
              <a:gd name="connsiteY3" fmla="*/ 1228725 h 1228725"/>
              <a:gd name="connsiteX4" fmla="*/ 0 w 3562350"/>
              <a:gd name="connsiteY4" fmla="*/ 0 h 1228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2350" h="1228725">
                <a:moveTo>
                  <a:pt x="0" y="0"/>
                </a:moveTo>
                <a:lnTo>
                  <a:pt x="3562350" y="19050"/>
                </a:lnTo>
                <a:lnTo>
                  <a:pt x="1819275" y="1228725"/>
                </a:lnTo>
                <a:lnTo>
                  <a:pt x="1590675" y="1228725"/>
                </a:lnTo>
                <a:lnTo>
                  <a:pt x="0" y="0"/>
                </a:lnTo>
                <a:close/>
              </a:path>
            </a:pathLst>
          </a:custGeom>
          <a:solidFill>
            <a:srgbClr val="808080">
              <a:lumMod val="20000"/>
              <a:lumOff val="80000"/>
            </a:srgbClr>
          </a:solidFill>
          <a:ln w="2540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6" name="椭圆 15">
            <a:extLst>
              <a:ext uri="{FF2B5EF4-FFF2-40B4-BE49-F238E27FC236}">
                <a16:creationId xmlns:a16="http://schemas.microsoft.com/office/drawing/2014/main" id="{71BD64F0-370B-87B7-8F8F-EF0CA2341485}"/>
              </a:ext>
            </a:extLst>
          </p:cNvPr>
          <p:cNvSpPr/>
          <p:nvPr/>
        </p:nvSpPr>
        <p:spPr bwMode="auto">
          <a:xfrm rot="1880170">
            <a:off x="360418" y="2236639"/>
            <a:ext cx="1939291" cy="1186180"/>
          </a:xfrm>
          <a:prstGeom prst="ellipse">
            <a:avLst/>
          </a:prstGeom>
          <a:solidFill>
            <a:srgbClr val="FFFFFF">
              <a:lumMod val="95000"/>
            </a:srgbClr>
          </a:solidFill>
          <a:ln w="9525" cap="flat" cmpd="sng" algn="ctr">
            <a:solidFill>
              <a:srgbClr val="000000"/>
            </a:solidFill>
            <a:prstDash val="dash"/>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7" name="Line 74">
            <a:extLst>
              <a:ext uri="{FF2B5EF4-FFF2-40B4-BE49-F238E27FC236}">
                <a16:creationId xmlns:a16="http://schemas.microsoft.com/office/drawing/2014/main" id="{8CBF7374-4FF9-D404-E7BE-5C93E10E9247}"/>
              </a:ext>
            </a:extLst>
          </p:cNvPr>
          <p:cNvSpPr>
            <a:spLocks noChangeShapeType="1"/>
          </p:cNvSpPr>
          <p:nvPr/>
        </p:nvSpPr>
        <p:spPr bwMode="auto">
          <a:xfrm>
            <a:off x="8002010" y="3035469"/>
            <a:ext cx="461010" cy="1155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 name="Line 73">
            <a:extLst>
              <a:ext uri="{FF2B5EF4-FFF2-40B4-BE49-F238E27FC236}">
                <a16:creationId xmlns:a16="http://schemas.microsoft.com/office/drawing/2014/main" id="{D93582E7-2ABA-C4AB-0F45-7B937A95933D}"/>
              </a:ext>
            </a:extLst>
          </p:cNvPr>
          <p:cNvSpPr>
            <a:spLocks noChangeShapeType="1"/>
          </p:cNvSpPr>
          <p:nvPr/>
        </p:nvSpPr>
        <p:spPr bwMode="auto">
          <a:xfrm>
            <a:off x="7770870" y="3187869"/>
            <a:ext cx="300990" cy="4165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 name="Line 72">
            <a:extLst>
              <a:ext uri="{FF2B5EF4-FFF2-40B4-BE49-F238E27FC236}">
                <a16:creationId xmlns:a16="http://schemas.microsoft.com/office/drawing/2014/main" id="{918B947B-45D7-34D1-8630-E580992D90C0}"/>
              </a:ext>
            </a:extLst>
          </p:cNvPr>
          <p:cNvSpPr>
            <a:spLocks noChangeShapeType="1"/>
          </p:cNvSpPr>
          <p:nvPr/>
        </p:nvSpPr>
        <p:spPr bwMode="auto">
          <a:xfrm flipV="1">
            <a:off x="7772139" y="2517309"/>
            <a:ext cx="402590" cy="2298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 name="Line 37">
            <a:extLst>
              <a:ext uri="{FF2B5EF4-FFF2-40B4-BE49-F238E27FC236}">
                <a16:creationId xmlns:a16="http://schemas.microsoft.com/office/drawing/2014/main" id="{ABD16C07-D631-F0B0-72BB-FE85E54C5726}"/>
              </a:ext>
            </a:extLst>
          </p:cNvPr>
          <p:cNvSpPr>
            <a:spLocks noChangeShapeType="1"/>
          </p:cNvSpPr>
          <p:nvPr/>
        </p:nvSpPr>
        <p:spPr bwMode="auto">
          <a:xfrm>
            <a:off x="1838699" y="3092619"/>
            <a:ext cx="5278121" cy="1778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21" name="Picture 6">
            <a:extLst>
              <a:ext uri="{FF2B5EF4-FFF2-40B4-BE49-F238E27FC236}">
                <a16:creationId xmlns:a16="http://schemas.microsoft.com/office/drawing/2014/main" id="{D11154D6-6CB2-DD2A-539D-E0433646929C}"/>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55179" y="2998639"/>
            <a:ext cx="416560" cy="200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2" name="Text Box 7">
            <a:extLst>
              <a:ext uri="{FF2B5EF4-FFF2-40B4-BE49-F238E27FC236}">
                <a16:creationId xmlns:a16="http://schemas.microsoft.com/office/drawing/2014/main" id="{3EE513C6-3D0F-46EA-30F5-350D44CA742F}"/>
              </a:ext>
            </a:extLst>
          </p:cNvPr>
          <p:cNvSpPr txBox="1">
            <a:spLocks noChangeArrowheads="1"/>
          </p:cNvSpPr>
          <p:nvPr/>
        </p:nvSpPr>
        <p:spPr bwMode="auto">
          <a:xfrm>
            <a:off x="4066428" y="2631609"/>
            <a:ext cx="588623"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NAT</a:t>
            </a:r>
          </a:p>
          <a:p>
            <a:pPr marL="0" marR="0" lvl="0" indent="0" algn="ctr" defTabSz="914400" eaLnBrk="1" fontAlgn="base" latinLnBrk="0" hangingPunct="1">
              <a:spcBef>
                <a:spcPct val="0"/>
              </a:spcBef>
              <a:spcAft>
                <a:spcPct val="0"/>
              </a:spcAft>
              <a:buClrTx/>
              <a:buSzTx/>
              <a:buFontTx/>
              <a:buNone/>
              <a:tabLst/>
              <a:defRPr/>
            </a:pP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路由器</a:t>
            </a:r>
          </a:p>
        </p:txBody>
      </p:sp>
      <p:pic>
        <p:nvPicPr>
          <p:cNvPr id="23" name="Picture 30">
            <a:extLst>
              <a:ext uri="{FF2B5EF4-FFF2-40B4-BE49-F238E27FC236}">
                <a16:creationId xmlns:a16="http://schemas.microsoft.com/office/drawing/2014/main" id="{D9F16DF0-86FB-3A96-F0AE-925B84FE5F1E}"/>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65510" y="234458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31">
            <a:extLst>
              <a:ext uri="{FF2B5EF4-FFF2-40B4-BE49-F238E27FC236}">
                <a16:creationId xmlns:a16="http://schemas.microsoft.com/office/drawing/2014/main" id="{E326C08D-3940-D08C-9309-4A88487C54C5}"/>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944859" y="349647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32">
            <a:extLst>
              <a:ext uri="{FF2B5EF4-FFF2-40B4-BE49-F238E27FC236}">
                <a16:creationId xmlns:a16="http://schemas.microsoft.com/office/drawing/2014/main" id="{4E2321C8-F83B-5BB5-6BD1-53ECFDF679B7}"/>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254739" y="296180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Text Box 35">
            <a:extLst>
              <a:ext uri="{FF2B5EF4-FFF2-40B4-BE49-F238E27FC236}">
                <a16:creationId xmlns:a16="http://schemas.microsoft.com/office/drawing/2014/main" id="{397F9149-7FA3-FCFB-4B45-878269F8ACDB}"/>
              </a:ext>
            </a:extLst>
          </p:cNvPr>
          <p:cNvSpPr txBox="1">
            <a:spLocks noChangeArrowheads="1"/>
          </p:cNvSpPr>
          <p:nvPr/>
        </p:nvSpPr>
        <p:spPr bwMode="auto">
          <a:xfrm>
            <a:off x="584769" y="1915329"/>
            <a:ext cx="1568057" cy="237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专用网 </a:t>
            </a: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192.168.0.0/16</a:t>
            </a:r>
          </a:p>
        </p:txBody>
      </p:sp>
      <p:sp>
        <p:nvSpPr>
          <p:cNvPr id="27" name="Text Box 36">
            <a:extLst>
              <a:ext uri="{FF2B5EF4-FFF2-40B4-BE49-F238E27FC236}">
                <a16:creationId xmlns:a16="http://schemas.microsoft.com/office/drawing/2014/main" id="{988995F3-67AD-3E5E-C3B7-FFF08E313FC5}"/>
              </a:ext>
            </a:extLst>
          </p:cNvPr>
          <p:cNvSpPr txBox="1">
            <a:spLocks noChangeArrowheads="1"/>
          </p:cNvSpPr>
          <p:nvPr/>
        </p:nvSpPr>
        <p:spPr bwMode="auto">
          <a:xfrm>
            <a:off x="7016089" y="1971209"/>
            <a:ext cx="607860" cy="24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互联网</a:t>
            </a:r>
          </a:p>
        </p:txBody>
      </p:sp>
      <p:sp>
        <p:nvSpPr>
          <p:cNvPr id="28" name="Line 38">
            <a:extLst>
              <a:ext uri="{FF2B5EF4-FFF2-40B4-BE49-F238E27FC236}">
                <a16:creationId xmlns:a16="http://schemas.microsoft.com/office/drawing/2014/main" id="{F3986DAB-8B76-ACD1-26ED-337E0C060A62}"/>
              </a:ext>
            </a:extLst>
          </p:cNvPr>
          <p:cNvSpPr>
            <a:spLocks noChangeShapeType="1"/>
          </p:cNvSpPr>
          <p:nvPr/>
        </p:nvSpPr>
        <p:spPr bwMode="auto">
          <a:xfrm rot="5400000" flipV="1">
            <a:off x="1309109" y="2698919"/>
            <a:ext cx="234950" cy="49149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29" name="Picture 27">
            <a:extLst>
              <a:ext uri="{FF2B5EF4-FFF2-40B4-BE49-F238E27FC236}">
                <a16:creationId xmlns:a16="http://schemas.microsoft.com/office/drawing/2014/main" id="{5C5A6A8C-C28B-90A9-D2CF-5733EE52E1B1}"/>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7329" y="261509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 name="Group 42">
            <a:extLst>
              <a:ext uri="{FF2B5EF4-FFF2-40B4-BE49-F238E27FC236}">
                <a16:creationId xmlns:a16="http://schemas.microsoft.com/office/drawing/2014/main" id="{AF408F8A-DCA9-8A37-53FC-6B94E79E0461}"/>
              </a:ext>
            </a:extLst>
          </p:cNvPr>
          <p:cNvGrpSpPr>
            <a:grpSpLocks/>
          </p:cNvGrpSpPr>
          <p:nvPr/>
        </p:nvGrpSpPr>
        <p:grpSpPr bwMode="auto">
          <a:xfrm>
            <a:off x="2241289" y="2919899"/>
            <a:ext cx="633730" cy="115570"/>
            <a:chOff x="521" y="2478"/>
            <a:chExt cx="1044" cy="136"/>
          </a:xfrm>
        </p:grpSpPr>
        <p:sp>
          <p:nvSpPr>
            <p:cNvPr id="153" name="AutoShape 41">
              <a:extLst>
                <a:ext uri="{FF2B5EF4-FFF2-40B4-BE49-F238E27FC236}">
                  <a16:creationId xmlns:a16="http://schemas.microsoft.com/office/drawing/2014/main" id="{8A9E41A6-CE9D-418D-EDF6-B01CF8035F22}"/>
                </a:ext>
              </a:extLst>
            </p:cNvPr>
            <p:cNvSpPr>
              <a:spLocks noChangeArrowheads="1"/>
            </p:cNvSpPr>
            <p:nvPr/>
          </p:nvSpPr>
          <p:spPr bwMode="auto">
            <a:xfrm>
              <a:off x="1383" y="2505"/>
              <a:ext cx="182" cy="91"/>
            </a:xfrm>
            <a:prstGeom prst="rightArrow">
              <a:avLst>
                <a:gd name="adj1" fmla="val 49454"/>
                <a:gd name="adj2" fmla="val 72528"/>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54" name="Rectangle 39">
              <a:extLst>
                <a:ext uri="{FF2B5EF4-FFF2-40B4-BE49-F238E27FC236}">
                  <a16:creationId xmlns:a16="http://schemas.microsoft.com/office/drawing/2014/main" id="{F87631A8-8EB4-E6B8-8C7B-2836382076B5}"/>
                </a:ext>
              </a:extLst>
            </p:cNvPr>
            <p:cNvSpPr>
              <a:spLocks noChangeArrowheads="1"/>
            </p:cNvSpPr>
            <p:nvPr/>
          </p:nvSpPr>
          <p:spPr bwMode="auto">
            <a:xfrm>
              <a:off x="521" y="2478"/>
              <a:ext cx="635" cy="136"/>
            </a:xfrm>
            <a:prstGeom prst="rect">
              <a:avLst/>
            </a:prstGeom>
            <a:solidFill>
              <a:srgbClr val="CCFF99"/>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55" name="Rectangle 40">
              <a:extLst>
                <a:ext uri="{FF2B5EF4-FFF2-40B4-BE49-F238E27FC236}">
                  <a16:creationId xmlns:a16="http://schemas.microsoft.com/office/drawing/2014/main" id="{31DC3E20-D995-956E-D7B5-51C37129FF05}"/>
                </a:ext>
              </a:extLst>
            </p:cNvPr>
            <p:cNvSpPr>
              <a:spLocks noChangeArrowheads="1"/>
            </p:cNvSpPr>
            <p:nvPr/>
          </p:nvSpPr>
          <p:spPr bwMode="auto">
            <a:xfrm>
              <a:off x="1156" y="2478"/>
              <a:ext cx="227" cy="136"/>
            </a:xfrm>
            <a:prstGeom prst="rect">
              <a:avLst/>
            </a:prstGeom>
            <a:solidFill>
              <a:srgbClr val="FFFF00"/>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32" name="Text Box 45">
            <a:extLst>
              <a:ext uri="{FF2B5EF4-FFF2-40B4-BE49-F238E27FC236}">
                <a16:creationId xmlns:a16="http://schemas.microsoft.com/office/drawing/2014/main" id="{748EF947-5488-DD0B-E0A0-602DE0025D1D}"/>
              </a:ext>
            </a:extLst>
          </p:cNvPr>
          <p:cNvSpPr txBox="1">
            <a:spLocks noChangeArrowheads="1"/>
          </p:cNvSpPr>
          <p:nvPr/>
        </p:nvSpPr>
        <p:spPr bwMode="auto">
          <a:xfrm>
            <a:off x="711623" y="2401739"/>
            <a:ext cx="909223" cy="237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192.168.0.3</a:t>
            </a:r>
          </a:p>
        </p:txBody>
      </p:sp>
      <p:sp>
        <p:nvSpPr>
          <p:cNvPr id="35" name="Text Box 52">
            <a:extLst>
              <a:ext uri="{FF2B5EF4-FFF2-40B4-BE49-F238E27FC236}">
                <a16:creationId xmlns:a16="http://schemas.microsoft.com/office/drawing/2014/main" id="{BAC04398-C486-1C7C-D3A3-2F4FC27905C8}"/>
              </a:ext>
            </a:extLst>
          </p:cNvPr>
          <p:cNvSpPr txBox="1">
            <a:spLocks noChangeArrowheads="1"/>
          </p:cNvSpPr>
          <p:nvPr/>
        </p:nvSpPr>
        <p:spPr bwMode="auto">
          <a:xfrm>
            <a:off x="7708592" y="2113449"/>
            <a:ext cx="830677" cy="237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213.18.2.4</a:t>
            </a:r>
          </a:p>
        </p:txBody>
      </p:sp>
      <p:sp>
        <p:nvSpPr>
          <p:cNvPr id="36" name="Freeform 54">
            <a:extLst>
              <a:ext uri="{FF2B5EF4-FFF2-40B4-BE49-F238E27FC236}">
                <a16:creationId xmlns:a16="http://schemas.microsoft.com/office/drawing/2014/main" id="{86228C0D-B3B8-ADD9-366C-44ADC28ADDF5}"/>
              </a:ext>
            </a:extLst>
          </p:cNvPr>
          <p:cNvSpPr>
            <a:spLocks/>
          </p:cNvSpPr>
          <p:nvPr/>
        </p:nvSpPr>
        <p:spPr bwMode="auto">
          <a:xfrm>
            <a:off x="6634219" y="2489369"/>
            <a:ext cx="1388111" cy="495300"/>
          </a:xfrm>
          <a:custGeom>
            <a:avLst/>
            <a:gdLst>
              <a:gd name="T0" fmla="*/ 0 w 1679"/>
              <a:gd name="T1" fmla="*/ 2147483646 h 413"/>
              <a:gd name="T2" fmla="*/ 2147483646 w 1679"/>
              <a:gd name="T3" fmla="*/ 2147483646 h 413"/>
              <a:gd name="T4" fmla="*/ 2147483646 w 1679"/>
              <a:gd name="T5" fmla="*/ 2147483646 h 413"/>
              <a:gd name="T6" fmla="*/ 2147483646 w 1679"/>
              <a:gd name="T7" fmla="*/ 2147483646 h 413"/>
              <a:gd name="T8" fmla="*/ 2147483646 w 1679"/>
              <a:gd name="T9" fmla="*/ 2147483646 h 413"/>
              <a:gd name="T10" fmla="*/ 2147483646 w 1679"/>
              <a:gd name="T11" fmla="*/ 0 h 413"/>
              <a:gd name="T12" fmla="*/ 0 60000 65536"/>
              <a:gd name="T13" fmla="*/ 0 60000 65536"/>
              <a:gd name="T14" fmla="*/ 0 60000 65536"/>
              <a:gd name="T15" fmla="*/ 0 60000 65536"/>
              <a:gd name="T16" fmla="*/ 0 60000 65536"/>
              <a:gd name="T17" fmla="*/ 0 60000 65536"/>
              <a:gd name="T18" fmla="*/ 0 w 1679"/>
              <a:gd name="T19" fmla="*/ 0 h 413"/>
              <a:gd name="T20" fmla="*/ 1679 w 1679"/>
              <a:gd name="T21" fmla="*/ 413 h 413"/>
            </a:gdLst>
            <a:ahLst/>
            <a:cxnLst>
              <a:cxn ang="T12">
                <a:pos x="T0" y="T1"/>
              </a:cxn>
              <a:cxn ang="T13">
                <a:pos x="T2" y="T3"/>
              </a:cxn>
              <a:cxn ang="T14">
                <a:pos x="T4" y="T5"/>
              </a:cxn>
              <a:cxn ang="T15">
                <a:pos x="T6" y="T7"/>
              </a:cxn>
              <a:cxn ang="T16">
                <a:pos x="T8" y="T9"/>
              </a:cxn>
              <a:cxn ang="T17">
                <a:pos x="T10" y="T11"/>
              </a:cxn>
            </a:cxnLst>
            <a:rect l="T18" t="T19" r="T20" b="T21"/>
            <a:pathLst>
              <a:path w="1679" h="413">
                <a:moveTo>
                  <a:pt x="0" y="409"/>
                </a:moveTo>
                <a:cubicBezTo>
                  <a:pt x="79" y="408"/>
                  <a:pt x="335" y="413"/>
                  <a:pt x="475" y="401"/>
                </a:cubicBezTo>
                <a:cubicBezTo>
                  <a:pt x="615" y="389"/>
                  <a:pt x="731" y="364"/>
                  <a:pt x="843" y="337"/>
                </a:cubicBezTo>
                <a:cubicBezTo>
                  <a:pt x="955" y="310"/>
                  <a:pt x="1056" y="273"/>
                  <a:pt x="1147" y="241"/>
                </a:cubicBezTo>
                <a:cubicBezTo>
                  <a:pt x="1238" y="209"/>
                  <a:pt x="1298" y="185"/>
                  <a:pt x="1387" y="145"/>
                </a:cubicBezTo>
                <a:cubicBezTo>
                  <a:pt x="1476" y="105"/>
                  <a:pt x="1618" y="30"/>
                  <a:pt x="1679" y="0"/>
                </a:cubicBezTo>
              </a:path>
            </a:pathLst>
          </a:custGeom>
          <a:noFill/>
          <a:ln w="38100" cmpd="sng">
            <a:solidFill>
              <a:srgbClr val="80808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37" name="Text Box 59">
            <a:extLst>
              <a:ext uri="{FF2B5EF4-FFF2-40B4-BE49-F238E27FC236}">
                <a16:creationId xmlns:a16="http://schemas.microsoft.com/office/drawing/2014/main" id="{91F764A7-319B-CF76-C52E-CBC5420B1A53}"/>
              </a:ext>
            </a:extLst>
          </p:cNvPr>
          <p:cNvSpPr txBox="1">
            <a:spLocks noChangeArrowheads="1"/>
          </p:cNvSpPr>
          <p:nvPr/>
        </p:nvSpPr>
        <p:spPr bwMode="auto">
          <a:xfrm>
            <a:off x="1075429" y="3646339"/>
            <a:ext cx="1191352" cy="383182"/>
          </a:xfrm>
          <a:prstGeom prst="rect">
            <a:avLst/>
          </a:prstGeom>
          <a:solidFill>
            <a:srgbClr val="FFFF00"/>
          </a:solidFill>
          <a:ln w="19050">
            <a:solidFill>
              <a:srgbClr val="000000"/>
            </a:solidFill>
            <a:miter lim="800000"/>
            <a:headEnd/>
            <a:tailEnd/>
          </a:ln>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S =  213.18.2.4</a:t>
            </a:r>
          </a:p>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D = 192.168.0.3</a:t>
            </a:r>
          </a:p>
        </p:txBody>
      </p:sp>
      <p:sp>
        <p:nvSpPr>
          <p:cNvPr id="38" name="Text Box 69">
            <a:extLst>
              <a:ext uri="{FF2B5EF4-FFF2-40B4-BE49-F238E27FC236}">
                <a16:creationId xmlns:a16="http://schemas.microsoft.com/office/drawing/2014/main" id="{E93169EB-A57A-D5D9-4788-4A564A8662B1}"/>
              </a:ext>
            </a:extLst>
          </p:cNvPr>
          <p:cNvSpPr txBox="1">
            <a:spLocks noChangeArrowheads="1"/>
          </p:cNvSpPr>
          <p:nvPr/>
        </p:nvSpPr>
        <p:spPr bwMode="auto">
          <a:xfrm>
            <a:off x="5624569" y="3520609"/>
            <a:ext cx="1136650" cy="383182"/>
          </a:xfrm>
          <a:prstGeom prst="rect">
            <a:avLst/>
          </a:prstGeom>
          <a:solidFill>
            <a:srgbClr val="FFFF00"/>
          </a:solidFill>
          <a:ln w="19050">
            <a:solidFill>
              <a:srgbClr val="00000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S = 213.18.2.4</a:t>
            </a:r>
          </a:p>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D = 172.30.0.5</a:t>
            </a:r>
          </a:p>
        </p:txBody>
      </p:sp>
      <p:sp>
        <p:nvSpPr>
          <p:cNvPr id="39" name="Freeform 71">
            <a:extLst>
              <a:ext uri="{FF2B5EF4-FFF2-40B4-BE49-F238E27FC236}">
                <a16:creationId xmlns:a16="http://schemas.microsoft.com/office/drawing/2014/main" id="{FDEFCE51-EA06-2599-5493-AA01ABDB073C}"/>
              </a:ext>
            </a:extLst>
          </p:cNvPr>
          <p:cNvSpPr>
            <a:spLocks/>
          </p:cNvSpPr>
          <p:nvPr/>
        </p:nvSpPr>
        <p:spPr bwMode="auto">
          <a:xfrm>
            <a:off x="7123170" y="2631609"/>
            <a:ext cx="948690" cy="610870"/>
          </a:xfrm>
          <a:custGeom>
            <a:avLst/>
            <a:gdLst>
              <a:gd name="T0" fmla="*/ 0 w 1688"/>
              <a:gd name="T1" fmla="*/ 2147483646 h 427"/>
              <a:gd name="T2" fmla="*/ 2147483646 w 1688"/>
              <a:gd name="T3" fmla="*/ 2147483646 h 427"/>
              <a:gd name="T4" fmla="*/ 2147483646 w 1688"/>
              <a:gd name="T5" fmla="*/ 2147483646 h 427"/>
              <a:gd name="T6" fmla="*/ 2147483646 w 1688"/>
              <a:gd name="T7" fmla="*/ 2147483646 h 427"/>
              <a:gd name="T8" fmla="*/ 2147483646 w 1688"/>
              <a:gd name="T9" fmla="*/ 2147483646 h 427"/>
              <a:gd name="T10" fmla="*/ 2147483646 w 1688"/>
              <a:gd name="T11" fmla="*/ 0 h 427"/>
              <a:gd name="T12" fmla="*/ 0 60000 65536"/>
              <a:gd name="T13" fmla="*/ 0 60000 65536"/>
              <a:gd name="T14" fmla="*/ 0 60000 65536"/>
              <a:gd name="T15" fmla="*/ 0 60000 65536"/>
              <a:gd name="T16" fmla="*/ 0 60000 65536"/>
              <a:gd name="T17" fmla="*/ 0 60000 65536"/>
              <a:gd name="T18" fmla="*/ 0 w 1688"/>
              <a:gd name="T19" fmla="*/ 0 h 427"/>
              <a:gd name="T20" fmla="*/ 1688 w 1688"/>
              <a:gd name="T21" fmla="*/ 427 h 427"/>
            </a:gdLst>
            <a:ahLst/>
            <a:cxnLst>
              <a:cxn ang="T12">
                <a:pos x="T0" y="T1"/>
              </a:cxn>
              <a:cxn ang="T13">
                <a:pos x="T2" y="T3"/>
              </a:cxn>
              <a:cxn ang="T14">
                <a:pos x="T4" y="T5"/>
              </a:cxn>
              <a:cxn ang="T15">
                <a:pos x="T6" y="T7"/>
              </a:cxn>
              <a:cxn ang="T16">
                <a:pos x="T8" y="T9"/>
              </a:cxn>
              <a:cxn ang="T17">
                <a:pos x="T10" y="T11"/>
              </a:cxn>
            </a:cxnLst>
            <a:rect l="T18" t="T19" r="T20" b="T21"/>
            <a:pathLst>
              <a:path w="1688" h="427">
                <a:moveTo>
                  <a:pt x="0" y="425"/>
                </a:moveTo>
                <a:cubicBezTo>
                  <a:pt x="76" y="424"/>
                  <a:pt x="320" y="427"/>
                  <a:pt x="456" y="416"/>
                </a:cubicBezTo>
                <a:cubicBezTo>
                  <a:pt x="592" y="405"/>
                  <a:pt x="712" y="381"/>
                  <a:pt x="816" y="360"/>
                </a:cubicBezTo>
                <a:cubicBezTo>
                  <a:pt x="920" y="339"/>
                  <a:pt x="993" y="316"/>
                  <a:pt x="1080" y="288"/>
                </a:cubicBezTo>
                <a:cubicBezTo>
                  <a:pt x="1167" y="260"/>
                  <a:pt x="1235" y="240"/>
                  <a:pt x="1336" y="192"/>
                </a:cubicBezTo>
                <a:cubicBezTo>
                  <a:pt x="1437" y="144"/>
                  <a:pt x="1615" y="40"/>
                  <a:pt x="1688" y="0"/>
                </a:cubicBezTo>
              </a:path>
            </a:pathLst>
          </a:custGeom>
          <a:noFill/>
          <a:ln w="38100" cmpd="sng">
            <a:solidFill>
              <a:srgbClr val="80808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41" name="Group 42">
            <a:extLst>
              <a:ext uri="{FF2B5EF4-FFF2-40B4-BE49-F238E27FC236}">
                <a16:creationId xmlns:a16="http://schemas.microsoft.com/office/drawing/2014/main" id="{1C1C6A72-1A8B-091A-0CEE-DB92BDF9C11E}"/>
              </a:ext>
            </a:extLst>
          </p:cNvPr>
          <p:cNvGrpSpPr>
            <a:grpSpLocks/>
          </p:cNvGrpSpPr>
          <p:nvPr/>
        </p:nvGrpSpPr>
        <p:grpSpPr bwMode="auto">
          <a:xfrm flipH="1">
            <a:off x="1864099" y="3142149"/>
            <a:ext cx="633730" cy="115570"/>
            <a:chOff x="521" y="2478"/>
            <a:chExt cx="1044" cy="136"/>
          </a:xfrm>
        </p:grpSpPr>
        <p:sp>
          <p:nvSpPr>
            <p:cNvPr id="150" name="AutoShape 41">
              <a:extLst>
                <a:ext uri="{FF2B5EF4-FFF2-40B4-BE49-F238E27FC236}">
                  <a16:creationId xmlns:a16="http://schemas.microsoft.com/office/drawing/2014/main" id="{0D3D21FE-3397-DC4B-D34E-59179FDC8D23}"/>
                </a:ext>
              </a:extLst>
            </p:cNvPr>
            <p:cNvSpPr>
              <a:spLocks noChangeArrowheads="1"/>
            </p:cNvSpPr>
            <p:nvPr/>
          </p:nvSpPr>
          <p:spPr bwMode="auto">
            <a:xfrm>
              <a:off x="1383" y="2505"/>
              <a:ext cx="182" cy="91"/>
            </a:xfrm>
            <a:prstGeom prst="rightArrow">
              <a:avLst>
                <a:gd name="adj1" fmla="val 49454"/>
                <a:gd name="adj2" fmla="val 72528"/>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51" name="Rectangle 39">
              <a:extLst>
                <a:ext uri="{FF2B5EF4-FFF2-40B4-BE49-F238E27FC236}">
                  <a16:creationId xmlns:a16="http://schemas.microsoft.com/office/drawing/2014/main" id="{864F994F-4937-EB45-72CE-EACC5D0841C7}"/>
                </a:ext>
              </a:extLst>
            </p:cNvPr>
            <p:cNvSpPr>
              <a:spLocks noChangeArrowheads="1"/>
            </p:cNvSpPr>
            <p:nvPr/>
          </p:nvSpPr>
          <p:spPr bwMode="auto">
            <a:xfrm>
              <a:off x="521" y="2478"/>
              <a:ext cx="635" cy="136"/>
            </a:xfrm>
            <a:prstGeom prst="rect">
              <a:avLst/>
            </a:prstGeom>
            <a:solidFill>
              <a:srgbClr val="FFFFFF"/>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52" name="Rectangle 40">
              <a:extLst>
                <a:ext uri="{FF2B5EF4-FFF2-40B4-BE49-F238E27FC236}">
                  <a16:creationId xmlns:a16="http://schemas.microsoft.com/office/drawing/2014/main" id="{EE5F8E3A-D573-4ECA-B5DD-F3220A2F2208}"/>
                </a:ext>
              </a:extLst>
            </p:cNvPr>
            <p:cNvSpPr>
              <a:spLocks noChangeArrowheads="1"/>
            </p:cNvSpPr>
            <p:nvPr/>
          </p:nvSpPr>
          <p:spPr bwMode="auto">
            <a:xfrm>
              <a:off x="1156" y="2478"/>
              <a:ext cx="227" cy="136"/>
            </a:xfrm>
            <a:prstGeom prst="rect">
              <a:avLst/>
            </a:prstGeom>
            <a:solidFill>
              <a:srgbClr val="FFFF00"/>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nvGrpSpPr>
          <p:cNvPr id="42" name="Group 42">
            <a:extLst>
              <a:ext uri="{FF2B5EF4-FFF2-40B4-BE49-F238E27FC236}">
                <a16:creationId xmlns:a16="http://schemas.microsoft.com/office/drawing/2014/main" id="{9697C988-F822-B697-1130-53F1AE69E581}"/>
              </a:ext>
            </a:extLst>
          </p:cNvPr>
          <p:cNvGrpSpPr>
            <a:grpSpLocks/>
          </p:cNvGrpSpPr>
          <p:nvPr/>
        </p:nvGrpSpPr>
        <p:grpSpPr bwMode="auto">
          <a:xfrm flipH="1">
            <a:off x="6300210" y="3181519"/>
            <a:ext cx="633730" cy="115570"/>
            <a:chOff x="521" y="2478"/>
            <a:chExt cx="1044" cy="136"/>
          </a:xfrm>
        </p:grpSpPr>
        <p:sp>
          <p:nvSpPr>
            <p:cNvPr id="147" name="AutoShape 41">
              <a:extLst>
                <a:ext uri="{FF2B5EF4-FFF2-40B4-BE49-F238E27FC236}">
                  <a16:creationId xmlns:a16="http://schemas.microsoft.com/office/drawing/2014/main" id="{328A85DB-6D64-A4A2-4D15-90EA871919E8}"/>
                </a:ext>
              </a:extLst>
            </p:cNvPr>
            <p:cNvSpPr>
              <a:spLocks noChangeArrowheads="1"/>
            </p:cNvSpPr>
            <p:nvPr/>
          </p:nvSpPr>
          <p:spPr bwMode="auto">
            <a:xfrm>
              <a:off x="1383" y="2505"/>
              <a:ext cx="182" cy="91"/>
            </a:xfrm>
            <a:prstGeom prst="rightArrow">
              <a:avLst>
                <a:gd name="adj1" fmla="val 49454"/>
                <a:gd name="adj2" fmla="val 72528"/>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8" name="Rectangle 39">
              <a:extLst>
                <a:ext uri="{FF2B5EF4-FFF2-40B4-BE49-F238E27FC236}">
                  <a16:creationId xmlns:a16="http://schemas.microsoft.com/office/drawing/2014/main" id="{2C91B562-4A1F-1359-CF07-65024AC193E1}"/>
                </a:ext>
              </a:extLst>
            </p:cNvPr>
            <p:cNvSpPr>
              <a:spLocks noChangeArrowheads="1"/>
            </p:cNvSpPr>
            <p:nvPr/>
          </p:nvSpPr>
          <p:spPr bwMode="auto">
            <a:xfrm>
              <a:off x="521" y="2478"/>
              <a:ext cx="635" cy="136"/>
            </a:xfrm>
            <a:prstGeom prst="rect">
              <a:avLst/>
            </a:prstGeom>
            <a:solidFill>
              <a:srgbClr val="CCFF99"/>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9" name="Rectangle 40">
              <a:extLst>
                <a:ext uri="{FF2B5EF4-FFF2-40B4-BE49-F238E27FC236}">
                  <a16:creationId xmlns:a16="http://schemas.microsoft.com/office/drawing/2014/main" id="{4ECEDC6A-80B0-CE4B-218A-788750861626}"/>
                </a:ext>
              </a:extLst>
            </p:cNvPr>
            <p:cNvSpPr>
              <a:spLocks noChangeArrowheads="1"/>
            </p:cNvSpPr>
            <p:nvPr/>
          </p:nvSpPr>
          <p:spPr bwMode="auto">
            <a:xfrm>
              <a:off x="1156" y="2478"/>
              <a:ext cx="227" cy="136"/>
            </a:xfrm>
            <a:prstGeom prst="rect">
              <a:avLst/>
            </a:prstGeom>
            <a:solidFill>
              <a:srgbClr val="FFFF00"/>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nvGrpSpPr>
          <p:cNvPr id="43" name="Group 42">
            <a:extLst>
              <a:ext uri="{FF2B5EF4-FFF2-40B4-BE49-F238E27FC236}">
                <a16:creationId xmlns:a16="http://schemas.microsoft.com/office/drawing/2014/main" id="{7EABA3F4-7343-844E-3C3C-1AD3868EDDFB}"/>
              </a:ext>
            </a:extLst>
          </p:cNvPr>
          <p:cNvGrpSpPr>
            <a:grpSpLocks/>
          </p:cNvGrpSpPr>
          <p:nvPr/>
        </p:nvGrpSpPr>
        <p:grpSpPr bwMode="auto">
          <a:xfrm>
            <a:off x="5956039" y="2912279"/>
            <a:ext cx="632460" cy="115570"/>
            <a:chOff x="521" y="2478"/>
            <a:chExt cx="1044" cy="136"/>
          </a:xfrm>
        </p:grpSpPr>
        <p:sp>
          <p:nvSpPr>
            <p:cNvPr id="144" name="AutoShape 41">
              <a:extLst>
                <a:ext uri="{FF2B5EF4-FFF2-40B4-BE49-F238E27FC236}">
                  <a16:creationId xmlns:a16="http://schemas.microsoft.com/office/drawing/2014/main" id="{88CB811A-809C-272A-2F34-1B5F7B71EDE4}"/>
                </a:ext>
              </a:extLst>
            </p:cNvPr>
            <p:cNvSpPr>
              <a:spLocks noChangeArrowheads="1"/>
            </p:cNvSpPr>
            <p:nvPr/>
          </p:nvSpPr>
          <p:spPr bwMode="auto">
            <a:xfrm>
              <a:off x="1383" y="2505"/>
              <a:ext cx="182" cy="91"/>
            </a:xfrm>
            <a:prstGeom prst="rightArrow">
              <a:avLst>
                <a:gd name="adj1" fmla="val 49454"/>
                <a:gd name="adj2" fmla="val 72528"/>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5" name="Rectangle 39">
              <a:extLst>
                <a:ext uri="{FF2B5EF4-FFF2-40B4-BE49-F238E27FC236}">
                  <a16:creationId xmlns:a16="http://schemas.microsoft.com/office/drawing/2014/main" id="{76837988-6733-BA4B-7B83-4EC74A38F4F1}"/>
                </a:ext>
              </a:extLst>
            </p:cNvPr>
            <p:cNvSpPr>
              <a:spLocks noChangeArrowheads="1"/>
            </p:cNvSpPr>
            <p:nvPr/>
          </p:nvSpPr>
          <p:spPr bwMode="auto">
            <a:xfrm>
              <a:off x="521" y="2478"/>
              <a:ext cx="635" cy="136"/>
            </a:xfrm>
            <a:prstGeom prst="rect">
              <a:avLst/>
            </a:prstGeom>
            <a:solidFill>
              <a:srgbClr val="CCFF99"/>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6" name="Rectangle 40">
              <a:extLst>
                <a:ext uri="{FF2B5EF4-FFF2-40B4-BE49-F238E27FC236}">
                  <a16:creationId xmlns:a16="http://schemas.microsoft.com/office/drawing/2014/main" id="{9348067C-C0C1-FA0C-50BD-A8E4CA40CD21}"/>
                </a:ext>
              </a:extLst>
            </p:cNvPr>
            <p:cNvSpPr>
              <a:spLocks noChangeArrowheads="1"/>
            </p:cNvSpPr>
            <p:nvPr/>
          </p:nvSpPr>
          <p:spPr bwMode="auto">
            <a:xfrm>
              <a:off x="1156" y="2478"/>
              <a:ext cx="227" cy="136"/>
            </a:xfrm>
            <a:prstGeom prst="rect">
              <a:avLst/>
            </a:prstGeom>
            <a:solidFill>
              <a:srgbClr val="FFFF00"/>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44" name="Line 70">
            <a:extLst>
              <a:ext uri="{FF2B5EF4-FFF2-40B4-BE49-F238E27FC236}">
                <a16:creationId xmlns:a16="http://schemas.microsoft.com/office/drawing/2014/main" id="{15EAAABD-DAC4-EABD-3071-29228FFD49EB}"/>
              </a:ext>
            </a:extLst>
          </p:cNvPr>
          <p:cNvSpPr>
            <a:spLocks noChangeShapeType="1"/>
          </p:cNvSpPr>
          <p:nvPr/>
        </p:nvSpPr>
        <p:spPr bwMode="auto">
          <a:xfrm flipH="1">
            <a:off x="6240519" y="3253909"/>
            <a:ext cx="242570" cy="264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 name="Text Box 45">
            <a:extLst>
              <a:ext uri="{FF2B5EF4-FFF2-40B4-BE49-F238E27FC236}">
                <a16:creationId xmlns:a16="http://schemas.microsoft.com/office/drawing/2014/main" id="{9FA4A9A1-ECE9-3A24-B056-C5AC20831211}"/>
              </a:ext>
            </a:extLst>
          </p:cNvPr>
          <p:cNvSpPr txBox="1">
            <a:spLocks noChangeArrowheads="1"/>
          </p:cNvSpPr>
          <p:nvPr/>
        </p:nvSpPr>
        <p:spPr bwMode="auto">
          <a:xfrm>
            <a:off x="803344" y="2631609"/>
            <a:ext cx="325730" cy="24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 </a:t>
            </a: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A</a:t>
            </a:r>
          </a:p>
        </p:txBody>
      </p:sp>
      <p:sp>
        <p:nvSpPr>
          <p:cNvPr id="46" name="Line 60">
            <a:extLst>
              <a:ext uri="{FF2B5EF4-FFF2-40B4-BE49-F238E27FC236}">
                <a16:creationId xmlns:a16="http://schemas.microsoft.com/office/drawing/2014/main" id="{637EDFA1-703D-9CAD-71B7-B3B3DAF15756}"/>
              </a:ext>
            </a:extLst>
          </p:cNvPr>
          <p:cNvSpPr>
            <a:spLocks noChangeShapeType="1"/>
          </p:cNvSpPr>
          <p:nvPr/>
        </p:nvSpPr>
        <p:spPr bwMode="auto">
          <a:xfrm flipH="1">
            <a:off x="1776469" y="3199299"/>
            <a:ext cx="255270" cy="4470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7" name="Line 38">
            <a:extLst>
              <a:ext uri="{FF2B5EF4-FFF2-40B4-BE49-F238E27FC236}">
                <a16:creationId xmlns:a16="http://schemas.microsoft.com/office/drawing/2014/main" id="{00B7C596-44A3-0E5D-281C-F7830473612D}"/>
              </a:ext>
            </a:extLst>
          </p:cNvPr>
          <p:cNvSpPr>
            <a:spLocks noChangeShapeType="1"/>
          </p:cNvSpPr>
          <p:nvPr/>
        </p:nvSpPr>
        <p:spPr bwMode="auto">
          <a:xfrm rot="5400000">
            <a:off x="1326889" y="3020228"/>
            <a:ext cx="250190" cy="41529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48" name="Picture 27">
            <a:extLst>
              <a:ext uri="{FF2B5EF4-FFF2-40B4-BE49-F238E27FC236}">
                <a16:creationId xmlns:a16="http://schemas.microsoft.com/office/drawing/2014/main" id="{83A264FD-B902-9F52-FFEF-B620D3CEBB7A}"/>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00829" y="315103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 Box 45">
            <a:extLst>
              <a:ext uri="{FF2B5EF4-FFF2-40B4-BE49-F238E27FC236}">
                <a16:creationId xmlns:a16="http://schemas.microsoft.com/office/drawing/2014/main" id="{8DCB33BA-F5A3-8A57-4406-25B9CBB16B47}"/>
              </a:ext>
            </a:extLst>
          </p:cNvPr>
          <p:cNvSpPr txBox="1">
            <a:spLocks noChangeArrowheads="1"/>
          </p:cNvSpPr>
          <p:nvPr/>
        </p:nvSpPr>
        <p:spPr bwMode="auto">
          <a:xfrm>
            <a:off x="260773" y="3104049"/>
            <a:ext cx="909223" cy="237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192.168.0.4</a:t>
            </a:r>
          </a:p>
        </p:txBody>
      </p:sp>
      <p:sp>
        <p:nvSpPr>
          <p:cNvPr id="50" name="TextBox 54">
            <a:extLst>
              <a:ext uri="{FF2B5EF4-FFF2-40B4-BE49-F238E27FC236}">
                <a16:creationId xmlns:a16="http://schemas.microsoft.com/office/drawing/2014/main" id="{9FA27474-C2D3-38DF-D4BF-DC38E7695E36}"/>
              </a:ext>
            </a:extLst>
          </p:cNvPr>
          <p:cNvSpPr txBox="1">
            <a:spLocks noChangeArrowheads="1"/>
          </p:cNvSpPr>
          <p:nvPr/>
        </p:nvSpPr>
        <p:spPr bwMode="auto">
          <a:xfrm>
            <a:off x="1838699" y="1365419"/>
            <a:ext cx="18473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51" name="Text Box 155">
            <a:extLst>
              <a:ext uri="{FF2B5EF4-FFF2-40B4-BE49-F238E27FC236}">
                <a16:creationId xmlns:a16="http://schemas.microsoft.com/office/drawing/2014/main" id="{3DC9C24E-0CA7-8D1C-9A7E-17F6AC170A78}"/>
              </a:ext>
            </a:extLst>
          </p:cNvPr>
          <p:cNvSpPr txBox="1">
            <a:spLocks noChangeArrowheads="1"/>
          </p:cNvSpPr>
          <p:nvPr/>
        </p:nvSpPr>
        <p:spPr bwMode="auto">
          <a:xfrm flipH="1">
            <a:off x="2440679" y="3068489"/>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zh-CN" sz="12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3" name="Text Box 141">
            <a:extLst>
              <a:ext uri="{FF2B5EF4-FFF2-40B4-BE49-F238E27FC236}">
                <a16:creationId xmlns:a16="http://schemas.microsoft.com/office/drawing/2014/main" id="{1D99EC11-7AF6-61BD-C079-608DE5E843E3}"/>
              </a:ext>
            </a:extLst>
          </p:cNvPr>
          <p:cNvSpPr txBox="1">
            <a:spLocks noChangeArrowheads="1"/>
          </p:cNvSpPr>
          <p:nvPr/>
        </p:nvSpPr>
        <p:spPr bwMode="auto">
          <a:xfrm flipH="1">
            <a:off x="5682989" y="2797979"/>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zh-CN" sz="12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4" name="Text Box 154">
            <a:extLst>
              <a:ext uri="{FF2B5EF4-FFF2-40B4-BE49-F238E27FC236}">
                <a16:creationId xmlns:a16="http://schemas.microsoft.com/office/drawing/2014/main" id="{0DC24F54-0D06-604C-310F-F92049ED461D}"/>
              </a:ext>
            </a:extLst>
          </p:cNvPr>
          <p:cNvSpPr txBox="1">
            <a:spLocks noChangeArrowheads="1"/>
          </p:cNvSpPr>
          <p:nvPr/>
        </p:nvSpPr>
        <p:spPr bwMode="auto">
          <a:xfrm flipH="1">
            <a:off x="6834879" y="3082459"/>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zh-CN" sz="12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5" name="Text Box 177">
            <a:extLst>
              <a:ext uri="{FF2B5EF4-FFF2-40B4-BE49-F238E27FC236}">
                <a16:creationId xmlns:a16="http://schemas.microsoft.com/office/drawing/2014/main" id="{1900AD3E-CDC3-2576-FDC6-87461C0F4E2B}"/>
              </a:ext>
            </a:extLst>
          </p:cNvPr>
          <p:cNvSpPr txBox="1">
            <a:spLocks noChangeArrowheads="1"/>
          </p:cNvSpPr>
          <p:nvPr/>
        </p:nvSpPr>
        <p:spPr bwMode="auto">
          <a:xfrm flipH="1">
            <a:off x="1979669" y="2797979"/>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zh-CN" sz="12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6" name="Text Box 76">
            <a:extLst>
              <a:ext uri="{FF2B5EF4-FFF2-40B4-BE49-F238E27FC236}">
                <a16:creationId xmlns:a16="http://schemas.microsoft.com/office/drawing/2014/main" id="{1A71B6C6-CB85-0776-0513-1C87172558A0}"/>
              </a:ext>
            </a:extLst>
          </p:cNvPr>
          <p:cNvSpPr txBox="1">
            <a:spLocks noChangeArrowheads="1"/>
          </p:cNvSpPr>
          <p:nvPr/>
        </p:nvSpPr>
        <p:spPr bwMode="auto">
          <a:xfrm>
            <a:off x="3017259" y="1191429"/>
            <a:ext cx="2838451" cy="855619"/>
          </a:xfrm>
          <a:prstGeom prst="rect">
            <a:avLst/>
          </a:prstGeom>
          <a:noFill/>
          <a:ln w="158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ts val="60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NAT </a:t>
            </a: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转换表</a:t>
            </a:r>
            <a:endPar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endParaRPr>
          </a:p>
          <a:p>
            <a:pPr marL="0" marR="0" lvl="0" indent="0" algn="ctr" defTabSz="914400" eaLnBrk="1" fontAlgn="base" latinLnBrk="0" hangingPunct="1">
              <a:lnSpc>
                <a:spcPct val="90000"/>
              </a:lnSpc>
              <a:spcBef>
                <a:spcPts val="600"/>
              </a:spcBef>
              <a:spcAft>
                <a:spcPct val="0"/>
              </a:spcAft>
              <a:buClrTx/>
              <a:buSzTx/>
              <a:buFontTx/>
              <a:buNone/>
              <a:tabLst/>
              <a:defRPr/>
            </a:pP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 专用地址，   端口     全球地址，端口      </a:t>
            </a:r>
          </a:p>
          <a:p>
            <a:pPr marL="0" marR="0" lvl="0" indent="0" algn="ctr" defTabSz="914400" eaLnBrk="1" fontAlgn="base" latinLnBrk="0" hangingPunct="1">
              <a:lnSpc>
                <a:spcPct val="90000"/>
              </a:lnSpc>
              <a:spcBef>
                <a:spcPts val="60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192.168.0.3</a:t>
            </a: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a:t>
            </a: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1234     172.30.0.5,  5678</a:t>
            </a:r>
          </a:p>
          <a:p>
            <a:pPr marL="0" marR="0" lvl="0" indent="0" algn="ctr" defTabSz="914400" eaLnBrk="1" fontAlgn="base" latinLnBrk="0" hangingPunct="1">
              <a:lnSpc>
                <a:spcPct val="90000"/>
              </a:lnSpc>
              <a:spcBef>
                <a:spcPct val="0"/>
              </a:spcBef>
              <a:spcAft>
                <a:spcPct val="0"/>
              </a:spcAft>
              <a:buClrTx/>
              <a:buSzTx/>
              <a:buFontTx/>
              <a:buNone/>
              <a:tabLst/>
              <a:defRPr/>
            </a:pPr>
            <a:endPar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119" name="直接连接符 118">
            <a:extLst>
              <a:ext uri="{FF2B5EF4-FFF2-40B4-BE49-F238E27FC236}">
                <a16:creationId xmlns:a16="http://schemas.microsoft.com/office/drawing/2014/main" id="{B15CB315-AE3F-4BD4-D224-643F63BCCB20}"/>
              </a:ext>
            </a:extLst>
          </p:cNvPr>
          <p:cNvCxnSpPr>
            <a:cxnSpLocks/>
          </p:cNvCxnSpPr>
          <p:nvPr/>
        </p:nvCxnSpPr>
        <p:spPr>
          <a:xfrm>
            <a:off x="3015989" y="1406059"/>
            <a:ext cx="2851150" cy="7620"/>
          </a:xfrm>
          <a:prstGeom prst="line">
            <a:avLst/>
          </a:prstGeom>
          <a:noFill/>
          <a:ln w="9525" cap="flat" cmpd="sng" algn="ctr">
            <a:solidFill>
              <a:srgbClr val="000000"/>
            </a:solidFill>
            <a:prstDash val="solid"/>
          </a:ln>
          <a:effectLst/>
        </p:spPr>
      </p:cxnSp>
      <p:cxnSp>
        <p:nvCxnSpPr>
          <p:cNvPr id="120" name="直接连接符 119">
            <a:extLst>
              <a:ext uri="{FF2B5EF4-FFF2-40B4-BE49-F238E27FC236}">
                <a16:creationId xmlns:a16="http://schemas.microsoft.com/office/drawing/2014/main" id="{8596DB78-9337-7C3D-3BF7-6E26D165C283}"/>
              </a:ext>
            </a:extLst>
          </p:cNvPr>
          <p:cNvCxnSpPr>
            <a:stCxn id="56" idx="1"/>
            <a:endCxn id="56" idx="3"/>
          </p:cNvCxnSpPr>
          <p:nvPr/>
        </p:nvCxnSpPr>
        <p:spPr>
          <a:xfrm>
            <a:off x="3017259" y="1619239"/>
            <a:ext cx="2838451" cy="0"/>
          </a:xfrm>
          <a:prstGeom prst="line">
            <a:avLst/>
          </a:prstGeom>
          <a:noFill/>
          <a:ln w="9525" cap="flat" cmpd="sng" algn="ctr">
            <a:solidFill>
              <a:srgbClr val="000000"/>
            </a:solidFill>
            <a:prstDash val="solid"/>
          </a:ln>
          <a:effectLst/>
        </p:spPr>
      </p:cxnSp>
      <p:sp>
        <p:nvSpPr>
          <p:cNvPr id="121" name="Text Box 52">
            <a:extLst>
              <a:ext uri="{FF2B5EF4-FFF2-40B4-BE49-F238E27FC236}">
                <a16:creationId xmlns:a16="http://schemas.microsoft.com/office/drawing/2014/main" id="{BCAB144E-08E5-2E4C-0C1F-85FA5C27FB56}"/>
              </a:ext>
            </a:extLst>
          </p:cNvPr>
          <p:cNvSpPr txBox="1">
            <a:spLocks noChangeArrowheads="1"/>
          </p:cNvSpPr>
          <p:nvPr/>
        </p:nvSpPr>
        <p:spPr bwMode="auto">
          <a:xfrm>
            <a:off x="8278947" y="2344589"/>
            <a:ext cx="279244" cy="24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B</a:t>
            </a:r>
          </a:p>
        </p:txBody>
      </p:sp>
      <p:cxnSp>
        <p:nvCxnSpPr>
          <p:cNvPr id="122" name="直接连接符 121">
            <a:extLst>
              <a:ext uri="{FF2B5EF4-FFF2-40B4-BE49-F238E27FC236}">
                <a16:creationId xmlns:a16="http://schemas.microsoft.com/office/drawing/2014/main" id="{7F4B2839-9FF3-84EC-4A87-5D2F9CE46D41}"/>
              </a:ext>
            </a:extLst>
          </p:cNvPr>
          <p:cNvCxnSpPr>
            <a:cxnSpLocks/>
          </p:cNvCxnSpPr>
          <p:nvPr/>
        </p:nvCxnSpPr>
        <p:spPr>
          <a:xfrm>
            <a:off x="4501173" y="1409487"/>
            <a:ext cx="0" cy="641892"/>
          </a:xfrm>
          <a:prstGeom prst="line">
            <a:avLst/>
          </a:prstGeom>
          <a:noFill/>
          <a:ln w="9525" cap="flat" cmpd="sng" algn="ctr">
            <a:solidFill>
              <a:srgbClr val="000000"/>
            </a:solidFill>
            <a:prstDash val="solid"/>
          </a:ln>
          <a:effectLst/>
        </p:spPr>
      </p:cxnSp>
      <p:sp>
        <p:nvSpPr>
          <p:cNvPr id="123" name="Oval 421">
            <a:extLst>
              <a:ext uri="{FF2B5EF4-FFF2-40B4-BE49-F238E27FC236}">
                <a16:creationId xmlns:a16="http://schemas.microsoft.com/office/drawing/2014/main" id="{EBBC6DD4-84A9-A4A3-4A9C-C8B52C9A392C}"/>
              </a:ext>
            </a:extLst>
          </p:cNvPr>
          <p:cNvSpPr>
            <a:spLocks noChangeArrowheads="1"/>
          </p:cNvSpPr>
          <p:nvPr/>
        </p:nvSpPr>
        <p:spPr bwMode="auto">
          <a:xfrm>
            <a:off x="3976109" y="3065949"/>
            <a:ext cx="62230" cy="53340"/>
          </a:xfrm>
          <a:prstGeom prst="ellipse">
            <a:avLst/>
          </a:prstGeom>
          <a:solidFill>
            <a:srgbClr val="FFFFFF"/>
          </a:solidFill>
          <a:ln w="30163">
            <a:solidFill>
              <a:srgbClr val="000000"/>
            </a:solidFill>
            <a:round/>
            <a:headEnd/>
            <a:tailEnd/>
          </a:ln>
        </p:spPr>
        <p:txBody>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14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124" name="Picture 58">
            <a:extLst>
              <a:ext uri="{FF2B5EF4-FFF2-40B4-BE49-F238E27FC236}">
                <a16:creationId xmlns:a16="http://schemas.microsoft.com/office/drawing/2014/main" id="{81EE70F3-0295-F4BD-9CC7-812F576B7A2B}"/>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23409" y="2987209"/>
            <a:ext cx="464820" cy="219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25" name="Oval 421">
            <a:extLst>
              <a:ext uri="{FF2B5EF4-FFF2-40B4-BE49-F238E27FC236}">
                <a16:creationId xmlns:a16="http://schemas.microsoft.com/office/drawing/2014/main" id="{A04D801B-F6DF-FE5E-6998-765165008840}"/>
              </a:ext>
            </a:extLst>
          </p:cNvPr>
          <p:cNvSpPr>
            <a:spLocks noChangeArrowheads="1"/>
          </p:cNvSpPr>
          <p:nvPr/>
        </p:nvSpPr>
        <p:spPr bwMode="auto">
          <a:xfrm>
            <a:off x="4625079" y="3065949"/>
            <a:ext cx="62230" cy="53340"/>
          </a:xfrm>
          <a:prstGeom prst="ellipse">
            <a:avLst/>
          </a:prstGeom>
          <a:solidFill>
            <a:srgbClr val="FFFFFF"/>
          </a:solidFill>
          <a:ln w="30163">
            <a:solidFill>
              <a:srgbClr val="000000"/>
            </a:solidFill>
            <a:round/>
            <a:headEnd/>
            <a:tailEnd/>
          </a:ln>
        </p:spPr>
        <p:txBody>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14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128" name="直接连接符 127">
            <a:extLst>
              <a:ext uri="{FF2B5EF4-FFF2-40B4-BE49-F238E27FC236}">
                <a16:creationId xmlns:a16="http://schemas.microsoft.com/office/drawing/2014/main" id="{2E890B8A-C1BD-A096-F8EC-697F02E73666}"/>
              </a:ext>
            </a:extLst>
          </p:cNvPr>
          <p:cNvCxnSpPr>
            <a:cxnSpLocks/>
            <a:stCxn id="139" idx="2"/>
          </p:cNvCxnSpPr>
          <p:nvPr/>
        </p:nvCxnSpPr>
        <p:spPr>
          <a:xfrm>
            <a:off x="5787129" y="2643039"/>
            <a:ext cx="421640" cy="341630"/>
          </a:xfrm>
          <a:prstGeom prst="line">
            <a:avLst/>
          </a:prstGeom>
          <a:noFill/>
          <a:ln w="19050" cap="flat" cmpd="sng" algn="ctr">
            <a:solidFill>
              <a:srgbClr val="000000"/>
            </a:solidFill>
            <a:prstDash val="solid"/>
            <a:headEnd type="none" w="med" len="med"/>
            <a:tailEnd type="triangle" w="med" len="med"/>
          </a:ln>
          <a:effectLst/>
        </p:spPr>
      </p:cxnSp>
      <p:sp>
        <p:nvSpPr>
          <p:cNvPr id="129" name="Line 53">
            <a:extLst>
              <a:ext uri="{FF2B5EF4-FFF2-40B4-BE49-F238E27FC236}">
                <a16:creationId xmlns:a16="http://schemas.microsoft.com/office/drawing/2014/main" id="{A68C89C3-2A96-CC9A-09C2-F6C86EA45995}"/>
              </a:ext>
            </a:extLst>
          </p:cNvPr>
          <p:cNvSpPr>
            <a:spLocks noChangeShapeType="1"/>
          </p:cNvSpPr>
          <p:nvPr/>
        </p:nvSpPr>
        <p:spPr bwMode="auto">
          <a:xfrm flipH="1">
            <a:off x="6395459" y="2651929"/>
            <a:ext cx="261620" cy="3098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132" name="直接连接符 131">
            <a:extLst>
              <a:ext uri="{FF2B5EF4-FFF2-40B4-BE49-F238E27FC236}">
                <a16:creationId xmlns:a16="http://schemas.microsoft.com/office/drawing/2014/main" id="{4C49B996-17EE-1E30-E769-E5860ECB89C9}"/>
              </a:ext>
            </a:extLst>
          </p:cNvPr>
          <p:cNvCxnSpPr>
            <a:cxnSpLocks/>
            <a:stCxn id="134" idx="0"/>
          </p:cNvCxnSpPr>
          <p:nvPr/>
        </p:nvCxnSpPr>
        <p:spPr>
          <a:xfrm flipH="1" flipV="1">
            <a:off x="6795510" y="3234859"/>
            <a:ext cx="316892" cy="283210"/>
          </a:xfrm>
          <a:prstGeom prst="line">
            <a:avLst/>
          </a:prstGeom>
          <a:noFill/>
          <a:ln w="19050" cap="flat" cmpd="sng" algn="ctr">
            <a:solidFill>
              <a:srgbClr val="000000"/>
            </a:solidFill>
            <a:prstDash val="solid"/>
            <a:headEnd type="none" w="med" len="med"/>
            <a:tailEnd type="triangle" w="med" len="med"/>
          </a:ln>
          <a:effectLst/>
        </p:spPr>
      </p:cxnSp>
      <p:sp>
        <p:nvSpPr>
          <p:cNvPr id="134" name="Text Box 50">
            <a:extLst>
              <a:ext uri="{FF2B5EF4-FFF2-40B4-BE49-F238E27FC236}">
                <a16:creationId xmlns:a16="http://schemas.microsoft.com/office/drawing/2014/main" id="{DA1C2712-F201-AE1C-199D-78D4C721BB4B}"/>
              </a:ext>
            </a:extLst>
          </p:cNvPr>
          <p:cNvSpPr txBox="1">
            <a:spLocks noChangeArrowheads="1"/>
          </p:cNvSpPr>
          <p:nvPr/>
        </p:nvSpPr>
        <p:spPr bwMode="auto">
          <a:xfrm>
            <a:off x="6850118" y="3518069"/>
            <a:ext cx="524567" cy="383182"/>
          </a:xfrm>
          <a:prstGeom prst="rect">
            <a:avLst/>
          </a:prstGeom>
          <a:solidFill>
            <a:srgbClr val="CCFF99"/>
          </a:solidFill>
          <a:ln w="19050">
            <a:solidFill>
              <a:srgbClr val="000000"/>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fontAlgn="base">
              <a:lnSpc>
                <a:spcPct val="90000"/>
              </a:lnSpc>
              <a:spcBef>
                <a:spcPct val="0"/>
              </a:spcBef>
              <a:spcAft>
                <a:spcPct val="0"/>
              </a:spcAft>
              <a:buNone/>
            </a:pPr>
            <a:r>
              <a:rPr kumimoji="1" lang="en-US" altLang="zh-CN" sz="1050" kern="0" dirty="0">
                <a:solidFill>
                  <a:srgbClr val="000000"/>
                </a:solidFill>
                <a:latin typeface="微软雅黑" panose="020B0503020204020204" pitchFamily="34" charset="-122"/>
                <a:ea typeface="微软雅黑" panose="020B0503020204020204" pitchFamily="34" charset="-122"/>
              </a:rPr>
              <a:t>80</a:t>
            </a:r>
          </a:p>
          <a:p>
            <a:pPr algn="ctr" fontAlgn="base">
              <a:lnSpc>
                <a:spcPct val="90000"/>
              </a:lnSpc>
              <a:spcBef>
                <a:spcPct val="0"/>
              </a:spcBef>
              <a:spcAft>
                <a:spcPct val="0"/>
              </a:spcAft>
              <a:buNone/>
            </a:pPr>
            <a:r>
              <a:rPr kumimoji="1" lang="en-US" altLang="zh-CN" sz="1050" kern="0" dirty="0">
                <a:solidFill>
                  <a:srgbClr val="000000"/>
                </a:solidFill>
                <a:latin typeface="微软雅黑" panose="020B0503020204020204" pitchFamily="34" charset="-122"/>
                <a:ea typeface="微软雅黑" panose="020B0503020204020204" pitchFamily="34" charset="-122"/>
              </a:rPr>
              <a:t>5678</a:t>
            </a:r>
          </a:p>
        </p:txBody>
      </p:sp>
      <p:sp>
        <p:nvSpPr>
          <p:cNvPr id="135" name="Text Box 50">
            <a:extLst>
              <a:ext uri="{FF2B5EF4-FFF2-40B4-BE49-F238E27FC236}">
                <a16:creationId xmlns:a16="http://schemas.microsoft.com/office/drawing/2014/main" id="{50738561-A194-B151-23DD-EF2D95E45949}"/>
              </a:ext>
            </a:extLst>
          </p:cNvPr>
          <p:cNvSpPr txBox="1">
            <a:spLocks noChangeArrowheads="1"/>
          </p:cNvSpPr>
          <p:nvPr/>
        </p:nvSpPr>
        <p:spPr bwMode="auto">
          <a:xfrm>
            <a:off x="2356859" y="3639989"/>
            <a:ext cx="525780" cy="383182"/>
          </a:xfrm>
          <a:prstGeom prst="rect">
            <a:avLst/>
          </a:prstGeom>
          <a:solidFill>
            <a:srgbClr val="CCFF99"/>
          </a:solidFill>
          <a:ln w="19050">
            <a:solidFill>
              <a:srgbClr val="000000"/>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fontAlgn="base">
              <a:lnSpc>
                <a:spcPct val="90000"/>
              </a:lnSpc>
              <a:spcBef>
                <a:spcPct val="0"/>
              </a:spcBef>
              <a:spcAft>
                <a:spcPct val="0"/>
              </a:spcAft>
              <a:buNone/>
            </a:pPr>
            <a:r>
              <a:rPr kumimoji="1" lang="en-US" altLang="zh-CN" sz="1050" kern="0" dirty="0">
                <a:solidFill>
                  <a:srgbClr val="000000"/>
                </a:solidFill>
                <a:latin typeface="微软雅黑" panose="020B0503020204020204" pitchFamily="34" charset="-122"/>
                <a:ea typeface="微软雅黑" panose="020B0503020204020204" pitchFamily="34" charset="-122"/>
              </a:rPr>
              <a:t>80</a:t>
            </a:r>
          </a:p>
          <a:p>
            <a:pPr algn="ctr" fontAlgn="base">
              <a:lnSpc>
                <a:spcPct val="90000"/>
              </a:lnSpc>
              <a:spcBef>
                <a:spcPct val="0"/>
              </a:spcBef>
              <a:spcAft>
                <a:spcPct val="0"/>
              </a:spcAft>
              <a:buNone/>
            </a:pPr>
            <a:r>
              <a:rPr kumimoji="1" lang="en-US" altLang="zh-CN" sz="1050" kern="0" dirty="0">
                <a:solidFill>
                  <a:srgbClr val="000000"/>
                </a:solidFill>
                <a:latin typeface="微软雅黑" panose="020B0503020204020204" pitchFamily="34" charset="-122"/>
                <a:ea typeface="微软雅黑" panose="020B0503020204020204" pitchFamily="34" charset="-122"/>
              </a:rPr>
              <a:t>1234</a:t>
            </a:r>
          </a:p>
        </p:txBody>
      </p:sp>
      <p:cxnSp>
        <p:nvCxnSpPr>
          <p:cNvPr id="136" name="直接连接符 135">
            <a:extLst>
              <a:ext uri="{FF2B5EF4-FFF2-40B4-BE49-F238E27FC236}">
                <a16:creationId xmlns:a16="http://schemas.microsoft.com/office/drawing/2014/main" id="{3516A5C5-EA01-D847-470E-60D4A9CB3953}"/>
              </a:ext>
            </a:extLst>
          </p:cNvPr>
          <p:cNvCxnSpPr>
            <a:cxnSpLocks/>
            <a:stCxn id="135" idx="0"/>
          </p:cNvCxnSpPr>
          <p:nvPr/>
        </p:nvCxnSpPr>
        <p:spPr>
          <a:xfrm flipH="1" flipV="1">
            <a:off x="2265419" y="3195489"/>
            <a:ext cx="354330" cy="444500"/>
          </a:xfrm>
          <a:prstGeom prst="line">
            <a:avLst/>
          </a:prstGeom>
          <a:noFill/>
          <a:ln w="19050" cap="flat" cmpd="sng" algn="ctr">
            <a:solidFill>
              <a:srgbClr val="000000"/>
            </a:solidFill>
            <a:prstDash val="solid"/>
            <a:headEnd type="none" w="med" len="med"/>
            <a:tailEnd type="triangle" w="med" len="med"/>
          </a:ln>
          <a:effectLst/>
        </p:spPr>
      </p:cxnSp>
      <p:sp>
        <p:nvSpPr>
          <p:cNvPr id="137" name="文本框 2">
            <a:extLst>
              <a:ext uri="{FF2B5EF4-FFF2-40B4-BE49-F238E27FC236}">
                <a16:creationId xmlns:a16="http://schemas.microsoft.com/office/drawing/2014/main" id="{3E6B8A60-9968-02F7-6FA9-858779F32031}"/>
              </a:ext>
            </a:extLst>
          </p:cNvPr>
          <p:cNvSpPr txBox="1">
            <a:spLocks noChangeArrowheads="1"/>
          </p:cNvSpPr>
          <p:nvPr/>
        </p:nvSpPr>
        <p:spPr bwMode="auto">
          <a:xfrm>
            <a:off x="3604518" y="1803499"/>
            <a:ext cx="7385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zh-CN" sz="120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 • •</a:t>
            </a:r>
            <a:endParaRPr kumimoji="0" lang="zh-CN" altLang="en-US" sz="120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69" name="组合 168">
            <a:extLst>
              <a:ext uri="{FF2B5EF4-FFF2-40B4-BE49-F238E27FC236}">
                <a16:creationId xmlns:a16="http://schemas.microsoft.com/office/drawing/2014/main" id="{DDB0FC11-F18A-AAF5-0137-84960AA4A2E3}"/>
              </a:ext>
            </a:extLst>
          </p:cNvPr>
          <p:cNvGrpSpPr/>
          <p:nvPr/>
        </p:nvGrpSpPr>
        <p:grpSpPr>
          <a:xfrm>
            <a:off x="3247129" y="3104049"/>
            <a:ext cx="941070" cy="660042"/>
            <a:chOff x="3247129" y="3104049"/>
            <a:chExt cx="941070" cy="660042"/>
          </a:xfrm>
        </p:grpSpPr>
        <p:sp>
          <p:nvSpPr>
            <p:cNvPr id="126" name="Text Box 76">
              <a:extLst>
                <a:ext uri="{FF2B5EF4-FFF2-40B4-BE49-F238E27FC236}">
                  <a16:creationId xmlns:a16="http://schemas.microsoft.com/office/drawing/2014/main" id="{8DA8D62B-711F-89E4-523E-12E324F25715}"/>
                </a:ext>
              </a:extLst>
            </p:cNvPr>
            <p:cNvSpPr txBox="1">
              <a:spLocks noChangeArrowheads="1"/>
            </p:cNvSpPr>
            <p:nvPr/>
          </p:nvSpPr>
          <p:spPr bwMode="auto">
            <a:xfrm>
              <a:off x="3250939" y="3380909"/>
              <a:ext cx="922020"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本地地址</a:t>
              </a:r>
            </a:p>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192.168.0.1</a:t>
              </a:r>
            </a:p>
          </p:txBody>
        </p:sp>
        <p:sp>
          <p:nvSpPr>
            <p:cNvPr id="127" name="Line 53">
              <a:extLst>
                <a:ext uri="{FF2B5EF4-FFF2-40B4-BE49-F238E27FC236}">
                  <a16:creationId xmlns:a16="http://schemas.microsoft.com/office/drawing/2014/main" id="{71C88771-118E-5648-3043-43CC852CF535}"/>
                </a:ext>
              </a:extLst>
            </p:cNvPr>
            <p:cNvSpPr>
              <a:spLocks noChangeShapeType="1"/>
            </p:cNvSpPr>
            <p:nvPr/>
          </p:nvSpPr>
          <p:spPr bwMode="auto">
            <a:xfrm flipH="1">
              <a:off x="3733539" y="3104049"/>
              <a:ext cx="261620" cy="276860"/>
            </a:xfrm>
            <a:prstGeom prst="line">
              <a:avLst/>
            </a:prstGeom>
            <a:noFill/>
            <a:ln w="9525">
              <a:solidFill>
                <a:srgbClr val="000000"/>
              </a:solidFill>
              <a:round/>
              <a:headEnd type="triangle" w="sm" len="lg"/>
              <a:tailEnd type="none" w="sm" len="lg"/>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1" name="矩形: 圆角 140">
              <a:extLst>
                <a:ext uri="{FF2B5EF4-FFF2-40B4-BE49-F238E27FC236}">
                  <a16:creationId xmlns:a16="http://schemas.microsoft.com/office/drawing/2014/main" id="{B7495BDD-2BB0-AC60-C3A9-CFE09EA30A75}"/>
                </a:ext>
              </a:extLst>
            </p:cNvPr>
            <p:cNvSpPr/>
            <p:nvPr/>
          </p:nvSpPr>
          <p:spPr>
            <a:xfrm>
              <a:off x="3247129" y="3382179"/>
              <a:ext cx="941070" cy="364132"/>
            </a:xfrm>
            <a:prstGeom prst="roundRect">
              <a:avLst>
                <a:gd name="adj" fmla="val 31097"/>
              </a:avLst>
            </a:prstGeom>
            <a:noFill/>
            <a:ln w="3810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grpSp>
      <p:grpSp>
        <p:nvGrpSpPr>
          <p:cNvPr id="170" name="组合 169">
            <a:extLst>
              <a:ext uri="{FF2B5EF4-FFF2-40B4-BE49-F238E27FC236}">
                <a16:creationId xmlns:a16="http://schemas.microsoft.com/office/drawing/2014/main" id="{1919E73D-5E00-A104-797B-EE5BA90EAB7E}"/>
              </a:ext>
            </a:extLst>
          </p:cNvPr>
          <p:cNvGrpSpPr/>
          <p:nvPr/>
        </p:nvGrpSpPr>
        <p:grpSpPr>
          <a:xfrm>
            <a:off x="4552689" y="3135799"/>
            <a:ext cx="941070" cy="642262"/>
            <a:chOff x="4552689" y="3135799"/>
            <a:chExt cx="941070" cy="642262"/>
          </a:xfrm>
        </p:grpSpPr>
        <p:sp>
          <p:nvSpPr>
            <p:cNvPr id="40" name="Text Box 76">
              <a:extLst>
                <a:ext uri="{FF2B5EF4-FFF2-40B4-BE49-F238E27FC236}">
                  <a16:creationId xmlns:a16="http://schemas.microsoft.com/office/drawing/2014/main" id="{AE14627C-2AA0-EF53-F4FB-D2284252A555}"/>
                </a:ext>
              </a:extLst>
            </p:cNvPr>
            <p:cNvSpPr txBox="1">
              <a:spLocks noChangeArrowheads="1"/>
            </p:cNvSpPr>
            <p:nvPr/>
          </p:nvSpPr>
          <p:spPr bwMode="auto">
            <a:xfrm>
              <a:off x="4597139" y="3394879"/>
              <a:ext cx="857250"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全球地址</a:t>
              </a:r>
            </a:p>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172.30.0.5</a:t>
              </a:r>
            </a:p>
          </p:txBody>
        </p:sp>
        <p:sp>
          <p:nvSpPr>
            <p:cNvPr id="118" name="Line 53">
              <a:extLst>
                <a:ext uri="{FF2B5EF4-FFF2-40B4-BE49-F238E27FC236}">
                  <a16:creationId xmlns:a16="http://schemas.microsoft.com/office/drawing/2014/main" id="{FC1B03EF-B117-1C01-CB23-BF95FBA82E2F}"/>
                </a:ext>
              </a:extLst>
            </p:cNvPr>
            <p:cNvSpPr>
              <a:spLocks noChangeShapeType="1"/>
            </p:cNvSpPr>
            <p:nvPr/>
          </p:nvSpPr>
          <p:spPr bwMode="auto">
            <a:xfrm>
              <a:off x="4679689" y="3135799"/>
              <a:ext cx="350520" cy="254000"/>
            </a:xfrm>
            <a:prstGeom prst="line">
              <a:avLst/>
            </a:prstGeom>
            <a:noFill/>
            <a:ln w="9525">
              <a:solidFill>
                <a:srgbClr val="000000"/>
              </a:solidFill>
              <a:round/>
              <a:headEnd type="triangle" w="sm" len="lg"/>
              <a:tailEnd type="none" w="sm" len="lg"/>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2" name="矩形: 圆角 141">
              <a:extLst>
                <a:ext uri="{FF2B5EF4-FFF2-40B4-BE49-F238E27FC236}">
                  <a16:creationId xmlns:a16="http://schemas.microsoft.com/office/drawing/2014/main" id="{4C7ADADB-EC01-4DA5-FF40-C005CF5AB2A6}"/>
                </a:ext>
              </a:extLst>
            </p:cNvPr>
            <p:cNvSpPr/>
            <p:nvPr/>
          </p:nvSpPr>
          <p:spPr>
            <a:xfrm>
              <a:off x="4552689" y="3382179"/>
              <a:ext cx="941070" cy="364132"/>
            </a:xfrm>
            <a:prstGeom prst="roundRect">
              <a:avLst>
                <a:gd name="adj" fmla="val 31097"/>
              </a:avLst>
            </a:prstGeom>
            <a:noFill/>
            <a:ln w="3810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grpSp>
      <p:sp>
        <p:nvSpPr>
          <p:cNvPr id="143" name="文本框 2">
            <a:extLst>
              <a:ext uri="{FF2B5EF4-FFF2-40B4-BE49-F238E27FC236}">
                <a16:creationId xmlns:a16="http://schemas.microsoft.com/office/drawing/2014/main" id="{A7A4928D-B5A2-A74C-0AF4-9884271102BA}"/>
              </a:ext>
            </a:extLst>
          </p:cNvPr>
          <p:cNvSpPr txBox="1">
            <a:spLocks noChangeArrowheads="1"/>
          </p:cNvSpPr>
          <p:nvPr/>
        </p:nvSpPr>
        <p:spPr bwMode="auto">
          <a:xfrm>
            <a:off x="4947025" y="1803430"/>
            <a:ext cx="609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zh-CN" sz="120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 • •</a:t>
            </a:r>
            <a:endParaRPr kumimoji="0" lang="zh-CN" altLang="en-US" sz="120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74" name="组合 173">
            <a:extLst>
              <a:ext uri="{FF2B5EF4-FFF2-40B4-BE49-F238E27FC236}">
                <a16:creationId xmlns:a16="http://schemas.microsoft.com/office/drawing/2014/main" id="{902C3102-FA40-D501-94B2-C4B063B8803C}"/>
              </a:ext>
            </a:extLst>
          </p:cNvPr>
          <p:cNvGrpSpPr/>
          <p:nvPr/>
        </p:nvGrpSpPr>
        <p:grpSpPr>
          <a:xfrm>
            <a:off x="2431789" y="2258229"/>
            <a:ext cx="1200150" cy="703580"/>
            <a:chOff x="2431789" y="2258229"/>
            <a:chExt cx="1200150" cy="703580"/>
          </a:xfrm>
        </p:grpSpPr>
        <p:sp>
          <p:nvSpPr>
            <p:cNvPr id="34" name="Line 51">
              <a:extLst>
                <a:ext uri="{FF2B5EF4-FFF2-40B4-BE49-F238E27FC236}">
                  <a16:creationId xmlns:a16="http://schemas.microsoft.com/office/drawing/2014/main" id="{C2C06FA3-047C-3558-9B02-068AC7F39102}"/>
                </a:ext>
              </a:extLst>
            </p:cNvPr>
            <p:cNvSpPr>
              <a:spLocks noChangeShapeType="1"/>
            </p:cNvSpPr>
            <p:nvPr/>
          </p:nvSpPr>
          <p:spPr bwMode="auto">
            <a:xfrm flipH="1">
              <a:off x="2698489" y="2653199"/>
              <a:ext cx="275590" cy="3086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64" name="组合 163">
              <a:extLst>
                <a:ext uri="{FF2B5EF4-FFF2-40B4-BE49-F238E27FC236}">
                  <a16:creationId xmlns:a16="http://schemas.microsoft.com/office/drawing/2014/main" id="{84C54CF1-E63C-1E91-701C-8A8D6B77DAED}"/>
                </a:ext>
              </a:extLst>
            </p:cNvPr>
            <p:cNvGrpSpPr/>
            <p:nvPr/>
          </p:nvGrpSpPr>
          <p:grpSpPr>
            <a:xfrm>
              <a:off x="2431789" y="2258229"/>
              <a:ext cx="1200150" cy="384810"/>
              <a:chOff x="2431789" y="2258229"/>
              <a:chExt cx="1200150" cy="384810"/>
            </a:xfrm>
          </p:grpSpPr>
          <p:sp>
            <p:nvSpPr>
              <p:cNvPr id="140" name="矩形 139">
                <a:extLst>
                  <a:ext uri="{FF2B5EF4-FFF2-40B4-BE49-F238E27FC236}">
                    <a16:creationId xmlns:a16="http://schemas.microsoft.com/office/drawing/2014/main" id="{12E4CFC3-C7E5-A4B5-6C4A-1AA8BED7D785}"/>
                  </a:ext>
                </a:extLst>
              </p:cNvPr>
              <p:cNvSpPr/>
              <p:nvPr/>
            </p:nvSpPr>
            <p:spPr>
              <a:xfrm>
                <a:off x="2474969" y="2288709"/>
                <a:ext cx="1084580" cy="354330"/>
              </a:xfrm>
              <a:prstGeom prst="rect">
                <a:avLst/>
              </a:prstGeom>
              <a:solidFill>
                <a:srgbClr val="FFFF00"/>
              </a:solidFill>
              <a:ln w="190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31" name="Text Box 44">
                <a:extLst>
                  <a:ext uri="{FF2B5EF4-FFF2-40B4-BE49-F238E27FC236}">
                    <a16:creationId xmlns:a16="http://schemas.microsoft.com/office/drawing/2014/main" id="{9840904D-8470-4BAB-819D-CC196C4C1AD5}"/>
                  </a:ext>
                </a:extLst>
              </p:cNvPr>
              <p:cNvSpPr txBox="1">
                <a:spLocks noChangeArrowheads="1"/>
              </p:cNvSpPr>
              <p:nvPr/>
            </p:nvSpPr>
            <p:spPr bwMode="auto">
              <a:xfrm>
                <a:off x="2431789" y="2258229"/>
                <a:ext cx="1200150"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S = 192.168.0.3</a:t>
                </a:r>
              </a:p>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D = 213.18.2.4</a:t>
                </a:r>
              </a:p>
            </p:txBody>
          </p:sp>
        </p:grpSp>
      </p:grpSp>
      <p:sp>
        <p:nvSpPr>
          <p:cNvPr id="33" name="Text Box 50">
            <a:extLst>
              <a:ext uri="{FF2B5EF4-FFF2-40B4-BE49-F238E27FC236}">
                <a16:creationId xmlns:a16="http://schemas.microsoft.com/office/drawing/2014/main" id="{623F463E-529E-C33F-02CE-DC0334ADEF47}"/>
              </a:ext>
            </a:extLst>
          </p:cNvPr>
          <p:cNvSpPr txBox="1">
            <a:spLocks noChangeArrowheads="1"/>
          </p:cNvSpPr>
          <p:nvPr/>
        </p:nvSpPr>
        <p:spPr bwMode="auto">
          <a:xfrm>
            <a:off x="6060332" y="2280165"/>
            <a:ext cx="1162050"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S = 172.30.0.5</a:t>
            </a:r>
          </a:p>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D = 213.18.2.4</a:t>
            </a:r>
          </a:p>
        </p:txBody>
      </p:sp>
      <p:grpSp>
        <p:nvGrpSpPr>
          <p:cNvPr id="173" name="组合 172">
            <a:extLst>
              <a:ext uri="{FF2B5EF4-FFF2-40B4-BE49-F238E27FC236}">
                <a16:creationId xmlns:a16="http://schemas.microsoft.com/office/drawing/2014/main" id="{1712035C-E0CC-8160-FB21-1396690420D9}"/>
              </a:ext>
            </a:extLst>
          </p:cNvPr>
          <p:cNvGrpSpPr/>
          <p:nvPr/>
        </p:nvGrpSpPr>
        <p:grpSpPr>
          <a:xfrm>
            <a:off x="1806949" y="2265849"/>
            <a:ext cx="707390" cy="720090"/>
            <a:chOff x="1806949" y="2265849"/>
            <a:chExt cx="707390" cy="720090"/>
          </a:xfrm>
        </p:grpSpPr>
        <p:cxnSp>
          <p:nvCxnSpPr>
            <p:cNvPr id="131" name="直接连接符 130">
              <a:extLst>
                <a:ext uri="{FF2B5EF4-FFF2-40B4-BE49-F238E27FC236}">
                  <a16:creationId xmlns:a16="http://schemas.microsoft.com/office/drawing/2014/main" id="{4D5BD09F-B29A-9A4B-7D6B-8877576B62BF}"/>
                </a:ext>
              </a:extLst>
            </p:cNvPr>
            <p:cNvCxnSpPr>
              <a:cxnSpLocks/>
              <a:stCxn id="138" idx="2"/>
            </p:cNvCxnSpPr>
            <p:nvPr/>
          </p:nvCxnSpPr>
          <p:spPr>
            <a:xfrm>
              <a:off x="2139689" y="2635419"/>
              <a:ext cx="374650" cy="350520"/>
            </a:xfrm>
            <a:prstGeom prst="line">
              <a:avLst/>
            </a:prstGeom>
            <a:noFill/>
            <a:ln w="19050" cap="flat" cmpd="sng" algn="ctr">
              <a:solidFill>
                <a:srgbClr val="000000"/>
              </a:solidFill>
              <a:prstDash val="solid"/>
              <a:headEnd type="none" w="med" len="med"/>
              <a:tailEnd type="triangle" w="med" len="med"/>
            </a:ln>
            <a:effectLst/>
          </p:spPr>
        </p:cxnSp>
        <p:grpSp>
          <p:nvGrpSpPr>
            <p:cNvPr id="166" name="组合 165">
              <a:extLst>
                <a:ext uri="{FF2B5EF4-FFF2-40B4-BE49-F238E27FC236}">
                  <a16:creationId xmlns:a16="http://schemas.microsoft.com/office/drawing/2014/main" id="{70363591-900E-DAB4-59C6-67747382A3E8}"/>
                </a:ext>
              </a:extLst>
            </p:cNvPr>
            <p:cNvGrpSpPr/>
            <p:nvPr/>
          </p:nvGrpSpPr>
          <p:grpSpPr>
            <a:xfrm>
              <a:off x="1806949" y="2265849"/>
              <a:ext cx="661670" cy="415498"/>
              <a:chOff x="1806949" y="2265849"/>
              <a:chExt cx="661670" cy="415498"/>
            </a:xfrm>
          </p:grpSpPr>
          <p:sp>
            <p:nvSpPr>
              <p:cNvPr id="138" name="矩形 137">
                <a:extLst>
                  <a:ext uri="{FF2B5EF4-FFF2-40B4-BE49-F238E27FC236}">
                    <a16:creationId xmlns:a16="http://schemas.microsoft.com/office/drawing/2014/main" id="{89FE85F6-6F2B-6EE7-520B-4E55442DD228}"/>
                  </a:ext>
                </a:extLst>
              </p:cNvPr>
              <p:cNvSpPr/>
              <p:nvPr/>
            </p:nvSpPr>
            <p:spPr>
              <a:xfrm>
                <a:off x="1921249" y="2273469"/>
                <a:ext cx="435610" cy="361950"/>
              </a:xfrm>
              <a:prstGeom prst="rect">
                <a:avLst/>
              </a:prstGeom>
              <a:solidFill>
                <a:srgbClr val="CCFF99"/>
              </a:solidFill>
              <a:ln w="190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30" name="Text Box 50">
                <a:extLst>
                  <a:ext uri="{FF2B5EF4-FFF2-40B4-BE49-F238E27FC236}">
                    <a16:creationId xmlns:a16="http://schemas.microsoft.com/office/drawing/2014/main" id="{704EE03E-9390-6DF6-DCFD-9696712F3C59}"/>
                  </a:ext>
                </a:extLst>
              </p:cNvPr>
              <p:cNvSpPr txBox="1">
                <a:spLocks noChangeArrowheads="1"/>
              </p:cNvSpPr>
              <p:nvPr/>
            </p:nvSpPr>
            <p:spPr bwMode="auto">
              <a:xfrm>
                <a:off x="1806949" y="2265849"/>
                <a:ext cx="66167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1234</a:t>
                </a:r>
              </a:p>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80</a:t>
                </a:r>
              </a:p>
            </p:txBody>
          </p:sp>
        </p:grpSp>
      </p:grpSp>
      <p:grpSp>
        <p:nvGrpSpPr>
          <p:cNvPr id="168" name="组合 167">
            <a:extLst>
              <a:ext uri="{FF2B5EF4-FFF2-40B4-BE49-F238E27FC236}">
                <a16:creationId xmlns:a16="http://schemas.microsoft.com/office/drawing/2014/main" id="{56F59439-AA4B-2352-70EB-5BEBA427067D}"/>
              </a:ext>
            </a:extLst>
          </p:cNvPr>
          <p:cNvGrpSpPr/>
          <p:nvPr/>
        </p:nvGrpSpPr>
        <p:grpSpPr>
          <a:xfrm>
            <a:off x="5434069" y="2273469"/>
            <a:ext cx="690880" cy="415498"/>
            <a:chOff x="5434069" y="2273469"/>
            <a:chExt cx="690880" cy="415498"/>
          </a:xfrm>
        </p:grpSpPr>
        <p:sp>
          <p:nvSpPr>
            <p:cNvPr id="139" name="矩形 138">
              <a:extLst>
                <a:ext uri="{FF2B5EF4-FFF2-40B4-BE49-F238E27FC236}">
                  <a16:creationId xmlns:a16="http://schemas.microsoft.com/office/drawing/2014/main" id="{6EBC4109-8FC5-92BF-05B3-A740BCBE46FC}"/>
                </a:ext>
              </a:extLst>
            </p:cNvPr>
            <p:cNvSpPr/>
            <p:nvPr/>
          </p:nvSpPr>
          <p:spPr>
            <a:xfrm>
              <a:off x="5571229" y="2288709"/>
              <a:ext cx="433070" cy="354330"/>
            </a:xfrm>
            <a:prstGeom prst="rect">
              <a:avLst/>
            </a:prstGeom>
            <a:solidFill>
              <a:srgbClr val="CCFF99"/>
            </a:solidFill>
            <a:ln w="190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33" name="Text Box 50">
              <a:extLst>
                <a:ext uri="{FF2B5EF4-FFF2-40B4-BE49-F238E27FC236}">
                  <a16:creationId xmlns:a16="http://schemas.microsoft.com/office/drawing/2014/main" id="{2F22CE7A-6BF5-9B1C-6B6F-73D8F78BFEC7}"/>
                </a:ext>
              </a:extLst>
            </p:cNvPr>
            <p:cNvSpPr txBox="1">
              <a:spLocks noChangeArrowheads="1"/>
            </p:cNvSpPr>
            <p:nvPr/>
          </p:nvSpPr>
          <p:spPr bwMode="auto">
            <a:xfrm>
              <a:off x="5434069" y="2273469"/>
              <a:ext cx="69088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5678</a:t>
              </a:r>
            </a:p>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80</a:t>
              </a:r>
            </a:p>
          </p:txBody>
        </p:sp>
      </p:grpSp>
      <p:sp>
        <p:nvSpPr>
          <p:cNvPr id="172" name="文本框 171">
            <a:extLst>
              <a:ext uri="{FF2B5EF4-FFF2-40B4-BE49-F238E27FC236}">
                <a16:creationId xmlns:a16="http://schemas.microsoft.com/office/drawing/2014/main" id="{97F7EC72-946F-4F72-29BA-5B4B6587D0C5}"/>
              </a:ext>
            </a:extLst>
          </p:cNvPr>
          <p:cNvSpPr txBox="1"/>
          <p:nvPr/>
        </p:nvSpPr>
        <p:spPr>
          <a:xfrm>
            <a:off x="1552628" y="4159894"/>
            <a:ext cx="6038221" cy="307777"/>
          </a:xfrm>
          <a:prstGeom prst="rect">
            <a:avLst/>
          </a:prstGeom>
          <a:noFill/>
        </p:spPr>
        <p:txBody>
          <a:bodyPr wrap="square">
            <a:spAutoFit/>
          </a:bodyPr>
          <a:lstStyle/>
          <a:p>
            <a:pPr algn="ctr"/>
            <a:r>
              <a:rPr lang="zh-CN" altLang="en-US" sz="1400" b="1" dirty="0">
                <a:latin typeface="微软雅黑" panose="020B0503020204020204" pitchFamily="34" charset="-122"/>
                <a:ea typeface="微软雅黑" panose="020B0503020204020204" pitchFamily="34" charset="-122"/>
              </a:rPr>
              <a:t>假定专用网内的主机 </a:t>
            </a:r>
            <a:r>
              <a:rPr lang="en-US" altLang="zh-CN" sz="1400" b="1" dirty="0">
                <a:latin typeface="微软雅黑" panose="020B0503020204020204" pitchFamily="34" charset="-122"/>
                <a:ea typeface="微软雅黑" panose="020B0503020204020204" pitchFamily="34" charset="-122"/>
              </a:rPr>
              <a:t>A </a:t>
            </a:r>
            <a:r>
              <a:rPr lang="zh-CN" altLang="en-US" sz="1400" b="1" dirty="0">
                <a:latin typeface="微软雅黑" panose="020B0503020204020204" pitchFamily="34" charset="-122"/>
                <a:ea typeface="微软雅黑" panose="020B0503020204020204" pitchFamily="34" charset="-122"/>
              </a:rPr>
              <a:t>要通过万维网下载互联网上的主机 </a:t>
            </a: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的文件。</a:t>
            </a:r>
          </a:p>
        </p:txBody>
      </p:sp>
    </p:spTree>
    <p:extLst>
      <p:ext uri="{BB962C8B-B14F-4D97-AF65-F5344CB8AC3E}">
        <p14:creationId xmlns:p14="http://schemas.microsoft.com/office/powerpoint/2010/main" val="29142122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170"/>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nodeType="clickEffect">
                                  <p:stCondLst>
                                    <p:cond delay="0"/>
                                  </p:stCondLst>
                                  <p:childTnLst>
                                    <p:anim calcmode="discrete" valueType="str">
                                      <p:cBhvr>
                                        <p:cTn id="14" dur="1000" fill="hold"/>
                                        <p:tgtEl>
                                          <p:spTgt spid="169"/>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172"/>
                                        </p:tgtEl>
                                        <p:attrNameLst>
                                          <p:attrName>style.visibility</p:attrName>
                                        </p:attrNameLst>
                                      </p:cBhvr>
                                      <p:to>
                                        <p:strVal val="visible"/>
                                      </p:to>
                                    </p:set>
                                    <p:animEffect transition="in" filter="fade">
                                      <p:cBhvr>
                                        <p:cTn id="19" dur="500"/>
                                        <p:tgtEl>
                                          <p:spTgt spid="172"/>
                                        </p:tgtEl>
                                      </p:cBhvr>
                                    </p:animEffect>
                                  </p:childTnLst>
                                </p:cTn>
                              </p:par>
                            </p:childTnLst>
                          </p:cTn>
                        </p:par>
                      </p:childTnLst>
                    </p:cTn>
                  </p:par>
                  <p:par>
                    <p:cTn id="20" fill="hold">
                      <p:stCondLst>
                        <p:cond delay="indefinite"/>
                      </p:stCondLst>
                      <p:childTnLst>
                        <p:par>
                          <p:cTn id="21" fill="hold">
                            <p:stCondLst>
                              <p:cond delay="0"/>
                            </p:stCondLst>
                            <p:childTnLst>
                              <p:par>
                                <p:cTn id="22" presetID="35" presetClass="emph" presetSubtype="0" repeatCount="3000" fill="hold" nodeType="clickEffect">
                                  <p:stCondLst>
                                    <p:cond delay="0"/>
                                  </p:stCondLst>
                                  <p:childTnLst>
                                    <p:anim calcmode="discrete" valueType="str">
                                      <p:cBhvr>
                                        <p:cTn id="23" dur="1000" fill="hold"/>
                                        <p:tgtEl>
                                          <p:spTgt spid="30"/>
                                        </p:tgtEl>
                                        <p:attrNameLst>
                                          <p:attrName>style.visibility</p:attrName>
                                        </p:attrNameLst>
                                      </p:cBhvr>
                                      <p:tavLst>
                                        <p:tav tm="0">
                                          <p:val>
                                            <p:strVal val="hidden"/>
                                          </p:val>
                                        </p:tav>
                                        <p:tav tm="50000">
                                          <p:val>
                                            <p:strVal val="visible"/>
                                          </p:val>
                                        </p:tav>
                                      </p:tavLst>
                                    </p:anim>
                                  </p:childTnLst>
                                </p:cTn>
                              </p:par>
                            </p:childTnLst>
                          </p:cTn>
                        </p:par>
                      </p:childTnLst>
                    </p:cTn>
                  </p:par>
                  <p:par>
                    <p:cTn id="24" fill="hold">
                      <p:stCondLst>
                        <p:cond delay="indefinite"/>
                      </p:stCondLst>
                      <p:childTnLst>
                        <p:par>
                          <p:cTn id="25" fill="hold">
                            <p:stCondLst>
                              <p:cond delay="0"/>
                            </p:stCondLst>
                            <p:childTnLst>
                              <p:par>
                                <p:cTn id="26" presetID="35" presetClass="emph" presetSubtype="0" repeatCount="3000" fill="hold" nodeType="clickEffect">
                                  <p:stCondLst>
                                    <p:cond delay="0"/>
                                  </p:stCondLst>
                                  <p:childTnLst>
                                    <p:anim calcmode="discrete" valueType="str">
                                      <p:cBhvr>
                                        <p:cTn id="27" dur="1000" fill="hold"/>
                                        <p:tgtEl>
                                          <p:spTgt spid="174"/>
                                        </p:tgtEl>
                                        <p:attrNameLst>
                                          <p:attrName>style.visibility</p:attrName>
                                        </p:attrNameLst>
                                      </p:cBhvr>
                                      <p:tavLst>
                                        <p:tav tm="0">
                                          <p:val>
                                            <p:strVal val="hidden"/>
                                          </p:val>
                                        </p:tav>
                                        <p:tav tm="50000">
                                          <p:val>
                                            <p:strVal val="visible"/>
                                          </p:val>
                                        </p:tav>
                                      </p:tavLst>
                                    </p:anim>
                                  </p:childTnLst>
                                </p:cTn>
                              </p:par>
                            </p:childTnLst>
                          </p:cTn>
                        </p:par>
                      </p:childTnLst>
                    </p:cTn>
                  </p:par>
                  <p:par>
                    <p:cTn id="28" fill="hold">
                      <p:stCondLst>
                        <p:cond delay="indefinite"/>
                      </p:stCondLst>
                      <p:childTnLst>
                        <p:par>
                          <p:cTn id="29" fill="hold">
                            <p:stCondLst>
                              <p:cond delay="0"/>
                            </p:stCondLst>
                            <p:childTnLst>
                              <p:par>
                                <p:cTn id="30" presetID="35" presetClass="emph" presetSubtype="0" repeatCount="3000" fill="hold" nodeType="clickEffect">
                                  <p:stCondLst>
                                    <p:cond delay="0"/>
                                  </p:stCondLst>
                                  <p:childTnLst>
                                    <p:anim calcmode="discrete" valueType="str">
                                      <p:cBhvr>
                                        <p:cTn id="31" dur="1000" fill="hold"/>
                                        <p:tgtEl>
                                          <p:spTgt spid="17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172" grpId="0"/>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4F664B-8EC9-7EE3-1070-4890F6B1F806}"/>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C5A6D6E4-DEB2-A1DA-12C1-48FB40D6D93C}"/>
              </a:ext>
            </a:extLst>
          </p:cNvPr>
          <p:cNvSpPr>
            <a:spLocks noChangeArrowheads="1"/>
          </p:cNvSpPr>
          <p:nvPr/>
        </p:nvSpPr>
        <p:spPr bwMode="auto">
          <a:xfrm>
            <a:off x="545145" y="614144"/>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FB8E2297-2FCF-93BD-188D-DC55B9DB1106}"/>
              </a:ext>
            </a:extLst>
          </p:cNvPr>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IPv4 NAT</a:t>
            </a:r>
            <a:r>
              <a:rPr lang="zh-CN" altLang="en-US" sz="2000" b="1" dirty="0">
                <a:solidFill>
                  <a:schemeClr val="bg1"/>
                </a:solidFill>
                <a:latin typeface="微软雅黑" pitchFamily="34" charset="-122"/>
                <a:ea typeface="微软雅黑" pitchFamily="34" charset="-122"/>
              </a:rPr>
              <a:t>路由器的工作原理</a:t>
            </a:r>
          </a:p>
        </p:txBody>
      </p:sp>
      <p:graphicFrame>
        <p:nvGraphicFramePr>
          <p:cNvPr id="13" name="Object 4">
            <a:extLst>
              <a:ext uri="{FF2B5EF4-FFF2-40B4-BE49-F238E27FC236}">
                <a16:creationId xmlns:a16="http://schemas.microsoft.com/office/drawing/2014/main" id="{138AA7F7-1113-C63B-0B9E-3485EC704805}"/>
              </a:ext>
            </a:extLst>
          </p:cNvPr>
          <p:cNvGraphicFramePr>
            <a:graphicFrameLocks noChangeAspect="1"/>
          </p:cNvGraphicFramePr>
          <p:nvPr/>
        </p:nvGraphicFramePr>
        <p:xfrm>
          <a:off x="6271000" y="2532549"/>
          <a:ext cx="1922780" cy="1173480"/>
        </p:xfrm>
        <a:graphic>
          <a:graphicData uri="http://schemas.openxmlformats.org/presentationml/2006/ole">
            <mc:AlternateContent xmlns:mc="http://schemas.openxmlformats.org/markup-compatibility/2006">
              <mc:Choice xmlns:v="urn:schemas-microsoft-com:vml" Requires="v">
                <p:oleObj name="VISIO" r:id="rId3" imgW="1687068" imgH="964692" progId="Visio.Drawing.6">
                  <p:embed/>
                </p:oleObj>
              </mc:Choice>
              <mc:Fallback>
                <p:oleObj name="VISIO" r:id="rId3" imgW="1687068" imgH="964692" progId="Visio.Drawing.6">
                  <p:embed/>
                  <p:pic>
                    <p:nvPicPr>
                      <p:cNvPr id="13" name="Object 4">
                        <a:extLst>
                          <a:ext uri="{FF2B5EF4-FFF2-40B4-BE49-F238E27FC236}">
                            <a16:creationId xmlns:a16="http://schemas.microsoft.com/office/drawing/2014/main" id="{4B7A9DF1-4198-C9D9-5BFC-55840B1322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71000" y="2532549"/>
                        <a:ext cx="1922780" cy="1173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5" name="任意多边形: 形状 14">
            <a:extLst>
              <a:ext uri="{FF2B5EF4-FFF2-40B4-BE49-F238E27FC236}">
                <a16:creationId xmlns:a16="http://schemas.microsoft.com/office/drawing/2014/main" id="{01E106B0-EA4B-9676-D829-396AA08DC0C2}"/>
              </a:ext>
            </a:extLst>
          </p:cNvPr>
          <p:cNvSpPr/>
          <p:nvPr/>
        </p:nvSpPr>
        <p:spPr>
          <a:xfrm>
            <a:off x="3017259" y="2089319"/>
            <a:ext cx="2849880" cy="982980"/>
          </a:xfrm>
          <a:custGeom>
            <a:avLst/>
            <a:gdLst>
              <a:gd name="connsiteX0" fmla="*/ 0 w 3562350"/>
              <a:gd name="connsiteY0" fmla="*/ 0 h 1190625"/>
              <a:gd name="connsiteX1" fmla="*/ 3562350 w 3562350"/>
              <a:gd name="connsiteY1" fmla="*/ 19050 h 1190625"/>
              <a:gd name="connsiteX2" fmla="*/ 1190625 w 3562350"/>
              <a:gd name="connsiteY2" fmla="*/ 1190625 h 1190625"/>
              <a:gd name="connsiteX3" fmla="*/ 895350 w 3562350"/>
              <a:gd name="connsiteY3" fmla="*/ 1190625 h 1190625"/>
              <a:gd name="connsiteX4" fmla="*/ 0 w 3562350"/>
              <a:gd name="connsiteY4" fmla="*/ 0 h 1190625"/>
              <a:gd name="connsiteX0" fmla="*/ 0 w 3562350"/>
              <a:gd name="connsiteY0" fmla="*/ 0 h 1228725"/>
              <a:gd name="connsiteX1" fmla="*/ 3562350 w 3562350"/>
              <a:gd name="connsiteY1" fmla="*/ 19050 h 1228725"/>
              <a:gd name="connsiteX2" fmla="*/ 1819275 w 3562350"/>
              <a:gd name="connsiteY2" fmla="*/ 1228725 h 1228725"/>
              <a:gd name="connsiteX3" fmla="*/ 895350 w 3562350"/>
              <a:gd name="connsiteY3" fmla="*/ 1190625 h 1228725"/>
              <a:gd name="connsiteX4" fmla="*/ 0 w 3562350"/>
              <a:gd name="connsiteY4" fmla="*/ 0 h 1228725"/>
              <a:gd name="connsiteX0" fmla="*/ 0 w 3562350"/>
              <a:gd name="connsiteY0" fmla="*/ 0 h 1228725"/>
              <a:gd name="connsiteX1" fmla="*/ 3562350 w 3562350"/>
              <a:gd name="connsiteY1" fmla="*/ 19050 h 1228725"/>
              <a:gd name="connsiteX2" fmla="*/ 1819275 w 3562350"/>
              <a:gd name="connsiteY2" fmla="*/ 1228725 h 1228725"/>
              <a:gd name="connsiteX3" fmla="*/ 1590675 w 3562350"/>
              <a:gd name="connsiteY3" fmla="*/ 1228725 h 1228725"/>
              <a:gd name="connsiteX4" fmla="*/ 0 w 3562350"/>
              <a:gd name="connsiteY4" fmla="*/ 0 h 1228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2350" h="1228725">
                <a:moveTo>
                  <a:pt x="0" y="0"/>
                </a:moveTo>
                <a:lnTo>
                  <a:pt x="3562350" y="19050"/>
                </a:lnTo>
                <a:lnTo>
                  <a:pt x="1819275" y="1228725"/>
                </a:lnTo>
                <a:lnTo>
                  <a:pt x="1590675" y="1228725"/>
                </a:lnTo>
                <a:lnTo>
                  <a:pt x="0" y="0"/>
                </a:lnTo>
                <a:close/>
              </a:path>
            </a:pathLst>
          </a:custGeom>
          <a:solidFill>
            <a:srgbClr val="808080">
              <a:lumMod val="20000"/>
              <a:lumOff val="80000"/>
            </a:srgbClr>
          </a:solidFill>
          <a:ln w="2540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6" name="椭圆 15">
            <a:extLst>
              <a:ext uri="{FF2B5EF4-FFF2-40B4-BE49-F238E27FC236}">
                <a16:creationId xmlns:a16="http://schemas.microsoft.com/office/drawing/2014/main" id="{5490F9BD-15F4-90A3-65B0-A2132B5EC6B2}"/>
              </a:ext>
            </a:extLst>
          </p:cNvPr>
          <p:cNvSpPr/>
          <p:nvPr/>
        </p:nvSpPr>
        <p:spPr bwMode="auto">
          <a:xfrm rot="1880170">
            <a:off x="360418" y="2236639"/>
            <a:ext cx="1939291" cy="1186180"/>
          </a:xfrm>
          <a:prstGeom prst="ellipse">
            <a:avLst/>
          </a:prstGeom>
          <a:solidFill>
            <a:srgbClr val="FFFFFF">
              <a:lumMod val="95000"/>
            </a:srgbClr>
          </a:solidFill>
          <a:ln w="9525" cap="flat" cmpd="sng" algn="ctr">
            <a:solidFill>
              <a:srgbClr val="000000"/>
            </a:solidFill>
            <a:prstDash val="dash"/>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7" name="Line 74">
            <a:extLst>
              <a:ext uri="{FF2B5EF4-FFF2-40B4-BE49-F238E27FC236}">
                <a16:creationId xmlns:a16="http://schemas.microsoft.com/office/drawing/2014/main" id="{2EB61A1A-233C-3658-04D7-0B628E1AEF23}"/>
              </a:ext>
            </a:extLst>
          </p:cNvPr>
          <p:cNvSpPr>
            <a:spLocks noChangeShapeType="1"/>
          </p:cNvSpPr>
          <p:nvPr/>
        </p:nvSpPr>
        <p:spPr bwMode="auto">
          <a:xfrm>
            <a:off x="8002010" y="3035469"/>
            <a:ext cx="461010" cy="1155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 name="Line 73">
            <a:extLst>
              <a:ext uri="{FF2B5EF4-FFF2-40B4-BE49-F238E27FC236}">
                <a16:creationId xmlns:a16="http://schemas.microsoft.com/office/drawing/2014/main" id="{DF387655-BBF4-5A09-21EB-8A2EBCB93460}"/>
              </a:ext>
            </a:extLst>
          </p:cNvPr>
          <p:cNvSpPr>
            <a:spLocks noChangeShapeType="1"/>
          </p:cNvSpPr>
          <p:nvPr/>
        </p:nvSpPr>
        <p:spPr bwMode="auto">
          <a:xfrm>
            <a:off x="7770870" y="3187869"/>
            <a:ext cx="300990" cy="4165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 name="Line 72">
            <a:extLst>
              <a:ext uri="{FF2B5EF4-FFF2-40B4-BE49-F238E27FC236}">
                <a16:creationId xmlns:a16="http://schemas.microsoft.com/office/drawing/2014/main" id="{C1829A66-96BC-D1C2-712D-EC15CE38973D}"/>
              </a:ext>
            </a:extLst>
          </p:cNvPr>
          <p:cNvSpPr>
            <a:spLocks noChangeShapeType="1"/>
          </p:cNvSpPr>
          <p:nvPr/>
        </p:nvSpPr>
        <p:spPr bwMode="auto">
          <a:xfrm flipV="1">
            <a:off x="7772139" y="2517309"/>
            <a:ext cx="402590" cy="2298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 name="Line 37">
            <a:extLst>
              <a:ext uri="{FF2B5EF4-FFF2-40B4-BE49-F238E27FC236}">
                <a16:creationId xmlns:a16="http://schemas.microsoft.com/office/drawing/2014/main" id="{0FD5BA7D-4B1F-F0B5-8C0A-9CBD02680557}"/>
              </a:ext>
            </a:extLst>
          </p:cNvPr>
          <p:cNvSpPr>
            <a:spLocks noChangeShapeType="1"/>
          </p:cNvSpPr>
          <p:nvPr/>
        </p:nvSpPr>
        <p:spPr bwMode="auto">
          <a:xfrm>
            <a:off x="1838699" y="3092619"/>
            <a:ext cx="5278121" cy="1778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21" name="Picture 6">
            <a:extLst>
              <a:ext uri="{FF2B5EF4-FFF2-40B4-BE49-F238E27FC236}">
                <a16:creationId xmlns:a16="http://schemas.microsoft.com/office/drawing/2014/main" id="{6D19E79B-8AB6-0936-D5CC-1286AFA06DD2}"/>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55179" y="2998639"/>
            <a:ext cx="416560" cy="200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2" name="Text Box 7">
            <a:extLst>
              <a:ext uri="{FF2B5EF4-FFF2-40B4-BE49-F238E27FC236}">
                <a16:creationId xmlns:a16="http://schemas.microsoft.com/office/drawing/2014/main" id="{3E845BDE-EE59-472B-1BFE-0B87B4541970}"/>
              </a:ext>
            </a:extLst>
          </p:cNvPr>
          <p:cNvSpPr txBox="1">
            <a:spLocks noChangeArrowheads="1"/>
          </p:cNvSpPr>
          <p:nvPr/>
        </p:nvSpPr>
        <p:spPr bwMode="auto">
          <a:xfrm>
            <a:off x="4066428" y="2631609"/>
            <a:ext cx="588623"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NAT</a:t>
            </a:r>
          </a:p>
          <a:p>
            <a:pPr marL="0" marR="0" lvl="0" indent="0" algn="ctr" defTabSz="914400" eaLnBrk="1" fontAlgn="base" latinLnBrk="0" hangingPunct="1">
              <a:spcBef>
                <a:spcPct val="0"/>
              </a:spcBef>
              <a:spcAft>
                <a:spcPct val="0"/>
              </a:spcAft>
              <a:buClrTx/>
              <a:buSzTx/>
              <a:buFontTx/>
              <a:buNone/>
              <a:tabLst/>
              <a:defRPr/>
            </a:pP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路由器</a:t>
            </a:r>
          </a:p>
        </p:txBody>
      </p:sp>
      <p:pic>
        <p:nvPicPr>
          <p:cNvPr id="23" name="Picture 30">
            <a:extLst>
              <a:ext uri="{FF2B5EF4-FFF2-40B4-BE49-F238E27FC236}">
                <a16:creationId xmlns:a16="http://schemas.microsoft.com/office/drawing/2014/main" id="{7937BEB5-0D27-18FD-8726-3A5EE77067A4}"/>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65510" y="234458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31">
            <a:extLst>
              <a:ext uri="{FF2B5EF4-FFF2-40B4-BE49-F238E27FC236}">
                <a16:creationId xmlns:a16="http://schemas.microsoft.com/office/drawing/2014/main" id="{374A754C-C51E-00AF-3F24-DCC94411AACC}"/>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944859" y="349647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32">
            <a:extLst>
              <a:ext uri="{FF2B5EF4-FFF2-40B4-BE49-F238E27FC236}">
                <a16:creationId xmlns:a16="http://schemas.microsoft.com/office/drawing/2014/main" id="{5EF19183-AE00-40C5-23EC-DDC748466F52}"/>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254739" y="296180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Text Box 35">
            <a:extLst>
              <a:ext uri="{FF2B5EF4-FFF2-40B4-BE49-F238E27FC236}">
                <a16:creationId xmlns:a16="http://schemas.microsoft.com/office/drawing/2014/main" id="{DAA5DC45-294F-0D8C-790C-F38B8C83A99C}"/>
              </a:ext>
            </a:extLst>
          </p:cNvPr>
          <p:cNvSpPr txBox="1">
            <a:spLocks noChangeArrowheads="1"/>
          </p:cNvSpPr>
          <p:nvPr/>
        </p:nvSpPr>
        <p:spPr bwMode="auto">
          <a:xfrm>
            <a:off x="584769" y="1915329"/>
            <a:ext cx="1568057" cy="237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专用网 </a:t>
            </a: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192.168.0.0/16</a:t>
            </a:r>
          </a:p>
        </p:txBody>
      </p:sp>
      <p:sp>
        <p:nvSpPr>
          <p:cNvPr id="27" name="Text Box 36">
            <a:extLst>
              <a:ext uri="{FF2B5EF4-FFF2-40B4-BE49-F238E27FC236}">
                <a16:creationId xmlns:a16="http://schemas.microsoft.com/office/drawing/2014/main" id="{739863B2-71DA-F400-B882-B7D7B4A46DB4}"/>
              </a:ext>
            </a:extLst>
          </p:cNvPr>
          <p:cNvSpPr txBox="1">
            <a:spLocks noChangeArrowheads="1"/>
          </p:cNvSpPr>
          <p:nvPr/>
        </p:nvSpPr>
        <p:spPr bwMode="auto">
          <a:xfrm>
            <a:off x="7016089" y="1971209"/>
            <a:ext cx="607860" cy="24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互联网</a:t>
            </a:r>
          </a:p>
        </p:txBody>
      </p:sp>
      <p:sp>
        <p:nvSpPr>
          <p:cNvPr id="28" name="Line 38">
            <a:extLst>
              <a:ext uri="{FF2B5EF4-FFF2-40B4-BE49-F238E27FC236}">
                <a16:creationId xmlns:a16="http://schemas.microsoft.com/office/drawing/2014/main" id="{860EF2F1-288E-0001-943F-C24E5A06FE56}"/>
              </a:ext>
            </a:extLst>
          </p:cNvPr>
          <p:cNvSpPr>
            <a:spLocks noChangeShapeType="1"/>
          </p:cNvSpPr>
          <p:nvPr/>
        </p:nvSpPr>
        <p:spPr bwMode="auto">
          <a:xfrm rot="5400000" flipV="1">
            <a:off x="1309109" y="2698919"/>
            <a:ext cx="234950" cy="49149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29" name="Picture 27">
            <a:extLst>
              <a:ext uri="{FF2B5EF4-FFF2-40B4-BE49-F238E27FC236}">
                <a16:creationId xmlns:a16="http://schemas.microsoft.com/office/drawing/2014/main" id="{1617F2AA-219C-CC15-7166-CD408BADF047}"/>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7329" y="261509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 name="Group 42">
            <a:extLst>
              <a:ext uri="{FF2B5EF4-FFF2-40B4-BE49-F238E27FC236}">
                <a16:creationId xmlns:a16="http://schemas.microsoft.com/office/drawing/2014/main" id="{40733B93-1EA5-1A5F-BD83-7DE705534FDF}"/>
              </a:ext>
            </a:extLst>
          </p:cNvPr>
          <p:cNvGrpSpPr>
            <a:grpSpLocks/>
          </p:cNvGrpSpPr>
          <p:nvPr/>
        </p:nvGrpSpPr>
        <p:grpSpPr bwMode="auto">
          <a:xfrm>
            <a:off x="2241289" y="2919899"/>
            <a:ext cx="633730" cy="115570"/>
            <a:chOff x="521" y="2478"/>
            <a:chExt cx="1044" cy="136"/>
          </a:xfrm>
        </p:grpSpPr>
        <p:sp>
          <p:nvSpPr>
            <p:cNvPr id="153" name="AutoShape 41">
              <a:extLst>
                <a:ext uri="{FF2B5EF4-FFF2-40B4-BE49-F238E27FC236}">
                  <a16:creationId xmlns:a16="http://schemas.microsoft.com/office/drawing/2014/main" id="{786A0A57-4ADE-62BE-EB94-2C408307AEE1}"/>
                </a:ext>
              </a:extLst>
            </p:cNvPr>
            <p:cNvSpPr>
              <a:spLocks noChangeArrowheads="1"/>
            </p:cNvSpPr>
            <p:nvPr/>
          </p:nvSpPr>
          <p:spPr bwMode="auto">
            <a:xfrm>
              <a:off x="1383" y="2505"/>
              <a:ext cx="182" cy="91"/>
            </a:xfrm>
            <a:prstGeom prst="rightArrow">
              <a:avLst>
                <a:gd name="adj1" fmla="val 49454"/>
                <a:gd name="adj2" fmla="val 72528"/>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54" name="Rectangle 39">
              <a:extLst>
                <a:ext uri="{FF2B5EF4-FFF2-40B4-BE49-F238E27FC236}">
                  <a16:creationId xmlns:a16="http://schemas.microsoft.com/office/drawing/2014/main" id="{4094B80B-E23A-28DA-895C-A69303D672BD}"/>
                </a:ext>
              </a:extLst>
            </p:cNvPr>
            <p:cNvSpPr>
              <a:spLocks noChangeArrowheads="1"/>
            </p:cNvSpPr>
            <p:nvPr/>
          </p:nvSpPr>
          <p:spPr bwMode="auto">
            <a:xfrm>
              <a:off x="521" y="2478"/>
              <a:ext cx="635" cy="136"/>
            </a:xfrm>
            <a:prstGeom prst="rect">
              <a:avLst/>
            </a:prstGeom>
            <a:solidFill>
              <a:srgbClr val="CCFF99"/>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55" name="Rectangle 40">
              <a:extLst>
                <a:ext uri="{FF2B5EF4-FFF2-40B4-BE49-F238E27FC236}">
                  <a16:creationId xmlns:a16="http://schemas.microsoft.com/office/drawing/2014/main" id="{1D259273-47F3-2481-304D-E9495165514A}"/>
                </a:ext>
              </a:extLst>
            </p:cNvPr>
            <p:cNvSpPr>
              <a:spLocks noChangeArrowheads="1"/>
            </p:cNvSpPr>
            <p:nvPr/>
          </p:nvSpPr>
          <p:spPr bwMode="auto">
            <a:xfrm>
              <a:off x="1156" y="2478"/>
              <a:ext cx="227" cy="136"/>
            </a:xfrm>
            <a:prstGeom prst="rect">
              <a:avLst/>
            </a:prstGeom>
            <a:solidFill>
              <a:srgbClr val="FFFF00"/>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32" name="Text Box 45">
            <a:extLst>
              <a:ext uri="{FF2B5EF4-FFF2-40B4-BE49-F238E27FC236}">
                <a16:creationId xmlns:a16="http://schemas.microsoft.com/office/drawing/2014/main" id="{6EAF020E-1498-CE13-A617-14FC5AE56F7C}"/>
              </a:ext>
            </a:extLst>
          </p:cNvPr>
          <p:cNvSpPr txBox="1">
            <a:spLocks noChangeArrowheads="1"/>
          </p:cNvSpPr>
          <p:nvPr/>
        </p:nvSpPr>
        <p:spPr bwMode="auto">
          <a:xfrm>
            <a:off x="711623" y="2401739"/>
            <a:ext cx="909223" cy="237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192.168.0.3</a:t>
            </a:r>
          </a:p>
        </p:txBody>
      </p:sp>
      <p:sp>
        <p:nvSpPr>
          <p:cNvPr id="35" name="Text Box 52">
            <a:extLst>
              <a:ext uri="{FF2B5EF4-FFF2-40B4-BE49-F238E27FC236}">
                <a16:creationId xmlns:a16="http://schemas.microsoft.com/office/drawing/2014/main" id="{00690CF9-453C-EF42-166C-80704F01199B}"/>
              </a:ext>
            </a:extLst>
          </p:cNvPr>
          <p:cNvSpPr txBox="1">
            <a:spLocks noChangeArrowheads="1"/>
          </p:cNvSpPr>
          <p:nvPr/>
        </p:nvSpPr>
        <p:spPr bwMode="auto">
          <a:xfrm>
            <a:off x="7708592" y="2113449"/>
            <a:ext cx="830677" cy="237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213.18.2.4</a:t>
            </a:r>
          </a:p>
        </p:txBody>
      </p:sp>
      <p:sp>
        <p:nvSpPr>
          <p:cNvPr id="36" name="Freeform 54">
            <a:extLst>
              <a:ext uri="{FF2B5EF4-FFF2-40B4-BE49-F238E27FC236}">
                <a16:creationId xmlns:a16="http://schemas.microsoft.com/office/drawing/2014/main" id="{1EF30C38-DFED-C378-BCAF-E0294E980073}"/>
              </a:ext>
            </a:extLst>
          </p:cNvPr>
          <p:cNvSpPr>
            <a:spLocks/>
          </p:cNvSpPr>
          <p:nvPr/>
        </p:nvSpPr>
        <p:spPr bwMode="auto">
          <a:xfrm>
            <a:off x="6634219" y="2489369"/>
            <a:ext cx="1388111" cy="495300"/>
          </a:xfrm>
          <a:custGeom>
            <a:avLst/>
            <a:gdLst>
              <a:gd name="T0" fmla="*/ 0 w 1679"/>
              <a:gd name="T1" fmla="*/ 2147483646 h 413"/>
              <a:gd name="T2" fmla="*/ 2147483646 w 1679"/>
              <a:gd name="T3" fmla="*/ 2147483646 h 413"/>
              <a:gd name="T4" fmla="*/ 2147483646 w 1679"/>
              <a:gd name="T5" fmla="*/ 2147483646 h 413"/>
              <a:gd name="T6" fmla="*/ 2147483646 w 1679"/>
              <a:gd name="T7" fmla="*/ 2147483646 h 413"/>
              <a:gd name="T8" fmla="*/ 2147483646 w 1679"/>
              <a:gd name="T9" fmla="*/ 2147483646 h 413"/>
              <a:gd name="T10" fmla="*/ 2147483646 w 1679"/>
              <a:gd name="T11" fmla="*/ 0 h 413"/>
              <a:gd name="T12" fmla="*/ 0 60000 65536"/>
              <a:gd name="T13" fmla="*/ 0 60000 65536"/>
              <a:gd name="T14" fmla="*/ 0 60000 65536"/>
              <a:gd name="T15" fmla="*/ 0 60000 65536"/>
              <a:gd name="T16" fmla="*/ 0 60000 65536"/>
              <a:gd name="T17" fmla="*/ 0 60000 65536"/>
              <a:gd name="T18" fmla="*/ 0 w 1679"/>
              <a:gd name="T19" fmla="*/ 0 h 413"/>
              <a:gd name="T20" fmla="*/ 1679 w 1679"/>
              <a:gd name="T21" fmla="*/ 413 h 413"/>
            </a:gdLst>
            <a:ahLst/>
            <a:cxnLst>
              <a:cxn ang="T12">
                <a:pos x="T0" y="T1"/>
              </a:cxn>
              <a:cxn ang="T13">
                <a:pos x="T2" y="T3"/>
              </a:cxn>
              <a:cxn ang="T14">
                <a:pos x="T4" y="T5"/>
              </a:cxn>
              <a:cxn ang="T15">
                <a:pos x="T6" y="T7"/>
              </a:cxn>
              <a:cxn ang="T16">
                <a:pos x="T8" y="T9"/>
              </a:cxn>
              <a:cxn ang="T17">
                <a:pos x="T10" y="T11"/>
              </a:cxn>
            </a:cxnLst>
            <a:rect l="T18" t="T19" r="T20" b="T21"/>
            <a:pathLst>
              <a:path w="1679" h="413">
                <a:moveTo>
                  <a:pt x="0" y="409"/>
                </a:moveTo>
                <a:cubicBezTo>
                  <a:pt x="79" y="408"/>
                  <a:pt x="335" y="413"/>
                  <a:pt x="475" y="401"/>
                </a:cubicBezTo>
                <a:cubicBezTo>
                  <a:pt x="615" y="389"/>
                  <a:pt x="731" y="364"/>
                  <a:pt x="843" y="337"/>
                </a:cubicBezTo>
                <a:cubicBezTo>
                  <a:pt x="955" y="310"/>
                  <a:pt x="1056" y="273"/>
                  <a:pt x="1147" y="241"/>
                </a:cubicBezTo>
                <a:cubicBezTo>
                  <a:pt x="1238" y="209"/>
                  <a:pt x="1298" y="185"/>
                  <a:pt x="1387" y="145"/>
                </a:cubicBezTo>
                <a:cubicBezTo>
                  <a:pt x="1476" y="105"/>
                  <a:pt x="1618" y="30"/>
                  <a:pt x="1679" y="0"/>
                </a:cubicBezTo>
              </a:path>
            </a:pathLst>
          </a:custGeom>
          <a:noFill/>
          <a:ln w="38100" cmpd="sng">
            <a:solidFill>
              <a:srgbClr val="80808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37" name="Text Box 59">
            <a:extLst>
              <a:ext uri="{FF2B5EF4-FFF2-40B4-BE49-F238E27FC236}">
                <a16:creationId xmlns:a16="http://schemas.microsoft.com/office/drawing/2014/main" id="{EDCA5FBB-ABA4-4906-C5F2-80E7F93A9DFF}"/>
              </a:ext>
            </a:extLst>
          </p:cNvPr>
          <p:cNvSpPr txBox="1">
            <a:spLocks noChangeArrowheads="1"/>
          </p:cNvSpPr>
          <p:nvPr/>
        </p:nvSpPr>
        <p:spPr bwMode="auto">
          <a:xfrm>
            <a:off x="1075429" y="3646339"/>
            <a:ext cx="1191352" cy="383182"/>
          </a:xfrm>
          <a:prstGeom prst="rect">
            <a:avLst/>
          </a:prstGeom>
          <a:solidFill>
            <a:srgbClr val="FFFF00"/>
          </a:solidFill>
          <a:ln w="19050">
            <a:solidFill>
              <a:srgbClr val="000000"/>
            </a:solidFill>
            <a:miter lim="800000"/>
            <a:headEnd/>
            <a:tailEnd/>
          </a:ln>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S =  213.18.2.4</a:t>
            </a:r>
          </a:p>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D = 192.168.0.3</a:t>
            </a:r>
          </a:p>
        </p:txBody>
      </p:sp>
      <p:sp>
        <p:nvSpPr>
          <p:cNvPr id="38" name="Text Box 69">
            <a:extLst>
              <a:ext uri="{FF2B5EF4-FFF2-40B4-BE49-F238E27FC236}">
                <a16:creationId xmlns:a16="http://schemas.microsoft.com/office/drawing/2014/main" id="{F524FD8C-F450-A09D-6332-0BC64C5DF056}"/>
              </a:ext>
            </a:extLst>
          </p:cNvPr>
          <p:cNvSpPr txBox="1">
            <a:spLocks noChangeArrowheads="1"/>
          </p:cNvSpPr>
          <p:nvPr/>
        </p:nvSpPr>
        <p:spPr bwMode="auto">
          <a:xfrm>
            <a:off x="5624569" y="3520609"/>
            <a:ext cx="1136650" cy="383182"/>
          </a:xfrm>
          <a:prstGeom prst="rect">
            <a:avLst/>
          </a:prstGeom>
          <a:solidFill>
            <a:srgbClr val="FFFF00"/>
          </a:solidFill>
          <a:ln w="19050">
            <a:solidFill>
              <a:srgbClr val="00000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S = 213.18.2.4</a:t>
            </a:r>
          </a:p>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D = 172.30.0.5</a:t>
            </a:r>
          </a:p>
        </p:txBody>
      </p:sp>
      <p:sp>
        <p:nvSpPr>
          <p:cNvPr id="39" name="Freeform 71">
            <a:extLst>
              <a:ext uri="{FF2B5EF4-FFF2-40B4-BE49-F238E27FC236}">
                <a16:creationId xmlns:a16="http://schemas.microsoft.com/office/drawing/2014/main" id="{0FA994CF-A5A4-1D8B-D30C-64ACA151A516}"/>
              </a:ext>
            </a:extLst>
          </p:cNvPr>
          <p:cNvSpPr>
            <a:spLocks/>
          </p:cNvSpPr>
          <p:nvPr/>
        </p:nvSpPr>
        <p:spPr bwMode="auto">
          <a:xfrm>
            <a:off x="7123170" y="2631609"/>
            <a:ext cx="948690" cy="610870"/>
          </a:xfrm>
          <a:custGeom>
            <a:avLst/>
            <a:gdLst>
              <a:gd name="T0" fmla="*/ 0 w 1688"/>
              <a:gd name="T1" fmla="*/ 2147483646 h 427"/>
              <a:gd name="T2" fmla="*/ 2147483646 w 1688"/>
              <a:gd name="T3" fmla="*/ 2147483646 h 427"/>
              <a:gd name="T4" fmla="*/ 2147483646 w 1688"/>
              <a:gd name="T5" fmla="*/ 2147483646 h 427"/>
              <a:gd name="T6" fmla="*/ 2147483646 w 1688"/>
              <a:gd name="T7" fmla="*/ 2147483646 h 427"/>
              <a:gd name="T8" fmla="*/ 2147483646 w 1688"/>
              <a:gd name="T9" fmla="*/ 2147483646 h 427"/>
              <a:gd name="T10" fmla="*/ 2147483646 w 1688"/>
              <a:gd name="T11" fmla="*/ 0 h 427"/>
              <a:gd name="T12" fmla="*/ 0 60000 65536"/>
              <a:gd name="T13" fmla="*/ 0 60000 65536"/>
              <a:gd name="T14" fmla="*/ 0 60000 65536"/>
              <a:gd name="T15" fmla="*/ 0 60000 65536"/>
              <a:gd name="T16" fmla="*/ 0 60000 65536"/>
              <a:gd name="T17" fmla="*/ 0 60000 65536"/>
              <a:gd name="T18" fmla="*/ 0 w 1688"/>
              <a:gd name="T19" fmla="*/ 0 h 427"/>
              <a:gd name="T20" fmla="*/ 1688 w 1688"/>
              <a:gd name="T21" fmla="*/ 427 h 427"/>
            </a:gdLst>
            <a:ahLst/>
            <a:cxnLst>
              <a:cxn ang="T12">
                <a:pos x="T0" y="T1"/>
              </a:cxn>
              <a:cxn ang="T13">
                <a:pos x="T2" y="T3"/>
              </a:cxn>
              <a:cxn ang="T14">
                <a:pos x="T4" y="T5"/>
              </a:cxn>
              <a:cxn ang="T15">
                <a:pos x="T6" y="T7"/>
              </a:cxn>
              <a:cxn ang="T16">
                <a:pos x="T8" y="T9"/>
              </a:cxn>
              <a:cxn ang="T17">
                <a:pos x="T10" y="T11"/>
              </a:cxn>
            </a:cxnLst>
            <a:rect l="T18" t="T19" r="T20" b="T21"/>
            <a:pathLst>
              <a:path w="1688" h="427">
                <a:moveTo>
                  <a:pt x="0" y="425"/>
                </a:moveTo>
                <a:cubicBezTo>
                  <a:pt x="76" y="424"/>
                  <a:pt x="320" y="427"/>
                  <a:pt x="456" y="416"/>
                </a:cubicBezTo>
                <a:cubicBezTo>
                  <a:pt x="592" y="405"/>
                  <a:pt x="712" y="381"/>
                  <a:pt x="816" y="360"/>
                </a:cubicBezTo>
                <a:cubicBezTo>
                  <a:pt x="920" y="339"/>
                  <a:pt x="993" y="316"/>
                  <a:pt x="1080" y="288"/>
                </a:cubicBezTo>
                <a:cubicBezTo>
                  <a:pt x="1167" y="260"/>
                  <a:pt x="1235" y="240"/>
                  <a:pt x="1336" y="192"/>
                </a:cubicBezTo>
                <a:cubicBezTo>
                  <a:pt x="1437" y="144"/>
                  <a:pt x="1615" y="40"/>
                  <a:pt x="1688" y="0"/>
                </a:cubicBezTo>
              </a:path>
            </a:pathLst>
          </a:custGeom>
          <a:noFill/>
          <a:ln w="38100" cmpd="sng">
            <a:solidFill>
              <a:srgbClr val="80808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41" name="Group 42">
            <a:extLst>
              <a:ext uri="{FF2B5EF4-FFF2-40B4-BE49-F238E27FC236}">
                <a16:creationId xmlns:a16="http://schemas.microsoft.com/office/drawing/2014/main" id="{7893C191-EB77-C0DC-9F95-754BEEF7FD1D}"/>
              </a:ext>
            </a:extLst>
          </p:cNvPr>
          <p:cNvGrpSpPr>
            <a:grpSpLocks/>
          </p:cNvGrpSpPr>
          <p:nvPr/>
        </p:nvGrpSpPr>
        <p:grpSpPr bwMode="auto">
          <a:xfrm flipH="1">
            <a:off x="1864099" y="3142149"/>
            <a:ext cx="633730" cy="115570"/>
            <a:chOff x="521" y="2478"/>
            <a:chExt cx="1044" cy="136"/>
          </a:xfrm>
        </p:grpSpPr>
        <p:sp>
          <p:nvSpPr>
            <p:cNvPr id="150" name="AutoShape 41">
              <a:extLst>
                <a:ext uri="{FF2B5EF4-FFF2-40B4-BE49-F238E27FC236}">
                  <a16:creationId xmlns:a16="http://schemas.microsoft.com/office/drawing/2014/main" id="{C1FC2741-7FF2-3F31-CDCD-7E10EAFE0AF7}"/>
                </a:ext>
              </a:extLst>
            </p:cNvPr>
            <p:cNvSpPr>
              <a:spLocks noChangeArrowheads="1"/>
            </p:cNvSpPr>
            <p:nvPr/>
          </p:nvSpPr>
          <p:spPr bwMode="auto">
            <a:xfrm>
              <a:off x="1383" y="2505"/>
              <a:ext cx="182" cy="91"/>
            </a:xfrm>
            <a:prstGeom prst="rightArrow">
              <a:avLst>
                <a:gd name="adj1" fmla="val 49454"/>
                <a:gd name="adj2" fmla="val 72528"/>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51" name="Rectangle 39">
              <a:extLst>
                <a:ext uri="{FF2B5EF4-FFF2-40B4-BE49-F238E27FC236}">
                  <a16:creationId xmlns:a16="http://schemas.microsoft.com/office/drawing/2014/main" id="{2358C5DA-1151-B6C6-4893-206F48A05B62}"/>
                </a:ext>
              </a:extLst>
            </p:cNvPr>
            <p:cNvSpPr>
              <a:spLocks noChangeArrowheads="1"/>
            </p:cNvSpPr>
            <p:nvPr/>
          </p:nvSpPr>
          <p:spPr bwMode="auto">
            <a:xfrm>
              <a:off x="521" y="2478"/>
              <a:ext cx="635" cy="136"/>
            </a:xfrm>
            <a:prstGeom prst="rect">
              <a:avLst/>
            </a:prstGeom>
            <a:solidFill>
              <a:srgbClr val="FFFFFF"/>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52" name="Rectangle 40">
              <a:extLst>
                <a:ext uri="{FF2B5EF4-FFF2-40B4-BE49-F238E27FC236}">
                  <a16:creationId xmlns:a16="http://schemas.microsoft.com/office/drawing/2014/main" id="{B3018757-CC64-394C-70AF-D0A9ED1DC27E}"/>
                </a:ext>
              </a:extLst>
            </p:cNvPr>
            <p:cNvSpPr>
              <a:spLocks noChangeArrowheads="1"/>
            </p:cNvSpPr>
            <p:nvPr/>
          </p:nvSpPr>
          <p:spPr bwMode="auto">
            <a:xfrm>
              <a:off x="1156" y="2478"/>
              <a:ext cx="227" cy="136"/>
            </a:xfrm>
            <a:prstGeom prst="rect">
              <a:avLst/>
            </a:prstGeom>
            <a:solidFill>
              <a:srgbClr val="FFFF00"/>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nvGrpSpPr>
          <p:cNvPr id="42" name="Group 42">
            <a:extLst>
              <a:ext uri="{FF2B5EF4-FFF2-40B4-BE49-F238E27FC236}">
                <a16:creationId xmlns:a16="http://schemas.microsoft.com/office/drawing/2014/main" id="{386F41CA-BB6A-7161-4F71-597B54EC94F2}"/>
              </a:ext>
            </a:extLst>
          </p:cNvPr>
          <p:cNvGrpSpPr>
            <a:grpSpLocks/>
          </p:cNvGrpSpPr>
          <p:nvPr/>
        </p:nvGrpSpPr>
        <p:grpSpPr bwMode="auto">
          <a:xfrm flipH="1">
            <a:off x="6300210" y="3181519"/>
            <a:ext cx="633730" cy="115570"/>
            <a:chOff x="521" y="2478"/>
            <a:chExt cx="1044" cy="136"/>
          </a:xfrm>
        </p:grpSpPr>
        <p:sp>
          <p:nvSpPr>
            <p:cNvPr id="147" name="AutoShape 41">
              <a:extLst>
                <a:ext uri="{FF2B5EF4-FFF2-40B4-BE49-F238E27FC236}">
                  <a16:creationId xmlns:a16="http://schemas.microsoft.com/office/drawing/2014/main" id="{E8B699C9-C91C-B194-F175-A1155D1D99A5}"/>
                </a:ext>
              </a:extLst>
            </p:cNvPr>
            <p:cNvSpPr>
              <a:spLocks noChangeArrowheads="1"/>
            </p:cNvSpPr>
            <p:nvPr/>
          </p:nvSpPr>
          <p:spPr bwMode="auto">
            <a:xfrm>
              <a:off x="1383" y="2505"/>
              <a:ext cx="182" cy="91"/>
            </a:xfrm>
            <a:prstGeom prst="rightArrow">
              <a:avLst>
                <a:gd name="adj1" fmla="val 49454"/>
                <a:gd name="adj2" fmla="val 72528"/>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8" name="Rectangle 39">
              <a:extLst>
                <a:ext uri="{FF2B5EF4-FFF2-40B4-BE49-F238E27FC236}">
                  <a16:creationId xmlns:a16="http://schemas.microsoft.com/office/drawing/2014/main" id="{985C4396-8A66-8278-83F8-4DF19CFAAA22}"/>
                </a:ext>
              </a:extLst>
            </p:cNvPr>
            <p:cNvSpPr>
              <a:spLocks noChangeArrowheads="1"/>
            </p:cNvSpPr>
            <p:nvPr/>
          </p:nvSpPr>
          <p:spPr bwMode="auto">
            <a:xfrm>
              <a:off x="521" y="2478"/>
              <a:ext cx="635" cy="136"/>
            </a:xfrm>
            <a:prstGeom prst="rect">
              <a:avLst/>
            </a:prstGeom>
            <a:solidFill>
              <a:srgbClr val="CCFF99"/>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9" name="Rectangle 40">
              <a:extLst>
                <a:ext uri="{FF2B5EF4-FFF2-40B4-BE49-F238E27FC236}">
                  <a16:creationId xmlns:a16="http://schemas.microsoft.com/office/drawing/2014/main" id="{8D40C89A-AB54-8643-FC2C-63DBA6155547}"/>
                </a:ext>
              </a:extLst>
            </p:cNvPr>
            <p:cNvSpPr>
              <a:spLocks noChangeArrowheads="1"/>
            </p:cNvSpPr>
            <p:nvPr/>
          </p:nvSpPr>
          <p:spPr bwMode="auto">
            <a:xfrm>
              <a:off x="1156" y="2478"/>
              <a:ext cx="227" cy="136"/>
            </a:xfrm>
            <a:prstGeom prst="rect">
              <a:avLst/>
            </a:prstGeom>
            <a:solidFill>
              <a:srgbClr val="FFFF00"/>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nvGrpSpPr>
          <p:cNvPr id="43" name="Group 42">
            <a:extLst>
              <a:ext uri="{FF2B5EF4-FFF2-40B4-BE49-F238E27FC236}">
                <a16:creationId xmlns:a16="http://schemas.microsoft.com/office/drawing/2014/main" id="{781A354F-E247-B848-1AF4-2CB2C50089A7}"/>
              </a:ext>
            </a:extLst>
          </p:cNvPr>
          <p:cNvGrpSpPr>
            <a:grpSpLocks/>
          </p:cNvGrpSpPr>
          <p:nvPr/>
        </p:nvGrpSpPr>
        <p:grpSpPr bwMode="auto">
          <a:xfrm>
            <a:off x="5956039" y="2912279"/>
            <a:ext cx="632460" cy="115570"/>
            <a:chOff x="521" y="2478"/>
            <a:chExt cx="1044" cy="136"/>
          </a:xfrm>
        </p:grpSpPr>
        <p:sp>
          <p:nvSpPr>
            <p:cNvPr id="144" name="AutoShape 41">
              <a:extLst>
                <a:ext uri="{FF2B5EF4-FFF2-40B4-BE49-F238E27FC236}">
                  <a16:creationId xmlns:a16="http://schemas.microsoft.com/office/drawing/2014/main" id="{39D02C26-BC52-306F-87A1-DE637FDD5B5E}"/>
                </a:ext>
              </a:extLst>
            </p:cNvPr>
            <p:cNvSpPr>
              <a:spLocks noChangeArrowheads="1"/>
            </p:cNvSpPr>
            <p:nvPr/>
          </p:nvSpPr>
          <p:spPr bwMode="auto">
            <a:xfrm>
              <a:off x="1383" y="2505"/>
              <a:ext cx="182" cy="91"/>
            </a:xfrm>
            <a:prstGeom prst="rightArrow">
              <a:avLst>
                <a:gd name="adj1" fmla="val 49454"/>
                <a:gd name="adj2" fmla="val 72528"/>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5" name="Rectangle 39">
              <a:extLst>
                <a:ext uri="{FF2B5EF4-FFF2-40B4-BE49-F238E27FC236}">
                  <a16:creationId xmlns:a16="http://schemas.microsoft.com/office/drawing/2014/main" id="{EABEFBB2-2BB9-71C0-AEDF-A7561CD375D3}"/>
                </a:ext>
              </a:extLst>
            </p:cNvPr>
            <p:cNvSpPr>
              <a:spLocks noChangeArrowheads="1"/>
            </p:cNvSpPr>
            <p:nvPr/>
          </p:nvSpPr>
          <p:spPr bwMode="auto">
            <a:xfrm>
              <a:off x="521" y="2478"/>
              <a:ext cx="635" cy="136"/>
            </a:xfrm>
            <a:prstGeom prst="rect">
              <a:avLst/>
            </a:prstGeom>
            <a:solidFill>
              <a:srgbClr val="CCFF99"/>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6" name="Rectangle 40">
              <a:extLst>
                <a:ext uri="{FF2B5EF4-FFF2-40B4-BE49-F238E27FC236}">
                  <a16:creationId xmlns:a16="http://schemas.microsoft.com/office/drawing/2014/main" id="{DE8C0AAB-803C-2F2B-F939-05D6FFADEF30}"/>
                </a:ext>
              </a:extLst>
            </p:cNvPr>
            <p:cNvSpPr>
              <a:spLocks noChangeArrowheads="1"/>
            </p:cNvSpPr>
            <p:nvPr/>
          </p:nvSpPr>
          <p:spPr bwMode="auto">
            <a:xfrm>
              <a:off x="1156" y="2478"/>
              <a:ext cx="227" cy="136"/>
            </a:xfrm>
            <a:prstGeom prst="rect">
              <a:avLst/>
            </a:prstGeom>
            <a:solidFill>
              <a:srgbClr val="FFFF00"/>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44" name="Line 70">
            <a:extLst>
              <a:ext uri="{FF2B5EF4-FFF2-40B4-BE49-F238E27FC236}">
                <a16:creationId xmlns:a16="http://schemas.microsoft.com/office/drawing/2014/main" id="{437B569E-F4F3-0153-20CC-761E75178A8C}"/>
              </a:ext>
            </a:extLst>
          </p:cNvPr>
          <p:cNvSpPr>
            <a:spLocks noChangeShapeType="1"/>
          </p:cNvSpPr>
          <p:nvPr/>
        </p:nvSpPr>
        <p:spPr bwMode="auto">
          <a:xfrm flipH="1">
            <a:off x="6240519" y="3253909"/>
            <a:ext cx="242570" cy="264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5" name="Text Box 45">
            <a:extLst>
              <a:ext uri="{FF2B5EF4-FFF2-40B4-BE49-F238E27FC236}">
                <a16:creationId xmlns:a16="http://schemas.microsoft.com/office/drawing/2014/main" id="{E4EC5D3E-4C67-ADA5-B1C8-0F92997BF5C9}"/>
              </a:ext>
            </a:extLst>
          </p:cNvPr>
          <p:cNvSpPr txBox="1">
            <a:spLocks noChangeArrowheads="1"/>
          </p:cNvSpPr>
          <p:nvPr/>
        </p:nvSpPr>
        <p:spPr bwMode="auto">
          <a:xfrm>
            <a:off x="803344" y="2631609"/>
            <a:ext cx="325730" cy="24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 </a:t>
            </a: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A</a:t>
            </a:r>
          </a:p>
        </p:txBody>
      </p:sp>
      <p:sp>
        <p:nvSpPr>
          <p:cNvPr id="46" name="Line 60">
            <a:extLst>
              <a:ext uri="{FF2B5EF4-FFF2-40B4-BE49-F238E27FC236}">
                <a16:creationId xmlns:a16="http://schemas.microsoft.com/office/drawing/2014/main" id="{40E6A114-3312-3CA8-6696-1724AB9B45E7}"/>
              </a:ext>
            </a:extLst>
          </p:cNvPr>
          <p:cNvSpPr>
            <a:spLocks noChangeShapeType="1"/>
          </p:cNvSpPr>
          <p:nvPr/>
        </p:nvSpPr>
        <p:spPr bwMode="auto">
          <a:xfrm flipH="1">
            <a:off x="1776469" y="3199299"/>
            <a:ext cx="255270" cy="4470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47" name="Line 38">
            <a:extLst>
              <a:ext uri="{FF2B5EF4-FFF2-40B4-BE49-F238E27FC236}">
                <a16:creationId xmlns:a16="http://schemas.microsoft.com/office/drawing/2014/main" id="{902686F3-4D42-4273-7B7F-12170A158783}"/>
              </a:ext>
            </a:extLst>
          </p:cNvPr>
          <p:cNvSpPr>
            <a:spLocks noChangeShapeType="1"/>
          </p:cNvSpPr>
          <p:nvPr/>
        </p:nvSpPr>
        <p:spPr bwMode="auto">
          <a:xfrm rot="5400000">
            <a:off x="1326889" y="3020228"/>
            <a:ext cx="250190" cy="41529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48" name="Picture 27">
            <a:extLst>
              <a:ext uri="{FF2B5EF4-FFF2-40B4-BE49-F238E27FC236}">
                <a16:creationId xmlns:a16="http://schemas.microsoft.com/office/drawing/2014/main" id="{E19FD705-9060-09EB-A297-F92490D79741}"/>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00829" y="315103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 Box 45">
            <a:extLst>
              <a:ext uri="{FF2B5EF4-FFF2-40B4-BE49-F238E27FC236}">
                <a16:creationId xmlns:a16="http://schemas.microsoft.com/office/drawing/2014/main" id="{BDA355B4-15BB-601B-FE87-270648E22710}"/>
              </a:ext>
            </a:extLst>
          </p:cNvPr>
          <p:cNvSpPr txBox="1">
            <a:spLocks noChangeArrowheads="1"/>
          </p:cNvSpPr>
          <p:nvPr/>
        </p:nvSpPr>
        <p:spPr bwMode="auto">
          <a:xfrm>
            <a:off x="260773" y="3104049"/>
            <a:ext cx="909223" cy="237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192.168.0.4</a:t>
            </a:r>
          </a:p>
        </p:txBody>
      </p:sp>
      <p:sp>
        <p:nvSpPr>
          <p:cNvPr id="50" name="TextBox 54">
            <a:extLst>
              <a:ext uri="{FF2B5EF4-FFF2-40B4-BE49-F238E27FC236}">
                <a16:creationId xmlns:a16="http://schemas.microsoft.com/office/drawing/2014/main" id="{E3DA8187-BC50-CACE-ACD1-443B7464AB58}"/>
              </a:ext>
            </a:extLst>
          </p:cNvPr>
          <p:cNvSpPr txBox="1">
            <a:spLocks noChangeArrowheads="1"/>
          </p:cNvSpPr>
          <p:nvPr/>
        </p:nvSpPr>
        <p:spPr bwMode="auto">
          <a:xfrm>
            <a:off x="1838699" y="1365419"/>
            <a:ext cx="18473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51" name="Text Box 155">
            <a:extLst>
              <a:ext uri="{FF2B5EF4-FFF2-40B4-BE49-F238E27FC236}">
                <a16:creationId xmlns:a16="http://schemas.microsoft.com/office/drawing/2014/main" id="{C7EBA9FE-24C0-6E7B-F040-1FCBDA9FC8D0}"/>
              </a:ext>
            </a:extLst>
          </p:cNvPr>
          <p:cNvSpPr txBox="1">
            <a:spLocks noChangeArrowheads="1"/>
          </p:cNvSpPr>
          <p:nvPr/>
        </p:nvSpPr>
        <p:spPr bwMode="auto">
          <a:xfrm flipH="1">
            <a:off x="2440679" y="3068489"/>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zh-CN" sz="12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3" name="Text Box 141">
            <a:extLst>
              <a:ext uri="{FF2B5EF4-FFF2-40B4-BE49-F238E27FC236}">
                <a16:creationId xmlns:a16="http://schemas.microsoft.com/office/drawing/2014/main" id="{79016ED3-EB2B-66F4-F9A7-32FE5266F414}"/>
              </a:ext>
            </a:extLst>
          </p:cNvPr>
          <p:cNvSpPr txBox="1">
            <a:spLocks noChangeArrowheads="1"/>
          </p:cNvSpPr>
          <p:nvPr/>
        </p:nvSpPr>
        <p:spPr bwMode="auto">
          <a:xfrm flipH="1">
            <a:off x="5682989" y="2797979"/>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zh-CN" sz="12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4" name="Text Box 154">
            <a:extLst>
              <a:ext uri="{FF2B5EF4-FFF2-40B4-BE49-F238E27FC236}">
                <a16:creationId xmlns:a16="http://schemas.microsoft.com/office/drawing/2014/main" id="{B9464350-BB13-F250-0456-E96C474572D5}"/>
              </a:ext>
            </a:extLst>
          </p:cNvPr>
          <p:cNvSpPr txBox="1">
            <a:spLocks noChangeArrowheads="1"/>
          </p:cNvSpPr>
          <p:nvPr/>
        </p:nvSpPr>
        <p:spPr bwMode="auto">
          <a:xfrm flipH="1">
            <a:off x="6834879" y="3082459"/>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zh-CN" sz="12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5" name="Text Box 177">
            <a:extLst>
              <a:ext uri="{FF2B5EF4-FFF2-40B4-BE49-F238E27FC236}">
                <a16:creationId xmlns:a16="http://schemas.microsoft.com/office/drawing/2014/main" id="{0E583675-E4A6-239C-D87B-0E98BC50FA39}"/>
              </a:ext>
            </a:extLst>
          </p:cNvPr>
          <p:cNvSpPr txBox="1">
            <a:spLocks noChangeArrowheads="1"/>
          </p:cNvSpPr>
          <p:nvPr/>
        </p:nvSpPr>
        <p:spPr bwMode="auto">
          <a:xfrm flipH="1">
            <a:off x="1979669" y="2797979"/>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zh-CN" sz="12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6" name="Text Box 76">
            <a:extLst>
              <a:ext uri="{FF2B5EF4-FFF2-40B4-BE49-F238E27FC236}">
                <a16:creationId xmlns:a16="http://schemas.microsoft.com/office/drawing/2014/main" id="{E5FE5A75-5865-F709-FC3E-3B89BF3D5535}"/>
              </a:ext>
            </a:extLst>
          </p:cNvPr>
          <p:cNvSpPr txBox="1">
            <a:spLocks noChangeArrowheads="1"/>
          </p:cNvSpPr>
          <p:nvPr/>
        </p:nvSpPr>
        <p:spPr bwMode="auto">
          <a:xfrm>
            <a:off x="3017259" y="1191429"/>
            <a:ext cx="2838451" cy="855619"/>
          </a:xfrm>
          <a:prstGeom prst="rect">
            <a:avLst/>
          </a:prstGeom>
          <a:noFill/>
          <a:ln w="158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ts val="60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NAT </a:t>
            </a: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转换表</a:t>
            </a:r>
            <a:endPar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endParaRPr>
          </a:p>
          <a:p>
            <a:pPr marL="0" marR="0" lvl="0" indent="0" algn="ctr" defTabSz="914400" eaLnBrk="1" fontAlgn="base" latinLnBrk="0" hangingPunct="1">
              <a:lnSpc>
                <a:spcPct val="90000"/>
              </a:lnSpc>
              <a:spcBef>
                <a:spcPts val="600"/>
              </a:spcBef>
              <a:spcAft>
                <a:spcPct val="0"/>
              </a:spcAft>
              <a:buClrTx/>
              <a:buSzTx/>
              <a:buFontTx/>
              <a:buNone/>
              <a:tabLst/>
              <a:defRPr/>
            </a:pP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 专用地址，   端口     全球地址，端口      </a:t>
            </a:r>
          </a:p>
          <a:p>
            <a:pPr marL="0" marR="0" lvl="0" indent="0" algn="ctr" defTabSz="914400" eaLnBrk="1" fontAlgn="base" latinLnBrk="0" hangingPunct="1">
              <a:lnSpc>
                <a:spcPct val="90000"/>
              </a:lnSpc>
              <a:spcBef>
                <a:spcPts val="60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192.168.0.3</a:t>
            </a: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a:t>
            </a: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1234     172.30.0.5,  5678</a:t>
            </a:r>
          </a:p>
          <a:p>
            <a:pPr marL="0" marR="0" lvl="0" indent="0" algn="ctr" defTabSz="914400" eaLnBrk="1" fontAlgn="base" latinLnBrk="0" hangingPunct="1">
              <a:lnSpc>
                <a:spcPct val="90000"/>
              </a:lnSpc>
              <a:spcBef>
                <a:spcPct val="0"/>
              </a:spcBef>
              <a:spcAft>
                <a:spcPct val="0"/>
              </a:spcAft>
              <a:buClrTx/>
              <a:buSzTx/>
              <a:buFontTx/>
              <a:buNone/>
              <a:tabLst/>
              <a:defRPr/>
            </a:pPr>
            <a:endPar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119" name="直接连接符 118">
            <a:extLst>
              <a:ext uri="{FF2B5EF4-FFF2-40B4-BE49-F238E27FC236}">
                <a16:creationId xmlns:a16="http://schemas.microsoft.com/office/drawing/2014/main" id="{BDE33798-B62A-E4A3-759D-EB0961991AC4}"/>
              </a:ext>
            </a:extLst>
          </p:cNvPr>
          <p:cNvCxnSpPr>
            <a:cxnSpLocks/>
          </p:cNvCxnSpPr>
          <p:nvPr/>
        </p:nvCxnSpPr>
        <p:spPr>
          <a:xfrm>
            <a:off x="3015989" y="1406059"/>
            <a:ext cx="2851150" cy="7620"/>
          </a:xfrm>
          <a:prstGeom prst="line">
            <a:avLst/>
          </a:prstGeom>
          <a:noFill/>
          <a:ln w="9525" cap="flat" cmpd="sng" algn="ctr">
            <a:solidFill>
              <a:srgbClr val="000000"/>
            </a:solidFill>
            <a:prstDash val="solid"/>
          </a:ln>
          <a:effectLst/>
        </p:spPr>
      </p:cxnSp>
      <p:cxnSp>
        <p:nvCxnSpPr>
          <p:cNvPr id="120" name="直接连接符 119">
            <a:extLst>
              <a:ext uri="{FF2B5EF4-FFF2-40B4-BE49-F238E27FC236}">
                <a16:creationId xmlns:a16="http://schemas.microsoft.com/office/drawing/2014/main" id="{090B1F0C-E72A-8C30-3FCC-6D9DE82F8674}"/>
              </a:ext>
            </a:extLst>
          </p:cNvPr>
          <p:cNvCxnSpPr>
            <a:stCxn id="56" idx="1"/>
            <a:endCxn id="56" idx="3"/>
          </p:cNvCxnSpPr>
          <p:nvPr/>
        </p:nvCxnSpPr>
        <p:spPr>
          <a:xfrm>
            <a:off x="3017259" y="1619239"/>
            <a:ext cx="2838451" cy="0"/>
          </a:xfrm>
          <a:prstGeom prst="line">
            <a:avLst/>
          </a:prstGeom>
          <a:noFill/>
          <a:ln w="9525" cap="flat" cmpd="sng" algn="ctr">
            <a:solidFill>
              <a:srgbClr val="000000"/>
            </a:solidFill>
            <a:prstDash val="solid"/>
          </a:ln>
          <a:effectLst/>
        </p:spPr>
      </p:cxnSp>
      <p:sp>
        <p:nvSpPr>
          <p:cNvPr id="121" name="Text Box 52">
            <a:extLst>
              <a:ext uri="{FF2B5EF4-FFF2-40B4-BE49-F238E27FC236}">
                <a16:creationId xmlns:a16="http://schemas.microsoft.com/office/drawing/2014/main" id="{9AFE4F83-4E17-2CCA-F27C-00AE4D131B63}"/>
              </a:ext>
            </a:extLst>
          </p:cNvPr>
          <p:cNvSpPr txBox="1">
            <a:spLocks noChangeArrowheads="1"/>
          </p:cNvSpPr>
          <p:nvPr/>
        </p:nvSpPr>
        <p:spPr bwMode="auto">
          <a:xfrm>
            <a:off x="8278947" y="2344589"/>
            <a:ext cx="279244" cy="24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B</a:t>
            </a:r>
          </a:p>
        </p:txBody>
      </p:sp>
      <p:cxnSp>
        <p:nvCxnSpPr>
          <p:cNvPr id="122" name="直接连接符 121">
            <a:extLst>
              <a:ext uri="{FF2B5EF4-FFF2-40B4-BE49-F238E27FC236}">
                <a16:creationId xmlns:a16="http://schemas.microsoft.com/office/drawing/2014/main" id="{065352A3-5771-8DE2-2620-A2A3781EFBC0}"/>
              </a:ext>
            </a:extLst>
          </p:cNvPr>
          <p:cNvCxnSpPr>
            <a:cxnSpLocks/>
          </p:cNvCxnSpPr>
          <p:nvPr/>
        </p:nvCxnSpPr>
        <p:spPr>
          <a:xfrm>
            <a:off x="4501173" y="1409487"/>
            <a:ext cx="0" cy="641892"/>
          </a:xfrm>
          <a:prstGeom prst="line">
            <a:avLst/>
          </a:prstGeom>
          <a:noFill/>
          <a:ln w="9525" cap="flat" cmpd="sng" algn="ctr">
            <a:solidFill>
              <a:srgbClr val="000000"/>
            </a:solidFill>
            <a:prstDash val="solid"/>
          </a:ln>
          <a:effectLst/>
        </p:spPr>
      </p:cxnSp>
      <p:sp>
        <p:nvSpPr>
          <p:cNvPr id="123" name="Oval 421">
            <a:extLst>
              <a:ext uri="{FF2B5EF4-FFF2-40B4-BE49-F238E27FC236}">
                <a16:creationId xmlns:a16="http://schemas.microsoft.com/office/drawing/2014/main" id="{A4805088-E8C6-5AB7-1E15-F51AB98AB0A0}"/>
              </a:ext>
            </a:extLst>
          </p:cNvPr>
          <p:cNvSpPr>
            <a:spLocks noChangeArrowheads="1"/>
          </p:cNvSpPr>
          <p:nvPr/>
        </p:nvSpPr>
        <p:spPr bwMode="auto">
          <a:xfrm>
            <a:off x="3976109" y="3065949"/>
            <a:ext cx="62230" cy="53340"/>
          </a:xfrm>
          <a:prstGeom prst="ellipse">
            <a:avLst/>
          </a:prstGeom>
          <a:solidFill>
            <a:srgbClr val="FFFFFF"/>
          </a:solidFill>
          <a:ln w="30163">
            <a:solidFill>
              <a:srgbClr val="000000"/>
            </a:solidFill>
            <a:round/>
            <a:headEnd/>
            <a:tailEnd/>
          </a:ln>
        </p:spPr>
        <p:txBody>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14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124" name="Picture 58">
            <a:extLst>
              <a:ext uri="{FF2B5EF4-FFF2-40B4-BE49-F238E27FC236}">
                <a16:creationId xmlns:a16="http://schemas.microsoft.com/office/drawing/2014/main" id="{ECCABF2E-847B-104D-8D49-ADE7C6E3A258}"/>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23409" y="2987209"/>
            <a:ext cx="464820" cy="219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25" name="Oval 421">
            <a:extLst>
              <a:ext uri="{FF2B5EF4-FFF2-40B4-BE49-F238E27FC236}">
                <a16:creationId xmlns:a16="http://schemas.microsoft.com/office/drawing/2014/main" id="{E873E55C-395E-9F97-078C-A7B3D4FBC3B5}"/>
              </a:ext>
            </a:extLst>
          </p:cNvPr>
          <p:cNvSpPr>
            <a:spLocks noChangeArrowheads="1"/>
          </p:cNvSpPr>
          <p:nvPr/>
        </p:nvSpPr>
        <p:spPr bwMode="auto">
          <a:xfrm>
            <a:off x="4625079" y="3065949"/>
            <a:ext cx="62230" cy="53340"/>
          </a:xfrm>
          <a:prstGeom prst="ellipse">
            <a:avLst/>
          </a:prstGeom>
          <a:solidFill>
            <a:srgbClr val="FFFFFF"/>
          </a:solidFill>
          <a:ln w="30163">
            <a:solidFill>
              <a:srgbClr val="000000"/>
            </a:solidFill>
            <a:round/>
            <a:headEnd/>
            <a:tailEnd/>
          </a:ln>
        </p:spPr>
        <p:txBody>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14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132" name="直接连接符 131">
            <a:extLst>
              <a:ext uri="{FF2B5EF4-FFF2-40B4-BE49-F238E27FC236}">
                <a16:creationId xmlns:a16="http://schemas.microsoft.com/office/drawing/2014/main" id="{2D219ADA-8BCF-E3E9-8889-1744F4679510}"/>
              </a:ext>
            </a:extLst>
          </p:cNvPr>
          <p:cNvCxnSpPr>
            <a:cxnSpLocks/>
            <a:stCxn id="134" idx="0"/>
          </p:cNvCxnSpPr>
          <p:nvPr/>
        </p:nvCxnSpPr>
        <p:spPr>
          <a:xfrm flipH="1" flipV="1">
            <a:off x="6795510" y="3234859"/>
            <a:ext cx="316892" cy="283210"/>
          </a:xfrm>
          <a:prstGeom prst="line">
            <a:avLst/>
          </a:prstGeom>
          <a:noFill/>
          <a:ln w="19050" cap="flat" cmpd="sng" algn="ctr">
            <a:solidFill>
              <a:srgbClr val="000000"/>
            </a:solidFill>
            <a:prstDash val="solid"/>
            <a:headEnd type="none" w="med" len="med"/>
            <a:tailEnd type="triangle" w="med" len="med"/>
          </a:ln>
          <a:effectLst/>
        </p:spPr>
      </p:cxnSp>
      <p:sp>
        <p:nvSpPr>
          <p:cNvPr id="134" name="Text Box 50">
            <a:extLst>
              <a:ext uri="{FF2B5EF4-FFF2-40B4-BE49-F238E27FC236}">
                <a16:creationId xmlns:a16="http://schemas.microsoft.com/office/drawing/2014/main" id="{D4D96FF1-B14F-8B2B-8DF3-BA9BCDDCA0E7}"/>
              </a:ext>
            </a:extLst>
          </p:cNvPr>
          <p:cNvSpPr txBox="1">
            <a:spLocks noChangeArrowheads="1"/>
          </p:cNvSpPr>
          <p:nvPr/>
        </p:nvSpPr>
        <p:spPr bwMode="auto">
          <a:xfrm>
            <a:off x="6850118" y="3518069"/>
            <a:ext cx="524567" cy="383182"/>
          </a:xfrm>
          <a:prstGeom prst="rect">
            <a:avLst/>
          </a:prstGeom>
          <a:solidFill>
            <a:srgbClr val="CCFF99"/>
          </a:solidFill>
          <a:ln w="19050">
            <a:solidFill>
              <a:srgbClr val="000000"/>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fontAlgn="base">
              <a:lnSpc>
                <a:spcPct val="90000"/>
              </a:lnSpc>
              <a:spcBef>
                <a:spcPct val="0"/>
              </a:spcBef>
              <a:spcAft>
                <a:spcPct val="0"/>
              </a:spcAft>
              <a:buNone/>
            </a:pPr>
            <a:r>
              <a:rPr kumimoji="1" lang="en-US" altLang="zh-CN" sz="1050" kern="0" dirty="0">
                <a:solidFill>
                  <a:srgbClr val="000000"/>
                </a:solidFill>
                <a:latin typeface="微软雅黑" panose="020B0503020204020204" pitchFamily="34" charset="-122"/>
                <a:ea typeface="微软雅黑" panose="020B0503020204020204" pitchFamily="34" charset="-122"/>
              </a:rPr>
              <a:t>80</a:t>
            </a:r>
          </a:p>
          <a:p>
            <a:pPr algn="ctr" fontAlgn="base">
              <a:lnSpc>
                <a:spcPct val="90000"/>
              </a:lnSpc>
              <a:spcBef>
                <a:spcPct val="0"/>
              </a:spcBef>
              <a:spcAft>
                <a:spcPct val="0"/>
              </a:spcAft>
              <a:buNone/>
            </a:pPr>
            <a:r>
              <a:rPr kumimoji="1" lang="en-US" altLang="zh-CN" sz="1050" kern="0" dirty="0">
                <a:solidFill>
                  <a:srgbClr val="000000"/>
                </a:solidFill>
                <a:latin typeface="微软雅黑" panose="020B0503020204020204" pitchFamily="34" charset="-122"/>
                <a:ea typeface="微软雅黑" panose="020B0503020204020204" pitchFamily="34" charset="-122"/>
              </a:rPr>
              <a:t>5678</a:t>
            </a:r>
          </a:p>
        </p:txBody>
      </p:sp>
      <p:sp>
        <p:nvSpPr>
          <p:cNvPr id="135" name="Text Box 50">
            <a:extLst>
              <a:ext uri="{FF2B5EF4-FFF2-40B4-BE49-F238E27FC236}">
                <a16:creationId xmlns:a16="http://schemas.microsoft.com/office/drawing/2014/main" id="{2EDCDDDC-C71D-710B-433E-979E4EAFA5DF}"/>
              </a:ext>
            </a:extLst>
          </p:cNvPr>
          <p:cNvSpPr txBox="1">
            <a:spLocks noChangeArrowheads="1"/>
          </p:cNvSpPr>
          <p:nvPr/>
        </p:nvSpPr>
        <p:spPr bwMode="auto">
          <a:xfrm>
            <a:off x="2356859" y="3639989"/>
            <a:ext cx="525780" cy="383182"/>
          </a:xfrm>
          <a:prstGeom prst="rect">
            <a:avLst/>
          </a:prstGeom>
          <a:solidFill>
            <a:srgbClr val="CCFF99"/>
          </a:solidFill>
          <a:ln w="19050">
            <a:solidFill>
              <a:srgbClr val="000000"/>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fontAlgn="base">
              <a:lnSpc>
                <a:spcPct val="90000"/>
              </a:lnSpc>
              <a:spcBef>
                <a:spcPct val="0"/>
              </a:spcBef>
              <a:spcAft>
                <a:spcPct val="0"/>
              </a:spcAft>
              <a:buNone/>
            </a:pPr>
            <a:r>
              <a:rPr kumimoji="1" lang="en-US" altLang="zh-CN" sz="1050" kern="0" dirty="0">
                <a:solidFill>
                  <a:srgbClr val="000000"/>
                </a:solidFill>
                <a:latin typeface="微软雅黑" panose="020B0503020204020204" pitchFamily="34" charset="-122"/>
                <a:ea typeface="微软雅黑" panose="020B0503020204020204" pitchFamily="34" charset="-122"/>
              </a:rPr>
              <a:t>80</a:t>
            </a:r>
          </a:p>
          <a:p>
            <a:pPr algn="ctr" fontAlgn="base">
              <a:lnSpc>
                <a:spcPct val="90000"/>
              </a:lnSpc>
              <a:spcBef>
                <a:spcPct val="0"/>
              </a:spcBef>
              <a:spcAft>
                <a:spcPct val="0"/>
              </a:spcAft>
              <a:buNone/>
            </a:pPr>
            <a:r>
              <a:rPr kumimoji="1" lang="en-US" altLang="zh-CN" sz="1050" kern="0" dirty="0">
                <a:solidFill>
                  <a:srgbClr val="000000"/>
                </a:solidFill>
                <a:latin typeface="微软雅黑" panose="020B0503020204020204" pitchFamily="34" charset="-122"/>
                <a:ea typeface="微软雅黑" panose="020B0503020204020204" pitchFamily="34" charset="-122"/>
              </a:rPr>
              <a:t>1234</a:t>
            </a:r>
          </a:p>
        </p:txBody>
      </p:sp>
      <p:cxnSp>
        <p:nvCxnSpPr>
          <p:cNvPr id="136" name="直接连接符 135">
            <a:extLst>
              <a:ext uri="{FF2B5EF4-FFF2-40B4-BE49-F238E27FC236}">
                <a16:creationId xmlns:a16="http://schemas.microsoft.com/office/drawing/2014/main" id="{26934F54-CF3D-D3E3-BE37-3168C1122807}"/>
              </a:ext>
            </a:extLst>
          </p:cNvPr>
          <p:cNvCxnSpPr>
            <a:cxnSpLocks/>
            <a:stCxn id="135" idx="0"/>
          </p:cNvCxnSpPr>
          <p:nvPr/>
        </p:nvCxnSpPr>
        <p:spPr>
          <a:xfrm flipH="1" flipV="1">
            <a:off x="2265419" y="3195489"/>
            <a:ext cx="354330" cy="444500"/>
          </a:xfrm>
          <a:prstGeom prst="line">
            <a:avLst/>
          </a:prstGeom>
          <a:noFill/>
          <a:ln w="19050" cap="flat" cmpd="sng" algn="ctr">
            <a:solidFill>
              <a:srgbClr val="000000"/>
            </a:solidFill>
            <a:prstDash val="solid"/>
            <a:headEnd type="none" w="med" len="med"/>
            <a:tailEnd type="triangle" w="med" len="med"/>
          </a:ln>
          <a:effectLst/>
        </p:spPr>
      </p:cxnSp>
      <p:sp>
        <p:nvSpPr>
          <p:cNvPr id="137" name="文本框 2">
            <a:extLst>
              <a:ext uri="{FF2B5EF4-FFF2-40B4-BE49-F238E27FC236}">
                <a16:creationId xmlns:a16="http://schemas.microsoft.com/office/drawing/2014/main" id="{BE051DFE-D1A8-2A03-F153-C539C7272111}"/>
              </a:ext>
            </a:extLst>
          </p:cNvPr>
          <p:cNvSpPr txBox="1">
            <a:spLocks noChangeArrowheads="1"/>
          </p:cNvSpPr>
          <p:nvPr/>
        </p:nvSpPr>
        <p:spPr bwMode="auto">
          <a:xfrm>
            <a:off x="3604518" y="1803499"/>
            <a:ext cx="7385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zh-CN" sz="120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 • •</a:t>
            </a:r>
            <a:endParaRPr kumimoji="0" lang="zh-CN" altLang="en-US" sz="120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69" name="组合 168">
            <a:extLst>
              <a:ext uri="{FF2B5EF4-FFF2-40B4-BE49-F238E27FC236}">
                <a16:creationId xmlns:a16="http://schemas.microsoft.com/office/drawing/2014/main" id="{B983B1C3-A036-968F-CDE0-2CEF33F1B84A}"/>
              </a:ext>
            </a:extLst>
          </p:cNvPr>
          <p:cNvGrpSpPr/>
          <p:nvPr/>
        </p:nvGrpSpPr>
        <p:grpSpPr>
          <a:xfrm>
            <a:off x="3247129" y="3104049"/>
            <a:ext cx="941070" cy="660042"/>
            <a:chOff x="3247129" y="3104049"/>
            <a:chExt cx="941070" cy="660042"/>
          </a:xfrm>
        </p:grpSpPr>
        <p:sp>
          <p:nvSpPr>
            <p:cNvPr id="126" name="Text Box 76">
              <a:extLst>
                <a:ext uri="{FF2B5EF4-FFF2-40B4-BE49-F238E27FC236}">
                  <a16:creationId xmlns:a16="http://schemas.microsoft.com/office/drawing/2014/main" id="{C08B34C8-7EDC-9948-398C-89A3BAA581BE}"/>
                </a:ext>
              </a:extLst>
            </p:cNvPr>
            <p:cNvSpPr txBox="1">
              <a:spLocks noChangeArrowheads="1"/>
            </p:cNvSpPr>
            <p:nvPr/>
          </p:nvSpPr>
          <p:spPr bwMode="auto">
            <a:xfrm>
              <a:off x="3250939" y="3380909"/>
              <a:ext cx="922020"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本地地址</a:t>
              </a:r>
            </a:p>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192.168.0.1</a:t>
              </a:r>
            </a:p>
          </p:txBody>
        </p:sp>
        <p:sp>
          <p:nvSpPr>
            <p:cNvPr id="127" name="Line 53">
              <a:extLst>
                <a:ext uri="{FF2B5EF4-FFF2-40B4-BE49-F238E27FC236}">
                  <a16:creationId xmlns:a16="http://schemas.microsoft.com/office/drawing/2014/main" id="{98A11EB0-2F0B-2F5E-8008-80B466664A59}"/>
                </a:ext>
              </a:extLst>
            </p:cNvPr>
            <p:cNvSpPr>
              <a:spLocks noChangeShapeType="1"/>
            </p:cNvSpPr>
            <p:nvPr/>
          </p:nvSpPr>
          <p:spPr bwMode="auto">
            <a:xfrm flipH="1">
              <a:off x="3733539" y="3104049"/>
              <a:ext cx="261620" cy="276860"/>
            </a:xfrm>
            <a:prstGeom prst="line">
              <a:avLst/>
            </a:prstGeom>
            <a:noFill/>
            <a:ln w="9525">
              <a:solidFill>
                <a:srgbClr val="000000"/>
              </a:solidFill>
              <a:round/>
              <a:headEnd type="triangle" w="sm" len="lg"/>
              <a:tailEnd type="none" w="sm" len="lg"/>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1" name="矩形: 圆角 140">
              <a:extLst>
                <a:ext uri="{FF2B5EF4-FFF2-40B4-BE49-F238E27FC236}">
                  <a16:creationId xmlns:a16="http://schemas.microsoft.com/office/drawing/2014/main" id="{AB483C8F-885D-C5C1-79EE-31EDD0936D71}"/>
                </a:ext>
              </a:extLst>
            </p:cNvPr>
            <p:cNvSpPr/>
            <p:nvPr/>
          </p:nvSpPr>
          <p:spPr>
            <a:xfrm>
              <a:off x="3247129" y="3382179"/>
              <a:ext cx="941070" cy="364132"/>
            </a:xfrm>
            <a:prstGeom prst="roundRect">
              <a:avLst>
                <a:gd name="adj" fmla="val 31097"/>
              </a:avLst>
            </a:prstGeom>
            <a:noFill/>
            <a:ln w="3810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grpSp>
      <p:grpSp>
        <p:nvGrpSpPr>
          <p:cNvPr id="170" name="组合 169">
            <a:extLst>
              <a:ext uri="{FF2B5EF4-FFF2-40B4-BE49-F238E27FC236}">
                <a16:creationId xmlns:a16="http://schemas.microsoft.com/office/drawing/2014/main" id="{2C827E0D-2D83-4AD7-BC81-076E3C8A1F5D}"/>
              </a:ext>
            </a:extLst>
          </p:cNvPr>
          <p:cNvGrpSpPr/>
          <p:nvPr/>
        </p:nvGrpSpPr>
        <p:grpSpPr>
          <a:xfrm>
            <a:off x="4552689" y="3135799"/>
            <a:ext cx="941070" cy="642262"/>
            <a:chOff x="4552689" y="3135799"/>
            <a:chExt cx="941070" cy="642262"/>
          </a:xfrm>
        </p:grpSpPr>
        <p:sp>
          <p:nvSpPr>
            <p:cNvPr id="40" name="Text Box 76">
              <a:extLst>
                <a:ext uri="{FF2B5EF4-FFF2-40B4-BE49-F238E27FC236}">
                  <a16:creationId xmlns:a16="http://schemas.microsoft.com/office/drawing/2014/main" id="{0F6D55F1-EB85-9E25-51AF-8F2FD25D11AE}"/>
                </a:ext>
              </a:extLst>
            </p:cNvPr>
            <p:cNvSpPr txBox="1">
              <a:spLocks noChangeArrowheads="1"/>
            </p:cNvSpPr>
            <p:nvPr/>
          </p:nvSpPr>
          <p:spPr bwMode="auto">
            <a:xfrm>
              <a:off x="4597139" y="3394879"/>
              <a:ext cx="857250"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全球地址</a:t>
              </a:r>
            </a:p>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172.30.0.5</a:t>
              </a:r>
            </a:p>
          </p:txBody>
        </p:sp>
        <p:sp>
          <p:nvSpPr>
            <p:cNvPr id="118" name="Line 53">
              <a:extLst>
                <a:ext uri="{FF2B5EF4-FFF2-40B4-BE49-F238E27FC236}">
                  <a16:creationId xmlns:a16="http://schemas.microsoft.com/office/drawing/2014/main" id="{B191C488-E4F1-7853-A6BE-33C317EC41D8}"/>
                </a:ext>
              </a:extLst>
            </p:cNvPr>
            <p:cNvSpPr>
              <a:spLocks noChangeShapeType="1"/>
            </p:cNvSpPr>
            <p:nvPr/>
          </p:nvSpPr>
          <p:spPr bwMode="auto">
            <a:xfrm>
              <a:off x="4679689" y="3135799"/>
              <a:ext cx="350520" cy="254000"/>
            </a:xfrm>
            <a:prstGeom prst="line">
              <a:avLst/>
            </a:prstGeom>
            <a:noFill/>
            <a:ln w="9525">
              <a:solidFill>
                <a:srgbClr val="000000"/>
              </a:solidFill>
              <a:round/>
              <a:headEnd type="triangle" w="sm" len="lg"/>
              <a:tailEnd type="none" w="sm" len="lg"/>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2" name="矩形: 圆角 141">
              <a:extLst>
                <a:ext uri="{FF2B5EF4-FFF2-40B4-BE49-F238E27FC236}">
                  <a16:creationId xmlns:a16="http://schemas.microsoft.com/office/drawing/2014/main" id="{BE8B9BAD-97A3-8AA3-B0E0-5BD349C93AEF}"/>
                </a:ext>
              </a:extLst>
            </p:cNvPr>
            <p:cNvSpPr/>
            <p:nvPr/>
          </p:nvSpPr>
          <p:spPr>
            <a:xfrm>
              <a:off x="4552689" y="3382179"/>
              <a:ext cx="941070" cy="364132"/>
            </a:xfrm>
            <a:prstGeom prst="roundRect">
              <a:avLst>
                <a:gd name="adj" fmla="val 31097"/>
              </a:avLst>
            </a:prstGeom>
            <a:noFill/>
            <a:ln w="3810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grpSp>
      <p:sp>
        <p:nvSpPr>
          <p:cNvPr id="143" name="文本框 2">
            <a:extLst>
              <a:ext uri="{FF2B5EF4-FFF2-40B4-BE49-F238E27FC236}">
                <a16:creationId xmlns:a16="http://schemas.microsoft.com/office/drawing/2014/main" id="{20BEC374-6705-B13F-6989-A5246DA830E7}"/>
              </a:ext>
            </a:extLst>
          </p:cNvPr>
          <p:cNvSpPr txBox="1">
            <a:spLocks noChangeArrowheads="1"/>
          </p:cNvSpPr>
          <p:nvPr/>
        </p:nvSpPr>
        <p:spPr bwMode="auto">
          <a:xfrm>
            <a:off x="4947025" y="1803430"/>
            <a:ext cx="609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zh-CN" sz="120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 • •</a:t>
            </a:r>
            <a:endParaRPr kumimoji="0" lang="zh-CN" altLang="en-US" sz="120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74" name="组合 173">
            <a:extLst>
              <a:ext uri="{FF2B5EF4-FFF2-40B4-BE49-F238E27FC236}">
                <a16:creationId xmlns:a16="http://schemas.microsoft.com/office/drawing/2014/main" id="{9933B36B-337B-4C38-F111-9750EA09989C}"/>
              </a:ext>
            </a:extLst>
          </p:cNvPr>
          <p:cNvGrpSpPr/>
          <p:nvPr/>
        </p:nvGrpSpPr>
        <p:grpSpPr>
          <a:xfrm>
            <a:off x="2431789" y="2258229"/>
            <a:ext cx="1200150" cy="703580"/>
            <a:chOff x="2431789" y="2258229"/>
            <a:chExt cx="1200150" cy="703580"/>
          </a:xfrm>
        </p:grpSpPr>
        <p:sp>
          <p:nvSpPr>
            <p:cNvPr id="34" name="Line 51">
              <a:extLst>
                <a:ext uri="{FF2B5EF4-FFF2-40B4-BE49-F238E27FC236}">
                  <a16:creationId xmlns:a16="http://schemas.microsoft.com/office/drawing/2014/main" id="{ADF8B259-097D-1CFF-6BBC-48D3CC6E3DFD}"/>
                </a:ext>
              </a:extLst>
            </p:cNvPr>
            <p:cNvSpPr>
              <a:spLocks noChangeShapeType="1"/>
            </p:cNvSpPr>
            <p:nvPr/>
          </p:nvSpPr>
          <p:spPr bwMode="auto">
            <a:xfrm flipH="1">
              <a:off x="2698489" y="2653199"/>
              <a:ext cx="275590" cy="3086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64" name="组合 163">
              <a:extLst>
                <a:ext uri="{FF2B5EF4-FFF2-40B4-BE49-F238E27FC236}">
                  <a16:creationId xmlns:a16="http://schemas.microsoft.com/office/drawing/2014/main" id="{59D08638-8BCE-1CBB-EA85-BFC1366274F6}"/>
                </a:ext>
              </a:extLst>
            </p:cNvPr>
            <p:cNvGrpSpPr/>
            <p:nvPr/>
          </p:nvGrpSpPr>
          <p:grpSpPr>
            <a:xfrm>
              <a:off x="2431789" y="2258229"/>
              <a:ext cx="1200150" cy="384810"/>
              <a:chOff x="2431789" y="2258229"/>
              <a:chExt cx="1200150" cy="384810"/>
            </a:xfrm>
          </p:grpSpPr>
          <p:sp>
            <p:nvSpPr>
              <p:cNvPr id="140" name="矩形 139">
                <a:extLst>
                  <a:ext uri="{FF2B5EF4-FFF2-40B4-BE49-F238E27FC236}">
                    <a16:creationId xmlns:a16="http://schemas.microsoft.com/office/drawing/2014/main" id="{A296A341-B5E1-6859-0A01-22E0912C8A76}"/>
                  </a:ext>
                </a:extLst>
              </p:cNvPr>
              <p:cNvSpPr/>
              <p:nvPr/>
            </p:nvSpPr>
            <p:spPr>
              <a:xfrm>
                <a:off x="2474969" y="2288709"/>
                <a:ext cx="1084580" cy="354330"/>
              </a:xfrm>
              <a:prstGeom prst="rect">
                <a:avLst/>
              </a:prstGeom>
              <a:solidFill>
                <a:srgbClr val="FFFF00"/>
              </a:solidFill>
              <a:ln w="190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31" name="Text Box 44">
                <a:extLst>
                  <a:ext uri="{FF2B5EF4-FFF2-40B4-BE49-F238E27FC236}">
                    <a16:creationId xmlns:a16="http://schemas.microsoft.com/office/drawing/2014/main" id="{DBE71E7C-DE3F-4ECD-A8FC-E0F7BCB7B507}"/>
                  </a:ext>
                </a:extLst>
              </p:cNvPr>
              <p:cNvSpPr txBox="1">
                <a:spLocks noChangeArrowheads="1"/>
              </p:cNvSpPr>
              <p:nvPr/>
            </p:nvSpPr>
            <p:spPr bwMode="auto">
              <a:xfrm>
                <a:off x="2431789" y="2258229"/>
                <a:ext cx="1200150"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S = 192.168.0.3</a:t>
                </a:r>
              </a:p>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D = 213.18.2.4</a:t>
                </a:r>
              </a:p>
            </p:txBody>
          </p:sp>
        </p:grpSp>
      </p:grpSp>
      <p:grpSp>
        <p:nvGrpSpPr>
          <p:cNvPr id="7" name="组合 6">
            <a:extLst>
              <a:ext uri="{FF2B5EF4-FFF2-40B4-BE49-F238E27FC236}">
                <a16:creationId xmlns:a16="http://schemas.microsoft.com/office/drawing/2014/main" id="{E6A92467-1271-BEE0-5E45-D5AC613C2BDF}"/>
              </a:ext>
            </a:extLst>
          </p:cNvPr>
          <p:cNvGrpSpPr/>
          <p:nvPr/>
        </p:nvGrpSpPr>
        <p:grpSpPr>
          <a:xfrm>
            <a:off x="6060332" y="2280165"/>
            <a:ext cx="1162050" cy="681644"/>
            <a:chOff x="6060332" y="2280165"/>
            <a:chExt cx="1162050" cy="681644"/>
          </a:xfrm>
        </p:grpSpPr>
        <p:sp>
          <p:nvSpPr>
            <p:cNvPr id="14" name="矩形 13">
              <a:extLst>
                <a:ext uri="{FF2B5EF4-FFF2-40B4-BE49-F238E27FC236}">
                  <a16:creationId xmlns:a16="http://schemas.microsoft.com/office/drawing/2014/main" id="{3C3DD817-BF7B-F96B-9346-4406E85E8420}"/>
                </a:ext>
              </a:extLst>
            </p:cNvPr>
            <p:cNvSpPr/>
            <p:nvPr/>
          </p:nvSpPr>
          <p:spPr>
            <a:xfrm>
              <a:off x="6098279" y="2288709"/>
              <a:ext cx="1038860" cy="354330"/>
            </a:xfrm>
            <a:prstGeom prst="rect">
              <a:avLst/>
            </a:prstGeom>
            <a:solidFill>
              <a:srgbClr val="FFFF00"/>
            </a:solidFill>
            <a:ln w="190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29" name="Line 53">
              <a:extLst>
                <a:ext uri="{FF2B5EF4-FFF2-40B4-BE49-F238E27FC236}">
                  <a16:creationId xmlns:a16="http://schemas.microsoft.com/office/drawing/2014/main" id="{9B89C6F7-4016-9E5C-C752-B39D5A4A6686}"/>
                </a:ext>
              </a:extLst>
            </p:cNvPr>
            <p:cNvSpPr>
              <a:spLocks noChangeShapeType="1"/>
            </p:cNvSpPr>
            <p:nvPr/>
          </p:nvSpPr>
          <p:spPr bwMode="auto">
            <a:xfrm flipH="1">
              <a:off x="6395459" y="2651929"/>
              <a:ext cx="261620" cy="3098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33" name="Text Box 50">
              <a:extLst>
                <a:ext uri="{FF2B5EF4-FFF2-40B4-BE49-F238E27FC236}">
                  <a16:creationId xmlns:a16="http://schemas.microsoft.com/office/drawing/2014/main" id="{73888408-F03E-9594-F460-03F68458890B}"/>
                </a:ext>
              </a:extLst>
            </p:cNvPr>
            <p:cNvSpPr txBox="1">
              <a:spLocks noChangeArrowheads="1"/>
            </p:cNvSpPr>
            <p:nvPr/>
          </p:nvSpPr>
          <p:spPr bwMode="auto">
            <a:xfrm>
              <a:off x="6060332" y="2280165"/>
              <a:ext cx="1162050"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S = 172.30.0.5</a:t>
              </a:r>
            </a:p>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D = 213.18.2.4</a:t>
              </a:r>
            </a:p>
          </p:txBody>
        </p:sp>
      </p:grpSp>
      <p:grpSp>
        <p:nvGrpSpPr>
          <p:cNvPr id="173" name="组合 172">
            <a:extLst>
              <a:ext uri="{FF2B5EF4-FFF2-40B4-BE49-F238E27FC236}">
                <a16:creationId xmlns:a16="http://schemas.microsoft.com/office/drawing/2014/main" id="{9678DC0E-90A4-5802-5135-2B56F01798DB}"/>
              </a:ext>
            </a:extLst>
          </p:cNvPr>
          <p:cNvGrpSpPr/>
          <p:nvPr/>
        </p:nvGrpSpPr>
        <p:grpSpPr>
          <a:xfrm>
            <a:off x="1806949" y="2265849"/>
            <a:ext cx="707390" cy="720090"/>
            <a:chOff x="1806949" y="2265849"/>
            <a:chExt cx="707390" cy="720090"/>
          </a:xfrm>
        </p:grpSpPr>
        <p:cxnSp>
          <p:nvCxnSpPr>
            <p:cNvPr id="131" name="直接连接符 130">
              <a:extLst>
                <a:ext uri="{FF2B5EF4-FFF2-40B4-BE49-F238E27FC236}">
                  <a16:creationId xmlns:a16="http://schemas.microsoft.com/office/drawing/2014/main" id="{EF31D2E6-9B44-5988-0CBB-6E956A1B9D19}"/>
                </a:ext>
              </a:extLst>
            </p:cNvPr>
            <p:cNvCxnSpPr>
              <a:cxnSpLocks/>
              <a:stCxn id="138" idx="2"/>
            </p:cNvCxnSpPr>
            <p:nvPr/>
          </p:nvCxnSpPr>
          <p:spPr>
            <a:xfrm>
              <a:off x="2139689" y="2635419"/>
              <a:ext cx="374650" cy="350520"/>
            </a:xfrm>
            <a:prstGeom prst="line">
              <a:avLst/>
            </a:prstGeom>
            <a:noFill/>
            <a:ln w="19050" cap="flat" cmpd="sng" algn="ctr">
              <a:solidFill>
                <a:srgbClr val="000000"/>
              </a:solidFill>
              <a:prstDash val="solid"/>
              <a:headEnd type="none" w="med" len="med"/>
              <a:tailEnd type="triangle" w="med" len="med"/>
            </a:ln>
            <a:effectLst/>
          </p:spPr>
        </p:cxnSp>
        <p:grpSp>
          <p:nvGrpSpPr>
            <p:cNvPr id="166" name="组合 165">
              <a:extLst>
                <a:ext uri="{FF2B5EF4-FFF2-40B4-BE49-F238E27FC236}">
                  <a16:creationId xmlns:a16="http://schemas.microsoft.com/office/drawing/2014/main" id="{83665E9C-DE5B-3EB6-A155-F2500A0F1770}"/>
                </a:ext>
              </a:extLst>
            </p:cNvPr>
            <p:cNvGrpSpPr/>
            <p:nvPr/>
          </p:nvGrpSpPr>
          <p:grpSpPr>
            <a:xfrm>
              <a:off x="1806949" y="2265849"/>
              <a:ext cx="661670" cy="415498"/>
              <a:chOff x="1806949" y="2265849"/>
              <a:chExt cx="661670" cy="415498"/>
            </a:xfrm>
          </p:grpSpPr>
          <p:sp>
            <p:nvSpPr>
              <p:cNvPr id="138" name="矩形 137">
                <a:extLst>
                  <a:ext uri="{FF2B5EF4-FFF2-40B4-BE49-F238E27FC236}">
                    <a16:creationId xmlns:a16="http://schemas.microsoft.com/office/drawing/2014/main" id="{5E98EBD0-9800-381A-ECE0-3ADF87A734A3}"/>
                  </a:ext>
                </a:extLst>
              </p:cNvPr>
              <p:cNvSpPr/>
              <p:nvPr/>
            </p:nvSpPr>
            <p:spPr>
              <a:xfrm>
                <a:off x="1921249" y="2273469"/>
                <a:ext cx="435610" cy="361950"/>
              </a:xfrm>
              <a:prstGeom prst="rect">
                <a:avLst/>
              </a:prstGeom>
              <a:solidFill>
                <a:srgbClr val="CCFF99"/>
              </a:solidFill>
              <a:ln w="190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30" name="Text Box 50">
                <a:extLst>
                  <a:ext uri="{FF2B5EF4-FFF2-40B4-BE49-F238E27FC236}">
                    <a16:creationId xmlns:a16="http://schemas.microsoft.com/office/drawing/2014/main" id="{4EE58CB3-C50D-6DC8-4B87-AF2E56D62582}"/>
                  </a:ext>
                </a:extLst>
              </p:cNvPr>
              <p:cNvSpPr txBox="1">
                <a:spLocks noChangeArrowheads="1"/>
              </p:cNvSpPr>
              <p:nvPr/>
            </p:nvSpPr>
            <p:spPr bwMode="auto">
              <a:xfrm>
                <a:off x="1806949" y="2265849"/>
                <a:ext cx="66167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1234</a:t>
                </a:r>
              </a:p>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80</a:t>
                </a:r>
              </a:p>
            </p:txBody>
          </p:sp>
        </p:grpSp>
      </p:grpSp>
      <p:grpSp>
        <p:nvGrpSpPr>
          <p:cNvPr id="5" name="组合 4">
            <a:extLst>
              <a:ext uri="{FF2B5EF4-FFF2-40B4-BE49-F238E27FC236}">
                <a16:creationId xmlns:a16="http://schemas.microsoft.com/office/drawing/2014/main" id="{DA977AE6-96E2-6C8E-068A-C5C756C780D1}"/>
              </a:ext>
            </a:extLst>
          </p:cNvPr>
          <p:cNvGrpSpPr/>
          <p:nvPr/>
        </p:nvGrpSpPr>
        <p:grpSpPr>
          <a:xfrm>
            <a:off x="5434069" y="2273469"/>
            <a:ext cx="774700" cy="711200"/>
            <a:chOff x="5434069" y="2273469"/>
            <a:chExt cx="774700" cy="711200"/>
          </a:xfrm>
        </p:grpSpPr>
        <p:cxnSp>
          <p:nvCxnSpPr>
            <p:cNvPr id="128" name="直接连接符 127">
              <a:extLst>
                <a:ext uri="{FF2B5EF4-FFF2-40B4-BE49-F238E27FC236}">
                  <a16:creationId xmlns:a16="http://schemas.microsoft.com/office/drawing/2014/main" id="{3AB39DB0-F06F-1437-BDA4-98550A9E4CCC}"/>
                </a:ext>
              </a:extLst>
            </p:cNvPr>
            <p:cNvCxnSpPr>
              <a:cxnSpLocks/>
              <a:stCxn id="139" idx="2"/>
            </p:cNvCxnSpPr>
            <p:nvPr/>
          </p:nvCxnSpPr>
          <p:spPr>
            <a:xfrm>
              <a:off x="5787129" y="2643039"/>
              <a:ext cx="421640" cy="341630"/>
            </a:xfrm>
            <a:prstGeom prst="line">
              <a:avLst/>
            </a:prstGeom>
            <a:noFill/>
            <a:ln w="19050" cap="flat" cmpd="sng" algn="ctr">
              <a:solidFill>
                <a:srgbClr val="000000"/>
              </a:solidFill>
              <a:prstDash val="solid"/>
              <a:headEnd type="none" w="med" len="med"/>
              <a:tailEnd type="triangle" w="med" len="med"/>
            </a:ln>
            <a:effectLst/>
          </p:spPr>
        </p:cxnSp>
        <p:grpSp>
          <p:nvGrpSpPr>
            <p:cNvPr id="168" name="组合 167">
              <a:extLst>
                <a:ext uri="{FF2B5EF4-FFF2-40B4-BE49-F238E27FC236}">
                  <a16:creationId xmlns:a16="http://schemas.microsoft.com/office/drawing/2014/main" id="{907B5048-A66F-597B-517D-0C9C6BFD8C5F}"/>
                </a:ext>
              </a:extLst>
            </p:cNvPr>
            <p:cNvGrpSpPr/>
            <p:nvPr/>
          </p:nvGrpSpPr>
          <p:grpSpPr>
            <a:xfrm>
              <a:off x="5434069" y="2273469"/>
              <a:ext cx="690880" cy="415498"/>
              <a:chOff x="5434069" y="2273469"/>
              <a:chExt cx="690880" cy="415498"/>
            </a:xfrm>
          </p:grpSpPr>
          <p:sp>
            <p:nvSpPr>
              <p:cNvPr id="139" name="矩形 138">
                <a:extLst>
                  <a:ext uri="{FF2B5EF4-FFF2-40B4-BE49-F238E27FC236}">
                    <a16:creationId xmlns:a16="http://schemas.microsoft.com/office/drawing/2014/main" id="{06C5E712-9A01-F844-7320-5B332A7BC1FB}"/>
                  </a:ext>
                </a:extLst>
              </p:cNvPr>
              <p:cNvSpPr/>
              <p:nvPr/>
            </p:nvSpPr>
            <p:spPr>
              <a:xfrm>
                <a:off x="5571229" y="2288709"/>
                <a:ext cx="433070" cy="354330"/>
              </a:xfrm>
              <a:prstGeom prst="rect">
                <a:avLst/>
              </a:prstGeom>
              <a:solidFill>
                <a:srgbClr val="CCFF99"/>
              </a:solidFill>
              <a:ln w="190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33" name="Text Box 50">
                <a:extLst>
                  <a:ext uri="{FF2B5EF4-FFF2-40B4-BE49-F238E27FC236}">
                    <a16:creationId xmlns:a16="http://schemas.microsoft.com/office/drawing/2014/main" id="{283522A0-8B4E-5A0C-B1E0-AD3A278EB380}"/>
                  </a:ext>
                </a:extLst>
              </p:cNvPr>
              <p:cNvSpPr txBox="1">
                <a:spLocks noChangeArrowheads="1"/>
              </p:cNvSpPr>
              <p:nvPr/>
            </p:nvSpPr>
            <p:spPr bwMode="auto">
              <a:xfrm>
                <a:off x="5434069" y="2273469"/>
                <a:ext cx="69088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5678</a:t>
                </a:r>
              </a:p>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80</a:t>
                </a:r>
              </a:p>
            </p:txBody>
          </p:sp>
        </p:grpSp>
      </p:grpSp>
      <p:sp>
        <p:nvSpPr>
          <p:cNvPr id="172" name="文本框 171">
            <a:extLst>
              <a:ext uri="{FF2B5EF4-FFF2-40B4-BE49-F238E27FC236}">
                <a16:creationId xmlns:a16="http://schemas.microsoft.com/office/drawing/2014/main" id="{87016348-F7C7-9E41-B0AC-610D4E13DFB2}"/>
              </a:ext>
            </a:extLst>
          </p:cNvPr>
          <p:cNvSpPr txBox="1"/>
          <p:nvPr/>
        </p:nvSpPr>
        <p:spPr>
          <a:xfrm>
            <a:off x="1552628" y="4159894"/>
            <a:ext cx="6038221" cy="307777"/>
          </a:xfrm>
          <a:prstGeom prst="rect">
            <a:avLst/>
          </a:prstGeom>
          <a:noFill/>
        </p:spPr>
        <p:txBody>
          <a:bodyPr wrap="square">
            <a:spAutoFit/>
          </a:bodyPr>
          <a:lstStyle/>
          <a:p>
            <a:pPr algn="ctr"/>
            <a:r>
              <a:rPr lang="zh-CN" altLang="en-US" sz="1400" b="1" dirty="0">
                <a:latin typeface="微软雅黑" panose="020B0503020204020204" pitchFamily="34" charset="-122"/>
                <a:ea typeface="微软雅黑" panose="020B0503020204020204" pitchFamily="34" charset="-122"/>
              </a:rPr>
              <a:t>假定专用网内的主机 </a:t>
            </a:r>
            <a:r>
              <a:rPr lang="en-US" altLang="zh-CN" sz="1400" b="1" dirty="0">
                <a:latin typeface="微软雅黑" panose="020B0503020204020204" pitchFamily="34" charset="-122"/>
                <a:ea typeface="微软雅黑" panose="020B0503020204020204" pitchFamily="34" charset="-122"/>
              </a:rPr>
              <a:t>A </a:t>
            </a:r>
            <a:r>
              <a:rPr lang="zh-CN" altLang="en-US" sz="1400" b="1" dirty="0">
                <a:latin typeface="微软雅黑" panose="020B0503020204020204" pitchFamily="34" charset="-122"/>
                <a:ea typeface="微软雅黑" panose="020B0503020204020204" pitchFamily="34" charset="-122"/>
              </a:rPr>
              <a:t>要通过万维网下载互联网上的主机 </a:t>
            </a: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的文件。</a:t>
            </a:r>
          </a:p>
        </p:txBody>
      </p:sp>
      <p:sp>
        <p:nvSpPr>
          <p:cNvPr id="2" name="矩形 1">
            <a:extLst>
              <a:ext uri="{FF2B5EF4-FFF2-40B4-BE49-F238E27FC236}">
                <a16:creationId xmlns:a16="http://schemas.microsoft.com/office/drawing/2014/main" id="{4EA85ABA-7CD6-5858-6A22-C1A038D05D1D}"/>
              </a:ext>
            </a:extLst>
          </p:cNvPr>
          <p:cNvSpPr/>
          <p:nvPr/>
        </p:nvSpPr>
        <p:spPr>
          <a:xfrm>
            <a:off x="3020364" y="1617969"/>
            <a:ext cx="2838451" cy="191513"/>
          </a:xfrm>
          <a:prstGeom prst="rect">
            <a:avLst/>
          </a:prstGeom>
          <a:noFill/>
          <a:ln w="190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595433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3000" fill="hold" nodeType="clickEffect">
                                  <p:stCondLst>
                                    <p:cond delay="0"/>
                                  </p:stCondLst>
                                  <p:childTnLst>
                                    <p:anim calcmode="discrete" valueType="str">
                                      <p:cBhvr>
                                        <p:cTn id="10"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animEffect transition="in" filter="fad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wipe(left)">
                                      <p:cBhvr>
                                        <p:cTn id="2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2" grpId="0" animBg="1"/>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A770D2-D3AE-BE31-FECC-1E2BEB616C0D}"/>
            </a:ext>
          </a:extLst>
        </p:cNvPr>
        <p:cNvGrpSpPr/>
        <p:nvPr/>
      </p:nvGrpSpPr>
      <p:grpSpPr>
        <a:xfrm>
          <a:off x="0" y="0"/>
          <a:ext cx="0" cy="0"/>
          <a:chOff x="0" y="0"/>
          <a:chExt cx="0" cy="0"/>
        </a:xfrm>
      </p:grpSpPr>
      <p:sp>
        <p:nvSpPr>
          <p:cNvPr id="3" name="AutoShape 5">
            <a:extLst>
              <a:ext uri="{FF2B5EF4-FFF2-40B4-BE49-F238E27FC236}">
                <a16:creationId xmlns:a16="http://schemas.microsoft.com/office/drawing/2014/main" id="{7AADCE1F-9A6E-78D2-3218-636FC94B42FB}"/>
              </a:ext>
            </a:extLst>
          </p:cNvPr>
          <p:cNvSpPr>
            <a:spLocks noChangeArrowheads="1"/>
          </p:cNvSpPr>
          <p:nvPr/>
        </p:nvSpPr>
        <p:spPr bwMode="auto">
          <a:xfrm>
            <a:off x="545145" y="614144"/>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a:extLst>
              <a:ext uri="{FF2B5EF4-FFF2-40B4-BE49-F238E27FC236}">
                <a16:creationId xmlns:a16="http://schemas.microsoft.com/office/drawing/2014/main" id="{1F88DA36-C457-055F-0BA1-3E20ABACAA45}"/>
              </a:ext>
            </a:extLst>
          </p:cNvPr>
          <p:cNvSpPr>
            <a:spLocks noChangeArrowheads="1"/>
          </p:cNvSpPr>
          <p:nvPr/>
        </p:nvSpPr>
        <p:spPr bwMode="auto">
          <a:xfrm>
            <a:off x="1941968" y="58093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IPv4 NAT</a:t>
            </a:r>
            <a:r>
              <a:rPr lang="zh-CN" altLang="en-US" sz="2000" b="1" dirty="0">
                <a:solidFill>
                  <a:schemeClr val="bg1"/>
                </a:solidFill>
                <a:latin typeface="微软雅黑" pitchFamily="34" charset="-122"/>
                <a:ea typeface="微软雅黑" pitchFamily="34" charset="-122"/>
              </a:rPr>
              <a:t>路由器的工作原理</a:t>
            </a:r>
          </a:p>
        </p:txBody>
      </p:sp>
      <p:graphicFrame>
        <p:nvGraphicFramePr>
          <p:cNvPr id="13" name="Object 4">
            <a:extLst>
              <a:ext uri="{FF2B5EF4-FFF2-40B4-BE49-F238E27FC236}">
                <a16:creationId xmlns:a16="http://schemas.microsoft.com/office/drawing/2014/main" id="{81515335-7905-6B66-D65F-4CA415130313}"/>
              </a:ext>
            </a:extLst>
          </p:cNvPr>
          <p:cNvGraphicFramePr>
            <a:graphicFrameLocks noChangeAspect="1"/>
          </p:cNvGraphicFramePr>
          <p:nvPr/>
        </p:nvGraphicFramePr>
        <p:xfrm>
          <a:off x="6271000" y="2532549"/>
          <a:ext cx="1922780" cy="1173480"/>
        </p:xfrm>
        <a:graphic>
          <a:graphicData uri="http://schemas.openxmlformats.org/presentationml/2006/ole">
            <mc:AlternateContent xmlns:mc="http://schemas.openxmlformats.org/markup-compatibility/2006">
              <mc:Choice xmlns:v="urn:schemas-microsoft-com:vml" Requires="v">
                <p:oleObj name="VISIO" r:id="rId3" imgW="1687068" imgH="964692" progId="Visio.Drawing.6">
                  <p:embed/>
                </p:oleObj>
              </mc:Choice>
              <mc:Fallback>
                <p:oleObj name="VISIO" r:id="rId3" imgW="1687068" imgH="964692" progId="Visio.Drawing.6">
                  <p:embed/>
                  <p:pic>
                    <p:nvPicPr>
                      <p:cNvPr id="13" name="Object 4">
                        <a:extLst>
                          <a:ext uri="{FF2B5EF4-FFF2-40B4-BE49-F238E27FC236}">
                            <a16:creationId xmlns:a16="http://schemas.microsoft.com/office/drawing/2014/main" id="{138AA7F7-1113-C63B-0B9E-3485EC7048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71000" y="2532549"/>
                        <a:ext cx="1922780" cy="1173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5" name="任意多边形: 形状 14">
            <a:extLst>
              <a:ext uri="{FF2B5EF4-FFF2-40B4-BE49-F238E27FC236}">
                <a16:creationId xmlns:a16="http://schemas.microsoft.com/office/drawing/2014/main" id="{0F57ABD9-314B-8FC4-6B8F-3DE15A6BB043}"/>
              </a:ext>
            </a:extLst>
          </p:cNvPr>
          <p:cNvSpPr/>
          <p:nvPr/>
        </p:nvSpPr>
        <p:spPr>
          <a:xfrm>
            <a:off x="3017259" y="2089319"/>
            <a:ext cx="2849880" cy="982980"/>
          </a:xfrm>
          <a:custGeom>
            <a:avLst/>
            <a:gdLst>
              <a:gd name="connsiteX0" fmla="*/ 0 w 3562350"/>
              <a:gd name="connsiteY0" fmla="*/ 0 h 1190625"/>
              <a:gd name="connsiteX1" fmla="*/ 3562350 w 3562350"/>
              <a:gd name="connsiteY1" fmla="*/ 19050 h 1190625"/>
              <a:gd name="connsiteX2" fmla="*/ 1190625 w 3562350"/>
              <a:gd name="connsiteY2" fmla="*/ 1190625 h 1190625"/>
              <a:gd name="connsiteX3" fmla="*/ 895350 w 3562350"/>
              <a:gd name="connsiteY3" fmla="*/ 1190625 h 1190625"/>
              <a:gd name="connsiteX4" fmla="*/ 0 w 3562350"/>
              <a:gd name="connsiteY4" fmla="*/ 0 h 1190625"/>
              <a:gd name="connsiteX0" fmla="*/ 0 w 3562350"/>
              <a:gd name="connsiteY0" fmla="*/ 0 h 1228725"/>
              <a:gd name="connsiteX1" fmla="*/ 3562350 w 3562350"/>
              <a:gd name="connsiteY1" fmla="*/ 19050 h 1228725"/>
              <a:gd name="connsiteX2" fmla="*/ 1819275 w 3562350"/>
              <a:gd name="connsiteY2" fmla="*/ 1228725 h 1228725"/>
              <a:gd name="connsiteX3" fmla="*/ 895350 w 3562350"/>
              <a:gd name="connsiteY3" fmla="*/ 1190625 h 1228725"/>
              <a:gd name="connsiteX4" fmla="*/ 0 w 3562350"/>
              <a:gd name="connsiteY4" fmla="*/ 0 h 1228725"/>
              <a:gd name="connsiteX0" fmla="*/ 0 w 3562350"/>
              <a:gd name="connsiteY0" fmla="*/ 0 h 1228725"/>
              <a:gd name="connsiteX1" fmla="*/ 3562350 w 3562350"/>
              <a:gd name="connsiteY1" fmla="*/ 19050 h 1228725"/>
              <a:gd name="connsiteX2" fmla="*/ 1819275 w 3562350"/>
              <a:gd name="connsiteY2" fmla="*/ 1228725 h 1228725"/>
              <a:gd name="connsiteX3" fmla="*/ 1590675 w 3562350"/>
              <a:gd name="connsiteY3" fmla="*/ 1228725 h 1228725"/>
              <a:gd name="connsiteX4" fmla="*/ 0 w 3562350"/>
              <a:gd name="connsiteY4" fmla="*/ 0 h 1228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2350" h="1228725">
                <a:moveTo>
                  <a:pt x="0" y="0"/>
                </a:moveTo>
                <a:lnTo>
                  <a:pt x="3562350" y="19050"/>
                </a:lnTo>
                <a:lnTo>
                  <a:pt x="1819275" y="1228725"/>
                </a:lnTo>
                <a:lnTo>
                  <a:pt x="1590675" y="1228725"/>
                </a:lnTo>
                <a:lnTo>
                  <a:pt x="0" y="0"/>
                </a:lnTo>
                <a:close/>
              </a:path>
            </a:pathLst>
          </a:custGeom>
          <a:solidFill>
            <a:srgbClr val="808080">
              <a:lumMod val="20000"/>
              <a:lumOff val="80000"/>
            </a:srgbClr>
          </a:solidFill>
          <a:ln w="2540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6" name="椭圆 15">
            <a:extLst>
              <a:ext uri="{FF2B5EF4-FFF2-40B4-BE49-F238E27FC236}">
                <a16:creationId xmlns:a16="http://schemas.microsoft.com/office/drawing/2014/main" id="{55F37A45-D5C0-512E-4712-9392E09B44B7}"/>
              </a:ext>
            </a:extLst>
          </p:cNvPr>
          <p:cNvSpPr/>
          <p:nvPr/>
        </p:nvSpPr>
        <p:spPr bwMode="auto">
          <a:xfrm rot="1880170">
            <a:off x="360418" y="2236639"/>
            <a:ext cx="1939291" cy="1186180"/>
          </a:xfrm>
          <a:prstGeom prst="ellipse">
            <a:avLst/>
          </a:prstGeom>
          <a:solidFill>
            <a:srgbClr val="FFFFFF">
              <a:lumMod val="95000"/>
            </a:srgbClr>
          </a:solidFill>
          <a:ln w="9525" cap="flat" cmpd="sng" algn="ctr">
            <a:solidFill>
              <a:srgbClr val="000000"/>
            </a:solidFill>
            <a:prstDash val="dash"/>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7" name="Line 74">
            <a:extLst>
              <a:ext uri="{FF2B5EF4-FFF2-40B4-BE49-F238E27FC236}">
                <a16:creationId xmlns:a16="http://schemas.microsoft.com/office/drawing/2014/main" id="{20D88914-D742-102B-7072-353ACD63B9ED}"/>
              </a:ext>
            </a:extLst>
          </p:cNvPr>
          <p:cNvSpPr>
            <a:spLocks noChangeShapeType="1"/>
          </p:cNvSpPr>
          <p:nvPr/>
        </p:nvSpPr>
        <p:spPr bwMode="auto">
          <a:xfrm>
            <a:off x="8002010" y="3035469"/>
            <a:ext cx="461010" cy="1155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 name="Line 73">
            <a:extLst>
              <a:ext uri="{FF2B5EF4-FFF2-40B4-BE49-F238E27FC236}">
                <a16:creationId xmlns:a16="http://schemas.microsoft.com/office/drawing/2014/main" id="{F0F8947C-4FAE-FF96-8158-772CBD3D949A}"/>
              </a:ext>
            </a:extLst>
          </p:cNvPr>
          <p:cNvSpPr>
            <a:spLocks noChangeShapeType="1"/>
          </p:cNvSpPr>
          <p:nvPr/>
        </p:nvSpPr>
        <p:spPr bwMode="auto">
          <a:xfrm>
            <a:off x="7770870" y="3187869"/>
            <a:ext cx="300990" cy="4165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 name="Line 72">
            <a:extLst>
              <a:ext uri="{FF2B5EF4-FFF2-40B4-BE49-F238E27FC236}">
                <a16:creationId xmlns:a16="http://schemas.microsoft.com/office/drawing/2014/main" id="{76221B4C-6ACC-D230-3B18-A3E2E9420BDF}"/>
              </a:ext>
            </a:extLst>
          </p:cNvPr>
          <p:cNvSpPr>
            <a:spLocks noChangeShapeType="1"/>
          </p:cNvSpPr>
          <p:nvPr/>
        </p:nvSpPr>
        <p:spPr bwMode="auto">
          <a:xfrm flipV="1">
            <a:off x="7772139" y="2517309"/>
            <a:ext cx="402590" cy="2298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 name="Line 37">
            <a:extLst>
              <a:ext uri="{FF2B5EF4-FFF2-40B4-BE49-F238E27FC236}">
                <a16:creationId xmlns:a16="http://schemas.microsoft.com/office/drawing/2014/main" id="{699903B9-151E-05B9-7934-9A4F0B392E93}"/>
              </a:ext>
            </a:extLst>
          </p:cNvPr>
          <p:cNvSpPr>
            <a:spLocks noChangeShapeType="1"/>
          </p:cNvSpPr>
          <p:nvPr/>
        </p:nvSpPr>
        <p:spPr bwMode="auto">
          <a:xfrm>
            <a:off x="1838699" y="3092619"/>
            <a:ext cx="5278121" cy="1778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21" name="Picture 6">
            <a:extLst>
              <a:ext uri="{FF2B5EF4-FFF2-40B4-BE49-F238E27FC236}">
                <a16:creationId xmlns:a16="http://schemas.microsoft.com/office/drawing/2014/main" id="{23591F09-067C-A5BE-ED2A-4F12DD7CBC65}"/>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55179" y="2998639"/>
            <a:ext cx="416560" cy="200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2" name="Text Box 7">
            <a:extLst>
              <a:ext uri="{FF2B5EF4-FFF2-40B4-BE49-F238E27FC236}">
                <a16:creationId xmlns:a16="http://schemas.microsoft.com/office/drawing/2014/main" id="{8BA66D63-6183-BC46-1A56-BC7FE8D60017}"/>
              </a:ext>
            </a:extLst>
          </p:cNvPr>
          <p:cNvSpPr txBox="1">
            <a:spLocks noChangeArrowheads="1"/>
          </p:cNvSpPr>
          <p:nvPr/>
        </p:nvSpPr>
        <p:spPr bwMode="auto">
          <a:xfrm>
            <a:off x="4066428" y="2631609"/>
            <a:ext cx="588623"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NAT</a:t>
            </a:r>
          </a:p>
          <a:p>
            <a:pPr marL="0" marR="0" lvl="0" indent="0" algn="ctr" defTabSz="914400" eaLnBrk="1" fontAlgn="base" latinLnBrk="0" hangingPunct="1">
              <a:spcBef>
                <a:spcPct val="0"/>
              </a:spcBef>
              <a:spcAft>
                <a:spcPct val="0"/>
              </a:spcAft>
              <a:buClrTx/>
              <a:buSzTx/>
              <a:buFontTx/>
              <a:buNone/>
              <a:tabLst/>
              <a:defRPr/>
            </a:pP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路由器</a:t>
            </a:r>
          </a:p>
        </p:txBody>
      </p:sp>
      <p:pic>
        <p:nvPicPr>
          <p:cNvPr id="23" name="Picture 30">
            <a:extLst>
              <a:ext uri="{FF2B5EF4-FFF2-40B4-BE49-F238E27FC236}">
                <a16:creationId xmlns:a16="http://schemas.microsoft.com/office/drawing/2014/main" id="{0E631401-9C90-C037-1A61-2E757E716E37}"/>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65510" y="234458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31">
            <a:extLst>
              <a:ext uri="{FF2B5EF4-FFF2-40B4-BE49-F238E27FC236}">
                <a16:creationId xmlns:a16="http://schemas.microsoft.com/office/drawing/2014/main" id="{2E332EA2-83E3-3BE0-9529-55873AAAFEB7}"/>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944859" y="349647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32">
            <a:extLst>
              <a:ext uri="{FF2B5EF4-FFF2-40B4-BE49-F238E27FC236}">
                <a16:creationId xmlns:a16="http://schemas.microsoft.com/office/drawing/2014/main" id="{B8249101-E2B2-1EFA-E15E-F971E303728E}"/>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254739" y="296180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Text Box 35">
            <a:extLst>
              <a:ext uri="{FF2B5EF4-FFF2-40B4-BE49-F238E27FC236}">
                <a16:creationId xmlns:a16="http://schemas.microsoft.com/office/drawing/2014/main" id="{1920355F-B71E-6652-CB62-E271072A2117}"/>
              </a:ext>
            </a:extLst>
          </p:cNvPr>
          <p:cNvSpPr txBox="1">
            <a:spLocks noChangeArrowheads="1"/>
          </p:cNvSpPr>
          <p:nvPr/>
        </p:nvSpPr>
        <p:spPr bwMode="auto">
          <a:xfrm>
            <a:off x="584769" y="1915329"/>
            <a:ext cx="1568057" cy="237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专用网 </a:t>
            </a: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192.168.0.0/16</a:t>
            </a:r>
          </a:p>
        </p:txBody>
      </p:sp>
      <p:sp>
        <p:nvSpPr>
          <p:cNvPr id="27" name="Text Box 36">
            <a:extLst>
              <a:ext uri="{FF2B5EF4-FFF2-40B4-BE49-F238E27FC236}">
                <a16:creationId xmlns:a16="http://schemas.microsoft.com/office/drawing/2014/main" id="{13A3F22C-8CF4-E7B8-9D36-E54909B6C10B}"/>
              </a:ext>
            </a:extLst>
          </p:cNvPr>
          <p:cNvSpPr txBox="1">
            <a:spLocks noChangeArrowheads="1"/>
          </p:cNvSpPr>
          <p:nvPr/>
        </p:nvSpPr>
        <p:spPr bwMode="auto">
          <a:xfrm>
            <a:off x="7016089" y="1971209"/>
            <a:ext cx="607860" cy="24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互联网</a:t>
            </a:r>
          </a:p>
        </p:txBody>
      </p:sp>
      <p:sp>
        <p:nvSpPr>
          <p:cNvPr id="28" name="Line 38">
            <a:extLst>
              <a:ext uri="{FF2B5EF4-FFF2-40B4-BE49-F238E27FC236}">
                <a16:creationId xmlns:a16="http://schemas.microsoft.com/office/drawing/2014/main" id="{C80F3CE1-0C71-2EC6-4E31-CAB84DDE8C32}"/>
              </a:ext>
            </a:extLst>
          </p:cNvPr>
          <p:cNvSpPr>
            <a:spLocks noChangeShapeType="1"/>
          </p:cNvSpPr>
          <p:nvPr/>
        </p:nvSpPr>
        <p:spPr bwMode="auto">
          <a:xfrm rot="5400000" flipV="1">
            <a:off x="1309109" y="2698919"/>
            <a:ext cx="234950" cy="49149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29" name="Picture 27">
            <a:extLst>
              <a:ext uri="{FF2B5EF4-FFF2-40B4-BE49-F238E27FC236}">
                <a16:creationId xmlns:a16="http://schemas.microsoft.com/office/drawing/2014/main" id="{D97C0A1C-1E34-6F40-1E1D-18165E264902}"/>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7329" y="261509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 name="Group 42">
            <a:extLst>
              <a:ext uri="{FF2B5EF4-FFF2-40B4-BE49-F238E27FC236}">
                <a16:creationId xmlns:a16="http://schemas.microsoft.com/office/drawing/2014/main" id="{FD614ACF-A421-BA01-DE76-800D4244413A}"/>
              </a:ext>
            </a:extLst>
          </p:cNvPr>
          <p:cNvGrpSpPr>
            <a:grpSpLocks/>
          </p:cNvGrpSpPr>
          <p:nvPr/>
        </p:nvGrpSpPr>
        <p:grpSpPr bwMode="auto">
          <a:xfrm>
            <a:off x="2241289" y="2919899"/>
            <a:ext cx="633730" cy="115570"/>
            <a:chOff x="521" y="2478"/>
            <a:chExt cx="1044" cy="136"/>
          </a:xfrm>
        </p:grpSpPr>
        <p:sp>
          <p:nvSpPr>
            <p:cNvPr id="153" name="AutoShape 41">
              <a:extLst>
                <a:ext uri="{FF2B5EF4-FFF2-40B4-BE49-F238E27FC236}">
                  <a16:creationId xmlns:a16="http://schemas.microsoft.com/office/drawing/2014/main" id="{7926929A-B754-44F6-9EE4-D01E3C4A254D}"/>
                </a:ext>
              </a:extLst>
            </p:cNvPr>
            <p:cNvSpPr>
              <a:spLocks noChangeArrowheads="1"/>
            </p:cNvSpPr>
            <p:nvPr/>
          </p:nvSpPr>
          <p:spPr bwMode="auto">
            <a:xfrm>
              <a:off x="1383" y="2505"/>
              <a:ext cx="182" cy="91"/>
            </a:xfrm>
            <a:prstGeom prst="rightArrow">
              <a:avLst>
                <a:gd name="adj1" fmla="val 49454"/>
                <a:gd name="adj2" fmla="val 72528"/>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54" name="Rectangle 39">
              <a:extLst>
                <a:ext uri="{FF2B5EF4-FFF2-40B4-BE49-F238E27FC236}">
                  <a16:creationId xmlns:a16="http://schemas.microsoft.com/office/drawing/2014/main" id="{C41DA236-A9C6-98FC-59A3-F50CA4FFAC21}"/>
                </a:ext>
              </a:extLst>
            </p:cNvPr>
            <p:cNvSpPr>
              <a:spLocks noChangeArrowheads="1"/>
            </p:cNvSpPr>
            <p:nvPr/>
          </p:nvSpPr>
          <p:spPr bwMode="auto">
            <a:xfrm>
              <a:off x="521" y="2478"/>
              <a:ext cx="635" cy="136"/>
            </a:xfrm>
            <a:prstGeom prst="rect">
              <a:avLst/>
            </a:prstGeom>
            <a:solidFill>
              <a:srgbClr val="CCFF99"/>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55" name="Rectangle 40">
              <a:extLst>
                <a:ext uri="{FF2B5EF4-FFF2-40B4-BE49-F238E27FC236}">
                  <a16:creationId xmlns:a16="http://schemas.microsoft.com/office/drawing/2014/main" id="{74059C74-2AFE-33BF-6639-1BF475A16A11}"/>
                </a:ext>
              </a:extLst>
            </p:cNvPr>
            <p:cNvSpPr>
              <a:spLocks noChangeArrowheads="1"/>
            </p:cNvSpPr>
            <p:nvPr/>
          </p:nvSpPr>
          <p:spPr bwMode="auto">
            <a:xfrm>
              <a:off x="1156" y="2478"/>
              <a:ext cx="227" cy="136"/>
            </a:xfrm>
            <a:prstGeom prst="rect">
              <a:avLst/>
            </a:prstGeom>
            <a:solidFill>
              <a:srgbClr val="FFFF00"/>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32" name="Text Box 45">
            <a:extLst>
              <a:ext uri="{FF2B5EF4-FFF2-40B4-BE49-F238E27FC236}">
                <a16:creationId xmlns:a16="http://schemas.microsoft.com/office/drawing/2014/main" id="{A6A0D5BB-068F-C734-7FB9-4BF9CDBD9E24}"/>
              </a:ext>
            </a:extLst>
          </p:cNvPr>
          <p:cNvSpPr txBox="1">
            <a:spLocks noChangeArrowheads="1"/>
          </p:cNvSpPr>
          <p:nvPr/>
        </p:nvSpPr>
        <p:spPr bwMode="auto">
          <a:xfrm>
            <a:off x="711623" y="2401739"/>
            <a:ext cx="909223" cy="237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192.168.0.3</a:t>
            </a:r>
          </a:p>
        </p:txBody>
      </p:sp>
      <p:sp>
        <p:nvSpPr>
          <p:cNvPr id="35" name="Text Box 52">
            <a:extLst>
              <a:ext uri="{FF2B5EF4-FFF2-40B4-BE49-F238E27FC236}">
                <a16:creationId xmlns:a16="http://schemas.microsoft.com/office/drawing/2014/main" id="{619245ED-5AA2-F569-E8F9-DBFDB79AA614}"/>
              </a:ext>
            </a:extLst>
          </p:cNvPr>
          <p:cNvSpPr txBox="1">
            <a:spLocks noChangeArrowheads="1"/>
          </p:cNvSpPr>
          <p:nvPr/>
        </p:nvSpPr>
        <p:spPr bwMode="auto">
          <a:xfrm>
            <a:off x="7708592" y="2113449"/>
            <a:ext cx="830677" cy="237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213.18.2.4</a:t>
            </a:r>
          </a:p>
        </p:txBody>
      </p:sp>
      <p:sp>
        <p:nvSpPr>
          <p:cNvPr id="36" name="Freeform 54">
            <a:extLst>
              <a:ext uri="{FF2B5EF4-FFF2-40B4-BE49-F238E27FC236}">
                <a16:creationId xmlns:a16="http://schemas.microsoft.com/office/drawing/2014/main" id="{2CB90852-92ED-F54A-079C-73549D5BB70B}"/>
              </a:ext>
            </a:extLst>
          </p:cNvPr>
          <p:cNvSpPr>
            <a:spLocks/>
          </p:cNvSpPr>
          <p:nvPr/>
        </p:nvSpPr>
        <p:spPr bwMode="auto">
          <a:xfrm>
            <a:off x="6634219" y="2489369"/>
            <a:ext cx="1388111" cy="495300"/>
          </a:xfrm>
          <a:custGeom>
            <a:avLst/>
            <a:gdLst>
              <a:gd name="T0" fmla="*/ 0 w 1679"/>
              <a:gd name="T1" fmla="*/ 2147483646 h 413"/>
              <a:gd name="T2" fmla="*/ 2147483646 w 1679"/>
              <a:gd name="T3" fmla="*/ 2147483646 h 413"/>
              <a:gd name="T4" fmla="*/ 2147483646 w 1679"/>
              <a:gd name="T5" fmla="*/ 2147483646 h 413"/>
              <a:gd name="T6" fmla="*/ 2147483646 w 1679"/>
              <a:gd name="T7" fmla="*/ 2147483646 h 413"/>
              <a:gd name="T8" fmla="*/ 2147483646 w 1679"/>
              <a:gd name="T9" fmla="*/ 2147483646 h 413"/>
              <a:gd name="T10" fmla="*/ 2147483646 w 1679"/>
              <a:gd name="T11" fmla="*/ 0 h 413"/>
              <a:gd name="T12" fmla="*/ 0 60000 65536"/>
              <a:gd name="T13" fmla="*/ 0 60000 65536"/>
              <a:gd name="T14" fmla="*/ 0 60000 65536"/>
              <a:gd name="T15" fmla="*/ 0 60000 65536"/>
              <a:gd name="T16" fmla="*/ 0 60000 65536"/>
              <a:gd name="T17" fmla="*/ 0 60000 65536"/>
              <a:gd name="T18" fmla="*/ 0 w 1679"/>
              <a:gd name="T19" fmla="*/ 0 h 413"/>
              <a:gd name="T20" fmla="*/ 1679 w 1679"/>
              <a:gd name="T21" fmla="*/ 413 h 413"/>
            </a:gdLst>
            <a:ahLst/>
            <a:cxnLst>
              <a:cxn ang="T12">
                <a:pos x="T0" y="T1"/>
              </a:cxn>
              <a:cxn ang="T13">
                <a:pos x="T2" y="T3"/>
              </a:cxn>
              <a:cxn ang="T14">
                <a:pos x="T4" y="T5"/>
              </a:cxn>
              <a:cxn ang="T15">
                <a:pos x="T6" y="T7"/>
              </a:cxn>
              <a:cxn ang="T16">
                <a:pos x="T8" y="T9"/>
              </a:cxn>
              <a:cxn ang="T17">
                <a:pos x="T10" y="T11"/>
              </a:cxn>
            </a:cxnLst>
            <a:rect l="T18" t="T19" r="T20" b="T21"/>
            <a:pathLst>
              <a:path w="1679" h="413">
                <a:moveTo>
                  <a:pt x="0" y="409"/>
                </a:moveTo>
                <a:cubicBezTo>
                  <a:pt x="79" y="408"/>
                  <a:pt x="335" y="413"/>
                  <a:pt x="475" y="401"/>
                </a:cubicBezTo>
                <a:cubicBezTo>
                  <a:pt x="615" y="389"/>
                  <a:pt x="731" y="364"/>
                  <a:pt x="843" y="337"/>
                </a:cubicBezTo>
                <a:cubicBezTo>
                  <a:pt x="955" y="310"/>
                  <a:pt x="1056" y="273"/>
                  <a:pt x="1147" y="241"/>
                </a:cubicBezTo>
                <a:cubicBezTo>
                  <a:pt x="1238" y="209"/>
                  <a:pt x="1298" y="185"/>
                  <a:pt x="1387" y="145"/>
                </a:cubicBezTo>
                <a:cubicBezTo>
                  <a:pt x="1476" y="105"/>
                  <a:pt x="1618" y="30"/>
                  <a:pt x="1679" y="0"/>
                </a:cubicBezTo>
              </a:path>
            </a:pathLst>
          </a:custGeom>
          <a:noFill/>
          <a:ln w="38100" cmpd="sng">
            <a:solidFill>
              <a:srgbClr val="80808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39" name="Freeform 71">
            <a:extLst>
              <a:ext uri="{FF2B5EF4-FFF2-40B4-BE49-F238E27FC236}">
                <a16:creationId xmlns:a16="http://schemas.microsoft.com/office/drawing/2014/main" id="{1D76CD6F-970D-2437-04A9-C5C37B30B6DB}"/>
              </a:ext>
            </a:extLst>
          </p:cNvPr>
          <p:cNvSpPr>
            <a:spLocks/>
          </p:cNvSpPr>
          <p:nvPr/>
        </p:nvSpPr>
        <p:spPr bwMode="auto">
          <a:xfrm>
            <a:off x="7123170" y="2631609"/>
            <a:ext cx="948690" cy="610870"/>
          </a:xfrm>
          <a:custGeom>
            <a:avLst/>
            <a:gdLst>
              <a:gd name="T0" fmla="*/ 0 w 1688"/>
              <a:gd name="T1" fmla="*/ 2147483646 h 427"/>
              <a:gd name="T2" fmla="*/ 2147483646 w 1688"/>
              <a:gd name="T3" fmla="*/ 2147483646 h 427"/>
              <a:gd name="T4" fmla="*/ 2147483646 w 1688"/>
              <a:gd name="T5" fmla="*/ 2147483646 h 427"/>
              <a:gd name="T6" fmla="*/ 2147483646 w 1688"/>
              <a:gd name="T7" fmla="*/ 2147483646 h 427"/>
              <a:gd name="T8" fmla="*/ 2147483646 w 1688"/>
              <a:gd name="T9" fmla="*/ 2147483646 h 427"/>
              <a:gd name="T10" fmla="*/ 2147483646 w 1688"/>
              <a:gd name="T11" fmla="*/ 0 h 427"/>
              <a:gd name="T12" fmla="*/ 0 60000 65536"/>
              <a:gd name="T13" fmla="*/ 0 60000 65536"/>
              <a:gd name="T14" fmla="*/ 0 60000 65536"/>
              <a:gd name="T15" fmla="*/ 0 60000 65536"/>
              <a:gd name="T16" fmla="*/ 0 60000 65536"/>
              <a:gd name="T17" fmla="*/ 0 60000 65536"/>
              <a:gd name="T18" fmla="*/ 0 w 1688"/>
              <a:gd name="T19" fmla="*/ 0 h 427"/>
              <a:gd name="T20" fmla="*/ 1688 w 1688"/>
              <a:gd name="T21" fmla="*/ 427 h 427"/>
            </a:gdLst>
            <a:ahLst/>
            <a:cxnLst>
              <a:cxn ang="T12">
                <a:pos x="T0" y="T1"/>
              </a:cxn>
              <a:cxn ang="T13">
                <a:pos x="T2" y="T3"/>
              </a:cxn>
              <a:cxn ang="T14">
                <a:pos x="T4" y="T5"/>
              </a:cxn>
              <a:cxn ang="T15">
                <a:pos x="T6" y="T7"/>
              </a:cxn>
              <a:cxn ang="T16">
                <a:pos x="T8" y="T9"/>
              </a:cxn>
              <a:cxn ang="T17">
                <a:pos x="T10" y="T11"/>
              </a:cxn>
            </a:cxnLst>
            <a:rect l="T18" t="T19" r="T20" b="T21"/>
            <a:pathLst>
              <a:path w="1688" h="427">
                <a:moveTo>
                  <a:pt x="0" y="425"/>
                </a:moveTo>
                <a:cubicBezTo>
                  <a:pt x="76" y="424"/>
                  <a:pt x="320" y="427"/>
                  <a:pt x="456" y="416"/>
                </a:cubicBezTo>
                <a:cubicBezTo>
                  <a:pt x="592" y="405"/>
                  <a:pt x="712" y="381"/>
                  <a:pt x="816" y="360"/>
                </a:cubicBezTo>
                <a:cubicBezTo>
                  <a:pt x="920" y="339"/>
                  <a:pt x="993" y="316"/>
                  <a:pt x="1080" y="288"/>
                </a:cubicBezTo>
                <a:cubicBezTo>
                  <a:pt x="1167" y="260"/>
                  <a:pt x="1235" y="240"/>
                  <a:pt x="1336" y="192"/>
                </a:cubicBezTo>
                <a:cubicBezTo>
                  <a:pt x="1437" y="144"/>
                  <a:pt x="1615" y="40"/>
                  <a:pt x="1688" y="0"/>
                </a:cubicBezTo>
              </a:path>
            </a:pathLst>
          </a:custGeom>
          <a:noFill/>
          <a:ln w="38100" cmpd="sng">
            <a:solidFill>
              <a:srgbClr val="80808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41" name="Group 42">
            <a:extLst>
              <a:ext uri="{FF2B5EF4-FFF2-40B4-BE49-F238E27FC236}">
                <a16:creationId xmlns:a16="http://schemas.microsoft.com/office/drawing/2014/main" id="{9E9B5D68-BBFF-ADB0-E9B5-AFCDAC0E6609}"/>
              </a:ext>
            </a:extLst>
          </p:cNvPr>
          <p:cNvGrpSpPr>
            <a:grpSpLocks/>
          </p:cNvGrpSpPr>
          <p:nvPr/>
        </p:nvGrpSpPr>
        <p:grpSpPr bwMode="auto">
          <a:xfrm flipH="1">
            <a:off x="1864099" y="3142149"/>
            <a:ext cx="633730" cy="115570"/>
            <a:chOff x="521" y="2478"/>
            <a:chExt cx="1044" cy="136"/>
          </a:xfrm>
        </p:grpSpPr>
        <p:sp>
          <p:nvSpPr>
            <p:cNvPr id="150" name="AutoShape 41">
              <a:extLst>
                <a:ext uri="{FF2B5EF4-FFF2-40B4-BE49-F238E27FC236}">
                  <a16:creationId xmlns:a16="http://schemas.microsoft.com/office/drawing/2014/main" id="{E65DAC34-CF13-6B6F-196A-01405FE43732}"/>
                </a:ext>
              </a:extLst>
            </p:cNvPr>
            <p:cNvSpPr>
              <a:spLocks noChangeArrowheads="1"/>
            </p:cNvSpPr>
            <p:nvPr/>
          </p:nvSpPr>
          <p:spPr bwMode="auto">
            <a:xfrm>
              <a:off x="1383" y="2505"/>
              <a:ext cx="182" cy="91"/>
            </a:xfrm>
            <a:prstGeom prst="rightArrow">
              <a:avLst>
                <a:gd name="adj1" fmla="val 49454"/>
                <a:gd name="adj2" fmla="val 72528"/>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51" name="Rectangle 39">
              <a:extLst>
                <a:ext uri="{FF2B5EF4-FFF2-40B4-BE49-F238E27FC236}">
                  <a16:creationId xmlns:a16="http://schemas.microsoft.com/office/drawing/2014/main" id="{746265C6-9ECA-D34B-AD9D-F17B62138DFC}"/>
                </a:ext>
              </a:extLst>
            </p:cNvPr>
            <p:cNvSpPr>
              <a:spLocks noChangeArrowheads="1"/>
            </p:cNvSpPr>
            <p:nvPr/>
          </p:nvSpPr>
          <p:spPr bwMode="auto">
            <a:xfrm>
              <a:off x="521" y="2478"/>
              <a:ext cx="635" cy="136"/>
            </a:xfrm>
            <a:prstGeom prst="rect">
              <a:avLst/>
            </a:prstGeom>
            <a:solidFill>
              <a:srgbClr val="FFFFFF"/>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52" name="Rectangle 40">
              <a:extLst>
                <a:ext uri="{FF2B5EF4-FFF2-40B4-BE49-F238E27FC236}">
                  <a16:creationId xmlns:a16="http://schemas.microsoft.com/office/drawing/2014/main" id="{7E6D7CB8-CC43-AC2E-FB3A-A21239748718}"/>
                </a:ext>
              </a:extLst>
            </p:cNvPr>
            <p:cNvSpPr>
              <a:spLocks noChangeArrowheads="1"/>
            </p:cNvSpPr>
            <p:nvPr/>
          </p:nvSpPr>
          <p:spPr bwMode="auto">
            <a:xfrm>
              <a:off x="1156" y="2478"/>
              <a:ext cx="227" cy="136"/>
            </a:xfrm>
            <a:prstGeom prst="rect">
              <a:avLst/>
            </a:prstGeom>
            <a:solidFill>
              <a:srgbClr val="FFFF00"/>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nvGrpSpPr>
          <p:cNvPr id="42" name="Group 42">
            <a:extLst>
              <a:ext uri="{FF2B5EF4-FFF2-40B4-BE49-F238E27FC236}">
                <a16:creationId xmlns:a16="http://schemas.microsoft.com/office/drawing/2014/main" id="{8C3AB60C-788B-34C5-0ACE-6F8CC7E57553}"/>
              </a:ext>
            </a:extLst>
          </p:cNvPr>
          <p:cNvGrpSpPr>
            <a:grpSpLocks/>
          </p:cNvGrpSpPr>
          <p:nvPr/>
        </p:nvGrpSpPr>
        <p:grpSpPr bwMode="auto">
          <a:xfrm flipH="1">
            <a:off x="6300210" y="3181519"/>
            <a:ext cx="633730" cy="115570"/>
            <a:chOff x="521" y="2478"/>
            <a:chExt cx="1044" cy="136"/>
          </a:xfrm>
        </p:grpSpPr>
        <p:sp>
          <p:nvSpPr>
            <p:cNvPr id="147" name="AutoShape 41">
              <a:extLst>
                <a:ext uri="{FF2B5EF4-FFF2-40B4-BE49-F238E27FC236}">
                  <a16:creationId xmlns:a16="http://schemas.microsoft.com/office/drawing/2014/main" id="{8B18530A-76C8-0F79-79C3-663436A26A72}"/>
                </a:ext>
              </a:extLst>
            </p:cNvPr>
            <p:cNvSpPr>
              <a:spLocks noChangeArrowheads="1"/>
            </p:cNvSpPr>
            <p:nvPr/>
          </p:nvSpPr>
          <p:spPr bwMode="auto">
            <a:xfrm>
              <a:off x="1383" y="2505"/>
              <a:ext cx="182" cy="91"/>
            </a:xfrm>
            <a:prstGeom prst="rightArrow">
              <a:avLst>
                <a:gd name="adj1" fmla="val 49454"/>
                <a:gd name="adj2" fmla="val 72528"/>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8" name="Rectangle 39">
              <a:extLst>
                <a:ext uri="{FF2B5EF4-FFF2-40B4-BE49-F238E27FC236}">
                  <a16:creationId xmlns:a16="http://schemas.microsoft.com/office/drawing/2014/main" id="{EA06591A-3C69-857C-90AB-8564557C4798}"/>
                </a:ext>
              </a:extLst>
            </p:cNvPr>
            <p:cNvSpPr>
              <a:spLocks noChangeArrowheads="1"/>
            </p:cNvSpPr>
            <p:nvPr/>
          </p:nvSpPr>
          <p:spPr bwMode="auto">
            <a:xfrm>
              <a:off x="521" y="2478"/>
              <a:ext cx="635" cy="136"/>
            </a:xfrm>
            <a:prstGeom prst="rect">
              <a:avLst/>
            </a:prstGeom>
            <a:solidFill>
              <a:srgbClr val="CCFF99"/>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9" name="Rectangle 40">
              <a:extLst>
                <a:ext uri="{FF2B5EF4-FFF2-40B4-BE49-F238E27FC236}">
                  <a16:creationId xmlns:a16="http://schemas.microsoft.com/office/drawing/2014/main" id="{2BCCFBBB-47AC-FA74-E852-2DF941F9D0A9}"/>
                </a:ext>
              </a:extLst>
            </p:cNvPr>
            <p:cNvSpPr>
              <a:spLocks noChangeArrowheads="1"/>
            </p:cNvSpPr>
            <p:nvPr/>
          </p:nvSpPr>
          <p:spPr bwMode="auto">
            <a:xfrm>
              <a:off x="1156" y="2478"/>
              <a:ext cx="227" cy="136"/>
            </a:xfrm>
            <a:prstGeom prst="rect">
              <a:avLst/>
            </a:prstGeom>
            <a:solidFill>
              <a:srgbClr val="FFFF00"/>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nvGrpSpPr>
          <p:cNvPr id="43" name="Group 42">
            <a:extLst>
              <a:ext uri="{FF2B5EF4-FFF2-40B4-BE49-F238E27FC236}">
                <a16:creationId xmlns:a16="http://schemas.microsoft.com/office/drawing/2014/main" id="{B5D3E82B-0E3F-A0E4-3C7E-16345B1D6B1D}"/>
              </a:ext>
            </a:extLst>
          </p:cNvPr>
          <p:cNvGrpSpPr>
            <a:grpSpLocks/>
          </p:cNvGrpSpPr>
          <p:nvPr/>
        </p:nvGrpSpPr>
        <p:grpSpPr bwMode="auto">
          <a:xfrm>
            <a:off x="5956039" y="2912279"/>
            <a:ext cx="632460" cy="115570"/>
            <a:chOff x="521" y="2478"/>
            <a:chExt cx="1044" cy="136"/>
          </a:xfrm>
        </p:grpSpPr>
        <p:sp>
          <p:nvSpPr>
            <p:cNvPr id="144" name="AutoShape 41">
              <a:extLst>
                <a:ext uri="{FF2B5EF4-FFF2-40B4-BE49-F238E27FC236}">
                  <a16:creationId xmlns:a16="http://schemas.microsoft.com/office/drawing/2014/main" id="{F8AB3C78-9E87-5FE7-7BB9-94BFC992D4F8}"/>
                </a:ext>
              </a:extLst>
            </p:cNvPr>
            <p:cNvSpPr>
              <a:spLocks noChangeArrowheads="1"/>
            </p:cNvSpPr>
            <p:nvPr/>
          </p:nvSpPr>
          <p:spPr bwMode="auto">
            <a:xfrm>
              <a:off x="1383" y="2505"/>
              <a:ext cx="182" cy="91"/>
            </a:xfrm>
            <a:prstGeom prst="rightArrow">
              <a:avLst>
                <a:gd name="adj1" fmla="val 49454"/>
                <a:gd name="adj2" fmla="val 72528"/>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5" name="Rectangle 39">
              <a:extLst>
                <a:ext uri="{FF2B5EF4-FFF2-40B4-BE49-F238E27FC236}">
                  <a16:creationId xmlns:a16="http://schemas.microsoft.com/office/drawing/2014/main" id="{875B86CF-8701-7CF1-3BDE-2BDCAD03A070}"/>
                </a:ext>
              </a:extLst>
            </p:cNvPr>
            <p:cNvSpPr>
              <a:spLocks noChangeArrowheads="1"/>
            </p:cNvSpPr>
            <p:nvPr/>
          </p:nvSpPr>
          <p:spPr bwMode="auto">
            <a:xfrm>
              <a:off x="521" y="2478"/>
              <a:ext cx="635" cy="136"/>
            </a:xfrm>
            <a:prstGeom prst="rect">
              <a:avLst/>
            </a:prstGeom>
            <a:solidFill>
              <a:srgbClr val="CCFF99"/>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6" name="Rectangle 40">
              <a:extLst>
                <a:ext uri="{FF2B5EF4-FFF2-40B4-BE49-F238E27FC236}">
                  <a16:creationId xmlns:a16="http://schemas.microsoft.com/office/drawing/2014/main" id="{7027C3AE-8B71-E320-C17A-99EB735367F6}"/>
                </a:ext>
              </a:extLst>
            </p:cNvPr>
            <p:cNvSpPr>
              <a:spLocks noChangeArrowheads="1"/>
            </p:cNvSpPr>
            <p:nvPr/>
          </p:nvSpPr>
          <p:spPr bwMode="auto">
            <a:xfrm>
              <a:off x="1156" y="2478"/>
              <a:ext cx="227" cy="136"/>
            </a:xfrm>
            <a:prstGeom prst="rect">
              <a:avLst/>
            </a:prstGeom>
            <a:solidFill>
              <a:srgbClr val="FFFF00"/>
            </a:solidFill>
            <a:ln w="9525">
              <a:solidFill>
                <a:srgbClr val="00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grpSp>
        <p:nvGrpSpPr>
          <p:cNvPr id="6" name="组合 5">
            <a:extLst>
              <a:ext uri="{FF2B5EF4-FFF2-40B4-BE49-F238E27FC236}">
                <a16:creationId xmlns:a16="http://schemas.microsoft.com/office/drawing/2014/main" id="{9E32C408-CC78-AE1D-A404-22354DFAC015}"/>
              </a:ext>
            </a:extLst>
          </p:cNvPr>
          <p:cNvGrpSpPr/>
          <p:nvPr/>
        </p:nvGrpSpPr>
        <p:grpSpPr>
          <a:xfrm>
            <a:off x="5624569" y="3253909"/>
            <a:ext cx="1136650" cy="649882"/>
            <a:chOff x="5624569" y="3253909"/>
            <a:chExt cx="1136650" cy="649882"/>
          </a:xfrm>
        </p:grpSpPr>
        <p:sp>
          <p:nvSpPr>
            <p:cNvPr id="38" name="Text Box 69">
              <a:extLst>
                <a:ext uri="{FF2B5EF4-FFF2-40B4-BE49-F238E27FC236}">
                  <a16:creationId xmlns:a16="http://schemas.microsoft.com/office/drawing/2014/main" id="{AA4A36E0-8989-2230-636C-258B0BB2C379}"/>
                </a:ext>
              </a:extLst>
            </p:cNvPr>
            <p:cNvSpPr txBox="1">
              <a:spLocks noChangeArrowheads="1"/>
            </p:cNvSpPr>
            <p:nvPr/>
          </p:nvSpPr>
          <p:spPr bwMode="auto">
            <a:xfrm>
              <a:off x="5624569" y="3520609"/>
              <a:ext cx="1136650" cy="383182"/>
            </a:xfrm>
            <a:prstGeom prst="rect">
              <a:avLst/>
            </a:prstGeom>
            <a:solidFill>
              <a:srgbClr val="FFFF00"/>
            </a:solidFill>
            <a:ln w="19050">
              <a:solidFill>
                <a:srgbClr val="00000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S = 213.18.2.4</a:t>
              </a:r>
            </a:p>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D = 172.30.0.5</a:t>
              </a:r>
            </a:p>
          </p:txBody>
        </p:sp>
        <p:sp>
          <p:nvSpPr>
            <p:cNvPr id="44" name="Line 70">
              <a:extLst>
                <a:ext uri="{FF2B5EF4-FFF2-40B4-BE49-F238E27FC236}">
                  <a16:creationId xmlns:a16="http://schemas.microsoft.com/office/drawing/2014/main" id="{FF2564EF-B30C-9578-E782-230A76C310A5}"/>
                </a:ext>
              </a:extLst>
            </p:cNvPr>
            <p:cNvSpPr>
              <a:spLocks noChangeShapeType="1"/>
            </p:cNvSpPr>
            <p:nvPr/>
          </p:nvSpPr>
          <p:spPr bwMode="auto">
            <a:xfrm flipH="1">
              <a:off x="6240519" y="3253909"/>
              <a:ext cx="242570" cy="264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45" name="Text Box 45">
            <a:extLst>
              <a:ext uri="{FF2B5EF4-FFF2-40B4-BE49-F238E27FC236}">
                <a16:creationId xmlns:a16="http://schemas.microsoft.com/office/drawing/2014/main" id="{0B4E5BAE-B47A-B47B-268F-F93DB0BD7298}"/>
              </a:ext>
            </a:extLst>
          </p:cNvPr>
          <p:cNvSpPr txBox="1">
            <a:spLocks noChangeArrowheads="1"/>
          </p:cNvSpPr>
          <p:nvPr/>
        </p:nvSpPr>
        <p:spPr bwMode="auto">
          <a:xfrm>
            <a:off x="803344" y="2631609"/>
            <a:ext cx="325730" cy="24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 </a:t>
            </a: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A</a:t>
            </a:r>
          </a:p>
        </p:txBody>
      </p:sp>
      <p:grpSp>
        <p:nvGrpSpPr>
          <p:cNvPr id="11" name="组合 10">
            <a:extLst>
              <a:ext uri="{FF2B5EF4-FFF2-40B4-BE49-F238E27FC236}">
                <a16:creationId xmlns:a16="http://schemas.microsoft.com/office/drawing/2014/main" id="{C49596EA-68F1-0CE2-71F7-2E41C58B0367}"/>
              </a:ext>
            </a:extLst>
          </p:cNvPr>
          <p:cNvGrpSpPr/>
          <p:nvPr/>
        </p:nvGrpSpPr>
        <p:grpSpPr>
          <a:xfrm>
            <a:off x="1075429" y="3199299"/>
            <a:ext cx="1191352" cy="830222"/>
            <a:chOff x="1075429" y="3199299"/>
            <a:chExt cx="1191352" cy="830222"/>
          </a:xfrm>
        </p:grpSpPr>
        <p:sp>
          <p:nvSpPr>
            <p:cNvPr id="37" name="Text Box 59">
              <a:extLst>
                <a:ext uri="{FF2B5EF4-FFF2-40B4-BE49-F238E27FC236}">
                  <a16:creationId xmlns:a16="http://schemas.microsoft.com/office/drawing/2014/main" id="{0ED43BBD-14D0-94DC-FFC7-998DE8819B38}"/>
                </a:ext>
              </a:extLst>
            </p:cNvPr>
            <p:cNvSpPr txBox="1">
              <a:spLocks noChangeArrowheads="1"/>
            </p:cNvSpPr>
            <p:nvPr/>
          </p:nvSpPr>
          <p:spPr bwMode="auto">
            <a:xfrm>
              <a:off x="1075429" y="3646339"/>
              <a:ext cx="1191352" cy="383182"/>
            </a:xfrm>
            <a:prstGeom prst="rect">
              <a:avLst/>
            </a:prstGeom>
            <a:solidFill>
              <a:srgbClr val="FFFF00"/>
            </a:solidFill>
            <a:ln w="19050">
              <a:solidFill>
                <a:srgbClr val="000000"/>
              </a:solidFill>
              <a:miter lim="800000"/>
              <a:headEnd/>
              <a:tailEnd/>
            </a:ln>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S =  213.18.2.4</a:t>
              </a:r>
            </a:p>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D = 192.168.0.3</a:t>
              </a:r>
            </a:p>
          </p:txBody>
        </p:sp>
        <p:sp>
          <p:nvSpPr>
            <p:cNvPr id="46" name="Line 60">
              <a:extLst>
                <a:ext uri="{FF2B5EF4-FFF2-40B4-BE49-F238E27FC236}">
                  <a16:creationId xmlns:a16="http://schemas.microsoft.com/office/drawing/2014/main" id="{56122EB2-A355-30C2-4476-6B9E2D727E83}"/>
                </a:ext>
              </a:extLst>
            </p:cNvPr>
            <p:cNvSpPr>
              <a:spLocks noChangeShapeType="1"/>
            </p:cNvSpPr>
            <p:nvPr/>
          </p:nvSpPr>
          <p:spPr bwMode="auto">
            <a:xfrm flipH="1">
              <a:off x="1776469" y="3199299"/>
              <a:ext cx="255270" cy="4470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sp>
        <p:nvSpPr>
          <p:cNvPr id="47" name="Line 38">
            <a:extLst>
              <a:ext uri="{FF2B5EF4-FFF2-40B4-BE49-F238E27FC236}">
                <a16:creationId xmlns:a16="http://schemas.microsoft.com/office/drawing/2014/main" id="{13AD23DD-8264-4104-D2AC-36ED5F410ED8}"/>
              </a:ext>
            </a:extLst>
          </p:cNvPr>
          <p:cNvSpPr>
            <a:spLocks noChangeShapeType="1"/>
          </p:cNvSpPr>
          <p:nvPr/>
        </p:nvSpPr>
        <p:spPr bwMode="auto">
          <a:xfrm rot="5400000">
            <a:off x="1326889" y="3020228"/>
            <a:ext cx="250190" cy="41529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48" name="Picture 27">
            <a:extLst>
              <a:ext uri="{FF2B5EF4-FFF2-40B4-BE49-F238E27FC236}">
                <a16:creationId xmlns:a16="http://schemas.microsoft.com/office/drawing/2014/main" id="{80C809CF-7F6F-8EC8-6B06-73F9F33204FF}"/>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00829" y="3151039"/>
            <a:ext cx="269240"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 Box 45">
            <a:extLst>
              <a:ext uri="{FF2B5EF4-FFF2-40B4-BE49-F238E27FC236}">
                <a16:creationId xmlns:a16="http://schemas.microsoft.com/office/drawing/2014/main" id="{2648EBB9-19C5-9F78-C345-2AE54915C7DA}"/>
              </a:ext>
            </a:extLst>
          </p:cNvPr>
          <p:cNvSpPr txBox="1">
            <a:spLocks noChangeArrowheads="1"/>
          </p:cNvSpPr>
          <p:nvPr/>
        </p:nvSpPr>
        <p:spPr bwMode="auto">
          <a:xfrm>
            <a:off x="260773" y="3104049"/>
            <a:ext cx="909223" cy="237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192.168.0.4</a:t>
            </a:r>
          </a:p>
        </p:txBody>
      </p:sp>
      <p:sp>
        <p:nvSpPr>
          <p:cNvPr id="50" name="TextBox 54">
            <a:extLst>
              <a:ext uri="{FF2B5EF4-FFF2-40B4-BE49-F238E27FC236}">
                <a16:creationId xmlns:a16="http://schemas.microsoft.com/office/drawing/2014/main" id="{61712CB2-115B-9CF6-777B-F6B0DADECB0D}"/>
              </a:ext>
            </a:extLst>
          </p:cNvPr>
          <p:cNvSpPr txBox="1">
            <a:spLocks noChangeArrowheads="1"/>
          </p:cNvSpPr>
          <p:nvPr/>
        </p:nvSpPr>
        <p:spPr bwMode="auto">
          <a:xfrm>
            <a:off x="1838699" y="1365419"/>
            <a:ext cx="18473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51" name="Text Box 155">
            <a:extLst>
              <a:ext uri="{FF2B5EF4-FFF2-40B4-BE49-F238E27FC236}">
                <a16:creationId xmlns:a16="http://schemas.microsoft.com/office/drawing/2014/main" id="{BFA98B54-B74A-2566-57A1-711EC6110D34}"/>
              </a:ext>
            </a:extLst>
          </p:cNvPr>
          <p:cNvSpPr txBox="1">
            <a:spLocks noChangeArrowheads="1"/>
          </p:cNvSpPr>
          <p:nvPr/>
        </p:nvSpPr>
        <p:spPr bwMode="auto">
          <a:xfrm flipH="1">
            <a:off x="2440679" y="3068489"/>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zh-CN" sz="12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3" name="Text Box 141">
            <a:extLst>
              <a:ext uri="{FF2B5EF4-FFF2-40B4-BE49-F238E27FC236}">
                <a16:creationId xmlns:a16="http://schemas.microsoft.com/office/drawing/2014/main" id="{48D15DA7-91CE-1DBF-63C8-289F74DB0775}"/>
              </a:ext>
            </a:extLst>
          </p:cNvPr>
          <p:cNvSpPr txBox="1">
            <a:spLocks noChangeArrowheads="1"/>
          </p:cNvSpPr>
          <p:nvPr/>
        </p:nvSpPr>
        <p:spPr bwMode="auto">
          <a:xfrm flipH="1">
            <a:off x="5682989" y="2797979"/>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zh-CN" sz="12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4" name="Text Box 154">
            <a:extLst>
              <a:ext uri="{FF2B5EF4-FFF2-40B4-BE49-F238E27FC236}">
                <a16:creationId xmlns:a16="http://schemas.microsoft.com/office/drawing/2014/main" id="{C0631241-E179-0EC0-70D6-388BB353D1A6}"/>
              </a:ext>
            </a:extLst>
          </p:cNvPr>
          <p:cNvSpPr txBox="1">
            <a:spLocks noChangeArrowheads="1"/>
          </p:cNvSpPr>
          <p:nvPr/>
        </p:nvSpPr>
        <p:spPr bwMode="auto">
          <a:xfrm flipH="1">
            <a:off x="6834879" y="3082459"/>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zh-CN" sz="12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5" name="Text Box 177">
            <a:extLst>
              <a:ext uri="{FF2B5EF4-FFF2-40B4-BE49-F238E27FC236}">
                <a16:creationId xmlns:a16="http://schemas.microsoft.com/office/drawing/2014/main" id="{F98B73A9-15C0-72CC-61A4-888CC1C6DD9E}"/>
              </a:ext>
            </a:extLst>
          </p:cNvPr>
          <p:cNvSpPr txBox="1">
            <a:spLocks noChangeArrowheads="1"/>
          </p:cNvSpPr>
          <p:nvPr/>
        </p:nvSpPr>
        <p:spPr bwMode="auto">
          <a:xfrm flipH="1">
            <a:off x="1979669" y="2797979"/>
            <a:ext cx="322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zh-CN" sz="12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6" name="Text Box 76">
            <a:extLst>
              <a:ext uri="{FF2B5EF4-FFF2-40B4-BE49-F238E27FC236}">
                <a16:creationId xmlns:a16="http://schemas.microsoft.com/office/drawing/2014/main" id="{8F1C7002-022E-78C6-EC00-9A1C1394D7A2}"/>
              </a:ext>
            </a:extLst>
          </p:cNvPr>
          <p:cNvSpPr txBox="1">
            <a:spLocks noChangeArrowheads="1"/>
          </p:cNvSpPr>
          <p:nvPr/>
        </p:nvSpPr>
        <p:spPr bwMode="auto">
          <a:xfrm>
            <a:off x="3017259" y="1191429"/>
            <a:ext cx="2838451" cy="855619"/>
          </a:xfrm>
          <a:prstGeom prst="rect">
            <a:avLst/>
          </a:prstGeom>
          <a:noFill/>
          <a:ln w="158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ts val="60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NAT </a:t>
            </a: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转换表</a:t>
            </a:r>
            <a:endPar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endParaRPr>
          </a:p>
          <a:p>
            <a:pPr marL="0" marR="0" lvl="0" indent="0" algn="ctr" defTabSz="914400" eaLnBrk="1" fontAlgn="base" latinLnBrk="0" hangingPunct="1">
              <a:lnSpc>
                <a:spcPct val="90000"/>
              </a:lnSpc>
              <a:spcBef>
                <a:spcPts val="600"/>
              </a:spcBef>
              <a:spcAft>
                <a:spcPct val="0"/>
              </a:spcAft>
              <a:buClrTx/>
              <a:buSzTx/>
              <a:buFontTx/>
              <a:buNone/>
              <a:tabLst/>
              <a:defRPr/>
            </a:pP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 专用地址，   端口     全球地址，端口      </a:t>
            </a:r>
          </a:p>
          <a:p>
            <a:pPr marL="0" marR="0" lvl="0" indent="0" algn="ctr" defTabSz="914400" eaLnBrk="1" fontAlgn="base" latinLnBrk="0" hangingPunct="1">
              <a:lnSpc>
                <a:spcPct val="90000"/>
              </a:lnSpc>
              <a:spcBef>
                <a:spcPts val="60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192.168.0.3</a:t>
            </a: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a:t>
            </a: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1234     172.30.0.5,  5678</a:t>
            </a:r>
          </a:p>
          <a:p>
            <a:pPr marL="0" marR="0" lvl="0" indent="0" algn="ctr" defTabSz="914400" eaLnBrk="1" fontAlgn="base" latinLnBrk="0" hangingPunct="1">
              <a:lnSpc>
                <a:spcPct val="90000"/>
              </a:lnSpc>
              <a:spcBef>
                <a:spcPct val="0"/>
              </a:spcBef>
              <a:spcAft>
                <a:spcPct val="0"/>
              </a:spcAft>
              <a:buClrTx/>
              <a:buSzTx/>
              <a:buFontTx/>
              <a:buNone/>
              <a:tabLst/>
              <a:defRPr/>
            </a:pPr>
            <a:endPar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cxnSp>
        <p:nvCxnSpPr>
          <p:cNvPr id="119" name="直接连接符 118">
            <a:extLst>
              <a:ext uri="{FF2B5EF4-FFF2-40B4-BE49-F238E27FC236}">
                <a16:creationId xmlns:a16="http://schemas.microsoft.com/office/drawing/2014/main" id="{4A38E175-85F6-FD6A-9A10-646EE4D1C133}"/>
              </a:ext>
            </a:extLst>
          </p:cNvPr>
          <p:cNvCxnSpPr>
            <a:cxnSpLocks/>
          </p:cNvCxnSpPr>
          <p:nvPr/>
        </p:nvCxnSpPr>
        <p:spPr>
          <a:xfrm>
            <a:off x="3015989" y="1406059"/>
            <a:ext cx="2851150" cy="7620"/>
          </a:xfrm>
          <a:prstGeom prst="line">
            <a:avLst/>
          </a:prstGeom>
          <a:noFill/>
          <a:ln w="9525" cap="flat" cmpd="sng" algn="ctr">
            <a:solidFill>
              <a:srgbClr val="000000"/>
            </a:solidFill>
            <a:prstDash val="solid"/>
          </a:ln>
          <a:effectLst/>
        </p:spPr>
      </p:cxnSp>
      <p:cxnSp>
        <p:nvCxnSpPr>
          <p:cNvPr id="120" name="直接连接符 119">
            <a:extLst>
              <a:ext uri="{FF2B5EF4-FFF2-40B4-BE49-F238E27FC236}">
                <a16:creationId xmlns:a16="http://schemas.microsoft.com/office/drawing/2014/main" id="{147A6C92-64AC-E200-2C4E-579F36F9FF0D}"/>
              </a:ext>
            </a:extLst>
          </p:cNvPr>
          <p:cNvCxnSpPr>
            <a:stCxn id="56" idx="1"/>
            <a:endCxn id="56" idx="3"/>
          </p:cNvCxnSpPr>
          <p:nvPr/>
        </p:nvCxnSpPr>
        <p:spPr>
          <a:xfrm>
            <a:off x="3017259" y="1619239"/>
            <a:ext cx="2838451" cy="0"/>
          </a:xfrm>
          <a:prstGeom prst="line">
            <a:avLst/>
          </a:prstGeom>
          <a:noFill/>
          <a:ln w="9525" cap="flat" cmpd="sng" algn="ctr">
            <a:solidFill>
              <a:srgbClr val="000000"/>
            </a:solidFill>
            <a:prstDash val="solid"/>
          </a:ln>
          <a:effectLst/>
        </p:spPr>
      </p:cxnSp>
      <p:sp>
        <p:nvSpPr>
          <p:cNvPr id="121" name="Text Box 52">
            <a:extLst>
              <a:ext uri="{FF2B5EF4-FFF2-40B4-BE49-F238E27FC236}">
                <a16:creationId xmlns:a16="http://schemas.microsoft.com/office/drawing/2014/main" id="{95297F71-AC63-A5E3-BDCC-17E376BD58DF}"/>
              </a:ext>
            </a:extLst>
          </p:cNvPr>
          <p:cNvSpPr txBox="1">
            <a:spLocks noChangeArrowheads="1"/>
          </p:cNvSpPr>
          <p:nvPr/>
        </p:nvSpPr>
        <p:spPr bwMode="auto">
          <a:xfrm>
            <a:off x="8278947" y="2344589"/>
            <a:ext cx="279244" cy="24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B</a:t>
            </a:r>
          </a:p>
        </p:txBody>
      </p:sp>
      <p:cxnSp>
        <p:nvCxnSpPr>
          <p:cNvPr id="122" name="直接连接符 121">
            <a:extLst>
              <a:ext uri="{FF2B5EF4-FFF2-40B4-BE49-F238E27FC236}">
                <a16:creationId xmlns:a16="http://schemas.microsoft.com/office/drawing/2014/main" id="{F5B6D9A9-F32F-C129-F002-2F413026BCF4}"/>
              </a:ext>
            </a:extLst>
          </p:cNvPr>
          <p:cNvCxnSpPr>
            <a:cxnSpLocks/>
          </p:cNvCxnSpPr>
          <p:nvPr/>
        </p:nvCxnSpPr>
        <p:spPr>
          <a:xfrm>
            <a:off x="4501173" y="1409487"/>
            <a:ext cx="0" cy="641892"/>
          </a:xfrm>
          <a:prstGeom prst="line">
            <a:avLst/>
          </a:prstGeom>
          <a:noFill/>
          <a:ln w="9525" cap="flat" cmpd="sng" algn="ctr">
            <a:solidFill>
              <a:srgbClr val="000000"/>
            </a:solidFill>
            <a:prstDash val="solid"/>
          </a:ln>
          <a:effectLst/>
        </p:spPr>
      </p:cxnSp>
      <p:sp>
        <p:nvSpPr>
          <p:cNvPr id="123" name="Oval 421">
            <a:extLst>
              <a:ext uri="{FF2B5EF4-FFF2-40B4-BE49-F238E27FC236}">
                <a16:creationId xmlns:a16="http://schemas.microsoft.com/office/drawing/2014/main" id="{D19C058F-E3E5-18FE-99A1-3B45FC9DE0D5}"/>
              </a:ext>
            </a:extLst>
          </p:cNvPr>
          <p:cNvSpPr>
            <a:spLocks noChangeArrowheads="1"/>
          </p:cNvSpPr>
          <p:nvPr/>
        </p:nvSpPr>
        <p:spPr bwMode="auto">
          <a:xfrm>
            <a:off x="3976109" y="3065949"/>
            <a:ext cx="62230" cy="53340"/>
          </a:xfrm>
          <a:prstGeom prst="ellipse">
            <a:avLst/>
          </a:prstGeom>
          <a:solidFill>
            <a:srgbClr val="FFFFFF"/>
          </a:solidFill>
          <a:ln w="30163">
            <a:solidFill>
              <a:srgbClr val="000000"/>
            </a:solidFill>
            <a:round/>
            <a:headEnd/>
            <a:tailEnd/>
          </a:ln>
        </p:spPr>
        <p:txBody>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14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124" name="Picture 58">
            <a:extLst>
              <a:ext uri="{FF2B5EF4-FFF2-40B4-BE49-F238E27FC236}">
                <a16:creationId xmlns:a16="http://schemas.microsoft.com/office/drawing/2014/main" id="{39A5D2BB-FB34-422C-9846-42C1E262A4EF}"/>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23409" y="2987209"/>
            <a:ext cx="464820" cy="219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25" name="Oval 421">
            <a:extLst>
              <a:ext uri="{FF2B5EF4-FFF2-40B4-BE49-F238E27FC236}">
                <a16:creationId xmlns:a16="http://schemas.microsoft.com/office/drawing/2014/main" id="{A9402806-A6F9-2F87-BD9B-E7C3A1249FF5}"/>
              </a:ext>
            </a:extLst>
          </p:cNvPr>
          <p:cNvSpPr>
            <a:spLocks noChangeArrowheads="1"/>
          </p:cNvSpPr>
          <p:nvPr/>
        </p:nvSpPr>
        <p:spPr bwMode="auto">
          <a:xfrm>
            <a:off x="4625079" y="3065949"/>
            <a:ext cx="62230" cy="53340"/>
          </a:xfrm>
          <a:prstGeom prst="ellipse">
            <a:avLst/>
          </a:prstGeom>
          <a:solidFill>
            <a:srgbClr val="FFFFFF"/>
          </a:solidFill>
          <a:ln w="30163">
            <a:solidFill>
              <a:srgbClr val="000000"/>
            </a:solidFill>
            <a:round/>
            <a:headEnd/>
            <a:tailEnd/>
          </a:ln>
        </p:spPr>
        <p:txBody>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zh-CN" altLang="en-US" sz="14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id="{A336C133-9108-F704-FBA4-04E2E5F5CE37}"/>
              </a:ext>
            </a:extLst>
          </p:cNvPr>
          <p:cNvGrpSpPr/>
          <p:nvPr/>
        </p:nvGrpSpPr>
        <p:grpSpPr>
          <a:xfrm>
            <a:off x="6795510" y="3234859"/>
            <a:ext cx="579175" cy="666392"/>
            <a:chOff x="6795510" y="3234859"/>
            <a:chExt cx="579175" cy="666392"/>
          </a:xfrm>
        </p:grpSpPr>
        <p:cxnSp>
          <p:nvCxnSpPr>
            <p:cNvPr id="132" name="直接连接符 131">
              <a:extLst>
                <a:ext uri="{FF2B5EF4-FFF2-40B4-BE49-F238E27FC236}">
                  <a16:creationId xmlns:a16="http://schemas.microsoft.com/office/drawing/2014/main" id="{86C0D629-2C9B-C9FC-0734-ED29139EE986}"/>
                </a:ext>
              </a:extLst>
            </p:cNvPr>
            <p:cNvCxnSpPr>
              <a:cxnSpLocks/>
              <a:stCxn id="134" idx="0"/>
            </p:cNvCxnSpPr>
            <p:nvPr/>
          </p:nvCxnSpPr>
          <p:spPr>
            <a:xfrm flipH="1" flipV="1">
              <a:off x="6795510" y="3234859"/>
              <a:ext cx="316892" cy="283210"/>
            </a:xfrm>
            <a:prstGeom prst="line">
              <a:avLst/>
            </a:prstGeom>
            <a:noFill/>
            <a:ln w="19050" cap="flat" cmpd="sng" algn="ctr">
              <a:solidFill>
                <a:srgbClr val="000000"/>
              </a:solidFill>
              <a:prstDash val="solid"/>
              <a:headEnd type="none" w="med" len="med"/>
              <a:tailEnd type="triangle" w="med" len="med"/>
            </a:ln>
            <a:effectLst/>
          </p:spPr>
        </p:cxnSp>
        <p:sp>
          <p:nvSpPr>
            <p:cNvPr id="134" name="Text Box 50">
              <a:extLst>
                <a:ext uri="{FF2B5EF4-FFF2-40B4-BE49-F238E27FC236}">
                  <a16:creationId xmlns:a16="http://schemas.microsoft.com/office/drawing/2014/main" id="{5ECADCF3-E575-B196-BC91-24499B983415}"/>
                </a:ext>
              </a:extLst>
            </p:cNvPr>
            <p:cNvSpPr txBox="1">
              <a:spLocks noChangeArrowheads="1"/>
            </p:cNvSpPr>
            <p:nvPr/>
          </p:nvSpPr>
          <p:spPr bwMode="auto">
            <a:xfrm>
              <a:off x="6850118" y="3518069"/>
              <a:ext cx="524567" cy="383182"/>
            </a:xfrm>
            <a:prstGeom prst="rect">
              <a:avLst/>
            </a:prstGeom>
            <a:solidFill>
              <a:srgbClr val="CCFF99"/>
            </a:solidFill>
            <a:ln w="19050">
              <a:solidFill>
                <a:srgbClr val="000000"/>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fontAlgn="base">
                <a:lnSpc>
                  <a:spcPct val="90000"/>
                </a:lnSpc>
                <a:spcBef>
                  <a:spcPct val="0"/>
                </a:spcBef>
                <a:spcAft>
                  <a:spcPct val="0"/>
                </a:spcAft>
                <a:buNone/>
              </a:pPr>
              <a:r>
                <a:rPr kumimoji="1" lang="en-US" altLang="zh-CN" sz="1050" kern="0" dirty="0">
                  <a:solidFill>
                    <a:srgbClr val="000000"/>
                  </a:solidFill>
                  <a:latin typeface="微软雅黑" panose="020B0503020204020204" pitchFamily="34" charset="-122"/>
                  <a:ea typeface="微软雅黑" panose="020B0503020204020204" pitchFamily="34" charset="-122"/>
                </a:rPr>
                <a:t>80</a:t>
              </a:r>
            </a:p>
            <a:p>
              <a:pPr algn="ctr" fontAlgn="base">
                <a:lnSpc>
                  <a:spcPct val="90000"/>
                </a:lnSpc>
                <a:spcBef>
                  <a:spcPct val="0"/>
                </a:spcBef>
                <a:spcAft>
                  <a:spcPct val="0"/>
                </a:spcAft>
                <a:buNone/>
              </a:pPr>
              <a:r>
                <a:rPr kumimoji="1" lang="en-US" altLang="zh-CN" sz="1050" kern="0" dirty="0">
                  <a:solidFill>
                    <a:srgbClr val="000000"/>
                  </a:solidFill>
                  <a:latin typeface="微软雅黑" panose="020B0503020204020204" pitchFamily="34" charset="-122"/>
                  <a:ea typeface="微软雅黑" panose="020B0503020204020204" pitchFamily="34" charset="-122"/>
                </a:rPr>
                <a:t>5678</a:t>
              </a:r>
            </a:p>
          </p:txBody>
        </p:sp>
      </p:grpSp>
      <p:grpSp>
        <p:nvGrpSpPr>
          <p:cNvPr id="10" name="组合 9">
            <a:extLst>
              <a:ext uri="{FF2B5EF4-FFF2-40B4-BE49-F238E27FC236}">
                <a16:creationId xmlns:a16="http://schemas.microsoft.com/office/drawing/2014/main" id="{37CFE322-5EFF-0E65-B5E9-746F6FFD8BA2}"/>
              </a:ext>
            </a:extLst>
          </p:cNvPr>
          <p:cNvGrpSpPr/>
          <p:nvPr/>
        </p:nvGrpSpPr>
        <p:grpSpPr>
          <a:xfrm>
            <a:off x="2265419" y="3195489"/>
            <a:ext cx="617220" cy="827682"/>
            <a:chOff x="2265419" y="3195489"/>
            <a:chExt cx="617220" cy="827682"/>
          </a:xfrm>
        </p:grpSpPr>
        <p:sp>
          <p:nvSpPr>
            <p:cNvPr id="135" name="Text Box 50">
              <a:extLst>
                <a:ext uri="{FF2B5EF4-FFF2-40B4-BE49-F238E27FC236}">
                  <a16:creationId xmlns:a16="http://schemas.microsoft.com/office/drawing/2014/main" id="{786647FC-FB2E-2886-DD14-4DF114893643}"/>
                </a:ext>
              </a:extLst>
            </p:cNvPr>
            <p:cNvSpPr txBox="1">
              <a:spLocks noChangeArrowheads="1"/>
            </p:cNvSpPr>
            <p:nvPr/>
          </p:nvSpPr>
          <p:spPr bwMode="auto">
            <a:xfrm>
              <a:off x="2356859" y="3639989"/>
              <a:ext cx="525780" cy="383182"/>
            </a:xfrm>
            <a:prstGeom prst="rect">
              <a:avLst/>
            </a:prstGeom>
            <a:solidFill>
              <a:srgbClr val="CCFF99"/>
            </a:solidFill>
            <a:ln w="19050">
              <a:solidFill>
                <a:srgbClr val="000000"/>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fontAlgn="base">
                <a:lnSpc>
                  <a:spcPct val="90000"/>
                </a:lnSpc>
                <a:spcBef>
                  <a:spcPct val="0"/>
                </a:spcBef>
                <a:spcAft>
                  <a:spcPct val="0"/>
                </a:spcAft>
                <a:buNone/>
              </a:pPr>
              <a:r>
                <a:rPr kumimoji="1" lang="en-US" altLang="zh-CN" sz="1050" kern="0" dirty="0">
                  <a:solidFill>
                    <a:srgbClr val="000000"/>
                  </a:solidFill>
                  <a:latin typeface="微软雅黑" panose="020B0503020204020204" pitchFamily="34" charset="-122"/>
                  <a:ea typeface="微软雅黑" panose="020B0503020204020204" pitchFamily="34" charset="-122"/>
                </a:rPr>
                <a:t>80</a:t>
              </a:r>
            </a:p>
            <a:p>
              <a:pPr algn="ctr" fontAlgn="base">
                <a:lnSpc>
                  <a:spcPct val="90000"/>
                </a:lnSpc>
                <a:spcBef>
                  <a:spcPct val="0"/>
                </a:spcBef>
                <a:spcAft>
                  <a:spcPct val="0"/>
                </a:spcAft>
                <a:buNone/>
              </a:pPr>
              <a:r>
                <a:rPr kumimoji="1" lang="en-US" altLang="zh-CN" sz="1050" kern="0" dirty="0">
                  <a:solidFill>
                    <a:srgbClr val="000000"/>
                  </a:solidFill>
                  <a:latin typeface="微软雅黑" panose="020B0503020204020204" pitchFamily="34" charset="-122"/>
                  <a:ea typeface="微软雅黑" panose="020B0503020204020204" pitchFamily="34" charset="-122"/>
                </a:rPr>
                <a:t>1234</a:t>
              </a:r>
            </a:p>
          </p:txBody>
        </p:sp>
        <p:cxnSp>
          <p:nvCxnSpPr>
            <p:cNvPr id="136" name="直接连接符 135">
              <a:extLst>
                <a:ext uri="{FF2B5EF4-FFF2-40B4-BE49-F238E27FC236}">
                  <a16:creationId xmlns:a16="http://schemas.microsoft.com/office/drawing/2014/main" id="{6B2EF557-C3CD-7A56-3F79-A586819BD3E7}"/>
                </a:ext>
              </a:extLst>
            </p:cNvPr>
            <p:cNvCxnSpPr>
              <a:cxnSpLocks/>
              <a:stCxn id="135" idx="0"/>
            </p:cNvCxnSpPr>
            <p:nvPr/>
          </p:nvCxnSpPr>
          <p:spPr>
            <a:xfrm flipH="1" flipV="1">
              <a:off x="2265419" y="3195489"/>
              <a:ext cx="354330" cy="444500"/>
            </a:xfrm>
            <a:prstGeom prst="line">
              <a:avLst/>
            </a:prstGeom>
            <a:noFill/>
            <a:ln w="19050" cap="flat" cmpd="sng" algn="ctr">
              <a:solidFill>
                <a:srgbClr val="000000"/>
              </a:solidFill>
              <a:prstDash val="solid"/>
              <a:headEnd type="none" w="med" len="med"/>
              <a:tailEnd type="triangle" w="med" len="med"/>
            </a:ln>
            <a:effectLst/>
          </p:spPr>
        </p:cxnSp>
      </p:grpSp>
      <p:sp>
        <p:nvSpPr>
          <p:cNvPr id="137" name="文本框 2">
            <a:extLst>
              <a:ext uri="{FF2B5EF4-FFF2-40B4-BE49-F238E27FC236}">
                <a16:creationId xmlns:a16="http://schemas.microsoft.com/office/drawing/2014/main" id="{FD991F73-164A-D063-BD8A-BF990E86622C}"/>
              </a:ext>
            </a:extLst>
          </p:cNvPr>
          <p:cNvSpPr txBox="1">
            <a:spLocks noChangeArrowheads="1"/>
          </p:cNvSpPr>
          <p:nvPr/>
        </p:nvSpPr>
        <p:spPr bwMode="auto">
          <a:xfrm>
            <a:off x="3604518" y="1803499"/>
            <a:ext cx="7385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zh-CN" sz="120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 • •</a:t>
            </a:r>
            <a:endParaRPr kumimoji="0" lang="zh-CN" altLang="en-US" sz="120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69" name="组合 168">
            <a:extLst>
              <a:ext uri="{FF2B5EF4-FFF2-40B4-BE49-F238E27FC236}">
                <a16:creationId xmlns:a16="http://schemas.microsoft.com/office/drawing/2014/main" id="{C17C26F4-C852-37AC-8412-FFD54C69FBEC}"/>
              </a:ext>
            </a:extLst>
          </p:cNvPr>
          <p:cNvGrpSpPr/>
          <p:nvPr/>
        </p:nvGrpSpPr>
        <p:grpSpPr>
          <a:xfrm>
            <a:off x="3247129" y="3104049"/>
            <a:ext cx="941070" cy="660042"/>
            <a:chOff x="3247129" y="3104049"/>
            <a:chExt cx="941070" cy="660042"/>
          </a:xfrm>
        </p:grpSpPr>
        <p:sp>
          <p:nvSpPr>
            <p:cNvPr id="126" name="Text Box 76">
              <a:extLst>
                <a:ext uri="{FF2B5EF4-FFF2-40B4-BE49-F238E27FC236}">
                  <a16:creationId xmlns:a16="http://schemas.microsoft.com/office/drawing/2014/main" id="{34F55374-61C8-EBFE-722A-F56E5D2B15EB}"/>
                </a:ext>
              </a:extLst>
            </p:cNvPr>
            <p:cNvSpPr txBox="1">
              <a:spLocks noChangeArrowheads="1"/>
            </p:cNvSpPr>
            <p:nvPr/>
          </p:nvSpPr>
          <p:spPr bwMode="auto">
            <a:xfrm>
              <a:off x="3250939" y="3380909"/>
              <a:ext cx="922020"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本地地址</a:t>
              </a:r>
            </a:p>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192.168.0.1</a:t>
              </a:r>
            </a:p>
          </p:txBody>
        </p:sp>
        <p:sp>
          <p:nvSpPr>
            <p:cNvPr id="127" name="Line 53">
              <a:extLst>
                <a:ext uri="{FF2B5EF4-FFF2-40B4-BE49-F238E27FC236}">
                  <a16:creationId xmlns:a16="http://schemas.microsoft.com/office/drawing/2014/main" id="{9B2A45D0-BAD1-7C15-04E3-686BB32EDFFA}"/>
                </a:ext>
              </a:extLst>
            </p:cNvPr>
            <p:cNvSpPr>
              <a:spLocks noChangeShapeType="1"/>
            </p:cNvSpPr>
            <p:nvPr/>
          </p:nvSpPr>
          <p:spPr bwMode="auto">
            <a:xfrm flipH="1">
              <a:off x="3733539" y="3104049"/>
              <a:ext cx="261620" cy="276860"/>
            </a:xfrm>
            <a:prstGeom prst="line">
              <a:avLst/>
            </a:prstGeom>
            <a:noFill/>
            <a:ln w="9525">
              <a:solidFill>
                <a:srgbClr val="000000"/>
              </a:solidFill>
              <a:round/>
              <a:headEnd type="triangle" w="sm" len="lg"/>
              <a:tailEnd type="none" w="sm" len="lg"/>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1" name="矩形: 圆角 140">
              <a:extLst>
                <a:ext uri="{FF2B5EF4-FFF2-40B4-BE49-F238E27FC236}">
                  <a16:creationId xmlns:a16="http://schemas.microsoft.com/office/drawing/2014/main" id="{5115C94F-287C-BB87-5BCE-3466756B3F59}"/>
                </a:ext>
              </a:extLst>
            </p:cNvPr>
            <p:cNvSpPr/>
            <p:nvPr/>
          </p:nvSpPr>
          <p:spPr>
            <a:xfrm>
              <a:off x="3247129" y="3382179"/>
              <a:ext cx="941070" cy="364132"/>
            </a:xfrm>
            <a:prstGeom prst="roundRect">
              <a:avLst>
                <a:gd name="adj" fmla="val 31097"/>
              </a:avLst>
            </a:prstGeom>
            <a:noFill/>
            <a:ln w="3810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grpSp>
      <p:grpSp>
        <p:nvGrpSpPr>
          <p:cNvPr id="170" name="组合 169">
            <a:extLst>
              <a:ext uri="{FF2B5EF4-FFF2-40B4-BE49-F238E27FC236}">
                <a16:creationId xmlns:a16="http://schemas.microsoft.com/office/drawing/2014/main" id="{C8AFC83F-C3A9-54F2-CF59-C0C5CA265FDA}"/>
              </a:ext>
            </a:extLst>
          </p:cNvPr>
          <p:cNvGrpSpPr/>
          <p:nvPr/>
        </p:nvGrpSpPr>
        <p:grpSpPr>
          <a:xfrm>
            <a:off x="4552689" y="3135799"/>
            <a:ext cx="941070" cy="642262"/>
            <a:chOff x="4552689" y="3135799"/>
            <a:chExt cx="941070" cy="642262"/>
          </a:xfrm>
        </p:grpSpPr>
        <p:sp>
          <p:nvSpPr>
            <p:cNvPr id="40" name="Text Box 76">
              <a:extLst>
                <a:ext uri="{FF2B5EF4-FFF2-40B4-BE49-F238E27FC236}">
                  <a16:creationId xmlns:a16="http://schemas.microsoft.com/office/drawing/2014/main" id="{56F0CFC4-20E4-7E67-BBF7-CF5660040F0E}"/>
                </a:ext>
              </a:extLst>
            </p:cNvPr>
            <p:cNvSpPr txBox="1">
              <a:spLocks noChangeArrowheads="1"/>
            </p:cNvSpPr>
            <p:nvPr/>
          </p:nvSpPr>
          <p:spPr bwMode="auto">
            <a:xfrm>
              <a:off x="4597139" y="3394879"/>
              <a:ext cx="857250"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90000"/>
                </a:lnSpc>
                <a:spcBef>
                  <a:spcPct val="0"/>
                </a:spcBef>
                <a:spcAft>
                  <a:spcPct val="0"/>
                </a:spcAft>
                <a:buClrTx/>
                <a:buSzTx/>
                <a:buFontTx/>
                <a:buNone/>
                <a:tabLst/>
                <a:defRPr/>
              </a:pPr>
              <a:r>
                <a:rPr kumimoji="1" lang="zh-CN" altLang="en-US"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全球地址</a:t>
              </a:r>
            </a:p>
            <a:p>
              <a:pPr marL="0" marR="0" lvl="0" indent="0" algn="ctr"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172.30.0.5</a:t>
              </a:r>
            </a:p>
          </p:txBody>
        </p:sp>
        <p:sp>
          <p:nvSpPr>
            <p:cNvPr id="118" name="Line 53">
              <a:extLst>
                <a:ext uri="{FF2B5EF4-FFF2-40B4-BE49-F238E27FC236}">
                  <a16:creationId xmlns:a16="http://schemas.microsoft.com/office/drawing/2014/main" id="{1F9D023D-1062-C893-9C3B-D9E5FBCCDF47}"/>
                </a:ext>
              </a:extLst>
            </p:cNvPr>
            <p:cNvSpPr>
              <a:spLocks noChangeShapeType="1"/>
            </p:cNvSpPr>
            <p:nvPr/>
          </p:nvSpPr>
          <p:spPr bwMode="auto">
            <a:xfrm>
              <a:off x="4679689" y="3135799"/>
              <a:ext cx="350520" cy="254000"/>
            </a:xfrm>
            <a:prstGeom prst="line">
              <a:avLst/>
            </a:prstGeom>
            <a:noFill/>
            <a:ln w="9525">
              <a:solidFill>
                <a:srgbClr val="000000"/>
              </a:solidFill>
              <a:round/>
              <a:headEnd type="triangle" w="sm" len="lg"/>
              <a:tailEnd type="none" w="sm" len="lg"/>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42" name="矩形: 圆角 141">
              <a:extLst>
                <a:ext uri="{FF2B5EF4-FFF2-40B4-BE49-F238E27FC236}">
                  <a16:creationId xmlns:a16="http://schemas.microsoft.com/office/drawing/2014/main" id="{F1D19BB7-E247-A44E-1691-94B11A06CD71}"/>
                </a:ext>
              </a:extLst>
            </p:cNvPr>
            <p:cNvSpPr/>
            <p:nvPr/>
          </p:nvSpPr>
          <p:spPr>
            <a:xfrm>
              <a:off x="4552689" y="3382179"/>
              <a:ext cx="941070" cy="364132"/>
            </a:xfrm>
            <a:prstGeom prst="roundRect">
              <a:avLst>
                <a:gd name="adj" fmla="val 31097"/>
              </a:avLst>
            </a:prstGeom>
            <a:noFill/>
            <a:ln w="3810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grpSp>
      <p:sp>
        <p:nvSpPr>
          <p:cNvPr id="143" name="文本框 2">
            <a:extLst>
              <a:ext uri="{FF2B5EF4-FFF2-40B4-BE49-F238E27FC236}">
                <a16:creationId xmlns:a16="http://schemas.microsoft.com/office/drawing/2014/main" id="{BEC27535-EB32-E9C4-C40B-6143A4F379E5}"/>
              </a:ext>
            </a:extLst>
          </p:cNvPr>
          <p:cNvSpPr txBox="1">
            <a:spLocks noChangeArrowheads="1"/>
          </p:cNvSpPr>
          <p:nvPr/>
        </p:nvSpPr>
        <p:spPr bwMode="auto">
          <a:xfrm>
            <a:off x="4947025" y="1803430"/>
            <a:ext cx="6096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zh-CN" sz="120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 • •</a:t>
            </a:r>
            <a:endParaRPr kumimoji="0" lang="zh-CN" altLang="en-US" sz="120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74" name="组合 173">
            <a:extLst>
              <a:ext uri="{FF2B5EF4-FFF2-40B4-BE49-F238E27FC236}">
                <a16:creationId xmlns:a16="http://schemas.microsoft.com/office/drawing/2014/main" id="{8E7B6B4B-BCFF-E487-4EDB-AFC9A786E306}"/>
              </a:ext>
            </a:extLst>
          </p:cNvPr>
          <p:cNvGrpSpPr/>
          <p:nvPr/>
        </p:nvGrpSpPr>
        <p:grpSpPr>
          <a:xfrm>
            <a:off x="2431789" y="2258229"/>
            <a:ext cx="1200150" cy="703580"/>
            <a:chOff x="2431789" y="2258229"/>
            <a:chExt cx="1200150" cy="703580"/>
          </a:xfrm>
        </p:grpSpPr>
        <p:sp>
          <p:nvSpPr>
            <p:cNvPr id="34" name="Line 51">
              <a:extLst>
                <a:ext uri="{FF2B5EF4-FFF2-40B4-BE49-F238E27FC236}">
                  <a16:creationId xmlns:a16="http://schemas.microsoft.com/office/drawing/2014/main" id="{F75A9AC9-02F9-3B5E-F29D-1F3EFC571245}"/>
                </a:ext>
              </a:extLst>
            </p:cNvPr>
            <p:cNvSpPr>
              <a:spLocks noChangeShapeType="1"/>
            </p:cNvSpPr>
            <p:nvPr/>
          </p:nvSpPr>
          <p:spPr bwMode="auto">
            <a:xfrm flipH="1">
              <a:off x="2698489" y="2653199"/>
              <a:ext cx="275590" cy="3086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grpSp>
          <p:nvGrpSpPr>
            <p:cNvPr id="164" name="组合 163">
              <a:extLst>
                <a:ext uri="{FF2B5EF4-FFF2-40B4-BE49-F238E27FC236}">
                  <a16:creationId xmlns:a16="http://schemas.microsoft.com/office/drawing/2014/main" id="{61421B00-DF18-9D2C-B963-3E4E90218342}"/>
                </a:ext>
              </a:extLst>
            </p:cNvPr>
            <p:cNvGrpSpPr/>
            <p:nvPr/>
          </p:nvGrpSpPr>
          <p:grpSpPr>
            <a:xfrm>
              <a:off x="2431789" y="2258229"/>
              <a:ext cx="1200150" cy="384810"/>
              <a:chOff x="2431789" y="2258229"/>
              <a:chExt cx="1200150" cy="384810"/>
            </a:xfrm>
          </p:grpSpPr>
          <p:sp>
            <p:nvSpPr>
              <p:cNvPr id="140" name="矩形 139">
                <a:extLst>
                  <a:ext uri="{FF2B5EF4-FFF2-40B4-BE49-F238E27FC236}">
                    <a16:creationId xmlns:a16="http://schemas.microsoft.com/office/drawing/2014/main" id="{31F4CD6F-8919-8C9C-3D8C-69A3490D6A0E}"/>
                  </a:ext>
                </a:extLst>
              </p:cNvPr>
              <p:cNvSpPr/>
              <p:nvPr/>
            </p:nvSpPr>
            <p:spPr>
              <a:xfrm>
                <a:off x="2474969" y="2288709"/>
                <a:ext cx="1084580" cy="354330"/>
              </a:xfrm>
              <a:prstGeom prst="rect">
                <a:avLst/>
              </a:prstGeom>
              <a:solidFill>
                <a:srgbClr val="FFFF00"/>
              </a:solidFill>
              <a:ln w="190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31" name="Text Box 44">
                <a:extLst>
                  <a:ext uri="{FF2B5EF4-FFF2-40B4-BE49-F238E27FC236}">
                    <a16:creationId xmlns:a16="http://schemas.microsoft.com/office/drawing/2014/main" id="{79F29AB1-B72A-517B-B0D8-0D293A73A343}"/>
                  </a:ext>
                </a:extLst>
              </p:cNvPr>
              <p:cNvSpPr txBox="1">
                <a:spLocks noChangeArrowheads="1"/>
              </p:cNvSpPr>
              <p:nvPr/>
            </p:nvSpPr>
            <p:spPr bwMode="auto">
              <a:xfrm>
                <a:off x="2431789" y="2258229"/>
                <a:ext cx="1200150"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S = 192.168.0.3</a:t>
                </a:r>
              </a:p>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rPr>
                  <a:t>D = 213.18.2.4</a:t>
                </a:r>
              </a:p>
            </p:txBody>
          </p:sp>
        </p:grpSp>
      </p:grpSp>
      <p:grpSp>
        <p:nvGrpSpPr>
          <p:cNvPr id="7" name="组合 6">
            <a:extLst>
              <a:ext uri="{FF2B5EF4-FFF2-40B4-BE49-F238E27FC236}">
                <a16:creationId xmlns:a16="http://schemas.microsoft.com/office/drawing/2014/main" id="{FAF9E217-B0E6-24E4-4EA0-5136D0821CF5}"/>
              </a:ext>
            </a:extLst>
          </p:cNvPr>
          <p:cNvGrpSpPr/>
          <p:nvPr/>
        </p:nvGrpSpPr>
        <p:grpSpPr>
          <a:xfrm>
            <a:off x="6060332" y="2280165"/>
            <a:ext cx="1162050" cy="681644"/>
            <a:chOff x="6060332" y="2280165"/>
            <a:chExt cx="1162050" cy="681644"/>
          </a:xfrm>
        </p:grpSpPr>
        <p:sp>
          <p:nvSpPr>
            <p:cNvPr id="14" name="矩形 13">
              <a:extLst>
                <a:ext uri="{FF2B5EF4-FFF2-40B4-BE49-F238E27FC236}">
                  <a16:creationId xmlns:a16="http://schemas.microsoft.com/office/drawing/2014/main" id="{50CAECAC-9343-1278-86BD-5965820C5AA4}"/>
                </a:ext>
              </a:extLst>
            </p:cNvPr>
            <p:cNvSpPr/>
            <p:nvPr/>
          </p:nvSpPr>
          <p:spPr>
            <a:xfrm>
              <a:off x="6098279" y="2288709"/>
              <a:ext cx="1038860" cy="354330"/>
            </a:xfrm>
            <a:prstGeom prst="rect">
              <a:avLst/>
            </a:prstGeom>
            <a:solidFill>
              <a:srgbClr val="FFFF00"/>
            </a:solidFill>
            <a:ln w="190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29" name="Line 53">
              <a:extLst>
                <a:ext uri="{FF2B5EF4-FFF2-40B4-BE49-F238E27FC236}">
                  <a16:creationId xmlns:a16="http://schemas.microsoft.com/office/drawing/2014/main" id="{5F8E036C-A7BC-2687-4B86-01018EADD876}"/>
                </a:ext>
              </a:extLst>
            </p:cNvPr>
            <p:cNvSpPr>
              <a:spLocks noChangeShapeType="1"/>
            </p:cNvSpPr>
            <p:nvPr/>
          </p:nvSpPr>
          <p:spPr bwMode="auto">
            <a:xfrm flipH="1">
              <a:off x="6395459" y="2651929"/>
              <a:ext cx="261620" cy="3098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33" name="Text Box 50">
              <a:extLst>
                <a:ext uri="{FF2B5EF4-FFF2-40B4-BE49-F238E27FC236}">
                  <a16:creationId xmlns:a16="http://schemas.microsoft.com/office/drawing/2014/main" id="{2211B3CE-10CA-33C9-F890-CD8CBAB43C94}"/>
                </a:ext>
              </a:extLst>
            </p:cNvPr>
            <p:cNvSpPr txBox="1">
              <a:spLocks noChangeArrowheads="1"/>
            </p:cNvSpPr>
            <p:nvPr/>
          </p:nvSpPr>
          <p:spPr bwMode="auto">
            <a:xfrm>
              <a:off x="6060332" y="2280165"/>
              <a:ext cx="1162050"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S = 172.30.0.5</a:t>
              </a:r>
            </a:p>
            <a:p>
              <a:pPr marL="0" marR="0" lvl="0" indent="0" defTabSz="914400" eaLnBrk="1" fontAlgn="base" latinLnBrk="0" hangingPunct="1">
                <a:lnSpc>
                  <a:spcPct val="90000"/>
                </a:lnSpc>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D = 213.18.2.4</a:t>
              </a:r>
            </a:p>
          </p:txBody>
        </p:sp>
      </p:grpSp>
      <p:grpSp>
        <p:nvGrpSpPr>
          <p:cNvPr id="173" name="组合 172">
            <a:extLst>
              <a:ext uri="{FF2B5EF4-FFF2-40B4-BE49-F238E27FC236}">
                <a16:creationId xmlns:a16="http://schemas.microsoft.com/office/drawing/2014/main" id="{62AC32BE-BB07-E42B-1959-F20F0E2E528E}"/>
              </a:ext>
            </a:extLst>
          </p:cNvPr>
          <p:cNvGrpSpPr/>
          <p:nvPr/>
        </p:nvGrpSpPr>
        <p:grpSpPr>
          <a:xfrm>
            <a:off x="1806949" y="2265849"/>
            <a:ext cx="707390" cy="720090"/>
            <a:chOff x="1806949" y="2265849"/>
            <a:chExt cx="707390" cy="720090"/>
          </a:xfrm>
        </p:grpSpPr>
        <p:cxnSp>
          <p:nvCxnSpPr>
            <p:cNvPr id="131" name="直接连接符 130">
              <a:extLst>
                <a:ext uri="{FF2B5EF4-FFF2-40B4-BE49-F238E27FC236}">
                  <a16:creationId xmlns:a16="http://schemas.microsoft.com/office/drawing/2014/main" id="{2E4F22B0-AB42-BD3C-EB10-EBE058D381C0}"/>
                </a:ext>
              </a:extLst>
            </p:cNvPr>
            <p:cNvCxnSpPr>
              <a:cxnSpLocks/>
              <a:stCxn id="138" idx="2"/>
            </p:cNvCxnSpPr>
            <p:nvPr/>
          </p:nvCxnSpPr>
          <p:spPr>
            <a:xfrm>
              <a:off x="2139689" y="2635419"/>
              <a:ext cx="374650" cy="350520"/>
            </a:xfrm>
            <a:prstGeom prst="line">
              <a:avLst/>
            </a:prstGeom>
            <a:noFill/>
            <a:ln w="19050" cap="flat" cmpd="sng" algn="ctr">
              <a:solidFill>
                <a:srgbClr val="000000"/>
              </a:solidFill>
              <a:prstDash val="solid"/>
              <a:headEnd type="none" w="med" len="med"/>
              <a:tailEnd type="triangle" w="med" len="med"/>
            </a:ln>
            <a:effectLst/>
          </p:spPr>
        </p:cxnSp>
        <p:grpSp>
          <p:nvGrpSpPr>
            <p:cNvPr id="166" name="组合 165">
              <a:extLst>
                <a:ext uri="{FF2B5EF4-FFF2-40B4-BE49-F238E27FC236}">
                  <a16:creationId xmlns:a16="http://schemas.microsoft.com/office/drawing/2014/main" id="{03515AB5-4CA2-BCDB-3E93-54650B738948}"/>
                </a:ext>
              </a:extLst>
            </p:cNvPr>
            <p:cNvGrpSpPr/>
            <p:nvPr/>
          </p:nvGrpSpPr>
          <p:grpSpPr>
            <a:xfrm>
              <a:off x="1806949" y="2265849"/>
              <a:ext cx="661670" cy="415498"/>
              <a:chOff x="1806949" y="2265849"/>
              <a:chExt cx="661670" cy="415498"/>
            </a:xfrm>
          </p:grpSpPr>
          <p:sp>
            <p:nvSpPr>
              <p:cNvPr id="138" name="矩形 137">
                <a:extLst>
                  <a:ext uri="{FF2B5EF4-FFF2-40B4-BE49-F238E27FC236}">
                    <a16:creationId xmlns:a16="http://schemas.microsoft.com/office/drawing/2014/main" id="{3B16F550-B27B-22DE-E484-1332C196B3C7}"/>
                  </a:ext>
                </a:extLst>
              </p:cNvPr>
              <p:cNvSpPr/>
              <p:nvPr/>
            </p:nvSpPr>
            <p:spPr>
              <a:xfrm>
                <a:off x="1921249" y="2273469"/>
                <a:ext cx="435610" cy="361950"/>
              </a:xfrm>
              <a:prstGeom prst="rect">
                <a:avLst/>
              </a:prstGeom>
              <a:solidFill>
                <a:srgbClr val="CCFF99"/>
              </a:solidFill>
              <a:ln w="190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30" name="Text Box 50">
                <a:extLst>
                  <a:ext uri="{FF2B5EF4-FFF2-40B4-BE49-F238E27FC236}">
                    <a16:creationId xmlns:a16="http://schemas.microsoft.com/office/drawing/2014/main" id="{DC3381FD-5CCB-A108-8174-8BF6D42D9034}"/>
                  </a:ext>
                </a:extLst>
              </p:cNvPr>
              <p:cNvSpPr txBox="1">
                <a:spLocks noChangeArrowheads="1"/>
              </p:cNvSpPr>
              <p:nvPr/>
            </p:nvSpPr>
            <p:spPr bwMode="auto">
              <a:xfrm>
                <a:off x="1806949" y="2265849"/>
                <a:ext cx="66167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1234</a:t>
                </a:r>
              </a:p>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80</a:t>
                </a:r>
              </a:p>
            </p:txBody>
          </p:sp>
        </p:grpSp>
      </p:grpSp>
      <p:grpSp>
        <p:nvGrpSpPr>
          <p:cNvPr id="5" name="组合 4">
            <a:extLst>
              <a:ext uri="{FF2B5EF4-FFF2-40B4-BE49-F238E27FC236}">
                <a16:creationId xmlns:a16="http://schemas.microsoft.com/office/drawing/2014/main" id="{E4442E54-8F4D-6678-5012-C0D3A052E63C}"/>
              </a:ext>
            </a:extLst>
          </p:cNvPr>
          <p:cNvGrpSpPr/>
          <p:nvPr/>
        </p:nvGrpSpPr>
        <p:grpSpPr>
          <a:xfrm>
            <a:off x="5434069" y="2273469"/>
            <a:ext cx="774700" cy="711200"/>
            <a:chOff x="5434069" y="2273469"/>
            <a:chExt cx="774700" cy="711200"/>
          </a:xfrm>
        </p:grpSpPr>
        <p:cxnSp>
          <p:nvCxnSpPr>
            <p:cNvPr id="128" name="直接连接符 127">
              <a:extLst>
                <a:ext uri="{FF2B5EF4-FFF2-40B4-BE49-F238E27FC236}">
                  <a16:creationId xmlns:a16="http://schemas.microsoft.com/office/drawing/2014/main" id="{06BBFD81-9666-1A5E-AC9A-8EAF1CDEAF66}"/>
                </a:ext>
              </a:extLst>
            </p:cNvPr>
            <p:cNvCxnSpPr>
              <a:cxnSpLocks/>
              <a:stCxn id="139" idx="2"/>
            </p:cNvCxnSpPr>
            <p:nvPr/>
          </p:nvCxnSpPr>
          <p:spPr>
            <a:xfrm>
              <a:off x="5787129" y="2643039"/>
              <a:ext cx="421640" cy="341630"/>
            </a:xfrm>
            <a:prstGeom prst="line">
              <a:avLst/>
            </a:prstGeom>
            <a:noFill/>
            <a:ln w="19050" cap="flat" cmpd="sng" algn="ctr">
              <a:solidFill>
                <a:srgbClr val="000000"/>
              </a:solidFill>
              <a:prstDash val="solid"/>
              <a:headEnd type="none" w="med" len="med"/>
              <a:tailEnd type="triangle" w="med" len="med"/>
            </a:ln>
            <a:effectLst/>
          </p:spPr>
        </p:cxnSp>
        <p:grpSp>
          <p:nvGrpSpPr>
            <p:cNvPr id="168" name="组合 167">
              <a:extLst>
                <a:ext uri="{FF2B5EF4-FFF2-40B4-BE49-F238E27FC236}">
                  <a16:creationId xmlns:a16="http://schemas.microsoft.com/office/drawing/2014/main" id="{1B0E5102-0434-0D6D-1E03-7CF237503990}"/>
                </a:ext>
              </a:extLst>
            </p:cNvPr>
            <p:cNvGrpSpPr/>
            <p:nvPr/>
          </p:nvGrpSpPr>
          <p:grpSpPr>
            <a:xfrm>
              <a:off x="5434069" y="2273469"/>
              <a:ext cx="690880" cy="415498"/>
              <a:chOff x="5434069" y="2273469"/>
              <a:chExt cx="690880" cy="415498"/>
            </a:xfrm>
          </p:grpSpPr>
          <p:sp>
            <p:nvSpPr>
              <p:cNvPr id="139" name="矩形 138">
                <a:extLst>
                  <a:ext uri="{FF2B5EF4-FFF2-40B4-BE49-F238E27FC236}">
                    <a16:creationId xmlns:a16="http://schemas.microsoft.com/office/drawing/2014/main" id="{9EADB6F6-31BE-C08D-BAA8-9F964BF5A966}"/>
                  </a:ext>
                </a:extLst>
              </p:cNvPr>
              <p:cNvSpPr/>
              <p:nvPr/>
            </p:nvSpPr>
            <p:spPr>
              <a:xfrm>
                <a:off x="5571229" y="2288709"/>
                <a:ext cx="433070" cy="354330"/>
              </a:xfrm>
              <a:prstGeom prst="rect">
                <a:avLst/>
              </a:prstGeom>
              <a:solidFill>
                <a:srgbClr val="CCFF99"/>
              </a:solidFill>
              <a:ln w="190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zh-CN" altLang="en-US" sz="1100" b="0" i="0" u="none" strike="noStrike" kern="0" cap="none" spc="0" normalizeH="0" noProof="0">
                  <a:ln>
                    <a:noFill/>
                  </a:ln>
                  <a:solidFill>
                    <a:srgbClr val="FFFFFF"/>
                  </a:solidFill>
                  <a:effectLst/>
                  <a:uLnTx/>
                  <a:uFillTx/>
                  <a:latin typeface="微软雅黑" panose="020B0503020204020204" pitchFamily="34" charset="-122"/>
                  <a:ea typeface="微软雅黑" panose="020B0503020204020204" pitchFamily="34" charset="-122"/>
                  <a:cs typeface="+mn-cs"/>
                </a:endParaRPr>
              </a:p>
            </p:txBody>
          </p:sp>
          <p:sp>
            <p:nvSpPr>
              <p:cNvPr id="133" name="Text Box 50">
                <a:extLst>
                  <a:ext uri="{FF2B5EF4-FFF2-40B4-BE49-F238E27FC236}">
                    <a16:creationId xmlns:a16="http://schemas.microsoft.com/office/drawing/2014/main" id="{3AD4902E-E64A-006B-4717-2CBE719612D2}"/>
                  </a:ext>
                </a:extLst>
              </p:cNvPr>
              <p:cNvSpPr txBox="1">
                <a:spLocks noChangeArrowheads="1"/>
              </p:cNvSpPr>
              <p:nvPr/>
            </p:nvSpPr>
            <p:spPr bwMode="auto">
              <a:xfrm>
                <a:off x="5434069" y="2273469"/>
                <a:ext cx="69088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5678</a:t>
                </a:r>
              </a:p>
              <a:p>
                <a:pPr marL="0" marR="0" lvl="0" indent="0" algn="ctr" defTabSz="914400" eaLnBrk="1" fontAlgn="base" latinLnBrk="0" hangingPunct="1">
                  <a:spcBef>
                    <a:spcPct val="0"/>
                  </a:spcBef>
                  <a:spcAft>
                    <a:spcPct val="0"/>
                  </a:spcAft>
                  <a:buClrTx/>
                  <a:buSzTx/>
                  <a:buFontTx/>
                  <a:buNone/>
                  <a:tabLst/>
                  <a:defRPr/>
                </a:pPr>
                <a:r>
                  <a:rPr kumimoji="1" lang="en-US" altLang="zh-CN" sz="1050" b="0" i="0" u="none" strike="noStrike" kern="0" cap="none" spc="0" normalizeH="0" noProof="0" dirty="0">
                    <a:ln>
                      <a:noFill/>
                    </a:ln>
                    <a:solidFill>
                      <a:srgbClr val="000000"/>
                    </a:solidFill>
                    <a:effectLst/>
                    <a:uLnTx/>
                    <a:uFillTx/>
                    <a:latin typeface="微软雅黑" panose="020B0503020204020204" pitchFamily="34" charset="-122"/>
                    <a:ea typeface="微软雅黑" panose="020B0503020204020204" pitchFamily="34" charset="-122"/>
                  </a:rPr>
                  <a:t>80</a:t>
                </a:r>
              </a:p>
            </p:txBody>
          </p:sp>
        </p:grpSp>
      </p:grpSp>
      <p:sp>
        <p:nvSpPr>
          <p:cNvPr id="172" name="文本框 171">
            <a:extLst>
              <a:ext uri="{FF2B5EF4-FFF2-40B4-BE49-F238E27FC236}">
                <a16:creationId xmlns:a16="http://schemas.microsoft.com/office/drawing/2014/main" id="{E307A249-AD0A-86DD-0D38-CA0CEDB77BDE}"/>
              </a:ext>
            </a:extLst>
          </p:cNvPr>
          <p:cNvSpPr txBox="1"/>
          <p:nvPr/>
        </p:nvSpPr>
        <p:spPr>
          <a:xfrm>
            <a:off x="1552628" y="4159894"/>
            <a:ext cx="6038221" cy="307777"/>
          </a:xfrm>
          <a:prstGeom prst="rect">
            <a:avLst/>
          </a:prstGeom>
          <a:noFill/>
        </p:spPr>
        <p:txBody>
          <a:bodyPr wrap="square">
            <a:spAutoFit/>
          </a:bodyPr>
          <a:lstStyle/>
          <a:p>
            <a:pPr algn="ctr"/>
            <a:r>
              <a:rPr lang="zh-CN" altLang="en-US" sz="1400" b="1" dirty="0">
                <a:latin typeface="微软雅黑" panose="020B0503020204020204" pitchFamily="34" charset="-122"/>
                <a:ea typeface="微软雅黑" panose="020B0503020204020204" pitchFamily="34" charset="-122"/>
              </a:rPr>
              <a:t>假定专用网内的主机 </a:t>
            </a:r>
            <a:r>
              <a:rPr lang="en-US" altLang="zh-CN" sz="1400" b="1" dirty="0">
                <a:latin typeface="微软雅黑" panose="020B0503020204020204" pitchFamily="34" charset="-122"/>
                <a:ea typeface="微软雅黑" panose="020B0503020204020204" pitchFamily="34" charset="-122"/>
              </a:rPr>
              <a:t>A </a:t>
            </a:r>
            <a:r>
              <a:rPr lang="zh-CN" altLang="en-US" sz="1400" b="1" dirty="0">
                <a:latin typeface="微软雅黑" panose="020B0503020204020204" pitchFamily="34" charset="-122"/>
                <a:ea typeface="微软雅黑" panose="020B0503020204020204" pitchFamily="34" charset="-122"/>
              </a:rPr>
              <a:t>要通过万维网下载互联网上的主机 </a:t>
            </a:r>
            <a:r>
              <a:rPr lang="en-US" altLang="zh-CN" sz="1400" b="1" dirty="0">
                <a:latin typeface="微软雅黑" panose="020B0503020204020204" pitchFamily="34" charset="-122"/>
                <a:ea typeface="微软雅黑" panose="020B0503020204020204" pitchFamily="34" charset="-122"/>
              </a:rPr>
              <a:t>B </a:t>
            </a:r>
            <a:r>
              <a:rPr lang="zh-CN" altLang="en-US" sz="1400" b="1" dirty="0">
                <a:latin typeface="微软雅黑" panose="020B0503020204020204" pitchFamily="34" charset="-122"/>
                <a:ea typeface="微软雅黑" panose="020B0503020204020204" pitchFamily="34" charset="-122"/>
              </a:rPr>
              <a:t>的文件。</a:t>
            </a:r>
          </a:p>
        </p:txBody>
      </p:sp>
      <p:sp>
        <p:nvSpPr>
          <p:cNvPr id="2" name="矩形 1">
            <a:extLst>
              <a:ext uri="{FF2B5EF4-FFF2-40B4-BE49-F238E27FC236}">
                <a16:creationId xmlns:a16="http://schemas.microsoft.com/office/drawing/2014/main" id="{AA7442A9-87B2-A4D4-49F5-88BB55E87C1B}"/>
              </a:ext>
            </a:extLst>
          </p:cNvPr>
          <p:cNvSpPr/>
          <p:nvPr/>
        </p:nvSpPr>
        <p:spPr>
          <a:xfrm>
            <a:off x="3020364" y="1617969"/>
            <a:ext cx="2838451" cy="191513"/>
          </a:xfrm>
          <a:prstGeom prst="rect">
            <a:avLst/>
          </a:prstGeom>
          <a:noFill/>
          <a:ln w="190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对话气泡: 圆角矩形 8">
            <a:extLst>
              <a:ext uri="{FF2B5EF4-FFF2-40B4-BE49-F238E27FC236}">
                <a16:creationId xmlns:a16="http://schemas.microsoft.com/office/drawing/2014/main" id="{8496B153-3AC4-931D-C37C-DC8699BA1AD4}"/>
              </a:ext>
            </a:extLst>
          </p:cNvPr>
          <p:cNvSpPr/>
          <p:nvPr/>
        </p:nvSpPr>
        <p:spPr>
          <a:xfrm>
            <a:off x="7770870" y="1617969"/>
            <a:ext cx="827985" cy="404039"/>
          </a:xfrm>
          <a:prstGeom prst="wedgeRoundRectCallout">
            <a:avLst>
              <a:gd name="adj1" fmla="val 7173"/>
              <a:gd name="adj2" fmla="val 73328"/>
              <a:gd name="adj3" fmla="val 16667"/>
            </a:avLst>
          </a:prstGeom>
        </p:spPr>
        <p:style>
          <a:lnRef idx="1">
            <a:schemeClr val="accent6"/>
          </a:lnRef>
          <a:fillRef idx="2">
            <a:schemeClr val="accent6"/>
          </a:fillRef>
          <a:effectRef idx="1">
            <a:schemeClr val="accent6"/>
          </a:effectRef>
          <a:fontRef idx="minor">
            <a:schemeClr val="dk1"/>
          </a:fontRef>
        </p:style>
        <p:txBody>
          <a:bodyPr lIns="0" tIns="0" rIns="0" bIns="0" rtlCol="0" anchor="ctr"/>
          <a:lstStyle/>
          <a:p>
            <a:pPr algn="ctr"/>
            <a:r>
              <a:rPr lang="zh-CN" altLang="en-US" sz="1100" b="1" dirty="0">
                <a:latin typeface="微软雅黑" panose="020B0503020204020204" pitchFamily="34" charset="-122"/>
                <a:ea typeface="微软雅黑" panose="020B0503020204020204" pitchFamily="34" charset="-122"/>
              </a:rPr>
              <a:t>主机</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不知道</a:t>
            </a:r>
            <a:r>
              <a:rPr lang="en-US" altLang="zh-CN" sz="1100" b="1" dirty="0">
                <a:latin typeface="微软雅黑" panose="020B0503020204020204" pitchFamily="34" charset="-122"/>
                <a:ea typeface="微软雅黑" panose="020B0503020204020204" pitchFamily="34" charset="-122"/>
              </a:rPr>
              <a:t>A</a:t>
            </a:r>
            <a:r>
              <a:rPr lang="zh-CN" altLang="en-US" sz="1100" b="1" dirty="0">
                <a:latin typeface="微软雅黑" panose="020B0503020204020204" pitchFamily="34" charset="-122"/>
                <a:ea typeface="微软雅黑" panose="020B0503020204020204" pitchFamily="34" charset="-122"/>
              </a:rPr>
              <a:t>的地址</a:t>
            </a:r>
          </a:p>
        </p:txBody>
      </p:sp>
    </p:spTree>
    <p:extLst>
      <p:ext uri="{BB962C8B-B14F-4D97-AF65-F5344CB8AC3E}">
        <p14:creationId xmlns:p14="http://schemas.microsoft.com/office/powerpoint/2010/main" val="2059434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wipe(right)">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35" presetClass="emph" presetSubtype="0" repeatCount="3000" fill="hold" nodeType="clickEffect">
                                  <p:stCondLst>
                                    <p:cond delay="0"/>
                                  </p:stCondLst>
                                  <p:childTnLst>
                                    <p:anim calcmode="discrete" valueType="str">
                                      <p:cBhvr>
                                        <p:cTn id="11" dur="1000" fill="hold"/>
                                        <p:tgtEl>
                                          <p:spTgt spid="42"/>
                                        </p:tgtEl>
                                        <p:attrNameLst>
                                          <p:attrName>style.visibility</p:attrName>
                                        </p:attrNameLst>
                                      </p:cBhvr>
                                      <p:tavLst>
                                        <p:tav tm="0">
                                          <p:val>
                                            <p:strVal val="hidden"/>
                                          </p:val>
                                        </p:tav>
                                        <p:tav tm="50000">
                                          <p:val>
                                            <p:strVal val="visible"/>
                                          </p:val>
                                        </p:tav>
                                      </p:tavLst>
                                    </p:anim>
                                  </p:childTnLst>
                                </p:cTn>
                              </p:par>
                            </p:childTnLst>
                          </p:cTn>
                        </p:par>
                      </p:childTnLst>
                    </p:cTn>
                  </p:par>
                  <p:par>
                    <p:cTn id="12" fill="hold">
                      <p:stCondLst>
                        <p:cond delay="indefinite"/>
                      </p:stCondLst>
                      <p:childTnLst>
                        <p:par>
                          <p:cTn id="13" fill="hold">
                            <p:stCondLst>
                              <p:cond delay="0"/>
                            </p:stCondLst>
                            <p:childTnLst>
                              <p:par>
                                <p:cTn id="14" presetID="35" presetClass="emph" presetSubtype="0" repeatCount="3000" fill="hold" nodeType="clickEffect">
                                  <p:stCondLst>
                                    <p:cond delay="0"/>
                                  </p:stCondLst>
                                  <p:childTnLst>
                                    <p:anim calcmode="discrete" valueType="str">
                                      <p:cBhvr>
                                        <p:cTn id="15"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16" fill="hold">
                      <p:stCondLst>
                        <p:cond delay="indefinite"/>
                      </p:stCondLst>
                      <p:childTnLst>
                        <p:par>
                          <p:cTn id="17" fill="hold">
                            <p:stCondLst>
                              <p:cond delay="0"/>
                            </p:stCondLst>
                            <p:childTnLst>
                              <p:par>
                                <p:cTn id="18" presetID="35" presetClass="emph" presetSubtype="0" repeatCount="3000" fill="hold" nodeType="clickEffect">
                                  <p:stCondLst>
                                    <p:cond delay="0"/>
                                  </p:stCondLst>
                                  <p:childTnLst>
                                    <p:anim calcmode="discrete" valueType="str">
                                      <p:cBhvr>
                                        <p:cTn id="19"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9"/>
                                        </p:tgtEl>
                                        <p:attrNameLst>
                                          <p:attrName>style.visibility</p:attrName>
                                        </p:attrNameLst>
                                      </p:cBhvr>
                                      <p:to>
                                        <p:strVal val="visible"/>
                                      </p:to>
                                    </p:set>
                                    <p:anim calcmode="lin" valueType="num">
                                      <p:cBhvr>
                                        <p:cTn id="24" dur="500" fill="hold"/>
                                        <p:tgtEl>
                                          <p:spTgt spid="9"/>
                                        </p:tgtEl>
                                        <p:attrNameLst>
                                          <p:attrName>ppt_w</p:attrName>
                                        </p:attrNameLst>
                                      </p:cBhvr>
                                      <p:tavLst>
                                        <p:tav tm="0">
                                          <p:val>
                                            <p:fltVal val="0"/>
                                          </p:val>
                                        </p:tav>
                                        <p:tav tm="100000">
                                          <p:val>
                                            <p:strVal val="#ppt_w"/>
                                          </p:val>
                                        </p:tav>
                                      </p:tavLst>
                                    </p:anim>
                                    <p:anim calcmode="lin" valueType="num">
                                      <p:cBhvr>
                                        <p:cTn id="25" dur="500" fill="hold"/>
                                        <p:tgtEl>
                                          <p:spTgt spid="9"/>
                                        </p:tgtEl>
                                        <p:attrNameLst>
                                          <p:attrName>ppt_h</p:attrName>
                                        </p:attrNameLst>
                                      </p:cBhvr>
                                      <p:tavLst>
                                        <p:tav tm="0">
                                          <p:val>
                                            <p:fltVal val="0"/>
                                          </p:val>
                                        </p:tav>
                                        <p:tav tm="100000">
                                          <p:val>
                                            <p:strVal val="#ppt_h"/>
                                          </p:val>
                                        </p:tav>
                                      </p:tavLst>
                                    </p:anim>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35" presetClass="emph" presetSubtype="0" repeatCount="3000" fill="hold" grpId="0" nodeType="clickEffect">
                                  <p:stCondLst>
                                    <p:cond delay="0"/>
                                  </p:stCondLst>
                                  <p:childTnLst>
                                    <p:anim calcmode="discrete" valueType="str">
                                      <p:cBhvr>
                                        <p:cTn id="30"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31" fill="hold">
                      <p:stCondLst>
                        <p:cond delay="indefinite"/>
                      </p:stCondLst>
                      <p:childTnLst>
                        <p:par>
                          <p:cTn id="32" fill="hold">
                            <p:stCondLst>
                              <p:cond delay="0"/>
                            </p:stCondLst>
                            <p:childTnLst>
                              <p:par>
                                <p:cTn id="33" presetID="35" presetClass="emph" presetSubtype="0" repeatCount="3000" fill="hold" nodeType="clickEffect">
                                  <p:stCondLst>
                                    <p:cond delay="0"/>
                                  </p:stCondLst>
                                  <p:childTnLst>
                                    <p:anim calcmode="discrete" valueType="str">
                                      <p:cBhvr>
                                        <p:cTn id="34"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par>
                    <p:cTn id="35" fill="hold">
                      <p:stCondLst>
                        <p:cond delay="indefinite"/>
                      </p:stCondLst>
                      <p:childTnLst>
                        <p:par>
                          <p:cTn id="36" fill="hold">
                            <p:stCondLst>
                              <p:cond delay="0"/>
                            </p:stCondLst>
                            <p:childTnLst>
                              <p:par>
                                <p:cTn id="37" presetID="35" presetClass="emph" presetSubtype="0" repeatCount="3000" fill="hold" nodeType="clickEffect">
                                  <p:stCondLst>
                                    <p:cond delay="0"/>
                                  </p:stCondLst>
                                  <p:childTnLst>
                                    <p:anim calcmode="discrete" valueType="str">
                                      <p:cBhvr>
                                        <p:cTn id="38" dur="1000" fill="hold"/>
                                        <p:tgtEl>
                                          <p:spTgt spid="10"/>
                                        </p:tgtEl>
                                        <p:attrNameLst>
                                          <p:attrName>style.visibility</p:attrName>
                                        </p:attrNameLst>
                                      </p:cBhvr>
                                      <p:tavLst>
                                        <p:tav tm="0">
                                          <p:val>
                                            <p:strVal val="hidden"/>
                                          </p:val>
                                        </p:tav>
                                        <p:tav tm="50000">
                                          <p:val>
                                            <p:strVal val="visible"/>
                                          </p:val>
                                        </p:tav>
                                      </p:tavLst>
                                    </p:anim>
                                  </p:childTnLst>
                                </p:cTn>
                              </p:par>
                            </p:childTnLst>
                          </p:cTn>
                        </p:par>
                      </p:childTnLst>
                    </p:cTn>
                  </p:par>
                  <p:par>
                    <p:cTn id="39" fill="hold">
                      <p:stCondLst>
                        <p:cond delay="indefinite"/>
                      </p:stCondLst>
                      <p:childTnLst>
                        <p:par>
                          <p:cTn id="40" fill="hold">
                            <p:stCondLst>
                              <p:cond delay="0"/>
                            </p:stCondLst>
                            <p:childTnLst>
                              <p:par>
                                <p:cTn id="41" presetID="35" presetClass="emph" presetSubtype="0" repeatCount="3000" fill="hold" nodeType="clickEffect">
                                  <p:stCondLst>
                                    <p:cond delay="0"/>
                                  </p:stCondLst>
                                  <p:childTnLst>
                                    <p:anim calcmode="discrete" valueType="str">
                                      <p:cBhvr>
                                        <p:cTn id="42" dur="1000" fill="hold"/>
                                        <p:tgtEl>
                                          <p:spTgt spid="4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2" grpId="0" animBg="1"/>
      <p:bldP spid="9" grpId="0" animBg="1"/>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p:cNvSpPr>
            <a:spLocks noChangeArrowheads="1"/>
          </p:cNvSpPr>
          <p:nvPr/>
        </p:nvSpPr>
        <p:spPr bwMode="auto">
          <a:xfrm>
            <a:off x="545145" y="977811"/>
            <a:ext cx="8053710" cy="3433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普通路由器在转发</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数据报时，对于源地址和目的地址都是不改变的。</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但</a:t>
            </a:r>
            <a:r>
              <a:rPr lang="en-US" altLang="zh-CN" sz="2000" b="1" dirty="0">
                <a:latin typeface="微软雅黑" pitchFamily="34" charset="-122"/>
                <a:ea typeface="微软雅黑" pitchFamily="34" charset="-122"/>
              </a:rPr>
              <a:t>NAT</a:t>
            </a:r>
            <a:r>
              <a:rPr lang="zh-CN" altLang="en-US" sz="2000" b="1" dirty="0">
                <a:latin typeface="微软雅黑" pitchFamily="34" charset="-122"/>
                <a:ea typeface="微软雅黑" pitchFamily="34" charset="-122"/>
              </a:rPr>
              <a:t>路由器在转发</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数据报时，一定要更换其</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地址。</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普通路由器在转发分组时是工作在网络层的。</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但</a:t>
            </a:r>
            <a:r>
              <a:rPr lang="en-US" altLang="zh-CN" sz="2000" b="1" dirty="0">
                <a:latin typeface="微软雅黑" pitchFamily="34" charset="-122"/>
                <a:ea typeface="微软雅黑" pitchFamily="34" charset="-122"/>
              </a:rPr>
              <a:t>NAPT</a:t>
            </a:r>
            <a:r>
              <a:rPr lang="zh-CN" altLang="en-US" sz="2000" b="1" dirty="0">
                <a:latin typeface="微软雅黑" pitchFamily="34" charset="-122"/>
                <a:ea typeface="微软雅黑" pitchFamily="34" charset="-122"/>
              </a:rPr>
              <a:t>路由器还要查看和转换传输层的端口号，这种操作已跨越到了传输层。</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NAT</a:t>
            </a:r>
            <a:r>
              <a:rPr lang="zh-CN" altLang="en-US" sz="2000" b="1" dirty="0">
                <a:latin typeface="微软雅黑" pitchFamily="34" charset="-122"/>
                <a:ea typeface="微软雅黑" pitchFamily="34" charset="-122"/>
              </a:rPr>
              <a:t>（包括</a:t>
            </a:r>
            <a:r>
              <a:rPr lang="en-US" altLang="zh-CN" sz="2000" b="1" dirty="0">
                <a:latin typeface="微软雅黑" pitchFamily="34" charset="-122"/>
                <a:ea typeface="微软雅黑" pitchFamily="34" charset="-122"/>
              </a:rPr>
              <a:t>NAPT</a:t>
            </a:r>
            <a:r>
              <a:rPr lang="zh-CN" altLang="en-US" sz="2000" b="1" dirty="0">
                <a:latin typeface="微软雅黑" pitchFamily="34" charset="-122"/>
                <a:ea typeface="微软雅黑" pitchFamily="34" charset="-122"/>
              </a:rPr>
              <a:t>）已成为互联网的一个重要构件，在家庭广泛使用的无线路由器中，</a:t>
            </a:r>
            <a:r>
              <a:rPr lang="en-US" altLang="zh-CN" sz="2000" b="1" dirty="0">
                <a:latin typeface="微软雅黑" pitchFamily="34" charset="-122"/>
                <a:ea typeface="微软雅黑" pitchFamily="34" charset="-122"/>
              </a:rPr>
              <a:t>NAT</a:t>
            </a:r>
            <a:r>
              <a:rPr lang="zh-CN" altLang="en-US" sz="2000" b="1" dirty="0">
                <a:latin typeface="微软雅黑" pitchFamily="34" charset="-122"/>
                <a:ea typeface="微软雅黑" pitchFamily="34" charset="-122"/>
              </a:rPr>
              <a:t>已成为了标准的配置。</a:t>
            </a:r>
          </a:p>
        </p:txBody>
      </p:sp>
      <p:sp>
        <p:nvSpPr>
          <p:cNvPr id="3" name="AutoShape 5"/>
          <p:cNvSpPr>
            <a:spLocks noChangeArrowheads="1"/>
          </p:cNvSpPr>
          <p:nvPr/>
        </p:nvSpPr>
        <p:spPr bwMode="auto">
          <a:xfrm>
            <a:off x="545145" y="617945"/>
            <a:ext cx="8053710"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1941968" y="584734"/>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NAT </a:t>
            </a:r>
            <a:r>
              <a:rPr lang="zh-CN" altLang="en-US" sz="2000" b="1" dirty="0">
                <a:solidFill>
                  <a:schemeClr val="bg1"/>
                </a:solidFill>
                <a:latin typeface="微软雅黑" pitchFamily="34" charset="-122"/>
                <a:ea typeface="微软雅黑" pitchFamily="34" charset="-122"/>
              </a:rPr>
              <a:t>路由器与普通路由器不同</a:t>
            </a:r>
          </a:p>
        </p:txBody>
      </p:sp>
    </p:spTree>
    <p:extLst>
      <p:ext uri="{BB962C8B-B14F-4D97-AF65-F5344CB8AC3E}">
        <p14:creationId xmlns:p14="http://schemas.microsoft.com/office/powerpoint/2010/main" val="1789474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2">
                                            <p:txEl>
                                              <p:pRg st="4" end="4"/>
                                            </p:txEl>
                                          </p:spTgt>
                                        </p:tgtEl>
                                        <p:attrNameLst>
                                          <p:attrName>style.visibility</p:attrName>
                                        </p:attrNameLst>
                                      </p:cBhvr>
                                      <p:to>
                                        <p:strVal val="visible"/>
                                      </p:to>
                                    </p:set>
                                    <p:animEffect transition="in" filter="fade">
                                      <p:cBhvr>
                                        <p:cTn id="35" dur="1000"/>
                                        <p:tgtEl>
                                          <p:spTgt spid="2">
                                            <p:txEl>
                                              <p:pRg st="4" end="4"/>
                                            </p:txEl>
                                          </p:spTgt>
                                        </p:tgtEl>
                                      </p:cBhvr>
                                    </p:animEffect>
                                    <p:anim calcmode="lin" valueType="num">
                                      <p:cBhvr>
                                        <p:cTn id="36"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27"/>
          <p:cNvSpPr>
            <a:spLocks noChangeArrowheads="1"/>
          </p:cNvSpPr>
          <p:nvPr/>
        </p:nvSpPr>
        <p:spPr bwMode="auto">
          <a:xfrm>
            <a:off x="639730" y="1128542"/>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9" name="Rectangle 29"/>
          <p:cNvSpPr>
            <a:spLocks noChangeArrowheads="1"/>
          </p:cNvSpPr>
          <p:nvPr/>
        </p:nvSpPr>
        <p:spPr bwMode="auto">
          <a:xfrm>
            <a:off x="648619" y="1223474"/>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a:t>
            </a:r>
            <a:r>
              <a:rPr lang="en-US" altLang="zh-CN" sz="2000" b="1" dirty="0">
                <a:solidFill>
                  <a:srgbClr val="FFFF00"/>
                </a:solidFill>
                <a:latin typeface="微软雅黑" pitchFamily="34" charset="-122"/>
                <a:ea typeface="微软雅黑" pitchFamily="34" charset="-122"/>
              </a:rPr>
              <a:t>10</a:t>
            </a:r>
          </a:p>
          <a:p>
            <a:pPr eaLnBrk="0" hangingPunct="0"/>
            <a:r>
              <a:rPr lang="zh-CN" altLang="en-US" sz="2000" b="1" spc="-110" dirty="0">
                <a:solidFill>
                  <a:schemeClr val="bg1"/>
                </a:solidFill>
                <a:latin typeface="微软雅黑" pitchFamily="34" charset="-122"/>
                <a:ea typeface="微软雅黑" pitchFamily="34" charset="-122"/>
              </a:rPr>
              <a:t>改进“尽最大努力交付”的服务</a:t>
            </a:r>
            <a:endParaRPr lang="zh-CN" altLang="fr-FR" sz="2000" b="1" spc="-110" dirty="0">
              <a:solidFill>
                <a:schemeClr val="bg1"/>
              </a:solidFill>
              <a:latin typeface="微软雅黑" pitchFamily="34" charset="-122"/>
              <a:ea typeface="微软雅黑" pitchFamily="34" charset="-122"/>
            </a:endParaRPr>
          </a:p>
        </p:txBody>
      </p:sp>
      <p:sp>
        <p:nvSpPr>
          <p:cNvPr id="12" name="Rectangle 10"/>
          <p:cNvSpPr>
            <a:spLocks noChangeArrowheads="1"/>
          </p:cNvSpPr>
          <p:nvPr/>
        </p:nvSpPr>
        <p:spPr bwMode="auto">
          <a:xfrm>
            <a:off x="2629135" y="2963679"/>
            <a:ext cx="5948808"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 name="Rectangle 9"/>
          <p:cNvSpPr>
            <a:spLocks noChangeArrowheads="1"/>
          </p:cNvSpPr>
          <p:nvPr/>
        </p:nvSpPr>
        <p:spPr bwMode="auto">
          <a:xfrm>
            <a:off x="2629135" y="2338846"/>
            <a:ext cx="5948808"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9"/>
          <p:cNvSpPr>
            <a:spLocks noChangeArrowheads="1"/>
          </p:cNvSpPr>
          <p:nvPr/>
        </p:nvSpPr>
        <p:spPr bwMode="auto">
          <a:xfrm>
            <a:off x="2629135" y="1128542"/>
            <a:ext cx="5948808"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10"/>
          <p:cNvSpPr>
            <a:spLocks noChangeArrowheads="1"/>
          </p:cNvSpPr>
          <p:nvPr/>
        </p:nvSpPr>
        <p:spPr bwMode="auto">
          <a:xfrm>
            <a:off x="2629135" y="1734967"/>
            <a:ext cx="5948808"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6" name="Line 16"/>
          <p:cNvSpPr>
            <a:spLocks noChangeShapeType="1"/>
          </p:cNvSpPr>
          <p:nvPr/>
        </p:nvSpPr>
        <p:spPr bwMode="auto">
          <a:xfrm>
            <a:off x="3637198" y="715904"/>
            <a:ext cx="0" cy="3057968"/>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7" name="Rectangle 8"/>
          <p:cNvSpPr>
            <a:spLocks noChangeArrowheads="1"/>
          </p:cNvSpPr>
          <p:nvPr/>
        </p:nvSpPr>
        <p:spPr bwMode="auto">
          <a:xfrm>
            <a:off x="2700572" y="874542"/>
            <a:ext cx="5816411" cy="2461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4.10.1 		                </a:t>
            </a:r>
            <a:r>
              <a:rPr lang="zh-CN" altLang="en-US" sz="2000" b="1" dirty="0">
                <a:solidFill>
                  <a:schemeClr val="bg1"/>
                </a:solidFill>
                <a:latin typeface="微软雅黑" pitchFamily="34" charset="-122"/>
                <a:ea typeface="微软雅黑" pitchFamily="34" charset="-122"/>
              </a:rPr>
              <a:t>使互联网提供服务质量</a:t>
            </a:r>
          </a:p>
          <a:p>
            <a:pPr eaLnBrk="0" hangingPunct="0">
              <a:lnSpc>
                <a:spcPct val="200000"/>
              </a:lnSpc>
            </a:pPr>
            <a:r>
              <a:rPr lang="en-US" altLang="zh-CN" sz="2000" b="1" dirty="0">
                <a:solidFill>
                  <a:schemeClr val="bg1"/>
                </a:solidFill>
                <a:latin typeface="微软雅黑" pitchFamily="34" charset="-122"/>
                <a:ea typeface="微软雅黑" pitchFamily="34" charset="-122"/>
              </a:rPr>
              <a:t>4.10.2 			              </a:t>
            </a:r>
            <a:r>
              <a:rPr lang="zh-CN" altLang="en-US" sz="2000" b="1" dirty="0">
                <a:solidFill>
                  <a:schemeClr val="bg1"/>
                </a:solidFill>
                <a:latin typeface="微软雅黑" pitchFamily="34" charset="-122"/>
                <a:ea typeface="微软雅黑" pitchFamily="34" charset="-122"/>
              </a:rPr>
              <a:t>调度和管制机制</a:t>
            </a:r>
          </a:p>
          <a:p>
            <a:pPr eaLnBrk="0" hangingPunct="0">
              <a:lnSpc>
                <a:spcPct val="200000"/>
              </a:lnSpc>
            </a:pPr>
            <a:r>
              <a:rPr lang="en-US" altLang="zh-CN" sz="2000" b="1" dirty="0">
                <a:solidFill>
                  <a:schemeClr val="bg1"/>
                </a:solidFill>
                <a:latin typeface="微软雅黑" pitchFamily="34" charset="-122"/>
                <a:ea typeface="微软雅黑" pitchFamily="34" charset="-122"/>
              </a:rPr>
              <a:t>4.10.3                           </a:t>
            </a:r>
            <a:r>
              <a:rPr lang="zh-CN" altLang="en-US" sz="2000" b="1" dirty="0">
                <a:solidFill>
                  <a:schemeClr val="bg1"/>
                </a:solidFill>
                <a:latin typeface="微软雅黑" pitchFamily="34" charset="-122"/>
                <a:ea typeface="微软雅黑" pitchFamily="34" charset="-122"/>
              </a:rPr>
              <a:t>综合服务与资源预留协议</a:t>
            </a:r>
            <a:endParaRPr lang="en-US" altLang="zh-CN" sz="2000" b="1" dirty="0">
              <a:solidFill>
                <a:schemeClr val="bg1"/>
              </a:solidFill>
              <a:latin typeface="微软雅黑" pitchFamily="34" charset="-122"/>
              <a:ea typeface="微软雅黑" pitchFamily="34" charset="-122"/>
            </a:endParaRPr>
          </a:p>
          <a:p>
            <a:pPr eaLnBrk="0" hangingPunct="0">
              <a:lnSpc>
                <a:spcPct val="200000"/>
              </a:lnSpc>
            </a:pPr>
            <a:r>
              <a:rPr lang="en-US" altLang="zh-CN" sz="2000" b="1" dirty="0">
                <a:solidFill>
                  <a:schemeClr val="bg1"/>
                </a:solidFill>
                <a:latin typeface="微软雅黑" pitchFamily="34" charset="-122"/>
                <a:ea typeface="微软雅黑" pitchFamily="34" charset="-122"/>
              </a:rPr>
              <a:t>4.10.4 			         </a:t>
            </a:r>
            <a:r>
              <a:rPr lang="zh-CN" altLang="en-US" sz="2000" b="1" dirty="0">
                <a:solidFill>
                  <a:schemeClr val="bg1"/>
                </a:solidFill>
                <a:latin typeface="微软雅黑" pitchFamily="34" charset="-122"/>
                <a:ea typeface="微软雅黑" pitchFamily="34" charset="-122"/>
              </a:rPr>
              <a:t>区分服务 </a:t>
            </a:r>
            <a:r>
              <a:rPr lang="en-US" altLang="zh-CN" sz="2000" b="1" dirty="0" err="1">
                <a:solidFill>
                  <a:schemeClr val="bg1"/>
                </a:solidFill>
                <a:latin typeface="微软雅黑" pitchFamily="34" charset="-122"/>
                <a:ea typeface="微软雅黑" pitchFamily="34" charset="-122"/>
              </a:rPr>
              <a:t>DiffServ</a:t>
            </a:r>
            <a:endParaRPr lang="en-US" altLang="zh-CN"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182924401"/>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p:cNvSpPr>
            <a:spLocks noChangeArrowheads="1"/>
          </p:cNvSpPr>
          <p:nvPr/>
        </p:nvSpPr>
        <p:spPr bwMode="auto">
          <a:xfrm>
            <a:off x="545145" y="1000840"/>
            <a:ext cx="8053712" cy="1317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使互联网更好地传送多媒体信息的另一种方法，是</a:t>
            </a:r>
            <a:r>
              <a:rPr lang="zh-CN" altLang="en-US" sz="2000" b="1" dirty="0">
                <a:solidFill>
                  <a:srgbClr val="0000FF"/>
                </a:solidFill>
                <a:latin typeface="微软雅黑" pitchFamily="34" charset="-122"/>
                <a:ea typeface="微软雅黑" pitchFamily="34" charset="-122"/>
              </a:rPr>
              <a:t>改变互联网平等对待所有分组的思想</a:t>
            </a:r>
            <a:r>
              <a:rPr lang="zh-CN" altLang="en-US" sz="2000" b="1" dirty="0">
                <a:latin typeface="微软雅黑" pitchFamily="34" charset="-122"/>
                <a:ea typeface="微软雅黑" pitchFamily="34" charset="-122"/>
              </a:rPr>
              <a:t>，使得对时延有较严格要求的实时音频</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视频分组，能够从网络得到更好的</a:t>
            </a:r>
            <a:r>
              <a:rPr lang="zh-CN" altLang="en-US" sz="2000" b="1" dirty="0">
                <a:solidFill>
                  <a:srgbClr val="C00000"/>
                </a:solidFill>
                <a:latin typeface="微软雅黑" pitchFamily="34" charset="-122"/>
                <a:ea typeface="微软雅黑" pitchFamily="34" charset="-122"/>
              </a:rPr>
              <a:t>服务质量</a:t>
            </a:r>
            <a:r>
              <a:rPr lang="en-US" altLang="zh-CN" sz="2000" b="1" dirty="0">
                <a:solidFill>
                  <a:srgbClr val="C00000"/>
                </a:solidFill>
                <a:latin typeface="微软雅黑" pitchFamily="34" charset="-122"/>
                <a:ea typeface="微软雅黑" pitchFamily="34" charset="-122"/>
              </a:rPr>
              <a:t>QoS</a:t>
            </a:r>
            <a:r>
              <a:rPr lang="zh-CN" altLang="en-US" sz="2000" b="1" dirty="0">
                <a:latin typeface="微软雅黑" pitchFamily="34" charset="-122"/>
                <a:ea typeface="微软雅黑" pitchFamily="34" charset="-122"/>
              </a:rPr>
              <a:t>。</a:t>
            </a:r>
          </a:p>
        </p:txBody>
      </p:sp>
      <p:sp>
        <p:nvSpPr>
          <p:cNvPr id="7" name="AutoShape 5"/>
          <p:cNvSpPr>
            <a:spLocks noChangeArrowheads="1"/>
          </p:cNvSpPr>
          <p:nvPr/>
        </p:nvSpPr>
        <p:spPr bwMode="auto">
          <a:xfrm>
            <a:off x="545144" y="612119"/>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8" name="Rectangle 6"/>
          <p:cNvSpPr>
            <a:spLocks noChangeArrowheads="1"/>
          </p:cNvSpPr>
          <p:nvPr/>
        </p:nvSpPr>
        <p:spPr bwMode="auto">
          <a:xfrm>
            <a:off x="1906048" y="569848"/>
            <a:ext cx="533190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4.10</a:t>
            </a:r>
            <a:r>
              <a:rPr lang="en-US" altLang="zh-CN" sz="2400" b="1" dirty="0">
                <a:solidFill>
                  <a:schemeClr val="bg1"/>
                </a:solidFill>
                <a:latin typeface="微软雅黑" pitchFamily="34" charset="-122"/>
                <a:ea typeface="微软雅黑" pitchFamily="34" charset="-122"/>
              </a:rPr>
              <a:t>  </a:t>
            </a:r>
            <a:r>
              <a:rPr lang="zh-CN" altLang="en-US" sz="2400" b="1" dirty="0">
                <a:solidFill>
                  <a:schemeClr val="bg1"/>
                </a:solidFill>
                <a:latin typeface="微软雅黑" pitchFamily="34" charset="-122"/>
                <a:ea typeface="微软雅黑" pitchFamily="34" charset="-122"/>
              </a:rPr>
              <a:t>改进“尽最大努力交付”的服务</a:t>
            </a:r>
          </a:p>
        </p:txBody>
      </p:sp>
    </p:spTree>
    <p:extLst>
      <p:ext uri="{BB962C8B-B14F-4D97-AF65-F5344CB8AC3E}">
        <p14:creationId xmlns:p14="http://schemas.microsoft.com/office/powerpoint/2010/main" val="321130384"/>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10300"/>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6" name="Rectangle 13"/>
          <p:cNvSpPr>
            <a:spLocks noChangeArrowheads="1"/>
          </p:cNvSpPr>
          <p:nvPr/>
        </p:nvSpPr>
        <p:spPr bwMode="auto">
          <a:xfrm>
            <a:off x="2387343" y="584836"/>
            <a:ext cx="43781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4.10.1  </a:t>
            </a:r>
            <a:r>
              <a:rPr lang="zh-CN" altLang="en-US" sz="2400" b="1" dirty="0">
                <a:solidFill>
                  <a:schemeClr val="bg1"/>
                </a:solidFill>
                <a:latin typeface="微软雅黑" pitchFamily="34" charset="-122"/>
                <a:ea typeface="微软雅黑" pitchFamily="34" charset="-122"/>
              </a:rPr>
              <a:t>使互联网提供服务质量</a:t>
            </a:r>
          </a:p>
        </p:txBody>
      </p:sp>
      <p:sp>
        <p:nvSpPr>
          <p:cNvPr id="4" name="Rectangle 8"/>
          <p:cNvSpPr>
            <a:spLocks noChangeArrowheads="1"/>
          </p:cNvSpPr>
          <p:nvPr/>
        </p:nvSpPr>
        <p:spPr bwMode="auto">
          <a:xfrm>
            <a:off x="511896" y="1035476"/>
            <a:ext cx="8129015" cy="3375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服务质量 </a:t>
            </a:r>
            <a:r>
              <a:rPr lang="en-US" altLang="zh-CN" sz="2000" b="1" dirty="0" err="1">
                <a:solidFill>
                  <a:srgbClr val="C00000"/>
                </a:solidFill>
                <a:latin typeface="微软雅黑" pitchFamily="34" charset="-122"/>
                <a:ea typeface="微软雅黑" pitchFamily="34" charset="-122"/>
              </a:rPr>
              <a:t>QoS</a:t>
            </a:r>
            <a:r>
              <a:rPr lang="en-US" altLang="zh-CN" sz="2000" b="1" dirty="0">
                <a:solidFill>
                  <a:srgbClr val="C00000"/>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(Quality of Service) </a:t>
            </a:r>
          </a:p>
          <a:p>
            <a:pPr marL="285750" indent="-285750">
              <a:lnSpc>
                <a:spcPts val="3200"/>
              </a:lnSpc>
              <a:buClr>
                <a:srgbClr val="0070C0"/>
              </a:buClr>
              <a:buFont typeface="Wingdings" pitchFamily="2" charset="2"/>
              <a:buChar char="l"/>
            </a:pPr>
            <a:endParaRPr lang="en-US" altLang="zh-CN" sz="2000" b="1" dirty="0">
              <a:solidFill>
                <a:srgbClr val="0000FF"/>
              </a:solidFill>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endParaRPr lang="en-US" altLang="zh-CN" sz="2000" b="1" dirty="0">
              <a:solidFill>
                <a:srgbClr val="0000FF"/>
              </a:solidFill>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服务质量可用若干</a:t>
            </a:r>
            <a:r>
              <a:rPr lang="zh-CN" altLang="en-US" sz="2000" b="1" dirty="0">
                <a:solidFill>
                  <a:srgbClr val="0000FF"/>
                </a:solidFill>
                <a:latin typeface="微软雅黑" pitchFamily="34" charset="-122"/>
                <a:ea typeface="微软雅黑" pitchFamily="34" charset="-122"/>
              </a:rPr>
              <a:t>基本性能指标</a:t>
            </a:r>
            <a:r>
              <a:rPr lang="zh-CN" altLang="en-US" sz="2000" b="1" dirty="0">
                <a:latin typeface="微软雅黑" pitchFamily="34" charset="-122"/>
                <a:ea typeface="微软雅黑" pitchFamily="34" charset="-122"/>
              </a:rPr>
              <a:t>来描述，包括：可用性、差错率、响应时间、吞吐量、分组丢失率、连接建立时间、故障检测和改正时间等。</a:t>
            </a:r>
          </a:p>
          <a:p>
            <a:pPr marL="285750" indent="-28575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服务提供者可向其用户保证某一种等级的服务质量。 </a:t>
            </a:r>
          </a:p>
        </p:txBody>
      </p:sp>
      <p:sp>
        <p:nvSpPr>
          <p:cNvPr id="2" name="矩形 1"/>
          <p:cNvSpPr/>
          <p:nvPr/>
        </p:nvSpPr>
        <p:spPr>
          <a:xfrm>
            <a:off x="783772" y="1609528"/>
            <a:ext cx="7794171" cy="913070"/>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nSpc>
                <a:spcPts val="3200"/>
              </a:lnSpc>
              <a:buClr>
                <a:srgbClr val="0070C0"/>
              </a:buClr>
            </a:pPr>
            <a:r>
              <a:rPr lang="zh-CN" altLang="en-US" sz="2000" b="1" dirty="0">
                <a:latin typeface="微软雅黑" pitchFamily="34" charset="-122"/>
                <a:ea typeface="微软雅黑" pitchFamily="34" charset="-122"/>
              </a:rPr>
              <a:t>服务性能的总效果，此效果决定了一个用户对服务的满意程度。</a:t>
            </a:r>
            <a:endParaRPr lang="en-US" altLang="zh-CN" sz="2000" b="1" dirty="0">
              <a:latin typeface="微软雅黑" pitchFamily="34" charset="-122"/>
              <a:ea typeface="微软雅黑" pitchFamily="34" charset="-122"/>
            </a:endParaRPr>
          </a:p>
          <a:p>
            <a:pPr>
              <a:lnSpc>
                <a:spcPts val="3200"/>
              </a:lnSpc>
              <a:buClr>
                <a:srgbClr val="0070C0"/>
              </a:buClr>
            </a:pPr>
            <a:r>
              <a:rPr lang="zh-CN" altLang="en-US" sz="2000" b="1" dirty="0">
                <a:latin typeface="微软雅黑" pitchFamily="34" charset="-122"/>
                <a:ea typeface="微软雅黑" pitchFamily="34" charset="-122"/>
              </a:rPr>
              <a:t>简单理解：有服务质量的服务就是能够满足用户的应用需求的服务。</a:t>
            </a:r>
          </a:p>
        </p:txBody>
      </p:sp>
    </p:spTree>
    <p:extLst>
      <p:ext uri="{BB962C8B-B14F-4D97-AF65-F5344CB8AC3E}">
        <p14:creationId xmlns:p14="http://schemas.microsoft.com/office/powerpoint/2010/main" val="2313878933"/>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08464"/>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58636"/>
            <a:ext cx="18197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err="1">
                <a:latin typeface="微软雅黑" pitchFamily="34" charset="-122"/>
                <a:ea typeface="微软雅黑" pitchFamily="34" charset="-122"/>
              </a:rPr>
              <a:t>QoS</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机制分析</a:t>
            </a:r>
          </a:p>
        </p:txBody>
      </p:sp>
      <p:sp>
        <p:nvSpPr>
          <p:cNvPr id="4" name="圆角矩形 3"/>
          <p:cNvSpPr/>
          <p:nvPr/>
        </p:nvSpPr>
        <p:spPr>
          <a:xfrm>
            <a:off x="512573" y="958746"/>
            <a:ext cx="8128800" cy="238534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2" name="Text Box 40"/>
          <p:cNvSpPr txBox="1">
            <a:spLocks noChangeArrowheads="1"/>
          </p:cNvSpPr>
          <p:nvPr/>
        </p:nvSpPr>
        <p:spPr bwMode="auto">
          <a:xfrm>
            <a:off x="983175" y="3371724"/>
            <a:ext cx="7159752" cy="1015663"/>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square">
            <a:spAutoFit/>
          </a:bodyPr>
          <a:lstStyle/>
          <a:p>
            <a:pPr>
              <a:lnSpc>
                <a:spcPts val="2400"/>
              </a:lnSpc>
            </a:pPr>
            <a:r>
              <a:rPr lang="zh-CN" altLang="en-US" b="1" dirty="0">
                <a:solidFill>
                  <a:schemeClr val="tx1"/>
                </a:solidFill>
                <a:latin typeface="微软雅黑" pitchFamily="34" charset="-122"/>
                <a:ea typeface="微软雅黑" pitchFamily="34" charset="-122"/>
              </a:rPr>
              <a:t>需要增加一个机制，给不同性质的分组打上不同的</a:t>
            </a:r>
            <a:r>
              <a:rPr lang="zh-CN" altLang="en-US" b="1" dirty="0">
                <a:solidFill>
                  <a:srgbClr val="C00000"/>
                </a:solidFill>
                <a:latin typeface="微软雅黑" pitchFamily="34" charset="-122"/>
                <a:ea typeface="微软雅黑" pitchFamily="34" charset="-122"/>
              </a:rPr>
              <a:t>标记。</a:t>
            </a:r>
            <a:endParaRPr lang="en-US" altLang="zh-CN" b="1" dirty="0">
              <a:solidFill>
                <a:srgbClr val="C00000"/>
              </a:solidFill>
              <a:latin typeface="微软雅黑" pitchFamily="34" charset="-122"/>
              <a:ea typeface="微软雅黑" pitchFamily="34" charset="-122"/>
            </a:endParaRPr>
          </a:p>
          <a:p>
            <a:pPr>
              <a:lnSpc>
                <a:spcPts val="2400"/>
              </a:lnSpc>
            </a:pPr>
            <a:r>
              <a:rPr lang="zh-CN" altLang="en-US" b="1" dirty="0">
                <a:solidFill>
                  <a:schemeClr val="tx1"/>
                </a:solidFill>
                <a:latin typeface="微软雅黑" pitchFamily="34" charset="-122"/>
                <a:ea typeface="微软雅黑" pitchFamily="34" charset="-122"/>
              </a:rPr>
              <a:t>使路由器能识别实时数据分组，并使这些分组以高优先级进入输出队列，而仅在队列有多余空间时才准许低优先级的数据分组进入。 </a:t>
            </a:r>
          </a:p>
        </p:txBody>
      </p:sp>
      <p:sp>
        <p:nvSpPr>
          <p:cNvPr id="53" name="矩形 52"/>
          <p:cNvSpPr/>
          <p:nvPr/>
        </p:nvSpPr>
        <p:spPr>
          <a:xfrm>
            <a:off x="1005805" y="1000981"/>
            <a:ext cx="7241212" cy="338554"/>
          </a:xfrm>
          <a:prstGeom prst="rect">
            <a:avLst/>
          </a:prstGeom>
        </p:spPr>
        <p:txBody>
          <a:bodyPr wrap="square">
            <a:spAutoFit/>
          </a:bodyPr>
          <a:lstStyle/>
          <a:p>
            <a:pPr algn="ctr"/>
            <a:r>
              <a:rPr lang="zh-CN" altLang="en-US" sz="1600" b="1" dirty="0">
                <a:solidFill>
                  <a:srgbClr val="000099"/>
                </a:solidFill>
                <a:latin typeface="微软雅黑" pitchFamily="34" charset="-122"/>
                <a:ea typeface="微软雅黑" pitchFamily="34" charset="-122"/>
              </a:rPr>
              <a:t>一个 </a:t>
            </a:r>
            <a:r>
              <a:rPr lang="en-US" altLang="zh-CN" sz="1600" b="1" dirty="0">
                <a:solidFill>
                  <a:srgbClr val="000099"/>
                </a:solidFill>
                <a:latin typeface="微软雅黑" pitchFamily="34" charset="-122"/>
                <a:ea typeface="微软雅黑" pitchFamily="34" charset="-122"/>
              </a:rPr>
              <a:t>1 Mbit/s </a:t>
            </a:r>
            <a:r>
              <a:rPr lang="zh-CN" altLang="en-US" sz="1600" b="1" dirty="0">
                <a:solidFill>
                  <a:srgbClr val="000099"/>
                </a:solidFill>
                <a:latin typeface="微软雅黑" pitchFamily="34" charset="-122"/>
                <a:ea typeface="微软雅黑" pitchFamily="34" charset="-122"/>
              </a:rPr>
              <a:t>的实时音频数据和一个文件数据</a:t>
            </a:r>
          </a:p>
        </p:txBody>
      </p:sp>
      <p:grpSp>
        <p:nvGrpSpPr>
          <p:cNvPr id="55" name="组合 54"/>
          <p:cNvGrpSpPr/>
          <p:nvPr/>
        </p:nvGrpSpPr>
        <p:grpSpPr>
          <a:xfrm>
            <a:off x="1540949" y="1379654"/>
            <a:ext cx="6118186" cy="1861513"/>
            <a:chOff x="1540949" y="1379654"/>
            <a:chExt cx="6118186" cy="1861513"/>
          </a:xfrm>
        </p:grpSpPr>
        <p:sp>
          <p:nvSpPr>
            <p:cNvPr id="6" name="Line 4"/>
            <p:cNvSpPr>
              <a:spLocks noChangeShapeType="1"/>
            </p:cNvSpPr>
            <p:nvPr/>
          </p:nvSpPr>
          <p:spPr bwMode="auto">
            <a:xfrm rot="16200000" flipH="1">
              <a:off x="4603420" y="172032"/>
              <a:ext cx="0" cy="395703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 name="Line 5"/>
            <p:cNvSpPr>
              <a:spLocks noChangeShapeType="1"/>
            </p:cNvSpPr>
            <p:nvPr/>
          </p:nvSpPr>
          <p:spPr bwMode="auto">
            <a:xfrm flipH="1">
              <a:off x="6590197" y="1560579"/>
              <a:ext cx="0" cy="11414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 name="Line 6"/>
            <p:cNvSpPr>
              <a:spLocks noChangeShapeType="1"/>
            </p:cNvSpPr>
            <p:nvPr/>
          </p:nvSpPr>
          <p:spPr bwMode="auto">
            <a:xfrm rot="5400000" flipH="1">
              <a:off x="6779636" y="1474976"/>
              <a:ext cx="0" cy="37887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9" name="Line 7"/>
            <p:cNvSpPr>
              <a:spLocks noChangeShapeType="1"/>
            </p:cNvSpPr>
            <p:nvPr/>
          </p:nvSpPr>
          <p:spPr bwMode="auto">
            <a:xfrm rot="5400000" flipH="1">
              <a:off x="6737825" y="2502434"/>
              <a:ext cx="0" cy="29525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 name="Text Box 8"/>
            <p:cNvSpPr txBox="1">
              <a:spLocks noChangeArrowheads="1"/>
            </p:cNvSpPr>
            <p:nvPr/>
          </p:nvSpPr>
          <p:spPr bwMode="auto">
            <a:xfrm>
              <a:off x="3925832" y="1836634"/>
              <a:ext cx="1526105" cy="2540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1.5 Mbit/s </a:t>
              </a:r>
              <a:r>
                <a:rPr kumimoji="1" lang="zh-CN" altLang="en-US" sz="1400" b="1" dirty="0">
                  <a:latin typeface="微软雅黑" pitchFamily="34" charset="-122"/>
                  <a:ea typeface="微软雅黑" pitchFamily="34" charset="-122"/>
                </a:rPr>
                <a:t>链路</a:t>
              </a:r>
            </a:p>
          </p:txBody>
        </p:sp>
        <p:sp>
          <p:nvSpPr>
            <p:cNvPr id="11" name="Line 10"/>
            <p:cNvSpPr>
              <a:spLocks noChangeShapeType="1"/>
            </p:cNvSpPr>
            <p:nvPr/>
          </p:nvSpPr>
          <p:spPr bwMode="auto">
            <a:xfrm>
              <a:off x="2624901" y="1560579"/>
              <a:ext cx="0" cy="11414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 name="Line 11"/>
            <p:cNvSpPr>
              <a:spLocks noChangeShapeType="1"/>
            </p:cNvSpPr>
            <p:nvPr/>
          </p:nvSpPr>
          <p:spPr bwMode="auto">
            <a:xfrm rot="16200000">
              <a:off x="2477274" y="1516787"/>
              <a:ext cx="0" cy="29525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3" name="Line 12"/>
            <p:cNvSpPr>
              <a:spLocks noChangeShapeType="1"/>
            </p:cNvSpPr>
            <p:nvPr/>
          </p:nvSpPr>
          <p:spPr bwMode="auto">
            <a:xfrm rot="16200000">
              <a:off x="2477274" y="2502434"/>
              <a:ext cx="0" cy="29525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4" name="Text Box 14"/>
            <p:cNvSpPr txBox="1">
              <a:spLocks noChangeArrowheads="1"/>
            </p:cNvSpPr>
            <p:nvPr/>
          </p:nvSpPr>
          <p:spPr bwMode="auto">
            <a:xfrm>
              <a:off x="1639133" y="1379654"/>
              <a:ext cx="45850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1</a:t>
              </a:r>
            </a:p>
          </p:txBody>
        </p:sp>
        <p:sp>
          <p:nvSpPr>
            <p:cNvPr id="15" name="Text Box 15"/>
            <p:cNvSpPr txBox="1">
              <a:spLocks noChangeArrowheads="1"/>
            </p:cNvSpPr>
            <p:nvPr/>
          </p:nvSpPr>
          <p:spPr bwMode="auto">
            <a:xfrm>
              <a:off x="1567131" y="2188310"/>
              <a:ext cx="48507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2</a:t>
              </a:r>
            </a:p>
          </p:txBody>
        </p:sp>
        <p:sp>
          <p:nvSpPr>
            <p:cNvPr id="16" name="Text Box 16"/>
            <p:cNvSpPr txBox="1">
              <a:spLocks noChangeArrowheads="1"/>
            </p:cNvSpPr>
            <p:nvPr/>
          </p:nvSpPr>
          <p:spPr bwMode="auto">
            <a:xfrm>
              <a:off x="7130438" y="1402467"/>
              <a:ext cx="5069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3</a:t>
              </a:r>
            </a:p>
          </p:txBody>
        </p:sp>
        <p:sp>
          <p:nvSpPr>
            <p:cNvPr id="17" name="Text Box 17"/>
            <p:cNvSpPr txBox="1">
              <a:spLocks noChangeArrowheads="1"/>
            </p:cNvSpPr>
            <p:nvPr/>
          </p:nvSpPr>
          <p:spPr bwMode="auto">
            <a:xfrm>
              <a:off x="7231611" y="2262253"/>
              <a:ext cx="4275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4</a:t>
              </a:r>
            </a:p>
          </p:txBody>
        </p:sp>
        <p:sp>
          <p:nvSpPr>
            <p:cNvPr id="18" name="Freeform 18"/>
            <p:cNvSpPr>
              <a:spLocks/>
            </p:cNvSpPr>
            <p:nvPr/>
          </p:nvSpPr>
          <p:spPr bwMode="auto">
            <a:xfrm flipV="1">
              <a:off x="6116344" y="1716332"/>
              <a:ext cx="710264" cy="379942"/>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 name="Freeform 19"/>
            <p:cNvSpPr>
              <a:spLocks/>
            </p:cNvSpPr>
            <p:nvPr/>
          </p:nvSpPr>
          <p:spPr bwMode="auto">
            <a:xfrm>
              <a:off x="6116344" y="2217415"/>
              <a:ext cx="710264" cy="380729"/>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FF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Text Box 20"/>
            <p:cNvSpPr txBox="1">
              <a:spLocks noChangeArrowheads="1"/>
            </p:cNvSpPr>
            <p:nvPr/>
          </p:nvSpPr>
          <p:spPr bwMode="auto">
            <a:xfrm>
              <a:off x="5664124" y="1769916"/>
              <a:ext cx="42228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2</a:t>
              </a:r>
            </a:p>
          </p:txBody>
        </p:sp>
        <p:sp>
          <p:nvSpPr>
            <p:cNvPr id="21" name="Text Box 21"/>
            <p:cNvSpPr txBox="1">
              <a:spLocks noChangeArrowheads="1"/>
            </p:cNvSpPr>
            <p:nvPr/>
          </p:nvSpPr>
          <p:spPr bwMode="auto">
            <a:xfrm>
              <a:off x="3116258" y="1769129"/>
              <a:ext cx="42228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sp>
          <p:nvSpPr>
            <p:cNvPr id="22" name="Freeform 22"/>
            <p:cNvSpPr>
              <a:spLocks/>
            </p:cNvSpPr>
            <p:nvPr/>
          </p:nvSpPr>
          <p:spPr bwMode="auto">
            <a:xfrm>
              <a:off x="3276320" y="2701979"/>
              <a:ext cx="710264" cy="207670"/>
            </a:xfrm>
            <a:custGeom>
              <a:avLst/>
              <a:gdLst>
                <a:gd name="T0" fmla="*/ 0 w 576"/>
                <a:gd name="T1" fmla="*/ 0 h 192"/>
                <a:gd name="T2" fmla="*/ 576 w 576"/>
                <a:gd name="T3" fmla="*/ 0 h 192"/>
                <a:gd name="T4" fmla="*/ 576 w 576"/>
                <a:gd name="T5" fmla="*/ 192 h 192"/>
                <a:gd name="T6" fmla="*/ 0 w 576"/>
                <a:gd name="T7" fmla="*/ 192 h 192"/>
              </a:gdLst>
              <a:ahLst/>
              <a:cxnLst>
                <a:cxn ang="0">
                  <a:pos x="T0" y="T1"/>
                </a:cxn>
                <a:cxn ang="0">
                  <a:pos x="T2" y="T3"/>
                </a:cxn>
                <a:cxn ang="0">
                  <a:pos x="T4" y="T5"/>
                </a:cxn>
                <a:cxn ang="0">
                  <a:pos x="T6" y="T7"/>
                </a:cxn>
              </a:cxnLst>
              <a:rect l="0" t="0" r="r" b="b"/>
              <a:pathLst>
                <a:path w="576" h="192">
                  <a:moveTo>
                    <a:pt x="0" y="0"/>
                  </a:moveTo>
                  <a:lnTo>
                    <a:pt x="576" y="0"/>
                  </a:lnTo>
                  <a:lnTo>
                    <a:pt x="576" y="192"/>
                  </a:lnTo>
                  <a:lnTo>
                    <a:pt x="0" y="192"/>
                  </a:lnTo>
                </a:path>
              </a:pathLst>
            </a:custGeom>
            <a:noFill/>
            <a:ln w="19050" cmpd="sng">
              <a:solidFill>
                <a:srgbClr val="7030A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3" name="Line 23"/>
            <p:cNvSpPr>
              <a:spLocks noChangeShapeType="1"/>
            </p:cNvSpPr>
            <p:nvPr/>
          </p:nvSpPr>
          <p:spPr bwMode="auto">
            <a:xfrm>
              <a:off x="3926707"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4" name="Line 24"/>
            <p:cNvSpPr>
              <a:spLocks noChangeShapeType="1"/>
            </p:cNvSpPr>
            <p:nvPr/>
          </p:nvSpPr>
          <p:spPr bwMode="auto">
            <a:xfrm>
              <a:off x="3867863"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5" name="Line 25"/>
            <p:cNvSpPr>
              <a:spLocks noChangeShapeType="1"/>
            </p:cNvSpPr>
            <p:nvPr/>
          </p:nvSpPr>
          <p:spPr bwMode="auto">
            <a:xfrm>
              <a:off x="3809018"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6" name="Line 26"/>
            <p:cNvSpPr>
              <a:spLocks noChangeShapeType="1"/>
            </p:cNvSpPr>
            <p:nvPr/>
          </p:nvSpPr>
          <p:spPr bwMode="auto">
            <a:xfrm>
              <a:off x="3749141"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7" name="Line 27"/>
            <p:cNvSpPr>
              <a:spLocks noChangeShapeType="1"/>
            </p:cNvSpPr>
            <p:nvPr/>
          </p:nvSpPr>
          <p:spPr bwMode="auto">
            <a:xfrm>
              <a:off x="3690297"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 name="Line 28"/>
            <p:cNvSpPr>
              <a:spLocks noChangeShapeType="1"/>
            </p:cNvSpPr>
            <p:nvPr/>
          </p:nvSpPr>
          <p:spPr bwMode="auto">
            <a:xfrm>
              <a:off x="3631452"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 name="Line 29"/>
            <p:cNvSpPr>
              <a:spLocks noChangeShapeType="1"/>
            </p:cNvSpPr>
            <p:nvPr/>
          </p:nvSpPr>
          <p:spPr bwMode="auto">
            <a:xfrm>
              <a:off x="3571575"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 name="Text Box 30"/>
            <p:cNvSpPr txBox="1">
              <a:spLocks noChangeArrowheads="1"/>
            </p:cNvSpPr>
            <p:nvPr/>
          </p:nvSpPr>
          <p:spPr bwMode="auto">
            <a:xfrm>
              <a:off x="2699410" y="2547991"/>
              <a:ext cx="405807" cy="4318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2</a:t>
              </a:r>
            </a:p>
          </p:txBody>
        </p:sp>
        <p:sp>
          <p:nvSpPr>
            <p:cNvPr id="31" name="Line 31"/>
            <p:cNvSpPr>
              <a:spLocks noChangeShapeType="1"/>
            </p:cNvSpPr>
            <p:nvPr/>
          </p:nvSpPr>
          <p:spPr bwMode="auto">
            <a:xfrm flipV="1">
              <a:off x="3019262" y="2840426"/>
              <a:ext cx="345841" cy="43264"/>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2" name="Line 32"/>
            <p:cNvSpPr>
              <a:spLocks noChangeShapeType="1"/>
            </p:cNvSpPr>
            <p:nvPr/>
          </p:nvSpPr>
          <p:spPr bwMode="auto">
            <a:xfrm>
              <a:off x="3019262" y="2736591"/>
              <a:ext cx="345841" cy="43264"/>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3" name="Line 33"/>
            <p:cNvSpPr>
              <a:spLocks noChangeShapeType="1"/>
            </p:cNvSpPr>
            <p:nvPr/>
          </p:nvSpPr>
          <p:spPr bwMode="auto">
            <a:xfrm>
              <a:off x="3986584" y="2805815"/>
              <a:ext cx="515085" cy="0"/>
            </a:xfrm>
            <a:prstGeom prst="line">
              <a:avLst/>
            </a:prstGeom>
            <a:noFill/>
            <a:ln w="28575">
              <a:solidFill>
                <a:srgbClr val="7030A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4" name="Text Box 34"/>
            <p:cNvSpPr txBox="1">
              <a:spLocks noChangeArrowheads="1"/>
            </p:cNvSpPr>
            <p:nvPr/>
          </p:nvSpPr>
          <p:spPr bwMode="auto">
            <a:xfrm>
              <a:off x="3995155" y="2522115"/>
              <a:ext cx="1526105" cy="254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1.5 Mbit/s </a:t>
              </a:r>
              <a:r>
                <a:rPr kumimoji="1" lang="zh-CN" altLang="en-US" sz="1400" b="1" dirty="0">
                  <a:latin typeface="微软雅黑" pitchFamily="34" charset="-122"/>
                  <a:ea typeface="微软雅黑" pitchFamily="34" charset="-122"/>
                </a:rPr>
                <a:t>链路</a:t>
              </a:r>
            </a:p>
          </p:txBody>
        </p:sp>
        <p:sp>
          <p:nvSpPr>
            <p:cNvPr id="35" name="Rectangle 35"/>
            <p:cNvSpPr>
              <a:spLocks noChangeArrowheads="1"/>
            </p:cNvSpPr>
            <p:nvPr/>
          </p:nvSpPr>
          <p:spPr bwMode="auto">
            <a:xfrm>
              <a:off x="3372330" y="2137966"/>
              <a:ext cx="117689" cy="51918"/>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6" name="Line 36"/>
            <p:cNvSpPr>
              <a:spLocks noChangeShapeType="1"/>
            </p:cNvSpPr>
            <p:nvPr/>
          </p:nvSpPr>
          <p:spPr bwMode="auto">
            <a:xfrm>
              <a:off x="3482792" y="2189883"/>
              <a:ext cx="511019" cy="518389"/>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7" name="Line 37"/>
            <p:cNvSpPr>
              <a:spLocks noChangeShapeType="1"/>
            </p:cNvSpPr>
            <p:nvPr/>
          </p:nvSpPr>
          <p:spPr bwMode="auto">
            <a:xfrm flipH="1">
              <a:off x="3283546" y="2137477"/>
              <a:ext cx="160670" cy="57079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8" name="Text Box 40"/>
            <p:cNvSpPr txBox="1">
              <a:spLocks noChangeArrowheads="1"/>
            </p:cNvSpPr>
            <p:nvPr/>
          </p:nvSpPr>
          <p:spPr bwMode="auto">
            <a:xfrm>
              <a:off x="3200865" y="2899927"/>
              <a:ext cx="902649" cy="254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输出队列</a:t>
              </a:r>
            </a:p>
          </p:txBody>
        </p:sp>
        <p:sp>
          <p:nvSpPr>
            <p:cNvPr id="39" name="AutoShape 41"/>
            <p:cNvSpPr>
              <a:spLocks noChangeArrowheads="1"/>
            </p:cNvSpPr>
            <p:nvPr/>
          </p:nvSpPr>
          <p:spPr bwMode="auto">
            <a:xfrm rot="16200000">
              <a:off x="4534468" y="878683"/>
              <a:ext cx="103835" cy="2543736"/>
            </a:xfrm>
            <a:prstGeom prst="can">
              <a:avLst>
                <a:gd name="adj" fmla="val 60580"/>
              </a:avLst>
            </a:prstGeom>
            <a:gradFill rotWithShape="0">
              <a:gsLst>
                <a:gs pos="0">
                  <a:srgbClr val="00B050"/>
                </a:gs>
                <a:gs pos="50000">
                  <a:srgbClr val="66FFFF"/>
                </a:gs>
                <a:gs pos="100000">
                  <a:srgbClr val="00B050"/>
                </a:gs>
              </a:gsLst>
              <a:lin ang="54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pic>
          <p:nvPicPr>
            <p:cNvPr id="40" name="Picture 4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13584" y="2027051"/>
              <a:ext cx="472821" cy="259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1"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38878" y="2027051"/>
              <a:ext cx="473854" cy="259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2" name="Freeform 44"/>
            <p:cNvSpPr>
              <a:spLocks/>
            </p:cNvSpPr>
            <p:nvPr/>
          </p:nvSpPr>
          <p:spPr bwMode="auto">
            <a:xfrm>
              <a:off x="2388490" y="1707679"/>
              <a:ext cx="710264" cy="379942"/>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FF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3" name="Freeform 45"/>
            <p:cNvSpPr>
              <a:spLocks/>
            </p:cNvSpPr>
            <p:nvPr/>
          </p:nvSpPr>
          <p:spPr bwMode="auto">
            <a:xfrm flipV="1">
              <a:off x="2388490" y="2217415"/>
              <a:ext cx="710264" cy="380729"/>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4" name="Text Box 47"/>
            <p:cNvSpPr txBox="1">
              <a:spLocks noChangeArrowheads="1"/>
            </p:cNvSpPr>
            <p:nvPr/>
          </p:nvSpPr>
          <p:spPr bwMode="auto">
            <a:xfrm>
              <a:off x="3034748" y="1443180"/>
              <a:ext cx="231505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CC00CC"/>
                  </a:solidFill>
                  <a:latin typeface="微软雅黑" pitchFamily="34" charset="-122"/>
                  <a:ea typeface="微软雅黑" pitchFamily="34" charset="-122"/>
                </a:rPr>
                <a:t>1 Mbit/s </a:t>
              </a:r>
              <a:r>
                <a:rPr lang="zh-CN" altLang="en-US" sz="1400" b="1" dirty="0">
                  <a:solidFill>
                    <a:srgbClr val="CC00CC"/>
                  </a:solidFill>
                  <a:latin typeface="微软雅黑" pitchFamily="34" charset="-122"/>
                  <a:ea typeface="微软雅黑" pitchFamily="34" charset="-122"/>
                </a:rPr>
                <a:t>的实时音频数据 </a:t>
              </a:r>
            </a:p>
          </p:txBody>
        </p:sp>
        <p:sp>
          <p:nvSpPr>
            <p:cNvPr id="45" name="Line 48"/>
            <p:cNvSpPr>
              <a:spLocks noChangeShapeType="1"/>
            </p:cNvSpPr>
            <p:nvPr/>
          </p:nvSpPr>
          <p:spPr bwMode="auto">
            <a:xfrm flipH="1">
              <a:off x="2766334" y="1676999"/>
              <a:ext cx="384038" cy="18407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6" name="Text Box 49"/>
            <p:cNvSpPr txBox="1">
              <a:spLocks noChangeArrowheads="1"/>
            </p:cNvSpPr>
            <p:nvPr/>
          </p:nvSpPr>
          <p:spPr bwMode="auto">
            <a:xfrm>
              <a:off x="1540949" y="2933390"/>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b="1" dirty="0">
                  <a:solidFill>
                    <a:srgbClr val="0000FF"/>
                  </a:solidFill>
                  <a:latin typeface="微软雅黑" pitchFamily="34" charset="-122"/>
                  <a:ea typeface="微软雅黑" pitchFamily="34" charset="-122"/>
                </a:rPr>
                <a:t>文件数据 </a:t>
              </a:r>
            </a:p>
          </p:txBody>
        </p:sp>
        <p:sp>
          <p:nvSpPr>
            <p:cNvPr id="47" name="Line 50"/>
            <p:cNvSpPr>
              <a:spLocks noChangeShapeType="1"/>
            </p:cNvSpPr>
            <p:nvPr/>
          </p:nvSpPr>
          <p:spPr bwMode="auto">
            <a:xfrm flipV="1">
              <a:off x="2269770" y="2582210"/>
              <a:ext cx="236925" cy="385134"/>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pic>
          <p:nvPicPr>
            <p:cNvPr id="49"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82660" y="1479079"/>
              <a:ext cx="372264" cy="372265"/>
            </a:xfrm>
            <a:prstGeom prst="rect">
              <a:avLst/>
            </a:prstGeom>
            <a:noFill/>
            <a:extLst>
              <a:ext uri="{909E8E84-426E-40DD-AFC4-6F175D3DCCD1}">
                <a14:hiddenFill xmlns:a14="http://schemas.microsoft.com/office/drawing/2010/main">
                  <a:solidFill>
                    <a:srgbClr val="FFFFFF"/>
                  </a:solidFill>
                </a14:hiddenFill>
              </a:ext>
            </a:extLst>
          </p:spPr>
        </p:pic>
        <p:pic>
          <p:nvPicPr>
            <p:cNvPr id="50" name="图片 4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05252" y="2270186"/>
              <a:ext cx="447883" cy="565437"/>
            </a:xfrm>
            <a:prstGeom prst="rect">
              <a:avLst/>
            </a:prstGeom>
          </p:spPr>
        </p:pic>
        <p:pic>
          <p:nvPicPr>
            <p:cNvPr id="5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47366" y="1472987"/>
              <a:ext cx="372264" cy="372265"/>
            </a:xfrm>
            <a:prstGeom prst="rect">
              <a:avLst/>
            </a:prstGeom>
            <a:noFill/>
            <a:extLst>
              <a:ext uri="{909E8E84-426E-40DD-AFC4-6F175D3DCCD1}">
                <a14:hiddenFill xmlns:a14="http://schemas.microsoft.com/office/drawing/2010/main">
                  <a:solidFill>
                    <a:srgbClr val="FFFFFF"/>
                  </a:solidFill>
                </a14:hiddenFill>
              </a:ext>
            </a:extLst>
          </p:spPr>
        </p:pic>
        <p:pic>
          <p:nvPicPr>
            <p:cNvPr id="54" name="图片 5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852578" y="2270186"/>
              <a:ext cx="447883" cy="565437"/>
            </a:xfrm>
            <a:prstGeom prst="rect">
              <a:avLst/>
            </a:prstGeom>
          </p:spPr>
        </p:pic>
      </p:grpSp>
    </p:spTree>
    <p:extLst>
      <p:ext uri="{BB962C8B-B14F-4D97-AF65-F5344CB8AC3E}">
        <p14:creationId xmlns:p14="http://schemas.microsoft.com/office/powerpoint/2010/main" val="563030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08464"/>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圆角矩形 3"/>
          <p:cNvSpPr/>
          <p:nvPr/>
        </p:nvSpPr>
        <p:spPr>
          <a:xfrm>
            <a:off x="512573" y="958746"/>
            <a:ext cx="8128800" cy="238534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2" name="Text Box 40"/>
          <p:cNvSpPr txBox="1">
            <a:spLocks noChangeArrowheads="1"/>
          </p:cNvSpPr>
          <p:nvPr/>
        </p:nvSpPr>
        <p:spPr bwMode="auto">
          <a:xfrm>
            <a:off x="983175" y="3371724"/>
            <a:ext cx="7159752" cy="707886"/>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square">
            <a:spAutoFit/>
          </a:bodyPr>
          <a:lstStyle/>
          <a:p>
            <a:pPr>
              <a:lnSpc>
                <a:spcPts val="2400"/>
              </a:lnSpc>
            </a:pPr>
            <a:r>
              <a:rPr lang="zh-CN" altLang="en-US" b="1" dirty="0">
                <a:solidFill>
                  <a:schemeClr val="tx1"/>
                </a:solidFill>
                <a:latin typeface="微软雅黑" pitchFamily="34" charset="-122"/>
                <a:ea typeface="微软雅黑" pitchFamily="34" charset="-122"/>
              </a:rPr>
              <a:t>需要增加一种</a:t>
            </a:r>
            <a:r>
              <a:rPr lang="zh-CN" altLang="en-US" b="1" dirty="0">
                <a:solidFill>
                  <a:srgbClr val="C00000"/>
                </a:solidFill>
                <a:latin typeface="微软雅黑" pitchFamily="34" charset="-122"/>
                <a:ea typeface="微软雅黑" pitchFamily="34" charset="-122"/>
              </a:rPr>
              <a:t>分类</a:t>
            </a:r>
            <a:r>
              <a:rPr lang="zh-CN" altLang="en-US" b="1" dirty="0">
                <a:solidFill>
                  <a:schemeClr val="tx1"/>
                </a:solidFill>
                <a:latin typeface="微软雅黑" pitchFamily="34" charset="-122"/>
                <a:ea typeface="微软雅黑" pitchFamily="34" charset="-122"/>
              </a:rPr>
              <a:t> </a:t>
            </a:r>
            <a:r>
              <a:rPr lang="en-US" altLang="zh-CN" b="1" dirty="0">
                <a:solidFill>
                  <a:schemeClr val="tx1"/>
                </a:solidFill>
                <a:latin typeface="微软雅黑" pitchFamily="34" charset="-122"/>
                <a:ea typeface="微软雅黑" pitchFamily="34" charset="-122"/>
              </a:rPr>
              <a:t>(classification) </a:t>
            </a:r>
            <a:r>
              <a:rPr lang="zh-CN" altLang="en-US" b="1" dirty="0">
                <a:solidFill>
                  <a:schemeClr val="tx1"/>
                </a:solidFill>
                <a:latin typeface="微软雅黑" pitchFamily="34" charset="-122"/>
                <a:ea typeface="微软雅黑" pitchFamily="34" charset="-122"/>
              </a:rPr>
              <a:t>机制，即路由器</a:t>
            </a:r>
            <a:r>
              <a:rPr lang="zh-CN" altLang="en-US" b="1" dirty="0">
                <a:solidFill>
                  <a:srgbClr val="0000FF"/>
                </a:solidFill>
                <a:latin typeface="微软雅黑" pitchFamily="34" charset="-122"/>
                <a:ea typeface="微软雅黑" pitchFamily="34" charset="-122"/>
              </a:rPr>
              <a:t>根据某些准则</a:t>
            </a:r>
            <a:r>
              <a:rPr lang="zh-CN" altLang="en-US" b="1" dirty="0">
                <a:solidFill>
                  <a:schemeClr val="tx1"/>
                </a:solidFill>
                <a:latin typeface="微软雅黑" pitchFamily="34" charset="-122"/>
                <a:ea typeface="微软雅黑" pitchFamily="34" charset="-122"/>
              </a:rPr>
              <a:t>对输入分组进行分类，然后对不同类别的通信量给予不同的优先级。</a:t>
            </a:r>
          </a:p>
        </p:txBody>
      </p:sp>
      <p:sp>
        <p:nvSpPr>
          <p:cNvPr id="53" name="矩形 52"/>
          <p:cNvSpPr/>
          <p:nvPr/>
        </p:nvSpPr>
        <p:spPr>
          <a:xfrm>
            <a:off x="1005805" y="1000981"/>
            <a:ext cx="7241212" cy="338554"/>
          </a:xfrm>
          <a:prstGeom prst="rect">
            <a:avLst/>
          </a:prstGeom>
        </p:spPr>
        <p:txBody>
          <a:bodyPr wrap="square">
            <a:spAutoFit/>
          </a:bodyPr>
          <a:lstStyle/>
          <a:p>
            <a:pPr algn="ctr"/>
            <a:r>
              <a:rPr lang="zh-CN" altLang="en-US" sz="1600" b="1" dirty="0">
                <a:solidFill>
                  <a:srgbClr val="000099"/>
                </a:solidFill>
                <a:latin typeface="微软雅黑" pitchFamily="34" charset="-122"/>
                <a:ea typeface="微软雅黑" pitchFamily="34" charset="-122"/>
              </a:rPr>
              <a:t>一个 </a:t>
            </a:r>
            <a:r>
              <a:rPr lang="en-US" altLang="zh-CN" sz="1600" b="1" dirty="0">
                <a:solidFill>
                  <a:srgbClr val="000099"/>
                </a:solidFill>
                <a:latin typeface="微软雅黑" pitchFamily="34" charset="-122"/>
                <a:ea typeface="微软雅黑" pitchFamily="34" charset="-122"/>
              </a:rPr>
              <a:t>1 Mbit/s </a:t>
            </a:r>
            <a:r>
              <a:rPr lang="zh-CN" altLang="en-US" sz="1600" b="1" dirty="0">
                <a:solidFill>
                  <a:srgbClr val="000099"/>
                </a:solidFill>
                <a:latin typeface="微软雅黑" pitchFamily="34" charset="-122"/>
                <a:ea typeface="微软雅黑" pitchFamily="34" charset="-122"/>
              </a:rPr>
              <a:t>的实时音频数据和一个高优先级文件数据</a:t>
            </a:r>
          </a:p>
        </p:txBody>
      </p:sp>
      <p:grpSp>
        <p:nvGrpSpPr>
          <p:cNvPr id="55" name="组合 54"/>
          <p:cNvGrpSpPr/>
          <p:nvPr/>
        </p:nvGrpSpPr>
        <p:grpSpPr>
          <a:xfrm>
            <a:off x="1175657" y="1379654"/>
            <a:ext cx="6483478" cy="1861513"/>
            <a:chOff x="1175657" y="1379654"/>
            <a:chExt cx="6483478" cy="1861513"/>
          </a:xfrm>
        </p:grpSpPr>
        <p:sp>
          <p:nvSpPr>
            <p:cNvPr id="6" name="Line 4"/>
            <p:cNvSpPr>
              <a:spLocks noChangeShapeType="1"/>
            </p:cNvSpPr>
            <p:nvPr/>
          </p:nvSpPr>
          <p:spPr bwMode="auto">
            <a:xfrm rot="16200000" flipH="1">
              <a:off x="4603420" y="172032"/>
              <a:ext cx="0" cy="395703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 name="Line 5"/>
            <p:cNvSpPr>
              <a:spLocks noChangeShapeType="1"/>
            </p:cNvSpPr>
            <p:nvPr/>
          </p:nvSpPr>
          <p:spPr bwMode="auto">
            <a:xfrm flipH="1">
              <a:off x="6590197" y="1560579"/>
              <a:ext cx="0" cy="11414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 name="Line 6"/>
            <p:cNvSpPr>
              <a:spLocks noChangeShapeType="1"/>
            </p:cNvSpPr>
            <p:nvPr/>
          </p:nvSpPr>
          <p:spPr bwMode="auto">
            <a:xfrm rot="5400000" flipH="1">
              <a:off x="6779636" y="1474976"/>
              <a:ext cx="0" cy="37887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9" name="Line 7"/>
            <p:cNvSpPr>
              <a:spLocks noChangeShapeType="1"/>
            </p:cNvSpPr>
            <p:nvPr/>
          </p:nvSpPr>
          <p:spPr bwMode="auto">
            <a:xfrm rot="5400000" flipH="1">
              <a:off x="6737825" y="2502434"/>
              <a:ext cx="0" cy="29525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 name="Text Box 8"/>
            <p:cNvSpPr txBox="1">
              <a:spLocks noChangeArrowheads="1"/>
            </p:cNvSpPr>
            <p:nvPr/>
          </p:nvSpPr>
          <p:spPr bwMode="auto">
            <a:xfrm>
              <a:off x="3925832" y="1836634"/>
              <a:ext cx="1526105" cy="2540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1.5 Mbit/s </a:t>
              </a:r>
              <a:r>
                <a:rPr kumimoji="1" lang="zh-CN" altLang="en-US" sz="1400" b="1" dirty="0">
                  <a:latin typeface="微软雅黑" pitchFamily="34" charset="-122"/>
                  <a:ea typeface="微软雅黑" pitchFamily="34" charset="-122"/>
                </a:rPr>
                <a:t>链路</a:t>
              </a:r>
            </a:p>
          </p:txBody>
        </p:sp>
        <p:sp>
          <p:nvSpPr>
            <p:cNvPr id="11" name="Line 10"/>
            <p:cNvSpPr>
              <a:spLocks noChangeShapeType="1"/>
            </p:cNvSpPr>
            <p:nvPr/>
          </p:nvSpPr>
          <p:spPr bwMode="auto">
            <a:xfrm>
              <a:off x="2624901" y="1560579"/>
              <a:ext cx="0" cy="11414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 name="Line 11"/>
            <p:cNvSpPr>
              <a:spLocks noChangeShapeType="1"/>
            </p:cNvSpPr>
            <p:nvPr/>
          </p:nvSpPr>
          <p:spPr bwMode="auto">
            <a:xfrm rot="16200000">
              <a:off x="2477274" y="1516787"/>
              <a:ext cx="0" cy="29525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3" name="Line 12"/>
            <p:cNvSpPr>
              <a:spLocks noChangeShapeType="1"/>
            </p:cNvSpPr>
            <p:nvPr/>
          </p:nvSpPr>
          <p:spPr bwMode="auto">
            <a:xfrm rot="16200000">
              <a:off x="2477274" y="2502434"/>
              <a:ext cx="0" cy="29525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4" name="Text Box 14"/>
            <p:cNvSpPr txBox="1">
              <a:spLocks noChangeArrowheads="1"/>
            </p:cNvSpPr>
            <p:nvPr/>
          </p:nvSpPr>
          <p:spPr bwMode="auto">
            <a:xfrm>
              <a:off x="1639133" y="1379654"/>
              <a:ext cx="45850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1</a:t>
              </a:r>
            </a:p>
          </p:txBody>
        </p:sp>
        <p:sp>
          <p:nvSpPr>
            <p:cNvPr id="15" name="Text Box 15"/>
            <p:cNvSpPr txBox="1">
              <a:spLocks noChangeArrowheads="1"/>
            </p:cNvSpPr>
            <p:nvPr/>
          </p:nvSpPr>
          <p:spPr bwMode="auto">
            <a:xfrm>
              <a:off x="1567131" y="2188310"/>
              <a:ext cx="48507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2</a:t>
              </a:r>
            </a:p>
          </p:txBody>
        </p:sp>
        <p:sp>
          <p:nvSpPr>
            <p:cNvPr id="16" name="Text Box 16"/>
            <p:cNvSpPr txBox="1">
              <a:spLocks noChangeArrowheads="1"/>
            </p:cNvSpPr>
            <p:nvPr/>
          </p:nvSpPr>
          <p:spPr bwMode="auto">
            <a:xfrm>
              <a:off x="7130438" y="1402467"/>
              <a:ext cx="5069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3</a:t>
              </a:r>
            </a:p>
          </p:txBody>
        </p:sp>
        <p:sp>
          <p:nvSpPr>
            <p:cNvPr id="17" name="Text Box 17"/>
            <p:cNvSpPr txBox="1">
              <a:spLocks noChangeArrowheads="1"/>
            </p:cNvSpPr>
            <p:nvPr/>
          </p:nvSpPr>
          <p:spPr bwMode="auto">
            <a:xfrm>
              <a:off x="7231611" y="2262253"/>
              <a:ext cx="4275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4</a:t>
              </a:r>
            </a:p>
          </p:txBody>
        </p:sp>
        <p:sp>
          <p:nvSpPr>
            <p:cNvPr id="18" name="Freeform 18"/>
            <p:cNvSpPr>
              <a:spLocks/>
            </p:cNvSpPr>
            <p:nvPr/>
          </p:nvSpPr>
          <p:spPr bwMode="auto">
            <a:xfrm flipV="1">
              <a:off x="6116344" y="1716332"/>
              <a:ext cx="710264" cy="379942"/>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 name="Freeform 19"/>
            <p:cNvSpPr>
              <a:spLocks/>
            </p:cNvSpPr>
            <p:nvPr/>
          </p:nvSpPr>
          <p:spPr bwMode="auto">
            <a:xfrm>
              <a:off x="6116344" y="2217415"/>
              <a:ext cx="710264" cy="380729"/>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FF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Text Box 20"/>
            <p:cNvSpPr txBox="1">
              <a:spLocks noChangeArrowheads="1"/>
            </p:cNvSpPr>
            <p:nvPr/>
          </p:nvSpPr>
          <p:spPr bwMode="auto">
            <a:xfrm>
              <a:off x="5664124" y="1769916"/>
              <a:ext cx="42228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2</a:t>
              </a:r>
            </a:p>
          </p:txBody>
        </p:sp>
        <p:sp>
          <p:nvSpPr>
            <p:cNvPr id="21" name="Text Box 21"/>
            <p:cNvSpPr txBox="1">
              <a:spLocks noChangeArrowheads="1"/>
            </p:cNvSpPr>
            <p:nvPr/>
          </p:nvSpPr>
          <p:spPr bwMode="auto">
            <a:xfrm>
              <a:off x="3116258" y="1769129"/>
              <a:ext cx="42228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sp>
          <p:nvSpPr>
            <p:cNvPr id="22" name="Freeform 22"/>
            <p:cNvSpPr>
              <a:spLocks/>
            </p:cNvSpPr>
            <p:nvPr/>
          </p:nvSpPr>
          <p:spPr bwMode="auto">
            <a:xfrm>
              <a:off x="3276320" y="2701979"/>
              <a:ext cx="710264" cy="207670"/>
            </a:xfrm>
            <a:custGeom>
              <a:avLst/>
              <a:gdLst>
                <a:gd name="T0" fmla="*/ 0 w 576"/>
                <a:gd name="T1" fmla="*/ 0 h 192"/>
                <a:gd name="T2" fmla="*/ 576 w 576"/>
                <a:gd name="T3" fmla="*/ 0 h 192"/>
                <a:gd name="T4" fmla="*/ 576 w 576"/>
                <a:gd name="T5" fmla="*/ 192 h 192"/>
                <a:gd name="T6" fmla="*/ 0 w 576"/>
                <a:gd name="T7" fmla="*/ 192 h 192"/>
              </a:gdLst>
              <a:ahLst/>
              <a:cxnLst>
                <a:cxn ang="0">
                  <a:pos x="T0" y="T1"/>
                </a:cxn>
                <a:cxn ang="0">
                  <a:pos x="T2" y="T3"/>
                </a:cxn>
                <a:cxn ang="0">
                  <a:pos x="T4" y="T5"/>
                </a:cxn>
                <a:cxn ang="0">
                  <a:pos x="T6" y="T7"/>
                </a:cxn>
              </a:cxnLst>
              <a:rect l="0" t="0" r="r" b="b"/>
              <a:pathLst>
                <a:path w="576" h="192">
                  <a:moveTo>
                    <a:pt x="0" y="0"/>
                  </a:moveTo>
                  <a:lnTo>
                    <a:pt x="576" y="0"/>
                  </a:lnTo>
                  <a:lnTo>
                    <a:pt x="576" y="192"/>
                  </a:lnTo>
                  <a:lnTo>
                    <a:pt x="0" y="192"/>
                  </a:lnTo>
                </a:path>
              </a:pathLst>
            </a:custGeom>
            <a:noFill/>
            <a:ln w="19050" cmpd="sng">
              <a:solidFill>
                <a:srgbClr val="7030A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3" name="Line 23"/>
            <p:cNvSpPr>
              <a:spLocks noChangeShapeType="1"/>
            </p:cNvSpPr>
            <p:nvPr/>
          </p:nvSpPr>
          <p:spPr bwMode="auto">
            <a:xfrm>
              <a:off x="3926707"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4" name="Line 24"/>
            <p:cNvSpPr>
              <a:spLocks noChangeShapeType="1"/>
            </p:cNvSpPr>
            <p:nvPr/>
          </p:nvSpPr>
          <p:spPr bwMode="auto">
            <a:xfrm>
              <a:off x="3867863"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5" name="Line 25"/>
            <p:cNvSpPr>
              <a:spLocks noChangeShapeType="1"/>
            </p:cNvSpPr>
            <p:nvPr/>
          </p:nvSpPr>
          <p:spPr bwMode="auto">
            <a:xfrm>
              <a:off x="3809018"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6" name="Line 26"/>
            <p:cNvSpPr>
              <a:spLocks noChangeShapeType="1"/>
            </p:cNvSpPr>
            <p:nvPr/>
          </p:nvSpPr>
          <p:spPr bwMode="auto">
            <a:xfrm>
              <a:off x="3749141"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7" name="Line 27"/>
            <p:cNvSpPr>
              <a:spLocks noChangeShapeType="1"/>
            </p:cNvSpPr>
            <p:nvPr/>
          </p:nvSpPr>
          <p:spPr bwMode="auto">
            <a:xfrm>
              <a:off x="3690297"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 name="Line 28"/>
            <p:cNvSpPr>
              <a:spLocks noChangeShapeType="1"/>
            </p:cNvSpPr>
            <p:nvPr/>
          </p:nvSpPr>
          <p:spPr bwMode="auto">
            <a:xfrm>
              <a:off x="3631452"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 name="Line 29"/>
            <p:cNvSpPr>
              <a:spLocks noChangeShapeType="1"/>
            </p:cNvSpPr>
            <p:nvPr/>
          </p:nvSpPr>
          <p:spPr bwMode="auto">
            <a:xfrm>
              <a:off x="3571575"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 name="Text Box 30"/>
            <p:cNvSpPr txBox="1">
              <a:spLocks noChangeArrowheads="1"/>
            </p:cNvSpPr>
            <p:nvPr/>
          </p:nvSpPr>
          <p:spPr bwMode="auto">
            <a:xfrm>
              <a:off x="2699410" y="2547991"/>
              <a:ext cx="405807" cy="4318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2</a:t>
              </a:r>
            </a:p>
          </p:txBody>
        </p:sp>
        <p:sp>
          <p:nvSpPr>
            <p:cNvPr id="31" name="Line 31"/>
            <p:cNvSpPr>
              <a:spLocks noChangeShapeType="1"/>
            </p:cNvSpPr>
            <p:nvPr/>
          </p:nvSpPr>
          <p:spPr bwMode="auto">
            <a:xfrm flipV="1">
              <a:off x="3019262" y="2840426"/>
              <a:ext cx="345841" cy="43264"/>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2" name="Line 32"/>
            <p:cNvSpPr>
              <a:spLocks noChangeShapeType="1"/>
            </p:cNvSpPr>
            <p:nvPr/>
          </p:nvSpPr>
          <p:spPr bwMode="auto">
            <a:xfrm>
              <a:off x="3019262" y="2736591"/>
              <a:ext cx="345841" cy="43264"/>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3" name="Line 33"/>
            <p:cNvSpPr>
              <a:spLocks noChangeShapeType="1"/>
            </p:cNvSpPr>
            <p:nvPr/>
          </p:nvSpPr>
          <p:spPr bwMode="auto">
            <a:xfrm>
              <a:off x="3986584" y="2805815"/>
              <a:ext cx="515085" cy="0"/>
            </a:xfrm>
            <a:prstGeom prst="line">
              <a:avLst/>
            </a:prstGeom>
            <a:noFill/>
            <a:ln w="28575">
              <a:solidFill>
                <a:srgbClr val="7030A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4" name="Text Box 34"/>
            <p:cNvSpPr txBox="1">
              <a:spLocks noChangeArrowheads="1"/>
            </p:cNvSpPr>
            <p:nvPr/>
          </p:nvSpPr>
          <p:spPr bwMode="auto">
            <a:xfrm>
              <a:off x="3995155" y="2522115"/>
              <a:ext cx="1526105" cy="254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1.5 Mbit/s </a:t>
              </a:r>
              <a:r>
                <a:rPr kumimoji="1" lang="zh-CN" altLang="en-US" sz="1400" b="1" dirty="0">
                  <a:latin typeface="微软雅黑" pitchFamily="34" charset="-122"/>
                  <a:ea typeface="微软雅黑" pitchFamily="34" charset="-122"/>
                </a:rPr>
                <a:t>链路</a:t>
              </a:r>
            </a:p>
          </p:txBody>
        </p:sp>
        <p:sp>
          <p:nvSpPr>
            <p:cNvPr id="35" name="Rectangle 35"/>
            <p:cNvSpPr>
              <a:spLocks noChangeArrowheads="1"/>
            </p:cNvSpPr>
            <p:nvPr/>
          </p:nvSpPr>
          <p:spPr bwMode="auto">
            <a:xfrm>
              <a:off x="3372330" y="2137966"/>
              <a:ext cx="117689" cy="51918"/>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6" name="Line 36"/>
            <p:cNvSpPr>
              <a:spLocks noChangeShapeType="1"/>
            </p:cNvSpPr>
            <p:nvPr/>
          </p:nvSpPr>
          <p:spPr bwMode="auto">
            <a:xfrm>
              <a:off x="3482792" y="2189883"/>
              <a:ext cx="511019" cy="518389"/>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7" name="Line 37"/>
            <p:cNvSpPr>
              <a:spLocks noChangeShapeType="1"/>
            </p:cNvSpPr>
            <p:nvPr/>
          </p:nvSpPr>
          <p:spPr bwMode="auto">
            <a:xfrm flipH="1">
              <a:off x="3283546" y="2137477"/>
              <a:ext cx="160670" cy="57079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8" name="Text Box 40"/>
            <p:cNvSpPr txBox="1">
              <a:spLocks noChangeArrowheads="1"/>
            </p:cNvSpPr>
            <p:nvPr/>
          </p:nvSpPr>
          <p:spPr bwMode="auto">
            <a:xfrm>
              <a:off x="3200865" y="2899927"/>
              <a:ext cx="902649" cy="254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输出队列</a:t>
              </a:r>
            </a:p>
          </p:txBody>
        </p:sp>
        <p:sp>
          <p:nvSpPr>
            <p:cNvPr id="39" name="AutoShape 41"/>
            <p:cNvSpPr>
              <a:spLocks noChangeArrowheads="1"/>
            </p:cNvSpPr>
            <p:nvPr/>
          </p:nvSpPr>
          <p:spPr bwMode="auto">
            <a:xfrm rot="16200000">
              <a:off x="4534468" y="878683"/>
              <a:ext cx="103835" cy="2543736"/>
            </a:xfrm>
            <a:prstGeom prst="can">
              <a:avLst>
                <a:gd name="adj" fmla="val 60580"/>
              </a:avLst>
            </a:prstGeom>
            <a:gradFill rotWithShape="0">
              <a:gsLst>
                <a:gs pos="0">
                  <a:srgbClr val="00B050"/>
                </a:gs>
                <a:gs pos="50000">
                  <a:srgbClr val="66FFFF"/>
                </a:gs>
                <a:gs pos="100000">
                  <a:srgbClr val="00B050"/>
                </a:gs>
              </a:gsLst>
              <a:lin ang="54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pic>
          <p:nvPicPr>
            <p:cNvPr id="40" name="Picture 4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13584" y="2027051"/>
              <a:ext cx="472821" cy="259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1"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38878" y="2027051"/>
              <a:ext cx="473854" cy="259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2" name="Freeform 44"/>
            <p:cNvSpPr>
              <a:spLocks/>
            </p:cNvSpPr>
            <p:nvPr/>
          </p:nvSpPr>
          <p:spPr bwMode="auto">
            <a:xfrm>
              <a:off x="2388490" y="1707679"/>
              <a:ext cx="710264" cy="379942"/>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FF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3" name="Freeform 45"/>
            <p:cNvSpPr>
              <a:spLocks/>
            </p:cNvSpPr>
            <p:nvPr/>
          </p:nvSpPr>
          <p:spPr bwMode="auto">
            <a:xfrm flipV="1">
              <a:off x="2388490" y="2217415"/>
              <a:ext cx="710264" cy="380729"/>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4" name="Text Box 47"/>
            <p:cNvSpPr txBox="1">
              <a:spLocks noChangeArrowheads="1"/>
            </p:cNvSpPr>
            <p:nvPr/>
          </p:nvSpPr>
          <p:spPr bwMode="auto">
            <a:xfrm>
              <a:off x="3034748" y="1443180"/>
              <a:ext cx="231505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CC00CC"/>
                  </a:solidFill>
                  <a:latin typeface="微软雅黑" pitchFamily="34" charset="-122"/>
                  <a:ea typeface="微软雅黑" pitchFamily="34" charset="-122"/>
                </a:rPr>
                <a:t>1 Mbit/s </a:t>
              </a:r>
              <a:r>
                <a:rPr lang="zh-CN" altLang="en-US" sz="1400" b="1" dirty="0">
                  <a:solidFill>
                    <a:srgbClr val="CC00CC"/>
                  </a:solidFill>
                  <a:latin typeface="微软雅黑" pitchFamily="34" charset="-122"/>
                  <a:ea typeface="微软雅黑" pitchFamily="34" charset="-122"/>
                </a:rPr>
                <a:t>的实时音频数据 </a:t>
              </a:r>
            </a:p>
          </p:txBody>
        </p:sp>
        <p:sp>
          <p:nvSpPr>
            <p:cNvPr id="45" name="Line 48"/>
            <p:cNvSpPr>
              <a:spLocks noChangeShapeType="1"/>
            </p:cNvSpPr>
            <p:nvPr/>
          </p:nvSpPr>
          <p:spPr bwMode="auto">
            <a:xfrm flipH="1">
              <a:off x="2766334" y="1676999"/>
              <a:ext cx="384038" cy="18407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6" name="Text Box 49"/>
            <p:cNvSpPr txBox="1">
              <a:spLocks noChangeArrowheads="1"/>
            </p:cNvSpPr>
            <p:nvPr/>
          </p:nvSpPr>
          <p:spPr bwMode="auto">
            <a:xfrm>
              <a:off x="1175657" y="2933390"/>
              <a:ext cx="229344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1400" b="1" dirty="0">
                  <a:solidFill>
                    <a:srgbClr val="C00000"/>
                  </a:solidFill>
                  <a:latin typeface="微软雅黑" pitchFamily="34" charset="-122"/>
                  <a:ea typeface="微软雅黑" pitchFamily="34" charset="-122"/>
                </a:rPr>
                <a:t>高优先级</a:t>
              </a:r>
              <a:r>
                <a:rPr lang="zh-CN" altLang="en-US" sz="1400" b="1" dirty="0">
                  <a:solidFill>
                    <a:srgbClr val="0000FF"/>
                  </a:solidFill>
                  <a:latin typeface="微软雅黑" pitchFamily="34" charset="-122"/>
                  <a:ea typeface="微软雅黑" pitchFamily="34" charset="-122"/>
                </a:rPr>
                <a:t>文件数据 </a:t>
              </a:r>
            </a:p>
          </p:txBody>
        </p:sp>
        <p:sp>
          <p:nvSpPr>
            <p:cNvPr id="47" name="Line 50"/>
            <p:cNvSpPr>
              <a:spLocks noChangeShapeType="1"/>
            </p:cNvSpPr>
            <p:nvPr/>
          </p:nvSpPr>
          <p:spPr bwMode="auto">
            <a:xfrm flipV="1">
              <a:off x="2269770" y="2582210"/>
              <a:ext cx="236925" cy="385134"/>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pic>
          <p:nvPicPr>
            <p:cNvPr id="49"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82660" y="1479079"/>
              <a:ext cx="372264" cy="372265"/>
            </a:xfrm>
            <a:prstGeom prst="rect">
              <a:avLst/>
            </a:prstGeom>
            <a:noFill/>
            <a:extLst>
              <a:ext uri="{909E8E84-426E-40DD-AFC4-6F175D3DCCD1}">
                <a14:hiddenFill xmlns:a14="http://schemas.microsoft.com/office/drawing/2010/main">
                  <a:solidFill>
                    <a:srgbClr val="FFFFFF"/>
                  </a:solidFill>
                </a14:hiddenFill>
              </a:ext>
            </a:extLst>
          </p:spPr>
        </p:pic>
        <p:pic>
          <p:nvPicPr>
            <p:cNvPr id="50" name="图片 4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05252" y="2270186"/>
              <a:ext cx="447883" cy="565437"/>
            </a:xfrm>
            <a:prstGeom prst="rect">
              <a:avLst/>
            </a:prstGeom>
          </p:spPr>
        </p:pic>
        <p:pic>
          <p:nvPicPr>
            <p:cNvPr id="5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47366" y="1472987"/>
              <a:ext cx="372264" cy="372265"/>
            </a:xfrm>
            <a:prstGeom prst="rect">
              <a:avLst/>
            </a:prstGeom>
            <a:noFill/>
            <a:extLst>
              <a:ext uri="{909E8E84-426E-40DD-AFC4-6F175D3DCCD1}">
                <a14:hiddenFill xmlns:a14="http://schemas.microsoft.com/office/drawing/2010/main">
                  <a:solidFill>
                    <a:srgbClr val="FFFFFF"/>
                  </a:solidFill>
                </a14:hiddenFill>
              </a:ext>
            </a:extLst>
          </p:spPr>
        </p:pic>
        <p:pic>
          <p:nvPicPr>
            <p:cNvPr id="54" name="图片 5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852578" y="2270186"/>
              <a:ext cx="447883" cy="565437"/>
            </a:xfrm>
            <a:prstGeom prst="rect">
              <a:avLst/>
            </a:prstGeom>
          </p:spPr>
        </p:pic>
      </p:grpSp>
      <p:sp>
        <p:nvSpPr>
          <p:cNvPr id="56" name="矩形 4"/>
          <p:cNvSpPr>
            <a:spLocks noChangeArrowheads="1"/>
          </p:cNvSpPr>
          <p:nvPr/>
        </p:nvSpPr>
        <p:spPr bwMode="auto">
          <a:xfrm>
            <a:off x="635844" y="558636"/>
            <a:ext cx="18197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err="1">
                <a:latin typeface="微软雅黑" pitchFamily="34" charset="-122"/>
                <a:ea typeface="微软雅黑" pitchFamily="34" charset="-122"/>
              </a:rPr>
              <a:t>QoS</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机制分析</a:t>
            </a:r>
          </a:p>
        </p:txBody>
      </p:sp>
    </p:spTree>
    <p:extLst>
      <p:ext uri="{BB962C8B-B14F-4D97-AF65-F5344CB8AC3E}">
        <p14:creationId xmlns:p14="http://schemas.microsoft.com/office/powerpoint/2010/main" val="2179628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08464"/>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圆角矩形 3"/>
          <p:cNvSpPr/>
          <p:nvPr/>
        </p:nvSpPr>
        <p:spPr>
          <a:xfrm>
            <a:off x="512573" y="958746"/>
            <a:ext cx="8128800" cy="238534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2" name="Text Box 40"/>
          <p:cNvSpPr txBox="1">
            <a:spLocks noChangeArrowheads="1"/>
          </p:cNvSpPr>
          <p:nvPr/>
        </p:nvSpPr>
        <p:spPr bwMode="auto">
          <a:xfrm>
            <a:off x="983175" y="3371724"/>
            <a:ext cx="7159752" cy="1323439"/>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square">
            <a:spAutoFit/>
          </a:bodyPr>
          <a:lstStyle/>
          <a:p>
            <a:pPr marL="285750" indent="-285750">
              <a:lnSpc>
                <a:spcPts val="2400"/>
              </a:lnSpc>
              <a:buFont typeface="Wingdings" panose="05000000000000000000" pitchFamily="2" charset="2"/>
              <a:buChar char="l"/>
            </a:pPr>
            <a:r>
              <a:rPr lang="zh-CN" altLang="en-US" b="1" dirty="0">
                <a:solidFill>
                  <a:schemeClr val="tx1"/>
                </a:solidFill>
                <a:latin typeface="微软雅黑" pitchFamily="34" charset="-122"/>
                <a:ea typeface="微软雅黑" pitchFamily="34" charset="-122"/>
              </a:rPr>
              <a:t>路由器应能对数据流进行通信量的</a:t>
            </a:r>
            <a:r>
              <a:rPr lang="zh-CN" altLang="en-US" b="1" dirty="0">
                <a:solidFill>
                  <a:srgbClr val="C00000"/>
                </a:solidFill>
                <a:latin typeface="微软雅黑" pitchFamily="34" charset="-122"/>
                <a:ea typeface="微软雅黑" pitchFamily="34" charset="-122"/>
              </a:rPr>
              <a:t>管制</a:t>
            </a:r>
            <a:r>
              <a:rPr lang="zh-CN" altLang="en-US" b="1" dirty="0">
                <a:solidFill>
                  <a:schemeClr val="tx1"/>
                </a:solidFill>
                <a:latin typeface="微软雅黑" pitchFamily="34" charset="-122"/>
                <a:ea typeface="微软雅黑" pitchFamily="34" charset="-122"/>
              </a:rPr>
              <a:t> </a:t>
            </a:r>
            <a:r>
              <a:rPr lang="en-US" altLang="zh-CN" b="1" dirty="0">
                <a:solidFill>
                  <a:schemeClr val="tx1"/>
                </a:solidFill>
                <a:latin typeface="微软雅黑" pitchFamily="34" charset="-122"/>
                <a:ea typeface="微软雅黑" pitchFamily="34" charset="-122"/>
              </a:rPr>
              <a:t>(policing)</a:t>
            </a:r>
            <a:r>
              <a:rPr lang="zh-CN" altLang="en-US" b="1" dirty="0">
                <a:solidFill>
                  <a:schemeClr val="tx1"/>
                </a:solidFill>
                <a:latin typeface="微软雅黑" pitchFamily="34" charset="-122"/>
                <a:ea typeface="微软雅黑" pitchFamily="34" charset="-122"/>
              </a:rPr>
              <a:t>，使该数据流不影响其他正常数据流在网络中通过。</a:t>
            </a:r>
            <a:endParaRPr lang="en-US" altLang="zh-CN" b="1" dirty="0">
              <a:solidFill>
                <a:schemeClr val="tx1"/>
              </a:solidFill>
              <a:latin typeface="微软雅黑" pitchFamily="34" charset="-122"/>
              <a:ea typeface="微软雅黑" pitchFamily="34" charset="-122"/>
            </a:endParaRPr>
          </a:p>
          <a:p>
            <a:pPr marL="285750" indent="-285750">
              <a:lnSpc>
                <a:spcPts val="2400"/>
              </a:lnSpc>
              <a:buFont typeface="Wingdings" panose="05000000000000000000" pitchFamily="2" charset="2"/>
              <a:buChar char="l"/>
            </a:pPr>
            <a:r>
              <a:rPr lang="zh-CN" altLang="en-US" b="1" dirty="0">
                <a:solidFill>
                  <a:schemeClr val="tx1"/>
                </a:solidFill>
                <a:latin typeface="微软雅黑" pitchFamily="34" charset="-122"/>
                <a:ea typeface="微软雅黑" pitchFamily="34" charset="-122"/>
              </a:rPr>
              <a:t>应在路由器中再增加一种</a:t>
            </a:r>
            <a:r>
              <a:rPr lang="zh-CN" altLang="en-US" b="1" dirty="0">
                <a:solidFill>
                  <a:srgbClr val="C00000"/>
                </a:solidFill>
                <a:latin typeface="微软雅黑" pitchFamily="34" charset="-122"/>
                <a:ea typeface="微软雅黑" pitchFamily="34" charset="-122"/>
              </a:rPr>
              <a:t>调度</a:t>
            </a:r>
            <a:r>
              <a:rPr lang="zh-CN" altLang="en-US" b="1" dirty="0">
                <a:solidFill>
                  <a:schemeClr val="tx1"/>
                </a:solidFill>
                <a:latin typeface="微软雅黑" pitchFamily="34" charset="-122"/>
                <a:ea typeface="微软雅黑" pitchFamily="34" charset="-122"/>
              </a:rPr>
              <a:t> </a:t>
            </a:r>
            <a:r>
              <a:rPr lang="en-US" altLang="zh-CN" b="1" dirty="0">
                <a:solidFill>
                  <a:schemeClr val="tx1"/>
                </a:solidFill>
                <a:latin typeface="微软雅黑" pitchFamily="34" charset="-122"/>
                <a:ea typeface="微软雅黑" pitchFamily="34" charset="-122"/>
              </a:rPr>
              <a:t>(scheduling) </a:t>
            </a:r>
            <a:r>
              <a:rPr lang="zh-CN" altLang="en-US" b="1" dirty="0">
                <a:solidFill>
                  <a:schemeClr val="tx1"/>
                </a:solidFill>
                <a:latin typeface="微软雅黑" pitchFamily="34" charset="-122"/>
                <a:ea typeface="微软雅黑" pitchFamily="34" charset="-122"/>
              </a:rPr>
              <a:t>机制，更加合理地分配和利用网络资源。</a:t>
            </a:r>
          </a:p>
        </p:txBody>
      </p:sp>
      <p:sp>
        <p:nvSpPr>
          <p:cNvPr id="53" name="矩形 52"/>
          <p:cNvSpPr/>
          <p:nvPr/>
        </p:nvSpPr>
        <p:spPr>
          <a:xfrm>
            <a:off x="1005805" y="1000981"/>
            <a:ext cx="7241212" cy="338554"/>
          </a:xfrm>
          <a:prstGeom prst="rect">
            <a:avLst/>
          </a:prstGeom>
        </p:spPr>
        <p:txBody>
          <a:bodyPr wrap="square">
            <a:spAutoFit/>
          </a:bodyPr>
          <a:lstStyle/>
          <a:p>
            <a:pPr algn="ctr"/>
            <a:r>
              <a:rPr lang="zh-CN" altLang="en-US" sz="1600" b="1" dirty="0">
                <a:solidFill>
                  <a:srgbClr val="000099"/>
                </a:solidFill>
                <a:latin typeface="微软雅黑" pitchFamily="34" charset="-122"/>
                <a:ea typeface="微软雅黑" pitchFamily="34" charset="-122"/>
              </a:rPr>
              <a:t>一个数据率异常的实时音频数据和一个文件数据</a:t>
            </a:r>
          </a:p>
        </p:txBody>
      </p:sp>
      <p:grpSp>
        <p:nvGrpSpPr>
          <p:cNvPr id="55" name="组合 54"/>
          <p:cNvGrpSpPr/>
          <p:nvPr/>
        </p:nvGrpSpPr>
        <p:grpSpPr>
          <a:xfrm>
            <a:off x="1514025" y="1379654"/>
            <a:ext cx="6145110" cy="1861513"/>
            <a:chOff x="1514025" y="1379654"/>
            <a:chExt cx="6145110" cy="1861513"/>
          </a:xfrm>
        </p:grpSpPr>
        <p:sp>
          <p:nvSpPr>
            <p:cNvPr id="6" name="Line 4"/>
            <p:cNvSpPr>
              <a:spLocks noChangeShapeType="1"/>
            </p:cNvSpPr>
            <p:nvPr/>
          </p:nvSpPr>
          <p:spPr bwMode="auto">
            <a:xfrm rot="16200000" flipH="1">
              <a:off x="4603420" y="172032"/>
              <a:ext cx="0" cy="395703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 name="Line 5"/>
            <p:cNvSpPr>
              <a:spLocks noChangeShapeType="1"/>
            </p:cNvSpPr>
            <p:nvPr/>
          </p:nvSpPr>
          <p:spPr bwMode="auto">
            <a:xfrm flipH="1">
              <a:off x="6590197" y="1560579"/>
              <a:ext cx="0" cy="11414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 name="Line 6"/>
            <p:cNvSpPr>
              <a:spLocks noChangeShapeType="1"/>
            </p:cNvSpPr>
            <p:nvPr/>
          </p:nvSpPr>
          <p:spPr bwMode="auto">
            <a:xfrm rot="5400000" flipH="1">
              <a:off x="6779636" y="1474976"/>
              <a:ext cx="0" cy="37887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9" name="Line 7"/>
            <p:cNvSpPr>
              <a:spLocks noChangeShapeType="1"/>
            </p:cNvSpPr>
            <p:nvPr/>
          </p:nvSpPr>
          <p:spPr bwMode="auto">
            <a:xfrm rot="5400000" flipH="1">
              <a:off x="6737825" y="2502434"/>
              <a:ext cx="0" cy="29525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 name="Text Box 8"/>
            <p:cNvSpPr txBox="1">
              <a:spLocks noChangeArrowheads="1"/>
            </p:cNvSpPr>
            <p:nvPr/>
          </p:nvSpPr>
          <p:spPr bwMode="auto">
            <a:xfrm>
              <a:off x="3925832" y="1836634"/>
              <a:ext cx="1526105" cy="2540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1.5 Mbit/s </a:t>
              </a:r>
              <a:r>
                <a:rPr kumimoji="1" lang="zh-CN" altLang="en-US" sz="1400" b="1" dirty="0">
                  <a:latin typeface="微软雅黑" pitchFamily="34" charset="-122"/>
                  <a:ea typeface="微软雅黑" pitchFamily="34" charset="-122"/>
                </a:rPr>
                <a:t>链路</a:t>
              </a:r>
            </a:p>
          </p:txBody>
        </p:sp>
        <p:sp>
          <p:nvSpPr>
            <p:cNvPr id="11" name="Line 10"/>
            <p:cNvSpPr>
              <a:spLocks noChangeShapeType="1"/>
            </p:cNvSpPr>
            <p:nvPr/>
          </p:nvSpPr>
          <p:spPr bwMode="auto">
            <a:xfrm>
              <a:off x="2624901" y="1560579"/>
              <a:ext cx="0" cy="11414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 name="Line 11"/>
            <p:cNvSpPr>
              <a:spLocks noChangeShapeType="1"/>
            </p:cNvSpPr>
            <p:nvPr/>
          </p:nvSpPr>
          <p:spPr bwMode="auto">
            <a:xfrm rot="16200000">
              <a:off x="2477274" y="1516787"/>
              <a:ext cx="0" cy="29525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3" name="Line 12"/>
            <p:cNvSpPr>
              <a:spLocks noChangeShapeType="1"/>
            </p:cNvSpPr>
            <p:nvPr/>
          </p:nvSpPr>
          <p:spPr bwMode="auto">
            <a:xfrm rot="16200000">
              <a:off x="2477274" y="2502434"/>
              <a:ext cx="0" cy="29525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4" name="Text Box 14"/>
            <p:cNvSpPr txBox="1">
              <a:spLocks noChangeArrowheads="1"/>
            </p:cNvSpPr>
            <p:nvPr/>
          </p:nvSpPr>
          <p:spPr bwMode="auto">
            <a:xfrm>
              <a:off x="1639133" y="1379654"/>
              <a:ext cx="45850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1</a:t>
              </a:r>
            </a:p>
          </p:txBody>
        </p:sp>
        <p:sp>
          <p:nvSpPr>
            <p:cNvPr id="15" name="Text Box 15"/>
            <p:cNvSpPr txBox="1">
              <a:spLocks noChangeArrowheads="1"/>
            </p:cNvSpPr>
            <p:nvPr/>
          </p:nvSpPr>
          <p:spPr bwMode="auto">
            <a:xfrm>
              <a:off x="1567131" y="2188310"/>
              <a:ext cx="48507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2</a:t>
              </a:r>
            </a:p>
          </p:txBody>
        </p:sp>
        <p:sp>
          <p:nvSpPr>
            <p:cNvPr id="16" name="Text Box 16"/>
            <p:cNvSpPr txBox="1">
              <a:spLocks noChangeArrowheads="1"/>
            </p:cNvSpPr>
            <p:nvPr/>
          </p:nvSpPr>
          <p:spPr bwMode="auto">
            <a:xfrm>
              <a:off x="7130438" y="1402467"/>
              <a:ext cx="5069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3</a:t>
              </a:r>
            </a:p>
          </p:txBody>
        </p:sp>
        <p:sp>
          <p:nvSpPr>
            <p:cNvPr id="17" name="Text Box 17"/>
            <p:cNvSpPr txBox="1">
              <a:spLocks noChangeArrowheads="1"/>
            </p:cNvSpPr>
            <p:nvPr/>
          </p:nvSpPr>
          <p:spPr bwMode="auto">
            <a:xfrm>
              <a:off x="7231611" y="2262253"/>
              <a:ext cx="4275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4</a:t>
              </a:r>
            </a:p>
          </p:txBody>
        </p:sp>
        <p:sp>
          <p:nvSpPr>
            <p:cNvPr id="18" name="Freeform 18"/>
            <p:cNvSpPr>
              <a:spLocks/>
            </p:cNvSpPr>
            <p:nvPr/>
          </p:nvSpPr>
          <p:spPr bwMode="auto">
            <a:xfrm flipV="1">
              <a:off x="6116344" y="1716332"/>
              <a:ext cx="710264" cy="379942"/>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 name="Freeform 19"/>
            <p:cNvSpPr>
              <a:spLocks/>
            </p:cNvSpPr>
            <p:nvPr/>
          </p:nvSpPr>
          <p:spPr bwMode="auto">
            <a:xfrm>
              <a:off x="6116344" y="2217415"/>
              <a:ext cx="710264" cy="380729"/>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FF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Text Box 20"/>
            <p:cNvSpPr txBox="1">
              <a:spLocks noChangeArrowheads="1"/>
            </p:cNvSpPr>
            <p:nvPr/>
          </p:nvSpPr>
          <p:spPr bwMode="auto">
            <a:xfrm>
              <a:off x="5664124" y="1769916"/>
              <a:ext cx="42228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2</a:t>
              </a:r>
            </a:p>
          </p:txBody>
        </p:sp>
        <p:sp>
          <p:nvSpPr>
            <p:cNvPr id="21" name="Text Box 21"/>
            <p:cNvSpPr txBox="1">
              <a:spLocks noChangeArrowheads="1"/>
            </p:cNvSpPr>
            <p:nvPr/>
          </p:nvSpPr>
          <p:spPr bwMode="auto">
            <a:xfrm>
              <a:off x="3116258" y="1769129"/>
              <a:ext cx="42228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sp>
          <p:nvSpPr>
            <p:cNvPr id="22" name="Freeform 22"/>
            <p:cNvSpPr>
              <a:spLocks/>
            </p:cNvSpPr>
            <p:nvPr/>
          </p:nvSpPr>
          <p:spPr bwMode="auto">
            <a:xfrm>
              <a:off x="3276320" y="2701979"/>
              <a:ext cx="710264" cy="207670"/>
            </a:xfrm>
            <a:custGeom>
              <a:avLst/>
              <a:gdLst>
                <a:gd name="T0" fmla="*/ 0 w 576"/>
                <a:gd name="T1" fmla="*/ 0 h 192"/>
                <a:gd name="T2" fmla="*/ 576 w 576"/>
                <a:gd name="T3" fmla="*/ 0 h 192"/>
                <a:gd name="T4" fmla="*/ 576 w 576"/>
                <a:gd name="T5" fmla="*/ 192 h 192"/>
                <a:gd name="T6" fmla="*/ 0 w 576"/>
                <a:gd name="T7" fmla="*/ 192 h 192"/>
              </a:gdLst>
              <a:ahLst/>
              <a:cxnLst>
                <a:cxn ang="0">
                  <a:pos x="T0" y="T1"/>
                </a:cxn>
                <a:cxn ang="0">
                  <a:pos x="T2" y="T3"/>
                </a:cxn>
                <a:cxn ang="0">
                  <a:pos x="T4" y="T5"/>
                </a:cxn>
                <a:cxn ang="0">
                  <a:pos x="T6" y="T7"/>
                </a:cxn>
              </a:cxnLst>
              <a:rect l="0" t="0" r="r" b="b"/>
              <a:pathLst>
                <a:path w="576" h="192">
                  <a:moveTo>
                    <a:pt x="0" y="0"/>
                  </a:moveTo>
                  <a:lnTo>
                    <a:pt x="576" y="0"/>
                  </a:lnTo>
                  <a:lnTo>
                    <a:pt x="576" y="192"/>
                  </a:lnTo>
                  <a:lnTo>
                    <a:pt x="0" y="192"/>
                  </a:lnTo>
                </a:path>
              </a:pathLst>
            </a:custGeom>
            <a:noFill/>
            <a:ln w="19050" cmpd="sng">
              <a:solidFill>
                <a:srgbClr val="7030A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3" name="Line 23"/>
            <p:cNvSpPr>
              <a:spLocks noChangeShapeType="1"/>
            </p:cNvSpPr>
            <p:nvPr/>
          </p:nvSpPr>
          <p:spPr bwMode="auto">
            <a:xfrm>
              <a:off x="3926707"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4" name="Line 24"/>
            <p:cNvSpPr>
              <a:spLocks noChangeShapeType="1"/>
            </p:cNvSpPr>
            <p:nvPr/>
          </p:nvSpPr>
          <p:spPr bwMode="auto">
            <a:xfrm>
              <a:off x="3867863"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5" name="Line 25"/>
            <p:cNvSpPr>
              <a:spLocks noChangeShapeType="1"/>
            </p:cNvSpPr>
            <p:nvPr/>
          </p:nvSpPr>
          <p:spPr bwMode="auto">
            <a:xfrm>
              <a:off x="3809018"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6" name="Line 26"/>
            <p:cNvSpPr>
              <a:spLocks noChangeShapeType="1"/>
            </p:cNvSpPr>
            <p:nvPr/>
          </p:nvSpPr>
          <p:spPr bwMode="auto">
            <a:xfrm>
              <a:off x="3749141"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7" name="Line 27"/>
            <p:cNvSpPr>
              <a:spLocks noChangeShapeType="1"/>
            </p:cNvSpPr>
            <p:nvPr/>
          </p:nvSpPr>
          <p:spPr bwMode="auto">
            <a:xfrm>
              <a:off x="3690297"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 name="Line 28"/>
            <p:cNvSpPr>
              <a:spLocks noChangeShapeType="1"/>
            </p:cNvSpPr>
            <p:nvPr/>
          </p:nvSpPr>
          <p:spPr bwMode="auto">
            <a:xfrm>
              <a:off x="3631452"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 name="Line 29"/>
            <p:cNvSpPr>
              <a:spLocks noChangeShapeType="1"/>
            </p:cNvSpPr>
            <p:nvPr/>
          </p:nvSpPr>
          <p:spPr bwMode="auto">
            <a:xfrm>
              <a:off x="3571575"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 name="Text Box 30"/>
            <p:cNvSpPr txBox="1">
              <a:spLocks noChangeArrowheads="1"/>
            </p:cNvSpPr>
            <p:nvPr/>
          </p:nvSpPr>
          <p:spPr bwMode="auto">
            <a:xfrm>
              <a:off x="2699410" y="2547991"/>
              <a:ext cx="405807" cy="4318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2</a:t>
              </a:r>
            </a:p>
          </p:txBody>
        </p:sp>
        <p:sp>
          <p:nvSpPr>
            <p:cNvPr id="31" name="Line 31"/>
            <p:cNvSpPr>
              <a:spLocks noChangeShapeType="1"/>
            </p:cNvSpPr>
            <p:nvPr/>
          </p:nvSpPr>
          <p:spPr bwMode="auto">
            <a:xfrm flipV="1">
              <a:off x="3019262" y="2840426"/>
              <a:ext cx="345841" cy="43264"/>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2" name="Line 32"/>
            <p:cNvSpPr>
              <a:spLocks noChangeShapeType="1"/>
            </p:cNvSpPr>
            <p:nvPr/>
          </p:nvSpPr>
          <p:spPr bwMode="auto">
            <a:xfrm>
              <a:off x="3019262" y="2736591"/>
              <a:ext cx="345841" cy="43264"/>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3" name="Line 33"/>
            <p:cNvSpPr>
              <a:spLocks noChangeShapeType="1"/>
            </p:cNvSpPr>
            <p:nvPr/>
          </p:nvSpPr>
          <p:spPr bwMode="auto">
            <a:xfrm>
              <a:off x="3986584" y="2805815"/>
              <a:ext cx="515085" cy="0"/>
            </a:xfrm>
            <a:prstGeom prst="line">
              <a:avLst/>
            </a:prstGeom>
            <a:noFill/>
            <a:ln w="28575">
              <a:solidFill>
                <a:srgbClr val="7030A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4" name="Text Box 34"/>
            <p:cNvSpPr txBox="1">
              <a:spLocks noChangeArrowheads="1"/>
            </p:cNvSpPr>
            <p:nvPr/>
          </p:nvSpPr>
          <p:spPr bwMode="auto">
            <a:xfrm>
              <a:off x="3995155" y="2522115"/>
              <a:ext cx="1526105" cy="254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1.5 Mbit/s </a:t>
              </a:r>
              <a:r>
                <a:rPr kumimoji="1" lang="zh-CN" altLang="en-US" sz="1400" b="1" dirty="0">
                  <a:latin typeface="微软雅黑" pitchFamily="34" charset="-122"/>
                  <a:ea typeface="微软雅黑" pitchFamily="34" charset="-122"/>
                </a:rPr>
                <a:t>链路</a:t>
              </a:r>
            </a:p>
          </p:txBody>
        </p:sp>
        <p:sp>
          <p:nvSpPr>
            <p:cNvPr id="35" name="Rectangle 35"/>
            <p:cNvSpPr>
              <a:spLocks noChangeArrowheads="1"/>
            </p:cNvSpPr>
            <p:nvPr/>
          </p:nvSpPr>
          <p:spPr bwMode="auto">
            <a:xfrm>
              <a:off x="3372330" y="2137966"/>
              <a:ext cx="117689" cy="51918"/>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6" name="Line 36"/>
            <p:cNvSpPr>
              <a:spLocks noChangeShapeType="1"/>
            </p:cNvSpPr>
            <p:nvPr/>
          </p:nvSpPr>
          <p:spPr bwMode="auto">
            <a:xfrm>
              <a:off x="3482792" y="2189883"/>
              <a:ext cx="511019" cy="518389"/>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7" name="Line 37"/>
            <p:cNvSpPr>
              <a:spLocks noChangeShapeType="1"/>
            </p:cNvSpPr>
            <p:nvPr/>
          </p:nvSpPr>
          <p:spPr bwMode="auto">
            <a:xfrm flipH="1">
              <a:off x="3283546" y="2137477"/>
              <a:ext cx="160670" cy="57079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8" name="Text Box 40"/>
            <p:cNvSpPr txBox="1">
              <a:spLocks noChangeArrowheads="1"/>
            </p:cNvSpPr>
            <p:nvPr/>
          </p:nvSpPr>
          <p:spPr bwMode="auto">
            <a:xfrm>
              <a:off x="3200865" y="2899927"/>
              <a:ext cx="902649" cy="254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输出队列</a:t>
              </a:r>
            </a:p>
          </p:txBody>
        </p:sp>
        <p:sp>
          <p:nvSpPr>
            <p:cNvPr id="39" name="AutoShape 41"/>
            <p:cNvSpPr>
              <a:spLocks noChangeArrowheads="1"/>
            </p:cNvSpPr>
            <p:nvPr/>
          </p:nvSpPr>
          <p:spPr bwMode="auto">
            <a:xfrm rot="16200000">
              <a:off x="4534468" y="878683"/>
              <a:ext cx="103835" cy="2543736"/>
            </a:xfrm>
            <a:prstGeom prst="can">
              <a:avLst>
                <a:gd name="adj" fmla="val 60580"/>
              </a:avLst>
            </a:prstGeom>
            <a:gradFill rotWithShape="0">
              <a:gsLst>
                <a:gs pos="0">
                  <a:srgbClr val="00B050"/>
                </a:gs>
                <a:gs pos="50000">
                  <a:srgbClr val="66FFFF"/>
                </a:gs>
                <a:gs pos="100000">
                  <a:srgbClr val="00B050"/>
                </a:gs>
              </a:gsLst>
              <a:lin ang="54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pic>
          <p:nvPicPr>
            <p:cNvPr id="40" name="Picture 4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13584" y="2027051"/>
              <a:ext cx="472821" cy="259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1"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38878" y="2027051"/>
              <a:ext cx="473854" cy="259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2" name="Freeform 44"/>
            <p:cNvSpPr>
              <a:spLocks/>
            </p:cNvSpPr>
            <p:nvPr/>
          </p:nvSpPr>
          <p:spPr bwMode="auto">
            <a:xfrm>
              <a:off x="2388490" y="1707679"/>
              <a:ext cx="710264" cy="379942"/>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FF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3" name="Freeform 45"/>
            <p:cNvSpPr>
              <a:spLocks/>
            </p:cNvSpPr>
            <p:nvPr/>
          </p:nvSpPr>
          <p:spPr bwMode="auto">
            <a:xfrm flipV="1">
              <a:off x="2388490" y="2217415"/>
              <a:ext cx="710264" cy="380729"/>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4" name="Text Box 47"/>
            <p:cNvSpPr txBox="1">
              <a:spLocks noChangeArrowheads="1"/>
            </p:cNvSpPr>
            <p:nvPr/>
          </p:nvSpPr>
          <p:spPr bwMode="auto">
            <a:xfrm>
              <a:off x="3034748" y="1443180"/>
              <a:ext cx="319510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itchFamily="34" charset="-122"/>
                  <a:ea typeface="微软雅黑" pitchFamily="34" charset="-122"/>
                </a:rPr>
                <a:t>1.5</a:t>
              </a:r>
              <a:r>
                <a:rPr lang="en-US" altLang="zh-CN" sz="1400" b="1" dirty="0">
                  <a:solidFill>
                    <a:srgbClr val="CC00CC"/>
                  </a:solidFill>
                  <a:latin typeface="微软雅黑" pitchFamily="34" charset="-122"/>
                  <a:ea typeface="微软雅黑" pitchFamily="34" charset="-122"/>
                </a:rPr>
                <a:t> Mbit/s </a:t>
              </a:r>
              <a:r>
                <a:rPr lang="zh-CN" altLang="en-US" sz="1400" b="1" dirty="0">
                  <a:solidFill>
                    <a:srgbClr val="CC00CC"/>
                  </a:solidFill>
                  <a:latin typeface="微软雅黑" pitchFamily="34" charset="-122"/>
                  <a:ea typeface="微软雅黑" pitchFamily="34" charset="-122"/>
                </a:rPr>
                <a:t>异常速率的实时音频数据 </a:t>
              </a:r>
            </a:p>
          </p:txBody>
        </p:sp>
        <p:sp>
          <p:nvSpPr>
            <p:cNvPr id="45" name="Line 48"/>
            <p:cNvSpPr>
              <a:spLocks noChangeShapeType="1"/>
            </p:cNvSpPr>
            <p:nvPr/>
          </p:nvSpPr>
          <p:spPr bwMode="auto">
            <a:xfrm flipH="1">
              <a:off x="2766334" y="1676999"/>
              <a:ext cx="384038" cy="18407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6" name="Text Box 49"/>
            <p:cNvSpPr txBox="1">
              <a:spLocks noChangeArrowheads="1"/>
            </p:cNvSpPr>
            <p:nvPr/>
          </p:nvSpPr>
          <p:spPr bwMode="auto">
            <a:xfrm>
              <a:off x="1514025" y="2933390"/>
              <a:ext cx="205831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1400" b="1" dirty="0">
                  <a:solidFill>
                    <a:srgbClr val="0000FF"/>
                  </a:solidFill>
                  <a:latin typeface="微软雅黑" pitchFamily="34" charset="-122"/>
                  <a:ea typeface="微软雅黑" pitchFamily="34" charset="-122"/>
                </a:rPr>
                <a:t>文件数据 </a:t>
              </a:r>
            </a:p>
          </p:txBody>
        </p:sp>
        <p:sp>
          <p:nvSpPr>
            <p:cNvPr id="47" name="Line 50"/>
            <p:cNvSpPr>
              <a:spLocks noChangeShapeType="1"/>
            </p:cNvSpPr>
            <p:nvPr/>
          </p:nvSpPr>
          <p:spPr bwMode="auto">
            <a:xfrm flipV="1">
              <a:off x="2269770" y="2582210"/>
              <a:ext cx="236925" cy="385134"/>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pic>
          <p:nvPicPr>
            <p:cNvPr id="49"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82660" y="1479079"/>
              <a:ext cx="372264" cy="372265"/>
            </a:xfrm>
            <a:prstGeom prst="rect">
              <a:avLst/>
            </a:prstGeom>
            <a:noFill/>
            <a:extLst>
              <a:ext uri="{909E8E84-426E-40DD-AFC4-6F175D3DCCD1}">
                <a14:hiddenFill xmlns:a14="http://schemas.microsoft.com/office/drawing/2010/main">
                  <a:solidFill>
                    <a:srgbClr val="FFFFFF"/>
                  </a:solidFill>
                </a14:hiddenFill>
              </a:ext>
            </a:extLst>
          </p:spPr>
        </p:pic>
        <p:pic>
          <p:nvPicPr>
            <p:cNvPr id="50" name="图片 4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05252" y="2270186"/>
              <a:ext cx="447883" cy="565437"/>
            </a:xfrm>
            <a:prstGeom prst="rect">
              <a:avLst/>
            </a:prstGeom>
          </p:spPr>
        </p:pic>
        <p:pic>
          <p:nvPicPr>
            <p:cNvPr id="5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47366" y="1472987"/>
              <a:ext cx="372264" cy="372265"/>
            </a:xfrm>
            <a:prstGeom prst="rect">
              <a:avLst/>
            </a:prstGeom>
            <a:noFill/>
            <a:extLst>
              <a:ext uri="{909E8E84-426E-40DD-AFC4-6F175D3DCCD1}">
                <a14:hiddenFill xmlns:a14="http://schemas.microsoft.com/office/drawing/2010/main">
                  <a:solidFill>
                    <a:srgbClr val="FFFFFF"/>
                  </a:solidFill>
                </a14:hiddenFill>
              </a:ext>
            </a:extLst>
          </p:spPr>
        </p:pic>
        <p:pic>
          <p:nvPicPr>
            <p:cNvPr id="54" name="图片 5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852578" y="2270186"/>
              <a:ext cx="447883" cy="565437"/>
            </a:xfrm>
            <a:prstGeom prst="rect">
              <a:avLst/>
            </a:prstGeom>
          </p:spPr>
        </p:pic>
      </p:grpSp>
      <p:sp>
        <p:nvSpPr>
          <p:cNvPr id="56" name="矩形 4"/>
          <p:cNvSpPr>
            <a:spLocks noChangeArrowheads="1"/>
          </p:cNvSpPr>
          <p:nvPr/>
        </p:nvSpPr>
        <p:spPr bwMode="auto">
          <a:xfrm>
            <a:off x="635844" y="558636"/>
            <a:ext cx="18197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err="1">
                <a:latin typeface="微软雅黑" pitchFamily="34" charset="-122"/>
                <a:ea typeface="微软雅黑" pitchFamily="34" charset="-122"/>
              </a:rPr>
              <a:t>QoS</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机制分析</a:t>
            </a:r>
          </a:p>
        </p:txBody>
      </p:sp>
    </p:spTree>
    <p:extLst>
      <p:ext uri="{BB962C8B-B14F-4D97-AF65-F5344CB8AC3E}">
        <p14:creationId xmlns:p14="http://schemas.microsoft.com/office/powerpoint/2010/main" val="1627180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08464"/>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圆角矩形 3"/>
          <p:cNvSpPr/>
          <p:nvPr/>
        </p:nvSpPr>
        <p:spPr>
          <a:xfrm>
            <a:off x="512573" y="958746"/>
            <a:ext cx="8128800" cy="238534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2" name="Text Box 40"/>
          <p:cNvSpPr txBox="1">
            <a:spLocks noChangeArrowheads="1"/>
          </p:cNvSpPr>
          <p:nvPr/>
        </p:nvSpPr>
        <p:spPr bwMode="auto">
          <a:xfrm>
            <a:off x="983175" y="3371724"/>
            <a:ext cx="7159752" cy="1015663"/>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square">
            <a:spAutoFit/>
          </a:bodyPr>
          <a:lstStyle/>
          <a:p>
            <a:pPr>
              <a:lnSpc>
                <a:spcPts val="2400"/>
              </a:lnSpc>
            </a:pPr>
            <a:r>
              <a:rPr lang="zh-CN" altLang="en-US" b="1" dirty="0">
                <a:solidFill>
                  <a:schemeClr val="tx1"/>
                </a:solidFill>
                <a:latin typeface="微软雅黑" pitchFamily="34" charset="-122"/>
                <a:ea typeface="微软雅黑" pitchFamily="34" charset="-122"/>
              </a:rPr>
              <a:t>需要另一种增加</a:t>
            </a:r>
            <a:r>
              <a:rPr lang="zh-CN" altLang="en-US" b="1" dirty="0">
                <a:solidFill>
                  <a:srgbClr val="C00000"/>
                </a:solidFill>
                <a:latin typeface="微软雅黑" pitchFamily="34" charset="-122"/>
                <a:ea typeface="微软雅黑" pitchFamily="34" charset="-122"/>
              </a:rPr>
              <a:t>呼叫接纳 </a:t>
            </a:r>
            <a:r>
              <a:rPr lang="en-US" altLang="zh-CN" b="1" dirty="0">
                <a:solidFill>
                  <a:schemeClr val="tx1"/>
                </a:solidFill>
                <a:latin typeface="微软雅黑" pitchFamily="34" charset="-122"/>
                <a:ea typeface="微软雅黑" pitchFamily="34" charset="-122"/>
              </a:rPr>
              <a:t>(call admission) </a:t>
            </a:r>
            <a:r>
              <a:rPr lang="zh-CN" altLang="en-US" b="1" dirty="0">
                <a:solidFill>
                  <a:schemeClr val="tx1"/>
                </a:solidFill>
                <a:latin typeface="微软雅黑" pitchFamily="34" charset="-122"/>
                <a:ea typeface="微软雅黑" pitchFamily="34" charset="-122"/>
              </a:rPr>
              <a:t>机制。一个数据流要预先声明它所需的服务质量，然后或者被准许进入网络（能得到所需的服务质量），或者被拒绝进入网络（不能满足所需的服务质量）。</a:t>
            </a:r>
          </a:p>
        </p:txBody>
      </p:sp>
      <p:sp>
        <p:nvSpPr>
          <p:cNvPr id="53" name="矩形 52"/>
          <p:cNvSpPr/>
          <p:nvPr/>
        </p:nvSpPr>
        <p:spPr>
          <a:xfrm>
            <a:off x="1005805" y="1000981"/>
            <a:ext cx="7241212" cy="338554"/>
          </a:xfrm>
          <a:prstGeom prst="rect">
            <a:avLst/>
          </a:prstGeom>
        </p:spPr>
        <p:txBody>
          <a:bodyPr wrap="square">
            <a:spAutoFit/>
          </a:bodyPr>
          <a:lstStyle/>
          <a:p>
            <a:pPr algn="ctr"/>
            <a:r>
              <a:rPr lang="zh-CN" altLang="en-US" sz="1600" b="1" dirty="0">
                <a:solidFill>
                  <a:srgbClr val="000099"/>
                </a:solidFill>
                <a:latin typeface="微软雅黑" pitchFamily="34" charset="-122"/>
                <a:ea typeface="微软雅黑" pitchFamily="34" charset="-122"/>
              </a:rPr>
              <a:t>都发送数据率为 </a:t>
            </a:r>
            <a:r>
              <a:rPr lang="en-US" altLang="zh-CN" sz="1600" b="1" dirty="0">
                <a:solidFill>
                  <a:srgbClr val="000099"/>
                </a:solidFill>
                <a:latin typeface="微软雅黑" pitchFamily="34" charset="-122"/>
                <a:ea typeface="微软雅黑" pitchFamily="34" charset="-122"/>
              </a:rPr>
              <a:t>1 Mbit/s </a:t>
            </a:r>
            <a:r>
              <a:rPr lang="zh-CN" altLang="en-US" sz="1600" b="1" dirty="0">
                <a:solidFill>
                  <a:srgbClr val="000099"/>
                </a:solidFill>
                <a:latin typeface="微软雅黑" pitchFamily="34" charset="-122"/>
                <a:ea typeface="微软雅黑" pitchFamily="34" charset="-122"/>
              </a:rPr>
              <a:t>的实时数据</a:t>
            </a:r>
          </a:p>
        </p:txBody>
      </p:sp>
      <p:grpSp>
        <p:nvGrpSpPr>
          <p:cNvPr id="55" name="组合 54"/>
          <p:cNvGrpSpPr/>
          <p:nvPr/>
        </p:nvGrpSpPr>
        <p:grpSpPr>
          <a:xfrm>
            <a:off x="685207" y="1379654"/>
            <a:ext cx="6973928" cy="1851146"/>
            <a:chOff x="685207" y="1379654"/>
            <a:chExt cx="6973928" cy="1851146"/>
          </a:xfrm>
        </p:grpSpPr>
        <p:sp>
          <p:nvSpPr>
            <p:cNvPr id="6" name="Line 4"/>
            <p:cNvSpPr>
              <a:spLocks noChangeShapeType="1"/>
            </p:cNvSpPr>
            <p:nvPr/>
          </p:nvSpPr>
          <p:spPr bwMode="auto">
            <a:xfrm rot="16200000" flipH="1">
              <a:off x="4603420" y="172032"/>
              <a:ext cx="0" cy="395703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 name="Line 5"/>
            <p:cNvSpPr>
              <a:spLocks noChangeShapeType="1"/>
            </p:cNvSpPr>
            <p:nvPr/>
          </p:nvSpPr>
          <p:spPr bwMode="auto">
            <a:xfrm flipH="1">
              <a:off x="6590197" y="1560579"/>
              <a:ext cx="0" cy="11414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 name="Line 6"/>
            <p:cNvSpPr>
              <a:spLocks noChangeShapeType="1"/>
            </p:cNvSpPr>
            <p:nvPr/>
          </p:nvSpPr>
          <p:spPr bwMode="auto">
            <a:xfrm rot="5400000" flipH="1">
              <a:off x="6779636" y="1474976"/>
              <a:ext cx="0" cy="37887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9" name="Line 7"/>
            <p:cNvSpPr>
              <a:spLocks noChangeShapeType="1"/>
            </p:cNvSpPr>
            <p:nvPr/>
          </p:nvSpPr>
          <p:spPr bwMode="auto">
            <a:xfrm rot="5400000" flipH="1">
              <a:off x="6737825" y="2502434"/>
              <a:ext cx="0" cy="29525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 name="Text Box 8"/>
            <p:cNvSpPr txBox="1">
              <a:spLocks noChangeArrowheads="1"/>
            </p:cNvSpPr>
            <p:nvPr/>
          </p:nvSpPr>
          <p:spPr bwMode="auto">
            <a:xfrm>
              <a:off x="3925832" y="1836634"/>
              <a:ext cx="1526105" cy="2540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1.5 Mbit/s </a:t>
              </a:r>
              <a:r>
                <a:rPr kumimoji="1" lang="zh-CN" altLang="en-US" sz="1400" b="1" dirty="0">
                  <a:latin typeface="微软雅黑" pitchFamily="34" charset="-122"/>
                  <a:ea typeface="微软雅黑" pitchFamily="34" charset="-122"/>
                </a:rPr>
                <a:t>链路</a:t>
              </a:r>
            </a:p>
          </p:txBody>
        </p:sp>
        <p:sp>
          <p:nvSpPr>
            <p:cNvPr id="11" name="Line 10"/>
            <p:cNvSpPr>
              <a:spLocks noChangeShapeType="1"/>
            </p:cNvSpPr>
            <p:nvPr/>
          </p:nvSpPr>
          <p:spPr bwMode="auto">
            <a:xfrm>
              <a:off x="2624901" y="1560579"/>
              <a:ext cx="0" cy="11414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 name="Line 11"/>
            <p:cNvSpPr>
              <a:spLocks noChangeShapeType="1"/>
            </p:cNvSpPr>
            <p:nvPr/>
          </p:nvSpPr>
          <p:spPr bwMode="auto">
            <a:xfrm rot="16200000">
              <a:off x="2477274" y="1516787"/>
              <a:ext cx="0" cy="29525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3" name="Line 12"/>
            <p:cNvSpPr>
              <a:spLocks noChangeShapeType="1"/>
            </p:cNvSpPr>
            <p:nvPr/>
          </p:nvSpPr>
          <p:spPr bwMode="auto">
            <a:xfrm rot="16200000">
              <a:off x="2477274" y="2502434"/>
              <a:ext cx="0" cy="29525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4" name="Text Box 14"/>
            <p:cNvSpPr txBox="1">
              <a:spLocks noChangeArrowheads="1"/>
            </p:cNvSpPr>
            <p:nvPr/>
          </p:nvSpPr>
          <p:spPr bwMode="auto">
            <a:xfrm>
              <a:off x="1639133" y="1379654"/>
              <a:ext cx="45850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1</a:t>
              </a:r>
            </a:p>
          </p:txBody>
        </p:sp>
        <p:sp>
          <p:nvSpPr>
            <p:cNvPr id="15" name="Text Box 15"/>
            <p:cNvSpPr txBox="1">
              <a:spLocks noChangeArrowheads="1"/>
            </p:cNvSpPr>
            <p:nvPr/>
          </p:nvSpPr>
          <p:spPr bwMode="auto">
            <a:xfrm>
              <a:off x="1567131" y="2188310"/>
              <a:ext cx="48507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2</a:t>
              </a:r>
            </a:p>
          </p:txBody>
        </p:sp>
        <p:sp>
          <p:nvSpPr>
            <p:cNvPr id="16" name="Text Box 16"/>
            <p:cNvSpPr txBox="1">
              <a:spLocks noChangeArrowheads="1"/>
            </p:cNvSpPr>
            <p:nvPr/>
          </p:nvSpPr>
          <p:spPr bwMode="auto">
            <a:xfrm>
              <a:off x="7130438" y="1402467"/>
              <a:ext cx="5069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3</a:t>
              </a:r>
            </a:p>
          </p:txBody>
        </p:sp>
        <p:sp>
          <p:nvSpPr>
            <p:cNvPr id="17" name="Text Box 17"/>
            <p:cNvSpPr txBox="1">
              <a:spLocks noChangeArrowheads="1"/>
            </p:cNvSpPr>
            <p:nvPr/>
          </p:nvSpPr>
          <p:spPr bwMode="auto">
            <a:xfrm>
              <a:off x="7231611" y="2262253"/>
              <a:ext cx="4275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4</a:t>
              </a:r>
            </a:p>
          </p:txBody>
        </p:sp>
        <p:sp>
          <p:nvSpPr>
            <p:cNvPr id="18" name="Freeform 18"/>
            <p:cNvSpPr>
              <a:spLocks/>
            </p:cNvSpPr>
            <p:nvPr/>
          </p:nvSpPr>
          <p:spPr bwMode="auto">
            <a:xfrm flipV="1">
              <a:off x="6116344" y="1716332"/>
              <a:ext cx="710264" cy="379942"/>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 name="Freeform 19"/>
            <p:cNvSpPr>
              <a:spLocks/>
            </p:cNvSpPr>
            <p:nvPr/>
          </p:nvSpPr>
          <p:spPr bwMode="auto">
            <a:xfrm>
              <a:off x="6116344" y="2217415"/>
              <a:ext cx="710264" cy="380729"/>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FF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Text Box 20"/>
            <p:cNvSpPr txBox="1">
              <a:spLocks noChangeArrowheads="1"/>
            </p:cNvSpPr>
            <p:nvPr/>
          </p:nvSpPr>
          <p:spPr bwMode="auto">
            <a:xfrm>
              <a:off x="5664124" y="1769916"/>
              <a:ext cx="42228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2</a:t>
              </a:r>
            </a:p>
          </p:txBody>
        </p:sp>
        <p:sp>
          <p:nvSpPr>
            <p:cNvPr id="21" name="Text Box 21"/>
            <p:cNvSpPr txBox="1">
              <a:spLocks noChangeArrowheads="1"/>
            </p:cNvSpPr>
            <p:nvPr/>
          </p:nvSpPr>
          <p:spPr bwMode="auto">
            <a:xfrm>
              <a:off x="3116258" y="1769129"/>
              <a:ext cx="42228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400" b="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sp>
          <p:nvSpPr>
            <p:cNvPr id="22" name="Freeform 22"/>
            <p:cNvSpPr>
              <a:spLocks/>
            </p:cNvSpPr>
            <p:nvPr/>
          </p:nvSpPr>
          <p:spPr bwMode="auto">
            <a:xfrm>
              <a:off x="3276320" y="2701979"/>
              <a:ext cx="710264" cy="207670"/>
            </a:xfrm>
            <a:custGeom>
              <a:avLst/>
              <a:gdLst>
                <a:gd name="T0" fmla="*/ 0 w 576"/>
                <a:gd name="T1" fmla="*/ 0 h 192"/>
                <a:gd name="T2" fmla="*/ 576 w 576"/>
                <a:gd name="T3" fmla="*/ 0 h 192"/>
                <a:gd name="T4" fmla="*/ 576 w 576"/>
                <a:gd name="T5" fmla="*/ 192 h 192"/>
                <a:gd name="T6" fmla="*/ 0 w 576"/>
                <a:gd name="T7" fmla="*/ 192 h 192"/>
              </a:gdLst>
              <a:ahLst/>
              <a:cxnLst>
                <a:cxn ang="0">
                  <a:pos x="T0" y="T1"/>
                </a:cxn>
                <a:cxn ang="0">
                  <a:pos x="T2" y="T3"/>
                </a:cxn>
                <a:cxn ang="0">
                  <a:pos x="T4" y="T5"/>
                </a:cxn>
                <a:cxn ang="0">
                  <a:pos x="T6" y="T7"/>
                </a:cxn>
              </a:cxnLst>
              <a:rect l="0" t="0" r="r" b="b"/>
              <a:pathLst>
                <a:path w="576" h="192">
                  <a:moveTo>
                    <a:pt x="0" y="0"/>
                  </a:moveTo>
                  <a:lnTo>
                    <a:pt x="576" y="0"/>
                  </a:lnTo>
                  <a:lnTo>
                    <a:pt x="576" y="192"/>
                  </a:lnTo>
                  <a:lnTo>
                    <a:pt x="0" y="192"/>
                  </a:lnTo>
                </a:path>
              </a:pathLst>
            </a:custGeom>
            <a:noFill/>
            <a:ln w="19050" cmpd="sng">
              <a:solidFill>
                <a:srgbClr val="7030A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3" name="Line 23"/>
            <p:cNvSpPr>
              <a:spLocks noChangeShapeType="1"/>
            </p:cNvSpPr>
            <p:nvPr/>
          </p:nvSpPr>
          <p:spPr bwMode="auto">
            <a:xfrm>
              <a:off x="3926707"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4" name="Line 24"/>
            <p:cNvSpPr>
              <a:spLocks noChangeShapeType="1"/>
            </p:cNvSpPr>
            <p:nvPr/>
          </p:nvSpPr>
          <p:spPr bwMode="auto">
            <a:xfrm>
              <a:off x="3867863"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5" name="Line 25"/>
            <p:cNvSpPr>
              <a:spLocks noChangeShapeType="1"/>
            </p:cNvSpPr>
            <p:nvPr/>
          </p:nvSpPr>
          <p:spPr bwMode="auto">
            <a:xfrm>
              <a:off x="3809018"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6" name="Line 26"/>
            <p:cNvSpPr>
              <a:spLocks noChangeShapeType="1"/>
            </p:cNvSpPr>
            <p:nvPr/>
          </p:nvSpPr>
          <p:spPr bwMode="auto">
            <a:xfrm>
              <a:off x="3749141"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7" name="Line 27"/>
            <p:cNvSpPr>
              <a:spLocks noChangeShapeType="1"/>
            </p:cNvSpPr>
            <p:nvPr/>
          </p:nvSpPr>
          <p:spPr bwMode="auto">
            <a:xfrm>
              <a:off x="3690297"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 name="Line 28"/>
            <p:cNvSpPr>
              <a:spLocks noChangeShapeType="1"/>
            </p:cNvSpPr>
            <p:nvPr/>
          </p:nvSpPr>
          <p:spPr bwMode="auto">
            <a:xfrm>
              <a:off x="3631452"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 name="Line 29"/>
            <p:cNvSpPr>
              <a:spLocks noChangeShapeType="1"/>
            </p:cNvSpPr>
            <p:nvPr/>
          </p:nvSpPr>
          <p:spPr bwMode="auto">
            <a:xfrm>
              <a:off x="3571575" y="2701979"/>
              <a:ext cx="0" cy="207670"/>
            </a:xfrm>
            <a:prstGeom prst="line">
              <a:avLst/>
            </a:prstGeom>
            <a:noFill/>
            <a:ln w="1905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 name="Text Box 30"/>
            <p:cNvSpPr txBox="1">
              <a:spLocks noChangeArrowheads="1"/>
            </p:cNvSpPr>
            <p:nvPr/>
          </p:nvSpPr>
          <p:spPr bwMode="auto">
            <a:xfrm>
              <a:off x="2699410" y="2547991"/>
              <a:ext cx="405807" cy="4318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1</a:t>
              </a:r>
              <a:endParaRPr kumimoji="1" lang="en-US" altLang="zh-CN" sz="1400" b="1" dirty="0">
                <a:latin typeface="微软雅黑" pitchFamily="34" charset="-122"/>
                <a:ea typeface="微软雅黑" pitchFamily="34" charset="-122"/>
              </a:endParaRPr>
            </a:p>
            <a:p>
              <a:r>
                <a:rPr kumimoji="1" lang="en-US" altLang="zh-CN" sz="1400" b="1" dirty="0">
                  <a:latin typeface="微软雅黑" pitchFamily="34" charset="-122"/>
                  <a:ea typeface="微软雅黑" pitchFamily="34" charset="-122"/>
                </a:rPr>
                <a:t>H</a:t>
              </a:r>
              <a:r>
                <a:rPr kumimoji="1" lang="en-US" altLang="zh-CN" sz="1400" b="1" baseline="-25000" dirty="0">
                  <a:latin typeface="微软雅黑" pitchFamily="34" charset="-122"/>
                  <a:ea typeface="微软雅黑" pitchFamily="34" charset="-122"/>
                </a:rPr>
                <a:t>2</a:t>
              </a:r>
            </a:p>
          </p:txBody>
        </p:sp>
        <p:sp>
          <p:nvSpPr>
            <p:cNvPr id="31" name="Line 31"/>
            <p:cNvSpPr>
              <a:spLocks noChangeShapeType="1"/>
            </p:cNvSpPr>
            <p:nvPr/>
          </p:nvSpPr>
          <p:spPr bwMode="auto">
            <a:xfrm flipV="1">
              <a:off x="3019262" y="2840426"/>
              <a:ext cx="345841" cy="43264"/>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2" name="Line 32"/>
            <p:cNvSpPr>
              <a:spLocks noChangeShapeType="1"/>
            </p:cNvSpPr>
            <p:nvPr/>
          </p:nvSpPr>
          <p:spPr bwMode="auto">
            <a:xfrm>
              <a:off x="3019262" y="2736591"/>
              <a:ext cx="345841" cy="43264"/>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3" name="Line 33"/>
            <p:cNvSpPr>
              <a:spLocks noChangeShapeType="1"/>
            </p:cNvSpPr>
            <p:nvPr/>
          </p:nvSpPr>
          <p:spPr bwMode="auto">
            <a:xfrm>
              <a:off x="3986584" y="2805815"/>
              <a:ext cx="515085" cy="0"/>
            </a:xfrm>
            <a:prstGeom prst="line">
              <a:avLst/>
            </a:prstGeom>
            <a:noFill/>
            <a:ln w="28575">
              <a:solidFill>
                <a:srgbClr val="7030A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4" name="Text Box 34"/>
            <p:cNvSpPr txBox="1">
              <a:spLocks noChangeArrowheads="1"/>
            </p:cNvSpPr>
            <p:nvPr/>
          </p:nvSpPr>
          <p:spPr bwMode="auto">
            <a:xfrm>
              <a:off x="3995155" y="2522115"/>
              <a:ext cx="1526105" cy="254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1.5 Mbit/s </a:t>
              </a:r>
              <a:r>
                <a:rPr kumimoji="1" lang="zh-CN" altLang="en-US" sz="1400" b="1" dirty="0">
                  <a:latin typeface="微软雅黑" pitchFamily="34" charset="-122"/>
                  <a:ea typeface="微软雅黑" pitchFamily="34" charset="-122"/>
                </a:rPr>
                <a:t>链路</a:t>
              </a:r>
            </a:p>
          </p:txBody>
        </p:sp>
        <p:sp>
          <p:nvSpPr>
            <p:cNvPr id="35" name="Rectangle 35"/>
            <p:cNvSpPr>
              <a:spLocks noChangeArrowheads="1"/>
            </p:cNvSpPr>
            <p:nvPr/>
          </p:nvSpPr>
          <p:spPr bwMode="auto">
            <a:xfrm>
              <a:off x="3372330" y="2137966"/>
              <a:ext cx="117689" cy="51918"/>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6" name="Line 36"/>
            <p:cNvSpPr>
              <a:spLocks noChangeShapeType="1"/>
            </p:cNvSpPr>
            <p:nvPr/>
          </p:nvSpPr>
          <p:spPr bwMode="auto">
            <a:xfrm>
              <a:off x="3482792" y="2189883"/>
              <a:ext cx="511019" cy="518389"/>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7" name="Line 37"/>
            <p:cNvSpPr>
              <a:spLocks noChangeShapeType="1"/>
            </p:cNvSpPr>
            <p:nvPr/>
          </p:nvSpPr>
          <p:spPr bwMode="auto">
            <a:xfrm flipH="1">
              <a:off x="3283546" y="2137477"/>
              <a:ext cx="160670" cy="57079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8" name="Text Box 40"/>
            <p:cNvSpPr txBox="1">
              <a:spLocks noChangeArrowheads="1"/>
            </p:cNvSpPr>
            <p:nvPr/>
          </p:nvSpPr>
          <p:spPr bwMode="auto">
            <a:xfrm>
              <a:off x="3200865" y="2899927"/>
              <a:ext cx="902649" cy="254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输出队列</a:t>
              </a:r>
            </a:p>
          </p:txBody>
        </p:sp>
        <p:sp>
          <p:nvSpPr>
            <p:cNvPr id="39" name="AutoShape 41"/>
            <p:cNvSpPr>
              <a:spLocks noChangeArrowheads="1"/>
            </p:cNvSpPr>
            <p:nvPr/>
          </p:nvSpPr>
          <p:spPr bwMode="auto">
            <a:xfrm rot="16200000">
              <a:off x="4534468" y="878683"/>
              <a:ext cx="103835" cy="2543736"/>
            </a:xfrm>
            <a:prstGeom prst="can">
              <a:avLst>
                <a:gd name="adj" fmla="val 60580"/>
              </a:avLst>
            </a:prstGeom>
            <a:gradFill rotWithShape="0">
              <a:gsLst>
                <a:gs pos="0">
                  <a:srgbClr val="00B050"/>
                </a:gs>
                <a:gs pos="50000">
                  <a:srgbClr val="66FFFF"/>
                </a:gs>
                <a:gs pos="100000">
                  <a:srgbClr val="00B050"/>
                </a:gs>
              </a:gsLst>
              <a:lin ang="54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pic>
          <p:nvPicPr>
            <p:cNvPr id="40" name="Picture 4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13584" y="2027051"/>
              <a:ext cx="472821" cy="259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1" name="Picture 4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38878" y="2027051"/>
              <a:ext cx="473854" cy="259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2" name="Freeform 44"/>
            <p:cNvSpPr>
              <a:spLocks/>
            </p:cNvSpPr>
            <p:nvPr/>
          </p:nvSpPr>
          <p:spPr bwMode="auto">
            <a:xfrm>
              <a:off x="2388490" y="1707679"/>
              <a:ext cx="710264" cy="379942"/>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FF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3" name="Freeform 45"/>
            <p:cNvSpPr>
              <a:spLocks/>
            </p:cNvSpPr>
            <p:nvPr/>
          </p:nvSpPr>
          <p:spPr bwMode="auto">
            <a:xfrm flipV="1">
              <a:off x="2388490" y="2217415"/>
              <a:ext cx="710264" cy="380729"/>
            </a:xfrm>
            <a:custGeom>
              <a:avLst/>
              <a:gdLst>
                <a:gd name="T0" fmla="*/ 0 w 576"/>
                <a:gd name="T1" fmla="*/ 8 h 352"/>
                <a:gd name="T2" fmla="*/ 144 w 576"/>
                <a:gd name="T3" fmla="*/ 8 h 352"/>
                <a:gd name="T4" fmla="*/ 240 w 576"/>
                <a:gd name="T5" fmla="*/ 56 h 352"/>
                <a:gd name="T6" fmla="*/ 288 w 576"/>
                <a:gd name="T7" fmla="*/ 152 h 352"/>
                <a:gd name="T8" fmla="*/ 336 w 576"/>
                <a:gd name="T9" fmla="*/ 296 h 352"/>
                <a:gd name="T10" fmla="*/ 480 w 576"/>
                <a:gd name="T11" fmla="*/ 344 h 352"/>
                <a:gd name="T12" fmla="*/ 576 w 576"/>
                <a:gd name="T13" fmla="*/ 344 h 352"/>
              </a:gdLst>
              <a:ahLst/>
              <a:cxnLst>
                <a:cxn ang="0">
                  <a:pos x="T0" y="T1"/>
                </a:cxn>
                <a:cxn ang="0">
                  <a:pos x="T2" y="T3"/>
                </a:cxn>
                <a:cxn ang="0">
                  <a:pos x="T4" y="T5"/>
                </a:cxn>
                <a:cxn ang="0">
                  <a:pos x="T6" y="T7"/>
                </a:cxn>
                <a:cxn ang="0">
                  <a:pos x="T8" y="T9"/>
                </a:cxn>
                <a:cxn ang="0">
                  <a:pos x="T10" y="T11"/>
                </a:cxn>
                <a:cxn ang="0">
                  <a:pos x="T12" y="T13"/>
                </a:cxn>
              </a:cxnLst>
              <a:rect l="0" t="0" r="r" b="b"/>
              <a:pathLst>
                <a:path w="576" h="352">
                  <a:moveTo>
                    <a:pt x="0" y="8"/>
                  </a:moveTo>
                  <a:cubicBezTo>
                    <a:pt x="52" y="4"/>
                    <a:pt x="104" y="0"/>
                    <a:pt x="144" y="8"/>
                  </a:cubicBezTo>
                  <a:cubicBezTo>
                    <a:pt x="184" y="16"/>
                    <a:pt x="216" y="32"/>
                    <a:pt x="240" y="56"/>
                  </a:cubicBezTo>
                  <a:cubicBezTo>
                    <a:pt x="264" y="80"/>
                    <a:pt x="272" y="112"/>
                    <a:pt x="288" y="152"/>
                  </a:cubicBezTo>
                  <a:cubicBezTo>
                    <a:pt x="304" y="192"/>
                    <a:pt x="304" y="264"/>
                    <a:pt x="336" y="296"/>
                  </a:cubicBezTo>
                  <a:cubicBezTo>
                    <a:pt x="368" y="328"/>
                    <a:pt x="440" y="336"/>
                    <a:pt x="480" y="344"/>
                  </a:cubicBezTo>
                  <a:cubicBezTo>
                    <a:pt x="520" y="352"/>
                    <a:pt x="548" y="348"/>
                    <a:pt x="576" y="344"/>
                  </a:cubicBezTo>
                </a:path>
              </a:pathLst>
            </a:custGeom>
            <a:noFill/>
            <a:ln w="381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4" name="Text Box 47"/>
            <p:cNvSpPr txBox="1">
              <a:spLocks noChangeArrowheads="1"/>
            </p:cNvSpPr>
            <p:nvPr/>
          </p:nvSpPr>
          <p:spPr bwMode="auto">
            <a:xfrm>
              <a:off x="3034748" y="1443180"/>
              <a:ext cx="236635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CC00CC"/>
                  </a:solidFill>
                  <a:latin typeface="微软雅黑" pitchFamily="34" charset="-122"/>
                  <a:ea typeface="微软雅黑" pitchFamily="34" charset="-122"/>
                </a:rPr>
                <a:t>1 Mbit/s </a:t>
              </a:r>
              <a:r>
                <a:rPr lang="zh-CN" altLang="en-US" sz="1400" b="1" dirty="0">
                  <a:solidFill>
                    <a:srgbClr val="CC00CC"/>
                  </a:solidFill>
                  <a:latin typeface="微软雅黑" pitchFamily="34" charset="-122"/>
                  <a:ea typeface="微软雅黑" pitchFamily="34" charset="-122"/>
                </a:rPr>
                <a:t>的实时音频数据 </a:t>
              </a:r>
            </a:p>
          </p:txBody>
        </p:sp>
        <p:sp>
          <p:nvSpPr>
            <p:cNvPr id="45" name="Line 48"/>
            <p:cNvSpPr>
              <a:spLocks noChangeShapeType="1"/>
            </p:cNvSpPr>
            <p:nvPr/>
          </p:nvSpPr>
          <p:spPr bwMode="auto">
            <a:xfrm flipH="1">
              <a:off x="2766334" y="1676999"/>
              <a:ext cx="384038" cy="18407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7" name="Line 50"/>
            <p:cNvSpPr>
              <a:spLocks noChangeShapeType="1"/>
            </p:cNvSpPr>
            <p:nvPr/>
          </p:nvSpPr>
          <p:spPr bwMode="auto">
            <a:xfrm flipV="1">
              <a:off x="2269770" y="2582210"/>
              <a:ext cx="236925" cy="385134"/>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pic>
          <p:nvPicPr>
            <p:cNvPr id="49"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82660" y="1479079"/>
              <a:ext cx="372264" cy="372265"/>
            </a:xfrm>
            <a:prstGeom prst="rect">
              <a:avLst/>
            </a:prstGeom>
            <a:noFill/>
            <a:extLst>
              <a:ext uri="{909E8E84-426E-40DD-AFC4-6F175D3DCCD1}">
                <a14:hiddenFill xmlns:a14="http://schemas.microsoft.com/office/drawing/2010/main">
                  <a:solidFill>
                    <a:srgbClr val="FFFFFF"/>
                  </a:solidFill>
                </a14:hiddenFill>
              </a:ext>
            </a:extLst>
          </p:spPr>
        </p:pic>
        <p:pic>
          <p:nvPicPr>
            <p:cNvPr id="50" name="图片 4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05252" y="2270186"/>
              <a:ext cx="447883" cy="565437"/>
            </a:xfrm>
            <a:prstGeom prst="rect">
              <a:avLst/>
            </a:prstGeom>
          </p:spPr>
        </p:pic>
        <p:pic>
          <p:nvPicPr>
            <p:cNvPr id="51" name="Picture 200"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47366" y="1472987"/>
              <a:ext cx="372264" cy="372265"/>
            </a:xfrm>
            <a:prstGeom prst="rect">
              <a:avLst/>
            </a:prstGeom>
            <a:noFill/>
            <a:extLst>
              <a:ext uri="{909E8E84-426E-40DD-AFC4-6F175D3DCCD1}">
                <a14:hiddenFill xmlns:a14="http://schemas.microsoft.com/office/drawing/2010/main">
                  <a:solidFill>
                    <a:srgbClr val="FFFFFF"/>
                  </a:solidFill>
                </a14:hiddenFill>
              </a:ext>
            </a:extLst>
          </p:spPr>
        </p:pic>
        <p:pic>
          <p:nvPicPr>
            <p:cNvPr id="54" name="图片 5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852578" y="2270186"/>
              <a:ext cx="447883" cy="565437"/>
            </a:xfrm>
            <a:prstGeom prst="rect">
              <a:avLst/>
            </a:prstGeom>
          </p:spPr>
        </p:pic>
        <p:sp>
          <p:nvSpPr>
            <p:cNvPr id="56" name="Text Box 47"/>
            <p:cNvSpPr txBox="1">
              <a:spLocks noChangeArrowheads="1"/>
            </p:cNvSpPr>
            <p:nvPr/>
          </p:nvSpPr>
          <p:spPr bwMode="auto">
            <a:xfrm>
              <a:off x="685207" y="2923023"/>
              <a:ext cx="236635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itchFamily="34" charset="-122"/>
                  <a:ea typeface="微软雅黑" pitchFamily="34" charset="-122"/>
                </a:rPr>
                <a:t>1 Mbit/s </a:t>
              </a:r>
              <a:r>
                <a:rPr lang="zh-CN" altLang="en-US" sz="1400" b="1" dirty="0">
                  <a:solidFill>
                    <a:srgbClr val="0000FF"/>
                  </a:solidFill>
                  <a:latin typeface="微软雅黑" pitchFamily="34" charset="-122"/>
                  <a:ea typeface="微软雅黑" pitchFamily="34" charset="-122"/>
                </a:rPr>
                <a:t>的实时音频数据 </a:t>
              </a:r>
            </a:p>
          </p:txBody>
        </p:sp>
      </p:grpSp>
      <p:sp>
        <p:nvSpPr>
          <p:cNvPr id="57" name="矩形 4"/>
          <p:cNvSpPr>
            <a:spLocks noChangeArrowheads="1"/>
          </p:cNvSpPr>
          <p:nvPr/>
        </p:nvSpPr>
        <p:spPr bwMode="auto">
          <a:xfrm>
            <a:off x="635844" y="558636"/>
            <a:ext cx="18197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err="1">
                <a:latin typeface="微软雅黑" pitchFamily="34" charset="-122"/>
                <a:ea typeface="微软雅黑" pitchFamily="34" charset="-122"/>
              </a:rPr>
              <a:t>QoS</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机制分析</a:t>
            </a:r>
          </a:p>
        </p:txBody>
      </p:sp>
    </p:spTree>
    <p:extLst>
      <p:ext uri="{BB962C8B-B14F-4D97-AF65-F5344CB8AC3E}">
        <p14:creationId xmlns:p14="http://schemas.microsoft.com/office/powerpoint/2010/main" val="9243556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08464"/>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7" name="矩形 4"/>
          <p:cNvSpPr>
            <a:spLocks noChangeArrowheads="1"/>
          </p:cNvSpPr>
          <p:nvPr/>
        </p:nvSpPr>
        <p:spPr bwMode="auto">
          <a:xfrm>
            <a:off x="635844" y="558636"/>
            <a:ext cx="18197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err="1">
                <a:latin typeface="微软雅黑" pitchFamily="34" charset="-122"/>
                <a:ea typeface="微软雅黑" pitchFamily="34" charset="-122"/>
              </a:rPr>
              <a:t>QoS</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机制分析</a:t>
            </a:r>
          </a:p>
        </p:txBody>
      </p:sp>
      <p:grpSp>
        <p:nvGrpSpPr>
          <p:cNvPr id="3" name="组合 2"/>
          <p:cNvGrpSpPr/>
          <p:nvPr/>
        </p:nvGrpSpPr>
        <p:grpSpPr>
          <a:xfrm>
            <a:off x="943446" y="1230155"/>
            <a:ext cx="7210697" cy="1286622"/>
            <a:chOff x="908612" y="1552373"/>
            <a:chExt cx="7210697" cy="1286622"/>
          </a:xfrm>
        </p:grpSpPr>
        <p:sp>
          <p:nvSpPr>
            <p:cNvPr id="59" name="对角圆角矩形 58"/>
            <p:cNvSpPr/>
            <p:nvPr/>
          </p:nvSpPr>
          <p:spPr>
            <a:xfrm>
              <a:off x="908612" y="1552373"/>
              <a:ext cx="7210697" cy="1286622"/>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矩形 59"/>
            <p:cNvSpPr/>
            <p:nvPr/>
          </p:nvSpPr>
          <p:spPr>
            <a:xfrm>
              <a:off x="1172790" y="1740625"/>
              <a:ext cx="6691050" cy="826637"/>
            </a:xfrm>
            <a:prstGeom prst="rect">
              <a:avLst/>
            </a:prstGeom>
          </p:spPr>
          <p:txBody>
            <a:bodyPr wrap="square">
              <a:spAutoFit/>
            </a:bodyPr>
            <a:lstStyle/>
            <a:p>
              <a:pPr>
                <a:lnSpc>
                  <a:spcPts val="3000"/>
                </a:lnSpc>
              </a:pPr>
              <a:r>
                <a:rPr lang="zh-CN" altLang="en-US" sz="2000" b="1" dirty="0">
                  <a:solidFill>
                    <a:schemeClr val="bg1"/>
                  </a:solidFill>
                  <a:latin typeface="微软雅黑" pitchFamily="34" charset="-122"/>
                  <a:ea typeface="微软雅黑" pitchFamily="34" charset="-122"/>
                </a:rPr>
                <a:t>为使互联网能够提供一定的服务质量，应当设法增加一些机制，包括：</a:t>
              </a:r>
              <a:r>
                <a:rPr lang="zh-CN" altLang="en-US" sz="2000" b="1" dirty="0">
                  <a:solidFill>
                    <a:srgbClr val="FFFF00"/>
                  </a:solidFill>
                  <a:latin typeface="微软雅黑" pitchFamily="34" charset="-122"/>
                  <a:ea typeface="微软雅黑" pitchFamily="34" charset="-122"/>
                </a:rPr>
                <a:t>分组的类别</a:t>
              </a:r>
              <a:r>
                <a:rPr lang="zh-CN" altLang="en-US" sz="2000" b="1" dirty="0">
                  <a:solidFill>
                    <a:schemeClr val="bg1"/>
                  </a:solidFill>
                  <a:latin typeface="微软雅黑" pitchFamily="34" charset="-122"/>
                  <a:ea typeface="微软雅黑" pitchFamily="34" charset="-122"/>
                </a:rPr>
                <a:t>、</a:t>
              </a:r>
              <a:r>
                <a:rPr lang="zh-CN" altLang="en-US" sz="2000" b="1" dirty="0">
                  <a:solidFill>
                    <a:srgbClr val="FFFF00"/>
                  </a:solidFill>
                  <a:latin typeface="微软雅黑" pitchFamily="34" charset="-122"/>
                  <a:ea typeface="微软雅黑" pitchFamily="34" charset="-122"/>
                </a:rPr>
                <a:t>管制</a:t>
              </a:r>
              <a:r>
                <a:rPr lang="zh-CN" altLang="en-US" sz="2000" b="1" dirty="0">
                  <a:solidFill>
                    <a:schemeClr val="bg1"/>
                  </a:solidFill>
                  <a:latin typeface="微软雅黑" pitchFamily="34" charset="-122"/>
                  <a:ea typeface="微软雅黑" pitchFamily="34" charset="-122"/>
                </a:rPr>
                <a:t>、</a:t>
              </a:r>
              <a:r>
                <a:rPr lang="zh-CN" altLang="en-US" sz="2000" b="1" dirty="0">
                  <a:solidFill>
                    <a:srgbClr val="FFFF00"/>
                  </a:solidFill>
                  <a:latin typeface="微软雅黑" pitchFamily="34" charset="-122"/>
                  <a:ea typeface="微软雅黑" pitchFamily="34" charset="-122"/>
                </a:rPr>
                <a:t>调度</a:t>
              </a:r>
              <a:r>
                <a:rPr lang="zh-CN" altLang="en-US" sz="2000" b="1" dirty="0">
                  <a:solidFill>
                    <a:schemeClr val="bg1"/>
                  </a:solidFill>
                  <a:latin typeface="微软雅黑" pitchFamily="34" charset="-122"/>
                  <a:ea typeface="微软雅黑" pitchFamily="34" charset="-122"/>
                </a:rPr>
                <a:t>以及</a:t>
              </a:r>
              <a:r>
                <a:rPr lang="zh-CN" altLang="en-US" sz="2000" b="1" dirty="0">
                  <a:solidFill>
                    <a:srgbClr val="FFFF00"/>
                  </a:solidFill>
                  <a:latin typeface="微软雅黑" pitchFamily="34" charset="-122"/>
                  <a:ea typeface="微软雅黑" pitchFamily="34" charset="-122"/>
                </a:rPr>
                <a:t>呼叫接纳</a:t>
              </a:r>
              <a:r>
                <a:rPr lang="zh-CN" altLang="en-US" sz="2000" b="1" dirty="0">
                  <a:solidFill>
                    <a:schemeClr val="bg1"/>
                  </a:solidFill>
                  <a:latin typeface="微软雅黑" pitchFamily="34" charset="-122"/>
                  <a:ea typeface="微软雅黑" pitchFamily="34" charset="-122"/>
                </a:rPr>
                <a:t>。</a:t>
              </a:r>
            </a:p>
          </p:txBody>
        </p:sp>
      </p:grpSp>
    </p:spTree>
    <p:extLst>
      <p:ext uri="{BB962C8B-B14F-4D97-AF65-F5344CB8AC3E}">
        <p14:creationId xmlns:p14="http://schemas.microsoft.com/office/powerpoint/2010/main" val="2920134533"/>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AutoShape 12"/>
          <p:cNvSpPr>
            <a:spLocks noChangeArrowheads="1"/>
          </p:cNvSpPr>
          <p:nvPr/>
        </p:nvSpPr>
        <p:spPr bwMode="auto">
          <a:xfrm>
            <a:off x="511896" y="607578"/>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13" name="Rectangle 13"/>
          <p:cNvSpPr>
            <a:spLocks noChangeArrowheads="1"/>
          </p:cNvSpPr>
          <p:nvPr/>
        </p:nvSpPr>
        <p:spPr bwMode="auto">
          <a:xfrm>
            <a:off x="2849008" y="582114"/>
            <a:ext cx="345479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4.10.2  </a:t>
            </a:r>
            <a:r>
              <a:rPr lang="zh-CN" altLang="en-US" sz="2400" b="1" dirty="0">
                <a:solidFill>
                  <a:schemeClr val="bg1"/>
                </a:solidFill>
                <a:latin typeface="微软雅黑" pitchFamily="34" charset="-122"/>
                <a:ea typeface="微软雅黑" pitchFamily="34" charset="-122"/>
              </a:rPr>
              <a:t>调度和管制机制</a:t>
            </a:r>
          </a:p>
        </p:txBody>
      </p:sp>
      <p:sp>
        <p:nvSpPr>
          <p:cNvPr id="2" name="矩形 1"/>
          <p:cNvSpPr/>
          <p:nvPr/>
        </p:nvSpPr>
        <p:spPr>
          <a:xfrm>
            <a:off x="2347009" y="1255807"/>
            <a:ext cx="4458789" cy="913070"/>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a:lnSpc>
                <a:spcPts val="3200"/>
              </a:lnSpc>
            </a:pPr>
            <a:r>
              <a:rPr lang="zh-CN" altLang="en-US" sz="2000" b="1" dirty="0">
                <a:solidFill>
                  <a:srgbClr val="C00000"/>
                </a:solidFill>
                <a:latin typeface="微软雅黑" pitchFamily="34" charset="-122"/>
                <a:ea typeface="微软雅黑" pitchFamily="34" charset="-122"/>
              </a:rPr>
              <a:t>调度</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管制</a:t>
            </a:r>
            <a:r>
              <a:rPr lang="zh-CN" altLang="en-US" sz="2000" b="1" dirty="0">
                <a:latin typeface="微软雅黑" pitchFamily="34" charset="-122"/>
                <a:ea typeface="微软雅黑" pitchFamily="34" charset="-122"/>
              </a:rPr>
              <a:t>机制是使互联网能够提供服务质量的重要措施。</a:t>
            </a:r>
            <a:endParaRPr lang="zh-CN" altLang="en-US" sz="2000" dirty="0"/>
          </a:p>
        </p:txBody>
      </p:sp>
    </p:spTree>
    <p:extLst>
      <p:ext uri="{BB962C8B-B14F-4D97-AF65-F5344CB8AC3E}">
        <p14:creationId xmlns:p14="http://schemas.microsoft.com/office/powerpoint/2010/main" val="702226882"/>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46"/>
          <p:cNvSpPr>
            <a:spLocks noChangeArrowheads="1"/>
          </p:cNvSpPr>
          <p:nvPr/>
        </p:nvSpPr>
        <p:spPr bwMode="auto">
          <a:xfrm>
            <a:off x="511896" y="969693"/>
            <a:ext cx="8129015" cy="27502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调度：</a:t>
            </a:r>
            <a:r>
              <a:rPr lang="zh-CN" altLang="en-US" sz="2000" b="1" dirty="0">
                <a:latin typeface="微软雅黑" pitchFamily="34" charset="-122"/>
                <a:ea typeface="微软雅黑" pitchFamily="34" charset="-122"/>
              </a:rPr>
              <a:t>指排队的规则。</a:t>
            </a: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默认排队规则：</a:t>
            </a:r>
            <a:r>
              <a:rPr lang="zh-CN" altLang="en-US" sz="2000" b="1" dirty="0">
                <a:solidFill>
                  <a:srgbClr val="0000FF"/>
                </a:solidFill>
                <a:latin typeface="微软雅黑" pitchFamily="34" charset="-122"/>
                <a:ea typeface="微软雅黑" pitchFamily="34" charset="-122"/>
              </a:rPr>
              <a:t>先进先出</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FIFO (First In First Out)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先到达的分组先获得服务。</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当队列已满时，后到达的分组就被丢弃。</a:t>
            </a:r>
          </a:p>
          <a:p>
            <a:pPr marL="342900" indent="-342900" eaLnBrk="0" hangingPunct="0">
              <a:lnSpc>
                <a:spcPts val="30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FIFO </a:t>
            </a:r>
            <a:r>
              <a:rPr lang="zh-CN" altLang="en-US" sz="2000" b="1" dirty="0">
                <a:solidFill>
                  <a:srgbClr val="0000FF"/>
                </a:solidFill>
                <a:latin typeface="微软雅黑" pitchFamily="34" charset="-122"/>
                <a:ea typeface="微软雅黑" pitchFamily="34" charset="-122"/>
              </a:rPr>
              <a:t>的最大缺点：</a:t>
            </a:r>
            <a:endParaRPr lang="en-US" altLang="zh-CN" sz="2000" b="1" dirty="0">
              <a:solidFill>
                <a:srgbClr val="0000FF"/>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不能区分时间敏感分组和一般数据分组。</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不公平。排在长分组后面的短分组要等待很长的时间。</a:t>
            </a:r>
          </a:p>
        </p:txBody>
      </p:sp>
      <p:sp>
        <p:nvSpPr>
          <p:cNvPr id="8" name="AutoShape 5"/>
          <p:cNvSpPr>
            <a:spLocks noChangeArrowheads="1"/>
          </p:cNvSpPr>
          <p:nvPr/>
        </p:nvSpPr>
        <p:spPr bwMode="auto">
          <a:xfrm>
            <a:off x="511897" y="605407"/>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Rectangle 6"/>
          <p:cNvSpPr>
            <a:spLocks noChangeArrowheads="1"/>
          </p:cNvSpPr>
          <p:nvPr/>
        </p:nvSpPr>
        <p:spPr bwMode="auto">
          <a:xfrm>
            <a:off x="3766663" y="572196"/>
            <a:ext cx="15969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调度机制 </a:t>
            </a:r>
          </a:p>
        </p:txBody>
      </p:sp>
    </p:spTree>
    <p:extLst>
      <p:ext uri="{BB962C8B-B14F-4D97-AF65-F5344CB8AC3E}">
        <p14:creationId xmlns:p14="http://schemas.microsoft.com/office/powerpoint/2010/main" val="3067248312"/>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AutoShape 5"/>
          <p:cNvSpPr>
            <a:spLocks noChangeArrowheads="1"/>
          </p:cNvSpPr>
          <p:nvPr/>
        </p:nvSpPr>
        <p:spPr bwMode="auto">
          <a:xfrm>
            <a:off x="517853" y="608465"/>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矩形 4"/>
          <p:cNvSpPr>
            <a:spLocks noChangeArrowheads="1"/>
          </p:cNvSpPr>
          <p:nvPr/>
        </p:nvSpPr>
        <p:spPr bwMode="auto">
          <a:xfrm>
            <a:off x="635844" y="558637"/>
            <a:ext cx="223651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分组按优先级排队</a:t>
            </a:r>
          </a:p>
        </p:txBody>
      </p:sp>
      <p:sp>
        <p:nvSpPr>
          <p:cNvPr id="4" name="圆角矩形 3"/>
          <p:cNvSpPr/>
          <p:nvPr/>
        </p:nvSpPr>
        <p:spPr>
          <a:xfrm>
            <a:off x="517852" y="1802673"/>
            <a:ext cx="8133857" cy="25215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8" name="组合 37"/>
          <p:cNvGrpSpPr/>
          <p:nvPr/>
        </p:nvGrpSpPr>
        <p:grpSpPr>
          <a:xfrm>
            <a:off x="1162676" y="1950721"/>
            <a:ext cx="6841725" cy="2075573"/>
            <a:chOff x="386020" y="1515903"/>
            <a:chExt cx="9406872" cy="3587046"/>
          </a:xfrm>
        </p:grpSpPr>
        <p:sp>
          <p:nvSpPr>
            <p:cNvPr id="5" name="Rectangle 5"/>
            <p:cNvSpPr>
              <a:spLocks noChangeArrowheads="1"/>
            </p:cNvSpPr>
            <p:nvPr/>
          </p:nvSpPr>
          <p:spPr bwMode="auto">
            <a:xfrm>
              <a:off x="1906123" y="2069237"/>
              <a:ext cx="6478455" cy="3033712"/>
            </a:xfrm>
            <a:prstGeom prst="rect">
              <a:avLst/>
            </a:prstGeom>
            <a:solidFill>
              <a:srgbClr val="66FFFF"/>
            </a:solidFill>
            <a:ln w="9525">
              <a:solidFill>
                <a:srgbClr val="0000FF"/>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6" name="Rectangle 6"/>
            <p:cNvSpPr>
              <a:spLocks noChangeArrowheads="1"/>
            </p:cNvSpPr>
            <p:nvPr/>
          </p:nvSpPr>
          <p:spPr bwMode="auto">
            <a:xfrm>
              <a:off x="5928716" y="3828187"/>
              <a:ext cx="252810" cy="709612"/>
            </a:xfrm>
            <a:prstGeom prst="rect">
              <a:avLst/>
            </a:prstGeom>
            <a:noFill/>
            <a:ln>
              <a:noFill/>
            </a:ln>
            <a:effectLst/>
            <a:extLst>
              <a:ext uri="{909E8E84-426E-40DD-AFC4-6F175D3DCCD1}">
                <a14:hiddenFill xmlns:a14="http://schemas.microsoft.com/office/drawing/2010/main">
                  <a:solidFill>
                    <a:srgbClr val="C0C0C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 name="Rectangle 7"/>
            <p:cNvSpPr>
              <a:spLocks noChangeArrowheads="1"/>
            </p:cNvSpPr>
            <p:nvPr/>
          </p:nvSpPr>
          <p:spPr bwMode="auto">
            <a:xfrm>
              <a:off x="5041303" y="2647088"/>
              <a:ext cx="1140222" cy="708025"/>
            </a:xfrm>
            <a:prstGeom prst="rect">
              <a:avLst/>
            </a:prstGeom>
            <a:solidFill>
              <a:srgbClr val="66FF33"/>
            </a:solidFill>
            <a:ln w="9525">
              <a:solidFill>
                <a:srgbClr val="FFCC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 name="Text Box 8"/>
            <p:cNvSpPr txBox="1">
              <a:spLocks noChangeArrowheads="1"/>
            </p:cNvSpPr>
            <p:nvPr/>
          </p:nvSpPr>
          <p:spPr bwMode="auto">
            <a:xfrm>
              <a:off x="4253639" y="2139972"/>
              <a:ext cx="1734998" cy="5319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高优先级队列</a:t>
              </a:r>
            </a:p>
          </p:txBody>
        </p:sp>
        <p:sp>
          <p:nvSpPr>
            <p:cNvPr id="9" name="Freeform 9"/>
            <p:cNvSpPr>
              <a:spLocks/>
            </p:cNvSpPr>
            <p:nvPr/>
          </p:nvSpPr>
          <p:spPr bwMode="auto">
            <a:xfrm>
              <a:off x="4148732" y="2647088"/>
              <a:ext cx="2032794" cy="708025"/>
            </a:xfrm>
            <a:custGeom>
              <a:avLst/>
              <a:gdLst>
                <a:gd name="T0" fmla="*/ 7 w 775"/>
                <a:gd name="T1" fmla="*/ 0 h 288"/>
                <a:gd name="T2" fmla="*/ 775 w 775"/>
                <a:gd name="T3" fmla="*/ 0 h 288"/>
                <a:gd name="T4" fmla="*/ 775 w 775"/>
                <a:gd name="T5" fmla="*/ 288 h 288"/>
                <a:gd name="T6" fmla="*/ 0 w 775"/>
                <a:gd name="T7" fmla="*/ 288 h 288"/>
              </a:gdLst>
              <a:ahLst/>
              <a:cxnLst>
                <a:cxn ang="0">
                  <a:pos x="T0" y="T1"/>
                </a:cxn>
                <a:cxn ang="0">
                  <a:pos x="T2" y="T3"/>
                </a:cxn>
                <a:cxn ang="0">
                  <a:pos x="T4" y="T5"/>
                </a:cxn>
                <a:cxn ang="0">
                  <a:pos x="T6" y="T7"/>
                </a:cxn>
              </a:cxnLst>
              <a:rect l="0" t="0" r="r" b="b"/>
              <a:pathLst>
                <a:path w="775" h="288">
                  <a:moveTo>
                    <a:pt x="7" y="0"/>
                  </a:moveTo>
                  <a:lnTo>
                    <a:pt x="775" y="0"/>
                  </a:lnTo>
                  <a:lnTo>
                    <a:pt x="775" y="288"/>
                  </a:lnTo>
                  <a:lnTo>
                    <a:pt x="0" y="288"/>
                  </a:lnTo>
                </a:path>
              </a:pathLst>
            </a:custGeom>
            <a:noFill/>
            <a:ln w="1270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 name="Line 10"/>
            <p:cNvSpPr>
              <a:spLocks noChangeShapeType="1"/>
            </p:cNvSpPr>
            <p:nvPr/>
          </p:nvSpPr>
          <p:spPr bwMode="auto">
            <a:xfrm>
              <a:off x="5803171" y="2647088"/>
              <a:ext cx="0" cy="708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1" name="Line 11"/>
            <p:cNvSpPr>
              <a:spLocks noChangeShapeType="1"/>
            </p:cNvSpPr>
            <p:nvPr/>
          </p:nvSpPr>
          <p:spPr bwMode="auto">
            <a:xfrm>
              <a:off x="5424817" y="2647088"/>
              <a:ext cx="0" cy="708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 name="Line 12"/>
            <p:cNvSpPr>
              <a:spLocks noChangeShapeType="1"/>
            </p:cNvSpPr>
            <p:nvPr/>
          </p:nvSpPr>
          <p:spPr bwMode="auto">
            <a:xfrm>
              <a:off x="4673267" y="2647088"/>
              <a:ext cx="0" cy="708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3" name="Rectangle 57"/>
            <p:cNvSpPr>
              <a:spLocks noChangeArrowheads="1"/>
            </p:cNvSpPr>
            <p:nvPr/>
          </p:nvSpPr>
          <p:spPr bwMode="auto">
            <a:xfrm>
              <a:off x="5804890" y="3836124"/>
              <a:ext cx="392113" cy="700088"/>
            </a:xfrm>
            <a:prstGeom prst="rect">
              <a:avLst/>
            </a:prstGeom>
            <a:solidFill>
              <a:srgbClr val="FF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4" name="Freeform 13"/>
            <p:cNvSpPr>
              <a:spLocks/>
            </p:cNvSpPr>
            <p:nvPr/>
          </p:nvSpPr>
          <p:spPr bwMode="auto">
            <a:xfrm>
              <a:off x="4169370" y="3828187"/>
              <a:ext cx="2031073" cy="709612"/>
            </a:xfrm>
            <a:custGeom>
              <a:avLst/>
              <a:gdLst>
                <a:gd name="T0" fmla="*/ 7 w 775"/>
                <a:gd name="T1" fmla="*/ 0 h 288"/>
                <a:gd name="T2" fmla="*/ 775 w 775"/>
                <a:gd name="T3" fmla="*/ 0 h 288"/>
                <a:gd name="T4" fmla="*/ 775 w 775"/>
                <a:gd name="T5" fmla="*/ 288 h 288"/>
                <a:gd name="T6" fmla="*/ 0 w 775"/>
                <a:gd name="T7" fmla="*/ 288 h 288"/>
              </a:gdLst>
              <a:ahLst/>
              <a:cxnLst>
                <a:cxn ang="0">
                  <a:pos x="T0" y="T1"/>
                </a:cxn>
                <a:cxn ang="0">
                  <a:pos x="T2" y="T3"/>
                </a:cxn>
                <a:cxn ang="0">
                  <a:pos x="T4" y="T5"/>
                </a:cxn>
                <a:cxn ang="0">
                  <a:pos x="T6" y="T7"/>
                </a:cxn>
              </a:cxnLst>
              <a:rect l="0" t="0" r="r" b="b"/>
              <a:pathLst>
                <a:path w="775" h="288">
                  <a:moveTo>
                    <a:pt x="7" y="0"/>
                  </a:moveTo>
                  <a:lnTo>
                    <a:pt x="775" y="0"/>
                  </a:lnTo>
                  <a:lnTo>
                    <a:pt x="775" y="288"/>
                  </a:lnTo>
                  <a:lnTo>
                    <a:pt x="0" y="288"/>
                  </a:lnTo>
                </a:path>
              </a:pathLst>
            </a:custGeom>
            <a:noFill/>
            <a:ln w="1270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 name="Line 14"/>
            <p:cNvSpPr>
              <a:spLocks noChangeShapeType="1"/>
            </p:cNvSpPr>
            <p:nvPr/>
          </p:nvSpPr>
          <p:spPr bwMode="auto">
            <a:xfrm>
              <a:off x="5803171" y="3828187"/>
              <a:ext cx="0" cy="7096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6" name="Line 15"/>
            <p:cNvSpPr>
              <a:spLocks noChangeShapeType="1"/>
            </p:cNvSpPr>
            <p:nvPr/>
          </p:nvSpPr>
          <p:spPr bwMode="auto">
            <a:xfrm>
              <a:off x="5051621" y="3828187"/>
              <a:ext cx="0" cy="7096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 name="Line 16"/>
            <p:cNvSpPr>
              <a:spLocks noChangeShapeType="1"/>
            </p:cNvSpPr>
            <p:nvPr/>
          </p:nvSpPr>
          <p:spPr bwMode="auto">
            <a:xfrm>
              <a:off x="4673267" y="3828187"/>
              <a:ext cx="0" cy="7096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8" name="Text Box 17"/>
            <p:cNvSpPr txBox="1">
              <a:spLocks noChangeArrowheads="1"/>
            </p:cNvSpPr>
            <p:nvPr/>
          </p:nvSpPr>
          <p:spPr bwMode="auto">
            <a:xfrm>
              <a:off x="4279434" y="4515574"/>
              <a:ext cx="1734998" cy="5319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低优先级队列</a:t>
              </a:r>
            </a:p>
          </p:txBody>
        </p:sp>
        <p:sp>
          <p:nvSpPr>
            <p:cNvPr id="19" name="AutoShape 18"/>
            <p:cNvSpPr>
              <a:spLocks noChangeArrowheads="1"/>
            </p:cNvSpPr>
            <p:nvPr/>
          </p:nvSpPr>
          <p:spPr bwMode="auto">
            <a:xfrm rot="5400000">
              <a:off x="2556535" y="3213362"/>
              <a:ext cx="709613" cy="754989"/>
            </a:xfrm>
            <a:prstGeom prst="triangle">
              <a:avLst>
                <a:gd name="adj" fmla="val 50000"/>
              </a:avLst>
            </a:prstGeom>
            <a:solidFill>
              <a:srgbClr val="FFC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0" name="Text Box 19"/>
            <p:cNvSpPr txBox="1">
              <a:spLocks noChangeArrowheads="1"/>
            </p:cNvSpPr>
            <p:nvPr/>
          </p:nvSpPr>
          <p:spPr bwMode="auto">
            <a:xfrm>
              <a:off x="386020" y="2553666"/>
              <a:ext cx="1241299" cy="904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分组到达</a:t>
              </a:r>
            </a:p>
            <a:p>
              <a:pPr algn="ctr"/>
              <a:r>
                <a:rPr kumimoji="1" lang="zh-CN" altLang="en-US" sz="1400" b="1" dirty="0">
                  <a:latin typeface="微软雅黑" pitchFamily="34" charset="-122"/>
                  <a:ea typeface="微软雅黑" pitchFamily="34" charset="-122"/>
                </a:rPr>
                <a:t>路由器</a:t>
              </a:r>
            </a:p>
          </p:txBody>
        </p:sp>
        <p:sp>
          <p:nvSpPr>
            <p:cNvPr id="21" name="Line 20"/>
            <p:cNvSpPr>
              <a:spLocks noChangeShapeType="1"/>
            </p:cNvSpPr>
            <p:nvPr/>
          </p:nvSpPr>
          <p:spPr bwMode="auto">
            <a:xfrm>
              <a:off x="521691" y="3427433"/>
              <a:ext cx="1131623"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2" name="Line 21"/>
            <p:cNvSpPr>
              <a:spLocks noChangeShapeType="1"/>
            </p:cNvSpPr>
            <p:nvPr/>
          </p:nvSpPr>
          <p:spPr bwMode="auto">
            <a:xfrm rot="20256324">
              <a:off x="3163291" y="3223928"/>
              <a:ext cx="1131623" cy="3175"/>
            </a:xfrm>
            <a:prstGeom prst="line">
              <a:avLst/>
            </a:prstGeom>
            <a:noFill/>
            <a:ln w="19050">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3" name="Line 22"/>
            <p:cNvSpPr>
              <a:spLocks noChangeShapeType="1"/>
            </p:cNvSpPr>
            <p:nvPr/>
          </p:nvSpPr>
          <p:spPr bwMode="auto">
            <a:xfrm rot="1343676" flipV="1">
              <a:off x="3163291" y="3954606"/>
              <a:ext cx="1131623" cy="4761"/>
            </a:xfrm>
            <a:prstGeom prst="line">
              <a:avLst/>
            </a:prstGeom>
            <a:noFill/>
            <a:ln w="1905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5" name="Line 24"/>
            <p:cNvSpPr>
              <a:spLocks noChangeShapeType="1"/>
            </p:cNvSpPr>
            <p:nvPr/>
          </p:nvSpPr>
          <p:spPr bwMode="auto">
            <a:xfrm>
              <a:off x="6181525" y="2999512"/>
              <a:ext cx="959644" cy="385762"/>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6" name="Line 25"/>
            <p:cNvSpPr>
              <a:spLocks noChangeShapeType="1"/>
            </p:cNvSpPr>
            <p:nvPr/>
          </p:nvSpPr>
          <p:spPr bwMode="auto">
            <a:xfrm flipV="1">
              <a:off x="6181526" y="3769447"/>
              <a:ext cx="959643" cy="41433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7" name="Line 26"/>
            <p:cNvSpPr>
              <a:spLocks noChangeShapeType="1"/>
            </p:cNvSpPr>
            <p:nvPr/>
          </p:nvSpPr>
          <p:spPr bwMode="auto">
            <a:xfrm>
              <a:off x="7942592" y="3591649"/>
              <a:ext cx="1257167"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 name="Text Box 28"/>
            <p:cNvSpPr txBox="1">
              <a:spLocks noChangeArrowheads="1"/>
            </p:cNvSpPr>
            <p:nvPr/>
          </p:nvSpPr>
          <p:spPr bwMode="auto">
            <a:xfrm>
              <a:off x="8551593" y="2552080"/>
              <a:ext cx="1241299" cy="904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分组离开</a:t>
              </a:r>
            </a:p>
            <a:p>
              <a:pPr algn="ctr"/>
              <a:r>
                <a:rPr kumimoji="1" lang="zh-CN" altLang="en-US" sz="1400" b="1" dirty="0">
                  <a:latin typeface="微软雅黑" pitchFamily="34" charset="-122"/>
                  <a:ea typeface="微软雅黑" pitchFamily="34" charset="-122"/>
                </a:rPr>
                <a:t>路由器</a:t>
              </a:r>
            </a:p>
          </p:txBody>
        </p:sp>
        <p:sp>
          <p:nvSpPr>
            <p:cNvPr id="30" name="Text Box 29"/>
            <p:cNvSpPr txBox="1">
              <a:spLocks noChangeArrowheads="1"/>
            </p:cNvSpPr>
            <p:nvPr/>
          </p:nvSpPr>
          <p:spPr bwMode="auto">
            <a:xfrm>
              <a:off x="2231162" y="2761388"/>
              <a:ext cx="994450" cy="5319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latin typeface="微软雅黑" pitchFamily="34" charset="-122"/>
                  <a:ea typeface="微软雅黑" pitchFamily="34" charset="-122"/>
                </a:rPr>
                <a:t>分类器</a:t>
              </a:r>
            </a:p>
          </p:txBody>
        </p:sp>
        <p:sp>
          <p:nvSpPr>
            <p:cNvPr id="31" name="Text Box 30"/>
            <p:cNvSpPr txBox="1">
              <a:spLocks noChangeArrowheads="1"/>
            </p:cNvSpPr>
            <p:nvPr/>
          </p:nvSpPr>
          <p:spPr bwMode="auto">
            <a:xfrm>
              <a:off x="6748477" y="3913913"/>
              <a:ext cx="1488149" cy="5319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（服务员）</a:t>
              </a:r>
            </a:p>
          </p:txBody>
        </p:sp>
        <p:sp>
          <p:nvSpPr>
            <p:cNvPr id="32" name="Line 31"/>
            <p:cNvSpPr>
              <a:spLocks noChangeShapeType="1"/>
            </p:cNvSpPr>
            <p:nvPr/>
          </p:nvSpPr>
          <p:spPr bwMode="auto">
            <a:xfrm>
              <a:off x="1276679" y="3591649"/>
              <a:ext cx="1257167"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3" name="Text Box 50"/>
            <p:cNvSpPr txBox="1">
              <a:spLocks noChangeArrowheads="1"/>
            </p:cNvSpPr>
            <p:nvPr/>
          </p:nvSpPr>
          <p:spPr bwMode="auto">
            <a:xfrm>
              <a:off x="4490970" y="1515903"/>
              <a:ext cx="1100243" cy="585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latin typeface="微软雅黑" pitchFamily="34" charset="-122"/>
                  <a:ea typeface="微软雅黑" pitchFamily="34" charset="-122"/>
                </a:rPr>
                <a:t>路由器</a:t>
              </a:r>
            </a:p>
          </p:txBody>
        </p:sp>
        <p:sp>
          <p:nvSpPr>
            <p:cNvPr id="35" name="Line 52"/>
            <p:cNvSpPr>
              <a:spLocks noChangeShapeType="1"/>
            </p:cNvSpPr>
            <p:nvPr/>
          </p:nvSpPr>
          <p:spPr bwMode="auto">
            <a:xfrm>
              <a:off x="5051621" y="2647088"/>
              <a:ext cx="0" cy="708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6" name="Line 53"/>
            <p:cNvSpPr>
              <a:spLocks noChangeShapeType="1"/>
            </p:cNvSpPr>
            <p:nvPr/>
          </p:nvSpPr>
          <p:spPr bwMode="auto">
            <a:xfrm>
              <a:off x="5445454" y="3828187"/>
              <a:ext cx="0" cy="7096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4" name="Oval 23"/>
            <p:cNvSpPr>
              <a:spLocks noChangeArrowheads="1"/>
            </p:cNvSpPr>
            <p:nvPr/>
          </p:nvSpPr>
          <p:spPr bwMode="auto">
            <a:xfrm>
              <a:off x="7062059" y="3118574"/>
              <a:ext cx="880533" cy="827088"/>
            </a:xfrm>
            <a:prstGeom prst="ellipse">
              <a:avLst/>
            </a:prstGeom>
            <a:solidFill>
              <a:srgbClr val="FF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400" b="1" dirty="0">
                  <a:latin typeface="微软雅黑" pitchFamily="34" charset="-122"/>
                  <a:ea typeface="微软雅黑" pitchFamily="34" charset="-122"/>
                </a:rPr>
                <a:t>调度</a:t>
              </a:r>
            </a:p>
          </p:txBody>
        </p:sp>
        <p:sp>
          <p:nvSpPr>
            <p:cNvPr id="28" name="Line 27"/>
            <p:cNvSpPr>
              <a:spLocks noChangeShapeType="1"/>
            </p:cNvSpPr>
            <p:nvPr/>
          </p:nvSpPr>
          <p:spPr bwMode="auto">
            <a:xfrm>
              <a:off x="8559996" y="3442484"/>
              <a:ext cx="1133343" cy="0"/>
            </a:xfrm>
            <a:prstGeom prst="line">
              <a:avLst/>
            </a:prstGeom>
            <a:noFill/>
            <a:ln w="38100">
              <a:solidFill>
                <a:srgbClr val="99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42" name="Rectangle 46"/>
          <p:cNvSpPr>
            <a:spLocks noChangeArrowheads="1"/>
          </p:cNvSpPr>
          <p:nvPr/>
        </p:nvSpPr>
        <p:spPr bwMode="auto">
          <a:xfrm>
            <a:off x="511896" y="917439"/>
            <a:ext cx="8129015" cy="8266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在先进先出的基础上增加</a:t>
            </a:r>
            <a:r>
              <a:rPr lang="zh-CN" altLang="en-US" sz="2000" b="1" dirty="0">
                <a:solidFill>
                  <a:srgbClr val="C00000"/>
                </a:solidFill>
                <a:latin typeface="微软雅黑" pitchFamily="34" charset="-122"/>
                <a:ea typeface="微软雅黑" pitchFamily="34" charset="-122"/>
              </a:rPr>
              <a:t>按优先级排队，</a:t>
            </a:r>
            <a:r>
              <a:rPr lang="zh-CN" altLang="en-US" sz="2000" b="1" dirty="0">
                <a:latin typeface="微软雅黑" pitchFamily="34" charset="-122"/>
                <a:ea typeface="微软雅黑" pitchFamily="34" charset="-122"/>
              </a:rPr>
              <a:t>就能使优先级高的分组优先得到服务。只有高优先级队列为空时，才服务低优先级队列。</a:t>
            </a:r>
          </a:p>
        </p:txBody>
      </p:sp>
    </p:spTree>
    <p:extLst>
      <p:ext uri="{BB962C8B-B14F-4D97-AF65-F5344CB8AC3E}">
        <p14:creationId xmlns:p14="http://schemas.microsoft.com/office/powerpoint/2010/main" val="308528417"/>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AutoShape 5"/>
          <p:cNvSpPr>
            <a:spLocks noChangeArrowheads="1"/>
          </p:cNvSpPr>
          <p:nvPr/>
        </p:nvSpPr>
        <p:spPr bwMode="auto">
          <a:xfrm>
            <a:off x="517853" y="608464"/>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 name="矩形 4"/>
          <p:cNvSpPr>
            <a:spLocks noChangeArrowheads="1"/>
          </p:cNvSpPr>
          <p:nvPr/>
        </p:nvSpPr>
        <p:spPr bwMode="auto">
          <a:xfrm>
            <a:off x="635844" y="558636"/>
            <a:ext cx="48013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优先级排队：高优先级分组优先接受服务</a:t>
            </a:r>
          </a:p>
        </p:txBody>
      </p:sp>
      <p:sp>
        <p:nvSpPr>
          <p:cNvPr id="4" name="圆角矩形 3"/>
          <p:cNvSpPr/>
          <p:nvPr/>
        </p:nvSpPr>
        <p:spPr>
          <a:xfrm>
            <a:off x="517852" y="966645"/>
            <a:ext cx="8133857" cy="25690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矩形 4"/>
          <p:cNvSpPr/>
          <p:nvPr/>
        </p:nvSpPr>
        <p:spPr>
          <a:xfrm>
            <a:off x="1198920" y="3539327"/>
            <a:ext cx="6771720" cy="759182"/>
          </a:xfrm>
          <a:prstGeom prst="rect">
            <a:avLst/>
          </a:prstGeom>
          <a:noFill/>
          <a:ln>
            <a:noFill/>
          </a:ln>
        </p:spPr>
        <p:style>
          <a:lnRef idx="0">
            <a:scrgbClr r="0" g="0" b="0"/>
          </a:lnRef>
          <a:fillRef idx="0">
            <a:scrgbClr r="0" g="0" b="0"/>
          </a:fillRef>
          <a:effectRef idx="0">
            <a:scrgbClr r="0" g="0" b="0"/>
          </a:effectRef>
          <a:fontRef idx="minor">
            <a:schemeClr val="dk1"/>
          </a:fontRef>
        </p:style>
        <p:txBody>
          <a:bodyPr wrap="square">
            <a:spAutoFit/>
          </a:bodyPr>
          <a:lstStyle/>
          <a:p>
            <a:pPr>
              <a:lnSpc>
                <a:spcPts val="2600"/>
              </a:lnSpc>
            </a:pPr>
            <a:r>
              <a:rPr lang="zh-CN" altLang="en-US" b="1" dirty="0">
                <a:solidFill>
                  <a:srgbClr val="C00000"/>
                </a:solidFill>
                <a:latin typeface="微软雅黑" pitchFamily="34" charset="-122"/>
                <a:ea typeface="微软雅黑" pitchFamily="34" charset="-122"/>
              </a:rPr>
              <a:t>缺点：</a:t>
            </a:r>
            <a:r>
              <a:rPr lang="zh-CN" altLang="en-US" b="1" dirty="0">
                <a:solidFill>
                  <a:srgbClr val="0000FF"/>
                </a:solidFill>
                <a:latin typeface="微软雅黑" pitchFamily="34" charset="-122"/>
                <a:ea typeface="微软雅黑" pitchFamily="34" charset="-122"/>
              </a:rPr>
              <a:t>不公平。</a:t>
            </a:r>
            <a:r>
              <a:rPr lang="zh-CN" altLang="en-US" b="1" dirty="0">
                <a:latin typeface="微软雅黑" pitchFamily="34" charset="-122"/>
                <a:ea typeface="微软雅黑" pitchFamily="34" charset="-122"/>
              </a:rPr>
              <a:t>在高优先级队列中总是有分组时，低优先级队列中的分组就长期得不到服务。</a:t>
            </a:r>
          </a:p>
        </p:txBody>
      </p:sp>
      <p:grpSp>
        <p:nvGrpSpPr>
          <p:cNvPr id="48" name="组合 47"/>
          <p:cNvGrpSpPr/>
          <p:nvPr/>
        </p:nvGrpSpPr>
        <p:grpSpPr>
          <a:xfrm>
            <a:off x="984883" y="1203658"/>
            <a:ext cx="7199793" cy="1964380"/>
            <a:chOff x="142493" y="1555674"/>
            <a:chExt cx="9769204" cy="2665414"/>
          </a:xfrm>
        </p:grpSpPr>
        <p:sp>
          <p:nvSpPr>
            <p:cNvPr id="6" name="Text Box 5"/>
            <p:cNvSpPr txBox="1">
              <a:spLocks noChangeArrowheads="1"/>
            </p:cNvSpPr>
            <p:nvPr/>
          </p:nvSpPr>
          <p:spPr bwMode="auto">
            <a:xfrm>
              <a:off x="9561076" y="2500237"/>
              <a:ext cx="350621" cy="4176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i="1">
                  <a:latin typeface="微软雅黑" pitchFamily="34" charset="-122"/>
                  <a:ea typeface="微软雅黑" pitchFamily="34" charset="-122"/>
                </a:rPr>
                <a:t>t</a:t>
              </a:r>
            </a:p>
          </p:txBody>
        </p:sp>
        <p:sp>
          <p:nvSpPr>
            <p:cNvPr id="7" name="AutoShape 6"/>
            <p:cNvSpPr>
              <a:spLocks noChangeArrowheads="1"/>
            </p:cNvSpPr>
            <p:nvPr/>
          </p:nvSpPr>
          <p:spPr bwMode="auto">
            <a:xfrm>
              <a:off x="1053266" y="1901750"/>
              <a:ext cx="450585" cy="430213"/>
            </a:xfrm>
            <a:prstGeom prst="cube">
              <a:avLst>
                <a:gd name="adj" fmla="val 25000"/>
              </a:avLst>
            </a:prstGeom>
            <a:solidFill>
              <a:srgbClr val="66FF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dirty="0">
                  <a:latin typeface="微软雅黑" pitchFamily="34" charset="-122"/>
                  <a:ea typeface="微软雅黑" pitchFamily="34" charset="-122"/>
                </a:rPr>
                <a:t>1</a:t>
              </a:r>
            </a:p>
          </p:txBody>
        </p:sp>
        <p:sp>
          <p:nvSpPr>
            <p:cNvPr id="8" name="AutoShape 7"/>
            <p:cNvSpPr>
              <a:spLocks noChangeArrowheads="1"/>
            </p:cNvSpPr>
            <p:nvPr/>
          </p:nvSpPr>
          <p:spPr bwMode="auto">
            <a:xfrm>
              <a:off x="1593280" y="1901750"/>
              <a:ext cx="448866" cy="430213"/>
            </a:xfrm>
            <a:prstGeom prst="cube">
              <a:avLst>
                <a:gd name="adj" fmla="val 25000"/>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a:latin typeface="微软雅黑" pitchFamily="34" charset="-122"/>
                  <a:ea typeface="微软雅黑" pitchFamily="34" charset="-122"/>
                </a:rPr>
                <a:t>2</a:t>
              </a:r>
            </a:p>
          </p:txBody>
        </p:sp>
        <p:sp>
          <p:nvSpPr>
            <p:cNvPr id="9" name="AutoShape 8"/>
            <p:cNvSpPr>
              <a:spLocks noChangeArrowheads="1"/>
            </p:cNvSpPr>
            <p:nvPr/>
          </p:nvSpPr>
          <p:spPr bwMode="auto">
            <a:xfrm>
              <a:off x="2133296" y="1901750"/>
              <a:ext cx="450585" cy="430213"/>
            </a:xfrm>
            <a:prstGeom prst="cube">
              <a:avLst>
                <a:gd name="adj" fmla="val 25000"/>
              </a:avLst>
            </a:prstGeom>
            <a:solidFill>
              <a:srgbClr val="66FF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a:latin typeface="微软雅黑" pitchFamily="34" charset="-122"/>
                  <a:ea typeface="微软雅黑" pitchFamily="34" charset="-122"/>
                </a:rPr>
                <a:t>3</a:t>
              </a:r>
            </a:p>
          </p:txBody>
        </p:sp>
        <p:sp>
          <p:nvSpPr>
            <p:cNvPr id="10" name="AutoShape 9"/>
            <p:cNvSpPr>
              <a:spLocks noChangeArrowheads="1"/>
            </p:cNvSpPr>
            <p:nvPr/>
          </p:nvSpPr>
          <p:spPr bwMode="auto">
            <a:xfrm>
              <a:off x="5277074" y="1901750"/>
              <a:ext cx="448866" cy="430213"/>
            </a:xfrm>
            <a:prstGeom prst="cube">
              <a:avLst>
                <a:gd name="adj" fmla="val 25000"/>
              </a:avLst>
            </a:prstGeom>
            <a:solidFill>
              <a:srgbClr val="66FF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a:latin typeface="微软雅黑" pitchFamily="34" charset="-122"/>
                  <a:ea typeface="微软雅黑" pitchFamily="34" charset="-122"/>
                </a:rPr>
                <a:t>5</a:t>
              </a:r>
            </a:p>
          </p:txBody>
        </p:sp>
        <p:sp>
          <p:nvSpPr>
            <p:cNvPr id="11" name="Rectangle 10"/>
            <p:cNvSpPr>
              <a:spLocks noChangeArrowheads="1"/>
            </p:cNvSpPr>
            <p:nvPr/>
          </p:nvSpPr>
          <p:spPr bwMode="auto">
            <a:xfrm>
              <a:off x="965557" y="2760588"/>
              <a:ext cx="8088180" cy="687387"/>
            </a:xfrm>
            <a:prstGeom prst="rect">
              <a:avLst/>
            </a:prstGeom>
            <a:solidFill>
              <a:srgbClr val="00B0F0"/>
            </a:solidFill>
            <a:ln w="19050">
              <a:solidFill>
                <a:srgbClr val="0000FF"/>
              </a:solidFill>
              <a:prstDash val="sys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latin typeface="微软雅黑" pitchFamily="34" charset="-122"/>
                <a:ea typeface="微软雅黑" pitchFamily="34" charset="-122"/>
              </a:endParaRPr>
            </a:p>
          </p:txBody>
        </p:sp>
        <p:sp>
          <p:nvSpPr>
            <p:cNvPr id="12" name="Line 11"/>
            <p:cNvSpPr>
              <a:spLocks noChangeShapeType="1"/>
            </p:cNvSpPr>
            <p:nvPr/>
          </p:nvSpPr>
          <p:spPr bwMode="auto">
            <a:xfrm>
              <a:off x="2582161" y="2760588"/>
              <a:ext cx="0" cy="687387"/>
            </a:xfrm>
            <a:prstGeom prst="line">
              <a:avLst/>
            </a:prstGeom>
            <a:noFill/>
            <a:ln w="19050">
              <a:solidFill>
                <a:srgbClr val="0000FF"/>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13" name="Line 12"/>
            <p:cNvSpPr>
              <a:spLocks noChangeShapeType="1"/>
            </p:cNvSpPr>
            <p:nvPr/>
          </p:nvSpPr>
          <p:spPr bwMode="auto">
            <a:xfrm>
              <a:off x="4200484" y="2760588"/>
              <a:ext cx="0" cy="687387"/>
            </a:xfrm>
            <a:prstGeom prst="line">
              <a:avLst/>
            </a:prstGeom>
            <a:noFill/>
            <a:ln w="19050">
              <a:solidFill>
                <a:srgbClr val="0000FF"/>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14" name="Line 13"/>
            <p:cNvSpPr>
              <a:spLocks noChangeShapeType="1"/>
            </p:cNvSpPr>
            <p:nvPr/>
          </p:nvSpPr>
          <p:spPr bwMode="auto">
            <a:xfrm>
              <a:off x="5818809" y="2760588"/>
              <a:ext cx="0" cy="687387"/>
            </a:xfrm>
            <a:prstGeom prst="line">
              <a:avLst/>
            </a:prstGeom>
            <a:noFill/>
            <a:ln w="19050">
              <a:solidFill>
                <a:srgbClr val="0000FF"/>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15" name="Line 14"/>
            <p:cNvSpPr>
              <a:spLocks noChangeShapeType="1"/>
            </p:cNvSpPr>
            <p:nvPr/>
          </p:nvSpPr>
          <p:spPr bwMode="auto">
            <a:xfrm>
              <a:off x="7438853" y="2760588"/>
              <a:ext cx="0" cy="687387"/>
            </a:xfrm>
            <a:prstGeom prst="line">
              <a:avLst/>
            </a:prstGeom>
            <a:noFill/>
            <a:ln w="19050">
              <a:solidFill>
                <a:srgbClr val="0000FF"/>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16" name="Text Box 15"/>
            <p:cNvSpPr txBox="1">
              <a:spLocks noChangeArrowheads="1"/>
            </p:cNvSpPr>
            <p:nvPr/>
          </p:nvSpPr>
          <p:spPr bwMode="auto">
            <a:xfrm>
              <a:off x="142493" y="1895400"/>
              <a:ext cx="807387" cy="459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latin typeface="微软雅黑" pitchFamily="34" charset="-122"/>
                  <a:ea typeface="微软雅黑" pitchFamily="34" charset="-122"/>
                </a:rPr>
                <a:t>到达</a:t>
              </a:r>
            </a:p>
          </p:txBody>
        </p:sp>
        <p:sp>
          <p:nvSpPr>
            <p:cNvPr id="17" name="Text Box 16"/>
            <p:cNvSpPr txBox="1">
              <a:spLocks noChangeArrowheads="1"/>
            </p:cNvSpPr>
            <p:nvPr/>
          </p:nvSpPr>
          <p:spPr bwMode="auto">
            <a:xfrm>
              <a:off x="142493" y="3640061"/>
              <a:ext cx="807387" cy="459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latin typeface="微软雅黑" pitchFamily="34" charset="-122"/>
                  <a:ea typeface="微软雅黑" pitchFamily="34" charset="-122"/>
                </a:rPr>
                <a:t>离开</a:t>
              </a:r>
            </a:p>
          </p:txBody>
        </p:sp>
        <p:sp>
          <p:nvSpPr>
            <p:cNvPr id="18" name="Text Box 17"/>
            <p:cNvSpPr txBox="1">
              <a:spLocks noChangeArrowheads="1"/>
            </p:cNvSpPr>
            <p:nvPr/>
          </p:nvSpPr>
          <p:spPr bwMode="auto">
            <a:xfrm>
              <a:off x="159691" y="2747888"/>
              <a:ext cx="807387" cy="7934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a:latin typeface="微软雅黑" pitchFamily="34" charset="-122"/>
                  <a:ea typeface="微软雅黑" pitchFamily="34" charset="-122"/>
                </a:rPr>
                <a:t>接受</a:t>
              </a:r>
            </a:p>
            <a:p>
              <a:r>
                <a:rPr kumimoji="1" lang="zh-CN" altLang="en-US" sz="1600" b="1">
                  <a:latin typeface="微软雅黑" pitchFamily="34" charset="-122"/>
                  <a:ea typeface="微软雅黑" pitchFamily="34" charset="-122"/>
                </a:rPr>
                <a:t>服务</a:t>
              </a:r>
            </a:p>
          </p:txBody>
        </p:sp>
        <p:sp>
          <p:nvSpPr>
            <p:cNvPr id="19" name="AutoShape 18"/>
            <p:cNvSpPr>
              <a:spLocks noChangeArrowheads="1"/>
            </p:cNvSpPr>
            <p:nvPr/>
          </p:nvSpPr>
          <p:spPr bwMode="auto">
            <a:xfrm>
              <a:off x="4377624" y="1901750"/>
              <a:ext cx="448865" cy="430213"/>
            </a:xfrm>
            <a:prstGeom prst="cube">
              <a:avLst>
                <a:gd name="adj" fmla="val 25000"/>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a:latin typeface="微软雅黑" pitchFamily="34" charset="-122"/>
                  <a:ea typeface="微软雅黑" pitchFamily="34" charset="-122"/>
                </a:rPr>
                <a:t>4</a:t>
              </a:r>
            </a:p>
          </p:txBody>
        </p:sp>
        <p:sp>
          <p:nvSpPr>
            <p:cNvPr id="20" name="Line 19"/>
            <p:cNvSpPr>
              <a:spLocks noChangeShapeType="1"/>
            </p:cNvSpPr>
            <p:nvPr/>
          </p:nvSpPr>
          <p:spPr bwMode="auto">
            <a:xfrm>
              <a:off x="1232124" y="2331962"/>
              <a:ext cx="0" cy="34290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21" name="Line 20"/>
            <p:cNvSpPr>
              <a:spLocks noChangeShapeType="1"/>
            </p:cNvSpPr>
            <p:nvPr/>
          </p:nvSpPr>
          <p:spPr bwMode="auto">
            <a:xfrm>
              <a:off x="1772139" y="2331962"/>
              <a:ext cx="0" cy="34290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22" name="Line 21"/>
            <p:cNvSpPr>
              <a:spLocks noChangeShapeType="1"/>
            </p:cNvSpPr>
            <p:nvPr/>
          </p:nvSpPr>
          <p:spPr bwMode="auto">
            <a:xfrm>
              <a:off x="2310434" y="2331962"/>
              <a:ext cx="0" cy="34290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23" name="Line 22"/>
            <p:cNvSpPr>
              <a:spLocks noChangeShapeType="1"/>
            </p:cNvSpPr>
            <p:nvPr/>
          </p:nvSpPr>
          <p:spPr bwMode="auto">
            <a:xfrm>
              <a:off x="4558201" y="2331962"/>
              <a:ext cx="0" cy="34290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24" name="Line 23"/>
            <p:cNvSpPr>
              <a:spLocks noChangeShapeType="1"/>
            </p:cNvSpPr>
            <p:nvPr/>
          </p:nvSpPr>
          <p:spPr bwMode="auto">
            <a:xfrm>
              <a:off x="5457653" y="2331962"/>
              <a:ext cx="0" cy="34290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25" name="AutoShape 24"/>
            <p:cNvSpPr>
              <a:spLocks noChangeArrowheads="1"/>
            </p:cNvSpPr>
            <p:nvPr/>
          </p:nvSpPr>
          <p:spPr bwMode="auto">
            <a:xfrm>
              <a:off x="1502132" y="2933624"/>
              <a:ext cx="448865" cy="428625"/>
            </a:xfrm>
            <a:prstGeom prst="cube">
              <a:avLst>
                <a:gd name="adj" fmla="val 25000"/>
              </a:avLst>
            </a:prstGeom>
            <a:solidFill>
              <a:srgbClr val="66FF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a:latin typeface="微软雅黑" pitchFamily="34" charset="-122"/>
                  <a:ea typeface="微软雅黑" pitchFamily="34" charset="-122"/>
                </a:rPr>
                <a:t>1</a:t>
              </a:r>
            </a:p>
          </p:txBody>
        </p:sp>
        <p:sp>
          <p:nvSpPr>
            <p:cNvPr id="26" name="AutoShape 25"/>
            <p:cNvSpPr>
              <a:spLocks noChangeArrowheads="1"/>
            </p:cNvSpPr>
            <p:nvPr/>
          </p:nvSpPr>
          <p:spPr bwMode="auto">
            <a:xfrm>
              <a:off x="3118737" y="2933624"/>
              <a:ext cx="450585" cy="428625"/>
            </a:xfrm>
            <a:prstGeom prst="cube">
              <a:avLst>
                <a:gd name="adj" fmla="val 25000"/>
              </a:avLst>
            </a:prstGeom>
            <a:solidFill>
              <a:srgbClr val="66FF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a:latin typeface="微软雅黑" pitchFamily="34" charset="-122"/>
                  <a:ea typeface="微软雅黑" pitchFamily="34" charset="-122"/>
                </a:rPr>
                <a:t>3</a:t>
              </a:r>
            </a:p>
          </p:txBody>
        </p:sp>
        <p:sp>
          <p:nvSpPr>
            <p:cNvPr id="27" name="AutoShape 26"/>
            <p:cNvSpPr>
              <a:spLocks noChangeArrowheads="1"/>
            </p:cNvSpPr>
            <p:nvPr/>
          </p:nvSpPr>
          <p:spPr bwMode="auto">
            <a:xfrm>
              <a:off x="4737060" y="2933624"/>
              <a:ext cx="450585" cy="428625"/>
            </a:xfrm>
            <a:prstGeom prst="cube">
              <a:avLst>
                <a:gd name="adj" fmla="val 25000"/>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dirty="0">
                  <a:latin typeface="微软雅黑" pitchFamily="34" charset="-122"/>
                  <a:ea typeface="微软雅黑" pitchFamily="34" charset="-122"/>
                </a:rPr>
                <a:t>2</a:t>
              </a:r>
            </a:p>
          </p:txBody>
        </p:sp>
        <p:sp>
          <p:nvSpPr>
            <p:cNvPr id="28" name="AutoShape 27"/>
            <p:cNvSpPr>
              <a:spLocks noChangeArrowheads="1"/>
            </p:cNvSpPr>
            <p:nvPr/>
          </p:nvSpPr>
          <p:spPr bwMode="auto">
            <a:xfrm>
              <a:off x="6355385" y="2933624"/>
              <a:ext cx="448865" cy="428625"/>
            </a:xfrm>
            <a:prstGeom prst="cube">
              <a:avLst>
                <a:gd name="adj" fmla="val 25000"/>
              </a:avLst>
            </a:prstGeom>
            <a:solidFill>
              <a:srgbClr val="66FF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a:latin typeface="微软雅黑" pitchFamily="34" charset="-122"/>
                  <a:ea typeface="微软雅黑" pitchFamily="34" charset="-122"/>
                </a:rPr>
                <a:t>5</a:t>
              </a:r>
            </a:p>
          </p:txBody>
        </p:sp>
        <p:sp>
          <p:nvSpPr>
            <p:cNvPr id="29" name="AutoShape 28"/>
            <p:cNvSpPr>
              <a:spLocks noChangeArrowheads="1"/>
            </p:cNvSpPr>
            <p:nvPr/>
          </p:nvSpPr>
          <p:spPr bwMode="auto">
            <a:xfrm>
              <a:off x="7973707" y="2933624"/>
              <a:ext cx="448866" cy="428625"/>
            </a:xfrm>
            <a:prstGeom prst="cube">
              <a:avLst>
                <a:gd name="adj" fmla="val 25000"/>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a:latin typeface="微软雅黑" pitchFamily="34" charset="-122"/>
                  <a:ea typeface="微软雅黑" pitchFamily="34" charset="-122"/>
                </a:rPr>
                <a:t>4</a:t>
              </a:r>
            </a:p>
          </p:txBody>
        </p:sp>
        <p:sp>
          <p:nvSpPr>
            <p:cNvPr id="30" name="Line 29"/>
            <p:cNvSpPr>
              <a:spLocks noChangeShapeType="1"/>
            </p:cNvSpPr>
            <p:nvPr/>
          </p:nvSpPr>
          <p:spPr bwMode="auto">
            <a:xfrm>
              <a:off x="2580441" y="3449562"/>
              <a:ext cx="0" cy="34290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31" name="Line 30"/>
            <p:cNvSpPr>
              <a:spLocks noChangeShapeType="1"/>
            </p:cNvSpPr>
            <p:nvPr/>
          </p:nvSpPr>
          <p:spPr bwMode="auto">
            <a:xfrm>
              <a:off x="4198765" y="3447974"/>
              <a:ext cx="0" cy="34290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32" name="Line 31"/>
            <p:cNvSpPr>
              <a:spLocks noChangeShapeType="1"/>
            </p:cNvSpPr>
            <p:nvPr/>
          </p:nvSpPr>
          <p:spPr bwMode="auto">
            <a:xfrm>
              <a:off x="5817089" y="3446387"/>
              <a:ext cx="0" cy="34290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33" name="Line 32"/>
            <p:cNvSpPr>
              <a:spLocks noChangeShapeType="1"/>
            </p:cNvSpPr>
            <p:nvPr/>
          </p:nvSpPr>
          <p:spPr bwMode="auto">
            <a:xfrm>
              <a:off x="7437132" y="3444799"/>
              <a:ext cx="0" cy="34290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34" name="Line 33"/>
            <p:cNvSpPr>
              <a:spLocks noChangeShapeType="1"/>
            </p:cNvSpPr>
            <p:nvPr/>
          </p:nvSpPr>
          <p:spPr bwMode="auto">
            <a:xfrm>
              <a:off x="9055457" y="3443212"/>
              <a:ext cx="0" cy="34290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35" name="AutoShape 34"/>
            <p:cNvSpPr>
              <a:spLocks noChangeArrowheads="1"/>
            </p:cNvSpPr>
            <p:nvPr/>
          </p:nvSpPr>
          <p:spPr bwMode="auto">
            <a:xfrm>
              <a:off x="2310435" y="3790875"/>
              <a:ext cx="448865" cy="430213"/>
            </a:xfrm>
            <a:prstGeom prst="cube">
              <a:avLst>
                <a:gd name="adj" fmla="val 25000"/>
              </a:avLst>
            </a:prstGeom>
            <a:solidFill>
              <a:srgbClr val="66FF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a:latin typeface="微软雅黑" pitchFamily="34" charset="-122"/>
                  <a:ea typeface="微软雅黑" pitchFamily="34" charset="-122"/>
                </a:rPr>
                <a:t>1</a:t>
              </a:r>
            </a:p>
          </p:txBody>
        </p:sp>
        <p:sp>
          <p:nvSpPr>
            <p:cNvPr id="36" name="AutoShape 35"/>
            <p:cNvSpPr>
              <a:spLocks noChangeArrowheads="1"/>
            </p:cNvSpPr>
            <p:nvPr/>
          </p:nvSpPr>
          <p:spPr bwMode="auto">
            <a:xfrm>
              <a:off x="3928758" y="3790875"/>
              <a:ext cx="450585" cy="430213"/>
            </a:xfrm>
            <a:prstGeom prst="cube">
              <a:avLst>
                <a:gd name="adj" fmla="val 25000"/>
              </a:avLst>
            </a:prstGeom>
            <a:solidFill>
              <a:srgbClr val="66FF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a:latin typeface="微软雅黑" pitchFamily="34" charset="-122"/>
                  <a:ea typeface="微软雅黑" pitchFamily="34" charset="-122"/>
                </a:rPr>
                <a:t>3</a:t>
              </a:r>
            </a:p>
          </p:txBody>
        </p:sp>
        <p:sp>
          <p:nvSpPr>
            <p:cNvPr id="37" name="AutoShape 36"/>
            <p:cNvSpPr>
              <a:spLocks noChangeArrowheads="1"/>
            </p:cNvSpPr>
            <p:nvPr/>
          </p:nvSpPr>
          <p:spPr bwMode="auto">
            <a:xfrm>
              <a:off x="5545362" y="3790875"/>
              <a:ext cx="450585" cy="430213"/>
            </a:xfrm>
            <a:prstGeom prst="cube">
              <a:avLst>
                <a:gd name="adj" fmla="val 25000"/>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dirty="0">
                  <a:latin typeface="微软雅黑" pitchFamily="34" charset="-122"/>
                  <a:ea typeface="微软雅黑" pitchFamily="34" charset="-122"/>
                </a:rPr>
                <a:t>2</a:t>
              </a:r>
            </a:p>
          </p:txBody>
        </p:sp>
        <p:sp>
          <p:nvSpPr>
            <p:cNvPr id="38" name="AutoShape 37"/>
            <p:cNvSpPr>
              <a:spLocks noChangeArrowheads="1"/>
            </p:cNvSpPr>
            <p:nvPr/>
          </p:nvSpPr>
          <p:spPr bwMode="auto">
            <a:xfrm>
              <a:off x="7165405" y="3790875"/>
              <a:ext cx="448866" cy="430213"/>
            </a:xfrm>
            <a:prstGeom prst="cube">
              <a:avLst>
                <a:gd name="adj" fmla="val 25000"/>
              </a:avLst>
            </a:prstGeom>
            <a:solidFill>
              <a:srgbClr val="66FF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a:latin typeface="微软雅黑" pitchFamily="34" charset="-122"/>
                  <a:ea typeface="微软雅黑" pitchFamily="34" charset="-122"/>
                </a:rPr>
                <a:t>5</a:t>
              </a:r>
            </a:p>
          </p:txBody>
        </p:sp>
        <p:sp>
          <p:nvSpPr>
            <p:cNvPr id="39" name="AutoShape 38"/>
            <p:cNvSpPr>
              <a:spLocks noChangeArrowheads="1"/>
            </p:cNvSpPr>
            <p:nvPr/>
          </p:nvSpPr>
          <p:spPr bwMode="auto">
            <a:xfrm>
              <a:off x="8782010" y="3790875"/>
              <a:ext cx="448866" cy="430213"/>
            </a:xfrm>
            <a:prstGeom prst="cube">
              <a:avLst>
                <a:gd name="adj" fmla="val 25000"/>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400" b="1">
                  <a:latin typeface="微软雅黑" pitchFamily="34" charset="-122"/>
                  <a:ea typeface="微软雅黑" pitchFamily="34" charset="-122"/>
                </a:rPr>
                <a:t>4</a:t>
              </a:r>
            </a:p>
          </p:txBody>
        </p:sp>
        <p:sp>
          <p:nvSpPr>
            <p:cNvPr id="40" name="Line 39"/>
            <p:cNvSpPr>
              <a:spLocks noChangeShapeType="1"/>
            </p:cNvSpPr>
            <p:nvPr/>
          </p:nvSpPr>
          <p:spPr bwMode="auto">
            <a:xfrm>
              <a:off x="9052018" y="2760587"/>
              <a:ext cx="538294" cy="0"/>
            </a:xfrm>
            <a:prstGeom prst="line">
              <a:avLst/>
            </a:prstGeom>
            <a:noFill/>
            <a:ln w="19050">
              <a:solidFill>
                <a:srgbClr val="0000FF"/>
              </a:solidFill>
              <a:prstDash val="sysDash"/>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41" name="Line 40"/>
            <p:cNvSpPr>
              <a:spLocks noChangeShapeType="1"/>
            </p:cNvSpPr>
            <p:nvPr/>
          </p:nvSpPr>
          <p:spPr bwMode="auto">
            <a:xfrm>
              <a:off x="9052018" y="3447974"/>
              <a:ext cx="538294" cy="0"/>
            </a:xfrm>
            <a:prstGeom prst="line">
              <a:avLst/>
            </a:prstGeom>
            <a:noFill/>
            <a:ln w="19050">
              <a:solidFill>
                <a:srgbClr val="0000FF"/>
              </a:solidFill>
              <a:prstDash val="sysDash"/>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微软雅黑" pitchFamily="34" charset="-122"/>
                <a:ea typeface="微软雅黑" pitchFamily="34" charset="-122"/>
              </a:endParaRPr>
            </a:p>
          </p:txBody>
        </p:sp>
        <p:sp>
          <p:nvSpPr>
            <p:cNvPr id="42" name="Text Box 41"/>
            <p:cNvSpPr txBox="1">
              <a:spLocks noChangeArrowheads="1"/>
            </p:cNvSpPr>
            <p:nvPr/>
          </p:nvSpPr>
          <p:spPr bwMode="auto">
            <a:xfrm>
              <a:off x="9561076" y="3189212"/>
              <a:ext cx="350621" cy="4176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i="1">
                  <a:latin typeface="微软雅黑" pitchFamily="34" charset="-122"/>
                  <a:ea typeface="微软雅黑" pitchFamily="34" charset="-122"/>
                </a:rPr>
                <a:t>t</a:t>
              </a:r>
            </a:p>
          </p:txBody>
        </p:sp>
        <p:sp>
          <p:nvSpPr>
            <p:cNvPr id="43" name="Text Box 42"/>
            <p:cNvSpPr txBox="1">
              <a:spLocks noChangeArrowheads="1"/>
            </p:cNvSpPr>
            <p:nvPr/>
          </p:nvSpPr>
          <p:spPr bwMode="auto">
            <a:xfrm>
              <a:off x="1103244" y="1555674"/>
              <a:ext cx="494176" cy="4176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高</a:t>
              </a:r>
            </a:p>
          </p:txBody>
        </p:sp>
        <p:sp>
          <p:nvSpPr>
            <p:cNvPr id="44" name="Text Box 43"/>
            <p:cNvSpPr txBox="1">
              <a:spLocks noChangeArrowheads="1"/>
            </p:cNvSpPr>
            <p:nvPr/>
          </p:nvSpPr>
          <p:spPr bwMode="auto">
            <a:xfrm>
              <a:off x="2166041" y="1555674"/>
              <a:ext cx="494176" cy="4176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高</a:t>
              </a:r>
            </a:p>
          </p:txBody>
        </p:sp>
        <p:sp>
          <p:nvSpPr>
            <p:cNvPr id="45" name="Text Box 44"/>
            <p:cNvSpPr txBox="1">
              <a:spLocks noChangeArrowheads="1"/>
            </p:cNvSpPr>
            <p:nvPr/>
          </p:nvSpPr>
          <p:spPr bwMode="auto">
            <a:xfrm>
              <a:off x="5337387" y="1555674"/>
              <a:ext cx="494176" cy="4176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高</a:t>
              </a:r>
            </a:p>
          </p:txBody>
        </p:sp>
        <p:sp>
          <p:nvSpPr>
            <p:cNvPr id="46" name="Text Box 45"/>
            <p:cNvSpPr txBox="1">
              <a:spLocks noChangeArrowheads="1"/>
            </p:cNvSpPr>
            <p:nvPr/>
          </p:nvSpPr>
          <p:spPr bwMode="auto">
            <a:xfrm>
              <a:off x="1634642" y="1555674"/>
              <a:ext cx="494176" cy="4176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低</a:t>
              </a:r>
            </a:p>
          </p:txBody>
        </p:sp>
        <p:sp>
          <p:nvSpPr>
            <p:cNvPr id="47" name="Text Box 46"/>
            <p:cNvSpPr txBox="1">
              <a:spLocks noChangeArrowheads="1"/>
            </p:cNvSpPr>
            <p:nvPr/>
          </p:nvSpPr>
          <p:spPr bwMode="auto">
            <a:xfrm>
              <a:off x="4431040" y="1555674"/>
              <a:ext cx="494176" cy="4176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低</a:t>
              </a:r>
            </a:p>
          </p:txBody>
        </p:sp>
      </p:grpSp>
    </p:spTree>
    <p:extLst>
      <p:ext uri="{BB962C8B-B14F-4D97-AF65-F5344CB8AC3E}">
        <p14:creationId xmlns:p14="http://schemas.microsoft.com/office/powerpoint/2010/main" val="3510097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圆角矩形 56"/>
          <p:cNvSpPr/>
          <p:nvPr/>
        </p:nvSpPr>
        <p:spPr>
          <a:xfrm>
            <a:off x="517853" y="967332"/>
            <a:ext cx="8133857" cy="25690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5" name="AutoShape 5"/>
          <p:cNvSpPr>
            <a:spLocks noChangeArrowheads="1"/>
          </p:cNvSpPr>
          <p:nvPr/>
        </p:nvSpPr>
        <p:spPr bwMode="auto">
          <a:xfrm>
            <a:off x="517853" y="608464"/>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6" name="矩形 4"/>
          <p:cNvSpPr>
            <a:spLocks noChangeArrowheads="1"/>
          </p:cNvSpPr>
          <p:nvPr/>
        </p:nvSpPr>
        <p:spPr bwMode="auto">
          <a:xfrm>
            <a:off x="635844" y="558636"/>
            <a:ext cx="35632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公平排队 </a:t>
            </a:r>
            <a:r>
              <a:rPr lang="en-US" altLang="zh-CN" sz="2000" b="1" dirty="0">
                <a:latin typeface="微软雅黑" pitchFamily="34" charset="-122"/>
                <a:ea typeface="微软雅黑" pitchFamily="34" charset="-122"/>
              </a:rPr>
              <a:t>FQ (Fair Queuing)</a:t>
            </a:r>
          </a:p>
        </p:txBody>
      </p:sp>
      <p:sp>
        <p:nvSpPr>
          <p:cNvPr id="5" name="矩形 4"/>
          <p:cNvSpPr/>
          <p:nvPr/>
        </p:nvSpPr>
        <p:spPr>
          <a:xfrm>
            <a:off x="1424225" y="3590468"/>
            <a:ext cx="6231544" cy="759182"/>
          </a:xfrm>
          <a:prstGeom prst="rect">
            <a:avLst/>
          </a:prstGeom>
          <a:noFill/>
          <a:ln>
            <a:noFill/>
          </a:ln>
        </p:spPr>
        <p:style>
          <a:lnRef idx="0">
            <a:scrgbClr r="0" g="0" b="0"/>
          </a:lnRef>
          <a:fillRef idx="0">
            <a:scrgbClr r="0" g="0" b="0"/>
          </a:fillRef>
          <a:effectRef idx="0">
            <a:scrgbClr r="0" g="0" b="0"/>
          </a:effectRef>
          <a:fontRef idx="minor">
            <a:schemeClr val="dk1"/>
          </a:fontRef>
        </p:style>
        <p:txBody>
          <a:bodyPr wrap="square">
            <a:spAutoFit/>
          </a:bodyPr>
          <a:lstStyle/>
          <a:p>
            <a:pPr>
              <a:lnSpc>
                <a:spcPts val="2600"/>
              </a:lnSpc>
            </a:pPr>
            <a:r>
              <a:rPr lang="zh-CN" altLang="en-US" b="1" dirty="0">
                <a:solidFill>
                  <a:srgbClr val="C00000"/>
                </a:solidFill>
                <a:latin typeface="微软雅黑" pitchFamily="34" charset="-122"/>
                <a:ea typeface="微软雅黑" pitchFamily="34" charset="-122"/>
              </a:rPr>
              <a:t>缺点：</a:t>
            </a:r>
            <a:r>
              <a:rPr lang="zh-CN" altLang="en-US" b="1" dirty="0">
                <a:solidFill>
                  <a:srgbClr val="0000FF"/>
                </a:solidFill>
                <a:latin typeface="微软雅黑" pitchFamily="34" charset="-122"/>
                <a:ea typeface="微软雅黑" pitchFamily="34" charset="-122"/>
              </a:rPr>
              <a:t>不是真公平。</a:t>
            </a:r>
            <a:r>
              <a:rPr lang="zh-CN" altLang="en-US" b="1" dirty="0">
                <a:solidFill>
                  <a:schemeClr val="tx1"/>
                </a:solidFill>
                <a:latin typeface="微软雅黑" pitchFamily="34" charset="-122"/>
                <a:ea typeface="微软雅黑" pitchFamily="34" charset="-122"/>
              </a:rPr>
              <a:t>长分组得到的服务时间长，短分组就比较吃亏，并且公平排队并没有区分分组的优先级。</a:t>
            </a:r>
          </a:p>
        </p:txBody>
      </p:sp>
      <p:grpSp>
        <p:nvGrpSpPr>
          <p:cNvPr id="54" name="组合 53"/>
          <p:cNvGrpSpPr/>
          <p:nvPr/>
        </p:nvGrpSpPr>
        <p:grpSpPr>
          <a:xfrm>
            <a:off x="1295941" y="1012616"/>
            <a:ext cx="6496547" cy="2270516"/>
            <a:chOff x="474148" y="1401148"/>
            <a:chExt cx="9008019" cy="3427358"/>
          </a:xfrm>
        </p:grpSpPr>
        <p:sp>
          <p:nvSpPr>
            <p:cNvPr id="6" name="Text Box 33"/>
            <p:cNvSpPr txBox="1">
              <a:spLocks noChangeArrowheads="1"/>
            </p:cNvSpPr>
            <p:nvPr/>
          </p:nvSpPr>
          <p:spPr bwMode="auto">
            <a:xfrm>
              <a:off x="8249325" y="2520530"/>
              <a:ext cx="1232842" cy="7144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分组离开</a:t>
              </a:r>
            </a:p>
            <a:p>
              <a:pPr algn="ctr"/>
              <a:r>
                <a:rPr kumimoji="1" lang="zh-CN" altLang="en-US" sz="1400" b="1" dirty="0">
                  <a:latin typeface="微软雅黑" pitchFamily="34" charset="-122"/>
                  <a:ea typeface="微软雅黑" pitchFamily="34" charset="-122"/>
                </a:rPr>
                <a:t>路由器</a:t>
              </a:r>
            </a:p>
          </p:txBody>
        </p:sp>
        <p:sp>
          <p:nvSpPr>
            <p:cNvPr id="7" name="Rectangle 4"/>
            <p:cNvSpPr>
              <a:spLocks noChangeArrowheads="1"/>
            </p:cNvSpPr>
            <p:nvPr/>
          </p:nvSpPr>
          <p:spPr bwMode="auto">
            <a:xfrm>
              <a:off x="1850717" y="1870993"/>
              <a:ext cx="6289279" cy="2957513"/>
            </a:xfrm>
            <a:prstGeom prst="rect">
              <a:avLst/>
            </a:prstGeom>
            <a:solidFill>
              <a:srgbClr val="66FFFF"/>
            </a:solidFill>
            <a:ln w="9525" algn="ctr">
              <a:solidFill>
                <a:srgbClr val="0000FF"/>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8" name="Rectangle 5"/>
            <p:cNvSpPr>
              <a:spLocks noChangeArrowheads="1"/>
            </p:cNvSpPr>
            <p:nvPr/>
          </p:nvSpPr>
          <p:spPr bwMode="auto">
            <a:xfrm>
              <a:off x="5493236" y="3071143"/>
              <a:ext cx="240771" cy="639762"/>
            </a:xfrm>
            <a:prstGeom prst="rect">
              <a:avLst/>
            </a:prstGeom>
            <a:solidFill>
              <a:srgbClr val="008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9" name="Rectangle 6"/>
            <p:cNvSpPr>
              <a:spLocks noChangeArrowheads="1"/>
            </p:cNvSpPr>
            <p:nvPr/>
          </p:nvSpPr>
          <p:spPr bwMode="auto">
            <a:xfrm>
              <a:off x="5008255" y="2112293"/>
              <a:ext cx="703395" cy="638175"/>
            </a:xfrm>
            <a:prstGeom prst="rect">
              <a:avLst/>
            </a:prstGeom>
            <a:solidFill>
              <a:srgbClr val="CC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 name="Freeform 7"/>
            <p:cNvSpPr>
              <a:spLocks/>
            </p:cNvSpPr>
            <p:nvPr/>
          </p:nvSpPr>
          <p:spPr bwMode="auto">
            <a:xfrm>
              <a:off x="3821599" y="2112293"/>
              <a:ext cx="1890052" cy="638175"/>
            </a:xfrm>
            <a:custGeom>
              <a:avLst/>
              <a:gdLst>
                <a:gd name="T0" fmla="*/ 7 w 775"/>
                <a:gd name="T1" fmla="*/ 0 h 288"/>
                <a:gd name="T2" fmla="*/ 775 w 775"/>
                <a:gd name="T3" fmla="*/ 0 h 288"/>
                <a:gd name="T4" fmla="*/ 775 w 775"/>
                <a:gd name="T5" fmla="*/ 288 h 288"/>
                <a:gd name="T6" fmla="*/ 0 w 775"/>
                <a:gd name="T7" fmla="*/ 288 h 288"/>
              </a:gdLst>
              <a:ahLst/>
              <a:cxnLst>
                <a:cxn ang="0">
                  <a:pos x="T0" y="T1"/>
                </a:cxn>
                <a:cxn ang="0">
                  <a:pos x="T2" y="T3"/>
                </a:cxn>
                <a:cxn ang="0">
                  <a:pos x="T4" y="T5"/>
                </a:cxn>
                <a:cxn ang="0">
                  <a:pos x="T6" y="T7"/>
                </a:cxn>
              </a:cxnLst>
              <a:rect l="0" t="0" r="r" b="b"/>
              <a:pathLst>
                <a:path w="775" h="288">
                  <a:moveTo>
                    <a:pt x="7" y="0"/>
                  </a:moveTo>
                  <a:lnTo>
                    <a:pt x="775" y="0"/>
                  </a:lnTo>
                  <a:lnTo>
                    <a:pt x="775" y="288"/>
                  </a:lnTo>
                  <a:lnTo>
                    <a:pt x="0" y="288"/>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1" name="Line 8"/>
            <p:cNvSpPr>
              <a:spLocks noChangeShapeType="1"/>
            </p:cNvSpPr>
            <p:nvPr/>
          </p:nvSpPr>
          <p:spPr bwMode="auto">
            <a:xfrm>
              <a:off x="5477758" y="2112293"/>
              <a:ext cx="0" cy="638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 name="Line 9"/>
            <p:cNvSpPr>
              <a:spLocks noChangeShapeType="1"/>
            </p:cNvSpPr>
            <p:nvPr/>
          </p:nvSpPr>
          <p:spPr bwMode="auto">
            <a:xfrm>
              <a:off x="5242146" y="2112293"/>
              <a:ext cx="0" cy="638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3" name="Line 10"/>
            <p:cNvSpPr>
              <a:spLocks noChangeShapeType="1"/>
            </p:cNvSpPr>
            <p:nvPr/>
          </p:nvSpPr>
          <p:spPr bwMode="auto">
            <a:xfrm>
              <a:off x="5008255" y="2112293"/>
              <a:ext cx="0" cy="638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4" name="Line 11"/>
            <p:cNvSpPr>
              <a:spLocks noChangeShapeType="1"/>
            </p:cNvSpPr>
            <p:nvPr/>
          </p:nvSpPr>
          <p:spPr bwMode="auto">
            <a:xfrm>
              <a:off x="4774363" y="2112293"/>
              <a:ext cx="0" cy="638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 name="Line 12"/>
            <p:cNvSpPr>
              <a:spLocks noChangeShapeType="1"/>
            </p:cNvSpPr>
            <p:nvPr/>
          </p:nvSpPr>
          <p:spPr bwMode="auto">
            <a:xfrm>
              <a:off x="4540471" y="2112293"/>
              <a:ext cx="0" cy="638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6" name="Line 13"/>
            <p:cNvSpPr>
              <a:spLocks noChangeShapeType="1"/>
            </p:cNvSpPr>
            <p:nvPr/>
          </p:nvSpPr>
          <p:spPr bwMode="auto">
            <a:xfrm>
              <a:off x="4306580" y="2112293"/>
              <a:ext cx="0" cy="638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 name="Line 14"/>
            <p:cNvSpPr>
              <a:spLocks noChangeShapeType="1"/>
            </p:cNvSpPr>
            <p:nvPr/>
          </p:nvSpPr>
          <p:spPr bwMode="auto">
            <a:xfrm>
              <a:off x="4072688" y="2112293"/>
              <a:ext cx="0" cy="638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8" name="Freeform 15"/>
            <p:cNvSpPr>
              <a:spLocks/>
            </p:cNvSpPr>
            <p:nvPr/>
          </p:nvSpPr>
          <p:spPr bwMode="auto">
            <a:xfrm>
              <a:off x="3838797" y="3071143"/>
              <a:ext cx="1890052" cy="639763"/>
            </a:xfrm>
            <a:custGeom>
              <a:avLst/>
              <a:gdLst>
                <a:gd name="T0" fmla="*/ 7 w 775"/>
                <a:gd name="T1" fmla="*/ 0 h 288"/>
                <a:gd name="T2" fmla="*/ 775 w 775"/>
                <a:gd name="T3" fmla="*/ 0 h 288"/>
                <a:gd name="T4" fmla="*/ 775 w 775"/>
                <a:gd name="T5" fmla="*/ 288 h 288"/>
                <a:gd name="T6" fmla="*/ 0 w 775"/>
                <a:gd name="T7" fmla="*/ 288 h 288"/>
              </a:gdLst>
              <a:ahLst/>
              <a:cxnLst>
                <a:cxn ang="0">
                  <a:pos x="T0" y="T1"/>
                </a:cxn>
                <a:cxn ang="0">
                  <a:pos x="T2" y="T3"/>
                </a:cxn>
                <a:cxn ang="0">
                  <a:pos x="T4" y="T5"/>
                </a:cxn>
                <a:cxn ang="0">
                  <a:pos x="T6" y="T7"/>
                </a:cxn>
              </a:cxnLst>
              <a:rect l="0" t="0" r="r" b="b"/>
              <a:pathLst>
                <a:path w="775" h="288">
                  <a:moveTo>
                    <a:pt x="7" y="0"/>
                  </a:moveTo>
                  <a:lnTo>
                    <a:pt x="775" y="0"/>
                  </a:lnTo>
                  <a:lnTo>
                    <a:pt x="775" y="288"/>
                  </a:lnTo>
                  <a:lnTo>
                    <a:pt x="0" y="288"/>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 name="Line 16"/>
            <p:cNvSpPr>
              <a:spLocks noChangeShapeType="1"/>
            </p:cNvSpPr>
            <p:nvPr/>
          </p:nvSpPr>
          <p:spPr bwMode="auto">
            <a:xfrm>
              <a:off x="5493236" y="307114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Line 17"/>
            <p:cNvSpPr>
              <a:spLocks noChangeShapeType="1"/>
            </p:cNvSpPr>
            <p:nvPr/>
          </p:nvSpPr>
          <p:spPr bwMode="auto">
            <a:xfrm>
              <a:off x="5261065" y="307114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1" name="Line 18"/>
            <p:cNvSpPr>
              <a:spLocks noChangeShapeType="1"/>
            </p:cNvSpPr>
            <p:nvPr/>
          </p:nvSpPr>
          <p:spPr bwMode="auto">
            <a:xfrm>
              <a:off x="5025453" y="307114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2" name="Line 19"/>
            <p:cNvSpPr>
              <a:spLocks noChangeShapeType="1"/>
            </p:cNvSpPr>
            <p:nvPr/>
          </p:nvSpPr>
          <p:spPr bwMode="auto">
            <a:xfrm>
              <a:off x="4791561" y="307114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3" name="Line 20"/>
            <p:cNvSpPr>
              <a:spLocks noChangeShapeType="1"/>
            </p:cNvSpPr>
            <p:nvPr/>
          </p:nvSpPr>
          <p:spPr bwMode="auto">
            <a:xfrm>
              <a:off x="4557669" y="307114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4" name="Line 21"/>
            <p:cNvSpPr>
              <a:spLocks noChangeShapeType="1"/>
            </p:cNvSpPr>
            <p:nvPr/>
          </p:nvSpPr>
          <p:spPr bwMode="auto">
            <a:xfrm>
              <a:off x="4323778" y="307114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5" name="Line 22"/>
            <p:cNvSpPr>
              <a:spLocks noChangeShapeType="1"/>
            </p:cNvSpPr>
            <p:nvPr/>
          </p:nvSpPr>
          <p:spPr bwMode="auto">
            <a:xfrm>
              <a:off x="4089886" y="307114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6" name="AutoShape 23"/>
            <p:cNvSpPr>
              <a:spLocks noChangeArrowheads="1"/>
            </p:cNvSpPr>
            <p:nvPr/>
          </p:nvSpPr>
          <p:spPr bwMode="auto">
            <a:xfrm rot="5400000">
              <a:off x="2348597" y="3041046"/>
              <a:ext cx="639763" cy="699956"/>
            </a:xfrm>
            <a:prstGeom prst="triangle">
              <a:avLst>
                <a:gd name="adj" fmla="val 50000"/>
              </a:avLst>
            </a:prstGeom>
            <a:solidFill>
              <a:srgbClr val="FFC000"/>
            </a:solidFill>
            <a:ln w="12700"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7" name="Text Box 24"/>
            <p:cNvSpPr txBox="1">
              <a:spLocks noChangeArrowheads="1"/>
            </p:cNvSpPr>
            <p:nvPr/>
          </p:nvSpPr>
          <p:spPr bwMode="auto">
            <a:xfrm>
              <a:off x="474148" y="2481091"/>
              <a:ext cx="1232842" cy="7144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分组到达</a:t>
              </a:r>
            </a:p>
            <a:p>
              <a:pPr algn="ctr"/>
              <a:r>
                <a:rPr kumimoji="1" lang="zh-CN" altLang="en-US" sz="1400" b="1" dirty="0">
                  <a:latin typeface="微软雅黑" pitchFamily="34" charset="-122"/>
                  <a:ea typeface="微软雅黑" pitchFamily="34" charset="-122"/>
                </a:rPr>
                <a:t>路由器</a:t>
              </a:r>
            </a:p>
          </p:txBody>
        </p:sp>
        <p:sp>
          <p:nvSpPr>
            <p:cNvPr id="28" name="Line 25"/>
            <p:cNvSpPr>
              <a:spLocks noChangeShapeType="1"/>
            </p:cNvSpPr>
            <p:nvPr/>
          </p:nvSpPr>
          <p:spPr bwMode="auto">
            <a:xfrm>
              <a:off x="560873" y="3242841"/>
              <a:ext cx="1054234"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 name="Line 26"/>
            <p:cNvSpPr>
              <a:spLocks noChangeShapeType="1"/>
            </p:cNvSpPr>
            <p:nvPr/>
          </p:nvSpPr>
          <p:spPr bwMode="auto">
            <a:xfrm rot="20256324" flipV="1">
              <a:off x="2958264" y="2526630"/>
              <a:ext cx="1133343" cy="639762"/>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 name="Line 27"/>
            <p:cNvSpPr>
              <a:spLocks noChangeShapeType="1"/>
            </p:cNvSpPr>
            <p:nvPr/>
          </p:nvSpPr>
          <p:spPr bwMode="auto">
            <a:xfrm rot="1343676">
              <a:off x="2963423" y="3602956"/>
              <a:ext cx="1012957" cy="668337"/>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2" name="Line 29"/>
            <p:cNvSpPr>
              <a:spLocks noChangeShapeType="1"/>
            </p:cNvSpPr>
            <p:nvPr/>
          </p:nvSpPr>
          <p:spPr bwMode="auto">
            <a:xfrm>
              <a:off x="5711651" y="2447255"/>
              <a:ext cx="1358635" cy="93345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3" name="Line 30"/>
            <p:cNvSpPr>
              <a:spLocks noChangeShapeType="1"/>
            </p:cNvSpPr>
            <p:nvPr/>
          </p:nvSpPr>
          <p:spPr bwMode="auto">
            <a:xfrm flipV="1">
              <a:off x="5749485" y="3390230"/>
              <a:ext cx="1320800" cy="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4" name="Line 31"/>
            <p:cNvSpPr>
              <a:spLocks noChangeShapeType="1"/>
            </p:cNvSpPr>
            <p:nvPr/>
          </p:nvSpPr>
          <p:spPr bwMode="auto">
            <a:xfrm>
              <a:off x="7917731" y="3390229"/>
              <a:ext cx="116773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6" name="Text Box 34"/>
            <p:cNvSpPr txBox="1">
              <a:spLocks noChangeArrowheads="1"/>
            </p:cNvSpPr>
            <p:nvPr/>
          </p:nvSpPr>
          <p:spPr bwMode="auto">
            <a:xfrm>
              <a:off x="2034735" y="2625554"/>
              <a:ext cx="987675" cy="420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分类器</a:t>
              </a:r>
            </a:p>
          </p:txBody>
        </p:sp>
        <p:sp>
          <p:nvSpPr>
            <p:cNvPr id="37" name="Rectangle 35"/>
            <p:cNvSpPr>
              <a:spLocks noChangeArrowheads="1"/>
            </p:cNvSpPr>
            <p:nvPr/>
          </p:nvSpPr>
          <p:spPr bwMode="auto">
            <a:xfrm>
              <a:off x="4791560" y="4029993"/>
              <a:ext cx="937289" cy="639762"/>
            </a:xfrm>
            <a:prstGeom prst="rect">
              <a:avLst/>
            </a:prstGeom>
            <a:solidFill>
              <a:srgbClr val="0000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8" name="Freeform 36"/>
            <p:cNvSpPr>
              <a:spLocks/>
            </p:cNvSpPr>
            <p:nvPr/>
          </p:nvSpPr>
          <p:spPr bwMode="auto">
            <a:xfrm>
              <a:off x="3838797" y="4029993"/>
              <a:ext cx="1890052" cy="639763"/>
            </a:xfrm>
            <a:custGeom>
              <a:avLst/>
              <a:gdLst>
                <a:gd name="T0" fmla="*/ 7 w 775"/>
                <a:gd name="T1" fmla="*/ 0 h 288"/>
                <a:gd name="T2" fmla="*/ 775 w 775"/>
                <a:gd name="T3" fmla="*/ 0 h 288"/>
                <a:gd name="T4" fmla="*/ 775 w 775"/>
                <a:gd name="T5" fmla="*/ 288 h 288"/>
                <a:gd name="T6" fmla="*/ 0 w 775"/>
                <a:gd name="T7" fmla="*/ 288 h 288"/>
              </a:gdLst>
              <a:ahLst/>
              <a:cxnLst>
                <a:cxn ang="0">
                  <a:pos x="T0" y="T1"/>
                </a:cxn>
                <a:cxn ang="0">
                  <a:pos x="T2" y="T3"/>
                </a:cxn>
                <a:cxn ang="0">
                  <a:pos x="T4" y="T5"/>
                </a:cxn>
                <a:cxn ang="0">
                  <a:pos x="T6" y="T7"/>
                </a:cxn>
              </a:cxnLst>
              <a:rect l="0" t="0" r="r" b="b"/>
              <a:pathLst>
                <a:path w="775" h="288">
                  <a:moveTo>
                    <a:pt x="7" y="0"/>
                  </a:moveTo>
                  <a:lnTo>
                    <a:pt x="775" y="0"/>
                  </a:lnTo>
                  <a:lnTo>
                    <a:pt x="775" y="288"/>
                  </a:lnTo>
                  <a:lnTo>
                    <a:pt x="0" y="288"/>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9" name="Line 37"/>
            <p:cNvSpPr>
              <a:spLocks noChangeShapeType="1"/>
            </p:cNvSpPr>
            <p:nvPr/>
          </p:nvSpPr>
          <p:spPr bwMode="auto">
            <a:xfrm>
              <a:off x="5493236" y="402999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0" name="Line 38"/>
            <p:cNvSpPr>
              <a:spLocks noChangeShapeType="1"/>
            </p:cNvSpPr>
            <p:nvPr/>
          </p:nvSpPr>
          <p:spPr bwMode="auto">
            <a:xfrm>
              <a:off x="5261065" y="402999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1" name="Line 39"/>
            <p:cNvSpPr>
              <a:spLocks noChangeShapeType="1"/>
            </p:cNvSpPr>
            <p:nvPr/>
          </p:nvSpPr>
          <p:spPr bwMode="auto">
            <a:xfrm>
              <a:off x="5025453" y="402999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2" name="Line 40"/>
            <p:cNvSpPr>
              <a:spLocks noChangeShapeType="1"/>
            </p:cNvSpPr>
            <p:nvPr/>
          </p:nvSpPr>
          <p:spPr bwMode="auto">
            <a:xfrm>
              <a:off x="4791561" y="402999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3" name="Line 41"/>
            <p:cNvSpPr>
              <a:spLocks noChangeShapeType="1"/>
            </p:cNvSpPr>
            <p:nvPr/>
          </p:nvSpPr>
          <p:spPr bwMode="auto">
            <a:xfrm>
              <a:off x="4557669" y="402999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4" name="Line 42"/>
            <p:cNvSpPr>
              <a:spLocks noChangeShapeType="1"/>
            </p:cNvSpPr>
            <p:nvPr/>
          </p:nvSpPr>
          <p:spPr bwMode="auto">
            <a:xfrm>
              <a:off x="4323778" y="402999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5" name="Line 43"/>
            <p:cNvSpPr>
              <a:spLocks noChangeShapeType="1"/>
            </p:cNvSpPr>
            <p:nvPr/>
          </p:nvSpPr>
          <p:spPr bwMode="auto">
            <a:xfrm>
              <a:off x="4089886" y="402999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6" name="Line 44"/>
            <p:cNvSpPr>
              <a:spLocks noChangeShapeType="1"/>
            </p:cNvSpPr>
            <p:nvPr/>
          </p:nvSpPr>
          <p:spPr bwMode="auto">
            <a:xfrm rot="19406188">
              <a:off x="3237362" y="3170354"/>
              <a:ext cx="584729" cy="48507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7" name="Line 45"/>
            <p:cNvSpPr>
              <a:spLocks noChangeShapeType="1"/>
            </p:cNvSpPr>
            <p:nvPr/>
          </p:nvSpPr>
          <p:spPr bwMode="auto">
            <a:xfrm flipV="1">
              <a:off x="5730568" y="3407692"/>
              <a:ext cx="1360356" cy="91440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8" name="Freeform 46"/>
            <p:cNvSpPr>
              <a:spLocks/>
            </p:cNvSpPr>
            <p:nvPr/>
          </p:nvSpPr>
          <p:spPr bwMode="auto">
            <a:xfrm>
              <a:off x="6384088" y="2407567"/>
              <a:ext cx="380075" cy="1847850"/>
            </a:xfrm>
            <a:custGeom>
              <a:avLst/>
              <a:gdLst>
                <a:gd name="T0" fmla="*/ 83 w 221"/>
                <a:gd name="T1" fmla="*/ 0 h 1164"/>
                <a:gd name="T2" fmla="*/ 14 w 221"/>
                <a:gd name="T3" fmla="*/ 304 h 1164"/>
                <a:gd name="T4" fmla="*/ 4 w 221"/>
                <a:gd name="T5" fmla="*/ 522 h 1164"/>
                <a:gd name="T6" fmla="*/ 1 w 221"/>
                <a:gd name="T7" fmla="*/ 761 h 1164"/>
                <a:gd name="T8" fmla="*/ 10 w 221"/>
                <a:gd name="T9" fmla="*/ 954 h 1164"/>
                <a:gd name="T10" fmla="*/ 43 w 221"/>
                <a:gd name="T11" fmla="*/ 1105 h 1164"/>
                <a:gd name="T12" fmla="*/ 98 w 221"/>
                <a:gd name="T13" fmla="*/ 1163 h 1164"/>
                <a:gd name="T14" fmla="*/ 140 w 221"/>
                <a:gd name="T15" fmla="*/ 1095 h 1164"/>
                <a:gd name="T16" fmla="*/ 167 w 221"/>
                <a:gd name="T17" fmla="*/ 963 h 1164"/>
                <a:gd name="T18" fmla="*/ 196 w 221"/>
                <a:gd name="T19" fmla="*/ 723 h 1164"/>
                <a:gd name="T20" fmla="*/ 213 w 221"/>
                <a:gd name="T21" fmla="*/ 504 h 1164"/>
                <a:gd name="T22" fmla="*/ 221 w 221"/>
                <a:gd name="T23" fmla="*/ 228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1" h="1164">
                  <a:moveTo>
                    <a:pt x="83" y="0"/>
                  </a:moveTo>
                  <a:cubicBezTo>
                    <a:pt x="72" y="51"/>
                    <a:pt x="27" y="217"/>
                    <a:pt x="14" y="304"/>
                  </a:cubicBezTo>
                  <a:cubicBezTo>
                    <a:pt x="1" y="391"/>
                    <a:pt x="6" y="446"/>
                    <a:pt x="4" y="522"/>
                  </a:cubicBezTo>
                  <a:cubicBezTo>
                    <a:pt x="3" y="597"/>
                    <a:pt x="0" y="690"/>
                    <a:pt x="1" y="761"/>
                  </a:cubicBezTo>
                  <a:cubicBezTo>
                    <a:pt x="3" y="832"/>
                    <a:pt x="3" y="897"/>
                    <a:pt x="10" y="954"/>
                  </a:cubicBezTo>
                  <a:cubicBezTo>
                    <a:pt x="17" y="1012"/>
                    <a:pt x="28" y="1070"/>
                    <a:pt x="43" y="1105"/>
                  </a:cubicBezTo>
                  <a:cubicBezTo>
                    <a:pt x="57" y="1140"/>
                    <a:pt x="82" y="1164"/>
                    <a:pt x="98" y="1163"/>
                  </a:cubicBezTo>
                  <a:cubicBezTo>
                    <a:pt x="113" y="1161"/>
                    <a:pt x="129" y="1129"/>
                    <a:pt x="140" y="1095"/>
                  </a:cubicBezTo>
                  <a:cubicBezTo>
                    <a:pt x="152" y="1062"/>
                    <a:pt x="159" y="1024"/>
                    <a:pt x="167" y="963"/>
                  </a:cubicBezTo>
                  <a:cubicBezTo>
                    <a:pt x="176" y="901"/>
                    <a:pt x="188" y="800"/>
                    <a:pt x="196" y="723"/>
                  </a:cubicBezTo>
                  <a:cubicBezTo>
                    <a:pt x="203" y="646"/>
                    <a:pt x="208" y="586"/>
                    <a:pt x="213" y="504"/>
                  </a:cubicBezTo>
                  <a:cubicBezTo>
                    <a:pt x="217" y="421"/>
                    <a:pt x="220" y="285"/>
                    <a:pt x="221" y="228"/>
                  </a:cubicBezTo>
                </a:path>
              </a:pathLst>
            </a:custGeom>
            <a:noFill/>
            <a:ln w="28575"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9" name="Text Box 50"/>
            <p:cNvSpPr txBox="1">
              <a:spLocks noChangeArrowheads="1"/>
            </p:cNvSpPr>
            <p:nvPr/>
          </p:nvSpPr>
          <p:spPr bwMode="auto">
            <a:xfrm>
              <a:off x="3517198" y="1858293"/>
              <a:ext cx="380073" cy="420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1400" b="1">
                  <a:latin typeface="微软雅黑" pitchFamily="34" charset="-122"/>
                  <a:ea typeface="微软雅黑" pitchFamily="34" charset="-122"/>
                </a:rPr>
                <a:t>1</a:t>
              </a:r>
              <a:endParaRPr kumimoji="1" lang="en-US" altLang="zh-CN" sz="1400" b="1" baseline="-25000">
                <a:latin typeface="微软雅黑" pitchFamily="34" charset="-122"/>
                <a:ea typeface="微软雅黑" pitchFamily="34" charset="-122"/>
              </a:endParaRPr>
            </a:p>
          </p:txBody>
        </p:sp>
        <p:sp>
          <p:nvSpPr>
            <p:cNvPr id="50" name="Text Box 51"/>
            <p:cNvSpPr txBox="1">
              <a:spLocks noChangeArrowheads="1"/>
            </p:cNvSpPr>
            <p:nvPr/>
          </p:nvSpPr>
          <p:spPr bwMode="auto">
            <a:xfrm>
              <a:off x="3443245" y="2844131"/>
              <a:ext cx="380075" cy="420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1400" b="1">
                  <a:latin typeface="微软雅黑" pitchFamily="34" charset="-122"/>
                  <a:ea typeface="微软雅黑" pitchFamily="34" charset="-122"/>
                </a:rPr>
                <a:t>2</a:t>
              </a:r>
              <a:endParaRPr kumimoji="1" lang="en-US" altLang="zh-CN" sz="1400" b="1" baseline="-25000">
                <a:latin typeface="微软雅黑" pitchFamily="34" charset="-122"/>
                <a:ea typeface="微软雅黑" pitchFamily="34" charset="-122"/>
              </a:endParaRPr>
            </a:p>
          </p:txBody>
        </p:sp>
        <p:sp>
          <p:nvSpPr>
            <p:cNvPr id="51" name="Text Box 52"/>
            <p:cNvSpPr txBox="1">
              <a:spLocks noChangeArrowheads="1"/>
            </p:cNvSpPr>
            <p:nvPr/>
          </p:nvSpPr>
          <p:spPr bwMode="auto">
            <a:xfrm>
              <a:off x="3487960" y="3763293"/>
              <a:ext cx="380075" cy="420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1400" b="1">
                  <a:latin typeface="微软雅黑" pitchFamily="34" charset="-122"/>
                  <a:ea typeface="微软雅黑" pitchFamily="34" charset="-122"/>
                </a:rPr>
                <a:t>3</a:t>
              </a:r>
              <a:endParaRPr kumimoji="1" lang="en-US" altLang="zh-CN" sz="1400" b="1" baseline="-25000">
                <a:latin typeface="微软雅黑" pitchFamily="34" charset="-122"/>
                <a:ea typeface="微软雅黑" pitchFamily="34" charset="-122"/>
              </a:endParaRPr>
            </a:p>
          </p:txBody>
        </p:sp>
        <p:sp>
          <p:nvSpPr>
            <p:cNvPr id="52" name="Line 53"/>
            <p:cNvSpPr>
              <a:spLocks noChangeShapeType="1"/>
            </p:cNvSpPr>
            <p:nvPr/>
          </p:nvSpPr>
          <p:spPr bwMode="auto">
            <a:xfrm>
              <a:off x="1147323" y="3390230"/>
              <a:ext cx="117117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3" name="Text Box 54"/>
            <p:cNvSpPr txBox="1">
              <a:spLocks noChangeArrowheads="1"/>
            </p:cNvSpPr>
            <p:nvPr/>
          </p:nvSpPr>
          <p:spPr bwMode="auto">
            <a:xfrm>
              <a:off x="4237789" y="1401148"/>
              <a:ext cx="1109572" cy="469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latin typeface="微软雅黑" pitchFamily="34" charset="-122"/>
                  <a:ea typeface="微软雅黑" pitchFamily="34" charset="-122"/>
                </a:rPr>
                <a:t>路由器</a:t>
              </a:r>
            </a:p>
          </p:txBody>
        </p:sp>
        <p:sp>
          <p:nvSpPr>
            <p:cNvPr id="31" name="Oval 28"/>
            <p:cNvSpPr>
              <a:spLocks noChangeArrowheads="1"/>
            </p:cNvSpPr>
            <p:nvPr/>
          </p:nvSpPr>
          <p:spPr bwMode="auto">
            <a:xfrm>
              <a:off x="7094363" y="3034631"/>
              <a:ext cx="820340" cy="744537"/>
            </a:xfrm>
            <a:prstGeom prst="ellipse">
              <a:avLst/>
            </a:prstGeom>
            <a:solidFill>
              <a:srgbClr val="FFFF00"/>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400" b="1" dirty="0">
                  <a:latin typeface="微软雅黑" pitchFamily="34" charset="-122"/>
                  <a:ea typeface="微软雅黑" pitchFamily="34" charset="-122"/>
                </a:rPr>
                <a:t>调度</a:t>
              </a:r>
            </a:p>
          </p:txBody>
        </p:sp>
        <p:sp>
          <p:nvSpPr>
            <p:cNvPr id="35" name="Line 32"/>
            <p:cNvSpPr>
              <a:spLocks noChangeShapeType="1"/>
            </p:cNvSpPr>
            <p:nvPr/>
          </p:nvSpPr>
          <p:spPr bwMode="auto">
            <a:xfrm>
              <a:off x="8389664" y="3282280"/>
              <a:ext cx="1052513" cy="0"/>
            </a:xfrm>
            <a:prstGeom prst="line">
              <a:avLst/>
            </a:prstGeom>
            <a:noFill/>
            <a:ln w="28575">
              <a:solidFill>
                <a:srgbClr val="99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grpSp>
        <p:nvGrpSpPr>
          <p:cNvPr id="62" name="组合 61"/>
          <p:cNvGrpSpPr/>
          <p:nvPr/>
        </p:nvGrpSpPr>
        <p:grpSpPr>
          <a:xfrm>
            <a:off x="5786645" y="2667131"/>
            <a:ext cx="2736904" cy="738664"/>
            <a:chOff x="5786645" y="2667131"/>
            <a:chExt cx="2736904" cy="738664"/>
          </a:xfrm>
        </p:grpSpPr>
        <p:sp>
          <p:nvSpPr>
            <p:cNvPr id="3" name="矩形 2"/>
            <p:cNvSpPr/>
            <p:nvPr/>
          </p:nvSpPr>
          <p:spPr>
            <a:xfrm>
              <a:off x="6880307" y="2667131"/>
              <a:ext cx="1643242" cy="738664"/>
            </a:xfrm>
            <a:prstGeom prst="rect">
              <a:avLst/>
            </a:prstGeom>
          </p:spPr>
          <p:txBody>
            <a:bodyPr wrap="square">
              <a:spAutoFit/>
            </a:bodyPr>
            <a:lstStyle/>
            <a:p>
              <a:r>
                <a:rPr lang="zh-CN" altLang="en-US" sz="1400" b="1" dirty="0">
                  <a:latin typeface="微软雅黑" panose="020B0503020204020204" pitchFamily="34" charset="-122"/>
                  <a:ea typeface="微软雅黑" panose="020B0503020204020204" pitchFamily="34" charset="-122"/>
                </a:rPr>
                <a:t>轮流服务队列，使每个队列一次只能发送一个分组。</a:t>
              </a:r>
            </a:p>
          </p:txBody>
        </p:sp>
        <p:cxnSp>
          <p:nvCxnSpPr>
            <p:cNvPr id="59" name="直接箭头连接符 58"/>
            <p:cNvCxnSpPr/>
            <p:nvPr/>
          </p:nvCxnSpPr>
          <p:spPr>
            <a:xfrm flipH="1" flipV="1">
              <a:off x="5786645" y="2680551"/>
              <a:ext cx="1141531" cy="355913"/>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10111006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圆角矩形 56"/>
          <p:cNvSpPr/>
          <p:nvPr/>
        </p:nvSpPr>
        <p:spPr>
          <a:xfrm>
            <a:off x="517853" y="967332"/>
            <a:ext cx="8133857" cy="25690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5" name="AutoShape 5"/>
          <p:cNvSpPr>
            <a:spLocks noChangeArrowheads="1"/>
          </p:cNvSpPr>
          <p:nvPr/>
        </p:nvSpPr>
        <p:spPr bwMode="auto">
          <a:xfrm>
            <a:off x="517853" y="608464"/>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6" name="矩形 4"/>
          <p:cNvSpPr>
            <a:spLocks noChangeArrowheads="1"/>
          </p:cNvSpPr>
          <p:nvPr/>
        </p:nvSpPr>
        <p:spPr bwMode="auto">
          <a:xfrm>
            <a:off x="635844" y="558636"/>
            <a:ext cx="56804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加权公平排队 </a:t>
            </a:r>
            <a:r>
              <a:rPr lang="en-US" altLang="zh-CN" sz="2000" b="1" dirty="0">
                <a:latin typeface="微软雅黑" pitchFamily="34" charset="-122"/>
                <a:ea typeface="微软雅黑" pitchFamily="34" charset="-122"/>
              </a:rPr>
              <a:t>WFQ (Weighted Fair Queuing)</a:t>
            </a:r>
          </a:p>
        </p:txBody>
      </p:sp>
      <p:sp>
        <p:nvSpPr>
          <p:cNvPr id="5" name="矩形 4"/>
          <p:cNvSpPr/>
          <p:nvPr/>
        </p:nvSpPr>
        <p:spPr>
          <a:xfrm>
            <a:off x="1110715" y="3590468"/>
            <a:ext cx="7099325" cy="397353"/>
          </a:xfrm>
          <a:prstGeom prst="rect">
            <a:avLst/>
          </a:prstGeom>
          <a:noFill/>
          <a:ln>
            <a:noFill/>
          </a:ln>
        </p:spPr>
        <p:style>
          <a:lnRef idx="0">
            <a:scrgbClr r="0" g="0" b="0"/>
          </a:lnRef>
          <a:fillRef idx="0">
            <a:scrgbClr r="0" g="0" b="0"/>
          </a:fillRef>
          <a:effectRef idx="0">
            <a:scrgbClr r="0" g="0" b="0"/>
          </a:effectRef>
          <a:fontRef idx="minor">
            <a:schemeClr val="dk1"/>
          </a:fontRef>
        </p:style>
        <p:txBody>
          <a:bodyPr wrap="square">
            <a:spAutoFit/>
          </a:bodyPr>
          <a:lstStyle/>
          <a:p>
            <a:pPr algn="ctr">
              <a:lnSpc>
                <a:spcPts val="2600"/>
              </a:lnSpc>
            </a:pPr>
            <a:r>
              <a:rPr lang="zh-CN" altLang="en-US" b="1" dirty="0">
                <a:solidFill>
                  <a:schemeClr val="tx1"/>
                </a:solidFill>
                <a:latin typeface="微软雅黑" pitchFamily="34" charset="-122"/>
                <a:ea typeface="微软雅黑" pitchFamily="34" charset="-122"/>
              </a:rPr>
              <a:t>增加了队列</a:t>
            </a:r>
            <a:r>
              <a:rPr lang="zh-CN" altLang="en-US" b="1" dirty="0">
                <a:solidFill>
                  <a:srgbClr val="C00000"/>
                </a:solidFill>
                <a:latin typeface="微软雅黑" pitchFamily="34" charset="-122"/>
                <a:ea typeface="微软雅黑" pitchFamily="34" charset="-122"/>
              </a:rPr>
              <a:t>权重</a:t>
            </a:r>
            <a:r>
              <a:rPr lang="zh-CN" altLang="en-US" b="1" dirty="0">
                <a:solidFill>
                  <a:schemeClr val="tx1"/>
                </a:solidFill>
                <a:latin typeface="微软雅黑" pitchFamily="34" charset="-122"/>
                <a:ea typeface="微软雅黑" pitchFamily="34" charset="-122"/>
              </a:rPr>
              <a:t>，使高优先级队列中的分组有更多的机会得到服务。</a:t>
            </a:r>
          </a:p>
        </p:txBody>
      </p:sp>
      <p:grpSp>
        <p:nvGrpSpPr>
          <p:cNvPr id="54" name="组合 53"/>
          <p:cNvGrpSpPr/>
          <p:nvPr/>
        </p:nvGrpSpPr>
        <p:grpSpPr>
          <a:xfrm>
            <a:off x="1295941" y="1012616"/>
            <a:ext cx="6496547" cy="2270516"/>
            <a:chOff x="474148" y="1401148"/>
            <a:chExt cx="9008019" cy="3427358"/>
          </a:xfrm>
        </p:grpSpPr>
        <p:sp>
          <p:nvSpPr>
            <p:cNvPr id="6" name="Text Box 33"/>
            <p:cNvSpPr txBox="1">
              <a:spLocks noChangeArrowheads="1"/>
            </p:cNvSpPr>
            <p:nvPr/>
          </p:nvSpPr>
          <p:spPr bwMode="auto">
            <a:xfrm>
              <a:off x="8249325" y="2520530"/>
              <a:ext cx="1232842" cy="7144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分组离开</a:t>
              </a:r>
            </a:p>
            <a:p>
              <a:pPr algn="ctr"/>
              <a:r>
                <a:rPr kumimoji="1" lang="zh-CN" altLang="en-US" sz="1400" b="1" dirty="0">
                  <a:latin typeface="微软雅黑" pitchFamily="34" charset="-122"/>
                  <a:ea typeface="微软雅黑" pitchFamily="34" charset="-122"/>
                </a:rPr>
                <a:t>路由器</a:t>
              </a:r>
            </a:p>
          </p:txBody>
        </p:sp>
        <p:sp>
          <p:nvSpPr>
            <p:cNvPr id="7" name="Rectangle 4"/>
            <p:cNvSpPr>
              <a:spLocks noChangeArrowheads="1"/>
            </p:cNvSpPr>
            <p:nvPr/>
          </p:nvSpPr>
          <p:spPr bwMode="auto">
            <a:xfrm>
              <a:off x="1850717" y="1870993"/>
              <a:ext cx="6289279" cy="2957513"/>
            </a:xfrm>
            <a:prstGeom prst="rect">
              <a:avLst/>
            </a:prstGeom>
            <a:solidFill>
              <a:srgbClr val="66FFFF"/>
            </a:solidFill>
            <a:ln w="9525" algn="ctr">
              <a:solidFill>
                <a:srgbClr val="0000FF"/>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8" name="Rectangle 5"/>
            <p:cNvSpPr>
              <a:spLocks noChangeArrowheads="1"/>
            </p:cNvSpPr>
            <p:nvPr/>
          </p:nvSpPr>
          <p:spPr bwMode="auto">
            <a:xfrm>
              <a:off x="5493236" y="3071143"/>
              <a:ext cx="240771" cy="639762"/>
            </a:xfrm>
            <a:prstGeom prst="rect">
              <a:avLst/>
            </a:prstGeom>
            <a:solidFill>
              <a:srgbClr val="008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9" name="Rectangle 6"/>
            <p:cNvSpPr>
              <a:spLocks noChangeArrowheads="1"/>
            </p:cNvSpPr>
            <p:nvPr/>
          </p:nvSpPr>
          <p:spPr bwMode="auto">
            <a:xfrm>
              <a:off x="5008255" y="2112293"/>
              <a:ext cx="703395" cy="638175"/>
            </a:xfrm>
            <a:prstGeom prst="rect">
              <a:avLst/>
            </a:prstGeom>
            <a:solidFill>
              <a:srgbClr val="CC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 name="Freeform 7"/>
            <p:cNvSpPr>
              <a:spLocks/>
            </p:cNvSpPr>
            <p:nvPr/>
          </p:nvSpPr>
          <p:spPr bwMode="auto">
            <a:xfrm>
              <a:off x="3821599" y="2112293"/>
              <a:ext cx="1890052" cy="638175"/>
            </a:xfrm>
            <a:custGeom>
              <a:avLst/>
              <a:gdLst>
                <a:gd name="T0" fmla="*/ 7 w 775"/>
                <a:gd name="T1" fmla="*/ 0 h 288"/>
                <a:gd name="T2" fmla="*/ 775 w 775"/>
                <a:gd name="T3" fmla="*/ 0 h 288"/>
                <a:gd name="T4" fmla="*/ 775 w 775"/>
                <a:gd name="T5" fmla="*/ 288 h 288"/>
                <a:gd name="T6" fmla="*/ 0 w 775"/>
                <a:gd name="T7" fmla="*/ 288 h 288"/>
              </a:gdLst>
              <a:ahLst/>
              <a:cxnLst>
                <a:cxn ang="0">
                  <a:pos x="T0" y="T1"/>
                </a:cxn>
                <a:cxn ang="0">
                  <a:pos x="T2" y="T3"/>
                </a:cxn>
                <a:cxn ang="0">
                  <a:pos x="T4" y="T5"/>
                </a:cxn>
                <a:cxn ang="0">
                  <a:pos x="T6" y="T7"/>
                </a:cxn>
              </a:cxnLst>
              <a:rect l="0" t="0" r="r" b="b"/>
              <a:pathLst>
                <a:path w="775" h="288">
                  <a:moveTo>
                    <a:pt x="7" y="0"/>
                  </a:moveTo>
                  <a:lnTo>
                    <a:pt x="775" y="0"/>
                  </a:lnTo>
                  <a:lnTo>
                    <a:pt x="775" y="288"/>
                  </a:lnTo>
                  <a:lnTo>
                    <a:pt x="0" y="288"/>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1" name="Line 8"/>
            <p:cNvSpPr>
              <a:spLocks noChangeShapeType="1"/>
            </p:cNvSpPr>
            <p:nvPr/>
          </p:nvSpPr>
          <p:spPr bwMode="auto">
            <a:xfrm>
              <a:off x="5477758" y="2112293"/>
              <a:ext cx="0" cy="638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 name="Line 9"/>
            <p:cNvSpPr>
              <a:spLocks noChangeShapeType="1"/>
            </p:cNvSpPr>
            <p:nvPr/>
          </p:nvSpPr>
          <p:spPr bwMode="auto">
            <a:xfrm>
              <a:off x="5242146" y="2112293"/>
              <a:ext cx="0" cy="638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3" name="Line 10"/>
            <p:cNvSpPr>
              <a:spLocks noChangeShapeType="1"/>
            </p:cNvSpPr>
            <p:nvPr/>
          </p:nvSpPr>
          <p:spPr bwMode="auto">
            <a:xfrm>
              <a:off x="5008255" y="2112293"/>
              <a:ext cx="0" cy="638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4" name="Line 11"/>
            <p:cNvSpPr>
              <a:spLocks noChangeShapeType="1"/>
            </p:cNvSpPr>
            <p:nvPr/>
          </p:nvSpPr>
          <p:spPr bwMode="auto">
            <a:xfrm>
              <a:off x="4774363" y="2112293"/>
              <a:ext cx="0" cy="638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 name="Line 12"/>
            <p:cNvSpPr>
              <a:spLocks noChangeShapeType="1"/>
            </p:cNvSpPr>
            <p:nvPr/>
          </p:nvSpPr>
          <p:spPr bwMode="auto">
            <a:xfrm>
              <a:off x="4540471" y="2112293"/>
              <a:ext cx="0" cy="638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6" name="Line 13"/>
            <p:cNvSpPr>
              <a:spLocks noChangeShapeType="1"/>
            </p:cNvSpPr>
            <p:nvPr/>
          </p:nvSpPr>
          <p:spPr bwMode="auto">
            <a:xfrm>
              <a:off x="4306580" y="2112293"/>
              <a:ext cx="0" cy="638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 name="Line 14"/>
            <p:cNvSpPr>
              <a:spLocks noChangeShapeType="1"/>
            </p:cNvSpPr>
            <p:nvPr/>
          </p:nvSpPr>
          <p:spPr bwMode="auto">
            <a:xfrm>
              <a:off x="4072688" y="2112293"/>
              <a:ext cx="0" cy="638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8" name="Freeform 15"/>
            <p:cNvSpPr>
              <a:spLocks/>
            </p:cNvSpPr>
            <p:nvPr/>
          </p:nvSpPr>
          <p:spPr bwMode="auto">
            <a:xfrm>
              <a:off x="3838797" y="3071143"/>
              <a:ext cx="1890052" cy="639763"/>
            </a:xfrm>
            <a:custGeom>
              <a:avLst/>
              <a:gdLst>
                <a:gd name="T0" fmla="*/ 7 w 775"/>
                <a:gd name="T1" fmla="*/ 0 h 288"/>
                <a:gd name="T2" fmla="*/ 775 w 775"/>
                <a:gd name="T3" fmla="*/ 0 h 288"/>
                <a:gd name="T4" fmla="*/ 775 w 775"/>
                <a:gd name="T5" fmla="*/ 288 h 288"/>
                <a:gd name="T6" fmla="*/ 0 w 775"/>
                <a:gd name="T7" fmla="*/ 288 h 288"/>
              </a:gdLst>
              <a:ahLst/>
              <a:cxnLst>
                <a:cxn ang="0">
                  <a:pos x="T0" y="T1"/>
                </a:cxn>
                <a:cxn ang="0">
                  <a:pos x="T2" y="T3"/>
                </a:cxn>
                <a:cxn ang="0">
                  <a:pos x="T4" y="T5"/>
                </a:cxn>
                <a:cxn ang="0">
                  <a:pos x="T6" y="T7"/>
                </a:cxn>
              </a:cxnLst>
              <a:rect l="0" t="0" r="r" b="b"/>
              <a:pathLst>
                <a:path w="775" h="288">
                  <a:moveTo>
                    <a:pt x="7" y="0"/>
                  </a:moveTo>
                  <a:lnTo>
                    <a:pt x="775" y="0"/>
                  </a:lnTo>
                  <a:lnTo>
                    <a:pt x="775" y="288"/>
                  </a:lnTo>
                  <a:lnTo>
                    <a:pt x="0" y="288"/>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 name="Line 16"/>
            <p:cNvSpPr>
              <a:spLocks noChangeShapeType="1"/>
            </p:cNvSpPr>
            <p:nvPr/>
          </p:nvSpPr>
          <p:spPr bwMode="auto">
            <a:xfrm>
              <a:off x="5493236" y="307114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Line 17"/>
            <p:cNvSpPr>
              <a:spLocks noChangeShapeType="1"/>
            </p:cNvSpPr>
            <p:nvPr/>
          </p:nvSpPr>
          <p:spPr bwMode="auto">
            <a:xfrm>
              <a:off x="5261065" y="307114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1" name="Line 18"/>
            <p:cNvSpPr>
              <a:spLocks noChangeShapeType="1"/>
            </p:cNvSpPr>
            <p:nvPr/>
          </p:nvSpPr>
          <p:spPr bwMode="auto">
            <a:xfrm>
              <a:off x="5025453" y="307114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2" name="Line 19"/>
            <p:cNvSpPr>
              <a:spLocks noChangeShapeType="1"/>
            </p:cNvSpPr>
            <p:nvPr/>
          </p:nvSpPr>
          <p:spPr bwMode="auto">
            <a:xfrm>
              <a:off x="4791561" y="307114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3" name="Line 20"/>
            <p:cNvSpPr>
              <a:spLocks noChangeShapeType="1"/>
            </p:cNvSpPr>
            <p:nvPr/>
          </p:nvSpPr>
          <p:spPr bwMode="auto">
            <a:xfrm>
              <a:off x="4557669" y="307114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4" name="Line 21"/>
            <p:cNvSpPr>
              <a:spLocks noChangeShapeType="1"/>
            </p:cNvSpPr>
            <p:nvPr/>
          </p:nvSpPr>
          <p:spPr bwMode="auto">
            <a:xfrm>
              <a:off x="4323778" y="307114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5" name="Line 22"/>
            <p:cNvSpPr>
              <a:spLocks noChangeShapeType="1"/>
            </p:cNvSpPr>
            <p:nvPr/>
          </p:nvSpPr>
          <p:spPr bwMode="auto">
            <a:xfrm>
              <a:off x="4089886" y="307114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6" name="AutoShape 23"/>
            <p:cNvSpPr>
              <a:spLocks noChangeArrowheads="1"/>
            </p:cNvSpPr>
            <p:nvPr/>
          </p:nvSpPr>
          <p:spPr bwMode="auto">
            <a:xfrm rot="5400000">
              <a:off x="2348597" y="3041046"/>
              <a:ext cx="639763" cy="699956"/>
            </a:xfrm>
            <a:prstGeom prst="triangle">
              <a:avLst>
                <a:gd name="adj" fmla="val 50000"/>
              </a:avLst>
            </a:prstGeom>
            <a:solidFill>
              <a:srgbClr val="FFC000"/>
            </a:solidFill>
            <a:ln w="12700"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7" name="Text Box 24"/>
            <p:cNvSpPr txBox="1">
              <a:spLocks noChangeArrowheads="1"/>
            </p:cNvSpPr>
            <p:nvPr/>
          </p:nvSpPr>
          <p:spPr bwMode="auto">
            <a:xfrm>
              <a:off x="474148" y="2481091"/>
              <a:ext cx="1232842" cy="7144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分组到达</a:t>
              </a:r>
            </a:p>
            <a:p>
              <a:pPr algn="ctr"/>
              <a:r>
                <a:rPr kumimoji="1" lang="zh-CN" altLang="en-US" sz="1400" b="1" dirty="0">
                  <a:latin typeface="微软雅黑" pitchFamily="34" charset="-122"/>
                  <a:ea typeface="微软雅黑" pitchFamily="34" charset="-122"/>
                </a:rPr>
                <a:t>路由器</a:t>
              </a:r>
            </a:p>
          </p:txBody>
        </p:sp>
        <p:sp>
          <p:nvSpPr>
            <p:cNvPr id="28" name="Line 25"/>
            <p:cNvSpPr>
              <a:spLocks noChangeShapeType="1"/>
            </p:cNvSpPr>
            <p:nvPr/>
          </p:nvSpPr>
          <p:spPr bwMode="auto">
            <a:xfrm>
              <a:off x="560873" y="3242841"/>
              <a:ext cx="1054234"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 name="Line 26"/>
            <p:cNvSpPr>
              <a:spLocks noChangeShapeType="1"/>
            </p:cNvSpPr>
            <p:nvPr/>
          </p:nvSpPr>
          <p:spPr bwMode="auto">
            <a:xfrm rot="20256324" flipV="1">
              <a:off x="2958264" y="2526630"/>
              <a:ext cx="1133343" cy="639762"/>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 name="Line 27"/>
            <p:cNvSpPr>
              <a:spLocks noChangeShapeType="1"/>
            </p:cNvSpPr>
            <p:nvPr/>
          </p:nvSpPr>
          <p:spPr bwMode="auto">
            <a:xfrm rot="1343676">
              <a:off x="2963423" y="3602956"/>
              <a:ext cx="1012957" cy="668337"/>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2" name="Line 29"/>
            <p:cNvSpPr>
              <a:spLocks noChangeShapeType="1"/>
            </p:cNvSpPr>
            <p:nvPr/>
          </p:nvSpPr>
          <p:spPr bwMode="auto">
            <a:xfrm>
              <a:off x="5711651" y="2447255"/>
              <a:ext cx="1358635" cy="93345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3" name="Line 30"/>
            <p:cNvSpPr>
              <a:spLocks noChangeShapeType="1"/>
            </p:cNvSpPr>
            <p:nvPr/>
          </p:nvSpPr>
          <p:spPr bwMode="auto">
            <a:xfrm flipV="1">
              <a:off x="5749485" y="3390230"/>
              <a:ext cx="1320800" cy="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4" name="Line 31"/>
            <p:cNvSpPr>
              <a:spLocks noChangeShapeType="1"/>
            </p:cNvSpPr>
            <p:nvPr/>
          </p:nvSpPr>
          <p:spPr bwMode="auto">
            <a:xfrm>
              <a:off x="7917731" y="3390229"/>
              <a:ext cx="116773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6" name="Text Box 34"/>
            <p:cNvSpPr txBox="1">
              <a:spLocks noChangeArrowheads="1"/>
            </p:cNvSpPr>
            <p:nvPr/>
          </p:nvSpPr>
          <p:spPr bwMode="auto">
            <a:xfrm>
              <a:off x="2034735" y="2625554"/>
              <a:ext cx="987675" cy="420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分类器</a:t>
              </a:r>
            </a:p>
          </p:txBody>
        </p:sp>
        <p:sp>
          <p:nvSpPr>
            <p:cNvPr id="37" name="Rectangle 35"/>
            <p:cNvSpPr>
              <a:spLocks noChangeArrowheads="1"/>
            </p:cNvSpPr>
            <p:nvPr/>
          </p:nvSpPr>
          <p:spPr bwMode="auto">
            <a:xfrm>
              <a:off x="4791560" y="4029993"/>
              <a:ext cx="937289" cy="639762"/>
            </a:xfrm>
            <a:prstGeom prst="rect">
              <a:avLst/>
            </a:prstGeom>
            <a:solidFill>
              <a:srgbClr val="0000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8" name="Freeform 36"/>
            <p:cNvSpPr>
              <a:spLocks/>
            </p:cNvSpPr>
            <p:nvPr/>
          </p:nvSpPr>
          <p:spPr bwMode="auto">
            <a:xfrm>
              <a:off x="3838797" y="4029993"/>
              <a:ext cx="1890052" cy="639763"/>
            </a:xfrm>
            <a:custGeom>
              <a:avLst/>
              <a:gdLst>
                <a:gd name="T0" fmla="*/ 7 w 775"/>
                <a:gd name="T1" fmla="*/ 0 h 288"/>
                <a:gd name="T2" fmla="*/ 775 w 775"/>
                <a:gd name="T3" fmla="*/ 0 h 288"/>
                <a:gd name="T4" fmla="*/ 775 w 775"/>
                <a:gd name="T5" fmla="*/ 288 h 288"/>
                <a:gd name="T6" fmla="*/ 0 w 775"/>
                <a:gd name="T7" fmla="*/ 288 h 288"/>
              </a:gdLst>
              <a:ahLst/>
              <a:cxnLst>
                <a:cxn ang="0">
                  <a:pos x="T0" y="T1"/>
                </a:cxn>
                <a:cxn ang="0">
                  <a:pos x="T2" y="T3"/>
                </a:cxn>
                <a:cxn ang="0">
                  <a:pos x="T4" y="T5"/>
                </a:cxn>
                <a:cxn ang="0">
                  <a:pos x="T6" y="T7"/>
                </a:cxn>
              </a:cxnLst>
              <a:rect l="0" t="0" r="r" b="b"/>
              <a:pathLst>
                <a:path w="775" h="288">
                  <a:moveTo>
                    <a:pt x="7" y="0"/>
                  </a:moveTo>
                  <a:lnTo>
                    <a:pt x="775" y="0"/>
                  </a:lnTo>
                  <a:lnTo>
                    <a:pt x="775" y="288"/>
                  </a:lnTo>
                  <a:lnTo>
                    <a:pt x="0" y="288"/>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9" name="Line 37"/>
            <p:cNvSpPr>
              <a:spLocks noChangeShapeType="1"/>
            </p:cNvSpPr>
            <p:nvPr/>
          </p:nvSpPr>
          <p:spPr bwMode="auto">
            <a:xfrm>
              <a:off x="5493236" y="402999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0" name="Line 38"/>
            <p:cNvSpPr>
              <a:spLocks noChangeShapeType="1"/>
            </p:cNvSpPr>
            <p:nvPr/>
          </p:nvSpPr>
          <p:spPr bwMode="auto">
            <a:xfrm>
              <a:off x="5261065" y="402999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1" name="Line 39"/>
            <p:cNvSpPr>
              <a:spLocks noChangeShapeType="1"/>
            </p:cNvSpPr>
            <p:nvPr/>
          </p:nvSpPr>
          <p:spPr bwMode="auto">
            <a:xfrm>
              <a:off x="5025453" y="402999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2" name="Line 40"/>
            <p:cNvSpPr>
              <a:spLocks noChangeShapeType="1"/>
            </p:cNvSpPr>
            <p:nvPr/>
          </p:nvSpPr>
          <p:spPr bwMode="auto">
            <a:xfrm>
              <a:off x="4791561" y="402999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3" name="Line 41"/>
            <p:cNvSpPr>
              <a:spLocks noChangeShapeType="1"/>
            </p:cNvSpPr>
            <p:nvPr/>
          </p:nvSpPr>
          <p:spPr bwMode="auto">
            <a:xfrm>
              <a:off x="4557669" y="402999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4" name="Line 42"/>
            <p:cNvSpPr>
              <a:spLocks noChangeShapeType="1"/>
            </p:cNvSpPr>
            <p:nvPr/>
          </p:nvSpPr>
          <p:spPr bwMode="auto">
            <a:xfrm>
              <a:off x="4323778" y="402999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5" name="Line 43"/>
            <p:cNvSpPr>
              <a:spLocks noChangeShapeType="1"/>
            </p:cNvSpPr>
            <p:nvPr/>
          </p:nvSpPr>
          <p:spPr bwMode="auto">
            <a:xfrm>
              <a:off x="4089886" y="4029993"/>
              <a:ext cx="0" cy="639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6" name="Line 44"/>
            <p:cNvSpPr>
              <a:spLocks noChangeShapeType="1"/>
            </p:cNvSpPr>
            <p:nvPr/>
          </p:nvSpPr>
          <p:spPr bwMode="auto">
            <a:xfrm rot="19406188">
              <a:off x="3237362" y="3170354"/>
              <a:ext cx="584729" cy="48507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7" name="Line 45"/>
            <p:cNvSpPr>
              <a:spLocks noChangeShapeType="1"/>
            </p:cNvSpPr>
            <p:nvPr/>
          </p:nvSpPr>
          <p:spPr bwMode="auto">
            <a:xfrm flipV="1">
              <a:off x="5730568" y="3407692"/>
              <a:ext cx="1360356" cy="914400"/>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8" name="Freeform 46"/>
            <p:cNvSpPr>
              <a:spLocks/>
            </p:cNvSpPr>
            <p:nvPr/>
          </p:nvSpPr>
          <p:spPr bwMode="auto">
            <a:xfrm>
              <a:off x="6384088" y="2407567"/>
              <a:ext cx="380075" cy="1847850"/>
            </a:xfrm>
            <a:custGeom>
              <a:avLst/>
              <a:gdLst>
                <a:gd name="T0" fmla="*/ 83 w 221"/>
                <a:gd name="T1" fmla="*/ 0 h 1164"/>
                <a:gd name="T2" fmla="*/ 14 w 221"/>
                <a:gd name="T3" fmla="*/ 304 h 1164"/>
                <a:gd name="T4" fmla="*/ 4 w 221"/>
                <a:gd name="T5" fmla="*/ 522 h 1164"/>
                <a:gd name="T6" fmla="*/ 1 w 221"/>
                <a:gd name="T7" fmla="*/ 761 h 1164"/>
                <a:gd name="T8" fmla="*/ 10 w 221"/>
                <a:gd name="T9" fmla="*/ 954 h 1164"/>
                <a:gd name="T10" fmla="*/ 43 w 221"/>
                <a:gd name="T11" fmla="*/ 1105 h 1164"/>
                <a:gd name="T12" fmla="*/ 98 w 221"/>
                <a:gd name="T13" fmla="*/ 1163 h 1164"/>
                <a:gd name="T14" fmla="*/ 140 w 221"/>
                <a:gd name="T15" fmla="*/ 1095 h 1164"/>
                <a:gd name="T16" fmla="*/ 167 w 221"/>
                <a:gd name="T17" fmla="*/ 963 h 1164"/>
                <a:gd name="T18" fmla="*/ 196 w 221"/>
                <a:gd name="T19" fmla="*/ 723 h 1164"/>
                <a:gd name="T20" fmla="*/ 213 w 221"/>
                <a:gd name="T21" fmla="*/ 504 h 1164"/>
                <a:gd name="T22" fmla="*/ 221 w 221"/>
                <a:gd name="T23" fmla="*/ 228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1" h="1164">
                  <a:moveTo>
                    <a:pt x="83" y="0"/>
                  </a:moveTo>
                  <a:cubicBezTo>
                    <a:pt x="72" y="51"/>
                    <a:pt x="27" y="217"/>
                    <a:pt x="14" y="304"/>
                  </a:cubicBezTo>
                  <a:cubicBezTo>
                    <a:pt x="1" y="391"/>
                    <a:pt x="6" y="446"/>
                    <a:pt x="4" y="522"/>
                  </a:cubicBezTo>
                  <a:cubicBezTo>
                    <a:pt x="3" y="597"/>
                    <a:pt x="0" y="690"/>
                    <a:pt x="1" y="761"/>
                  </a:cubicBezTo>
                  <a:cubicBezTo>
                    <a:pt x="3" y="832"/>
                    <a:pt x="3" y="897"/>
                    <a:pt x="10" y="954"/>
                  </a:cubicBezTo>
                  <a:cubicBezTo>
                    <a:pt x="17" y="1012"/>
                    <a:pt x="28" y="1070"/>
                    <a:pt x="43" y="1105"/>
                  </a:cubicBezTo>
                  <a:cubicBezTo>
                    <a:pt x="57" y="1140"/>
                    <a:pt x="82" y="1164"/>
                    <a:pt x="98" y="1163"/>
                  </a:cubicBezTo>
                  <a:cubicBezTo>
                    <a:pt x="113" y="1161"/>
                    <a:pt x="129" y="1129"/>
                    <a:pt x="140" y="1095"/>
                  </a:cubicBezTo>
                  <a:cubicBezTo>
                    <a:pt x="152" y="1062"/>
                    <a:pt x="159" y="1024"/>
                    <a:pt x="167" y="963"/>
                  </a:cubicBezTo>
                  <a:cubicBezTo>
                    <a:pt x="176" y="901"/>
                    <a:pt x="188" y="800"/>
                    <a:pt x="196" y="723"/>
                  </a:cubicBezTo>
                  <a:cubicBezTo>
                    <a:pt x="203" y="646"/>
                    <a:pt x="208" y="586"/>
                    <a:pt x="213" y="504"/>
                  </a:cubicBezTo>
                  <a:cubicBezTo>
                    <a:pt x="217" y="421"/>
                    <a:pt x="220" y="285"/>
                    <a:pt x="221" y="228"/>
                  </a:cubicBezTo>
                </a:path>
              </a:pathLst>
            </a:custGeom>
            <a:noFill/>
            <a:ln w="28575"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9" name="Text Box 50"/>
            <p:cNvSpPr txBox="1">
              <a:spLocks noChangeArrowheads="1"/>
            </p:cNvSpPr>
            <p:nvPr/>
          </p:nvSpPr>
          <p:spPr bwMode="auto">
            <a:xfrm>
              <a:off x="3517198" y="1858293"/>
              <a:ext cx="380073" cy="420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1400" b="1">
                  <a:latin typeface="微软雅黑" pitchFamily="34" charset="-122"/>
                  <a:ea typeface="微软雅黑" pitchFamily="34" charset="-122"/>
                </a:rPr>
                <a:t>1</a:t>
              </a:r>
              <a:endParaRPr kumimoji="1" lang="en-US" altLang="zh-CN" sz="1400" b="1" baseline="-25000">
                <a:latin typeface="微软雅黑" pitchFamily="34" charset="-122"/>
                <a:ea typeface="微软雅黑" pitchFamily="34" charset="-122"/>
              </a:endParaRPr>
            </a:p>
          </p:txBody>
        </p:sp>
        <p:sp>
          <p:nvSpPr>
            <p:cNvPr id="50" name="Text Box 51"/>
            <p:cNvSpPr txBox="1">
              <a:spLocks noChangeArrowheads="1"/>
            </p:cNvSpPr>
            <p:nvPr/>
          </p:nvSpPr>
          <p:spPr bwMode="auto">
            <a:xfrm>
              <a:off x="3443245" y="2844131"/>
              <a:ext cx="380075" cy="420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1400" b="1">
                  <a:latin typeface="微软雅黑" pitchFamily="34" charset="-122"/>
                  <a:ea typeface="微软雅黑" pitchFamily="34" charset="-122"/>
                </a:rPr>
                <a:t>2</a:t>
              </a:r>
              <a:endParaRPr kumimoji="1" lang="en-US" altLang="zh-CN" sz="1400" b="1" baseline="-25000">
                <a:latin typeface="微软雅黑" pitchFamily="34" charset="-122"/>
                <a:ea typeface="微软雅黑" pitchFamily="34" charset="-122"/>
              </a:endParaRPr>
            </a:p>
          </p:txBody>
        </p:sp>
        <p:sp>
          <p:nvSpPr>
            <p:cNvPr id="51" name="Text Box 52"/>
            <p:cNvSpPr txBox="1">
              <a:spLocks noChangeArrowheads="1"/>
            </p:cNvSpPr>
            <p:nvPr/>
          </p:nvSpPr>
          <p:spPr bwMode="auto">
            <a:xfrm>
              <a:off x="3487960" y="3763293"/>
              <a:ext cx="380075" cy="420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1400" b="1">
                  <a:latin typeface="微软雅黑" pitchFamily="34" charset="-122"/>
                  <a:ea typeface="微软雅黑" pitchFamily="34" charset="-122"/>
                </a:rPr>
                <a:t>3</a:t>
              </a:r>
              <a:endParaRPr kumimoji="1" lang="en-US" altLang="zh-CN" sz="1400" b="1" baseline="-25000">
                <a:latin typeface="微软雅黑" pitchFamily="34" charset="-122"/>
                <a:ea typeface="微软雅黑" pitchFamily="34" charset="-122"/>
              </a:endParaRPr>
            </a:p>
          </p:txBody>
        </p:sp>
        <p:sp>
          <p:nvSpPr>
            <p:cNvPr id="52" name="Line 53"/>
            <p:cNvSpPr>
              <a:spLocks noChangeShapeType="1"/>
            </p:cNvSpPr>
            <p:nvPr/>
          </p:nvSpPr>
          <p:spPr bwMode="auto">
            <a:xfrm>
              <a:off x="1147323" y="3390230"/>
              <a:ext cx="117117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3" name="Text Box 54"/>
            <p:cNvSpPr txBox="1">
              <a:spLocks noChangeArrowheads="1"/>
            </p:cNvSpPr>
            <p:nvPr/>
          </p:nvSpPr>
          <p:spPr bwMode="auto">
            <a:xfrm>
              <a:off x="4237789" y="1401148"/>
              <a:ext cx="1109572" cy="469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latin typeface="微软雅黑" pitchFamily="34" charset="-122"/>
                  <a:ea typeface="微软雅黑" pitchFamily="34" charset="-122"/>
                </a:rPr>
                <a:t>路由器</a:t>
              </a:r>
            </a:p>
          </p:txBody>
        </p:sp>
        <p:sp>
          <p:nvSpPr>
            <p:cNvPr id="31" name="Oval 28"/>
            <p:cNvSpPr>
              <a:spLocks noChangeArrowheads="1"/>
            </p:cNvSpPr>
            <p:nvPr/>
          </p:nvSpPr>
          <p:spPr bwMode="auto">
            <a:xfrm>
              <a:off x="7094363" y="3034631"/>
              <a:ext cx="820340" cy="744537"/>
            </a:xfrm>
            <a:prstGeom prst="ellipse">
              <a:avLst/>
            </a:prstGeom>
            <a:solidFill>
              <a:srgbClr val="FFFF00"/>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400" b="1" dirty="0">
                  <a:latin typeface="微软雅黑" pitchFamily="34" charset="-122"/>
                  <a:ea typeface="微软雅黑" pitchFamily="34" charset="-122"/>
                </a:rPr>
                <a:t>调度</a:t>
              </a:r>
            </a:p>
          </p:txBody>
        </p:sp>
        <p:sp>
          <p:nvSpPr>
            <p:cNvPr id="35" name="Line 32"/>
            <p:cNvSpPr>
              <a:spLocks noChangeShapeType="1"/>
            </p:cNvSpPr>
            <p:nvPr/>
          </p:nvSpPr>
          <p:spPr bwMode="auto">
            <a:xfrm>
              <a:off x="8389664" y="3282280"/>
              <a:ext cx="1052513" cy="0"/>
            </a:xfrm>
            <a:prstGeom prst="line">
              <a:avLst/>
            </a:prstGeom>
            <a:noFill/>
            <a:ln w="28575">
              <a:solidFill>
                <a:srgbClr val="99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grpSp>
        <p:nvGrpSpPr>
          <p:cNvPr id="62" name="组合 61"/>
          <p:cNvGrpSpPr/>
          <p:nvPr/>
        </p:nvGrpSpPr>
        <p:grpSpPr>
          <a:xfrm>
            <a:off x="5786645" y="2667131"/>
            <a:ext cx="2736904" cy="523220"/>
            <a:chOff x="5786645" y="2667131"/>
            <a:chExt cx="2736904" cy="523220"/>
          </a:xfrm>
        </p:grpSpPr>
        <p:sp>
          <p:nvSpPr>
            <p:cNvPr id="3" name="矩形 2"/>
            <p:cNvSpPr/>
            <p:nvPr/>
          </p:nvSpPr>
          <p:spPr>
            <a:xfrm>
              <a:off x="6880307" y="2667131"/>
              <a:ext cx="1643242" cy="523220"/>
            </a:xfrm>
            <a:prstGeom prst="rect">
              <a:avLst/>
            </a:prstGeom>
          </p:spPr>
          <p:txBody>
            <a:bodyPr wrap="square">
              <a:spAutoFit/>
            </a:bodyPr>
            <a:lstStyle/>
            <a:p>
              <a:r>
                <a:rPr lang="zh-CN" altLang="en-US" sz="1400" b="1" dirty="0">
                  <a:latin typeface="微软雅黑" panose="020B0503020204020204" pitchFamily="34" charset="-122"/>
                  <a:ea typeface="微软雅黑" panose="020B0503020204020204" pitchFamily="34" charset="-122"/>
                </a:rPr>
                <a:t>轮流服务队列。按权重分配服务时间。</a:t>
              </a:r>
            </a:p>
          </p:txBody>
        </p:sp>
        <p:cxnSp>
          <p:nvCxnSpPr>
            <p:cNvPr id="59" name="直接箭头连接符 58"/>
            <p:cNvCxnSpPr/>
            <p:nvPr/>
          </p:nvCxnSpPr>
          <p:spPr>
            <a:xfrm flipH="1" flipV="1">
              <a:off x="5786645" y="2680551"/>
              <a:ext cx="1141531" cy="355913"/>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grpSp>
      <p:sp>
        <p:nvSpPr>
          <p:cNvPr id="58" name="Text Box 47"/>
          <p:cNvSpPr txBox="1">
            <a:spLocks noChangeArrowheads="1"/>
          </p:cNvSpPr>
          <p:nvPr/>
        </p:nvSpPr>
        <p:spPr bwMode="auto">
          <a:xfrm>
            <a:off x="5099908" y="1526134"/>
            <a:ext cx="461740" cy="3460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i="1" dirty="0">
                <a:latin typeface="微软雅黑" pitchFamily="34" charset="-122"/>
                <a:ea typeface="微软雅黑" pitchFamily="34" charset="-122"/>
              </a:rPr>
              <a:t>w</a:t>
            </a:r>
            <a:r>
              <a:rPr kumimoji="1" lang="en-US" altLang="zh-CN" sz="1400" b="1" baseline="-25000" dirty="0">
                <a:latin typeface="微软雅黑" pitchFamily="34" charset="-122"/>
                <a:ea typeface="微软雅黑" pitchFamily="34" charset="-122"/>
              </a:rPr>
              <a:t>1</a:t>
            </a:r>
          </a:p>
        </p:txBody>
      </p:sp>
      <p:sp>
        <p:nvSpPr>
          <p:cNvPr id="60" name="Text Box 48"/>
          <p:cNvSpPr txBox="1">
            <a:spLocks noChangeArrowheads="1"/>
          </p:cNvSpPr>
          <p:nvPr/>
        </p:nvSpPr>
        <p:spPr bwMode="auto">
          <a:xfrm>
            <a:off x="5088213" y="2058713"/>
            <a:ext cx="461740" cy="3460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i="1">
                <a:latin typeface="微软雅黑" pitchFamily="34" charset="-122"/>
                <a:ea typeface="微软雅黑" pitchFamily="34" charset="-122"/>
              </a:rPr>
              <a:t>w</a:t>
            </a:r>
            <a:r>
              <a:rPr kumimoji="1" lang="en-US" altLang="zh-CN" sz="1400" b="1" baseline="-25000">
                <a:latin typeface="微软雅黑" pitchFamily="34" charset="-122"/>
                <a:ea typeface="微软雅黑" pitchFamily="34" charset="-122"/>
              </a:rPr>
              <a:t>2</a:t>
            </a:r>
          </a:p>
        </p:txBody>
      </p:sp>
      <p:sp>
        <p:nvSpPr>
          <p:cNvPr id="61" name="Text Box 49"/>
          <p:cNvSpPr txBox="1">
            <a:spLocks noChangeArrowheads="1"/>
          </p:cNvSpPr>
          <p:nvPr/>
        </p:nvSpPr>
        <p:spPr bwMode="auto">
          <a:xfrm>
            <a:off x="5092092" y="2788968"/>
            <a:ext cx="461740" cy="3460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i="1" dirty="0">
                <a:latin typeface="微软雅黑" pitchFamily="34" charset="-122"/>
                <a:ea typeface="微软雅黑" pitchFamily="34" charset="-122"/>
              </a:rPr>
              <a:t>w</a:t>
            </a:r>
            <a:r>
              <a:rPr kumimoji="1" lang="en-US" altLang="zh-CN" sz="1400" b="1" baseline="-25000" dirty="0">
                <a:latin typeface="微软雅黑" pitchFamily="34" charset="-122"/>
                <a:ea typeface="微软雅黑" pitchFamily="34" charset="-122"/>
              </a:rPr>
              <a:t>3</a:t>
            </a:r>
          </a:p>
        </p:txBody>
      </p:sp>
    </p:spTree>
    <p:extLst>
      <p:ext uri="{BB962C8B-B14F-4D97-AF65-F5344CB8AC3E}">
        <p14:creationId xmlns:p14="http://schemas.microsoft.com/office/powerpoint/2010/main" val="3388313525"/>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utoShape 5"/>
          <p:cNvSpPr>
            <a:spLocks noChangeArrowheads="1"/>
          </p:cNvSpPr>
          <p:nvPr/>
        </p:nvSpPr>
        <p:spPr bwMode="auto">
          <a:xfrm>
            <a:off x="517853" y="60619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 name="矩形 4"/>
          <p:cNvSpPr>
            <a:spLocks noChangeArrowheads="1"/>
          </p:cNvSpPr>
          <p:nvPr/>
        </p:nvSpPr>
        <p:spPr bwMode="auto">
          <a:xfrm>
            <a:off x="635844" y="556364"/>
            <a:ext cx="56804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加权公平排队 </a:t>
            </a:r>
            <a:r>
              <a:rPr lang="en-US" altLang="zh-CN" sz="2000" b="1" dirty="0">
                <a:latin typeface="微软雅黑" pitchFamily="34" charset="-122"/>
                <a:ea typeface="微软雅黑" pitchFamily="34" charset="-122"/>
              </a:rPr>
              <a:t>WFQ (Weighted Fair Queuing)</a:t>
            </a:r>
          </a:p>
        </p:txBody>
      </p:sp>
      <p:sp>
        <p:nvSpPr>
          <p:cNvPr id="4" name="Rectangle 46"/>
          <p:cNvSpPr>
            <a:spLocks noChangeArrowheads="1"/>
          </p:cNvSpPr>
          <p:nvPr/>
        </p:nvSpPr>
        <p:spPr bwMode="auto">
          <a:xfrm>
            <a:off x="517853" y="944257"/>
            <a:ext cx="8229332" cy="17338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给队列</a:t>
            </a:r>
            <a:r>
              <a:rPr lang="zh-CN" altLang="en-US" sz="2000" b="1" i="1" dirty="0">
                <a:latin typeface="微软雅黑" pitchFamily="34" charset="-122"/>
                <a:ea typeface="微软雅黑" pitchFamily="34" charset="-122"/>
              </a:rPr>
              <a:t> </a:t>
            </a:r>
            <a:r>
              <a:rPr lang="en-US" altLang="zh-CN" sz="2000" b="1" i="1" dirty="0">
                <a:latin typeface="Times New Roman" pitchFamily="18" charset="0"/>
                <a:ea typeface="微软雅黑" pitchFamily="34" charset="-122"/>
                <a:cs typeface="Times New Roman" pitchFamily="18" charset="0"/>
              </a:rPr>
              <a:t>i</a:t>
            </a:r>
            <a:r>
              <a:rPr lang="en-US" altLang="zh-CN" sz="2000" b="1" i="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指派一个</a:t>
            </a:r>
            <a:r>
              <a:rPr lang="zh-CN" altLang="en-US" sz="2000" b="1" dirty="0">
                <a:solidFill>
                  <a:srgbClr val="0000FF"/>
                </a:solidFill>
                <a:latin typeface="微软雅黑" pitchFamily="34" charset="-122"/>
                <a:ea typeface="微软雅黑" pitchFamily="34" charset="-122"/>
              </a:rPr>
              <a:t>权重 </a:t>
            </a:r>
            <a:r>
              <a:rPr lang="en-US" altLang="zh-CN" sz="2800" b="1" i="1" dirty="0" err="1">
                <a:solidFill>
                  <a:srgbClr val="0000FF"/>
                </a:solidFill>
                <a:latin typeface="Times New Roman" pitchFamily="18" charset="0"/>
              </a:rPr>
              <a:t>w</a:t>
            </a:r>
            <a:r>
              <a:rPr lang="en-US" altLang="zh-CN" sz="2800" b="1" i="1" baseline="-25000" dirty="0" err="1">
                <a:solidFill>
                  <a:srgbClr val="0000FF"/>
                </a:solidFill>
                <a:latin typeface="Times New Roman" pitchFamily="18" charset="0"/>
              </a:rPr>
              <a:t>i</a:t>
            </a:r>
            <a:r>
              <a:rPr lang="zh-CN" altLang="en-US" sz="2000" b="1" dirty="0">
                <a:solidFill>
                  <a:srgbClr val="0000FF"/>
                </a:solidFill>
                <a:latin typeface="微软雅黑" pitchFamily="34" charset="-122"/>
                <a:ea typeface="微软雅黑" pitchFamily="34" charset="-122"/>
              </a:rPr>
              <a:t> </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队列</a:t>
            </a:r>
            <a:r>
              <a:rPr lang="zh-CN" altLang="en-US" sz="2000" b="1" i="1" dirty="0">
                <a:latin typeface="微软雅黑" pitchFamily="34" charset="-122"/>
                <a:ea typeface="微软雅黑" pitchFamily="34" charset="-122"/>
              </a:rPr>
              <a:t> </a:t>
            </a:r>
            <a:r>
              <a:rPr lang="en-US" altLang="zh-CN" sz="2000" b="1" i="1" dirty="0">
                <a:latin typeface="Times New Roman" pitchFamily="18" charset="0"/>
                <a:ea typeface="微软雅黑" pitchFamily="34" charset="-122"/>
                <a:cs typeface="Times New Roman" pitchFamily="18" charset="0"/>
              </a:rPr>
              <a:t>i</a:t>
            </a:r>
            <a:r>
              <a:rPr lang="en-US" altLang="zh-CN" sz="2000" b="1" i="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得到的平均服务时间 </a:t>
            </a:r>
            <a:r>
              <a:rPr lang="en-US" altLang="zh-CN" sz="2000" b="1" dirty="0">
                <a:latin typeface="微软雅黑" pitchFamily="34" charset="-122"/>
                <a:ea typeface="微软雅黑" pitchFamily="34" charset="-122"/>
              </a:rPr>
              <a:t>= </a:t>
            </a:r>
            <a:r>
              <a:rPr lang="en-US" altLang="zh-CN" sz="2800" b="1" i="1" dirty="0" err="1">
                <a:solidFill>
                  <a:srgbClr val="0000FF"/>
                </a:solidFill>
                <a:latin typeface="Times New Roman" pitchFamily="18" charset="0"/>
              </a:rPr>
              <a:t>w</a:t>
            </a:r>
            <a:r>
              <a:rPr lang="en-US" altLang="zh-CN" sz="2800" b="1" i="1" baseline="-25000" dirty="0" err="1">
                <a:solidFill>
                  <a:srgbClr val="0000FF"/>
                </a:solidFill>
                <a:latin typeface="Times New Roman" pitchFamily="18" charset="0"/>
              </a:rPr>
              <a:t>i</a:t>
            </a:r>
            <a:r>
              <a:rPr lang="en-US" altLang="zh-CN" sz="2400" b="1" i="1" baseline="-25000" dirty="0">
                <a:solidFill>
                  <a:srgbClr val="0000FF"/>
                </a:solidFill>
                <a:latin typeface="Times New Roman" pitchFamily="18" charset="0"/>
              </a:rPr>
              <a:t> </a:t>
            </a:r>
            <a:r>
              <a:rPr lang="en-US" altLang="zh-CN" sz="2400" b="1" dirty="0">
                <a:solidFill>
                  <a:srgbClr val="0000FF"/>
                </a:solidFill>
                <a:latin typeface="Times New Roman" pitchFamily="18" charset="0"/>
              </a:rPr>
              <a:t>/(</a:t>
            </a:r>
            <a:r>
              <a:rPr lang="en-US" altLang="zh-CN" sz="2400" b="1" dirty="0">
                <a:solidFill>
                  <a:srgbClr val="0000FF"/>
                </a:solidFill>
                <a:latin typeface="Times New Roman" pitchFamily="18" charset="0"/>
                <a:sym typeface="Symbol" pitchFamily="18" charset="2"/>
              </a:rPr>
              <a:t></a:t>
            </a:r>
            <a:r>
              <a:rPr lang="en-US" altLang="zh-CN" sz="2400" b="1" i="1" dirty="0" err="1">
                <a:solidFill>
                  <a:srgbClr val="0000FF"/>
                </a:solidFill>
                <a:latin typeface="Times New Roman" pitchFamily="18" charset="0"/>
              </a:rPr>
              <a:t>w</a:t>
            </a:r>
            <a:r>
              <a:rPr lang="en-US" altLang="zh-CN" sz="2400" b="1" i="1" baseline="-25000" dirty="0" err="1">
                <a:solidFill>
                  <a:srgbClr val="0000FF"/>
                </a:solidFill>
                <a:latin typeface="Times New Roman" pitchFamily="18" charset="0"/>
              </a:rPr>
              <a:t>j</a:t>
            </a:r>
            <a:r>
              <a:rPr lang="en-US" altLang="zh-CN" sz="2400" b="1" dirty="0">
                <a:solidFill>
                  <a:srgbClr val="0000FF"/>
                </a:solidFill>
                <a:latin typeface="Times New Roman" pitchFamily="18" charset="0"/>
              </a:rPr>
              <a:t>)</a:t>
            </a:r>
            <a:endParaRPr lang="en-US" altLang="zh-CN" sz="2000" b="1" dirty="0">
              <a:latin typeface="微软雅黑" pitchFamily="34" charset="-122"/>
              <a:ea typeface="微软雅黑" pitchFamily="34" charset="-122"/>
            </a:endParaRPr>
          </a:p>
          <a:p>
            <a:pPr lvl="2" eaLnBrk="0" hangingPunct="0">
              <a:lnSpc>
                <a:spcPts val="3200"/>
              </a:lnSpc>
              <a:buClr>
                <a:srgbClr val="0070C0"/>
              </a:buClr>
            </a:pPr>
            <a:r>
              <a:rPr lang="zh-CN" altLang="en-US" b="1" dirty="0">
                <a:latin typeface="微软雅黑" pitchFamily="34" charset="-122"/>
                <a:ea typeface="微软雅黑" pitchFamily="34" charset="-122"/>
              </a:rPr>
              <a:t>其中， </a:t>
            </a:r>
            <a:r>
              <a:rPr lang="zh-CN" altLang="en-US" sz="2000" b="1" dirty="0">
                <a:solidFill>
                  <a:srgbClr val="0000FF"/>
                </a:solidFill>
                <a:sym typeface="Symbol" pitchFamily="18" charset="2"/>
              </a:rPr>
              <a:t></a:t>
            </a:r>
            <a:r>
              <a:rPr lang="en-US" altLang="zh-CN" sz="2000" b="1" i="1" dirty="0" err="1">
                <a:solidFill>
                  <a:srgbClr val="0000FF"/>
                </a:solidFill>
                <a:latin typeface="Times New Roman" pitchFamily="18" charset="0"/>
              </a:rPr>
              <a:t>w</a:t>
            </a:r>
            <a:r>
              <a:rPr lang="en-US" altLang="zh-CN" sz="2000" b="1" i="1" baseline="-25000" dirty="0" err="1">
                <a:solidFill>
                  <a:srgbClr val="0000FF"/>
                </a:solidFill>
                <a:latin typeface="Times New Roman" pitchFamily="18" charset="0"/>
              </a:rPr>
              <a:t>j</a:t>
            </a:r>
            <a:r>
              <a:rPr lang="en-US" altLang="zh-CN" b="1" dirty="0">
                <a:solidFill>
                  <a:srgbClr val="0000FF"/>
                </a:solidFill>
                <a:latin typeface="微软雅黑" pitchFamily="34" charset="-122"/>
                <a:ea typeface="微软雅黑" pitchFamily="34" charset="-122"/>
              </a:rPr>
              <a:t> </a:t>
            </a:r>
            <a:r>
              <a:rPr lang="zh-CN" altLang="en-US" b="1" dirty="0">
                <a:latin typeface="微软雅黑" pitchFamily="34" charset="-122"/>
                <a:ea typeface="微软雅黑" pitchFamily="34" charset="-122"/>
              </a:rPr>
              <a:t>是对所有的非空队列的权重求和。</a:t>
            </a: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队列 </a:t>
            </a:r>
            <a:r>
              <a:rPr lang="en-US" altLang="zh-CN" sz="2000" b="1" i="1" dirty="0">
                <a:latin typeface="Times New Roman" pitchFamily="18" charset="0"/>
                <a:ea typeface="微软雅黑" pitchFamily="34" charset="-122"/>
                <a:cs typeface="Times New Roman" pitchFamily="18" charset="0"/>
              </a:rPr>
              <a:t>i </a:t>
            </a:r>
            <a:r>
              <a:rPr lang="zh-CN" altLang="en-US" sz="2000" b="1" dirty="0">
                <a:latin typeface="微软雅黑" pitchFamily="34" charset="-122"/>
                <a:ea typeface="微软雅黑" pitchFamily="34" charset="-122"/>
              </a:rPr>
              <a:t>将得到的有保证的带宽 </a:t>
            </a:r>
            <a:r>
              <a:rPr lang="en-US" altLang="zh-CN" sz="2000" i="1" dirty="0">
                <a:latin typeface="Times New Roman" pitchFamily="18" charset="0"/>
              </a:rPr>
              <a:t>R</a:t>
            </a:r>
            <a:r>
              <a:rPr lang="en-US" altLang="zh-CN" sz="2000" i="1" baseline="-25000" dirty="0">
                <a:latin typeface="Times New Roman" pitchFamily="18" charset="0"/>
              </a:rPr>
              <a:t>i </a:t>
            </a:r>
            <a:r>
              <a:rPr lang="zh-CN" altLang="en-US" sz="2000" b="1" dirty="0">
                <a:latin typeface="微软雅黑" pitchFamily="34" charset="-122"/>
                <a:ea typeface="微软雅黑" pitchFamily="34" charset="-122"/>
              </a:rPr>
              <a:t>应为</a:t>
            </a:r>
            <a:endParaRPr lang="en-US" altLang="zh-CN" sz="2000" b="1" dirty="0">
              <a:latin typeface="微软雅黑" pitchFamily="34" charset="-122"/>
              <a:ea typeface="微软雅黑" pitchFamily="34" charset="-122"/>
            </a:endParaRPr>
          </a:p>
        </p:txBody>
      </p:sp>
      <p:grpSp>
        <p:nvGrpSpPr>
          <p:cNvPr id="2" name="组合 1"/>
          <p:cNvGrpSpPr/>
          <p:nvPr/>
        </p:nvGrpSpPr>
        <p:grpSpPr>
          <a:xfrm>
            <a:off x="1371318" y="2678065"/>
            <a:ext cx="6426925" cy="927251"/>
            <a:chOff x="1497875" y="2727247"/>
            <a:chExt cx="6426925" cy="927251"/>
          </a:xfrm>
        </p:grpSpPr>
        <p:sp>
          <p:nvSpPr>
            <p:cNvPr id="7" name="矩形 6"/>
            <p:cNvSpPr/>
            <p:nvPr/>
          </p:nvSpPr>
          <p:spPr>
            <a:xfrm>
              <a:off x="1497875" y="2727247"/>
              <a:ext cx="6426925" cy="927251"/>
            </a:xfrm>
            <a:prstGeom prst="rect">
              <a:avLst/>
            </a:prstGeom>
            <a:solidFill>
              <a:srgbClr val="FFFF99"/>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aphicFrame>
          <p:nvGraphicFramePr>
            <p:cNvPr id="8" name="Object 4"/>
            <p:cNvGraphicFramePr>
              <a:graphicFrameLocks noChangeAspect="1"/>
            </p:cNvGraphicFramePr>
            <p:nvPr/>
          </p:nvGraphicFramePr>
          <p:xfrm>
            <a:off x="2980028" y="2767967"/>
            <a:ext cx="1600681" cy="886531"/>
          </p:xfrm>
          <a:graphic>
            <a:graphicData uri="http://schemas.openxmlformats.org/presentationml/2006/ole">
              <mc:AlternateContent xmlns:mc="http://schemas.openxmlformats.org/markup-compatibility/2006">
                <mc:Choice xmlns:v="urn:schemas-microsoft-com:vml" Requires="v">
                  <p:oleObj name="公式" r:id="rId2" imgW="736280" imgH="444307" progId="Equation.3">
                    <p:embed/>
                  </p:oleObj>
                </mc:Choice>
                <mc:Fallback>
                  <p:oleObj name="公式" r:id="rId2" imgW="736280" imgH="444307" progId="Equation.3">
                    <p:embed/>
                    <p:pic>
                      <p:nvPicPr>
                        <p:cNvPr id="8"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80028" y="2767967"/>
                          <a:ext cx="1600681" cy="88653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 name="矩形 8"/>
            <p:cNvSpPr/>
            <p:nvPr/>
          </p:nvSpPr>
          <p:spPr>
            <a:xfrm>
              <a:off x="6627171" y="3011177"/>
              <a:ext cx="889988" cy="400110"/>
            </a:xfrm>
            <a:prstGeom prst="rect">
              <a:avLst/>
            </a:prstGeom>
            <a:noFill/>
            <a:ln>
              <a:noFill/>
            </a:ln>
          </p:spPr>
          <p:txBody>
            <a:bodyPr wrap="none">
              <a:spAutoFit/>
            </a:bodyPr>
            <a:lstStyle/>
            <a:p>
              <a:pPr algn="ctr"/>
              <a:r>
                <a:rPr lang="en-US" altLang="zh-CN" sz="2000" b="1" dirty="0">
                  <a:latin typeface="微软雅黑" panose="020B0503020204020204" pitchFamily="34" charset="-122"/>
                  <a:ea typeface="微软雅黑" panose="020B0503020204020204" pitchFamily="34" charset="-122"/>
                </a:rPr>
                <a:t>(4-1)</a:t>
              </a:r>
              <a:r>
                <a:rPr lang="zh-CN" altLang="en-US" sz="2000" b="1" dirty="0">
                  <a:latin typeface="微软雅黑" panose="020B0503020204020204" pitchFamily="34" charset="-122"/>
                  <a:ea typeface="微软雅黑" panose="020B0503020204020204" pitchFamily="34" charset="-122"/>
                </a:rPr>
                <a:t> </a:t>
              </a:r>
            </a:p>
          </p:txBody>
        </p:sp>
      </p:grpSp>
    </p:spTree>
    <p:extLst>
      <p:ext uri="{BB962C8B-B14F-4D97-AF65-F5344CB8AC3E}">
        <p14:creationId xmlns:p14="http://schemas.microsoft.com/office/powerpoint/2010/main" val="4012869938"/>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AutoShape 5"/>
          <p:cNvSpPr>
            <a:spLocks noChangeArrowheads="1"/>
          </p:cNvSpPr>
          <p:nvPr/>
        </p:nvSpPr>
        <p:spPr bwMode="auto">
          <a:xfrm>
            <a:off x="517853" y="613939"/>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 name="矩形 4"/>
          <p:cNvSpPr>
            <a:spLocks noChangeArrowheads="1"/>
          </p:cNvSpPr>
          <p:nvPr/>
        </p:nvSpPr>
        <p:spPr bwMode="auto">
          <a:xfrm>
            <a:off x="635844" y="564111"/>
            <a:ext cx="27286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WFQ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FIFO </a:t>
            </a:r>
            <a:r>
              <a:rPr lang="zh-CN" altLang="en-US" sz="2000" b="1" dirty="0">
                <a:latin typeface="微软雅黑" pitchFamily="34" charset="-122"/>
                <a:ea typeface="微软雅黑" pitchFamily="34" charset="-122"/>
              </a:rPr>
              <a:t>的比较 </a:t>
            </a:r>
          </a:p>
        </p:txBody>
      </p:sp>
      <p:sp>
        <p:nvSpPr>
          <p:cNvPr id="4" name="圆角矩形 3"/>
          <p:cNvSpPr/>
          <p:nvPr/>
        </p:nvSpPr>
        <p:spPr>
          <a:xfrm>
            <a:off x="517852" y="966645"/>
            <a:ext cx="8133857" cy="326572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矩形 5"/>
          <p:cNvSpPr/>
          <p:nvPr/>
        </p:nvSpPr>
        <p:spPr>
          <a:xfrm>
            <a:off x="2963667" y="997234"/>
            <a:ext cx="3155031" cy="369332"/>
          </a:xfrm>
          <a:prstGeom prst="rect">
            <a:avLst/>
          </a:prstGeom>
        </p:spPr>
        <p:txBody>
          <a:bodyPr wrap="none">
            <a:spAutoFit/>
          </a:bodyPr>
          <a:lstStyle/>
          <a:p>
            <a:pPr algn="ctr"/>
            <a:r>
              <a:rPr lang="en-US" altLang="zh-CN" b="1" dirty="0">
                <a:solidFill>
                  <a:srgbClr val="0000CC"/>
                </a:solidFill>
                <a:latin typeface="微软雅黑" pitchFamily="34" charset="-122"/>
                <a:ea typeface="微软雅黑" pitchFamily="34" charset="-122"/>
              </a:rPr>
              <a:t>(a) </a:t>
            </a:r>
            <a:r>
              <a:rPr lang="zh-CN" altLang="en-US" b="1" dirty="0">
                <a:solidFill>
                  <a:srgbClr val="0000CC"/>
                </a:solidFill>
                <a:latin typeface="微软雅黑" pitchFamily="34" charset="-122"/>
                <a:ea typeface="微软雅黑" pitchFamily="34" charset="-122"/>
              </a:rPr>
              <a:t>分组流 </a:t>
            </a:r>
            <a:r>
              <a:rPr lang="en-US" altLang="zh-CN" b="1" dirty="0">
                <a:solidFill>
                  <a:srgbClr val="0000CC"/>
                </a:solidFill>
                <a:latin typeface="微软雅黑" pitchFamily="34" charset="-122"/>
                <a:ea typeface="微软雅黑" pitchFamily="34" charset="-122"/>
              </a:rPr>
              <a:t>1 </a:t>
            </a:r>
            <a:r>
              <a:rPr lang="zh-CN" altLang="en-US" b="1" dirty="0">
                <a:solidFill>
                  <a:srgbClr val="0000CC"/>
                </a:solidFill>
                <a:latin typeface="微软雅黑" pitchFamily="34" charset="-122"/>
                <a:ea typeface="微软雅黑" pitchFamily="34" charset="-122"/>
              </a:rPr>
              <a:t>的分组连续输入</a:t>
            </a:r>
          </a:p>
        </p:txBody>
      </p:sp>
      <p:grpSp>
        <p:nvGrpSpPr>
          <p:cNvPr id="84" name="组合 83"/>
          <p:cNvGrpSpPr/>
          <p:nvPr/>
        </p:nvGrpSpPr>
        <p:grpSpPr>
          <a:xfrm>
            <a:off x="1881794" y="2992280"/>
            <a:ext cx="6476653" cy="311413"/>
            <a:chOff x="1881794" y="2966153"/>
            <a:chExt cx="6476653" cy="311413"/>
          </a:xfrm>
        </p:grpSpPr>
        <p:sp>
          <p:nvSpPr>
            <p:cNvPr id="20" name="Rectangle 17"/>
            <p:cNvSpPr>
              <a:spLocks noChangeArrowheads="1"/>
            </p:cNvSpPr>
            <p:nvPr/>
          </p:nvSpPr>
          <p:spPr bwMode="auto">
            <a:xfrm>
              <a:off x="2588006" y="2980784"/>
              <a:ext cx="253059" cy="227309"/>
            </a:xfrm>
            <a:prstGeom prst="rect">
              <a:avLst/>
            </a:prstGeom>
            <a:solidFill>
              <a:srgbClr val="FF66FF"/>
            </a:solidFill>
            <a:ln w="9525" algn="ctr">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21" name="Rectangle 18"/>
            <p:cNvSpPr>
              <a:spLocks noChangeArrowheads="1"/>
            </p:cNvSpPr>
            <p:nvPr/>
          </p:nvSpPr>
          <p:spPr bwMode="auto">
            <a:xfrm>
              <a:off x="2841065" y="2980784"/>
              <a:ext cx="251925" cy="22730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2</a:t>
              </a:r>
            </a:p>
          </p:txBody>
        </p:sp>
        <p:sp>
          <p:nvSpPr>
            <p:cNvPr id="22" name="Rectangle 19"/>
            <p:cNvSpPr>
              <a:spLocks noChangeArrowheads="1"/>
            </p:cNvSpPr>
            <p:nvPr/>
          </p:nvSpPr>
          <p:spPr bwMode="auto">
            <a:xfrm>
              <a:off x="3092990" y="2980784"/>
              <a:ext cx="253060" cy="22730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3</a:t>
              </a:r>
            </a:p>
          </p:txBody>
        </p:sp>
        <p:sp>
          <p:nvSpPr>
            <p:cNvPr id="23" name="Rectangle 20"/>
            <p:cNvSpPr>
              <a:spLocks noChangeArrowheads="1"/>
            </p:cNvSpPr>
            <p:nvPr/>
          </p:nvSpPr>
          <p:spPr bwMode="auto">
            <a:xfrm>
              <a:off x="3346049" y="2980784"/>
              <a:ext cx="253059" cy="22730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4</a:t>
              </a:r>
            </a:p>
          </p:txBody>
        </p:sp>
        <p:sp>
          <p:nvSpPr>
            <p:cNvPr id="24" name="Rectangle 21"/>
            <p:cNvSpPr>
              <a:spLocks noChangeArrowheads="1"/>
            </p:cNvSpPr>
            <p:nvPr/>
          </p:nvSpPr>
          <p:spPr bwMode="auto">
            <a:xfrm>
              <a:off x="3599109" y="2980784"/>
              <a:ext cx="251925" cy="22730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5</a:t>
              </a:r>
            </a:p>
          </p:txBody>
        </p:sp>
        <p:sp>
          <p:nvSpPr>
            <p:cNvPr id="25" name="Rectangle 22"/>
            <p:cNvSpPr>
              <a:spLocks noChangeArrowheads="1"/>
            </p:cNvSpPr>
            <p:nvPr/>
          </p:nvSpPr>
          <p:spPr bwMode="auto">
            <a:xfrm>
              <a:off x="3851034" y="2980784"/>
              <a:ext cx="253060" cy="22730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6</a:t>
              </a:r>
            </a:p>
          </p:txBody>
        </p:sp>
        <p:sp>
          <p:nvSpPr>
            <p:cNvPr id="26" name="Rectangle 23"/>
            <p:cNvSpPr>
              <a:spLocks noChangeArrowheads="1"/>
            </p:cNvSpPr>
            <p:nvPr/>
          </p:nvSpPr>
          <p:spPr bwMode="auto">
            <a:xfrm>
              <a:off x="4104094" y="2980784"/>
              <a:ext cx="251925" cy="22730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7</a:t>
              </a:r>
            </a:p>
          </p:txBody>
        </p:sp>
        <p:sp>
          <p:nvSpPr>
            <p:cNvPr id="27" name="Rectangle 24"/>
            <p:cNvSpPr>
              <a:spLocks noChangeArrowheads="1"/>
            </p:cNvSpPr>
            <p:nvPr/>
          </p:nvSpPr>
          <p:spPr bwMode="auto">
            <a:xfrm>
              <a:off x="4356019" y="2980784"/>
              <a:ext cx="253059" cy="22730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8</a:t>
              </a:r>
            </a:p>
          </p:txBody>
        </p:sp>
        <p:sp>
          <p:nvSpPr>
            <p:cNvPr id="28" name="Rectangle 25"/>
            <p:cNvSpPr>
              <a:spLocks noChangeArrowheads="1"/>
            </p:cNvSpPr>
            <p:nvPr/>
          </p:nvSpPr>
          <p:spPr bwMode="auto">
            <a:xfrm>
              <a:off x="4609079" y="2980784"/>
              <a:ext cx="253060" cy="22730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9</a:t>
              </a:r>
            </a:p>
          </p:txBody>
        </p:sp>
        <p:sp>
          <p:nvSpPr>
            <p:cNvPr id="29" name="Rectangle 26"/>
            <p:cNvSpPr>
              <a:spLocks noChangeArrowheads="1"/>
            </p:cNvSpPr>
            <p:nvPr/>
          </p:nvSpPr>
          <p:spPr bwMode="auto">
            <a:xfrm>
              <a:off x="4862138" y="2980784"/>
              <a:ext cx="251925" cy="22730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10</a:t>
              </a:r>
            </a:p>
          </p:txBody>
        </p:sp>
        <p:sp>
          <p:nvSpPr>
            <p:cNvPr id="30" name="Rectangle 27"/>
            <p:cNvSpPr>
              <a:spLocks noChangeArrowheads="1"/>
            </p:cNvSpPr>
            <p:nvPr/>
          </p:nvSpPr>
          <p:spPr bwMode="auto">
            <a:xfrm>
              <a:off x="5114063" y="2980784"/>
              <a:ext cx="253059" cy="22730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11</a:t>
              </a:r>
            </a:p>
          </p:txBody>
        </p:sp>
        <p:sp>
          <p:nvSpPr>
            <p:cNvPr id="31" name="Rectangle 28"/>
            <p:cNvSpPr>
              <a:spLocks noChangeArrowheads="1"/>
            </p:cNvSpPr>
            <p:nvPr/>
          </p:nvSpPr>
          <p:spPr bwMode="auto">
            <a:xfrm>
              <a:off x="5367123" y="2980784"/>
              <a:ext cx="253060" cy="227309"/>
            </a:xfrm>
            <a:prstGeom prst="rect">
              <a:avLst/>
            </a:prstGeom>
            <a:solidFill>
              <a:srgbClr val="FF66FF"/>
            </a:solidFill>
            <a:ln w="9525" algn="ctr">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3" name="Rectangle 50"/>
            <p:cNvSpPr>
              <a:spLocks noChangeArrowheads="1"/>
            </p:cNvSpPr>
            <p:nvPr/>
          </p:nvSpPr>
          <p:spPr bwMode="auto">
            <a:xfrm>
              <a:off x="5620183" y="2980784"/>
              <a:ext cx="251925" cy="227309"/>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4" name="Rectangle 51"/>
            <p:cNvSpPr>
              <a:spLocks noChangeArrowheads="1"/>
            </p:cNvSpPr>
            <p:nvPr/>
          </p:nvSpPr>
          <p:spPr bwMode="auto">
            <a:xfrm>
              <a:off x="5872108" y="2980784"/>
              <a:ext cx="253059" cy="227309"/>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5" name="Rectangle 52"/>
            <p:cNvSpPr>
              <a:spLocks noChangeArrowheads="1"/>
            </p:cNvSpPr>
            <p:nvPr/>
          </p:nvSpPr>
          <p:spPr bwMode="auto">
            <a:xfrm>
              <a:off x="6125167" y="2980784"/>
              <a:ext cx="253060" cy="227309"/>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6" name="Rectangle 53"/>
            <p:cNvSpPr>
              <a:spLocks noChangeArrowheads="1"/>
            </p:cNvSpPr>
            <p:nvPr/>
          </p:nvSpPr>
          <p:spPr bwMode="auto">
            <a:xfrm>
              <a:off x="6378227" y="2980784"/>
              <a:ext cx="251925" cy="227309"/>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7" name="Rectangle 54"/>
            <p:cNvSpPr>
              <a:spLocks noChangeArrowheads="1"/>
            </p:cNvSpPr>
            <p:nvPr/>
          </p:nvSpPr>
          <p:spPr bwMode="auto">
            <a:xfrm>
              <a:off x="6630152" y="2980784"/>
              <a:ext cx="253059" cy="227309"/>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8" name="Rectangle 55"/>
            <p:cNvSpPr>
              <a:spLocks noChangeArrowheads="1"/>
            </p:cNvSpPr>
            <p:nvPr/>
          </p:nvSpPr>
          <p:spPr bwMode="auto">
            <a:xfrm>
              <a:off x="6883211" y="2980784"/>
              <a:ext cx="253060" cy="227309"/>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9" name="Rectangle 56"/>
            <p:cNvSpPr>
              <a:spLocks noChangeArrowheads="1"/>
            </p:cNvSpPr>
            <p:nvPr/>
          </p:nvSpPr>
          <p:spPr bwMode="auto">
            <a:xfrm>
              <a:off x="7136271" y="2980784"/>
              <a:ext cx="251925" cy="227309"/>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60" name="Rectangle 57"/>
            <p:cNvSpPr>
              <a:spLocks noChangeArrowheads="1"/>
            </p:cNvSpPr>
            <p:nvPr/>
          </p:nvSpPr>
          <p:spPr bwMode="auto">
            <a:xfrm>
              <a:off x="7388196" y="2980784"/>
              <a:ext cx="253059" cy="227309"/>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61" name="Rectangle 58"/>
            <p:cNvSpPr>
              <a:spLocks noChangeArrowheads="1"/>
            </p:cNvSpPr>
            <p:nvPr/>
          </p:nvSpPr>
          <p:spPr bwMode="auto">
            <a:xfrm>
              <a:off x="7641256" y="2980784"/>
              <a:ext cx="253060" cy="227309"/>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65" name="Text Box 62"/>
            <p:cNvSpPr txBox="1">
              <a:spLocks noChangeArrowheads="1"/>
            </p:cNvSpPr>
            <p:nvPr/>
          </p:nvSpPr>
          <p:spPr bwMode="auto">
            <a:xfrm>
              <a:off x="1881794" y="2966153"/>
              <a:ext cx="59503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FIFO</a:t>
              </a:r>
              <a:endParaRPr kumimoji="1" lang="en-US" altLang="zh-CN" sz="1200" b="1" dirty="0">
                <a:latin typeface="微软雅黑" pitchFamily="34" charset="-122"/>
                <a:ea typeface="微软雅黑" pitchFamily="34" charset="-122"/>
              </a:endParaRPr>
            </a:p>
          </p:txBody>
        </p:sp>
        <p:sp>
          <p:nvSpPr>
            <p:cNvPr id="71" name="Line 69"/>
            <p:cNvSpPr>
              <a:spLocks noChangeShapeType="1"/>
            </p:cNvSpPr>
            <p:nvPr/>
          </p:nvSpPr>
          <p:spPr bwMode="auto">
            <a:xfrm>
              <a:off x="2524457" y="3216933"/>
              <a:ext cx="5715177" cy="0"/>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itchFamily="34" charset="-122"/>
                <a:ea typeface="微软雅黑" pitchFamily="34" charset="-122"/>
              </a:endParaRPr>
            </a:p>
          </p:txBody>
        </p:sp>
        <p:sp>
          <p:nvSpPr>
            <p:cNvPr id="76" name="Text Box 74"/>
            <p:cNvSpPr txBox="1">
              <a:spLocks noChangeArrowheads="1"/>
            </p:cNvSpPr>
            <p:nvPr/>
          </p:nvSpPr>
          <p:spPr bwMode="auto">
            <a:xfrm>
              <a:off x="8109661" y="3000567"/>
              <a:ext cx="24878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i="1" dirty="0">
                  <a:latin typeface="微软雅黑" pitchFamily="34" charset="-122"/>
                  <a:ea typeface="微软雅黑" pitchFamily="34" charset="-122"/>
                </a:rPr>
                <a:t>t</a:t>
              </a:r>
            </a:p>
          </p:txBody>
        </p:sp>
      </p:grpSp>
      <p:grpSp>
        <p:nvGrpSpPr>
          <p:cNvPr id="85" name="组合 84"/>
          <p:cNvGrpSpPr/>
          <p:nvPr/>
        </p:nvGrpSpPr>
        <p:grpSpPr>
          <a:xfrm>
            <a:off x="1890503" y="3421338"/>
            <a:ext cx="6467944" cy="337540"/>
            <a:chOff x="1890503" y="3320270"/>
            <a:chExt cx="6467944" cy="337540"/>
          </a:xfrm>
        </p:grpSpPr>
        <p:sp>
          <p:nvSpPr>
            <p:cNvPr id="32" name="Rectangle 29"/>
            <p:cNvSpPr>
              <a:spLocks noChangeArrowheads="1"/>
            </p:cNvSpPr>
            <p:nvPr/>
          </p:nvSpPr>
          <p:spPr bwMode="auto">
            <a:xfrm>
              <a:off x="2588006" y="3361030"/>
              <a:ext cx="253059" cy="227308"/>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dirty="0">
                  <a:latin typeface="微软雅黑" pitchFamily="34" charset="-122"/>
                  <a:ea typeface="微软雅黑" pitchFamily="34" charset="-122"/>
                </a:rPr>
                <a:t>1</a:t>
              </a:r>
            </a:p>
          </p:txBody>
        </p:sp>
        <p:sp>
          <p:nvSpPr>
            <p:cNvPr id="33" name="Rectangle 30"/>
            <p:cNvSpPr>
              <a:spLocks noChangeArrowheads="1"/>
            </p:cNvSpPr>
            <p:nvPr/>
          </p:nvSpPr>
          <p:spPr bwMode="auto">
            <a:xfrm>
              <a:off x="2841065" y="3361030"/>
              <a:ext cx="251925" cy="227308"/>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34" name="Rectangle 31"/>
            <p:cNvSpPr>
              <a:spLocks noChangeArrowheads="1"/>
            </p:cNvSpPr>
            <p:nvPr/>
          </p:nvSpPr>
          <p:spPr bwMode="auto">
            <a:xfrm>
              <a:off x="3092990" y="3361030"/>
              <a:ext cx="253060" cy="227308"/>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35" name="Rectangle 32"/>
            <p:cNvSpPr>
              <a:spLocks noChangeArrowheads="1"/>
            </p:cNvSpPr>
            <p:nvPr/>
          </p:nvSpPr>
          <p:spPr bwMode="auto">
            <a:xfrm>
              <a:off x="3346049" y="3361030"/>
              <a:ext cx="253059" cy="227308"/>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36" name="Rectangle 33"/>
            <p:cNvSpPr>
              <a:spLocks noChangeArrowheads="1"/>
            </p:cNvSpPr>
            <p:nvPr/>
          </p:nvSpPr>
          <p:spPr bwMode="auto">
            <a:xfrm>
              <a:off x="3599109" y="3361030"/>
              <a:ext cx="251925" cy="227308"/>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37" name="Rectangle 34"/>
            <p:cNvSpPr>
              <a:spLocks noChangeArrowheads="1"/>
            </p:cNvSpPr>
            <p:nvPr/>
          </p:nvSpPr>
          <p:spPr bwMode="auto">
            <a:xfrm>
              <a:off x="3851034" y="3361030"/>
              <a:ext cx="253060" cy="227308"/>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38" name="Rectangle 35"/>
            <p:cNvSpPr>
              <a:spLocks noChangeArrowheads="1"/>
            </p:cNvSpPr>
            <p:nvPr/>
          </p:nvSpPr>
          <p:spPr bwMode="auto">
            <a:xfrm>
              <a:off x="4104094" y="3361030"/>
              <a:ext cx="251925" cy="227308"/>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39" name="Rectangle 36"/>
            <p:cNvSpPr>
              <a:spLocks noChangeArrowheads="1"/>
            </p:cNvSpPr>
            <p:nvPr/>
          </p:nvSpPr>
          <p:spPr bwMode="auto">
            <a:xfrm>
              <a:off x="4356019" y="3361030"/>
              <a:ext cx="253059" cy="227308"/>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40" name="Rectangle 37"/>
            <p:cNvSpPr>
              <a:spLocks noChangeArrowheads="1"/>
            </p:cNvSpPr>
            <p:nvPr/>
          </p:nvSpPr>
          <p:spPr bwMode="auto">
            <a:xfrm>
              <a:off x="4609079" y="3361030"/>
              <a:ext cx="253060" cy="227308"/>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41" name="Rectangle 38"/>
            <p:cNvSpPr>
              <a:spLocks noChangeArrowheads="1"/>
            </p:cNvSpPr>
            <p:nvPr/>
          </p:nvSpPr>
          <p:spPr bwMode="auto">
            <a:xfrm>
              <a:off x="4862138" y="3361030"/>
              <a:ext cx="251925" cy="227308"/>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dirty="0">
                  <a:latin typeface="微软雅黑" pitchFamily="34" charset="-122"/>
                  <a:ea typeface="微软雅黑" pitchFamily="34" charset="-122"/>
                </a:rPr>
                <a:t>1</a:t>
              </a:r>
            </a:p>
          </p:txBody>
        </p:sp>
        <p:sp>
          <p:nvSpPr>
            <p:cNvPr id="42" name="Rectangle 39"/>
            <p:cNvSpPr>
              <a:spLocks noChangeArrowheads="1"/>
            </p:cNvSpPr>
            <p:nvPr/>
          </p:nvSpPr>
          <p:spPr bwMode="auto">
            <a:xfrm>
              <a:off x="5114063" y="3361030"/>
              <a:ext cx="253059" cy="227308"/>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2</a:t>
              </a:r>
            </a:p>
          </p:txBody>
        </p:sp>
        <p:sp>
          <p:nvSpPr>
            <p:cNvPr id="43" name="Rectangle 40"/>
            <p:cNvSpPr>
              <a:spLocks noChangeArrowheads="1"/>
            </p:cNvSpPr>
            <p:nvPr/>
          </p:nvSpPr>
          <p:spPr bwMode="auto">
            <a:xfrm>
              <a:off x="5367123" y="3361030"/>
              <a:ext cx="253060" cy="227308"/>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3</a:t>
              </a:r>
            </a:p>
          </p:txBody>
        </p:sp>
        <p:sp>
          <p:nvSpPr>
            <p:cNvPr id="44" name="Rectangle 41"/>
            <p:cNvSpPr>
              <a:spLocks noChangeArrowheads="1"/>
            </p:cNvSpPr>
            <p:nvPr/>
          </p:nvSpPr>
          <p:spPr bwMode="auto">
            <a:xfrm>
              <a:off x="5620183" y="3361030"/>
              <a:ext cx="251925" cy="227308"/>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4</a:t>
              </a:r>
            </a:p>
          </p:txBody>
        </p:sp>
        <p:sp>
          <p:nvSpPr>
            <p:cNvPr id="45" name="Rectangle 42"/>
            <p:cNvSpPr>
              <a:spLocks noChangeArrowheads="1"/>
            </p:cNvSpPr>
            <p:nvPr/>
          </p:nvSpPr>
          <p:spPr bwMode="auto">
            <a:xfrm>
              <a:off x="5872108" y="3361030"/>
              <a:ext cx="253059" cy="227308"/>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5</a:t>
              </a:r>
            </a:p>
          </p:txBody>
        </p:sp>
        <p:sp>
          <p:nvSpPr>
            <p:cNvPr id="46" name="Rectangle 43"/>
            <p:cNvSpPr>
              <a:spLocks noChangeArrowheads="1"/>
            </p:cNvSpPr>
            <p:nvPr/>
          </p:nvSpPr>
          <p:spPr bwMode="auto">
            <a:xfrm>
              <a:off x="6125167" y="3361030"/>
              <a:ext cx="253060" cy="227308"/>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6</a:t>
              </a:r>
            </a:p>
          </p:txBody>
        </p:sp>
        <p:sp>
          <p:nvSpPr>
            <p:cNvPr id="47" name="Rectangle 44"/>
            <p:cNvSpPr>
              <a:spLocks noChangeArrowheads="1"/>
            </p:cNvSpPr>
            <p:nvPr/>
          </p:nvSpPr>
          <p:spPr bwMode="auto">
            <a:xfrm>
              <a:off x="6378227" y="3361030"/>
              <a:ext cx="251925" cy="227308"/>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7</a:t>
              </a:r>
            </a:p>
          </p:txBody>
        </p:sp>
        <p:sp>
          <p:nvSpPr>
            <p:cNvPr id="48" name="Rectangle 45"/>
            <p:cNvSpPr>
              <a:spLocks noChangeArrowheads="1"/>
            </p:cNvSpPr>
            <p:nvPr/>
          </p:nvSpPr>
          <p:spPr bwMode="auto">
            <a:xfrm>
              <a:off x="6630152" y="3361030"/>
              <a:ext cx="253059" cy="227308"/>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8</a:t>
              </a:r>
            </a:p>
          </p:txBody>
        </p:sp>
        <p:sp>
          <p:nvSpPr>
            <p:cNvPr id="49" name="Rectangle 46"/>
            <p:cNvSpPr>
              <a:spLocks noChangeArrowheads="1"/>
            </p:cNvSpPr>
            <p:nvPr/>
          </p:nvSpPr>
          <p:spPr bwMode="auto">
            <a:xfrm>
              <a:off x="6883211" y="3361030"/>
              <a:ext cx="253060" cy="227308"/>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9</a:t>
              </a:r>
            </a:p>
          </p:txBody>
        </p:sp>
        <p:sp>
          <p:nvSpPr>
            <p:cNvPr id="50" name="Rectangle 47"/>
            <p:cNvSpPr>
              <a:spLocks noChangeArrowheads="1"/>
            </p:cNvSpPr>
            <p:nvPr/>
          </p:nvSpPr>
          <p:spPr bwMode="auto">
            <a:xfrm>
              <a:off x="7136271" y="3361030"/>
              <a:ext cx="251925" cy="227308"/>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10</a:t>
              </a:r>
            </a:p>
          </p:txBody>
        </p:sp>
        <p:sp>
          <p:nvSpPr>
            <p:cNvPr id="51" name="Rectangle 48"/>
            <p:cNvSpPr>
              <a:spLocks noChangeArrowheads="1"/>
            </p:cNvSpPr>
            <p:nvPr/>
          </p:nvSpPr>
          <p:spPr bwMode="auto">
            <a:xfrm>
              <a:off x="7388196" y="3361030"/>
              <a:ext cx="253059" cy="227308"/>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11</a:t>
              </a:r>
            </a:p>
          </p:txBody>
        </p:sp>
        <p:sp>
          <p:nvSpPr>
            <p:cNvPr id="52" name="Rectangle 49"/>
            <p:cNvSpPr>
              <a:spLocks noChangeArrowheads="1"/>
            </p:cNvSpPr>
            <p:nvPr/>
          </p:nvSpPr>
          <p:spPr bwMode="auto">
            <a:xfrm>
              <a:off x="7641256" y="3361030"/>
              <a:ext cx="253060" cy="227308"/>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66" name="Text Box 63"/>
            <p:cNvSpPr txBox="1">
              <a:spLocks noChangeArrowheads="1"/>
            </p:cNvSpPr>
            <p:nvPr/>
          </p:nvSpPr>
          <p:spPr bwMode="auto">
            <a:xfrm>
              <a:off x="1890503" y="3320270"/>
              <a:ext cx="62709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WFQ</a:t>
              </a:r>
            </a:p>
          </p:txBody>
        </p:sp>
        <p:sp>
          <p:nvSpPr>
            <p:cNvPr id="72" name="Line 70"/>
            <p:cNvSpPr>
              <a:spLocks noChangeShapeType="1"/>
            </p:cNvSpPr>
            <p:nvPr/>
          </p:nvSpPr>
          <p:spPr bwMode="auto">
            <a:xfrm>
              <a:off x="2524457" y="3597177"/>
              <a:ext cx="5715177" cy="0"/>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itchFamily="34" charset="-122"/>
                <a:ea typeface="微软雅黑" pitchFamily="34" charset="-122"/>
              </a:endParaRPr>
            </a:p>
          </p:txBody>
        </p:sp>
        <p:sp>
          <p:nvSpPr>
            <p:cNvPr id="77" name="Text Box 75"/>
            <p:cNvSpPr txBox="1">
              <a:spLocks noChangeArrowheads="1"/>
            </p:cNvSpPr>
            <p:nvPr/>
          </p:nvSpPr>
          <p:spPr bwMode="auto">
            <a:xfrm>
              <a:off x="8109661" y="3380811"/>
              <a:ext cx="24878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i="1" dirty="0">
                  <a:latin typeface="微软雅黑" pitchFamily="34" charset="-122"/>
                  <a:ea typeface="微软雅黑" pitchFamily="34" charset="-122"/>
                </a:rPr>
                <a:t>t</a:t>
              </a:r>
            </a:p>
          </p:txBody>
        </p:sp>
      </p:grpSp>
      <p:grpSp>
        <p:nvGrpSpPr>
          <p:cNvPr id="3" name="组合 2"/>
          <p:cNvGrpSpPr/>
          <p:nvPr/>
        </p:nvGrpSpPr>
        <p:grpSpPr>
          <a:xfrm>
            <a:off x="775927" y="1468658"/>
            <a:ext cx="7582521" cy="1227893"/>
            <a:chOff x="775927" y="1407695"/>
            <a:chExt cx="7582521" cy="1227893"/>
          </a:xfrm>
        </p:grpSpPr>
        <p:sp>
          <p:nvSpPr>
            <p:cNvPr id="7" name="Rectangle 4"/>
            <p:cNvSpPr>
              <a:spLocks noChangeArrowheads="1"/>
            </p:cNvSpPr>
            <p:nvPr/>
          </p:nvSpPr>
          <p:spPr bwMode="auto">
            <a:xfrm>
              <a:off x="2588006" y="1420233"/>
              <a:ext cx="253059" cy="22835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8" name="Rectangle 5"/>
            <p:cNvSpPr>
              <a:spLocks noChangeArrowheads="1"/>
            </p:cNvSpPr>
            <p:nvPr/>
          </p:nvSpPr>
          <p:spPr bwMode="auto">
            <a:xfrm>
              <a:off x="2841065" y="1420233"/>
              <a:ext cx="251925" cy="22835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dirty="0">
                  <a:latin typeface="微软雅黑" pitchFamily="34" charset="-122"/>
                  <a:ea typeface="微软雅黑" pitchFamily="34" charset="-122"/>
                </a:rPr>
                <a:t>1</a:t>
              </a:r>
            </a:p>
          </p:txBody>
        </p:sp>
        <p:sp>
          <p:nvSpPr>
            <p:cNvPr id="9" name="Rectangle 6"/>
            <p:cNvSpPr>
              <a:spLocks noChangeArrowheads="1"/>
            </p:cNvSpPr>
            <p:nvPr/>
          </p:nvSpPr>
          <p:spPr bwMode="auto">
            <a:xfrm>
              <a:off x="3092990" y="1420233"/>
              <a:ext cx="253060" cy="22835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0" name="Rectangle 7"/>
            <p:cNvSpPr>
              <a:spLocks noChangeArrowheads="1"/>
            </p:cNvSpPr>
            <p:nvPr/>
          </p:nvSpPr>
          <p:spPr bwMode="auto">
            <a:xfrm>
              <a:off x="3346049" y="1420233"/>
              <a:ext cx="253059" cy="22835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1" name="Rectangle 8"/>
            <p:cNvSpPr>
              <a:spLocks noChangeArrowheads="1"/>
            </p:cNvSpPr>
            <p:nvPr/>
          </p:nvSpPr>
          <p:spPr bwMode="auto">
            <a:xfrm>
              <a:off x="3599109" y="1420233"/>
              <a:ext cx="251925" cy="22835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2" name="Rectangle 9"/>
            <p:cNvSpPr>
              <a:spLocks noChangeArrowheads="1"/>
            </p:cNvSpPr>
            <p:nvPr/>
          </p:nvSpPr>
          <p:spPr bwMode="auto">
            <a:xfrm>
              <a:off x="3851034" y="1420233"/>
              <a:ext cx="253060" cy="22835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3" name="Rectangle 10"/>
            <p:cNvSpPr>
              <a:spLocks noChangeArrowheads="1"/>
            </p:cNvSpPr>
            <p:nvPr/>
          </p:nvSpPr>
          <p:spPr bwMode="auto">
            <a:xfrm>
              <a:off x="4104094" y="1420233"/>
              <a:ext cx="251925" cy="22835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4" name="Rectangle 11"/>
            <p:cNvSpPr>
              <a:spLocks noChangeArrowheads="1"/>
            </p:cNvSpPr>
            <p:nvPr/>
          </p:nvSpPr>
          <p:spPr bwMode="auto">
            <a:xfrm>
              <a:off x="4356019" y="1420233"/>
              <a:ext cx="253059" cy="22835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5" name="Rectangle 12"/>
            <p:cNvSpPr>
              <a:spLocks noChangeArrowheads="1"/>
            </p:cNvSpPr>
            <p:nvPr/>
          </p:nvSpPr>
          <p:spPr bwMode="auto">
            <a:xfrm>
              <a:off x="4609079" y="1420233"/>
              <a:ext cx="253060" cy="22835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6" name="Rectangle 13"/>
            <p:cNvSpPr>
              <a:spLocks noChangeArrowheads="1"/>
            </p:cNvSpPr>
            <p:nvPr/>
          </p:nvSpPr>
          <p:spPr bwMode="auto">
            <a:xfrm>
              <a:off x="4862138" y="1420233"/>
              <a:ext cx="251925" cy="22835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7" name="Rectangle 14"/>
            <p:cNvSpPr>
              <a:spLocks noChangeArrowheads="1"/>
            </p:cNvSpPr>
            <p:nvPr/>
          </p:nvSpPr>
          <p:spPr bwMode="auto">
            <a:xfrm>
              <a:off x="5114063" y="1420233"/>
              <a:ext cx="253059" cy="22835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8" name="Rectangle 15"/>
            <p:cNvSpPr>
              <a:spLocks noChangeArrowheads="1"/>
            </p:cNvSpPr>
            <p:nvPr/>
          </p:nvSpPr>
          <p:spPr bwMode="auto">
            <a:xfrm>
              <a:off x="2588006" y="1800477"/>
              <a:ext cx="253059" cy="22835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2</a:t>
              </a:r>
            </a:p>
          </p:txBody>
        </p:sp>
        <p:sp>
          <p:nvSpPr>
            <p:cNvPr id="19" name="Rectangle 16"/>
            <p:cNvSpPr>
              <a:spLocks noChangeArrowheads="1"/>
            </p:cNvSpPr>
            <p:nvPr/>
          </p:nvSpPr>
          <p:spPr bwMode="auto">
            <a:xfrm>
              <a:off x="2588006" y="2356823"/>
              <a:ext cx="253059" cy="227308"/>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11</a:t>
              </a:r>
            </a:p>
          </p:txBody>
        </p:sp>
        <p:sp>
          <p:nvSpPr>
            <p:cNvPr id="62" name="Text Box 59"/>
            <p:cNvSpPr txBox="1">
              <a:spLocks noChangeArrowheads="1"/>
            </p:cNvSpPr>
            <p:nvPr/>
          </p:nvSpPr>
          <p:spPr bwMode="auto">
            <a:xfrm>
              <a:off x="1786643" y="1407695"/>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分组流 </a:t>
              </a:r>
              <a:r>
                <a:rPr kumimoji="1" lang="en-US" altLang="zh-CN" sz="1200" b="1" dirty="0">
                  <a:latin typeface="微软雅黑" pitchFamily="34" charset="-122"/>
                  <a:ea typeface="微软雅黑" pitchFamily="34" charset="-122"/>
                </a:rPr>
                <a:t>1</a:t>
              </a:r>
            </a:p>
          </p:txBody>
        </p:sp>
        <p:sp>
          <p:nvSpPr>
            <p:cNvPr id="63" name="Text Box 60"/>
            <p:cNvSpPr txBox="1">
              <a:spLocks noChangeArrowheads="1"/>
            </p:cNvSpPr>
            <p:nvPr/>
          </p:nvSpPr>
          <p:spPr bwMode="auto">
            <a:xfrm>
              <a:off x="1786643" y="1761368"/>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分组流 </a:t>
              </a:r>
              <a:r>
                <a:rPr kumimoji="1" lang="en-US" altLang="zh-CN" sz="1200" b="1" dirty="0">
                  <a:latin typeface="微软雅黑" pitchFamily="34" charset="-122"/>
                  <a:ea typeface="微软雅黑" pitchFamily="34" charset="-122"/>
                </a:rPr>
                <a:t>2</a:t>
              </a:r>
            </a:p>
          </p:txBody>
        </p:sp>
        <p:sp>
          <p:nvSpPr>
            <p:cNvPr id="64" name="Text Box 61"/>
            <p:cNvSpPr txBox="1">
              <a:spLocks noChangeArrowheads="1"/>
            </p:cNvSpPr>
            <p:nvPr/>
          </p:nvSpPr>
          <p:spPr bwMode="auto">
            <a:xfrm>
              <a:off x="1748481" y="2353238"/>
              <a:ext cx="8819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分组流 </a:t>
              </a:r>
              <a:r>
                <a:rPr kumimoji="1" lang="en-US" altLang="zh-CN" sz="1200" b="1" dirty="0">
                  <a:latin typeface="微软雅黑" pitchFamily="34" charset="-122"/>
                  <a:ea typeface="微软雅黑" pitchFamily="34" charset="-122"/>
                </a:rPr>
                <a:t>11</a:t>
              </a:r>
            </a:p>
          </p:txBody>
        </p:sp>
        <p:sp>
          <p:nvSpPr>
            <p:cNvPr id="67" name="Text Box 64"/>
            <p:cNvSpPr txBox="1">
              <a:spLocks noChangeArrowheads="1"/>
            </p:cNvSpPr>
            <p:nvPr/>
          </p:nvSpPr>
          <p:spPr bwMode="auto">
            <a:xfrm rot="16200000">
              <a:off x="1970657" y="2040208"/>
              <a:ext cx="38183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itchFamily="34" charset="-122"/>
                  <a:ea typeface="微软雅黑" pitchFamily="34" charset="-122"/>
                </a:rPr>
                <a:t>…</a:t>
              </a:r>
            </a:p>
          </p:txBody>
        </p:sp>
        <p:sp>
          <p:nvSpPr>
            <p:cNvPr id="68" name="Line 66"/>
            <p:cNvSpPr>
              <a:spLocks noChangeShapeType="1"/>
            </p:cNvSpPr>
            <p:nvPr/>
          </p:nvSpPr>
          <p:spPr bwMode="auto">
            <a:xfrm>
              <a:off x="2524457" y="1648588"/>
              <a:ext cx="5715177" cy="0"/>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itchFamily="34" charset="-122"/>
                <a:ea typeface="微软雅黑" pitchFamily="34" charset="-122"/>
              </a:endParaRPr>
            </a:p>
          </p:txBody>
        </p:sp>
        <p:sp>
          <p:nvSpPr>
            <p:cNvPr id="69" name="Line 67"/>
            <p:cNvSpPr>
              <a:spLocks noChangeShapeType="1"/>
            </p:cNvSpPr>
            <p:nvPr/>
          </p:nvSpPr>
          <p:spPr bwMode="auto">
            <a:xfrm>
              <a:off x="2524457" y="2028832"/>
              <a:ext cx="5715177" cy="0"/>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itchFamily="34" charset="-122"/>
                <a:ea typeface="微软雅黑" pitchFamily="34" charset="-122"/>
              </a:endParaRPr>
            </a:p>
          </p:txBody>
        </p:sp>
        <p:sp>
          <p:nvSpPr>
            <p:cNvPr id="70" name="Line 68"/>
            <p:cNvSpPr>
              <a:spLocks noChangeShapeType="1"/>
            </p:cNvSpPr>
            <p:nvPr/>
          </p:nvSpPr>
          <p:spPr bwMode="auto">
            <a:xfrm>
              <a:off x="2524457" y="2584131"/>
              <a:ext cx="5715177" cy="0"/>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itchFamily="34" charset="-122"/>
                <a:ea typeface="微软雅黑" pitchFamily="34" charset="-122"/>
              </a:endParaRPr>
            </a:p>
          </p:txBody>
        </p:sp>
        <p:sp>
          <p:nvSpPr>
            <p:cNvPr id="73" name="Text Box 71"/>
            <p:cNvSpPr txBox="1">
              <a:spLocks noChangeArrowheads="1"/>
            </p:cNvSpPr>
            <p:nvPr/>
          </p:nvSpPr>
          <p:spPr bwMode="auto">
            <a:xfrm>
              <a:off x="8109661" y="1423643"/>
              <a:ext cx="24878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i="1" dirty="0">
                  <a:latin typeface="微软雅黑" pitchFamily="34" charset="-122"/>
                  <a:ea typeface="微软雅黑" pitchFamily="34" charset="-122"/>
                </a:rPr>
                <a:t>t</a:t>
              </a:r>
            </a:p>
          </p:txBody>
        </p:sp>
        <p:sp>
          <p:nvSpPr>
            <p:cNvPr id="74" name="Text Box 72"/>
            <p:cNvSpPr txBox="1">
              <a:spLocks noChangeArrowheads="1"/>
            </p:cNvSpPr>
            <p:nvPr/>
          </p:nvSpPr>
          <p:spPr bwMode="auto">
            <a:xfrm>
              <a:off x="8109662" y="1813047"/>
              <a:ext cx="24878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i="1">
                  <a:latin typeface="微软雅黑" pitchFamily="34" charset="-122"/>
                  <a:ea typeface="微软雅黑" pitchFamily="34" charset="-122"/>
                </a:rPr>
                <a:t>t</a:t>
              </a:r>
            </a:p>
          </p:txBody>
        </p:sp>
        <p:sp>
          <p:nvSpPr>
            <p:cNvPr id="75" name="Text Box 73"/>
            <p:cNvSpPr txBox="1">
              <a:spLocks noChangeArrowheads="1"/>
            </p:cNvSpPr>
            <p:nvPr/>
          </p:nvSpPr>
          <p:spPr bwMode="auto">
            <a:xfrm>
              <a:off x="8109661" y="2358589"/>
              <a:ext cx="24878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i="1" dirty="0">
                  <a:latin typeface="微软雅黑" pitchFamily="34" charset="-122"/>
                  <a:ea typeface="微软雅黑" pitchFamily="34" charset="-122"/>
                </a:rPr>
                <a:t>t</a:t>
              </a:r>
            </a:p>
          </p:txBody>
        </p:sp>
        <p:sp>
          <p:nvSpPr>
            <p:cNvPr id="81" name="Text Box 59"/>
            <p:cNvSpPr txBox="1">
              <a:spLocks noChangeArrowheads="1"/>
            </p:cNvSpPr>
            <p:nvPr/>
          </p:nvSpPr>
          <p:spPr bwMode="auto">
            <a:xfrm>
              <a:off x="775927" y="1416404"/>
              <a:ext cx="93487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itchFamily="34" charset="-122"/>
                  <a:ea typeface="微软雅黑" pitchFamily="34" charset="-122"/>
                </a:rPr>
                <a:t>权重 </a:t>
              </a:r>
              <a:r>
                <a:rPr kumimoji="1" lang="en-US" altLang="zh-CN" sz="1200" b="1" dirty="0">
                  <a:solidFill>
                    <a:srgbClr val="0000CC"/>
                  </a:solidFill>
                  <a:latin typeface="微软雅黑" pitchFamily="34" charset="-122"/>
                  <a:ea typeface="微软雅黑" pitchFamily="34" charset="-122"/>
                </a:rPr>
                <a:t>= 0.5</a:t>
              </a:r>
            </a:p>
          </p:txBody>
        </p:sp>
        <p:sp>
          <p:nvSpPr>
            <p:cNvPr id="82" name="Text Box 59"/>
            <p:cNvSpPr txBox="1">
              <a:spLocks noChangeArrowheads="1"/>
            </p:cNvSpPr>
            <p:nvPr/>
          </p:nvSpPr>
          <p:spPr bwMode="auto">
            <a:xfrm>
              <a:off x="775927" y="1773240"/>
              <a:ext cx="102944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itchFamily="34" charset="-122"/>
                  <a:ea typeface="微软雅黑" pitchFamily="34" charset="-122"/>
                </a:rPr>
                <a:t>权重 </a:t>
              </a:r>
              <a:r>
                <a:rPr kumimoji="1" lang="en-US" altLang="zh-CN" sz="1200" b="1" dirty="0">
                  <a:solidFill>
                    <a:srgbClr val="0000CC"/>
                  </a:solidFill>
                  <a:latin typeface="微软雅黑" pitchFamily="34" charset="-122"/>
                  <a:ea typeface="微软雅黑" pitchFamily="34" charset="-122"/>
                </a:rPr>
                <a:t>= 0.05</a:t>
              </a:r>
            </a:p>
          </p:txBody>
        </p:sp>
        <p:sp>
          <p:nvSpPr>
            <p:cNvPr id="83" name="Text Box 59"/>
            <p:cNvSpPr txBox="1">
              <a:spLocks noChangeArrowheads="1"/>
            </p:cNvSpPr>
            <p:nvPr/>
          </p:nvSpPr>
          <p:spPr bwMode="auto">
            <a:xfrm>
              <a:off x="775927" y="2356963"/>
              <a:ext cx="102944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itchFamily="34" charset="-122"/>
                  <a:ea typeface="微软雅黑" pitchFamily="34" charset="-122"/>
                </a:rPr>
                <a:t>权重 </a:t>
              </a:r>
              <a:r>
                <a:rPr kumimoji="1" lang="en-US" altLang="zh-CN" sz="1200" b="1" dirty="0">
                  <a:solidFill>
                    <a:srgbClr val="0000CC"/>
                  </a:solidFill>
                  <a:latin typeface="微软雅黑" pitchFamily="34" charset="-122"/>
                  <a:ea typeface="微软雅黑" pitchFamily="34" charset="-122"/>
                </a:rPr>
                <a:t>= 0.05</a:t>
              </a:r>
            </a:p>
          </p:txBody>
        </p:sp>
      </p:grpSp>
    </p:spTree>
    <p:extLst>
      <p:ext uri="{BB962C8B-B14F-4D97-AF65-F5344CB8AC3E}">
        <p14:creationId xmlns:p14="http://schemas.microsoft.com/office/powerpoint/2010/main" val="1861838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84"/>
                                        </p:tgtEl>
                                        <p:attrNameLst>
                                          <p:attrName>style.visibility</p:attrName>
                                        </p:attrNameLst>
                                      </p:cBhvr>
                                      <p:to>
                                        <p:strVal val="visible"/>
                                      </p:to>
                                    </p:set>
                                    <p:animEffect transition="in" filter="wipe(up)">
                                      <p:cBhvr>
                                        <p:cTn id="7" dur="1000"/>
                                        <p:tgtEl>
                                          <p:spTgt spid="8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85"/>
                                        </p:tgtEl>
                                        <p:attrNameLst>
                                          <p:attrName>style.visibility</p:attrName>
                                        </p:attrNameLst>
                                      </p:cBhvr>
                                      <p:to>
                                        <p:strVal val="visible"/>
                                      </p:to>
                                    </p:set>
                                    <p:animEffect transition="in" filter="wipe(up)">
                                      <p:cBhvr>
                                        <p:cTn id="12" dur="10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圆角矩形 86"/>
          <p:cNvSpPr/>
          <p:nvPr/>
        </p:nvSpPr>
        <p:spPr>
          <a:xfrm>
            <a:off x="517852" y="966645"/>
            <a:ext cx="8133857" cy="311767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0" name="AutoShape 5"/>
          <p:cNvSpPr>
            <a:spLocks noChangeArrowheads="1"/>
          </p:cNvSpPr>
          <p:nvPr/>
        </p:nvSpPr>
        <p:spPr bwMode="auto">
          <a:xfrm>
            <a:off x="517853" y="613942"/>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 name="矩形 4"/>
          <p:cNvSpPr>
            <a:spLocks noChangeArrowheads="1"/>
          </p:cNvSpPr>
          <p:nvPr/>
        </p:nvSpPr>
        <p:spPr bwMode="auto">
          <a:xfrm>
            <a:off x="635844" y="564114"/>
            <a:ext cx="27286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WFQ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FIFO </a:t>
            </a:r>
            <a:r>
              <a:rPr lang="zh-CN" altLang="en-US" sz="2000" b="1" dirty="0">
                <a:latin typeface="微软雅黑" pitchFamily="34" charset="-122"/>
                <a:ea typeface="微软雅黑" pitchFamily="34" charset="-122"/>
              </a:rPr>
              <a:t>的比较 </a:t>
            </a:r>
          </a:p>
        </p:txBody>
      </p:sp>
      <p:sp>
        <p:nvSpPr>
          <p:cNvPr id="82" name="矩形 81"/>
          <p:cNvSpPr/>
          <p:nvPr/>
        </p:nvSpPr>
        <p:spPr>
          <a:xfrm>
            <a:off x="2963667" y="997234"/>
            <a:ext cx="3155031" cy="369332"/>
          </a:xfrm>
          <a:prstGeom prst="rect">
            <a:avLst/>
          </a:prstGeom>
        </p:spPr>
        <p:txBody>
          <a:bodyPr wrap="none">
            <a:spAutoFit/>
          </a:bodyPr>
          <a:lstStyle/>
          <a:p>
            <a:pPr algn="ctr"/>
            <a:r>
              <a:rPr lang="en-US" altLang="zh-CN" b="1" dirty="0">
                <a:solidFill>
                  <a:srgbClr val="0000CC"/>
                </a:solidFill>
                <a:latin typeface="微软雅黑" pitchFamily="34" charset="-122"/>
                <a:ea typeface="微软雅黑" pitchFamily="34" charset="-122"/>
              </a:rPr>
              <a:t>(b) </a:t>
            </a:r>
            <a:r>
              <a:rPr lang="zh-CN" altLang="en-US" b="1" dirty="0">
                <a:solidFill>
                  <a:srgbClr val="0000CC"/>
                </a:solidFill>
                <a:latin typeface="微软雅黑" pitchFamily="34" charset="-122"/>
                <a:ea typeface="微软雅黑" pitchFamily="34" charset="-122"/>
              </a:rPr>
              <a:t>分组流 </a:t>
            </a:r>
            <a:r>
              <a:rPr lang="en-US" altLang="zh-CN" b="1" dirty="0">
                <a:solidFill>
                  <a:srgbClr val="0000CC"/>
                </a:solidFill>
                <a:latin typeface="微软雅黑" pitchFamily="34" charset="-122"/>
                <a:ea typeface="微软雅黑" pitchFamily="34" charset="-122"/>
              </a:rPr>
              <a:t>1 </a:t>
            </a:r>
            <a:r>
              <a:rPr lang="zh-CN" altLang="en-US" b="1" dirty="0">
                <a:solidFill>
                  <a:srgbClr val="0000CC"/>
                </a:solidFill>
                <a:latin typeface="微软雅黑" pitchFamily="34" charset="-122"/>
                <a:ea typeface="微软雅黑" pitchFamily="34" charset="-122"/>
              </a:rPr>
              <a:t>的分组断续输入</a:t>
            </a:r>
          </a:p>
        </p:txBody>
      </p:sp>
      <p:grpSp>
        <p:nvGrpSpPr>
          <p:cNvPr id="86" name="组合 85"/>
          <p:cNvGrpSpPr/>
          <p:nvPr/>
        </p:nvGrpSpPr>
        <p:grpSpPr>
          <a:xfrm>
            <a:off x="775927" y="1459448"/>
            <a:ext cx="7619551" cy="1260356"/>
            <a:chOff x="775927" y="1459448"/>
            <a:chExt cx="7619551" cy="1260356"/>
          </a:xfrm>
        </p:grpSpPr>
        <p:sp>
          <p:nvSpPr>
            <p:cNvPr id="8" name="Rectangle 75"/>
            <p:cNvSpPr>
              <a:spLocks noChangeArrowheads="1"/>
            </p:cNvSpPr>
            <p:nvPr/>
          </p:nvSpPr>
          <p:spPr bwMode="auto">
            <a:xfrm>
              <a:off x="2603237" y="1483841"/>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9" name="Rectangle 76"/>
            <p:cNvSpPr>
              <a:spLocks noChangeArrowheads="1"/>
            </p:cNvSpPr>
            <p:nvPr/>
          </p:nvSpPr>
          <p:spPr bwMode="auto">
            <a:xfrm>
              <a:off x="3113378" y="1483841"/>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0" name="Rectangle 77"/>
            <p:cNvSpPr>
              <a:spLocks noChangeArrowheads="1"/>
            </p:cNvSpPr>
            <p:nvPr/>
          </p:nvSpPr>
          <p:spPr bwMode="auto">
            <a:xfrm>
              <a:off x="3622371" y="1483841"/>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1" name="Rectangle 78"/>
            <p:cNvSpPr>
              <a:spLocks noChangeArrowheads="1"/>
            </p:cNvSpPr>
            <p:nvPr/>
          </p:nvSpPr>
          <p:spPr bwMode="auto">
            <a:xfrm>
              <a:off x="4132512" y="1483841"/>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2" name="Rectangle 79"/>
            <p:cNvSpPr>
              <a:spLocks noChangeArrowheads="1"/>
            </p:cNvSpPr>
            <p:nvPr/>
          </p:nvSpPr>
          <p:spPr bwMode="auto">
            <a:xfrm>
              <a:off x="4641505" y="1483841"/>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3" name="Rectangle 80"/>
            <p:cNvSpPr>
              <a:spLocks noChangeArrowheads="1"/>
            </p:cNvSpPr>
            <p:nvPr/>
          </p:nvSpPr>
          <p:spPr bwMode="auto">
            <a:xfrm>
              <a:off x="5151646" y="1483841"/>
              <a:ext cx="25392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4" name="Rectangle 81"/>
            <p:cNvSpPr>
              <a:spLocks noChangeArrowheads="1"/>
            </p:cNvSpPr>
            <p:nvPr/>
          </p:nvSpPr>
          <p:spPr bwMode="auto">
            <a:xfrm>
              <a:off x="5660638" y="1483841"/>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5" name="Rectangle 82"/>
            <p:cNvSpPr>
              <a:spLocks noChangeArrowheads="1"/>
            </p:cNvSpPr>
            <p:nvPr/>
          </p:nvSpPr>
          <p:spPr bwMode="auto">
            <a:xfrm>
              <a:off x="6170780" y="1483841"/>
              <a:ext cx="253922"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6" name="Rectangle 83"/>
            <p:cNvSpPr>
              <a:spLocks noChangeArrowheads="1"/>
            </p:cNvSpPr>
            <p:nvPr/>
          </p:nvSpPr>
          <p:spPr bwMode="auto">
            <a:xfrm>
              <a:off x="6679773" y="1483841"/>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7" name="Rectangle 84"/>
            <p:cNvSpPr>
              <a:spLocks noChangeArrowheads="1"/>
            </p:cNvSpPr>
            <p:nvPr/>
          </p:nvSpPr>
          <p:spPr bwMode="auto">
            <a:xfrm>
              <a:off x="7189915" y="1483841"/>
              <a:ext cx="25392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8" name="Rectangle 85"/>
            <p:cNvSpPr>
              <a:spLocks noChangeArrowheads="1"/>
            </p:cNvSpPr>
            <p:nvPr/>
          </p:nvSpPr>
          <p:spPr bwMode="auto">
            <a:xfrm>
              <a:off x="7698906" y="1483841"/>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19" name="Rectangle 86"/>
            <p:cNvSpPr>
              <a:spLocks noChangeArrowheads="1"/>
            </p:cNvSpPr>
            <p:nvPr/>
          </p:nvSpPr>
          <p:spPr bwMode="auto">
            <a:xfrm>
              <a:off x="2603237" y="1863531"/>
              <a:ext cx="255071" cy="22908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2</a:t>
              </a:r>
            </a:p>
          </p:txBody>
        </p:sp>
        <p:sp>
          <p:nvSpPr>
            <p:cNvPr id="20" name="Rectangle 87"/>
            <p:cNvSpPr>
              <a:spLocks noChangeArrowheads="1"/>
            </p:cNvSpPr>
            <p:nvPr/>
          </p:nvSpPr>
          <p:spPr bwMode="auto">
            <a:xfrm>
              <a:off x="2603237" y="2437470"/>
              <a:ext cx="255071" cy="22908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11</a:t>
              </a:r>
            </a:p>
          </p:txBody>
        </p:sp>
        <p:sp>
          <p:nvSpPr>
            <p:cNvPr id="63" name="Text Box 130"/>
            <p:cNvSpPr txBox="1">
              <a:spLocks noChangeArrowheads="1"/>
            </p:cNvSpPr>
            <p:nvPr/>
          </p:nvSpPr>
          <p:spPr bwMode="auto">
            <a:xfrm>
              <a:off x="1787958" y="1459448"/>
              <a:ext cx="770498" cy="2710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分组流 </a:t>
              </a:r>
              <a:r>
                <a:rPr kumimoji="1" lang="en-US" altLang="zh-CN" sz="1200" b="1" dirty="0">
                  <a:latin typeface="微软雅黑" pitchFamily="34" charset="-122"/>
                  <a:ea typeface="微软雅黑" pitchFamily="34" charset="-122"/>
                </a:rPr>
                <a:t>1</a:t>
              </a:r>
            </a:p>
          </p:txBody>
        </p:sp>
        <p:sp>
          <p:nvSpPr>
            <p:cNvPr id="64" name="Text Box 131"/>
            <p:cNvSpPr txBox="1">
              <a:spLocks noChangeArrowheads="1"/>
            </p:cNvSpPr>
            <p:nvPr/>
          </p:nvSpPr>
          <p:spPr bwMode="auto">
            <a:xfrm>
              <a:off x="1787958" y="1840198"/>
              <a:ext cx="770498" cy="2710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分组流 </a:t>
              </a:r>
              <a:r>
                <a:rPr kumimoji="1" lang="en-US" altLang="zh-CN" sz="1200" b="1">
                  <a:latin typeface="微软雅黑" pitchFamily="34" charset="-122"/>
                  <a:ea typeface="微软雅黑" pitchFamily="34" charset="-122"/>
                </a:rPr>
                <a:t>2</a:t>
              </a:r>
            </a:p>
          </p:txBody>
        </p:sp>
        <p:sp>
          <p:nvSpPr>
            <p:cNvPr id="65" name="Text Box 132"/>
            <p:cNvSpPr txBox="1">
              <a:spLocks noChangeArrowheads="1"/>
            </p:cNvSpPr>
            <p:nvPr/>
          </p:nvSpPr>
          <p:spPr bwMode="auto">
            <a:xfrm>
              <a:off x="1753122" y="2414139"/>
              <a:ext cx="863047" cy="2710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分组流 </a:t>
              </a:r>
              <a:r>
                <a:rPr kumimoji="1" lang="en-US" altLang="zh-CN" sz="1200" b="1" dirty="0">
                  <a:latin typeface="微软雅黑" pitchFamily="34" charset="-122"/>
                  <a:ea typeface="微软雅黑" pitchFamily="34" charset="-122"/>
                </a:rPr>
                <a:t>11</a:t>
              </a:r>
            </a:p>
          </p:txBody>
        </p:sp>
        <p:sp>
          <p:nvSpPr>
            <p:cNvPr id="68" name="Text Box 135"/>
            <p:cNvSpPr txBox="1">
              <a:spLocks noChangeArrowheads="1"/>
            </p:cNvSpPr>
            <p:nvPr/>
          </p:nvSpPr>
          <p:spPr bwMode="auto">
            <a:xfrm rot="16200000">
              <a:off x="1933512" y="2109556"/>
              <a:ext cx="373643" cy="331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itchFamily="34" charset="-122"/>
                  <a:ea typeface="微软雅黑" pitchFamily="34" charset="-122"/>
                </a:rPr>
                <a:t>…</a:t>
              </a:r>
            </a:p>
          </p:txBody>
        </p:sp>
        <p:sp>
          <p:nvSpPr>
            <p:cNvPr id="74" name="Text Box 141"/>
            <p:cNvSpPr txBox="1">
              <a:spLocks noChangeArrowheads="1"/>
            </p:cNvSpPr>
            <p:nvPr/>
          </p:nvSpPr>
          <p:spPr bwMode="auto">
            <a:xfrm>
              <a:off x="8152030" y="1494059"/>
              <a:ext cx="243448" cy="2710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i="1">
                  <a:latin typeface="微软雅黑" pitchFamily="34" charset="-122"/>
                  <a:ea typeface="微软雅黑" pitchFamily="34" charset="-122"/>
                </a:rPr>
                <a:t>t</a:t>
              </a:r>
            </a:p>
          </p:txBody>
        </p:sp>
        <p:sp>
          <p:nvSpPr>
            <p:cNvPr id="75" name="Text Box 142"/>
            <p:cNvSpPr txBox="1">
              <a:spLocks noChangeArrowheads="1"/>
            </p:cNvSpPr>
            <p:nvPr/>
          </p:nvSpPr>
          <p:spPr bwMode="auto">
            <a:xfrm>
              <a:off x="8152030" y="1873748"/>
              <a:ext cx="243448" cy="2710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i="1">
                  <a:latin typeface="微软雅黑" pitchFamily="34" charset="-122"/>
                  <a:ea typeface="微软雅黑" pitchFamily="34" charset="-122"/>
                </a:rPr>
                <a:t>t</a:t>
              </a:r>
            </a:p>
          </p:txBody>
        </p:sp>
        <p:sp>
          <p:nvSpPr>
            <p:cNvPr id="76" name="Text Box 143"/>
            <p:cNvSpPr txBox="1">
              <a:spLocks noChangeArrowheads="1"/>
            </p:cNvSpPr>
            <p:nvPr/>
          </p:nvSpPr>
          <p:spPr bwMode="auto">
            <a:xfrm>
              <a:off x="8152030" y="2448749"/>
              <a:ext cx="243448" cy="2710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i="1">
                  <a:latin typeface="微软雅黑" pitchFamily="34" charset="-122"/>
                  <a:ea typeface="微软雅黑" pitchFamily="34" charset="-122"/>
                </a:rPr>
                <a:t>t</a:t>
              </a:r>
            </a:p>
          </p:txBody>
        </p:sp>
        <p:sp>
          <p:nvSpPr>
            <p:cNvPr id="83" name="Text Box 59"/>
            <p:cNvSpPr txBox="1">
              <a:spLocks noChangeArrowheads="1"/>
            </p:cNvSpPr>
            <p:nvPr/>
          </p:nvSpPr>
          <p:spPr bwMode="auto">
            <a:xfrm>
              <a:off x="775927" y="1477367"/>
              <a:ext cx="93487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itchFamily="34" charset="-122"/>
                  <a:ea typeface="微软雅黑" pitchFamily="34" charset="-122"/>
                </a:rPr>
                <a:t>权重 </a:t>
              </a:r>
              <a:r>
                <a:rPr kumimoji="1" lang="en-US" altLang="zh-CN" sz="1200" b="1" dirty="0">
                  <a:solidFill>
                    <a:srgbClr val="0000CC"/>
                  </a:solidFill>
                  <a:latin typeface="微软雅黑" pitchFamily="34" charset="-122"/>
                  <a:ea typeface="微软雅黑" pitchFamily="34" charset="-122"/>
                </a:rPr>
                <a:t>= 0.5</a:t>
              </a:r>
            </a:p>
          </p:txBody>
        </p:sp>
        <p:sp>
          <p:nvSpPr>
            <p:cNvPr id="84" name="Text Box 59"/>
            <p:cNvSpPr txBox="1">
              <a:spLocks noChangeArrowheads="1"/>
            </p:cNvSpPr>
            <p:nvPr/>
          </p:nvSpPr>
          <p:spPr bwMode="auto">
            <a:xfrm>
              <a:off x="775927" y="1842912"/>
              <a:ext cx="102944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itchFamily="34" charset="-122"/>
                  <a:ea typeface="微软雅黑" pitchFamily="34" charset="-122"/>
                </a:rPr>
                <a:t>权重 </a:t>
              </a:r>
              <a:r>
                <a:rPr kumimoji="1" lang="en-US" altLang="zh-CN" sz="1200" b="1" dirty="0">
                  <a:solidFill>
                    <a:srgbClr val="0000CC"/>
                  </a:solidFill>
                  <a:latin typeface="微软雅黑" pitchFamily="34" charset="-122"/>
                  <a:ea typeface="微软雅黑" pitchFamily="34" charset="-122"/>
                </a:rPr>
                <a:t>= 0.05</a:t>
              </a:r>
            </a:p>
          </p:txBody>
        </p:sp>
        <p:sp>
          <p:nvSpPr>
            <p:cNvPr id="85" name="Text Box 59"/>
            <p:cNvSpPr txBox="1">
              <a:spLocks noChangeArrowheads="1"/>
            </p:cNvSpPr>
            <p:nvPr/>
          </p:nvSpPr>
          <p:spPr bwMode="auto">
            <a:xfrm>
              <a:off x="775927" y="2417926"/>
              <a:ext cx="102944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itchFamily="34" charset="-122"/>
                  <a:ea typeface="微软雅黑" pitchFamily="34" charset="-122"/>
                </a:rPr>
                <a:t>权重 </a:t>
              </a:r>
              <a:r>
                <a:rPr kumimoji="1" lang="en-US" altLang="zh-CN" sz="1200" b="1" dirty="0">
                  <a:solidFill>
                    <a:srgbClr val="0000CC"/>
                  </a:solidFill>
                  <a:latin typeface="微软雅黑" pitchFamily="34" charset="-122"/>
                  <a:ea typeface="微软雅黑" pitchFamily="34" charset="-122"/>
                </a:rPr>
                <a:t>= 0.05</a:t>
              </a:r>
            </a:p>
          </p:txBody>
        </p:sp>
        <p:sp>
          <p:nvSpPr>
            <p:cNvPr id="69" name="Line 136"/>
            <p:cNvSpPr>
              <a:spLocks noChangeShapeType="1"/>
            </p:cNvSpPr>
            <p:nvPr/>
          </p:nvSpPr>
          <p:spPr bwMode="auto">
            <a:xfrm>
              <a:off x="2540042" y="1711867"/>
              <a:ext cx="5722173" cy="0"/>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itchFamily="34" charset="-122"/>
                <a:ea typeface="微软雅黑" pitchFamily="34" charset="-122"/>
              </a:endParaRPr>
            </a:p>
          </p:txBody>
        </p:sp>
        <p:sp>
          <p:nvSpPr>
            <p:cNvPr id="70" name="Line 137"/>
            <p:cNvSpPr>
              <a:spLocks noChangeShapeType="1"/>
            </p:cNvSpPr>
            <p:nvPr/>
          </p:nvSpPr>
          <p:spPr bwMode="auto">
            <a:xfrm>
              <a:off x="2540042" y="2092617"/>
              <a:ext cx="5722173" cy="0"/>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itchFamily="34" charset="-122"/>
                <a:ea typeface="微软雅黑" pitchFamily="34" charset="-122"/>
              </a:endParaRPr>
            </a:p>
          </p:txBody>
        </p:sp>
        <p:sp>
          <p:nvSpPr>
            <p:cNvPr id="71" name="Line 138"/>
            <p:cNvSpPr>
              <a:spLocks noChangeShapeType="1"/>
            </p:cNvSpPr>
            <p:nvPr/>
          </p:nvSpPr>
          <p:spPr bwMode="auto">
            <a:xfrm>
              <a:off x="2540042" y="2666557"/>
              <a:ext cx="5722173" cy="0"/>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itchFamily="34" charset="-122"/>
                <a:ea typeface="微软雅黑" pitchFamily="34" charset="-122"/>
              </a:endParaRPr>
            </a:p>
          </p:txBody>
        </p:sp>
      </p:grpSp>
      <p:grpSp>
        <p:nvGrpSpPr>
          <p:cNvPr id="7" name="组合 6"/>
          <p:cNvGrpSpPr/>
          <p:nvPr/>
        </p:nvGrpSpPr>
        <p:grpSpPr>
          <a:xfrm>
            <a:off x="1914942" y="2977776"/>
            <a:ext cx="6480536" cy="304607"/>
            <a:chOff x="1914942" y="2916813"/>
            <a:chExt cx="6480536" cy="304607"/>
          </a:xfrm>
        </p:grpSpPr>
        <p:sp>
          <p:nvSpPr>
            <p:cNvPr id="21" name="Rectangle 88"/>
            <p:cNvSpPr>
              <a:spLocks noChangeArrowheads="1"/>
            </p:cNvSpPr>
            <p:nvPr/>
          </p:nvSpPr>
          <p:spPr bwMode="auto">
            <a:xfrm>
              <a:off x="2603237" y="2940146"/>
              <a:ext cx="255071" cy="22908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dirty="0">
                  <a:latin typeface="微软雅黑" pitchFamily="34" charset="-122"/>
                  <a:ea typeface="微软雅黑" pitchFamily="34" charset="-122"/>
                </a:rPr>
                <a:t>1</a:t>
              </a:r>
            </a:p>
          </p:txBody>
        </p:sp>
        <p:sp>
          <p:nvSpPr>
            <p:cNvPr id="22" name="Rectangle 89"/>
            <p:cNvSpPr>
              <a:spLocks noChangeArrowheads="1"/>
            </p:cNvSpPr>
            <p:nvPr/>
          </p:nvSpPr>
          <p:spPr bwMode="auto">
            <a:xfrm>
              <a:off x="2858308" y="2940146"/>
              <a:ext cx="255071" cy="22908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2</a:t>
              </a:r>
            </a:p>
          </p:txBody>
        </p:sp>
        <p:sp>
          <p:nvSpPr>
            <p:cNvPr id="23" name="Rectangle 90"/>
            <p:cNvSpPr>
              <a:spLocks noChangeArrowheads="1"/>
            </p:cNvSpPr>
            <p:nvPr/>
          </p:nvSpPr>
          <p:spPr bwMode="auto">
            <a:xfrm>
              <a:off x="3113378" y="2940146"/>
              <a:ext cx="255071" cy="22908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3</a:t>
              </a:r>
            </a:p>
          </p:txBody>
        </p:sp>
        <p:sp>
          <p:nvSpPr>
            <p:cNvPr id="24" name="Rectangle 91"/>
            <p:cNvSpPr>
              <a:spLocks noChangeArrowheads="1"/>
            </p:cNvSpPr>
            <p:nvPr/>
          </p:nvSpPr>
          <p:spPr bwMode="auto">
            <a:xfrm>
              <a:off x="3368449" y="2940146"/>
              <a:ext cx="253921" cy="22908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4</a:t>
              </a:r>
            </a:p>
          </p:txBody>
        </p:sp>
        <p:sp>
          <p:nvSpPr>
            <p:cNvPr id="25" name="Rectangle 92"/>
            <p:cNvSpPr>
              <a:spLocks noChangeArrowheads="1"/>
            </p:cNvSpPr>
            <p:nvPr/>
          </p:nvSpPr>
          <p:spPr bwMode="auto">
            <a:xfrm>
              <a:off x="3622370" y="2940146"/>
              <a:ext cx="255071" cy="22908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5</a:t>
              </a:r>
            </a:p>
          </p:txBody>
        </p:sp>
        <p:sp>
          <p:nvSpPr>
            <p:cNvPr id="26" name="Rectangle 93"/>
            <p:cNvSpPr>
              <a:spLocks noChangeArrowheads="1"/>
            </p:cNvSpPr>
            <p:nvPr/>
          </p:nvSpPr>
          <p:spPr bwMode="auto">
            <a:xfrm>
              <a:off x="3877441" y="2940146"/>
              <a:ext cx="255071" cy="22908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6</a:t>
              </a:r>
            </a:p>
          </p:txBody>
        </p:sp>
        <p:sp>
          <p:nvSpPr>
            <p:cNvPr id="27" name="Rectangle 94"/>
            <p:cNvSpPr>
              <a:spLocks noChangeArrowheads="1"/>
            </p:cNvSpPr>
            <p:nvPr/>
          </p:nvSpPr>
          <p:spPr bwMode="auto">
            <a:xfrm>
              <a:off x="4132513" y="2940146"/>
              <a:ext cx="255071" cy="22908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7</a:t>
              </a:r>
            </a:p>
          </p:txBody>
        </p:sp>
        <p:sp>
          <p:nvSpPr>
            <p:cNvPr id="28" name="Rectangle 95"/>
            <p:cNvSpPr>
              <a:spLocks noChangeArrowheads="1"/>
            </p:cNvSpPr>
            <p:nvPr/>
          </p:nvSpPr>
          <p:spPr bwMode="auto">
            <a:xfrm>
              <a:off x="4387582" y="2940146"/>
              <a:ext cx="253922" cy="22908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8</a:t>
              </a:r>
            </a:p>
          </p:txBody>
        </p:sp>
        <p:sp>
          <p:nvSpPr>
            <p:cNvPr id="29" name="Rectangle 96"/>
            <p:cNvSpPr>
              <a:spLocks noChangeArrowheads="1"/>
            </p:cNvSpPr>
            <p:nvPr/>
          </p:nvSpPr>
          <p:spPr bwMode="auto">
            <a:xfrm>
              <a:off x="4641505" y="2940146"/>
              <a:ext cx="255071" cy="22908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9</a:t>
              </a:r>
            </a:p>
          </p:txBody>
        </p:sp>
        <p:sp>
          <p:nvSpPr>
            <p:cNvPr id="30" name="Rectangle 97"/>
            <p:cNvSpPr>
              <a:spLocks noChangeArrowheads="1"/>
            </p:cNvSpPr>
            <p:nvPr/>
          </p:nvSpPr>
          <p:spPr bwMode="auto">
            <a:xfrm>
              <a:off x="4896576" y="2940146"/>
              <a:ext cx="255071" cy="22908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10</a:t>
              </a:r>
            </a:p>
          </p:txBody>
        </p:sp>
        <p:sp>
          <p:nvSpPr>
            <p:cNvPr id="31" name="Rectangle 98"/>
            <p:cNvSpPr>
              <a:spLocks noChangeArrowheads="1"/>
            </p:cNvSpPr>
            <p:nvPr/>
          </p:nvSpPr>
          <p:spPr bwMode="auto">
            <a:xfrm>
              <a:off x="5151646" y="2940146"/>
              <a:ext cx="253921" cy="229086"/>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11</a:t>
              </a:r>
            </a:p>
          </p:txBody>
        </p:sp>
        <p:sp>
          <p:nvSpPr>
            <p:cNvPr id="32" name="Rectangle 99"/>
            <p:cNvSpPr>
              <a:spLocks noChangeArrowheads="1"/>
            </p:cNvSpPr>
            <p:nvPr/>
          </p:nvSpPr>
          <p:spPr bwMode="auto">
            <a:xfrm>
              <a:off x="5405568" y="2940146"/>
              <a:ext cx="255071" cy="22908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4" name="Rectangle 121"/>
            <p:cNvSpPr>
              <a:spLocks noChangeArrowheads="1"/>
            </p:cNvSpPr>
            <p:nvPr/>
          </p:nvSpPr>
          <p:spPr bwMode="auto">
            <a:xfrm>
              <a:off x="5660638" y="2940146"/>
              <a:ext cx="255071" cy="22908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5" name="Rectangle 122"/>
            <p:cNvSpPr>
              <a:spLocks noChangeArrowheads="1"/>
            </p:cNvSpPr>
            <p:nvPr/>
          </p:nvSpPr>
          <p:spPr bwMode="auto">
            <a:xfrm>
              <a:off x="5915709" y="2940146"/>
              <a:ext cx="255071" cy="22908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6" name="Rectangle 123"/>
            <p:cNvSpPr>
              <a:spLocks noChangeArrowheads="1"/>
            </p:cNvSpPr>
            <p:nvPr/>
          </p:nvSpPr>
          <p:spPr bwMode="auto">
            <a:xfrm>
              <a:off x="6170780" y="2940146"/>
              <a:ext cx="253922" cy="22908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7" name="Rectangle 124"/>
            <p:cNvSpPr>
              <a:spLocks noChangeArrowheads="1"/>
            </p:cNvSpPr>
            <p:nvPr/>
          </p:nvSpPr>
          <p:spPr bwMode="auto">
            <a:xfrm>
              <a:off x="6424702" y="2940146"/>
              <a:ext cx="255071" cy="22908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8" name="Rectangle 125"/>
            <p:cNvSpPr>
              <a:spLocks noChangeArrowheads="1"/>
            </p:cNvSpPr>
            <p:nvPr/>
          </p:nvSpPr>
          <p:spPr bwMode="auto">
            <a:xfrm>
              <a:off x="6679773" y="2940146"/>
              <a:ext cx="255071" cy="22908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59" name="Rectangle 126"/>
            <p:cNvSpPr>
              <a:spLocks noChangeArrowheads="1"/>
            </p:cNvSpPr>
            <p:nvPr/>
          </p:nvSpPr>
          <p:spPr bwMode="auto">
            <a:xfrm>
              <a:off x="6934843" y="2940146"/>
              <a:ext cx="255071" cy="22908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60" name="Rectangle 127"/>
            <p:cNvSpPr>
              <a:spLocks noChangeArrowheads="1"/>
            </p:cNvSpPr>
            <p:nvPr/>
          </p:nvSpPr>
          <p:spPr bwMode="auto">
            <a:xfrm>
              <a:off x="7189915" y="2940146"/>
              <a:ext cx="253921" cy="22908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61" name="Rectangle 128"/>
            <p:cNvSpPr>
              <a:spLocks noChangeArrowheads="1"/>
            </p:cNvSpPr>
            <p:nvPr/>
          </p:nvSpPr>
          <p:spPr bwMode="auto">
            <a:xfrm>
              <a:off x="7443836" y="2940146"/>
              <a:ext cx="255071" cy="22908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62" name="Rectangle 129"/>
            <p:cNvSpPr>
              <a:spLocks noChangeArrowheads="1"/>
            </p:cNvSpPr>
            <p:nvPr/>
          </p:nvSpPr>
          <p:spPr bwMode="auto">
            <a:xfrm>
              <a:off x="7698906" y="2940146"/>
              <a:ext cx="255071" cy="229086"/>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66" name="Text Box 133"/>
            <p:cNvSpPr txBox="1">
              <a:spLocks noChangeArrowheads="1"/>
            </p:cNvSpPr>
            <p:nvPr/>
          </p:nvSpPr>
          <p:spPr bwMode="auto">
            <a:xfrm>
              <a:off x="1914942" y="2916813"/>
              <a:ext cx="524228" cy="2710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FIFO</a:t>
              </a:r>
            </a:p>
          </p:txBody>
        </p:sp>
        <p:sp>
          <p:nvSpPr>
            <p:cNvPr id="77" name="Text Box 144"/>
            <p:cNvSpPr txBox="1">
              <a:spLocks noChangeArrowheads="1"/>
            </p:cNvSpPr>
            <p:nvPr/>
          </p:nvSpPr>
          <p:spPr bwMode="auto">
            <a:xfrm>
              <a:off x="8152030" y="2950365"/>
              <a:ext cx="243448" cy="2710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i="1">
                  <a:latin typeface="微软雅黑" pitchFamily="34" charset="-122"/>
                  <a:ea typeface="微软雅黑" pitchFamily="34" charset="-122"/>
                </a:rPr>
                <a:t>t</a:t>
              </a:r>
            </a:p>
          </p:txBody>
        </p:sp>
        <p:sp>
          <p:nvSpPr>
            <p:cNvPr id="72" name="Line 139"/>
            <p:cNvSpPr>
              <a:spLocks noChangeShapeType="1"/>
            </p:cNvSpPr>
            <p:nvPr/>
          </p:nvSpPr>
          <p:spPr bwMode="auto">
            <a:xfrm>
              <a:off x="2540042" y="3169233"/>
              <a:ext cx="5722173" cy="0"/>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itchFamily="34" charset="-122"/>
                <a:ea typeface="微软雅黑" pitchFamily="34" charset="-122"/>
              </a:endParaRPr>
            </a:p>
          </p:txBody>
        </p:sp>
      </p:grpSp>
      <p:grpSp>
        <p:nvGrpSpPr>
          <p:cNvPr id="3" name="组合 2"/>
          <p:cNvGrpSpPr/>
          <p:nvPr/>
        </p:nvGrpSpPr>
        <p:grpSpPr>
          <a:xfrm>
            <a:off x="1914942" y="3435847"/>
            <a:ext cx="6480536" cy="305667"/>
            <a:chOff x="1914942" y="3322630"/>
            <a:chExt cx="6480536" cy="305667"/>
          </a:xfrm>
        </p:grpSpPr>
        <p:sp>
          <p:nvSpPr>
            <p:cNvPr id="33" name="Rectangle 100"/>
            <p:cNvSpPr>
              <a:spLocks noChangeArrowheads="1"/>
            </p:cNvSpPr>
            <p:nvPr/>
          </p:nvSpPr>
          <p:spPr bwMode="auto">
            <a:xfrm>
              <a:off x="2603237" y="3347024"/>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34" name="Rectangle 101"/>
            <p:cNvSpPr>
              <a:spLocks noChangeArrowheads="1"/>
            </p:cNvSpPr>
            <p:nvPr/>
          </p:nvSpPr>
          <p:spPr bwMode="auto">
            <a:xfrm>
              <a:off x="3113378" y="3347024"/>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35" name="Rectangle 102"/>
            <p:cNvSpPr>
              <a:spLocks noChangeArrowheads="1"/>
            </p:cNvSpPr>
            <p:nvPr/>
          </p:nvSpPr>
          <p:spPr bwMode="auto">
            <a:xfrm>
              <a:off x="3622371" y="3347024"/>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36" name="Rectangle 103"/>
            <p:cNvSpPr>
              <a:spLocks noChangeArrowheads="1"/>
            </p:cNvSpPr>
            <p:nvPr/>
          </p:nvSpPr>
          <p:spPr bwMode="auto">
            <a:xfrm>
              <a:off x="4132512" y="3347024"/>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37" name="Rectangle 104"/>
            <p:cNvSpPr>
              <a:spLocks noChangeArrowheads="1"/>
            </p:cNvSpPr>
            <p:nvPr/>
          </p:nvSpPr>
          <p:spPr bwMode="auto">
            <a:xfrm>
              <a:off x="4641505" y="3347024"/>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38" name="Rectangle 105"/>
            <p:cNvSpPr>
              <a:spLocks noChangeArrowheads="1"/>
            </p:cNvSpPr>
            <p:nvPr/>
          </p:nvSpPr>
          <p:spPr bwMode="auto">
            <a:xfrm>
              <a:off x="5151646" y="3347024"/>
              <a:ext cx="25392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39" name="Rectangle 106"/>
            <p:cNvSpPr>
              <a:spLocks noChangeArrowheads="1"/>
            </p:cNvSpPr>
            <p:nvPr/>
          </p:nvSpPr>
          <p:spPr bwMode="auto">
            <a:xfrm>
              <a:off x="5660638" y="3347024"/>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40" name="Rectangle 107"/>
            <p:cNvSpPr>
              <a:spLocks noChangeArrowheads="1"/>
            </p:cNvSpPr>
            <p:nvPr/>
          </p:nvSpPr>
          <p:spPr bwMode="auto">
            <a:xfrm>
              <a:off x="6170780" y="3347024"/>
              <a:ext cx="253922"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41" name="Rectangle 108"/>
            <p:cNvSpPr>
              <a:spLocks noChangeArrowheads="1"/>
            </p:cNvSpPr>
            <p:nvPr/>
          </p:nvSpPr>
          <p:spPr bwMode="auto">
            <a:xfrm>
              <a:off x="6679773" y="3347024"/>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42" name="Rectangle 109"/>
            <p:cNvSpPr>
              <a:spLocks noChangeArrowheads="1"/>
            </p:cNvSpPr>
            <p:nvPr/>
          </p:nvSpPr>
          <p:spPr bwMode="auto">
            <a:xfrm>
              <a:off x="7189915" y="3347024"/>
              <a:ext cx="253921" cy="228025"/>
            </a:xfrm>
            <a:prstGeom prst="rect">
              <a:avLst/>
            </a:prstGeom>
            <a:solidFill>
              <a:srgbClr val="66FFCC"/>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a:latin typeface="微软雅黑" pitchFamily="34" charset="-122"/>
                  <a:ea typeface="微软雅黑" pitchFamily="34" charset="-122"/>
                </a:rPr>
                <a:t>1</a:t>
              </a:r>
            </a:p>
          </p:txBody>
        </p:sp>
        <p:sp>
          <p:nvSpPr>
            <p:cNvPr id="43" name="Rectangle 110"/>
            <p:cNvSpPr>
              <a:spLocks noChangeArrowheads="1"/>
            </p:cNvSpPr>
            <p:nvPr/>
          </p:nvSpPr>
          <p:spPr bwMode="auto">
            <a:xfrm>
              <a:off x="2858308" y="3347024"/>
              <a:ext cx="255071" cy="228025"/>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2</a:t>
              </a:r>
            </a:p>
          </p:txBody>
        </p:sp>
        <p:sp>
          <p:nvSpPr>
            <p:cNvPr id="44" name="Rectangle 111"/>
            <p:cNvSpPr>
              <a:spLocks noChangeArrowheads="1"/>
            </p:cNvSpPr>
            <p:nvPr/>
          </p:nvSpPr>
          <p:spPr bwMode="auto">
            <a:xfrm>
              <a:off x="3368449" y="3347024"/>
              <a:ext cx="253921" cy="228025"/>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3</a:t>
              </a:r>
            </a:p>
          </p:txBody>
        </p:sp>
        <p:sp>
          <p:nvSpPr>
            <p:cNvPr id="45" name="Rectangle 112"/>
            <p:cNvSpPr>
              <a:spLocks noChangeArrowheads="1"/>
            </p:cNvSpPr>
            <p:nvPr/>
          </p:nvSpPr>
          <p:spPr bwMode="auto">
            <a:xfrm>
              <a:off x="3877441" y="3347024"/>
              <a:ext cx="255071" cy="228025"/>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4</a:t>
              </a:r>
            </a:p>
          </p:txBody>
        </p:sp>
        <p:sp>
          <p:nvSpPr>
            <p:cNvPr id="46" name="Rectangle 113"/>
            <p:cNvSpPr>
              <a:spLocks noChangeArrowheads="1"/>
            </p:cNvSpPr>
            <p:nvPr/>
          </p:nvSpPr>
          <p:spPr bwMode="auto">
            <a:xfrm>
              <a:off x="4387582" y="3347024"/>
              <a:ext cx="253922" cy="228025"/>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5</a:t>
              </a:r>
            </a:p>
          </p:txBody>
        </p:sp>
        <p:sp>
          <p:nvSpPr>
            <p:cNvPr id="47" name="Rectangle 114"/>
            <p:cNvSpPr>
              <a:spLocks noChangeArrowheads="1"/>
            </p:cNvSpPr>
            <p:nvPr/>
          </p:nvSpPr>
          <p:spPr bwMode="auto">
            <a:xfrm>
              <a:off x="4896576" y="3347024"/>
              <a:ext cx="255071" cy="228025"/>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6</a:t>
              </a:r>
            </a:p>
          </p:txBody>
        </p:sp>
        <p:sp>
          <p:nvSpPr>
            <p:cNvPr id="48" name="Rectangle 115"/>
            <p:cNvSpPr>
              <a:spLocks noChangeArrowheads="1"/>
            </p:cNvSpPr>
            <p:nvPr/>
          </p:nvSpPr>
          <p:spPr bwMode="auto">
            <a:xfrm>
              <a:off x="5405568" y="3347024"/>
              <a:ext cx="255071" cy="228025"/>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7</a:t>
              </a:r>
            </a:p>
          </p:txBody>
        </p:sp>
        <p:sp>
          <p:nvSpPr>
            <p:cNvPr id="49" name="Rectangle 116"/>
            <p:cNvSpPr>
              <a:spLocks noChangeArrowheads="1"/>
            </p:cNvSpPr>
            <p:nvPr/>
          </p:nvSpPr>
          <p:spPr bwMode="auto">
            <a:xfrm>
              <a:off x="5915709" y="3347024"/>
              <a:ext cx="255071" cy="228025"/>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8</a:t>
              </a:r>
            </a:p>
          </p:txBody>
        </p:sp>
        <p:sp>
          <p:nvSpPr>
            <p:cNvPr id="50" name="Rectangle 117"/>
            <p:cNvSpPr>
              <a:spLocks noChangeArrowheads="1"/>
            </p:cNvSpPr>
            <p:nvPr/>
          </p:nvSpPr>
          <p:spPr bwMode="auto">
            <a:xfrm>
              <a:off x="6424702" y="3347024"/>
              <a:ext cx="255071" cy="228025"/>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9</a:t>
              </a:r>
            </a:p>
          </p:txBody>
        </p:sp>
        <p:sp>
          <p:nvSpPr>
            <p:cNvPr id="51" name="Rectangle 118"/>
            <p:cNvSpPr>
              <a:spLocks noChangeArrowheads="1"/>
            </p:cNvSpPr>
            <p:nvPr/>
          </p:nvSpPr>
          <p:spPr bwMode="auto">
            <a:xfrm>
              <a:off x="6934843" y="3347024"/>
              <a:ext cx="255071" cy="228025"/>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10</a:t>
              </a:r>
            </a:p>
          </p:txBody>
        </p:sp>
        <p:sp>
          <p:nvSpPr>
            <p:cNvPr id="52" name="Rectangle 119"/>
            <p:cNvSpPr>
              <a:spLocks noChangeArrowheads="1"/>
            </p:cNvSpPr>
            <p:nvPr/>
          </p:nvSpPr>
          <p:spPr bwMode="auto">
            <a:xfrm>
              <a:off x="7443836" y="3347024"/>
              <a:ext cx="255071" cy="228025"/>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200" b="1" dirty="0">
                  <a:solidFill>
                    <a:schemeClr val="bg1"/>
                  </a:solidFill>
                  <a:latin typeface="微软雅黑" pitchFamily="34" charset="-122"/>
                  <a:ea typeface="微软雅黑" pitchFamily="34" charset="-122"/>
                </a:rPr>
                <a:t>11</a:t>
              </a:r>
            </a:p>
          </p:txBody>
        </p:sp>
        <p:sp>
          <p:nvSpPr>
            <p:cNvPr id="53" name="Rectangle 120"/>
            <p:cNvSpPr>
              <a:spLocks noChangeArrowheads="1"/>
            </p:cNvSpPr>
            <p:nvPr/>
          </p:nvSpPr>
          <p:spPr bwMode="auto">
            <a:xfrm>
              <a:off x="7698906" y="3347024"/>
              <a:ext cx="255071" cy="228025"/>
            </a:xfrm>
            <a:prstGeom prst="rect">
              <a:avLst/>
            </a:prstGeom>
            <a:solidFill>
              <a:srgbClr val="FF66FF"/>
            </a:solidFill>
            <a:ln w="9525">
              <a:solidFill>
                <a:schemeClr val="folHlink"/>
              </a:solidFill>
              <a:miter lim="800000"/>
              <a:headEnd/>
              <a:tailEnd/>
            </a:ln>
            <a:effectLst/>
          </p:spPr>
          <p:txBody>
            <a:bodyPr wrap="none" anchor="ctr"/>
            <a:lstStyle/>
            <a:p>
              <a:pPr algn="ctr"/>
              <a:r>
                <a:rPr kumimoji="1" lang="en-US" altLang="zh-CN" sz="1200" b="1">
                  <a:latin typeface="微软雅黑" pitchFamily="34" charset="-122"/>
                  <a:ea typeface="微软雅黑" pitchFamily="34" charset="-122"/>
                </a:rPr>
                <a:t>1</a:t>
              </a:r>
            </a:p>
          </p:txBody>
        </p:sp>
        <p:sp>
          <p:nvSpPr>
            <p:cNvPr id="67" name="Text Box 134"/>
            <p:cNvSpPr txBox="1">
              <a:spLocks noChangeArrowheads="1"/>
            </p:cNvSpPr>
            <p:nvPr/>
          </p:nvSpPr>
          <p:spPr bwMode="auto">
            <a:xfrm>
              <a:off x="1914942" y="3322630"/>
              <a:ext cx="550894" cy="2710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a:latin typeface="微软雅黑" pitchFamily="34" charset="-122"/>
                  <a:ea typeface="微软雅黑" pitchFamily="34" charset="-122"/>
                </a:rPr>
                <a:t>WFQ</a:t>
              </a:r>
            </a:p>
          </p:txBody>
        </p:sp>
        <p:sp>
          <p:nvSpPr>
            <p:cNvPr id="78" name="Text Box 145"/>
            <p:cNvSpPr txBox="1">
              <a:spLocks noChangeArrowheads="1"/>
            </p:cNvSpPr>
            <p:nvPr/>
          </p:nvSpPr>
          <p:spPr bwMode="auto">
            <a:xfrm>
              <a:off x="8152030" y="3357242"/>
              <a:ext cx="243448" cy="2710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i="1">
                  <a:latin typeface="微软雅黑" pitchFamily="34" charset="-122"/>
                  <a:ea typeface="微软雅黑" pitchFamily="34" charset="-122"/>
                </a:rPr>
                <a:t>t</a:t>
              </a:r>
            </a:p>
          </p:txBody>
        </p:sp>
        <p:sp>
          <p:nvSpPr>
            <p:cNvPr id="73" name="Line 140"/>
            <p:cNvSpPr>
              <a:spLocks noChangeShapeType="1"/>
            </p:cNvSpPr>
            <p:nvPr/>
          </p:nvSpPr>
          <p:spPr bwMode="auto">
            <a:xfrm>
              <a:off x="2540042" y="3575049"/>
              <a:ext cx="5722173" cy="0"/>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itchFamily="34" charset="-122"/>
                <a:ea typeface="微软雅黑" pitchFamily="34" charset="-122"/>
              </a:endParaRPr>
            </a:p>
          </p:txBody>
        </p:sp>
      </p:grpSp>
      <p:sp>
        <p:nvSpPr>
          <p:cNvPr id="88" name="矩形 87"/>
          <p:cNvSpPr/>
          <p:nvPr/>
        </p:nvSpPr>
        <p:spPr>
          <a:xfrm>
            <a:off x="1306286" y="4094149"/>
            <a:ext cx="6647691" cy="425758"/>
          </a:xfrm>
          <a:prstGeom prst="rect">
            <a:avLst/>
          </a:prstGeom>
          <a:noFill/>
          <a:ln>
            <a:noFill/>
          </a:ln>
        </p:spPr>
        <p:style>
          <a:lnRef idx="0">
            <a:scrgbClr r="0" g="0" b="0"/>
          </a:lnRef>
          <a:fillRef idx="0">
            <a:scrgbClr r="0" g="0" b="0"/>
          </a:fillRef>
          <a:effectRef idx="0">
            <a:scrgbClr r="0" g="0" b="0"/>
          </a:effectRef>
          <a:fontRef idx="minor">
            <a:schemeClr val="dk1"/>
          </a:fontRef>
        </p:style>
        <p:txBody>
          <a:bodyPr wrap="square">
            <a:spAutoFit/>
          </a:bodyPr>
          <a:lstStyle/>
          <a:p>
            <a:pPr algn="ctr">
              <a:lnSpc>
                <a:spcPts val="2600"/>
              </a:lnSpc>
            </a:pPr>
            <a:r>
              <a:rPr lang="zh-CN" altLang="en-US" b="1" dirty="0">
                <a:latin typeface="微软雅黑" pitchFamily="34" charset="-122"/>
                <a:ea typeface="微软雅黑" pitchFamily="34" charset="-122"/>
              </a:rPr>
              <a:t>不管是哪一种情况，分组流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都能够得到更多时间的服务。</a:t>
            </a:r>
          </a:p>
        </p:txBody>
      </p:sp>
    </p:spTree>
    <p:extLst>
      <p:ext uri="{BB962C8B-B14F-4D97-AF65-F5344CB8AC3E}">
        <p14:creationId xmlns:p14="http://schemas.microsoft.com/office/powerpoint/2010/main" val="7067850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0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left)">
                                      <p:cBhvr>
                                        <p:cTn id="12"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6" y="969882"/>
            <a:ext cx="8243915"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zh-CN" altLang="en-US" sz="2000" b="1" dirty="0">
                <a:latin typeface="微软雅黑" pitchFamily="34" charset="-122"/>
                <a:ea typeface="微软雅黑" pitchFamily="34" charset="-122"/>
              </a:rPr>
              <a:t>根据以下三个方面进行管制：</a:t>
            </a:r>
            <a:endParaRPr lang="en-US" altLang="zh-CN" sz="2000" b="1" dirty="0">
              <a:latin typeface="微软雅黑" pitchFamily="34" charset="-122"/>
              <a:ea typeface="微软雅黑" pitchFamily="34" charset="-122"/>
            </a:endParaRPr>
          </a:p>
          <a:p>
            <a:pPr marL="342900" indent="-342900" eaLnBrk="0" hangingPunct="0">
              <a:lnSpc>
                <a:spcPts val="3300"/>
              </a:lnSpc>
              <a:buClr>
                <a:srgbClr val="9900CC"/>
              </a:buClr>
              <a:buFont typeface="+mj-lt"/>
              <a:buAutoNum type="arabicPeriod"/>
            </a:pPr>
            <a:r>
              <a:rPr lang="zh-CN" altLang="en-US" sz="2000" b="1" dirty="0">
                <a:solidFill>
                  <a:srgbClr val="0000FF"/>
                </a:solidFill>
                <a:latin typeface="微软雅黑" pitchFamily="34" charset="-122"/>
                <a:ea typeface="微软雅黑" pitchFamily="34" charset="-122"/>
              </a:rPr>
              <a:t>平均速率：</a:t>
            </a:r>
            <a:r>
              <a:rPr lang="zh-CN" altLang="en-US" sz="2000" b="1" dirty="0">
                <a:latin typeface="微软雅黑" pitchFamily="34" charset="-122"/>
                <a:ea typeface="微软雅黑" pitchFamily="34" charset="-122"/>
              </a:rPr>
              <a:t>指在</a:t>
            </a:r>
            <a:r>
              <a:rPr lang="zh-CN" altLang="en-US" sz="2000" b="1" dirty="0">
                <a:solidFill>
                  <a:srgbClr val="C00000"/>
                </a:solidFill>
                <a:latin typeface="微软雅黑" pitchFamily="34" charset="-122"/>
                <a:ea typeface="微软雅黑" pitchFamily="34" charset="-122"/>
              </a:rPr>
              <a:t>一定的时间间隔内</a:t>
            </a:r>
            <a:r>
              <a:rPr lang="zh-CN" altLang="en-US" sz="2000" b="1" dirty="0">
                <a:latin typeface="微软雅黑" pitchFamily="34" charset="-122"/>
                <a:ea typeface="微软雅黑" pitchFamily="34" charset="-122"/>
              </a:rPr>
              <a:t>通过的分组数。 </a:t>
            </a:r>
          </a:p>
          <a:p>
            <a:pPr marL="342900" indent="-342900" eaLnBrk="0" hangingPunct="0">
              <a:lnSpc>
                <a:spcPts val="3300"/>
              </a:lnSpc>
              <a:buClr>
                <a:srgbClr val="9900CC"/>
              </a:buClr>
              <a:buFont typeface="+mj-lt"/>
              <a:buAutoNum type="arabicPeriod"/>
            </a:pPr>
            <a:r>
              <a:rPr lang="zh-CN" altLang="en-US" sz="2000" b="1" dirty="0">
                <a:solidFill>
                  <a:srgbClr val="0000FF"/>
                </a:solidFill>
                <a:latin typeface="微软雅黑" pitchFamily="34" charset="-122"/>
                <a:ea typeface="微软雅黑" pitchFamily="34" charset="-122"/>
              </a:rPr>
              <a:t>峰值速率：</a:t>
            </a:r>
            <a:r>
              <a:rPr lang="zh-CN" altLang="en-US" sz="2000" b="1" dirty="0">
                <a:latin typeface="微软雅黑" pitchFamily="34" charset="-122"/>
                <a:ea typeface="微软雅黑" pitchFamily="34" charset="-122"/>
              </a:rPr>
              <a:t>限制数据流在</a:t>
            </a:r>
            <a:r>
              <a:rPr lang="zh-CN" altLang="en-US" sz="2000" b="1" dirty="0">
                <a:solidFill>
                  <a:srgbClr val="C00000"/>
                </a:solidFill>
                <a:latin typeface="微软雅黑" pitchFamily="34" charset="-122"/>
                <a:ea typeface="微软雅黑" pitchFamily="34" charset="-122"/>
              </a:rPr>
              <a:t>非常短的时间间隔内</a:t>
            </a:r>
            <a:r>
              <a:rPr lang="zh-CN" altLang="en-US" sz="2000" b="1" dirty="0">
                <a:latin typeface="微软雅黑" pitchFamily="34" charset="-122"/>
                <a:ea typeface="微软雅黑" pitchFamily="34" charset="-122"/>
              </a:rPr>
              <a:t>的流量。 </a:t>
            </a:r>
          </a:p>
          <a:p>
            <a:pPr marL="342900" indent="-342900" eaLnBrk="0" hangingPunct="0">
              <a:lnSpc>
                <a:spcPts val="3300"/>
              </a:lnSpc>
              <a:buClr>
                <a:srgbClr val="9900CC"/>
              </a:buClr>
              <a:buFont typeface="+mj-lt"/>
              <a:buAutoNum type="arabicPeriod"/>
            </a:pPr>
            <a:r>
              <a:rPr lang="zh-CN" altLang="en-US" sz="2000" b="1" dirty="0">
                <a:solidFill>
                  <a:srgbClr val="0000FF"/>
                </a:solidFill>
                <a:latin typeface="微软雅黑" pitchFamily="34" charset="-122"/>
                <a:ea typeface="微软雅黑" pitchFamily="34" charset="-122"/>
              </a:rPr>
              <a:t>突发长度：</a:t>
            </a:r>
            <a:r>
              <a:rPr lang="zh-CN" altLang="en-US" sz="2000" b="1" dirty="0">
                <a:latin typeface="微软雅黑" pitchFamily="34" charset="-122"/>
                <a:ea typeface="微软雅黑" pitchFamily="34" charset="-122"/>
              </a:rPr>
              <a:t>限制在</a:t>
            </a:r>
            <a:r>
              <a:rPr lang="zh-CN" altLang="en-US" sz="2000" b="1" dirty="0">
                <a:solidFill>
                  <a:srgbClr val="C00000"/>
                </a:solidFill>
                <a:latin typeface="微软雅黑" pitchFamily="34" charset="-122"/>
                <a:ea typeface="微软雅黑" pitchFamily="34" charset="-122"/>
              </a:rPr>
              <a:t>非常短的时间间隔内</a:t>
            </a:r>
            <a:r>
              <a:rPr lang="zh-CN" altLang="en-US" sz="2000" b="1" dirty="0">
                <a:solidFill>
                  <a:srgbClr val="0000FF"/>
                </a:solidFill>
                <a:latin typeface="微软雅黑" pitchFamily="34" charset="-122"/>
                <a:ea typeface="微软雅黑" pitchFamily="34" charset="-122"/>
              </a:rPr>
              <a:t>连续</a:t>
            </a:r>
            <a:r>
              <a:rPr lang="zh-CN" altLang="en-US" sz="2000" b="1" dirty="0">
                <a:latin typeface="微软雅黑" pitchFamily="34" charset="-122"/>
                <a:ea typeface="微软雅黑" pitchFamily="34" charset="-122"/>
              </a:rPr>
              <a:t>注入到网络中的分组数。 </a:t>
            </a:r>
          </a:p>
        </p:txBody>
      </p:sp>
      <p:sp>
        <p:nvSpPr>
          <p:cNvPr id="3" name="AutoShape 5"/>
          <p:cNvSpPr>
            <a:spLocks noChangeArrowheads="1"/>
          </p:cNvSpPr>
          <p:nvPr/>
        </p:nvSpPr>
        <p:spPr bwMode="auto">
          <a:xfrm>
            <a:off x="511897" y="605597"/>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766663" y="572386"/>
            <a:ext cx="15969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管制机制 </a:t>
            </a:r>
          </a:p>
        </p:txBody>
      </p:sp>
    </p:spTree>
    <p:extLst>
      <p:ext uri="{BB962C8B-B14F-4D97-AF65-F5344CB8AC3E}">
        <p14:creationId xmlns:p14="http://schemas.microsoft.com/office/powerpoint/2010/main" val="4197087392"/>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utoShape 5"/>
          <p:cNvSpPr>
            <a:spLocks noChangeArrowheads="1"/>
          </p:cNvSpPr>
          <p:nvPr/>
        </p:nvSpPr>
        <p:spPr bwMode="auto">
          <a:xfrm>
            <a:off x="517853" y="613941"/>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 name="矩形 4"/>
          <p:cNvSpPr>
            <a:spLocks noChangeArrowheads="1"/>
          </p:cNvSpPr>
          <p:nvPr/>
        </p:nvSpPr>
        <p:spPr bwMode="auto">
          <a:xfrm>
            <a:off x="635844" y="564113"/>
            <a:ext cx="619669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漏桶管制器 </a:t>
            </a:r>
            <a:r>
              <a:rPr lang="en-US" altLang="zh-CN" sz="2000" b="1" dirty="0">
                <a:latin typeface="微软雅黑" pitchFamily="34" charset="-122"/>
                <a:ea typeface="微软雅黑" pitchFamily="34" charset="-122"/>
              </a:rPr>
              <a:t>(leaky bucket policer) </a:t>
            </a:r>
            <a:r>
              <a:rPr lang="zh-CN" altLang="en-US" sz="2000" b="1" dirty="0">
                <a:latin typeface="微软雅黑" pitchFamily="34" charset="-122"/>
                <a:ea typeface="微软雅黑" pitchFamily="34" charset="-122"/>
              </a:rPr>
              <a:t>（简称为漏桶）</a:t>
            </a:r>
          </a:p>
        </p:txBody>
      </p:sp>
      <p:sp>
        <p:nvSpPr>
          <p:cNvPr id="4" name="圆角矩形 3"/>
          <p:cNvSpPr/>
          <p:nvPr/>
        </p:nvSpPr>
        <p:spPr>
          <a:xfrm>
            <a:off x="517852" y="957938"/>
            <a:ext cx="8133857" cy="30218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2" name="组合 31"/>
          <p:cNvGrpSpPr/>
          <p:nvPr/>
        </p:nvGrpSpPr>
        <p:grpSpPr>
          <a:xfrm>
            <a:off x="1576572" y="1072657"/>
            <a:ext cx="5613334" cy="2735400"/>
            <a:chOff x="584729" y="2057619"/>
            <a:chExt cx="8832768" cy="4304243"/>
          </a:xfrm>
        </p:grpSpPr>
        <p:sp>
          <p:nvSpPr>
            <p:cNvPr id="6" name="Text Box 7"/>
            <p:cNvSpPr txBox="1">
              <a:spLocks noChangeArrowheads="1"/>
            </p:cNvSpPr>
            <p:nvPr/>
          </p:nvSpPr>
          <p:spPr bwMode="auto">
            <a:xfrm>
              <a:off x="1269207" y="4764088"/>
              <a:ext cx="1259171" cy="4358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a:latin typeface="微软雅黑" pitchFamily="34" charset="-122"/>
                  <a:ea typeface="微软雅黑" pitchFamily="34" charset="-122"/>
                </a:rPr>
                <a:t>分组到达</a:t>
              </a:r>
            </a:p>
          </p:txBody>
        </p:sp>
        <p:sp>
          <p:nvSpPr>
            <p:cNvPr id="7" name="Freeform 4"/>
            <p:cNvSpPr>
              <a:spLocks/>
            </p:cNvSpPr>
            <p:nvPr/>
          </p:nvSpPr>
          <p:spPr bwMode="auto">
            <a:xfrm>
              <a:off x="4839495" y="2925763"/>
              <a:ext cx="1028435" cy="1241425"/>
            </a:xfrm>
            <a:custGeom>
              <a:avLst/>
              <a:gdLst>
                <a:gd name="T0" fmla="*/ 0 w 768"/>
                <a:gd name="T1" fmla="*/ 0 h 1008"/>
                <a:gd name="T2" fmla="*/ 0 w 768"/>
                <a:gd name="T3" fmla="*/ 1008 h 1008"/>
                <a:gd name="T4" fmla="*/ 767 w 768"/>
                <a:gd name="T5" fmla="*/ 1003 h 1008"/>
                <a:gd name="T6" fmla="*/ 768 w 768"/>
                <a:gd name="T7" fmla="*/ 0 h 1008"/>
              </a:gdLst>
              <a:ahLst/>
              <a:cxnLst>
                <a:cxn ang="0">
                  <a:pos x="T0" y="T1"/>
                </a:cxn>
                <a:cxn ang="0">
                  <a:pos x="T2" y="T3"/>
                </a:cxn>
                <a:cxn ang="0">
                  <a:pos x="T4" y="T5"/>
                </a:cxn>
                <a:cxn ang="0">
                  <a:pos x="T6" y="T7"/>
                </a:cxn>
              </a:cxnLst>
              <a:rect l="0" t="0" r="r" b="b"/>
              <a:pathLst>
                <a:path w="768" h="1008">
                  <a:moveTo>
                    <a:pt x="0" y="0"/>
                  </a:moveTo>
                  <a:lnTo>
                    <a:pt x="0" y="1008"/>
                  </a:lnTo>
                  <a:lnTo>
                    <a:pt x="767" y="1003"/>
                  </a:lnTo>
                  <a:lnTo>
                    <a:pt x="768" y="0"/>
                  </a:lnTo>
                </a:path>
              </a:pathLst>
            </a:custGeom>
            <a:solidFill>
              <a:schemeClr val="bg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 name="Line 5"/>
            <p:cNvSpPr>
              <a:spLocks noChangeShapeType="1"/>
            </p:cNvSpPr>
            <p:nvPr/>
          </p:nvSpPr>
          <p:spPr bwMode="auto">
            <a:xfrm rot="16200000" flipV="1">
              <a:off x="6670412" y="3950362"/>
              <a:ext cx="4763" cy="2645040"/>
            </a:xfrm>
            <a:prstGeom prst="line">
              <a:avLst/>
            </a:prstGeom>
            <a:noFill/>
            <a:ln w="28575">
              <a:solidFill>
                <a:srgbClr val="CC00CC"/>
              </a:solidFill>
              <a:round/>
              <a:headEnd type="triangl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 name="Oval 9"/>
            <p:cNvSpPr>
              <a:spLocks noChangeArrowheads="1"/>
            </p:cNvSpPr>
            <p:nvPr/>
          </p:nvSpPr>
          <p:spPr bwMode="auto">
            <a:xfrm>
              <a:off x="4870450" y="3941763"/>
              <a:ext cx="1012958" cy="171450"/>
            </a:xfrm>
            <a:prstGeom prst="ellipse">
              <a:avLst/>
            </a:prstGeom>
            <a:solidFill>
              <a:srgbClr val="0000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1" name="Oval 10"/>
            <p:cNvSpPr>
              <a:spLocks noChangeArrowheads="1"/>
            </p:cNvSpPr>
            <p:nvPr/>
          </p:nvSpPr>
          <p:spPr bwMode="auto">
            <a:xfrm>
              <a:off x="4870450" y="3713163"/>
              <a:ext cx="1012958" cy="171450"/>
            </a:xfrm>
            <a:prstGeom prst="ellipse">
              <a:avLst/>
            </a:prstGeom>
            <a:solidFill>
              <a:srgbClr val="0000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2" name="Oval 11"/>
            <p:cNvSpPr>
              <a:spLocks noChangeArrowheads="1"/>
            </p:cNvSpPr>
            <p:nvPr/>
          </p:nvSpPr>
          <p:spPr bwMode="auto">
            <a:xfrm>
              <a:off x="4870450" y="3482975"/>
              <a:ext cx="1012958" cy="171450"/>
            </a:xfrm>
            <a:prstGeom prst="ellipse">
              <a:avLst/>
            </a:prstGeom>
            <a:solidFill>
              <a:srgbClr val="0000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3" name="Oval 12"/>
            <p:cNvSpPr>
              <a:spLocks noChangeArrowheads="1"/>
            </p:cNvSpPr>
            <p:nvPr/>
          </p:nvSpPr>
          <p:spPr bwMode="auto">
            <a:xfrm>
              <a:off x="4870450" y="3254375"/>
              <a:ext cx="1012958" cy="171450"/>
            </a:xfrm>
            <a:prstGeom prst="ellipse">
              <a:avLst/>
            </a:prstGeom>
            <a:solidFill>
              <a:srgbClr val="0000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4" name="Freeform 14"/>
            <p:cNvSpPr>
              <a:spLocks/>
            </p:cNvSpPr>
            <p:nvPr/>
          </p:nvSpPr>
          <p:spPr bwMode="auto">
            <a:xfrm>
              <a:off x="3795581" y="2708276"/>
              <a:ext cx="1587367" cy="531813"/>
            </a:xfrm>
            <a:custGeom>
              <a:avLst/>
              <a:gdLst>
                <a:gd name="T0" fmla="*/ 0 w 900"/>
                <a:gd name="T1" fmla="*/ 0 h 452"/>
                <a:gd name="T2" fmla="*/ 220 w 900"/>
                <a:gd name="T3" fmla="*/ 8 h 452"/>
                <a:gd name="T4" fmla="*/ 396 w 900"/>
                <a:gd name="T5" fmla="*/ 24 h 452"/>
                <a:gd name="T6" fmla="*/ 612 w 900"/>
                <a:gd name="T7" fmla="*/ 76 h 452"/>
                <a:gd name="T8" fmla="*/ 808 w 900"/>
                <a:gd name="T9" fmla="*/ 208 h 452"/>
                <a:gd name="T10" fmla="*/ 900 w 900"/>
                <a:gd name="T11" fmla="*/ 452 h 452"/>
              </a:gdLst>
              <a:ahLst/>
              <a:cxnLst>
                <a:cxn ang="0">
                  <a:pos x="T0" y="T1"/>
                </a:cxn>
                <a:cxn ang="0">
                  <a:pos x="T2" y="T3"/>
                </a:cxn>
                <a:cxn ang="0">
                  <a:pos x="T4" y="T5"/>
                </a:cxn>
                <a:cxn ang="0">
                  <a:pos x="T6" y="T7"/>
                </a:cxn>
                <a:cxn ang="0">
                  <a:pos x="T8" y="T9"/>
                </a:cxn>
                <a:cxn ang="0">
                  <a:pos x="T10" y="T11"/>
                </a:cxn>
              </a:cxnLst>
              <a:rect l="0" t="0" r="r" b="b"/>
              <a:pathLst>
                <a:path w="900" h="452">
                  <a:moveTo>
                    <a:pt x="0" y="0"/>
                  </a:moveTo>
                  <a:cubicBezTo>
                    <a:pt x="37" y="1"/>
                    <a:pt x="154" y="4"/>
                    <a:pt x="220" y="8"/>
                  </a:cubicBezTo>
                  <a:cubicBezTo>
                    <a:pt x="286" y="12"/>
                    <a:pt x="331" y="13"/>
                    <a:pt x="396" y="24"/>
                  </a:cubicBezTo>
                  <a:cubicBezTo>
                    <a:pt x="461" y="35"/>
                    <a:pt x="543" y="45"/>
                    <a:pt x="612" y="76"/>
                  </a:cubicBezTo>
                  <a:cubicBezTo>
                    <a:pt x="681" y="107"/>
                    <a:pt x="760" y="145"/>
                    <a:pt x="808" y="208"/>
                  </a:cubicBezTo>
                  <a:cubicBezTo>
                    <a:pt x="856" y="271"/>
                    <a:pt x="881" y="401"/>
                    <a:pt x="900" y="452"/>
                  </a:cubicBezTo>
                </a:path>
              </a:pathLst>
            </a:custGeom>
            <a:noFill/>
            <a:ln w="28575" cmpd="sng">
              <a:solidFill>
                <a:srgbClr val="CC00CC"/>
              </a:solidFill>
              <a:round/>
              <a:headEnd type="none" w="sm" len="med"/>
              <a:tailEnd type="triangle" w="med" len="lg"/>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 name="AutoShape 15"/>
            <p:cNvSpPr>
              <a:spLocks/>
            </p:cNvSpPr>
            <p:nvPr/>
          </p:nvSpPr>
          <p:spPr bwMode="auto">
            <a:xfrm>
              <a:off x="5943601" y="2925763"/>
              <a:ext cx="271727" cy="1241425"/>
            </a:xfrm>
            <a:prstGeom prst="rightBrace">
              <a:avLst>
                <a:gd name="adj1" fmla="val 41245"/>
                <a:gd name="adj2" fmla="val 50000"/>
              </a:avLst>
            </a:prstGeom>
            <a:noFill/>
            <a:ln w="12700">
              <a:solidFill>
                <a:srgbClr val="7030A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1400" b="1">
                <a:latin typeface="微软雅黑" pitchFamily="34" charset="-122"/>
                <a:ea typeface="微软雅黑" pitchFamily="34" charset="-122"/>
              </a:endParaRPr>
            </a:p>
          </p:txBody>
        </p:sp>
        <p:sp>
          <p:nvSpPr>
            <p:cNvPr id="16" name="Text Box 16"/>
            <p:cNvSpPr txBox="1">
              <a:spLocks noChangeArrowheads="1"/>
            </p:cNvSpPr>
            <p:nvPr/>
          </p:nvSpPr>
          <p:spPr bwMode="auto">
            <a:xfrm>
              <a:off x="6215328" y="3085026"/>
              <a:ext cx="1809052" cy="7555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05000"/>
                </a:lnSpc>
              </a:pPr>
              <a:r>
                <a:rPr kumimoji="1" lang="zh-CN" altLang="en-US" sz="1200" b="1" dirty="0">
                  <a:latin typeface="微软雅黑" pitchFamily="34" charset="-122"/>
                  <a:ea typeface="微软雅黑" pitchFamily="34" charset="-122"/>
                </a:rPr>
                <a:t>漏桶中最多</a:t>
              </a:r>
            </a:p>
            <a:p>
              <a:pPr algn="ctr">
                <a:lnSpc>
                  <a:spcPct val="105000"/>
                </a:lnSpc>
              </a:pPr>
              <a:r>
                <a:rPr kumimoji="1" lang="zh-CN" altLang="en-US" sz="1200" b="1" dirty="0">
                  <a:latin typeface="微软雅黑" pitchFamily="34" charset="-122"/>
                  <a:ea typeface="微软雅黑" pitchFamily="34" charset="-122"/>
                </a:rPr>
                <a:t>装入 </a:t>
              </a:r>
              <a:r>
                <a:rPr kumimoji="1" lang="en-US" altLang="zh-CN" sz="1200" b="1" i="1" dirty="0">
                  <a:solidFill>
                    <a:srgbClr val="0000FF"/>
                  </a:solidFill>
                  <a:latin typeface="微软雅黑" pitchFamily="34" charset="-122"/>
                  <a:ea typeface="微软雅黑" pitchFamily="34" charset="-122"/>
                </a:rPr>
                <a:t>b</a:t>
              </a:r>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个权标</a:t>
              </a:r>
            </a:p>
          </p:txBody>
        </p:sp>
        <p:sp>
          <p:nvSpPr>
            <p:cNvPr id="17" name="Freeform 17"/>
            <p:cNvSpPr>
              <a:spLocks/>
            </p:cNvSpPr>
            <p:nvPr/>
          </p:nvSpPr>
          <p:spPr bwMode="auto">
            <a:xfrm>
              <a:off x="2787783" y="4953001"/>
              <a:ext cx="1222771" cy="639763"/>
            </a:xfrm>
            <a:custGeom>
              <a:avLst/>
              <a:gdLst>
                <a:gd name="T0" fmla="*/ 0 w 864"/>
                <a:gd name="T1" fmla="*/ 0 h 528"/>
                <a:gd name="T2" fmla="*/ 864 w 864"/>
                <a:gd name="T3" fmla="*/ 0 h 528"/>
                <a:gd name="T4" fmla="*/ 864 w 864"/>
                <a:gd name="T5" fmla="*/ 528 h 528"/>
                <a:gd name="T6" fmla="*/ 0 w 864"/>
                <a:gd name="T7" fmla="*/ 528 h 528"/>
              </a:gdLst>
              <a:ahLst/>
              <a:cxnLst>
                <a:cxn ang="0">
                  <a:pos x="T0" y="T1"/>
                </a:cxn>
                <a:cxn ang="0">
                  <a:pos x="T2" y="T3"/>
                </a:cxn>
                <a:cxn ang="0">
                  <a:pos x="T4" y="T5"/>
                </a:cxn>
                <a:cxn ang="0">
                  <a:pos x="T6" y="T7"/>
                </a:cxn>
              </a:cxnLst>
              <a:rect l="0" t="0" r="r" b="b"/>
              <a:pathLst>
                <a:path w="864" h="528">
                  <a:moveTo>
                    <a:pt x="0" y="0"/>
                  </a:moveTo>
                  <a:lnTo>
                    <a:pt x="864" y="0"/>
                  </a:lnTo>
                  <a:lnTo>
                    <a:pt x="864" y="528"/>
                  </a:lnTo>
                  <a:lnTo>
                    <a:pt x="0" y="528"/>
                  </a:lnTo>
                </a:path>
              </a:pathLst>
            </a:custGeom>
            <a:solidFill>
              <a:schemeClr val="bg1"/>
            </a:solidFill>
            <a:ln w="1905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 name="AutoShape 18"/>
            <p:cNvSpPr>
              <a:spLocks noChangeArrowheads="1"/>
            </p:cNvSpPr>
            <p:nvPr/>
          </p:nvSpPr>
          <p:spPr bwMode="auto">
            <a:xfrm>
              <a:off x="4636503" y="4739692"/>
              <a:ext cx="1423988" cy="1074737"/>
            </a:xfrm>
            <a:prstGeom prst="diamond">
              <a:avLst/>
            </a:prstGeom>
            <a:solidFill>
              <a:srgbClr val="66FFCC"/>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1400" b="1">
                <a:latin typeface="微软雅黑" pitchFamily="34" charset="-122"/>
                <a:ea typeface="微软雅黑" pitchFamily="34" charset="-122"/>
              </a:endParaRPr>
            </a:p>
          </p:txBody>
        </p:sp>
        <p:sp>
          <p:nvSpPr>
            <p:cNvPr id="19" name="Rectangle 30"/>
            <p:cNvSpPr>
              <a:spLocks noChangeArrowheads="1"/>
            </p:cNvSpPr>
            <p:nvPr/>
          </p:nvSpPr>
          <p:spPr bwMode="auto">
            <a:xfrm>
              <a:off x="3344669" y="4979989"/>
              <a:ext cx="658679" cy="592136"/>
            </a:xfrm>
            <a:prstGeom prst="rect">
              <a:avLst/>
            </a:prstGeom>
            <a:solidFill>
              <a:srgbClr val="FFFF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0" name="Line 19"/>
            <p:cNvSpPr>
              <a:spLocks noChangeShapeType="1"/>
            </p:cNvSpPr>
            <p:nvPr/>
          </p:nvSpPr>
          <p:spPr bwMode="auto">
            <a:xfrm rot="10800000">
              <a:off x="5351992" y="4178300"/>
              <a:ext cx="3440" cy="577850"/>
            </a:xfrm>
            <a:prstGeom prst="line">
              <a:avLst/>
            </a:prstGeom>
            <a:noFill/>
            <a:ln w="28575">
              <a:solidFill>
                <a:srgbClr val="CC00CC"/>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1" name="Line 20"/>
            <p:cNvSpPr>
              <a:spLocks noChangeShapeType="1"/>
            </p:cNvSpPr>
            <p:nvPr/>
          </p:nvSpPr>
          <p:spPr bwMode="auto">
            <a:xfrm rot="5400000" flipH="1">
              <a:off x="4316677" y="4959615"/>
              <a:ext cx="0" cy="612246"/>
            </a:xfrm>
            <a:prstGeom prst="line">
              <a:avLst/>
            </a:prstGeom>
            <a:noFill/>
            <a:ln w="28575">
              <a:solidFill>
                <a:srgbClr val="CC00CC"/>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2" name="Text Box 21"/>
            <p:cNvSpPr txBox="1">
              <a:spLocks noChangeArrowheads="1"/>
            </p:cNvSpPr>
            <p:nvPr/>
          </p:nvSpPr>
          <p:spPr bwMode="auto">
            <a:xfrm>
              <a:off x="4959639" y="4892956"/>
              <a:ext cx="774875" cy="7264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拿走</a:t>
              </a:r>
            </a:p>
            <a:p>
              <a:r>
                <a:rPr kumimoji="1" lang="zh-CN" altLang="en-US" sz="1200" b="1" dirty="0">
                  <a:latin typeface="微软雅黑" pitchFamily="34" charset="-122"/>
                  <a:ea typeface="微软雅黑" pitchFamily="34" charset="-122"/>
                </a:rPr>
                <a:t>权标</a:t>
              </a:r>
            </a:p>
          </p:txBody>
        </p:sp>
        <p:sp>
          <p:nvSpPr>
            <p:cNvPr id="23" name="Text Box 22"/>
            <p:cNvSpPr txBox="1">
              <a:spLocks noChangeArrowheads="1"/>
            </p:cNvSpPr>
            <p:nvPr/>
          </p:nvSpPr>
          <p:spPr bwMode="auto">
            <a:xfrm>
              <a:off x="6174502" y="4539698"/>
              <a:ext cx="1404092" cy="7264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200" b="1" dirty="0">
                  <a:latin typeface="微软雅黑" pitchFamily="34" charset="-122"/>
                  <a:ea typeface="微软雅黑" pitchFamily="34" charset="-122"/>
                </a:rPr>
                <a:t>准许分组进入网络</a:t>
              </a:r>
            </a:p>
          </p:txBody>
        </p:sp>
        <p:sp>
          <p:nvSpPr>
            <p:cNvPr id="24" name="Text Box 23"/>
            <p:cNvSpPr txBox="1">
              <a:spLocks noChangeArrowheads="1"/>
            </p:cNvSpPr>
            <p:nvPr/>
          </p:nvSpPr>
          <p:spPr bwMode="auto">
            <a:xfrm>
              <a:off x="2799493" y="4565743"/>
              <a:ext cx="1259171" cy="4068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200" b="1" dirty="0">
                  <a:latin typeface="微软雅黑" pitchFamily="34" charset="-122"/>
                  <a:ea typeface="微软雅黑" pitchFamily="34" charset="-122"/>
                </a:rPr>
                <a:t>等待权标</a:t>
              </a:r>
            </a:p>
          </p:txBody>
        </p:sp>
        <p:sp>
          <p:nvSpPr>
            <p:cNvPr id="25" name="Text Box 24"/>
            <p:cNvSpPr txBox="1">
              <a:spLocks noChangeArrowheads="1"/>
            </p:cNvSpPr>
            <p:nvPr/>
          </p:nvSpPr>
          <p:spPr bwMode="auto">
            <a:xfrm>
              <a:off x="584729" y="5829136"/>
              <a:ext cx="8832768" cy="5327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600" b="1" dirty="0">
                  <a:latin typeface="微软雅黑" pitchFamily="34" charset="-122"/>
                  <a:ea typeface="微软雅黑" pitchFamily="34" charset="-122"/>
                </a:rPr>
                <a:t>在任何时间间隔 </a:t>
              </a:r>
              <a:r>
                <a:rPr kumimoji="1" lang="en-US" altLang="zh-CN" sz="1600" b="1" i="1" dirty="0">
                  <a:latin typeface="微软雅黑" pitchFamily="34" charset="-122"/>
                  <a:ea typeface="微软雅黑" pitchFamily="34" charset="-122"/>
                </a:rPr>
                <a:t>t</a:t>
              </a:r>
              <a:r>
                <a:rPr kumimoji="1" lang="en-US" altLang="zh-CN" sz="1600" b="1" dirty="0">
                  <a:latin typeface="微软雅黑" pitchFamily="34" charset="-122"/>
                  <a:ea typeface="微软雅黑" pitchFamily="34" charset="-122"/>
                </a:rPr>
                <a:t> </a:t>
              </a:r>
              <a:r>
                <a:rPr kumimoji="1" lang="zh-CN" altLang="en-US" sz="1600" b="1" dirty="0">
                  <a:latin typeface="微软雅黑" pitchFamily="34" charset="-122"/>
                  <a:ea typeface="微软雅黑" pitchFamily="34" charset="-122"/>
                </a:rPr>
                <a:t>内</a:t>
              </a:r>
              <a:r>
                <a:rPr kumimoji="1" lang="zh-CN" altLang="en-US" sz="1600" b="1" dirty="0">
                  <a:solidFill>
                    <a:srgbClr val="0000FF"/>
                  </a:solidFill>
                  <a:latin typeface="微软雅黑" pitchFamily="34" charset="-122"/>
                  <a:ea typeface="微软雅黑" pitchFamily="34" charset="-122"/>
                </a:rPr>
                <a:t>准许进入网络的分组数 </a:t>
              </a:r>
              <a:r>
                <a:rPr kumimoji="1" lang="en-US" altLang="zh-CN" sz="1600" b="1" dirty="0">
                  <a:solidFill>
                    <a:srgbClr val="0000FF"/>
                  </a:solidFill>
                  <a:latin typeface="微软雅黑" pitchFamily="34" charset="-122"/>
                  <a:ea typeface="微软雅黑" pitchFamily="34" charset="-122"/>
                </a:rPr>
                <a:t>= </a:t>
              </a:r>
              <a:r>
                <a:rPr kumimoji="1" lang="en-US" altLang="zh-CN" sz="1600" b="1" i="1" dirty="0">
                  <a:solidFill>
                    <a:srgbClr val="0000FF"/>
                  </a:solidFill>
                  <a:latin typeface="微软雅黑" pitchFamily="34" charset="-122"/>
                  <a:ea typeface="微软雅黑" pitchFamily="34" charset="-122"/>
                </a:rPr>
                <a:t>r t</a:t>
              </a:r>
              <a:r>
                <a:rPr kumimoji="1" lang="en-US" altLang="zh-CN" sz="1600" b="1" dirty="0">
                  <a:solidFill>
                    <a:srgbClr val="0000FF"/>
                  </a:solidFill>
                  <a:latin typeface="微软雅黑" pitchFamily="34" charset="-122"/>
                  <a:ea typeface="微软雅黑" pitchFamily="34" charset="-122"/>
                </a:rPr>
                <a:t> + </a:t>
              </a:r>
              <a:r>
                <a:rPr kumimoji="1" lang="en-US" altLang="zh-CN" sz="1600" b="1" i="1" dirty="0">
                  <a:solidFill>
                    <a:srgbClr val="0000FF"/>
                  </a:solidFill>
                  <a:latin typeface="微软雅黑" pitchFamily="34" charset="-122"/>
                  <a:ea typeface="微软雅黑" pitchFamily="34" charset="-122"/>
                </a:rPr>
                <a:t>b</a:t>
              </a:r>
              <a:endParaRPr kumimoji="1" lang="en-US" altLang="zh-CN" sz="1600" b="1" dirty="0">
                <a:solidFill>
                  <a:srgbClr val="0000FF"/>
                </a:solidFill>
                <a:latin typeface="微软雅黑" pitchFamily="34" charset="-122"/>
                <a:ea typeface="微软雅黑" pitchFamily="34" charset="-122"/>
              </a:endParaRPr>
            </a:p>
          </p:txBody>
        </p:sp>
        <p:sp>
          <p:nvSpPr>
            <p:cNvPr id="26" name="Text Box 25"/>
            <p:cNvSpPr txBox="1">
              <a:spLocks noChangeArrowheads="1"/>
            </p:cNvSpPr>
            <p:nvPr/>
          </p:nvSpPr>
          <p:spPr bwMode="auto">
            <a:xfrm>
              <a:off x="943281" y="2057619"/>
              <a:ext cx="4911575" cy="5327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latin typeface="微软雅黑" pitchFamily="34" charset="-122"/>
                  <a:ea typeface="微软雅黑" pitchFamily="34" charset="-122"/>
                </a:rPr>
                <a:t>注入漏桶的速率为</a:t>
              </a:r>
              <a:r>
                <a:rPr kumimoji="1" lang="zh-CN" altLang="en-US" sz="1600" b="1" dirty="0">
                  <a:solidFill>
                    <a:srgbClr val="0000FF"/>
                  </a:solidFill>
                  <a:latin typeface="微软雅黑" pitchFamily="34" charset="-122"/>
                  <a:ea typeface="微软雅黑" pitchFamily="34" charset="-122"/>
                </a:rPr>
                <a:t>每秒 </a:t>
              </a:r>
              <a:r>
                <a:rPr kumimoji="1" lang="en-US" altLang="zh-CN" sz="1600" b="1" i="1" dirty="0">
                  <a:solidFill>
                    <a:srgbClr val="0000FF"/>
                  </a:solidFill>
                  <a:latin typeface="微软雅黑" pitchFamily="34" charset="-122"/>
                  <a:ea typeface="微软雅黑" pitchFamily="34" charset="-122"/>
                </a:rPr>
                <a:t>r</a:t>
              </a:r>
              <a:r>
                <a:rPr kumimoji="1" lang="en-US" altLang="zh-CN" sz="1600" b="1" dirty="0">
                  <a:solidFill>
                    <a:srgbClr val="0000FF"/>
                  </a:solidFill>
                  <a:latin typeface="微软雅黑" pitchFamily="34" charset="-122"/>
                  <a:ea typeface="微软雅黑" pitchFamily="34" charset="-122"/>
                </a:rPr>
                <a:t>  </a:t>
              </a:r>
              <a:r>
                <a:rPr kumimoji="1" lang="zh-CN" altLang="en-US" sz="1600" b="1" dirty="0">
                  <a:solidFill>
                    <a:srgbClr val="0000FF"/>
                  </a:solidFill>
                  <a:latin typeface="微软雅黑" pitchFamily="34" charset="-122"/>
                  <a:ea typeface="微软雅黑" pitchFamily="34" charset="-122"/>
                </a:rPr>
                <a:t>个权标</a:t>
              </a:r>
            </a:p>
          </p:txBody>
        </p:sp>
        <p:sp>
          <p:nvSpPr>
            <p:cNvPr id="27" name="Line 26"/>
            <p:cNvSpPr>
              <a:spLocks noChangeShapeType="1"/>
            </p:cNvSpPr>
            <p:nvPr/>
          </p:nvSpPr>
          <p:spPr bwMode="auto">
            <a:xfrm>
              <a:off x="3795581" y="4959351"/>
              <a:ext cx="0" cy="6318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 name="Line 27"/>
            <p:cNvSpPr>
              <a:spLocks noChangeShapeType="1"/>
            </p:cNvSpPr>
            <p:nvPr/>
          </p:nvSpPr>
          <p:spPr bwMode="auto">
            <a:xfrm>
              <a:off x="3570288" y="4959351"/>
              <a:ext cx="0" cy="6318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 name="Line 28"/>
            <p:cNvSpPr>
              <a:spLocks noChangeShapeType="1"/>
            </p:cNvSpPr>
            <p:nvPr/>
          </p:nvSpPr>
          <p:spPr bwMode="auto">
            <a:xfrm>
              <a:off x="3343275" y="4959351"/>
              <a:ext cx="0" cy="6318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 name="Text Box 16"/>
            <p:cNvSpPr txBox="1">
              <a:spLocks noChangeArrowheads="1"/>
            </p:cNvSpPr>
            <p:nvPr/>
          </p:nvSpPr>
          <p:spPr bwMode="auto">
            <a:xfrm>
              <a:off x="2744122" y="2846658"/>
              <a:ext cx="774875" cy="4317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05000"/>
                </a:lnSpc>
              </a:pPr>
              <a:r>
                <a:rPr kumimoji="1" lang="zh-CN" altLang="en-US" sz="1200" b="1" dirty="0">
                  <a:latin typeface="微软雅黑" pitchFamily="34" charset="-122"/>
                  <a:ea typeface="微软雅黑" pitchFamily="34" charset="-122"/>
                </a:rPr>
                <a:t>权标</a:t>
              </a:r>
            </a:p>
          </p:txBody>
        </p:sp>
        <p:sp>
          <p:nvSpPr>
            <p:cNvPr id="31" name="Oval 13"/>
            <p:cNvSpPr>
              <a:spLocks noChangeArrowheads="1"/>
            </p:cNvSpPr>
            <p:nvPr/>
          </p:nvSpPr>
          <p:spPr bwMode="auto">
            <a:xfrm>
              <a:off x="2576736" y="2636912"/>
              <a:ext cx="1085188" cy="168275"/>
            </a:xfrm>
            <a:prstGeom prst="ellipse">
              <a:avLst/>
            </a:prstGeom>
            <a:solidFill>
              <a:srgbClr val="0000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9" name="Line 6"/>
            <p:cNvSpPr>
              <a:spLocks noChangeShapeType="1"/>
            </p:cNvSpPr>
            <p:nvPr/>
          </p:nvSpPr>
          <p:spPr bwMode="auto">
            <a:xfrm rot="5400000">
              <a:off x="2512428" y="4666899"/>
              <a:ext cx="0" cy="1213802"/>
            </a:xfrm>
            <a:prstGeom prst="line">
              <a:avLst/>
            </a:prstGeom>
            <a:noFill/>
            <a:ln w="28575">
              <a:solidFill>
                <a:srgbClr val="0000FF"/>
              </a:solidFill>
              <a:round/>
              <a:headEnd type="triangl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36" name="Group 34"/>
          <p:cNvGrpSpPr>
            <a:grpSpLocks/>
          </p:cNvGrpSpPr>
          <p:nvPr/>
        </p:nvGrpSpPr>
        <p:grpSpPr bwMode="auto">
          <a:xfrm>
            <a:off x="6158708" y="2524018"/>
            <a:ext cx="1485900" cy="1014412"/>
            <a:chOff x="3560" y="714"/>
            <a:chExt cx="936" cy="639"/>
          </a:xfrm>
        </p:grpSpPr>
        <p:graphicFrame>
          <p:nvGraphicFramePr>
            <p:cNvPr id="37" name="Object 32"/>
            <p:cNvGraphicFramePr>
              <a:graphicFrameLocks noChangeAspect="1"/>
            </p:cNvGraphicFramePr>
            <p:nvPr/>
          </p:nvGraphicFramePr>
          <p:xfrm>
            <a:off x="3560" y="714"/>
            <a:ext cx="936" cy="639"/>
          </p:xfrm>
          <a:graphic>
            <a:graphicData uri="http://schemas.openxmlformats.org/presentationml/2006/ole">
              <mc:AlternateContent xmlns:mc="http://schemas.openxmlformats.org/markup-compatibility/2006">
                <mc:Choice xmlns:v="urn:schemas-microsoft-com:vml" Requires="v">
                  <p:oleObj name="VISIO" r:id="rId2" imgW="1687068" imgH="964692" progId="">
                    <p:embed/>
                  </p:oleObj>
                </mc:Choice>
                <mc:Fallback>
                  <p:oleObj name="VISIO" r:id="rId2" imgW="1687068" imgH="964692" progId="">
                    <p:embed/>
                    <p:pic>
                      <p:nvPicPr>
                        <p:cNvPr id="37" name="Object 3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60" y="714"/>
                          <a:ext cx="936" cy="639"/>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8" name="Text Box 33"/>
            <p:cNvSpPr txBox="1">
              <a:spLocks noChangeArrowheads="1"/>
            </p:cNvSpPr>
            <p:nvPr/>
          </p:nvSpPr>
          <p:spPr bwMode="auto">
            <a:xfrm>
              <a:off x="3787" y="890"/>
              <a:ext cx="504"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互联网</a:t>
              </a:r>
            </a:p>
          </p:txBody>
        </p:sp>
      </p:grpSp>
      <p:sp>
        <p:nvSpPr>
          <p:cNvPr id="2" name="矩形 1"/>
          <p:cNvSpPr/>
          <p:nvPr/>
        </p:nvSpPr>
        <p:spPr>
          <a:xfrm>
            <a:off x="1036307" y="3981824"/>
            <a:ext cx="7123621" cy="759182"/>
          </a:xfrm>
          <a:prstGeom prst="rect">
            <a:avLst/>
          </a:prstGeom>
          <a:noFill/>
          <a:ln>
            <a:noFill/>
          </a:ln>
        </p:spPr>
        <p:style>
          <a:lnRef idx="0">
            <a:scrgbClr r="0" g="0" b="0"/>
          </a:lnRef>
          <a:fillRef idx="0">
            <a:scrgbClr r="0" g="0" b="0"/>
          </a:fillRef>
          <a:effectRef idx="0">
            <a:scrgbClr r="0" g="0" b="0"/>
          </a:effectRef>
          <a:fontRef idx="minor">
            <a:schemeClr val="dk1"/>
          </a:fontRef>
        </p:style>
        <p:txBody>
          <a:bodyPr wrap="square">
            <a:spAutoFit/>
          </a:bodyPr>
          <a:lstStyle/>
          <a:p>
            <a:pPr marL="285750" indent="-285750">
              <a:lnSpc>
                <a:spcPts val="2600"/>
              </a:lnSpc>
              <a:buFont typeface="Wingdings" panose="05000000000000000000" pitchFamily="2" charset="2"/>
              <a:buChar char="l"/>
            </a:pPr>
            <a:r>
              <a:rPr lang="zh-CN" altLang="en-US" b="1" dirty="0">
                <a:solidFill>
                  <a:schemeClr val="dk1"/>
                </a:solidFill>
                <a:latin typeface="微软雅黑" pitchFamily="34" charset="-122"/>
                <a:ea typeface="微软雅黑" pitchFamily="34" charset="-122"/>
              </a:rPr>
              <a:t>注意：“准许进入网络”</a:t>
            </a:r>
            <a:r>
              <a:rPr lang="zh-CN" altLang="en-US" b="1" dirty="0">
                <a:solidFill>
                  <a:srgbClr val="C00000"/>
                </a:solidFill>
                <a:latin typeface="微软雅黑" pitchFamily="34" charset="-122"/>
                <a:ea typeface="微软雅黑" pitchFamily="34" charset="-122"/>
              </a:rPr>
              <a:t>不等于</a:t>
            </a:r>
            <a:r>
              <a:rPr lang="zh-CN" altLang="en-US" b="1" dirty="0">
                <a:solidFill>
                  <a:schemeClr val="dk1"/>
                </a:solidFill>
                <a:latin typeface="微软雅黑" pitchFamily="34" charset="-122"/>
                <a:ea typeface="微软雅黑" pitchFamily="34" charset="-122"/>
              </a:rPr>
              <a:t>说“已经进入了网络”。</a:t>
            </a:r>
            <a:endParaRPr lang="en-US" altLang="zh-CN" b="1" dirty="0">
              <a:solidFill>
                <a:schemeClr val="dk1"/>
              </a:solidFill>
              <a:latin typeface="微软雅黑" pitchFamily="34" charset="-122"/>
              <a:ea typeface="微软雅黑" pitchFamily="34" charset="-122"/>
            </a:endParaRPr>
          </a:p>
          <a:p>
            <a:pPr marL="285750" indent="-285750">
              <a:lnSpc>
                <a:spcPts val="2600"/>
              </a:lnSpc>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控制权标进入漏桶的速率 </a:t>
            </a:r>
            <a:r>
              <a:rPr lang="en-US" altLang="zh-CN" b="1" i="1" dirty="0">
                <a:solidFill>
                  <a:srgbClr val="0000FF"/>
                </a:solidFill>
                <a:latin typeface="微软雅黑" pitchFamily="34" charset="-122"/>
                <a:ea typeface="微软雅黑" pitchFamily="34" charset="-122"/>
              </a:rPr>
              <a:t>r</a:t>
            </a:r>
            <a:r>
              <a:rPr lang="zh-CN" altLang="en-US" b="1" dirty="0">
                <a:solidFill>
                  <a:srgbClr val="0000FF"/>
                </a:solidFill>
                <a:latin typeface="微软雅黑" pitchFamily="34" charset="-122"/>
                <a:ea typeface="微软雅黑" pitchFamily="34" charset="-122"/>
              </a:rPr>
              <a:t>，就可对分组进入网络的速率进行管制。</a:t>
            </a:r>
          </a:p>
        </p:txBody>
      </p:sp>
    </p:spTree>
    <p:extLst>
      <p:ext uri="{BB962C8B-B14F-4D97-AF65-F5344CB8AC3E}">
        <p14:creationId xmlns:p14="http://schemas.microsoft.com/office/powerpoint/2010/main" val="1170388391"/>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0905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503683" y="585960"/>
            <a:ext cx="416171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漏桶机制与加权公平排队相结合 </a:t>
            </a:r>
          </a:p>
        </p:txBody>
      </p:sp>
      <p:sp>
        <p:nvSpPr>
          <p:cNvPr id="11" name="圆角矩形 10"/>
          <p:cNvSpPr/>
          <p:nvPr/>
        </p:nvSpPr>
        <p:spPr>
          <a:xfrm>
            <a:off x="517852" y="1006264"/>
            <a:ext cx="8133857" cy="29996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5" name="组合 4"/>
          <p:cNvGrpSpPr/>
          <p:nvPr/>
        </p:nvGrpSpPr>
        <p:grpSpPr>
          <a:xfrm>
            <a:off x="772158" y="1267790"/>
            <a:ext cx="7558582" cy="2433353"/>
            <a:chOff x="772158" y="1433253"/>
            <a:chExt cx="7558582" cy="2433353"/>
          </a:xfrm>
        </p:grpSpPr>
        <p:sp>
          <p:nvSpPr>
            <p:cNvPr id="14" name="Text Box 25"/>
            <p:cNvSpPr txBox="1">
              <a:spLocks noChangeArrowheads="1"/>
            </p:cNvSpPr>
            <p:nvPr/>
          </p:nvSpPr>
          <p:spPr bwMode="auto">
            <a:xfrm>
              <a:off x="7427929" y="2239923"/>
              <a:ext cx="90281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a:latin typeface="微软雅黑" pitchFamily="34" charset="-122"/>
                  <a:ea typeface="微软雅黑" pitchFamily="34" charset="-122"/>
                </a:rPr>
                <a:t>分组离开</a:t>
              </a:r>
            </a:p>
            <a:p>
              <a:pPr algn="ctr"/>
              <a:r>
                <a:rPr kumimoji="1" lang="zh-CN" altLang="en-US" sz="1400" b="1">
                  <a:latin typeface="微软雅黑" pitchFamily="34" charset="-122"/>
                  <a:ea typeface="微软雅黑" pitchFamily="34" charset="-122"/>
                </a:rPr>
                <a:t>路由器</a:t>
              </a:r>
            </a:p>
          </p:txBody>
        </p:sp>
        <p:sp>
          <p:nvSpPr>
            <p:cNvPr id="15" name="Text Box 18"/>
            <p:cNvSpPr txBox="1">
              <a:spLocks noChangeArrowheads="1"/>
            </p:cNvSpPr>
            <p:nvPr/>
          </p:nvSpPr>
          <p:spPr bwMode="auto">
            <a:xfrm>
              <a:off x="772158" y="2231214"/>
              <a:ext cx="90281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itchFamily="34" charset="-122"/>
                  <a:ea typeface="微软雅黑" pitchFamily="34" charset="-122"/>
                </a:rPr>
                <a:t>分组到达</a:t>
              </a:r>
            </a:p>
            <a:p>
              <a:pPr algn="ctr"/>
              <a:r>
                <a:rPr kumimoji="1" lang="zh-CN" altLang="en-US" sz="1400" b="1" dirty="0">
                  <a:latin typeface="微软雅黑" pitchFamily="34" charset="-122"/>
                  <a:ea typeface="微软雅黑" pitchFamily="34" charset="-122"/>
                </a:rPr>
                <a:t>路由器</a:t>
              </a:r>
            </a:p>
          </p:txBody>
        </p:sp>
        <p:sp>
          <p:nvSpPr>
            <p:cNvPr id="16" name="Rectangle 5"/>
            <p:cNvSpPr>
              <a:spLocks noChangeArrowheads="1"/>
            </p:cNvSpPr>
            <p:nvPr/>
          </p:nvSpPr>
          <p:spPr bwMode="auto">
            <a:xfrm>
              <a:off x="1736907" y="1433253"/>
              <a:ext cx="5673139" cy="2433353"/>
            </a:xfrm>
            <a:prstGeom prst="rect">
              <a:avLst/>
            </a:prstGeom>
            <a:solidFill>
              <a:srgbClr val="66FFFF"/>
            </a:solidFill>
            <a:ln w="9525" algn="ctr">
              <a:solidFill>
                <a:schemeClr val="tx1"/>
              </a:solidFill>
              <a:miter lim="800000"/>
              <a:headEnd/>
              <a:tailEnd/>
            </a:ln>
            <a:effectLst/>
          </p:spPr>
          <p:txBody>
            <a:bodyPr wrap="none" anchor="ctr"/>
            <a:lstStyle/>
            <a:p>
              <a:endParaRPr lang="zh-CN" altLang="en-US" sz="1200" b="1">
                <a:latin typeface="微软雅黑" pitchFamily="34" charset="-122"/>
                <a:ea typeface="微软雅黑" pitchFamily="34" charset="-122"/>
              </a:endParaRPr>
            </a:p>
          </p:txBody>
        </p:sp>
        <p:sp>
          <p:nvSpPr>
            <p:cNvPr id="17" name="Line 6"/>
            <p:cNvSpPr>
              <a:spLocks noChangeShapeType="1"/>
            </p:cNvSpPr>
            <p:nvPr/>
          </p:nvSpPr>
          <p:spPr bwMode="auto">
            <a:xfrm>
              <a:off x="7251764" y="2891747"/>
              <a:ext cx="7400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8" name="Freeform 7"/>
            <p:cNvSpPr>
              <a:spLocks/>
            </p:cNvSpPr>
            <p:nvPr/>
          </p:nvSpPr>
          <p:spPr bwMode="auto">
            <a:xfrm>
              <a:off x="3096184" y="3259576"/>
              <a:ext cx="752531" cy="360138"/>
            </a:xfrm>
            <a:custGeom>
              <a:avLst/>
              <a:gdLst>
                <a:gd name="T0" fmla="*/ 0 w 864"/>
                <a:gd name="T1" fmla="*/ 0 h 528"/>
                <a:gd name="T2" fmla="*/ 864 w 864"/>
                <a:gd name="T3" fmla="*/ 0 h 528"/>
                <a:gd name="T4" fmla="*/ 864 w 864"/>
                <a:gd name="T5" fmla="*/ 528 h 528"/>
                <a:gd name="T6" fmla="*/ 0 w 864"/>
                <a:gd name="T7" fmla="*/ 528 h 528"/>
              </a:gdLst>
              <a:ahLst/>
              <a:cxnLst>
                <a:cxn ang="0">
                  <a:pos x="T0" y="T1"/>
                </a:cxn>
                <a:cxn ang="0">
                  <a:pos x="T2" y="T3"/>
                </a:cxn>
                <a:cxn ang="0">
                  <a:pos x="T4" y="T5"/>
                </a:cxn>
                <a:cxn ang="0">
                  <a:pos x="T6" y="T7"/>
                </a:cxn>
              </a:cxnLst>
              <a:rect l="0" t="0" r="r" b="b"/>
              <a:pathLst>
                <a:path w="864" h="528">
                  <a:moveTo>
                    <a:pt x="0" y="0"/>
                  </a:moveTo>
                  <a:lnTo>
                    <a:pt x="864" y="0"/>
                  </a:lnTo>
                  <a:lnTo>
                    <a:pt x="864" y="528"/>
                  </a:lnTo>
                  <a:lnTo>
                    <a:pt x="0" y="528"/>
                  </a:lnTo>
                </a:path>
              </a:pathLst>
            </a:custGeom>
            <a:noFill/>
            <a:ln w="19050" cmpd="sng">
              <a:solidFill>
                <a:srgbClr val="0000FF"/>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 name="Rectangle 8"/>
            <p:cNvSpPr>
              <a:spLocks noChangeArrowheads="1"/>
            </p:cNvSpPr>
            <p:nvPr/>
          </p:nvSpPr>
          <p:spPr bwMode="auto">
            <a:xfrm>
              <a:off x="5585644" y="2153529"/>
              <a:ext cx="412365" cy="369109"/>
            </a:xfrm>
            <a:prstGeom prst="rect">
              <a:avLst/>
            </a:prstGeom>
            <a:solidFill>
              <a:srgbClr val="CC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0" name="Freeform 9"/>
            <p:cNvSpPr>
              <a:spLocks/>
            </p:cNvSpPr>
            <p:nvPr/>
          </p:nvSpPr>
          <p:spPr bwMode="auto">
            <a:xfrm>
              <a:off x="4887263" y="2153529"/>
              <a:ext cx="1110746" cy="369109"/>
            </a:xfrm>
            <a:custGeom>
              <a:avLst/>
              <a:gdLst>
                <a:gd name="T0" fmla="*/ 7 w 775"/>
                <a:gd name="T1" fmla="*/ 0 h 288"/>
                <a:gd name="T2" fmla="*/ 775 w 775"/>
                <a:gd name="T3" fmla="*/ 0 h 288"/>
                <a:gd name="T4" fmla="*/ 775 w 775"/>
                <a:gd name="T5" fmla="*/ 288 h 288"/>
                <a:gd name="T6" fmla="*/ 0 w 775"/>
                <a:gd name="T7" fmla="*/ 288 h 288"/>
              </a:gdLst>
              <a:ahLst/>
              <a:cxnLst>
                <a:cxn ang="0">
                  <a:pos x="T0" y="T1"/>
                </a:cxn>
                <a:cxn ang="0">
                  <a:pos x="T2" y="T3"/>
                </a:cxn>
                <a:cxn ang="0">
                  <a:pos x="T4" y="T5"/>
                </a:cxn>
                <a:cxn ang="0">
                  <a:pos x="T6" y="T7"/>
                </a:cxn>
              </a:cxnLst>
              <a:rect l="0" t="0" r="r" b="b"/>
              <a:pathLst>
                <a:path w="775" h="288">
                  <a:moveTo>
                    <a:pt x="7" y="0"/>
                  </a:moveTo>
                  <a:lnTo>
                    <a:pt x="775" y="0"/>
                  </a:lnTo>
                  <a:lnTo>
                    <a:pt x="775" y="288"/>
                  </a:lnTo>
                  <a:lnTo>
                    <a:pt x="0" y="288"/>
                  </a:lnTo>
                </a:path>
              </a:pathLst>
            </a:custGeom>
            <a:noFill/>
            <a:ln w="19050" cmpd="sng">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1" name="Line 10"/>
            <p:cNvSpPr>
              <a:spLocks noChangeShapeType="1"/>
            </p:cNvSpPr>
            <p:nvPr/>
          </p:nvSpPr>
          <p:spPr bwMode="auto">
            <a:xfrm>
              <a:off x="5860554" y="2153529"/>
              <a:ext cx="0" cy="369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2" name="Line 11"/>
            <p:cNvSpPr>
              <a:spLocks noChangeShapeType="1"/>
            </p:cNvSpPr>
            <p:nvPr/>
          </p:nvSpPr>
          <p:spPr bwMode="auto">
            <a:xfrm>
              <a:off x="5723100" y="2153529"/>
              <a:ext cx="0" cy="369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3" name="Line 12"/>
            <p:cNvSpPr>
              <a:spLocks noChangeShapeType="1"/>
            </p:cNvSpPr>
            <p:nvPr/>
          </p:nvSpPr>
          <p:spPr bwMode="auto">
            <a:xfrm>
              <a:off x="5585644" y="2153529"/>
              <a:ext cx="0" cy="369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4" name="Line 13"/>
            <p:cNvSpPr>
              <a:spLocks noChangeShapeType="1"/>
            </p:cNvSpPr>
            <p:nvPr/>
          </p:nvSpPr>
          <p:spPr bwMode="auto">
            <a:xfrm>
              <a:off x="5446801" y="2153529"/>
              <a:ext cx="0" cy="369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5" name="Line 14"/>
            <p:cNvSpPr>
              <a:spLocks noChangeShapeType="1"/>
            </p:cNvSpPr>
            <p:nvPr/>
          </p:nvSpPr>
          <p:spPr bwMode="auto">
            <a:xfrm>
              <a:off x="5309347" y="2153529"/>
              <a:ext cx="0" cy="369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6" name="Line 15"/>
            <p:cNvSpPr>
              <a:spLocks noChangeShapeType="1"/>
            </p:cNvSpPr>
            <p:nvPr/>
          </p:nvSpPr>
          <p:spPr bwMode="auto">
            <a:xfrm>
              <a:off x="5171891" y="2153529"/>
              <a:ext cx="0" cy="369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7" name="Line 16"/>
            <p:cNvSpPr>
              <a:spLocks noChangeShapeType="1"/>
            </p:cNvSpPr>
            <p:nvPr/>
          </p:nvSpPr>
          <p:spPr bwMode="auto">
            <a:xfrm>
              <a:off x="5034437" y="2153529"/>
              <a:ext cx="0" cy="369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 name="AutoShape 17"/>
            <p:cNvSpPr>
              <a:spLocks noChangeArrowheads="1"/>
            </p:cNvSpPr>
            <p:nvPr/>
          </p:nvSpPr>
          <p:spPr bwMode="auto">
            <a:xfrm rot="5400000">
              <a:off x="2014006" y="2685565"/>
              <a:ext cx="369109" cy="412365"/>
            </a:xfrm>
            <a:prstGeom prst="triangle">
              <a:avLst>
                <a:gd name="adj" fmla="val 50000"/>
              </a:avLst>
            </a:prstGeom>
            <a:solidFill>
              <a:srgbClr val="FFC000"/>
            </a:solidFill>
            <a:ln w="12700"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9" name="Line 19"/>
            <p:cNvSpPr>
              <a:spLocks noChangeShapeType="1"/>
            </p:cNvSpPr>
            <p:nvPr/>
          </p:nvSpPr>
          <p:spPr bwMode="auto">
            <a:xfrm>
              <a:off x="980591" y="2804102"/>
              <a:ext cx="619241"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2" name="Oval 22"/>
            <p:cNvSpPr>
              <a:spLocks noChangeArrowheads="1"/>
            </p:cNvSpPr>
            <p:nvPr/>
          </p:nvSpPr>
          <p:spPr bwMode="auto">
            <a:xfrm>
              <a:off x="6811632" y="2686687"/>
              <a:ext cx="480398" cy="430628"/>
            </a:xfrm>
            <a:prstGeom prst="ellipse">
              <a:avLst/>
            </a:prstGeom>
            <a:solidFill>
              <a:srgbClr val="FFFF00"/>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400" b="1">
                  <a:latin typeface="微软雅黑" pitchFamily="34" charset="-122"/>
                  <a:ea typeface="微软雅黑" pitchFamily="34" charset="-122"/>
                </a:rPr>
                <a:t>调度</a:t>
              </a:r>
            </a:p>
          </p:txBody>
        </p:sp>
        <p:sp>
          <p:nvSpPr>
            <p:cNvPr id="33" name="Line 23"/>
            <p:cNvSpPr>
              <a:spLocks noChangeShapeType="1"/>
            </p:cNvSpPr>
            <p:nvPr/>
          </p:nvSpPr>
          <p:spPr bwMode="auto">
            <a:xfrm>
              <a:off x="5998009" y="2348336"/>
              <a:ext cx="798349" cy="538284"/>
            </a:xfrm>
            <a:prstGeom prst="line">
              <a:avLst/>
            </a:prstGeom>
            <a:noFill/>
            <a:ln w="1905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4" name="Line 24"/>
            <p:cNvSpPr>
              <a:spLocks noChangeShapeType="1"/>
            </p:cNvSpPr>
            <p:nvPr/>
          </p:nvSpPr>
          <p:spPr bwMode="auto">
            <a:xfrm>
              <a:off x="7566940" y="2812811"/>
              <a:ext cx="619241"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5" name="Text Box 26"/>
            <p:cNvSpPr txBox="1">
              <a:spLocks noChangeArrowheads="1"/>
            </p:cNvSpPr>
            <p:nvPr/>
          </p:nvSpPr>
          <p:spPr bwMode="auto">
            <a:xfrm>
              <a:off x="1836873" y="2426981"/>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分类器</a:t>
              </a:r>
            </a:p>
          </p:txBody>
        </p:sp>
        <p:sp>
          <p:nvSpPr>
            <p:cNvPr id="36" name="Rectangle 27"/>
            <p:cNvSpPr>
              <a:spLocks noChangeArrowheads="1"/>
            </p:cNvSpPr>
            <p:nvPr/>
          </p:nvSpPr>
          <p:spPr bwMode="auto">
            <a:xfrm>
              <a:off x="5453152" y="3260857"/>
              <a:ext cx="551209" cy="369109"/>
            </a:xfrm>
            <a:prstGeom prst="rect">
              <a:avLst/>
            </a:prstGeom>
            <a:solidFill>
              <a:srgbClr val="0000FF"/>
            </a:solidFill>
            <a:ln>
              <a:noFill/>
            </a:ln>
            <a:effectLst/>
          </p:spPr>
          <p:txBody>
            <a:bodyPr wrap="none" anchor="ctr"/>
            <a:lstStyle/>
            <a:p>
              <a:endParaRPr lang="zh-CN" altLang="en-US" sz="1200" b="1">
                <a:latin typeface="微软雅黑" pitchFamily="34" charset="-122"/>
                <a:ea typeface="微软雅黑" pitchFamily="34" charset="-122"/>
              </a:endParaRPr>
            </a:p>
          </p:txBody>
        </p:sp>
        <p:sp>
          <p:nvSpPr>
            <p:cNvPr id="37" name="Freeform 28"/>
            <p:cNvSpPr>
              <a:spLocks/>
            </p:cNvSpPr>
            <p:nvPr/>
          </p:nvSpPr>
          <p:spPr bwMode="auto">
            <a:xfrm>
              <a:off x="4896981" y="3260857"/>
              <a:ext cx="1110746" cy="369109"/>
            </a:xfrm>
            <a:custGeom>
              <a:avLst/>
              <a:gdLst>
                <a:gd name="T0" fmla="*/ 7 w 775"/>
                <a:gd name="T1" fmla="*/ 0 h 288"/>
                <a:gd name="T2" fmla="*/ 775 w 775"/>
                <a:gd name="T3" fmla="*/ 0 h 288"/>
                <a:gd name="T4" fmla="*/ 775 w 775"/>
                <a:gd name="T5" fmla="*/ 288 h 288"/>
                <a:gd name="T6" fmla="*/ 0 w 775"/>
                <a:gd name="T7" fmla="*/ 288 h 288"/>
              </a:gdLst>
              <a:ahLst/>
              <a:cxnLst>
                <a:cxn ang="0">
                  <a:pos x="T0" y="T1"/>
                </a:cxn>
                <a:cxn ang="0">
                  <a:pos x="T2" y="T3"/>
                </a:cxn>
                <a:cxn ang="0">
                  <a:pos x="T4" y="T5"/>
                </a:cxn>
                <a:cxn ang="0">
                  <a:pos x="T6" y="T7"/>
                </a:cxn>
              </a:cxnLst>
              <a:rect l="0" t="0" r="r" b="b"/>
              <a:pathLst>
                <a:path w="775" h="288">
                  <a:moveTo>
                    <a:pt x="7" y="0"/>
                  </a:moveTo>
                  <a:lnTo>
                    <a:pt x="775" y="0"/>
                  </a:lnTo>
                  <a:lnTo>
                    <a:pt x="775" y="288"/>
                  </a:lnTo>
                  <a:lnTo>
                    <a:pt x="0" y="288"/>
                  </a:lnTo>
                </a:path>
              </a:pathLst>
            </a:custGeom>
            <a:noFill/>
            <a:ln w="19050" cmpd="sng">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8" name="Line 29"/>
            <p:cNvSpPr>
              <a:spLocks noChangeShapeType="1"/>
            </p:cNvSpPr>
            <p:nvPr/>
          </p:nvSpPr>
          <p:spPr bwMode="auto">
            <a:xfrm>
              <a:off x="5870274" y="3260857"/>
              <a:ext cx="0" cy="369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9" name="Line 30"/>
            <p:cNvSpPr>
              <a:spLocks noChangeShapeType="1"/>
            </p:cNvSpPr>
            <p:nvPr/>
          </p:nvSpPr>
          <p:spPr bwMode="auto">
            <a:xfrm>
              <a:off x="5732818" y="3260857"/>
              <a:ext cx="0" cy="369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0" name="Line 31"/>
            <p:cNvSpPr>
              <a:spLocks noChangeShapeType="1"/>
            </p:cNvSpPr>
            <p:nvPr/>
          </p:nvSpPr>
          <p:spPr bwMode="auto">
            <a:xfrm>
              <a:off x="5595364" y="3260857"/>
              <a:ext cx="0" cy="369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1" name="Line 32"/>
            <p:cNvSpPr>
              <a:spLocks noChangeShapeType="1"/>
            </p:cNvSpPr>
            <p:nvPr/>
          </p:nvSpPr>
          <p:spPr bwMode="auto">
            <a:xfrm>
              <a:off x="5457908" y="3260857"/>
              <a:ext cx="0" cy="369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2" name="Line 33"/>
            <p:cNvSpPr>
              <a:spLocks noChangeShapeType="1"/>
            </p:cNvSpPr>
            <p:nvPr/>
          </p:nvSpPr>
          <p:spPr bwMode="auto">
            <a:xfrm>
              <a:off x="5320454" y="3260857"/>
              <a:ext cx="0" cy="369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3" name="Line 34"/>
            <p:cNvSpPr>
              <a:spLocks noChangeShapeType="1"/>
            </p:cNvSpPr>
            <p:nvPr/>
          </p:nvSpPr>
          <p:spPr bwMode="auto">
            <a:xfrm>
              <a:off x="5182998" y="3260857"/>
              <a:ext cx="0" cy="369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4" name="Line 35"/>
            <p:cNvSpPr>
              <a:spLocks noChangeShapeType="1"/>
            </p:cNvSpPr>
            <p:nvPr/>
          </p:nvSpPr>
          <p:spPr bwMode="auto">
            <a:xfrm>
              <a:off x="5045544" y="3260857"/>
              <a:ext cx="0" cy="369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5" name="Line 36"/>
            <p:cNvSpPr>
              <a:spLocks noChangeShapeType="1"/>
            </p:cNvSpPr>
            <p:nvPr/>
          </p:nvSpPr>
          <p:spPr bwMode="auto">
            <a:xfrm flipV="1">
              <a:off x="6009117" y="2902000"/>
              <a:ext cx="799738" cy="528031"/>
            </a:xfrm>
            <a:prstGeom prst="line">
              <a:avLst/>
            </a:prstGeom>
            <a:noFill/>
            <a:ln w="1905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6" name="Freeform 37"/>
            <p:cNvSpPr>
              <a:spLocks/>
            </p:cNvSpPr>
            <p:nvPr/>
          </p:nvSpPr>
          <p:spPr bwMode="auto">
            <a:xfrm>
              <a:off x="6392325" y="2312452"/>
              <a:ext cx="223537" cy="1079132"/>
            </a:xfrm>
            <a:custGeom>
              <a:avLst/>
              <a:gdLst>
                <a:gd name="T0" fmla="*/ 22 w 156"/>
                <a:gd name="T1" fmla="*/ 0 h 842"/>
                <a:gd name="T2" fmla="*/ 10 w 156"/>
                <a:gd name="T3" fmla="*/ 227 h 842"/>
                <a:gd name="T4" fmla="*/ 3 w 156"/>
                <a:gd name="T5" fmla="*/ 383 h 842"/>
                <a:gd name="T6" fmla="*/ 1 w 156"/>
                <a:gd name="T7" fmla="*/ 554 h 842"/>
                <a:gd name="T8" fmla="*/ 7 w 156"/>
                <a:gd name="T9" fmla="*/ 692 h 842"/>
                <a:gd name="T10" fmla="*/ 30 w 156"/>
                <a:gd name="T11" fmla="*/ 800 h 842"/>
                <a:gd name="T12" fmla="*/ 69 w 156"/>
                <a:gd name="T13" fmla="*/ 841 h 842"/>
                <a:gd name="T14" fmla="*/ 99 w 156"/>
                <a:gd name="T15" fmla="*/ 793 h 842"/>
                <a:gd name="T16" fmla="*/ 118 w 156"/>
                <a:gd name="T17" fmla="*/ 698 h 842"/>
                <a:gd name="T18" fmla="*/ 138 w 156"/>
                <a:gd name="T19" fmla="*/ 527 h 842"/>
                <a:gd name="T20" fmla="*/ 150 w 156"/>
                <a:gd name="T21" fmla="*/ 370 h 842"/>
                <a:gd name="T22" fmla="*/ 156 w 156"/>
                <a:gd name="T23" fmla="*/ 173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842">
                  <a:moveTo>
                    <a:pt x="22" y="0"/>
                  </a:moveTo>
                  <a:cubicBezTo>
                    <a:pt x="20" y="38"/>
                    <a:pt x="13" y="163"/>
                    <a:pt x="10" y="227"/>
                  </a:cubicBezTo>
                  <a:cubicBezTo>
                    <a:pt x="7" y="291"/>
                    <a:pt x="4" y="329"/>
                    <a:pt x="3" y="383"/>
                  </a:cubicBezTo>
                  <a:cubicBezTo>
                    <a:pt x="2" y="437"/>
                    <a:pt x="0" y="503"/>
                    <a:pt x="1" y="554"/>
                  </a:cubicBezTo>
                  <a:cubicBezTo>
                    <a:pt x="2" y="605"/>
                    <a:pt x="2" y="651"/>
                    <a:pt x="7" y="692"/>
                  </a:cubicBezTo>
                  <a:cubicBezTo>
                    <a:pt x="12" y="733"/>
                    <a:pt x="20" y="775"/>
                    <a:pt x="30" y="800"/>
                  </a:cubicBezTo>
                  <a:cubicBezTo>
                    <a:pt x="40" y="825"/>
                    <a:pt x="58" y="842"/>
                    <a:pt x="69" y="841"/>
                  </a:cubicBezTo>
                  <a:cubicBezTo>
                    <a:pt x="80" y="840"/>
                    <a:pt x="91" y="817"/>
                    <a:pt x="99" y="793"/>
                  </a:cubicBezTo>
                  <a:cubicBezTo>
                    <a:pt x="107" y="769"/>
                    <a:pt x="112" y="742"/>
                    <a:pt x="118" y="698"/>
                  </a:cubicBezTo>
                  <a:cubicBezTo>
                    <a:pt x="124" y="654"/>
                    <a:pt x="133" y="582"/>
                    <a:pt x="138" y="527"/>
                  </a:cubicBezTo>
                  <a:cubicBezTo>
                    <a:pt x="143" y="472"/>
                    <a:pt x="147" y="429"/>
                    <a:pt x="150" y="370"/>
                  </a:cubicBezTo>
                  <a:cubicBezTo>
                    <a:pt x="153" y="311"/>
                    <a:pt x="155" y="214"/>
                    <a:pt x="156" y="173"/>
                  </a:cubicBezTo>
                </a:path>
              </a:pathLst>
            </a:custGeom>
            <a:noFill/>
            <a:ln w="1905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7" name="Text Box 38"/>
            <p:cNvSpPr txBox="1">
              <a:spLocks noChangeArrowheads="1"/>
            </p:cNvSpPr>
            <p:nvPr/>
          </p:nvSpPr>
          <p:spPr bwMode="auto">
            <a:xfrm>
              <a:off x="6014671" y="2148373"/>
              <a:ext cx="4106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i="1" dirty="0">
                  <a:latin typeface="微软雅黑" pitchFamily="34" charset="-122"/>
                  <a:ea typeface="微软雅黑" pitchFamily="34" charset="-122"/>
                </a:rPr>
                <a:t>w</a:t>
              </a:r>
              <a:r>
                <a:rPr kumimoji="1" lang="en-US" altLang="zh-CN" sz="1400" b="1" baseline="-25000" dirty="0">
                  <a:latin typeface="微软雅黑" pitchFamily="34" charset="-122"/>
                  <a:ea typeface="微软雅黑" pitchFamily="34" charset="-122"/>
                </a:rPr>
                <a:t>1</a:t>
              </a:r>
            </a:p>
          </p:txBody>
        </p:sp>
        <p:sp>
          <p:nvSpPr>
            <p:cNvPr id="48" name="Text Box 39"/>
            <p:cNvSpPr txBox="1">
              <a:spLocks noChangeArrowheads="1"/>
            </p:cNvSpPr>
            <p:nvPr/>
          </p:nvSpPr>
          <p:spPr bwMode="auto">
            <a:xfrm>
              <a:off x="6023002" y="3260333"/>
              <a:ext cx="41389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i="1" dirty="0" err="1">
                  <a:latin typeface="微软雅黑" pitchFamily="34" charset="-122"/>
                  <a:ea typeface="微软雅黑" pitchFamily="34" charset="-122"/>
                </a:rPr>
                <a:t>w</a:t>
              </a:r>
              <a:r>
                <a:rPr kumimoji="1" lang="en-US" altLang="zh-CN" sz="1400" b="1" i="1" baseline="-25000" dirty="0" err="1">
                  <a:latin typeface="微软雅黑" pitchFamily="34" charset="-122"/>
                  <a:ea typeface="微软雅黑" pitchFamily="34" charset="-122"/>
                </a:rPr>
                <a:t>n</a:t>
              </a:r>
              <a:endParaRPr kumimoji="1" lang="en-US" altLang="zh-CN" sz="1400" b="1" i="1" baseline="-25000" dirty="0">
                <a:latin typeface="微软雅黑" pitchFamily="34" charset="-122"/>
                <a:ea typeface="微软雅黑" pitchFamily="34" charset="-122"/>
              </a:endParaRPr>
            </a:p>
          </p:txBody>
        </p:sp>
        <p:sp>
          <p:nvSpPr>
            <p:cNvPr id="49" name="Text Box 40"/>
            <p:cNvSpPr txBox="1">
              <a:spLocks noChangeArrowheads="1"/>
            </p:cNvSpPr>
            <p:nvPr/>
          </p:nvSpPr>
          <p:spPr bwMode="auto">
            <a:xfrm>
              <a:off x="2448019" y="2157598"/>
              <a:ext cx="82611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400" b="1" dirty="0">
                  <a:solidFill>
                    <a:srgbClr val="0000FF"/>
                  </a:solidFill>
                  <a:latin typeface="微软雅黑" pitchFamily="34" charset="-122"/>
                  <a:ea typeface="微软雅黑" pitchFamily="34" charset="-122"/>
                </a:rPr>
                <a:t>队列 </a:t>
              </a:r>
              <a:r>
                <a:rPr kumimoji="1" lang="en-US" altLang="zh-CN" sz="1400" b="1" dirty="0">
                  <a:solidFill>
                    <a:srgbClr val="0000FF"/>
                  </a:solidFill>
                  <a:latin typeface="微软雅黑" pitchFamily="34" charset="-122"/>
                  <a:ea typeface="微软雅黑" pitchFamily="34" charset="-122"/>
                </a:rPr>
                <a:t>1</a:t>
              </a:r>
              <a:endParaRPr kumimoji="1" lang="en-US" altLang="zh-CN" sz="1400" b="1" baseline="-25000" dirty="0">
                <a:solidFill>
                  <a:srgbClr val="0000FF"/>
                </a:solidFill>
                <a:latin typeface="微软雅黑" pitchFamily="34" charset="-122"/>
                <a:ea typeface="微软雅黑" pitchFamily="34" charset="-122"/>
              </a:endParaRPr>
            </a:p>
          </p:txBody>
        </p:sp>
        <p:sp>
          <p:nvSpPr>
            <p:cNvPr id="50" name="Text Box 41"/>
            <p:cNvSpPr txBox="1">
              <a:spLocks noChangeArrowheads="1"/>
            </p:cNvSpPr>
            <p:nvPr/>
          </p:nvSpPr>
          <p:spPr bwMode="auto">
            <a:xfrm rot="16200000">
              <a:off x="5042501" y="2577590"/>
              <a:ext cx="53091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800" b="1">
                  <a:latin typeface="微软雅黑" pitchFamily="34" charset="-122"/>
                  <a:ea typeface="微软雅黑" pitchFamily="34" charset="-122"/>
                </a:rPr>
                <a:t>…</a:t>
              </a:r>
            </a:p>
          </p:txBody>
        </p:sp>
        <p:sp>
          <p:nvSpPr>
            <p:cNvPr id="51" name="AutoShape 42"/>
            <p:cNvSpPr>
              <a:spLocks noChangeArrowheads="1"/>
            </p:cNvSpPr>
            <p:nvPr/>
          </p:nvSpPr>
          <p:spPr bwMode="auto">
            <a:xfrm>
              <a:off x="4204154" y="2153529"/>
              <a:ext cx="474844" cy="369109"/>
            </a:xfrm>
            <a:prstGeom prst="diamond">
              <a:avLst/>
            </a:prstGeom>
            <a:solidFill>
              <a:srgbClr val="00FF00"/>
            </a:solidFill>
            <a:ln w="19050"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1400" b="1">
                <a:latin typeface="微软雅黑" pitchFamily="34" charset="-122"/>
                <a:ea typeface="微软雅黑" pitchFamily="34" charset="-122"/>
              </a:endParaRPr>
            </a:p>
          </p:txBody>
        </p:sp>
        <p:sp>
          <p:nvSpPr>
            <p:cNvPr id="52" name="Freeform 43"/>
            <p:cNvSpPr>
              <a:spLocks/>
            </p:cNvSpPr>
            <p:nvPr/>
          </p:nvSpPr>
          <p:spPr bwMode="auto">
            <a:xfrm>
              <a:off x="3096184" y="2153529"/>
              <a:ext cx="752531" cy="360138"/>
            </a:xfrm>
            <a:custGeom>
              <a:avLst/>
              <a:gdLst>
                <a:gd name="T0" fmla="*/ 0 w 864"/>
                <a:gd name="T1" fmla="*/ 0 h 528"/>
                <a:gd name="T2" fmla="*/ 864 w 864"/>
                <a:gd name="T3" fmla="*/ 0 h 528"/>
                <a:gd name="T4" fmla="*/ 864 w 864"/>
                <a:gd name="T5" fmla="*/ 528 h 528"/>
                <a:gd name="T6" fmla="*/ 0 w 864"/>
                <a:gd name="T7" fmla="*/ 528 h 528"/>
              </a:gdLst>
              <a:ahLst/>
              <a:cxnLst>
                <a:cxn ang="0">
                  <a:pos x="T0" y="T1"/>
                </a:cxn>
                <a:cxn ang="0">
                  <a:pos x="T2" y="T3"/>
                </a:cxn>
                <a:cxn ang="0">
                  <a:pos x="T4" y="T5"/>
                </a:cxn>
                <a:cxn ang="0">
                  <a:pos x="T6" y="T7"/>
                </a:cxn>
              </a:cxnLst>
              <a:rect l="0" t="0" r="r" b="b"/>
              <a:pathLst>
                <a:path w="864" h="528">
                  <a:moveTo>
                    <a:pt x="0" y="0"/>
                  </a:moveTo>
                  <a:lnTo>
                    <a:pt x="864" y="0"/>
                  </a:lnTo>
                  <a:lnTo>
                    <a:pt x="864" y="528"/>
                  </a:lnTo>
                  <a:lnTo>
                    <a:pt x="0" y="528"/>
                  </a:lnTo>
                </a:path>
              </a:pathLst>
            </a:custGeom>
            <a:noFill/>
            <a:ln w="19050" cmpd="sng">
              <a:solidFill>
                <a:srgbClr val="0000FF"/>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3" name="Line 44"/>
            <p:cNvSpPr>
              <a:spLocks noChangeShapeType="1"/>
            </p:cNvSpPr>
            <p:nvPr/>
          </p:nvSpPr>
          <p:spPr bwMode="auto">
            <a:xfrm rot="5400000" flipH="1">
              <a:off x="4036847" y="2147388"/>
              <a:ext cx="0" cy="376265"/>
            </a:xfrm>
            <a:prstGeom prst="line">
              <a:avLst/>
            </a:prstGeom>
            <a:noFill/>
            <a:ln w="19050">
              <a:solidFill>
                <a:schemeClr val="tx1"/>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4" name="Line 45"/>
            <p:cNvSpPr>
              <a:spLocks noChangeShapeType="1"/>
            </p:cNvSpPr>
            <p:nvPr/>
          </p:nvSpPr>
          <p:spPr bwMode="auto">
            <a:xfrm>
              <a:off x="3716813" y="2157375"/>
              <a:ext cx="0" cy="366546"/>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5" name="Line 46"/>
            <p:cNvSpPr>
              <a:spLocks noChangeShapeType="1"/>
            </p:cNvSpPr>
            <p:nvPr/>
          </p:nvSpPr>
          <p:spPr bwMode="auto">
            <a:xfrm>
              <a:off x="3577969" y="2157375"/>
              <a:ext cx="0" cy="366546"/>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6" name="Line 47"/>
            <p:cNvSpPr>
              <a:spLocks noChangeShapeType="1"/>
            </p:cNvSpPr>
            <p:nvPr/>
          </p:nvSpPr>
          <p:spPr bwMode="auto">
            <a:xfrm>
              <a:off x="3439126" y="2157375"/>
              <a:ext cx="0" cy="366546"/>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57" name="Freeform 49"/>
            <p:cNvSpPr>
              <a:spLocks/>
            </p:cNvSpPr>
            <p:nvPr/>
          </p:nvSpPr>
          <p:spPr bwMode="auto">
            <a:xfrm>
              <a:off x="4306898" y="1681889"/>
              <a:ext cx="286017" cy="319126"/>
            </a:xfrm>
            <a:custGeom>
              <a:avLst/>
              <a:gdLst>
                <a:gd name="T0" fmla="*/ 0 w 768"/>
                <a:gd name="T1" fmla="*/ 0 h 1008"/>
                <a:gd name="T2" fmla="*/ 0 w 768"/>
                <a:gd name="T3" fmla="*/ 1008 h 1008"/>
                <a:gd name="T4" fmla="*/ 767 w 768"/>
                <a:gd name="T5" fmla="*/ 1003 h 1008"/>
                <a:gd name="T6" fmla="*/ 768 w 768"/>
                <a:gd name="T7" fmla="*/ 0 h 1008"/>
              </a:gdLst>
              <a:ahLst/>
              <a:cxnLst>
                <a:cxn ang="0">
                  <a:pos x="T0" y="T1"/>
                </a:cxn>
                <a:cxn ang="0">
                  <a:pos x="T2" y="T3"/>
                </a:cxn>
                <a:cxn ang="0">
                  <a:pos x="T4" y="T5"/>
                </a:cxn>
                <a:cxn ang="0">
                  <a:pos x="T6" y="T7"/>
                </a:cxn>
              </a:cxnLst>
              <a:rect l="0" t="0" r="r" b="b"/>
              <a:pathLst>
                <a:path w="768" h="1008">
                  <a:moveTo>
                    <a:pt x="0" y="0"/>
                  </a:moveTo>
                  <a:lnTo>
                    <a:pt x="0" y="1008"/>
                  </a:lnTo>
                  <a:lnTo>
                    <a:pt x="767" y="1003"/>
                  </a:lnTo>
                  <a:lnTo>
                    <a:pt x="768" y="0"/>
                  </a:lnTo>
                </a:path>
              </a:pathLst>
            </a:custGeom>
            <a:solidFill>
              <a:schemeClr val="accent6">
                <a:lumMod val="60000"/>
                <a:lumOff val="40000"/>
              </a:schemeClr>
            </a:solidFill>
            <a:ln w="19050" cmpd="sng">
              <a:solidFill>
                <a:srgbClr val="0000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nvGrpSpPr>
            <p:cNvPr id="58" name="Group 50"/>
            <p:cNvGrpSpPr>
              <a:grpSpLocks/>
            </p:cNvGrpSpPr>
            <p:nvPr/>
          </p:nvGrpSpPr>
          <p:grpSpPr bwMode="auto">
            <a:xfrm>
              <a:off x="4315228" y="1766477"/>
              <a:ext cx="281851" cy="220440"/>
              <a:chOff x="2400" y="1518"/>
              <a:chExt cx="768" cy="720"/>
            </a:xfrm>
          </p:grpSpPr>
          <p:sp>
            <p:nvSpPr>
              <p:cNvPr id="83" name="Oval 51"/>
              <p:cNvSpPr>
                <a:spLocks noChangeArrowheads="1"/>
              </p:cNvSpPr>
              <p:nvPr/>
            </p:nvSpPr>
            <p:spPr bwMode="auto">
              <a:xfrm>
                <a:off x="2400" y="2094"/>
                <a:ext cx="768" cy="144"/>
              </a:xfrm>
              <a:prstGeom prst="ellipse">
                <a:avLst/>
              </a:prstGeom>
              <a:solidFill>
                <a:srgbClr val="333399"/>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4" name="Oval 52"/>
              <p:cNvSpPr>
                <a:spLocks noChangeArrowheads="1"/>
              </p:cNvSpPr>
              <p:nvPr/>
            </p:nvSpPr>
            <p:spPr bwMode="auto">
              <a:xfrm>
                <a:off x="2400" y="1902"/>
                <a:ext cx="768" cy="144"/>
              </a:xfrm>
              <a:prstGeom prst="ellipse">
                <a:avLst/>
              </a:prstGeom>
              <a:solidFill>
                <a:srgbClr val="333399"/>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5" name="Oval 53"/>
              <p:cNvSpPr>
                <a:spLocks noChangeArrowheads="1"/>
              </p:cNvSpPr>
              <p:nvPr/>
            </p:nvSpPr>
            <p:spPr bwMode="auto">
              <a:xfrm>
                <a:off x="2400" y="1710"/>
                <a:ext cx="768" cy="144"/>
              </a:xfrm>
              <a:prstGeom prst="ellipse">
                <a:avLst/>
              </a:prstGeom>
              <a:solidFill>
                <a:srgbClr val="333399"/>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6" name="Oval 54"/>
              <p:cNvSpPr>
                <a:spLocks noChangeArrowheads="1"/>
              </p:cNvSpPr>
              <p:nvPr/>
            </p:nvSpPr>
            <p:spPr bwMode="auto">
              <a:xfrm>
                <a:off x="2400" y="1518"/>
                <a:ext cx="768" cy="144"/>
              </a:xfrm>
              <a:prstGeom prst="ellipse">
                <a:avLst/>
              </a:prstGeom>
              <a:solidFill>
                <a:srgbClr val="333399"/>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sp>
          <p:nvSpPr>
            <p:cNvPr id="59" name="Freeform 55"/>
            <p:cNvSpPr>
              <a:spLocks/>
            </p:cNvSpPr>
            <p:nvPr/>
          </p:nvSpPr>
          <p:spPr bwMode="auto">
            <a:xfrm>
              <a:off x="4102797" y="1626780"/>
              <a:ext cx="355439" cy="135853"/>
            </a:xfrm>
            <a:custGeom>
              <a:avLst/>
              <a:gdLst>
                <a:gd name="T0" fmla="*/ 0 w 900"/>
                <a:gd name="T1" fmla="*/ 0 h 452"/>
                <a:gd name="T2" fmla="*/ 220 w 900"/>
                <a:gd name="T3" fmla="*/ 8 h 452"/>
                <a:gd name="T4" fmla="*/ 396 w 900"/>
                <a:gd name="T5" fmla="*/ 24 h 452"/>
                <a:gd name="T6" fmla="*/ 612 w 900"/>
                <a:gd name="T7" fmla="*/ 76 h 452"/>
                <a:gd name="T8" fmla="*/ 808 w 900"/>
                <a:gd name="T9" fmla="*/ 208 h 452"/>
                <a:gd name="T10" fmla="*/ 900 w 900"/>
                <a:gd name="T11" fmla="*/ 452 h 452"/>
              </a:gdLst>
              <a:ahLst/>
              <a:cxnLst>
                <a:cxn ang="0">
                  <a:pos x="T0" y="T1"/>
                </a:cxn>
                <a:cxn ang="0">
                  <a:pos x="T2" y="T3"/>
                </a:cxn>
                <a:cxn ang="0">
                  <a:pos x="T4" y="T5"/>
                </a:cxn>
                <a:cxn ang="0">
                  <a:pos x="T6" y="T7"/>
                </a:cxn>
                <a:cxn ang="0">
                  <a:pos x="T8" y="T9"/>
                </a:cxn>
                <a:cxn ang="0">
                  <a:pos x="T10" y="T11"/>
                </a:cxn>
              </a:cxnLst>
              <a:rect l="0" t="0" r="r" b="b"/>
              <a:pathLst>
                <a:path w="900" h="452">
                  <a:moveTo>
                    <a:pt x="0" y="0"/>
                  </a:moveTo>
                  <a:cubicBezTo>
                    <a:pt x="37" y="1"/>
                    <a:pt x="154" y="4"/>
                    <a:pt x="220" y="8"/>
                  </a:cubicBezTo>
                  <a:cubicBezTo>
                    <a:pt x="286" y="12"/>
                    <a:pt x="331" y="13"/>
                    <a:pt x="396" y="24"/>
                  </a:cubicBezTo>
                  <a:cubicBezTo>
                    <a:pt x="461" y="35"/>
                    <a:pt x="543" y="45"/>
                    <a:pt x="612" y="76"/>
                  </a:cubicBezTo>
                  <a:cubicBezTo>
                    <a:pt x="681" y="107"/>
                    <a:pt x="760" y="145"/>
                    <a:pt x="808" y="208"/>
                  </a:cubicBezTo>
                  <a:cubicBezTo>
                    <a:pt x="856" y="271"/>
                    <a:pt x="881" y="401"/>
                    <a:pt x="900" y="452"/>
                  </a:cubicBezTo>
                </a:path>
              </a:pathLst>
            </a:custGeom>
            <a:noFill/>
            <a:ln w="19050" cmpd="sng">
              <a:solidFill>
                <a:srgbClr val="000099"/>
              </a:solidFill>
              <a:round/>
              <a:headEnd type="none" w="sm" len="med"/>
              <a:tailEnd type="triangle" w="sm" len="me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0" name="Text Box 56"/>
            <p:cNvSpPr txBox="1">
              <a:spLocks noChangeArrowheads="1"/>
            </p:cNvSpPr>
            <p:nvPr/>
          </p:nvSpPr>
          <p:spPr bwMode="auto">
            <a:xfrm>
              <a:off x="4541749" y="1703678"/>
              <a:ext cx="378629" cy="3046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05000"/>
                </a:lnSpc>
              </a:pPr>
              <a:r>
                <a:rPr kumimoji="1" lang="en-US" altLang="zh-CN" sz="1400" b="1" i="1">
                  <a:latin typeface="微软雅黑" pitchFamily="34" charset="-122"/>
                  <a:ea typeface="微软雅黑" pitchFamily="34" charset="-122"/>
                </a:rPr>
                <a:t>b</a:t>
              </a:r>
              <a:r>
                <a:rPr kumimoji="1" lang="en-US" altLang="zh-CN" sz="1400" b="1" baseline="-25000">
                  <a:latin typeface="微软雅黑" pitchFamily="34" charset="-122"/>
                  <a:ea typeface="微软雅黑" pitchFamily="34" charset="-122"/>
                </a:rPr>
                <a:t>1</a:t>
              </a:r>
            </a:p>
          </p:txBody>
        </p:sp>
        <p:sp>
          <p:nvSpPr>
            <p:cNvPr id="61" name="Text Box 57"/>
            <p:cNvSpPr txBox="1">
              <a:spLocks noChangeArrowheads="1"/>
            </p:cNvSpPr>
            <p:nvPr/>
          </p:nvSpPr>
          <p:spPr bwMode="auto">
            <a:xfrm>
              <a:off x="3795454" y="1433253"/>
              <a:ext cx="333745" cy="3046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05000"/>
                </a:lnSpc>
              </a:pPr>
              <a:r>
                <a:rPr kumimoji="1" lang="en-US" altLang="zh-CN" sz="1400" b="1" i="1" dirty="0">
                  <a:latin typeface="微软雅黑" pitchFamily="34" charset="-122"/>
                  <a:ea typeface="微软雅黑" pitchFamily="34" charset="-122"/>
                </a:rPr>
                <a:t>r</a:t>
              </a:r>
              <a:r>
                <a:rPr kumimoji="1" lang="en-US" altLang="zh-CN" sz="1400" b="1" baseline="-25000" dirty="0">
                  <a:latin typeface="微软雅黑" pitchFamily="34" charset="-122"/>
                  <a:ea typeface="微软雅黑" pitchFamily="34" charset="-122"/>
                </a:rPr>
                <a:t>1</a:t>
              </a:r>
            </a:p>
          </p:txBody>
        </p:sp>
        <p:sp>
          <p:nvSpPr>
            <p:cNvPr id="62" name="Line 58"/>
            <p:cNvSpPr>
              <a:spLocks noChangeShapeType="1"/>
            </p:cNvSpPr>
            <p:nvPr/>
          </p:nvSpPr>
          <p:spPr bwMode="auto">
            <a:xfrm rot="5400000" flipH="1">
              <a:off x="4806733" y="2183967"/>
              <a:ext cx="0" cy="308232"/>
            </a:xfrm>
            <a:prstGeom prst="line">
              <a:avLst/>
            </a:prstGeom>
            <a:noFill/>
            <a:ln w="19050">
              <a:solidFill>
                <a:schemeClr val="tx1"/>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3" name="Line 59"/>
            <p:cNvSpPr>
              <a:spLocks noChangeShapeType="1"/>
            </p:cNvSpPr>
            <p:nvPr/>
          </p:nvSpPr>
          <p:spPr bwMode="auto">
            <a:xfrm rot="10800000" flipH="1">
              <a:off x="4441575" y="1999733"/>
              <a:ext cx="0" cy="160204"/>
            </a:xfrm>
            <a:prstGeom prst="line">
              <a:avLst/>
            </a:prstGeom>
            <a:noFill/>
            <a:ln w="19050">
              <a:solidFill>
                <a:srgbClr val="000099"/>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4" name="AutoShape 60"/>
            <p:cNvSpPr>
              <a:spLocks noChangeArrowheads="1"/>
            </p:cNvSpPr>
            <p:nvPr/>
          </p:nvSpPr>
          <p:spPr bwMode="auto">
            <a:xfrm>
              <a:off x="4204154" y="3259575"/>
              <a:ext cx="474844" cy="369109"/>
            </a:xfrm>
            <a:prstGeom prst="diamond">
              <a:avLst/>
            </a:prstGeom>
            <a:solidFill>
              <a:srgbClr val="00FF00"/>
            </a:solidFill>
            <a:ln w="19050"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1400" b="1">
                <a:latin typeface="微软雅黑" pitchFamily="34" charset="-122"/>
                <a:ea typeface="微软雅黑" pitchFamily="34" charset="-122"/>
              </a:endParaRPr>
            </a:p>
          </p:txBody>
        </p:sp>
        <p:sp>
          <p:nvSpPr>
            <p:cNvPr id="65" name="Line 61"/>
            <p:cNvSpPr>
              <a:spLocks noChangeShapeType="1"/>
            </p:cNvSpPr>
            <p:nvPr/>
          </p:nvSpPr>
          <p:spPr bwMode="auto">
            <a:xfrm rot="5400000" flipH="1">
              <a:off x="4036847" y="3253435"/>
              <a:ext cx="0" cy="376265"/>
            </a:xfrm>
            <a:prstGeom prst="line">
              <a:avLst/>
            </a:prstGeom>
            <a:noFill/>
            <a:ln w="19050">
              <a:solidFill>
                <a:schemeClr val="tx1"/>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6" name="Line 62"/>
            <p:cNvSpPr>
              <a:spLocks noChangeShapeType="1"/>
            </p:cNvSpPr>
            <p:nvPr/>
          </p:nvSpPr>
          <p:spPr bwMode="auto">
            <a:xfrm>
              <a:off x="3716813" y="3263421"/>
              <a:ext cx="0" cy="366546"/>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7" name="Line 63"/>
            <p:cNvSpPr>
              <a:spLocks noChangeShapeType="1"/>
            </p:cNvSpPr>
            <p:nvPr/>
          </p:nvSpPr>
          <p:spPr bwMode="auto">
            <a:xfrm>
              <a:off x="3577969" y="3263421"/>
              <a:ext cx="0" cy="366546"/>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8" name="Line 64"/>
            <p:cNvSpPr>
              <a:spLocks noChangeShapeType="1"/>
            </p:cNvSpPr>
            <p:nvPr/>
          </p:nvSpPr>
          <p:spPr bwMode="auto">
            <a:xfrm rot="5400000" flipH="1">
              <a:off x="4806733" y="3290014"/>
              <a:ext cx="0" cy="308232"/>
            </a:xfrm>
            <a:prstGeom prst="line">
              <a:avLst/>
            </a:prstGeom>
            <a:noFill/>
            <a:ln w="19050">
              <a:solidFill>
                <a:schemeClr val="tx1"/>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9" name="Line 65"/>
            <p:cNvSpPr>
              <a:spLocks noChangeShapeType="1"/>
            </p:cNvSpPr>
            <p:nvPr/>
          </p:nvSpPr>
          <p:spPr bwMode="auto">
            <a:xfrm rot="10800000" flipH="1">
              <a:off x="4441575" y="3105781"/>
              <a:ext cx="0" cy="160203"/>
            </a:xfrm>
            <a:prstGeom prst="line">
              <a:avLst/>
            </a:prstGeom>
            <a:noFill/>
            <a:ln w="19050">
              <a:solidFill>
                <a:srgbClr val="000099"/>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0" name="Freeform 67"/>
            <p:cNvSpPr>
              <a:spLocks/>
            </p:cNvSpPr>
            <p:nvPr/>
          </p:nvSpPr>
          <p:spPr bwMode="auto">
            <a:xfrm>
              <a:off x="4306898" y="2790500"/>
              <a:ext cx="286017" cy="319125"/>
            </a:xfrm>
            <a:custGeom>
              <a:avLst/>
              <a:gdLst>
                <a:gd name="T0" fmla="*/ 0 w 768"/>
                <a:gd name="T1" fmla="*/ 0 h 1008"/>
                <a:gd name="T2" fmla="*/ 0 w 768"/>
                <a:gd name="T3" fmla="*/ 1008 h 1008"/>
                <a:gd name="T4" fmla="*/ 767 w 768"/>
                <a:gd name="T5" fmla="*/ 1003 h 1008"/>
                <a:gd name="T6" fmla="*/ 768 w 768"/>
                <a:gd name="T7" fmla="*/ 0 h 1008"/>
              </a:gdLst>
              <a:ahLst/>
              <a:cxnLst>
                <a:cxn ang="0">
                  <a:pos x="T0" y="T1"/>
                </a:cxn>
                <a:cxn ang="0">
                  <a:pos x="T2" y="T3"/>
                </a:cxn>
                <a:cxn ang="0">
                  <a:pos x="T4" y="T5"/>
                </a:cxn>
                <a:cxn ang="0">
                  <a:pos x="T6" y="T7"/>
                </a:cxn>
              </a:cxnLst>
              <a:rect l="0" t="0" r="r" b="b"/>
              <a:pathLst>
                <a:path w="768" h="1008">
                  <a:moveTo>
                    <a:pt x="0" y="0"/>
                  </a:moveTo>
                  <a:lnTo>
                    <a:pt x="0" y="1008"/>
                  </a:lnTo>
                  <a:lnTo>
                    <a:pt x="767" y="1003"/>
                  </a:lnTo>
                  <a:lnTo>
                    <a:pt x="768" y="0"/>
                  </a:lnTo>
                </a:path>
              </a:pathLst>
            </a:custGeom>
            <a:solidFill>
              <a:schemeClr val="accent6">
                <a:lumMod val="60000"/>
                <a:lumOff val="40000"/>
              </a:schemeClr>
            </a:solidFill>
            <a:ln w="19050" cmpd="sng">
              <a:solidFill>
                <a:srgbClr val="0000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nvGrpSpPr>
            <p:cNvPr id="71" name="Group 68"/>
            <p:cNvGrpSpPr>
              <a:grpSpLocks/>
            </p:cNvGrpSpPr>
            <p:nvPr/>
          </p:nvGrpSpPr>
          <p:grpSpPr bwMode="auto">
            <a:xfrm>
              <a:off x="4315228" y="2875087"/>
              <a:ext cx="281851" cy="220440"/>
              <a:chOff x="2400" y="1518"/>
              <a:chExt cx="768" cy="720"/>
            </a:xfrm>
          </p:grpSpPr>
          <p:sp>
            <p:nvSpPr>
              <p:cNvPr id="79" name="Oval 69"/>
              <p:cNvSpPr>
                <a:spLocks noChangeArrowheads="1"/>
              </p:cNvSpPr>
              <p:nvPr/>
            </p:nvSpPr>
            <p:spPr bwMode="auto">
              <a:xfrm>
                <a:off x="2400" y="2094"/>
                <a:ext cx="768" cy="144"/>
              </a:xfrm>
              <a:prstGeom prst="ellipse">
                <a:avLst/>
              </a:prstGeom>
              <a:solidFill>
                <a:srgbClr val="333399"/>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0" name="Oval 70"/>
              <p:cNvSpPr>
                <a:spLocks noChangeArrowheads="1"/>
              </p:cNvSpPr>
              <p:nvPr/>
            </p:nvSpPr>
            <p:spPr bwMode="auto">
              <a:xfrm>
                <a:off x="2400" y="1902"/>
                <a:ext cx="768" cy="144"/>
              </a:xfrm>
              <a:prstGeom prst="ellipse">
                <a:avLst/>
              </a:prstGeom>
              <a:solidFill>
                <a:srgbClr val="333399"/>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1" name="Oval 71"/>
              <p:cNvSpPr>
                <a:spLocks noChangeArrowheads="1"/>
              </p:cNvSpPr>
              <p:nvPr/>
            </p:nvSpPr>
            <p:spPr bwMode="auto">
              <a:xfrm>
                <a:off x="2400" y="1710"/>
                <a:ext cx="768" cy="144"/>
              </a:xfrm>
              <a:prstGeom prst="ellipse">
                <a:avLst/>
              </a:prstGeom>
              <a:solidFill>
                <a:srgbClr val="333399"/>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82" name="Oval 72"/>
              <p:cNvSpPr>
                <a:spLocks noChangeArrowheads="1"/>
              </p:cNvSpPr>
              <p:nvPr/>
            </p:nvSpPr>
            <p:spPr bwMode="auto">
              <a:xfrm>
                <a:off x="2400" y="1518"/>
                <a:ext cx="768" cy="144"/>
              </a:xfrm>
              <a:prstGeom prst="ellipse">
                <a:avLst/>
              </a:prstGeom>
              <a:solidFill>
                <a:srgbClr val="333399"/>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sp>
          <p:nvSpPr>
            <p:cNvPr id="72" name="Freeform 73"/>
            <p:cNvSpPr>
              <a:spLocks/>
            </p:cNvSpPr>
            <p:nvPr/>
          </p:nvSpPr>
          <p:spPr bwMode="auto">
            <a:xfrm>
              <a:off x="4102797" y="2735389"/>
              <a:ext cx="355439" cy="135853"/>
            </a:xfrm>
            <a:custGeom>
              <a:avLst/>
              <a:gdLst>
                <a:gd name="T0" fmla="*/ 0 w 900"/>
                <a:gd name="T1" fmla="*/ 0 h 452"/>
                <a:gd name="T2" fmla="*/ 220 w 900"/>
                <a:gd name="T3" fmla="*/ 8 h 452"/>
                <a:gd name="T4" fmla="*/ 396 w 900"/>
                <a:gd name="T5" fmla="*/ 24 h 452"/>
                <a:gd name="T6" fmla="*/ 612 w 900"/>
                <a:gd name="T7" fmla="*/ 76 h 452"/>
                <a:gd name="T8" fmla="*/ 808 w 900"/>
                <a:gd name="T9" fmla="*/ 208 h 452"/>
                <a:gd name="T10" fmla="*/ 900 w 900"/>
                <a:gd name="T11" fmla="*/ 452 h 452"/>
              </a:gdLst>
              <a:ahLst/>
              <a:cxnLst>
                <a:cxn ang="0">
                  <a:pos x="T0" y="T1"/>
                </a:cxn>
                <a:cxn ang="0">
                  <a:pos x="T2" y="T3"/>
                </a:cxn>
                <a:cxn ang="0">
                  <a:pos x="T4" y="T5"/>
                </a:cxn>
                <a:cxn ang="0">
                  <a:pos x="T6" y="T7"/>
                </a:cxn>
                <a:cxn ang="0">
                  <a:pos x="T8" y="T9"/>
                </a:cxn>
                <a:cxn ang="0">
                  <a:pos x="T10" y="T11"/>
                </a:cxn>
              </a:cxnLst>
              <a:rect l="0" t="0" r="r" b="b"/>
              <a:pathLst>
                <a:path w="900" h="452">
                  <a:moveTo>
                    <a:pt x="0" y="0"/>
                  </a:moveTo>
                  <a:cubicBezTo>
                    <a:pt x="37" y="1"/>
                    <a:pt x="154" y="4"/>
                    <a:pt x="220" y="8"/>
                  </a:cubicBezTo>
                  <a:cubicBezTo>
                    <a:pt x="286" y="12"/>
                    <a:pt x="331" y="13"/>
                    <a:pt x="396" y="24"/>
                  </a:cubicBezTo>
                  <a:cubicBezTo>
                    <a:pt x="461" y="35"/>
                    <a:pt x="543" y="45"/>
                    <a:pt x="612" y="76"/>
                  </a:cubicBezTo>
                  <a:cubicBezTo>
                    <a:pt x="681" y="107"/>
                    <a:pt x="760" y="145"/>
                    <a:pt x="808" y="208"/>
                  </a:cubicBezTo>
                  <a:cubicBezTo>
                    <a:pt x="856" y="271"/>
                    <a:pt x="881" y="401"/>
                    <a:pt x="900" y="452"/>
                  </a:cubicBezTo>
                </a:path>
              </a:pathLst>
            </a:custGeom>
            <a:noFill/>
            <a:ln w="19050" cmpd="sng">
              <a:solidFill>
                <a:srgbClr val="000099"/>
              </a:solidFill>
              <a:round/>
              <a:headEnd type="none" w="sm" len="med"/>
              <a:tailEnd type="triangle" w="sm" len="me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3" name="Text Box 74"/>
            <p:cNvSpPr txBox="1">
              <a:spLocks noChangeArrowheads="1"/>
            </p:cNvSpPr>
            <p:nvPr/>
          </p:nvSpPr>
          <p:spPr bwMode="auto">
            <a:xfrm>
              <a:off x="4540145" y="2812287"/>
              <a:ext cx="381835" cy="3046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05000"/>
                </a:lnSpc>
              </a:pPr>
              <a:r>
                <a:rPr kumimoji="1" lang="en-US" altLang="zh-CN" sz="1400" b="1" i="1">
                  <a:latin typeface="微软雅黑" pitchFamily="34" charset="-122"/>
                  <a:ea typeface="微软雅黑" pitchFamily="34" charset="-122"/>
                </a:rPr>
                <a:t>b</a:t>
              </a:r>
              <a:r>
                <a:rPr kumimoji="1" lang="en-US" altLang="zh-CN" sz="1400" b="1" i="1" baseline="-25000">
                  <a:latin typeface="微软雅黑" pitchFamily="34" charset="-122"/>
                  <a:ea typeface="微软雅黑" pitchFamily="34" charset="-122"/>
                </a:rPr>
                <a:t>n</a:t>
              </a:r>
            </a:p>
          </p:txBody>
        </p:sp>
        <p:sp>
          <p:nvSpPr>
            <p:cNvPr id="74" name="Text Box 75"/>
            <p:cNvSpPr txBox="1">
              <a:spLocks noChangeArrowheads="1"/>
            </p:cNvSpPr>
            <p:nvPr/>
          </p:nvSpPr>
          <p:spPr bwMode="auto">
            <a:xfrm>
              <a:off x="3793627" y="2541863"/>
              <a:ext cx="337400" cy="3046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05000"/>
                </a:lnSpc>
              </a:pPr>
              <a:r>
                <a:rPr kumimoji="1" lang="en-US" altLang="zh-CN" sz="1400" b="1" i="1">
                  <a:latin typeface="微软雅黑" pitchFamily="34" charset="-122"/>
                  <a:ea typeface="微软雅黑" pitchFamily="34" charset="-122"/>
                </a:rPr>
                <a:t>r</a:t>
              </a:r>
              <a:r>
                <a:rPr kumimoji="1" lang="en-US" altLang="zh-CN" sz="1400" b="1" i="1" baseline="-25000">
                  <a:latin typeface="微软雅黑" pitchFamily="34" charset="-122"/>
                  <a:ea typeface="微软雅黑" pitchFamily="34" charset="-122"/>
                </a:rPr>
                <a:t>n</a:t>
              </a:r>
            </a:p>
          </p:txBody>
        </p:sp>
        <p:sp>
          <p:nvSpPr>
            <p:cNvPr id="75" name="Text Box 76"/>
            <p:cNvSpPr txBox="1">
              <a:spLocks noChangeArrowheads="1"/>
            </p:cNvSpPr>
            <p:nvPr/>
          </p:nvSpPr>
          <p:spPr bwMode="auto">
            <a:xfrm rot="16200000">
              <a:off x="3030661" y="2608349"/>
              <a:ext cx="53091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800" b="1">
                  <a:latin typeface="微软雅黑" pitchFamily="34" charset="-122"/>
                  <a:ea typeface="微软雅黑" pitchFamily="34" charset="-122"/>
                </a:rPr>
                <a:t>…</a:t>
              </a:r>
            </a:p>
          </p:txBody>
        </p:sp>
        <p:sp>
          <p:nvSpPr>
            <p:cNvPr id="76" name="Text Box 77"/>
            <p:cNvSpPr txBox="1">
              <a:spLocks noChangeArrowheads="1"/>
            </p:cNvSpPr>
            <p:nvPr/>
          </p:nvSpPr>
          <p:spPr bwMode="auto">
            <a:xfrm>
              <a:off x="2433901" y="3303680"/>
              <a:ext cx="82472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400" b="1" dirty="0">
                  <a:solidFill>
                    <a:srgbClr val="0000FF"/>
                  </a:solidFill>
                  <a:latin typeface="微软雅黑" pitchFamily="34" charset="-122"/>
                  <a:ea typeface="微软雅黑" pitchFamily="34" charset="-122"/>
                </a:rPr>
                <a:t>队列 </a:t>
              </a:r>
              <a:r>
                <a:rPr kumimoji="1" lang="en-US" altLang="zh-CN" sz="1400" b="1" i="1" dirty="0">
                  <a:solidFill>
                    <a:srgbClr val="0000FF"/>
                  </a:solidFill>
                  <a:latin typeface="微软雅黑" pitchFamily="34" charset="-122"/>
                  <a:ea typeface="微软雅黑" pitchFamily="34" charset="-122"/>
                </a:rPr>
                <a:t>n</a:t>
              </a:r>
              <a:endParaRPr kumimoji="1" lang="en-US" altLang="zh-CN" sz="1400" b="1" i="1" baseline="-25000" dirty="0">
                <a:solidFill>
                  <a:srgbClr val="0000FF"/>
                </a:solidFill>
                <a:latin typeface="微软雅黑" pitchFamily="34" charset="-122"/>
                <a:ea typeface="微软雅黑" pitchFamily="34" charset="-122"/>
              </a:endParaRPr>
            </a:p>
          </p:txBody>
        </p:sp>
        <p:sp>
          <p:nvSpPr>
            <p:cNvPr id="77" name="Line 78"/>
            <p:cNvSpPr>
              <a:spLocks noChangeShapeType="1"/>
            </p:cNvSpPr>
            <p:nvPr/>
          </p:nvSpPr>
          <p:spPr bwMode="auto">
            <a:xfrm>
              <a:off x="1246791" y="2891747"/>
              <a:ext cx="74003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7" name="Line 26"/>
            <p:cNvSpPr>
              <a:spLocks noChangeShapeType="1"/>
            </p:cNvSpPr>
            <p:nvPr/>
          </p:nvSpPr>
          <p:spPr bwMode="auto">
            <a:xfrm rot="20256324" flipV="1">
              <a:off x="2358040" y="2520009"/>
              <a:ext cx="894472" cy="203910"/>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8" name="Line 27"/>
            <p:cNvSpPr>
              <a:spLocks noChangeShapeType="1"/>
            </p:cNvSpPr>
            <p:nvPr/>
          </p:nvSpPr>
          <p:spPr bwMode="auto">
            <a:xfrm rot="1343676">
              <a:off x="2364700" y="3076587"/>
              <a:ext cx="893087" cy="190503"/>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6" name="矩形 5"/>
          <p:cNvSpPr/>
          <p:nvPr/>
        </p:nvSpPr>
        <p:spPr>
          <a:xfrm>
            <a:off x="1057235" y="3988616"/>
            <a:ext cx="7071359" cy="397353"/>
          </a:xfrm>
          <a:prstGeom prst="rect">
            <a:avLst/>
          </a:prstGeom>
          <a:noFill/>
          <a:ln>
            <a:noFill/>
          </a:ln>
        </p:spPr>
        <p:style>
          <a:lnRef idx="0">
            <a:scrgbClr r="0" g="0" b="0"/>
          </a:lnRef>
          <a:fillRef idx="0">
            <a:scrgbClr r="0" g="0" b="0"/>
          </a:fillRef>
          <a:effectRef idx="0">
            <a:scrgbClr r="0" g="0" b="0"/>
          </a:effectRef>
          <a:fontRef idx="minor">
            <a:schemeClr val="dk1"/>
          </a:fontRef>
        </p:style>
        <p:txBody>
          <a:bodyPr wrap="square">
            <a:spAutoFit/>
          </a:bodyPr>
          <a:lstStyle/>
          <a:p>
            <a:pPr algn="ctr">
              <a:lnSpc>
                <a:spcPts val="2600"/>
              </a:lnSpc>
            </a:pPr>
            <a:r>
              <a:rPr lang="zh-CN" altLang="en-US" b="1" dirty="0">
                <a:solidFill>
                  <a:schemeClr val="dk1"/>
                </a:solidFill>
                <a:latin typeface="微软雅黑" pitchFamily="34" charset="-122"/>
                <a:ea typeface="微软雅黑" pitchFamily="34" charset="-122"/>
              </a:rPr>
              <a:t>把漏桶机制与加权公平排队结合起来，可以控制队列中的</a:t>
            </a:r>
            <a:r>
              <a:rPr lang="zh-CN" altLang="en-US" b="1" dirty="0">
                <a:solidFill>
                  <a:srgbClr val="C00000"/>
                </a:solidFill>
                <a:latin typeface="微软雅黑" pitchFamily="34" charset="-122"/>
                <a:ea typeface="微软雅黑" pitchFamily="34" charset="-122"/>
              </a:rPr>
              <a:t>最大时延。</a:t>
            </a:r>
          </a:p>
        </p:txBody>
      </p:sp>
      <p:sp>
        <p:nvSpPr>
          <p:cNvPr id="78" name="Text Box 79"/>
          <p:cNvSpPr txBox="1">
            <a:spLocks noChangeArrowheads="1"/>
          </p:cNvSpPr>
          <p:nvPr/>
        </p:nvSpPr>
        <p:spPr bwMode="auto">
          <a:xfrm>
            <a:off x="6331205" y="13316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latin typeface="微软雅黑" pitchFamily="34" charset="-122"/>
                <a:ea typeface="微软雅黑" pitchFamily="34" charset="-122"/>
              </a:rPr>
              <a:t>路由器</a:t>
            </a:r>
          </a:p>
        </p:txBody>
      </p:sp>
    </p:spTree>
    <p:extLst>
      <p:ext uri="{BB962C8B-B14F-4D97-AF65-F5344CB8AC3E}">
        <p14:creationId xmlns:p14="http://schemas.microsoft.com/office/powerpoint/2010/main" val="3445041295"/>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A7FFB3-12B8-31DF-D811-23F4B8E78739}"/>
            </a:ext>
          </a:extLst>
        </p:cNvPr>
        <p:cNvGrpSpPr/>
        <p:nvPr/>
      </p:nvGrpSpPr>
      <p:grpSpPr>
        <a:xfrm>
          <a:off x="0" y="0"/>
          <a:ext cx="0" cy="0"/>
          <a:chOff x="0" y="0"/>
          <a:chExt cx="0" cy="0"/>
        </a:xfrm>
      </p:grpSpPr>
      <p:sp>
        <p:nvSpPr>
          <p:cNvPr id="2" name="Rectangle 46">
            <a:extLst>
              <a:ext uri="{FF2B5EF4-FFF2-40B4-BE49-F238E27FC236}">
                <a16:creationId xmlns:a16="http://schemas.microsoft.com/office/drawing/2014/main" id="{97A1B442-BADE-636F-93BE-67959B81BDF2}"/>
              </a:ext>
            </a:extLst>
          </p:cNvPr>
          <p:cNvSpPr>
            <a:spLocks noChangeArrowheads="1"/>
          </p:cNvSpPr>
          <p:nvPr/>
        </p:nvSpPr>
        <p:spPr bwMode="auto">
          <a:xfrm>
            <a:off x="511896" y="974748"/>
            <a:ext cx="8129016"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假定：有 </a:t>
            </a:r>
            <a:r>
              <a:rPr lang="en-US" altLang="zh-CN" b="1" i="1" dirty="0">
                <a:latin typeface="微软雅黑" pitchFamily="34" charset="-122"/>
                <a:ea typeface="微软雅黑" pitchFamily="34" charset="-122"/>
              </a:rPr>
              <a:t>n</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个分组流输入到一个路由器，复用后从一条链路输出。每一个分组流使用漏桶机制进行管制，漏桶参数为</a:t>
            </a:r>
            <a:r>
              <a:rPr lang="zh-CN" altLang="en-US" b="1" i="1" dirty="0">
                <a:latin typeface="微软雅黑" pitchFamily="34" charset="-122"/>
                <a:ea typeface="微软雅黑" pitchFamily="34" charset="-122"/>
              </a:rPr>
              <a:t> </a:t>
            </a:r>
            <a:r>
              <a:rPr lang="en-US" altLang="zh-CN" b="1" i="1" dirty="0">
                <a:latin typeface="微软雅黑" pitchFamily="34" charset="-122"/>
                <a:ea typeface="微软雅黑" pitchFamily="34" charset="-122"/>
              </a:rPr>
              <a:t>b</a:t>
            </a:r>
            <a:r>
              <a:rPr lang="en-US" altLang="zh-CN" b="1" i="1" baseline="-25000" dirty="0">
                <a:latin typeface="微软雅黑" pitchFamily="34" charset="-122"/>
                <a:ea typeface="微软雅黑" pitchFamily="34" charset="-122"/>
              </a:rPr>
              <a:t>i</a:t>
            </a:r>
            <a:r>
              <a:rPr lang="en-US" altLang="zh-CN" b="1" i="1" dirty="0">
                <a:latin typeface="微软雅黑" pitchFamily="34" charset="-122"/>
                <a:ea typeface="微软雅黑" pitchFamily="34" charset="-122"/>
              </a:rPr>
              <a:t>  </a:t>
            </a:r>
            <a:r>
              <a:rPr lang="zh-CN" altLang="en-US" b="1" dirty="0">
                <a:latin typeface="微软雅黑" pitchFamily="34" charset="-122"/>
                <a:ea typeface="微软雅黑" pitchFamily="34" charset="-122"/>
              </a:rPr>
              <a:t>和 </a:t>
            </a:r>
            <a:r>
              <a:rPr lang="en-US" altLang="zh-CN" b="1" i="1" dirty="0">
                <a:latin typeface="微软雅黑" pitchFamily="34" charset="-122"/>
                <a:ea typeface="微软雅黑" pitchFamily="34" charset="-122"/>
              </a:rPr>
              <a:t>r</a:t>
            </a:r>
            <a:r>
              <a:rPr lang="en-US" altLang="zh-CN" b="1" i="1" baseline="-25000" dirty="0">
                <a:latin typeface="微软雅黑" pitchFamily="34" charset="-122"/>
                <a:ea typeface="微软雅黑" pitchFamily="34" charset="-122"/>
              </a:rPr>
              <a:t>i</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i = 1, 2, …, </a:t>
            </a:r>
            <a:r>
              <a:rPr lang="en-US" altLang="zh-CN" b="1" i="1" dirty="0">
                <a:latin typeface="微软雅黑" pitchFamily="34" charset="-122"/>
                <a:ea typeface="微软雅黑" pitchFamily="34" charset="-122"/>
              </a:rPr>
              <a:t>n</a:t>
            </a:r>
            <a:r>
              <a:rPr lang="zh-CN" altLang="en-US"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设：漏桶</a:t>
            </a:r>
            <a:r>
              <a:rPr lang="zh-CN" altLang="en-US" b="1" i="1" dirty="0">
                <a:latin typeface="微软雅黑" pitchFamily="34" charset="-122"/>
                <a:ea typeface="微软雅黑" pitchFamily="34" charset="-122"/>
              </a:rPr>
              <a:t> </a:t>
            </a:r>
            <a:r>
              <a:rPr lang="en-US" altLang="zh-CN" b="1" i="1" dirty="0">
                <a:latin typeface="Times New Roman" panose="02020603050405020304" pitchFamily="18" charset="0"/>
                <a:ea typeface="微软雅黑" pitchFamily="34" charset="-122"/>
                <a:cs typeface="Times New Roman" panose="02020603050405020304" pitchFamily="18" charset="0"/>
              </a:rPr>
              <a:t>i</a:t>
            </a:r>
            <a:r>
              <a:rPr lang="en-US" altLang="zh-CN" b="1" i="1" dirty="0">
                <a:latin typeface="微软雅黑" pitchFamily="34" charset="-122"/>
                <a:ea typeface="微软雅黑" pitchFamily="34" charset="-122"/>
              </a:rPr>
              <a:t> </a:t>
            </a:r>
            <a:r>
              <a:rPr lang="zh-CN" altLang="en-US" b="1" dirty="0">
                <a:latin typeface="微软雅黑" pitchFamily="34" charset="-122"/>
                <a:ea typeface="微软雅黑" pitchFamily="34" charset="-122"/>
              </a:rPr>
              <a:t>已装满了 </a:t>
            </a:r>
            <a:r>
              <a:rPr lang="en-US" altLang="zh-CN" b="1" i="1" dirty="0">
                <a:latin typeface="微软雅黑" pitchFamily="34" charset="-122"/>
                <a:ea typeface="微软雅黑" pitchFamily="34" charset="-122"/>
              </a:rPr>
              <a:t>b</a:t>
            </a:r>
            <a:r>
              <a:rPr lang="en-US" altLang="zh-CN" b="1" i="1" baseline="-25000" dirty="0">
                <a:latin typeface="微软雅黑" pitchFamily="34" charset="-122"/>
                <a:ea typeface="微软雅黑" pitchFamily="34" charset="-122"/>
              </a:rPr>
              <a:t>i</a:t>
            </a:r>
            <a:r>
              <a:rPr lang="en-US" altLang="zh-CN" b="1" i="1" dirty="0">
                <a:latin typeface="微软雅黑" pitchFamily="34" charset="-122"/>
                <a:ea typeface="微软雅黑" pitchFamily="34" charset="-122"/>
              </a:rPr>
              <a:t> </a:t>
            </a:r>
            <a:r>
              <a:rPr lang="zh-CN" altLang="en-US" b="1" dirty="0">
                <a:latin typeface="微软雅黑" pitchFamily="34" charset="-122"/>
                <a:ea typeface="微软雅黑" pitchFamily="34" charset="-122"/>
              </a:rPr>
              <a:t>个权标。因此 </a:t>
            </a:r>
            <a:r>
              <a:rPr lang="en-US" altLang="zh-CN" b="1" i="1" dirty="0">
                <a:latin typeface="微软雅黑" pitchFamily="34" charset="-122"/>
                <a:ea typeface="微软雅黑" pitchFamily="34" charset="-122"/>
              </a:rPr>
              <a:t>b</a:t>
            </a:r>
            <a:r>
              <a:rPr lang="en-US" altLang="zh-CN" b="1" i="1" baseline="-25000" dirty="0">
                <a:latin typeface="微软雅黑" pitchFamily="34" charset="-122"/>
                <a:ea typeface="微软雅黑" pitchFamily="34" charset="-122"/>
              </a:rPr>
              <a:t>i</a:t>
            </a:r>
            <a:r>
              <a:rPr lang="en-US" altLang="zh-CN" b="1" i="1" dirty="0">
                <a:latin typeface="微软雅黑" pitchFamily="34" charset="-122"/>
                <a:ea typeface="微软雅黑" pitchFamily="34" charset="-122"/>
              </a:rPr>
              <a:t> </a:t>
            </a:r>
            <a:r>
              <a:rPr lang="zh-CN" altLang="en-US" b="1" dirty="0">
                <a:latin typeface="微软雅黑" pitchFamily="34" charset="-122"/>
                <a:ea typeface="微软雅黑" pitchFamily="34" charset="-122"/>
              </a:rPr>
              <a:t>个分组可马上从路由器输出。</a:t>
            </a:r>
            <a:endParaRPr lang="en-US" altLang="zh-CN"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分组流</a:t>
            </a:r>
            <a:r>
              <a:rPr lang="zh-CN" altLang="en-US" b="1" i="1" dirty="0">
                <a:latin typeface="微软雅黑" pitchFamily="34" charset="-122"/>
                <a:ea typeface="微软雅黑" pitchFamily="34" charset="-122"/>
              </a:rPr>
              <a:t> </a:t>
            </a:r>
            <a:r>
              <a:rPr lang="en-US" altLang="zh-CN" b="1" i="1" dirty="0">
                <a:latin typeface="Times New Roman" panose="02020603050405020304" pitchFamily="18" charset="0"/>
                <a:ea typeface="微软雅黑" pitchFamily="34" charset="-122"/>
                <a:cs typeface="Times New Roman" panose="02020603050405020304" pitchFamily="18" charset="0"/>
              </a:rPr>
              <a:t>i</a:t>
            </a:r>
            <a:r>
              <a:rPr lang="en-US" altLang="zh-CN" b="1" i="1" dirty="0">
                <a:latin typeface="微软雅黑" pitchFamily="34" charset="-122"/>
                <a:ea typeface="微软雅黑" pitchFamily="34" charset="-122"/>
              </a:rPr>
              <a:t> </a:t>
            </a:r>
            <a:r>
              <a:rPr lang="zh-CN" altLang="en-US" b="1" dirty="0">
                <a:latin typeface="微软雅黑" pitchFamily="34" charset="-122"/>
                <a:ea typeface="微软雅黑" pitchFamily="34" charset="-122"/>
              </a:rPr>
              <a:t>得到的带宽是由公式 </a:t>
            </a:r>
            <a:r>
              <a:rPr lang="en-US" altLang="zh-CN" b="1" dirty="0">
                <a:solidFill>
                  <a:srgbClr val="0000FF"/>
                </a:solidFill>
                <a:latin typeface="微软雅黑" pitchFamily="34" charset="-122"/>
                <a:ea typeface="微软雅黑" pitchFamily="34" charset="-122"/>
              </a:rPr>
              <a:t>(8-1) </a:t>
            </a:r>
            <a:r>
              <a:rPr lang="zh-CN" altLang="en-US" b="1" dirty="0">
                <a:latin typeface="微软雅黑" pitchFamily="34" charset="-122"/>
                <a:ea typeface="微软雅黑" pitchFamily="34" charset="-122"/>
              </a:rPr>
              <a:t>给出。这 </a:t>
            </a:r>
            <a:r>
              <a:rPr lang="en-US" altLang="zh-CN" b="1" i="1" dirty="0">
                <a:latin typeface="微软雅黑" pitchFamily="34" charset="-122"/>
                <a:ea typeface="微软雅黑" pitchFamily="34" charset="-122"/>
              </a:rPr>
              <a:t>b</a:t>
            </a:r>
            <a:r>
              <a:rPr lang="en-US" altLang="zh-CN" b="1" i="1" baseline="-25000" dirty="0">
                <a:latin typeface="微软雅黑" pitchFamily="34" charset="-122"/>
                <a:ea typeface="微软雅黑" pitchFamily="34" charset="-122"/>
              </a:rPr>
              <a:t>i</a:t>
            </a:r>
            <a:r>
              <a:rPr lang="en-US" altLang="zh-CN" b="1" i="1" dirty="0">
                <a:latin typeface="微软雅黑" pitchFamily="34" charset="-122"/>
                <a:ea typeface="微软雅黑" pitchFamily="34" charset="-122"/>
              </a:rPr>
              <a:t> </a:t>
            </a:r>
            <a:r>
              <a:rPr lang="zh-CN" altLang="en-US" b="1" dirty="0">
                <a:latin typeface="微软雅黑" pitchFamily="34" charset="-122"/>
                <a:ea typeface="微软雅黑" pitchFamily="34" charset="-122"/>
              </a:rPr>
              <a:t>个分组中的最后一个分组所经受的</a:t>
            </a:r>
            <a:r>
              <a:rPr lang="zh-CN" altLang="en-US" b="1" dirty="0">
                <a:solidFill>
                  <a:srgbClr val="C00000"/>
                </a:solidFill>
                <a:latin typeface="微软雅黑" pitchFamily="34" charset="-122"/>
                <a:ea typeface="微软雅黑" pitchFamily="34" charset="-122"/>
              </a:rPr>
              <a:t>时延最大，</a:t>
            </a:r>
            <a:r>
              <a:rPr lang="zh-CN" altLang="en-US" b="1" dirty="0">
                <a:latin typeface="微软雅黑" pitchFamily="34" charset="-122"/>
                <a:ea typeface="微软雅黑" pitchFamily="34" charset="-122"/>
              </a:rPr>
              <a:t>它等于传输这</a:t>
            </a:r>
            <a:r>
              <a:rPr lang="zh-CN" altLang="en-US" b="1" i="1" dirty="0">
                <a:latin typeface="微软雅黑" pitchFamily="34" charset="-122"/>
                <a:ea typeface="微软雅黑" pitchFamily="34" charset="-122"/>
              </a:rPr>
              <a:t> </a:t>
            </a:r>
            <a:r>
              <a:rPr lang="en-US" altLang="zh-CN" b="1" i="1" dirty="0">
                <a:latin typeface="微软雅黑" pitchFamily="34" charset="-122"/>
                <a:ea typeface="微软雅黑" pitchFamily="34" charset="-122"/>
              </a:rPr>
              <a:t>b</a:t>
            </a:r>
            <a:r>
              <a:rPr lang="en-US" altLang="zh-CN" b="1" i="1" baseline="-25000" dirty="0">
                <a:latin typeface="微软雅黑" pitchFamily="34" charset="-122"/>
                <a:ea typeface="微软雅黑" pitchFamily="34" charset="-122"/>
              </a:rPr>
              <a:t>i</a:t>
            </a:r>
            <a:r>
              <a:rPr lang="en-US" altLang="zh-CN" b="1" i="1" dirty="0">
                <a:latin typeface="微软雅黑" pitchFamily="34" charset="-122"/>
                <a:ea typeface="微软雅黑" pitchFamily="34" charset="-122"/>
              </a:rPr>
              <a:t> </a:t>
            </a:r>
            <a:r>
              <a:rPr lang="zh-CN" altLang="en-US" b="1" dirty="0">
                <a:latin typeface="微软雅黑" pitchFamily="34" charset="-122"/>
                <a:ea typeface="微软雅黑" pitchFamily="34" charset="-122"/>
              </a:rPr>
              <a:t>个分组所需的时间 </a:t>
            </a:r>
            <a:r>
              <a:rPr lang="en-US" altLang="zh-CN" b="1" i="1" dirty="0" err="1">
                <a:latin typeface="微软雅黑" pitchFamily="34" charset="-122"/>
                <a:ea typeface="微软雅黑" pitchFamily="34" charset="-122"/>
              </a:rPr>
              <a:t>d</a:t>
            </a:r>
            <a:r>
              <a:rPr lang="en-US" altLang="zh-CN" b="1" baseline="-25000" dirty="0" err="1">
                <a:latin typeface="微软雅黑" pitchFamily="34" charset="-122"/>
                <a:ea typeface="微软雅黑" pitchFamily="34" charset="-122"/>
              </a:rPr>
              <a:t>max</a:t>
            </a:r>
            <a:r>
              <a:rPr lang="zh-CN" altLang="en-US" b="1" dirty="0">
                <a:latin typeface="微软雅黑" pitchFamily="34" charset="-122"/>
                <a:ea typeface="微软雅黑" pitchFamily="34" charset="-122"/>
              </a:rPr>
              <a:t>，即</a:t>
            </a:r>
            <a:r>
              <a:rPr lang="zh-CN" altLang="en-US" b="1" i="1" dirty="0">
                <a:latin typeface="微软雅黑" pitchFamily="34" charset="-122"/>
                <a:ea typeface="微软雅黑" pitchFamily="34" charset="-122"/>
              </a:rPr>
              <a:t> </a:t>
            </a:r>
            <a:r>
              <a:rPr lang="en-US" altLang="zh-CN" b="1" i="1" dirty="0">
                <a:latin typeface="微软雅黑" pitchFamily="34" charset="-122"/>
                <a:ea typeface="微软雅黑" pitchFamily="34" charset="-122"/>
              </a:rPr>
              <a:t>b</a:t>
            </a:r>
            <a:r>
              <a:rPr lang="en-US" altLang="zh-CN" b="1" i="1" baseline="-25000" dirty="0">
                <a:latin typeface="微软雅黑" pitchFamily="34" charset="-122"/>
                <a:ea typeface="微软雅黑" pitchFamily="34" charset="-122"/>
              </a:rPr>
              <a:t>i</a:t>
            </a:r>
            <a:r>
              <a:rPr lang="en-US" altLang="zh-CN" b="1" i="1" dirty="0">
                <a:latin typeface="微软雅黑" pitchFamily="34" charset="-122"/>
                <a:ea typeface="微软雅黑" pitchFamily="34" charset="-122"/>
              </a:rPr>
              <a:t> </a:t>
            </a:r>
            <a:r>
              <a:rPr lang="zh-CN" altLang="en-US" b="1" dirty="0">
                <a:latin typeface="微软雅黑" pitchFamily="34" charset="-122"/>
                <a:ea typeface="微软雅黑" pitchFamily="34" charset="-122"/>
              </a:rPr>
              <a:t>除以公式 </a:t>
            </a:r>
            <a:r>
              <a:rPr lang="en-US" altLang="zh-CN" b="1" dirty="0">
                <a:latin typeface="微软雅黑" pitchFamily="34" charset="-122"/>
                <a:ea typeface="微软雅黑" pitchFamily="34" charset="-122"/>
              </a:rPr>
              <a:t>(4-1) </a:t>
            </a:r>
            <a:r>
              <a:rPr lang="zh-CN" altLang="en-US" b="1" dirty="0">
                <a:latin typeface="微软雅黑" pitchFamily="34" charset="-122"/>
                <a:ea typeface="微软雅黑" pitchFamily="34" charset="-122"/>
              </a:rPr>
              <a:t>给出的传输速率： </a:t>
            </a:r>
          </a:p>
        </p:txBody>
      </p:sp>
      <p:sp>
        <p:nvSpPr>
          <p:cNvPr id="3" name="AutoShape 5">
            <a:extLst>
              <a:ext uri="{FF2B5EF4-FFF2-40B4-BE49-F238E27FC236}">
                <a16:creationId xmlns:a16="http://schemas.microsoft.com/office/drawing/2014/main" id="{8E7A1E9E-0730-FB8D-A7A7-ACDE25FD3314}"/>
              </a:ext>
            </a:extLst>
          </p:cNvPr>
          <p:cNvSpPr>
            <a:spLocks noChangeArrowheads="1"/>
          </p:cNvSpPr>
          <p:nvPr/>
        </p:nvSpPr>
        <p:spPr bwMode="auto">
          <a:xfrm>
            <a:off x="511897" y="609050"/>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a:extLst>
              <a:ext uri="{FF2B5EF4-FFF2-40B4-BE49-F238E27FC236}">
                <a16:creationId xmlns:a16="http://schemas.microsoft.com/office/drawing/2014/main" id="{81E5DE04-BEB5-35AC-7D23-48ADD92BEEC2}"/>
              </a:ext>
            </a:extLst>
          </p:cNvPr>
          <p:cNvSpPr>
            <a:spLocks noChangeArrowheads="1"/>
          </p:cNvSpPr>
          <p:nvPr/>
        </p:nvSpPr>
        <p:spPr bwMode="auto">
          <a:xfrm>
            <a:off x="2503683" y="585960"/>
            <a:ext cx="416171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漏桶机制与加权公平排队相结合 </a:t>
            </a:r>
          </a:p>
        </p:txBody>
      </p:sp>
      <p:grpSp>
        <p:nvGrpSpPr>
          <p:cNvPr id="12" name="组合 11">
            <a:extLst>
              <a:ext uri="{FF2B5EF4-FFF2-40B4-BE49-F238E27FC236}">
                <a16:creationId xmlns:a16="http://schemas.microsoft.com/office/drawing/2014/main" id="{4C6E5745-A348-37F9-F766-4D3770F7AF8E}"/>
              </a:ext>
            </a:extLst>
          </p:cNvPr>
          <p:cNvGrpSpPr/>
          <p:nvPr/>
        </p:nvGrpSpPr>
        <p:grpSpPr>
          <a:xfrm>
            <a:off x="1158240" y="3410821"/>
            <a:ext cx="6705600" cy="825500"/>
            <a:chOff x="1222471" y="3546565"/>
            <a:chExt cx="6705600" cy="825500"/>
          </a:xfrm>
        </p:grpSpPr>
        <p:sp>
          <p:nvSpPr>
            <p:cNvPr id="9" name="矩形 8">
              <a:extLst>
                <a:ext uri="{FF2B5EF4-FFF2-40B4-BE49-F238E27FC236}">
                  <a16:creationId xmlns:a16="http://schemas.microsoft.com/office/drawing/2014/main" id="{67B50354-6136-B516-010A-3FFA51FC59A1}"/>
                </a:ext>
              </a:extLst>
            </p:cNvPr>
            <p:cNvSpPr/>
            <p:nvPr/>
          </p:nvSpPr>
          <p:spPr>
            <a:xfrm>
              <a:off x="1222471" y="3546565"/>
              <a:ext cx="6705600" cy="825500"/>
            </a:xfrm>
            <a:prstGeom prst="rect">
              <a:avLst/>
            </a:prstGeom>
            <a:solidFill>
              <a:srgbClr val="FFFF99"/>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Text Box 6">
              <a:extLst>
                <a:ext uri="{FF2B5EF4-FFF2-40B4-BE49-F238E27FC236}">
                  <a16:creationId xmlns:a16="http://schemas.microsoft.com/office/drawing/2014/main" id="{251196DF-8EC5-2FD3-08A7-A526CCEADB2C}"/>
                </a:ext>
              </a:extLst>
            </p:cNvPr>
            <p:cNvSpPr txBox="1">
              <a:spLocks noChangeArrowheads="1"/>
            </p:cNvSpPr>
            <p:nvPr/>
          </p:nvSpPr>
          <p:spPr bwMode="auto">
            <a:xfrm>
              <a:off x="6643142" y="3720383"/>
              <a:ext cx="1115324" cy="469542"/>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a:solidFill>
                    <a:schemeClr val="lt1"/>
                  </a:solidFill>
                  <a:latin typeface="+mn-lt"/>
                  <a:ea typeface="+mn-ea"/>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r>
                <a:rPr lang="en-US" altLang="zh-CN" sz="2000" b="1" dirty="0">
                  <a:solidFill>
                    <a:schemeClr val="tx1"/>
                  </a:solidFill>
                  <a:latin typeface="微软雅黑" panose="020B0503020204020204" pitchFamily="34" charset="-122"/>
                  <a:ea typeface="微软雅黑" panose="020B0503020204020204" pitchFamily="34" charset="-122"/>
                </a:rPr>
                <a:t>(4-2)</a:t>
              </a:r>
            </a:p>
          </p:txBody>
        </p:sp>
      </p:grpSp>
      <p:graphicFrame>
        <p:nvGraphicFramePr>
          <p:cNvPr id="6" name="对象 5">
            <a:extLst>
              <a:ext uri="{FF2B5EF4-FFF2-40B4-BE49-F238E27FC236}">
                <a16:creationId xmlns:a16="http://schemas.microsoft.com/office/drawing/2014/main" id="{9C6C673E-9EBD-6730-CB1F-87FF0862AB38}"/>
              </a:ext>
            </a:extLst>
          </p:cNvPr>
          <p:cNvGraphicFramePr>
            <a:graphicFrameLocks noChangeAspect="1"/>
          </p:cNvGraphicFramePr>
          <p:nvPr>
            <p:extLst>
              <p:ext uri="{D42A27DB-BD31-4B8C-83A1-F6EECF244321}">
                <p14:modId xmlns:p14="http://schemas.microsoft.com/office/powerpoint/2010/main" val="33271049"/>
              </p:ext>
            </p:extLst>
          </p:nvPr>
        </p:nvGraphicFramePr>
        <p:xfrm>
          <a:off x="3476233" y="3393194"/>
          <a:ext cx="1648832" cy="849913"/>
        </p:xfrm>
        <a:graphic>
          <a:graphicData uri="http://schemas.openxmlformats.org/presentationml/2006/ole">
            <mc:AlternateContent xmlns:mc="http://schemas.openxmlformats.org/markup-compatibility/2006">
              <mc:Choice xmlns:v="urn:schemas-microsoft-com:vml" Requires="v">
                <p:oleObj r:id="rId2" imgW="863225" imgH="457002" progId="Equation.DSMT4">
                  <p:embed/>
                </p:oleObj>
              </mc:Choice>
              <mc:Fallback>
                <p:oleObj r:id="rId2" imgW="863225" imgH="457002" progId="Equation.DSMT4">
                  <p:embed/>
                  <p:pic>
                    <p:nvPicPr>
                      <p:cNvPr id="0" name="Object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76233" y="3393194"/>
                        <a:ext cx="1648832" cy="849913"/>
                      </a:xfrm>
                      <a:prstGeom prst="rect">
                        <a:avLst/>
                      </a:prstGeom>
                      <a:noFill/>
                    </p:spPr>
                  </p:pic>
                </p:oleObj>
              </mc:Fallback>
            </mc:AlternateContent>
          </a:graphicData>
        </a:graphic>
      </p:graphicFrame>
    </p:spTree>
    <p:extLst>
      <p:ext uri="{BB962C8B-B14F-4D97-AF65-F5344CB8AC3E}">
        <p14:creationId xmlns:p14="http://schemas.microsoft.com/office/powerpoint/2010/main" val="163894310"/>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20352"/>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6" name="Rectangle 13"/>
          <p:cNvSpPr>
            <a:spLocks noChangeArrowheads="1"/>
          </p:cNvSpPr>
          <p:nvPr/>
        </p:nvSpPr>
        <p:spPr bwMode="auto">
          <a:xfrm>
            <a:off x="2233453" y="594888"/>
            <a:ext cx="468589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4.10.3  </a:t>
            </a:r>
            <a:r>
              <a:rPr lang="zh-CN" altLang="en-US" sz="2400" b="1" dirty="0">
                <a:solidFill>
                  <a:schemeClr val="bg1"/>
                </a:solidFill>
                <a:latin typeface="微软雅黑" pitchFamily="34" charset="-122"/>
                <a:ea typeface="微软雅黑" pitchFamily="34" charset="-122"/>
              </a:rPr>
              <a:t>综合服务与资源预留协议</a:t>
            </a:r>
            <a:endParaRPr lang="en-US" altLang="zh-CN" sz="2400" b="1" dirty="0">
              <a:solidFill>
                <a:schemeClr val="bg1"/>
              </a:solidFill>
              <a:latin typeface="微软雅黑" pitchFamily="34" charset="-122"/>
              <a:ea typeface="微软雅黑" pitchFamily="34" charset="-122"/>
            </a:endParaRPr>
          </a:p>
        </p:txBody>
      </p:sp>
      <p:sp>
        <p:nvSpPr>
          <p:cNvPr id="4" name="Rectangle 46"/>
          <p:cNvSpPr>
            <a:spLocks noChangeArrowheads="1"/>
          </p:cNvSpPr>
          <p:nvPr/>
        </p:nvSpPr>
        <p:spPr bwMode="auto">
          <a:xfrm>
            <a:off x="511895" y="1074243"/>
            <a:ext cx="8129017" cy="300992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综合服务 </a:t>
            </a:r>
            <a:r>
              <a:rPr lang="en-US" altLang="zh-CN" sz="2000" b="1" dirty="0" err="1">
                <a:solidFill>
                  <a:srgbClr val="C00000"/>
                </a:solidFill>
                <a:latin typeface="微软雅黑" pitchFamily="34" charset="-122"/>
                <a:ea typeface="微软雅黑" pitchFamily="34" charset="-122"/>
              </a:rPr>
              <a:t>IntServ</a:t>
            </a:r>
            <a:r>
              <a:rPr lang="en-US" altLang="zh-CN" sz="2000" b="1" dirty="0">
                <a:solidFill>
                  <a:srgbClr val="C00000"/>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(Integrated Services)</a:t>
            </a:r>
            <a:r>
              <a:rPr lang="zh-CN" altLang="en-US" sz="2000" b="1" dirty="0">
                <a:latin typeface="微软雅黑" pitchFamily="34" charset="-122"/>
                <a:ea typeface="微软雅黑" pitchFamily="34" charset="-122"/>
              </a:rPr>
              <a:t>旨在提供</a:t>
            </a:r>
            <a:r>
              <a:rPr lang="zh-CN" altLang="en-US" sz="2000" b="1" dirty="0">
                <a:solidFill>
                  <a:srgbClr val="0000FF"/>
                </a:solidFill>
                <a:latin typeface="微软雅黑" pitchFamily="34" charset="-122"/>
                <a:ea typeface="微软雅黑" pitchFamily="34" charset="-122"/>
              </a:rPr>
              <a:t>端到端</a:t>
            </a:r>
            <a:r>
              <a:rPr lang="zh-CN" altLang="en-US" sz="2000" b="1" dirty="0">
                <a:latin typeface="微软雅黑" pitchFamily="34" charset="-122"/>
                <a:ea typeface="微软雅黑" pitchFamily="34" charset="-122"/>
              </a:rPr>
              <a:t>的网络服务质量</a:t>
            </a:r>
            <a:r>
              <a:rPr lang="en-US" altLang="zh-CN" sz="2000" b="1" dirty="0">
                <a:latin typeface="微软雅黑" pitchFamily="34" charset="-122"/>
                <a:ea typeface="微软雅黑" pitchFamily="34" charset="-122"/>
              </a:rPr>
              <a:t>QoS</a:t>
            </a:r>
            <a:r>
              <a:rPr lang="zh-CN" altLang="en-US" sz="2000" b="1" dirty="0">
                <a:latin typeface="微软雅黑" pitchFamily="34" charset="-122"/>
                <a:ea typeface="微软雅黑" pitchFamily="34" charset="-122"/>
              </a:rPr>
              <a:t>保障。</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en-US" altLang="zh-CN" sz="2000" b="1" dirty="0" err="1">
                <a:latin typeface="微软雅黑" pitchFamily="34" charset="-122"/>
                <a:ea typeface="微软雅黑" pitchFamily="34" charset="-122"/>
              </a:rPr>
              <a:t>IntServ</a:t>
            </a:r>
            <a:r>
              <a:rPr lang="zh-CN" altLang="en-US" sz="2000" b="1" dirty="0">
                <a:latin typeface="微软雅黑" pitchFamily="34" charset="-122"/>
                <a:ea typeface="微软雅黑" pitchFamily="34" charset="-122"/>
              </a:rPr>
              <a:t>通过引入</a:t>
            </a:r>
            <a:r>
              <a:rPr lang="zh-CN" altLang="en-US" sz="2000" b="1" dirty="0">
                <a:solidFill>
                  <a:srgbClr val="0000FF"/>
                </a:solidFill>
                <a:latin typeface="微软雅黑" pitchFamily="34" charset="-122"/>
                <a:ea typeface="微软雅黑" pitchFamily="34" charset="-122"/>
              </a:rPr>
              <a:t>精细的流量管理机制</a:t>
            </a:r>
            <a:r>
              <a:rPr lang="zh-CN" altLang="en-US" sz="2000" b="1" dirty="0">
                <a:latin typeface="微软雅黑" pitchFamily="34" charset="-122"/>
                <a:ea typeface="微软雅黑" pitchFamily="34" charset="-122"/>
              </a:rPr>
              <a:t>，使网络能够在容量限制内提供严格的服务质量保证。</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en-US" altLang="zh-CN" sz="2000" b="1" dirty="0" err="1">
                <a:latin typeface="微软雅黑" pitchFamily="34" charset="-122"/>
                <a:ea typeface="微软雅黑" pitchFamily="34" charset="-122"/>
              </a:rPr>
              <a:t>IntServ</a:t>
            </a:r>
            <a:r>
              <a:rPr lang="zh-CN" altLang="en-US" sz="2000" b="1" dirty="0">
                <a:latin typeface="微软雅黑" pitchFamily="34" charset="-122"/>
                <a:ea typeface="微软雅黑" pitchFamily="34" charset="-122"/>
              </a:rPr>
              <a:t>的</a:t>
            </a:r>
            <a:r>
              <a:rPr lang="zh-CN" altLang="en-US" sz="2000" b="1" dirty="0">
                <a:solidFill>
                  <a:srgbClr val="0000FF"/>
                </a:solidFill>
                <a:latin typeface="微软雅黑" pitchFamily="34" charset="-122"/>
                <a:ea typeface="微软雅黑" pitchFamily="34" charset="-122"/>
              </a:rPr>
              <a:t>核心思想</a:t>
            </a:r>
            <a:r>
              <a:rPr lang="zh-CN" altLang="en-US" sz="2000" b="1" dirty="0">
                <a:latin typeface="微软雅黑" pitchFamily="34" charset="-122"/>
                <a:ea typeface="微软雅黑" pitchFamily="34" charset="-122"/>
              </a:rPr>
              <a:t>是在网络中为每一个数据流</a:t>
            </a:r>
            <a:r>
              <a:rPr lang="en-US" altLang="zh-CN" sz="2000" b="1" dirty="0">
                <a:latin typeface="微软雅黑" pitchFamily="34" charset="-122"/>
                <a:ea typeface="微软雅黑" pitchFamily="34" charset="-122"/>
              </a:rPr>
              <a:t>Flow</a:t>
            </a:r>
            <a:r>
              <a:rPr lang="zh-CN" altLang="en-US" sz="2000" b="1" dirty="0">
                <a:latin typeface="微软雅黑" pitchFamily="34" charset="-122"/>
                <a:ea typeface="微软雅黑" pitchFamily="34" charset="-122"/>
              </a:rPr>
              <a:t>进行</a:t>
            </a:r>
            <a:r>
              <a:rPr lang="zh-CN" altLang="en-US" sz="2000" b="1" dirty="0">
                <a:solidFill>
                  <a:srgbClr val="0000FF"/>
                </a:solidFill>
                <a:latin typeface="微软雅黑" pitchFamily="34" charset="-122"/>
                <a:ea typeface="微软雅黑" pitchFamily="34" charset="-122"/>
              </a:rPr>
              <a:t>资源预留</a:t>
            </a:r>
            <a:r>
              <a:rPr lang="zh-CN" altLang="en-US" sz="2000" b="1" dirty="0">
                <a:latin typeface="微软雅黑" pitchFamily="34" charset="-122"/>
                <a:ea typeface="微软雅黑" pitchFamily="34" charset="-122"/>
              </a:rPr>
              <a:t>。每个数据流需要在发送数据之前通过</a:t>
            </a:r>
            <a:r>
              <a:rPr lang="zh-CN" altLang="en-US" sz="2000" b="1" dirty="0">
                <a:solidFill>
                  <a:srgbClr val="0000FF"/>
                </a:solidFill>
                <a:latin typeface="微软雅黑" pitchFamily="34" charset="-122"/>
                <a:ea typeface="微软雅黑" pitchFamily="34" charset="-122"/>
              </a:rPr>
              <a:t>资源预留协议</a:t>
            </a:r>
            <a:r>
              <a:rPr lang="en-US" altLang="zh-CN" sz="2000" b="1" dirty="0">
                <a:solidFill>
                  <a:srgbClr val="0000FF"/>
                </a:solidFill>
                <a:latin typeface="微软雅黑" pitchFamily="34" charset="-122"/>
                <a:ea typeface="微软雅黑" pitchFamily="34" charset="-122"/>
              </a:rPr>
              <a:t>RSVP</a:t>
            </a:r>
            <a:r>
              <a:rPr lang="zh-CN" altLang="en-US" sz="2000" b="1" dirty="0">
                <a:latin typeface="微软雅黑" pitchFamily="34" charset="-122"/>
                <a:ea typeface="微软雅黑" pitchFamily="34" charset="-122"/>
              </a:rPr>
              <a:t>在网络路径上预留足够的资源，以确保达到所需的服务质量。</a:t>
            </a:r>
          </a:p>
        </p:txBody>
      </p:sp>
    </p:spTree>
    <p:extLst>
      <p:ext uri="{BB962C8B-B14F-4D97-AF65-F5344CB8AC3E}">
        <p14:creationId xmlns:p14="http://schemas.microsoft.com/office/powerpoint/2010/main" val="2845598129"/>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6" y="978080"/>
            <a:ext cx="8295674" cy="292336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资源预留协议 </a:t>
            </a:r>
            <a:r>
              <a:rPr lang="en-US" altLang="zh-CN" sz="2000" b="1" dirty="0">
                <a:solidFill>
                  <a:srgbClr val="C00000"/>
                </a:solidFill>
                <a:latin typeface="微软雅黑" pitchFamily="34" charset="-122"/>
                <a:ea typeface="微软雅黑" pitchFamily="34" charset="-122"/>
              </a:rPr>
              <a:t>RSVP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ReSource</a:t>
            </a:r>
            <a:r>
              <a:rPr lang="en-US" altLang="zh-CN" sz="2000" b="1" dirty="0">
                <a:latin typeface="微软雅黑" pitchFamily="34" charset="-122"/>
                <a:ea typeface="微软雅黑" pitchFamily="34" charset="-122"/>
              </a:rPr>
              <a:t> </a:t>
            </a:r>
            <a:r>
              <a:rPr lang="en-US" altLang="zh-CN" sz="2000" b="1" dirty="0" err="1">
                <a:latin typeface="微软雅黑" pitchFamily="34" charset="-122"/>
                <a:ea typeface="微软雅黑" pitchFamily="34" charset="-122"/>
              </a:rPr>
              <a:t>reserVation</a:t>
            </a:r>
            <a:r>
              <a:rPr lang="en-US" altLang="zh-CN" sz="2000" b="1" dirty="0">
                <a:latin typeface="微软雅黑" pitchFamily="34" charset="-122"/>
                <a:ea typeface="微软雅黑" pitchFamily="34" charset="-122"/>
              </a:rPr>
              <a:t> Protocol)</a:t>
            </a:r>
            <a:r>
              <a:rPr lang="zh-CN" altLang="en-US" sz="2000" b="1" dirty="0">
                <a:latin typeface="微软雅黑" pitchFamily="34" charset="-122"/>
                <a:ea typeface="微软雅黑" pitchFamily="34" charset="-122"/>
              </a:rPr>
              <a:t>是实现</a:t>
            </a:r>
            <a:r>
              <a:rPr lang="en-US" altLang="zh-CN" sz="2000" b="1" dirty="0" err="1">
                <a:latin typeface="微软雅黑" pitchFamily="34" charset="-122"/>
                <a:ea typeface="微软雅黑" pitchFamily="34" charset="-122"/>
              </a:rPr>
              <a:t>IntServ</a:t>
            </a:r>
            <a:r>
              <a:rPr lang="zh-CN" altLang="en-US" sz="2000" b="1" dirty="0">
                <a:latin typeface="微软雅黑" pitchFamily="34" charset="-122"/>
                <a:ea typeface="微软雅黑" pitchFamily="34" charset="-122"/>
              </a:rPr>
              <a:t>的一种协议，用于在网络中为数据流进行资源预留。</a:t>
            </a:r>
            <a:endParaRPr lang="en-US" altLang="zh-CN" sz="2000" b="1" dirty="0">
              <a:latin typeface="微软雅黑" pitchFamily="34" charset="-122"/>
              <a:ea typeface="微软雅黑" pitchFamily="34" charset="-122"/>
            </a:endParaRPr>
          </a:p>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RSVP</a:t>
            </a:r>
            <a:r>
              <a:rPr lang="zh-CN" altLang="en-US" sz="2000" b="1" dirty="0">
                <a:latin typeface="微软雅黑" pitchFamily="34" charset="-122"/>
                <a:ea typeface="微软雅黑" pitchFamily="34" charset="-122"/>
              </a:rPr>
              <a:t>是一个</a:t>
            </a:r>
            <a:r>
              <a:rPr lang="zh-CN" altLang="en-US" sz="2000" b="1" dirty="0">
                <a:solidFill>
                  <a:srgbClr val="0000FF"/>
                </a:solidFill>
                <a:latin typeface="微软雅黑" pitchFamily="34" charset="-122"/>
                <a:ea typeface="微软雅黑" pitchFamily="34" charset="-122"/>
              </a:rPr>
              <a:t>信令协议</a:t>
            </a:r>
            <a:r>
              <a:rPr lang="zh-CN" altLang="en-US" sz="2000" b="1" dirty="0">
                <a:latin typeface="微软雅黑" pitchFamily="34" charset="-122"/>
                <a:ea typeface="微软雅黑" pitchFamily="34" charset="-122"/>
              </a:rPr>
              <a:t>，能够动态地在网络节点之间传递资源预留请求和确认信息。</a:t>
            </a:r>
            <a:endParaRPr lang="en-US" altLang="zh-CN" sz="2000" b="1" dirty="0">
              <a:latin typeface="微软雅黑" pitchFamily="34" charset="-122"/>
              <a:ea typeface="微软雅黑" pitchFamily="34" charset="-122"/>
            </a:endParaRP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当应用程序需要特定的带宽和时延保障时，</a:t>
            </a:r>
            <a:r>
              <a:rPr lang="en-US" altLang="zh-CN" sz="2000" b="1" dirty="0">
                <a:latin typeface="微软雅黑" pitchFamily="34" charset="-122"/>
                <a:ea typeface="微软雅黑" pitchFamily="34" charset="-122"/>
              </a:rPr>
              <a:t>RSVP</a:t>
            </a:r>
            <a:r>
              <a:rPr lang="zh-CN" altLang="en-US" sz="2000" b="1" dirty="0">
                <a:latin typeface="微软雅黑" pitchFamily="34" charset="-122"/>
                <a:ea typeface="微软雅黑" pitchFamily="34" charset="-122"/>
              </a:rPr>
              <a:t>在数据传输路径上的每台路由器或交换机中传递并处理这些请求，以确保网络资源的有效分配。</a:t>
            </a:r>
          </a:p>
        </p:txBody>
      </p:sp>
      <p:sp>
        <p:nvSpPr>
          <p:cNvPr id="3" name="AutoShape 5"/>
          <p:cNvSpPr>
            <a:spLocks noChangeArrowheads="1"/>
          </p:cNvSpPr>
          <p:nvPr/>
        </p:nvSpPr>
        <p:spPr bwMode="auto">
          <a:xfrm>
            <a:off x="511897" y="62250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351579" y="606544"/>
            <a:ext cx="24849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资源预留协议 </a:t>
            </a:r>
            <a:r>
              <a:rPr lang="en-US" altLang="zh-CN" sz="2000" b="1" dirty="0">
                <a:solidFill>
                  <a:schemeClr val="bg1"/>
                </a:solidFill>
                <a:latin typeface="微软雅黑" pitchFamily="34" charset="-122"/>
                <a:ea typeface="微软雅黑" pitchFamily="34" charset="-122"/>
              </a:rPr>
              <a:t>RSVP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329309120"/>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A00E2A-8C99-C89E-6B59-57D75CEEB4AA}"/>
            </a:ext>
          </a:extLst>
        </p:cNvPr>
        <p:cNvGrpSpPr/>
        <p:nvPr/>
      </p:nvGrpSpPr>
      <p:grpSpPr>
        <a:xfrm>
          <a:off x="0" y="0"/>
          <a:ext cx="0" cy="0"/>
          <a:chOff x="0" y="0"/>
          <a:chExt cx="0" cy="0"/>
        </a:xfrm>
      </p:grpSpPr>
      <p:sp>
        <p:nvSpPr>
          <p:cNvPr id="2" name="Rectangle 46">
            <a:extLst>
              <a:ext uri="{FF2B5EF4-FFF2-40B4-BE49-F238E27FC236}">
                <a16:creationId xmlns:a16="http://schemas.microsoft.com/office/drawing/2014/main" id="{29B2AB50-1A7C-B722-80E2-0377B1AF1752}"/>
              </a:ext>
            </a:extLst>
          </p:cNvPr>
          <p:cNvSpPr>
            <a:spLocks noChangeArrowheads="1"/>
          </p:cNvSpPr>
          <p:nvPr/>
        </p:nvSpPr>
        <p:spPr bwMode="auto">
          <a:xfrm>
            <a:off x="511896" y="978080"/>
            <a:ext cx="8295674" cy="374410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RSVP</a:t>
            </a:r>
            <a:r>
              <a:rPr lang="zh-CN" altLang="en-US" sz="2000" b="1" dirty="0">
                <a:latin typeface="微软雅黑" pitchFamily="34" charset="-122"/>
                <a:ea typeface="微软雅黑" pitchFamily="34" charset="-122"/>
              </a:rPr>
              <a:t>协议的工作过程大致包括以下步骤：</a:t>
            </a:r>
            <a:endParaRPr lang="en-US" altLang="zh-CN" sz="2000" b="1" dirty="0">
              <a:latin typeface="微软雅黑" pitchFamily="34" charset="-122"/>
              <a:ea typeface="微软雅黑" pitchFamily="34" charset="-122"/>
            </a:endParaRPr>
          </a:p>
          <a:p>
            <a:pPr marL="800100" lvl="1" indent="-342900" eaLnBrk="0" hangingPunct="0">
              <a:lnSpc>
                <a:spcPts val="3200"/>
              </a:lnSpc>
              <a:buClr>
                <a:srgbClr val="7030A0"/>
              </a:buClr>
              <a:buFont typeface="Wingdings" panose="05000000000000000000" pitchFamily="2" charset="2"/>
              <a:buChar char="u"/>
            </a:pPr>
            <a:r>
              <a:rPr lang="zh-CN" altLang="en-US" b="1" dirty="0">
                <a:latin typeface="微软雅黑" pitchFamily="34" charset="-122"/>
                <a:ea typeface="微软雅黑" pitchFamily="34" charset="-122"/>
              </a:rPr>
              <a:t>首先，发送节点发起一个路径消息，将所需的</a:t>
            </a:r>
            <a:r>
              <a:rPr lang="en-US" altLang="zh-CN" b="1" dirty="0">
                <a:latin typeface="微软雅黑" pitchFamily="34" charset="-122"/>
                <a:ea typeface="微软雅黑" pitchFamily="34" charset="-122"/>
              </a:rPr>
              <a:t>QoS</a:t>
            </a:r>
            <a:r>
              <a:rPr lang="zh-CN" altLang="en-US" b="1" dirty="0">
                <a:latin typeface="微软雅黑" pitchFamily="34" charset="-122"/>
                <a:ea typeface="微软雅黑" pitchFamily="34" charset="-122"/>
              </a:rPr>
              <a:t>参数沿着传输路径发送到接收节点；</a:t>
            </a:r>
            <a:endParaRPr lang="en-US" altLang="zh-CN" b="1" dirty="0">
              <a:latin typeface="微软雅黑" pitchFamily="34" charset="-122"/>
              <a:ea typeface="微软雅黑" pitchFamily="34" charset="-122"/>
            </a:endParaRPr>
          </a:p>
          <a:p>
            <a:pPr marL="800100" lvl="1" indent="-342900" eaLnBrk="0" hangingPunct="0">
              <a:lnSpc>
                <a:spcPts val="3200"/>
              </a:lnSpc>
              <a:buClr>
                <a:srgbClr val="7030A0"/>
              </a:buClr>
              <a:buFont typeface="Wingdings" panose="05000000000000000000" pitchFamily="2" charset="2"/>
              <a:buChar char="u"/>
            </a:pPr>
            <a:r>
              <a:rPr lang="zh-CN" altLang="en-US" b="1" dirty="0">
                <a:latin typeface="微软雅黑" pitchFamily="34" charset="-122"/>
                <a:ea typeface="微软雅黑" pitchFamily="34" charset="-122"/>
              </a:rPr>
              <a:t>接着，接收节点通过发送预留信息，反向沿路径返回传输路径，并在每个中间节点进行资源预留和状态存储；</a:t>
            </a:r>
            <a:endParaRPr lang="en-US" altLang="zh-CN" b="1" dirty="0">
              <a:latin typeface="微软雅黑" pitchFamily="34" charset="-122"/>
              <a:ea typeface="微软雅黑" pitchFamily="34" charset="-122"/>
            </a:endParaRPr>
          </a:p>
          <a:p>
            <a:pPr marL="800100" lvl="1" indent="-342900" eaLnBrk="0" hangingPunct="0">
              <a:lnSpc>
                <a:spcPts val="3200"/>
              </a:lnSpc>
              <a:buClr>
                <a:srgbClr val="7030A0"/>
              </a:buClr>
              <a:buFont typeface="Wingdings" panose="05000000000000000000" pitchFamily="2" charset="2"/>
              <a:buChar char="u"/>
            </a:pPr>
            <a:r>
              <a:rPr lang="zh-CN" altLang="en-US" b="1" dirty="0">
                <a:latin typeface="微软雅黑" pitchFamily="34" charset="-122"/>
                <a:ea typeface="微软雅黑" pitchFamily="34" charset="-122"/>
              </a:rPr>
              <a:t>最后，整个传输路径上的资源得到确认和预留后，数据流可以按需进行传输</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通过这种双向通信方式，</a:t>
            </a:r>
            <a:r>
              <a:rPr lang="en-US" altLang="zh-CN" sz="2000" b="1" dirty="0">
                <a:latin typeface="微软雅黑" pitchFamily="34" charset="-122"/>
                <a:ea typeface="微软雅黑" pitchFamily="34" charset="-122"/>
              </a:rPr>
              <a:t>RSVP</a:t>
            </a:r>
            <a:r>
              <a:rPr lang="zh-CN" altLang="en-US" sz="2000" b="1" dirty="0">
                <a:latin typeface="微软雅黑" pitchFamily="34" charset="-122"/>
                <a:ea typeface="微软雅黑" pitchFamily="34" charset="-122"/>
              </a:rPr>
              <a:t>确保了每个数据流所需的网络资源均得到了有效处理。</a:t>
            </a:r>
          </a:p>
        </p:txBody>
      </p:sp>
      <p:sp>
        <p:nvSpPr>
          <p:cNvPr id="3" name="AutoShape 5">
            <a:extLst>
              <a:ext uri="{FF2B5EF4-FFF2-40B4-BE49-F238E27FC236}">
                <a16:creationId xmlns:a16="http://schemas.microsoft.com/office/drawing/2014/main" id="{4A3A4EB8-F8B9-A352-2319-4A2E211B8C47}"/>
              </a:ext>
            </a:extLst>
          </p:cNvPr>
          <p:cNvSpPr>
            <a:spLocks noChangeArrowheads="1"/>
          </p:cNvSpPr>
          <p:nvPr/>
        </p:nvSpPr>
        <p:spPr bwMode="auto">
          <a:xfrm>
            <a:off x="511897" y="62250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a:extLst>
              <a:ext uri="{FF2B5EF4-FFF2-40B4-BE49-F238E27FC236}">
                <a16:creationId xmlns:a16="http://schemas.microsoft.com/office/drawing/2014/main" id="{DC839ECB-4821-8749-A7AA-36D5371C014F}"/>
              </a:ext>
            </a:extLst>
          </p:cNvPr>
          <p:cNvSpPr>
            <a:spLocks noChangeArrowheads="1"/>
          </p:cNvSpPr>
          <p:nvPr/>
        </p:nvSpPr>
        <p:spPr bwMode="auto">
          <a:xfrm>
            <a:off x="3351579" y="606544"/>
            <a:ext cx="24849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资源预留协议 </a:t>
            </a:r>
            <a:r>
              <a:rPr lang="en-US" altLang="zh-CN" sz="2000" b="1" dirty="0">
                <a:solidFill>
                  <a:schemeClr val="bg1"/>
                </a:solidFill>
                <a:latin typeface="微软雅黑" pitchFamily="34" charset="-122"/>
                <a:ea typeface="微软雅黑" pitchFamily="34" charset="-122"/>
              </a:rPr>
              <a:t>RSVP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04591704"/>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6" y="963779"/>
            <a:ext cx="8129015" cy="38563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需要在每台路由器上维护每个流的状态信息，在大型网络中，需要处理的状态信息数量</a:t>
            </a:r>
            <a:r>
              <a:rPr lang="zh-CN" altLang="en-US" sz="2000" b="1" dirty="0">
                <a:solidFill>
                  <a:srgbClr val="0000FF"/>
                </a:solidFill>
                <a:latin typeface="微软雅黑" pitchFamily="34" charset="-122"/>
                <a:ea typeface="微软雅黑" pitchFamily="34" charset="-122"/>
              </a:rPr>
              <a:t>呈指数级增长</a:t>
            </a:r>
            <a:r>
              <a:rPr lang="zh-CN" altLang="en-US" sz="2000" b="1" dirty="0">
                <a:latin typeface="微软雅黑" pitchFamily="34" charset="-122"/>
                <a:ea typeface="微软雅黑" pitchFamily="34" charset="-122"/>
              </a:rPr>
              <a:t>，导致路由器的内存和处理能力不堪重负。</a:t>
            </a:r>
          </a:p>
          <a:p>
            <a:pPr marL="342900" indent="-342900" eaLnBrk="0" hangingPunct="0">
              <a:lnSpc>
                <a:spcPts val="3300"/>
              </a:lnSpc>
              <a:buClr>
                <a:srgbClr val="9900CC"/>
              </a:buClr>
              <a:buFont typeface="+mj-lt"/>
              <a:buAutoNum type="arabicPeriod"/>
            </a:pPr>
            <a:r>
              <a:rPr lang="en-US" altLang="zh-CN" sz="2000" b="1" dirty="0">
                <a:latin typeface="微软雅黑" pitchFamily="34" charset="-122"/>
                <a:ea typeface="微软雅黑" pitchFamily="34" charset="-122"/>
              </a:rPr>
              <a:t>RSVP</a:t>
            </a:r>
            <a:r>
              <a:rPr lang="zh-CN" altLang="en-US" sz="2000" b="1" dirty="0">
                <a:latin typeface="微软雅黑" pitchFamily="34" charset="-122"/>
                <a:ea typeface="微软雅黑" pitchFamily="34" charset="-122"/>
              </a:rPr>
              <a:t>协议需要在网络中为每个流进行资源预留，这导致了额外的信令开销和资源消耗。对于大型网络，这种开销可能会显著影响网络性能。</a:t>
            </a:r>
          </a:p>
          <a:p>
            <a:pPr marL="342900" indent="-342900" eaLnBrk="0" hangingPunct="0">
              <a:lnSpc>
                <a:spcPts val="3300"/>
              </a:lnSpc>
              <a:buClr>
                <a:srgbClr val="9900CC"/>
              </a:buClr>
              <a:buFont typeface="+mj-lt"/>
              <a:buAutoNum type="arabicPeriod"/>
            </a:pPr>
            <a:r>
              <a:rPr lang="en-US" altLang="zh-CN" sz="2000" b="1" dirty="0" err="1">
                <a:latin typeface="微软雅黑" pitchFamily="34" charset="-122"/>
                <a:ea typeface="微软雅黑" pitchFamily="34" charset="-122"/>
              </a:rPr>
              <a:t>IntServ</a:t>
            </a:r>
            <a:r>
              <a:rPr lang="zh-CN" altLang="en-US" sz="2000" b="1" dirty="0">
                <a:latin typeface="微软雅黑" pitchFamily="34" charset="-122"/>
                <a:ea typeface="微软雅黑" pitchFamily="34" charset="-122"/>
              </a:rPr>
              <a:t>和</a:t>
            </a:r>
            <a:r>
              <a:rPr lang="en-US" altLang="zh-CN" sz="2000" b="1" dirty="0">
                <a:latin typeface="微软雅黑" pitchFamily="34" charset="-122"/>
                <a:ea typeface="微软雅黑" pitchFamily="34" charset="-122"/>
              </a:rPr>
              <a:t>RSVP</a:t>
            </a:r>
            <a:r>
              <a:rPr lang="zh-CN" altLang="en-US" sz="2000" b="1" dirty="0">
                <a:latin typeface="微软雅黑" pitchFamily="34" charset="-122"/>
                <a:ea typeface="微软雅黑" pitchFamily="34" charset="-122"/>
              </a:rPr>
              <a:t>要求网络路径上的所有设备都支持这些协议，这违反了互联网的端到端原则。这种要求使得在异构网络环境中实现端到端的</a:t>
            </a:r>
            <a:r>
              <a:rPr lang="en-US" altLang="zh-CN" sz="2000" b="1" dirty="0">
                <a:latin typeface="微软雅黑" pitchFamily="34" charset="-122"/>
                <a:ea typeface="微软雅黑" pitchFamily="34" charset="-122"/>
              </a:rPr>
              <a:t>QoS</a:t>
            </a:r>
            <a:r>
              <a:rPr lang="zh-CN" altLang="en-US" sz="2000" b="1" dirty="0">
                <a:latin typeface="微软雅黑" pitchFamily="34" charset="-122"/>
                <a:ea typeface="微软雅黑" pitchFamily="34" charset="-122"/>
              </a:rPr>
              <a:t>保证变得相当困难。</a:t>
            </a:r>
          </a:p>
        </p:txBody>
      </p:sp>
      <p:sp>
        <p:nvSpPr>
          <p:cNvPr id="3" name="AutoShape 5"/>
          <p:cNvSpPr>
            <a:spLocks noChangeArrowheads="1"/>
          </p:cNvSpPr>
          <p:nvPr/>
        </p:nvSpPr>
        <p:spPr bwMode="auto">
          <a:xfrm>
            <a:off x="511897" y="608202"/>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809860" y="574991"/>
            <a:ext cx="35684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err="1">
                <a:solidFill>
                  <a:schemeClr val="bg1"/>
                </a:solidFill>
                <a:latin typeface="微软雅黑" pitchFamily="34" charset="-122"/>
                <a:ea typeface="微软雅黑" pitchFamily="34" charset="-122"/>
              </a:rPr>
              <a:t>IntServ</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和 </a:t>
            </a:r>
            <a:r>
              <a:rPr lang="en-US" altLang="zh-CN" sz="2000" b="1" dirty="0">
                <a:solidFill>
                  <a:schemeClr val="bg1"/>
                </a:solidFill>
                <a:latin typeface="微软雅黑" pitchFamily="34" charset="-122"/>
                <a:ea typeface="微软雅黑" pitchFamily="34" charset="-122"/>
              </a:rPr>
              <a:t>RSVP </a:t>
            </a:r>
            <a:r>
              <a:rPr lang="zh-CN" altLang="en-US" sz="2000" b="1" dirty="0">
                <a:solidFill>
                  <a:schemeClr val="bg1"/>
                </a:solidFill>
                <a:latin typeface="微软雅黑" pitchFamily="34" charset="-122"/>
                <a:ea typeface="微软雅黑" pitchFamily="34" charset="-122"/>
              </a:rPr>
              <a:t>面临的挑战</a:t>
            </a:r>
          </a:p>
        </p:txBody>
      </p:sp>
    </p:spTree>
    <p:extLst>
      <p:ext uri="{BB962C8B-B14F-4D97-AF65-F5344CB8AC3E}">
        <p14:creationId xmlns:p14="http://schemas.microsoft.com/office/powerpoint/2010/main" val="1581192595"/>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2A0DBF-F7FA-0A6D-6ADE-B43A39E9EA04}"/>
            </a:ext>
          </a:extLst>
        </p:cNvPr>
        <p:cNvGrpSpPr/>
        <p:nvPr/>
      </p:nvGrpSpPr>
      <p:grpSpPr>
        <a:xfrm>
          <a:off x="0" y="0"/>
          <a:ext cx="0" cy="0"/>
          <a:chOff x="0" y="0"/>
          <a:chExt cx="0" cy="0"/>
        </a:xfrm>
      </p:grpSpPr>
      <p:sp>
        <p:nvSpPr>
          <p:cNvPr id="2" name="Rectangle 46">
            <a:extLst>
              <a:ext uri="{FF2B5EF4-FFF2-40B4-BE49-F238E27FC236}">
                <a16:creationId xmlns:a16="http://schemas.microsoft.com/office/drawing/2014/main" id="{58A5C6D6-1DD3-C397-4B0E-59BFF6B4DCAD}"/>
              </a:ext>
            </a:extLst>
          </p:cNvPr>
          <p:cNvSpPr>
            <a:spLocks noChangeArrowheads="1"/>
          </p:cNvSpPr>
          <p:nvPr/>
        </p:nvSpPr>
        <p:spPr bwMode="auto">
          <a:xfrm>
            <a:off x="511896" y="963779"/>
            <a:ext cx="8129015" cy="13171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对于许多网络运营商来说，实施</a:t>
            </a:r>
            <a:r>
              <a:rPr lang="en-US" altLang="zh-CN" sz="2000" b="1" dirty="0" err="1">
                <a:latin typeface="微软雅黑" pitchFamily="34" charset="-122"/>
                <a:ea typeface="微软雅黑" pitchFamily="34" charset="-122"/>
              </a:rPr>
              <a:t>IntServ</a:t>
            </a:r>
            <a:r>
              <a:rPr lang="zh-CN" altLang="en-US" sz="2000" b="1" dirty="0">
                <a:latin typeface="微软雅黑" pitchFamily="34" charset="-122"/>
                <a:ea typeface="微软雅黑" pitchFamily="34" charset="-122"/>
              </a:rPr>
              <a:t>和</a:t>
            </a:r>
            <a:r>
              <a:rPr lang="en-US" altLang="zh-CN" sz="2000" b="1" dirty="0">
                <a:latin typeface="微软雅黑" pitchFamily="34" charset="-122"/>
                <a:ea typeface="微软雅黑" pitchFamily="34" charset="-122"/>
              </a:rPr>
              <a:t>RSVP</a:t>
            </a:r>
            <a:r>
              <a:rPr lang="zh-CN" altLang="en-US" sz="2000" b="1" dirty="0">
                <a:latin typeface="微软雅黑" pitchFamily="34" charset="-122"/>
                <a:ea typeface="微软雅黑" pitchFamily="34" charset="-122"/>
              </a:rPr>
              <a:t>的成本与其带来的经济效益不成正比。</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err="1">
                <a:latin typeface="微软雅黑" pitchFamily="34" charset="-122"/>
                <a:ea typeface="微软雅黑" pitchFamily="34" charset="-122"/>
              </a:rPr>
              <a:t>IntServ</a:t>
            </a:r>
            <a:r>
              <a:rPr lang="zh-CN" altLang="en-US" sz="2000" b="1" dirty="0">
                <a:latin typeface="微软雅黑" pitchFamily="34" charset="-122"/>
                <a:ea typeface="微软雅黑" pitchFamily="34" charset="-122"/>
              </a:rPr>
              <a:t>和</a:t>
            </a:r>
            <a:r>
              <a:rPr lang="en-US" altLang="zh-CN" sz="2000" b="1" dirty="0">
                <a:latin typeface="微软雅黑" pitchFamily="34" charset="-122"/>
                <a:ea typeface="微软雅黑" pitchFamily="34" charset="-122"/>
              </a:rPr>
              <a:t>RSVP</a:t>
            </a:r>
            <a:r>
              <a:rPr lang="zh-CN" altLang="en-US" sz="2000" b="1" dirty="0">
                <a:latin typeface="微软雅黑" pitchFamily="34" charset="-122"/>
                <a:ea typeface="微软雅黑" pitchFamily="34" charset="-122"/>
              </a:rPr>
              <a:t>在现代大型互联网环境中并未获得广泛使用。</a:t>
            </a:r>
          </a:p>
        </p:txBody>
      </p:sp>
      <p:sp>
        <p:nvSpPr>
          <p:cNvPr id="3" name="AutoShape 5">
            <a:extLst>
              <a:ext uri="{FF2B5EF4-FFF2-40B4-BE49-F238E27FC236}">
                <a16:creationId xmlns:a16="http://schemas.microsoft.com/office/drawing/2014/main" id="{CBBBBF91-6C06-5596-A0BA-DA62FEF7A652}"/>
              </a:ext>
            </a:extLst>
          </p:cNvPr>
          <p:cNvSpPr>
            <a:spLocks noChangeArrowheads="1"/>
          </p:cNvSpPr>
          <p:nvPr/>
        </p:nvSpPr>
        <p:spPr bwMode="auto">
          <a:xfrm>
            <a:off x="511897" y="608202"/>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a:extLst>
              <a:ext uri="{FF2B5EF4-FFF2-40B4-BE49-F238E27FC236}">
                <a16:creationId xmlns:a16="http://schemas.microsoft.com/office/drawing/2014/main" id="{B644B3C3-E9DB-1A4E-F649-E81F017A6BF7}"/>
              </a:ext>
            </a:extLst>
          </p:cNvPr>
          <p:cNvSpPr>
            <a:spLocks noChangeArrowheads="1"/>
          </p:cNvSpPr>
          <p:nvPr/>
        </p:nvSpPr>
        <p:spPr bwMode="auto">
          <a:xfrm>
            <a:off x="2553380" y="574991"/>
            <a:ext cx="40813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err="1">
                <a:solidFill>
                  <a:schemeClr val="bg1"/>
                </a:solidFill>
                <a:latin typeface="微软雅黑" pitchFamily="34" charset="-122"/>
                <a:ea typeface="微软雅黑" pitchFamily="34" charset="-122"/>
              </a:rPr>
              <a:t>IntServ</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和 </a:t>
            </a:r>
            <a:r>
              <a:rPr lang="en-US" altLang="zh-CN" sz="2000" b="1" dirty="0">
                <a:solidFill>
                  <a:schemeClr val="bg1"/>
                </a:solidFill>
                <a:latin typeface="微软雅黑" pitchFamily="34" charset="-122"/>
                <a:ea typeface="微软雅黑" pitchFamily="34" charset="-122"/>
              </a:rPr>
              <a:t>RSVP </a:t>
            </a:r>
            <a:r>
              <a:rPr lang="zh-CN" altLang="en-US" sz="2000" b="1" dirty="0">
                <a:solidFill>
                  <a:schemeClr val="bg1"/>
                </a:solidFill>
                <a:latin typeface="微软雅黑" pitchFamily="34" charset="-122"/>
                <a:ea typeface="微软雅黑" pitchFamily="34" charset="-122"/>
              </a:rPr>
              <a:t>未获得广泛使用</a:t>
            </a:r>
          </a:p>
        </p:txBody>
      </p:sp>
    </p:spTree>
    <p:extLst>
      <p:ext uri="{BB962C8B-B14F-4D97-AF65-F5344CB8AC3E}">
        <p14:creationId xmlns:p14="http://schemas.microsoft.com/office/powerpoint/2010/main" val="855598436"/>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12"/>
          <p:cNvSpPr>
            <a:spLocks noChangeArrowheads="1"/>
          </p:cNvSpPr>
          <p:nvPr/>
        </p:nvSpPr>
        <p:spPr bwMode="auto">
          <a:xfrm>
            <a:off x="511896" y="613681"/>
            <a:ext cx="8129016" cy="422275"/>
          </a:xfrm>
          <a:prstGeom prst="roundRect">
            <a:avLst>
              <a:gd name="adj" fmla="val 16667"/>
            </a:avLst>
          </a:prstGeom>
          <a:solidFill>
            <a:srgbClr val="0089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10" name="Rectangle 13"/>
          <p:cNvSpPr>
            <a:spLocks noChangeArrowheads="1"/>
          </p:cNvSpPr>
          <p:nvPr/>
        </p:nvSpPr>
        <p:spPr bwMode="auto">
          <a:xfrm>
            <a:off x="2583519" y="588217"/>
            <a:ext cx="398577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4.10.4  </a:t>
            </a:r>
            <a:r>
              <a:rPr lang="zh-CN" altLang="en-US" sz="2400" b="1" dirty="0">
                <a:solidFill>
                  <a:schemeClr val="bg1"/>
                </a:solidFill>
                <a:latin typeface="微软雅黑" pitchFamily="34" charset="-122"/>
                <a:ea typeface="微软雅黑" pitchFamily="34" charset="-122"/>
              </a:rPr>
              <a:t>区分服务 </a:t>
            </a:r>
            <a:r>
              <a:rPr lang="en-US" altLang="zh-CN" sz="2400" b="1" dirty="0" err="1">
                <a:solidFill>
                  <a:schemeClr val="bg1"/>
                </a:solidFill>
                <a:latin typeface="微软雅黑" pitchFamily="34" charset="-122"/>
                <a:ea typeface="微软雅黑" pitchFamily="34" charset="-122"/>
              </a:rPr>
              <a:t>DiffServ</a:t>
            </a:r>
            <a:r>
              <a:rPr lang="en-US" altLang="zh-CN" sz="2400" b="1" dirty="0">
                <a:solidFill>
                  <a:schemeClr val="bg1"/>
                </a:solidFill>
                <a:latin typeface="微软雅黑" pitchFamily="34" charset="-122"/>
                <a:ea typeface="微软雅黑" pitchFamily="34" charset="-122"/>
              </a:rPr>
              <a:t> </a:t>
            </a:r>
          </a:p>
        </p:txBody>
      </p:sp>
      <p:sp>
        <p:nvSpPr>
          <p:cNvPr id="4" name="Rectangle 46"/>
          <p:cNvSpPr>
            <a:spLocks noChangeArrowheads="1"/>
          </p:cNvSpPr>
          <p:nvPr/>
        </p:nvSpPr>
        <p:spPr bwMode="auto">
          <a:xfrm>
            <a:off x="536196" y="1666386"/>
            <a:ext cx="8185110"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由于</a:t>
            </a:r>
            <a:r>
              <a:rPr lang="zh-CN" altLang="en-US" sz="2000" b="1" dirty="0">
                <a:solidFill>
                  <a:srgbClr val="C00000"/>
                </a:solidFill>
                <a:latin typeface="微软雅黑" pitchFamily="34" charset="-122"/>
                <a:ea typeface="微软雅黑" pitchFamily="34" charset="-122"/>
              </a:rPr>
              <a:t>综合服务 </a:t>
            </a:r>
            <a:r>
              <a:rPr lang="en-US" altLang="zh-CN" sz="2000" b="1" dirty="0" err="1">
                <a:solidFill>
                  <a:srgbClr val="C00000"/>
                </a:solidFill>
                <a:latin typeface="微软雅黑" pitchFamily="34" charset="-122"/>
                <a:ea typeface="微软雅黑" pitchFamily="34" charset="-122"/>
              </a:rPr>
              <a:t>IntServ</a:t>
            </a:r>
            <a:r>
              <a:rPr lang="en-US" altLang="zh-CN" sz="2000" b="1" dirty="0">
                <a:solidFill>
                  <a:srgbClr val="C00000"/>
                </a:solidFill>
                <a:latin typeface="微软雅黑" pitchFamily="34" charset="-122"/>
                <a:ea typeface="微软雅黑" pitchFamily="34" charset="-122"/>
              </a:rPr>
              <a:t> </a:t>
            </a:r>
            <a:r>
              <a:rPr lang="zh-CN" altLang="en-US" sz="2000" b="1" dirty="0">
                <a:latin typeface="微软雅黑" pitchFamily="34" charset="-122"/>
                <a:ea typeface="微软雅黑" pitchFamily="34" charset="-122"/>
              </a:rPr>
              <a:t>和资源预留协议 </a:t>
            </a:r>
            <a:r>
              <a:rPr lang="en-US" altLang="zh-CN" sz="2000" b="1" dirty="0">
                <a:latin typeface="微软雅黑" pitchFamily="34" charset="-122"/>
                <a:ea typeface="微软雅黑" pitchFamily="34" charset="-122"/>
              </a:rPr>
              <a:t>RSVP </a:t>
            </a:r>
            <a:r>
              <a:rPr lang="zh-CN" altLang="en-US" sz="2000" b="1" dirty="0">
                <a:latin typeface="微软雅黑" pitchFamily="34" charset="-122"/>
                <a:ea typeface="微软雅黑" pitchFamily="34" charset="-122"/>
              </a:rPr>
              <a:t>都较复杂，很难在大规模的网络中实现，因此  </a:t>
            </a:r>
            <a:r>
              <a:rPr lang="en-US" altLang="zh-CN" sz="2000" b="1" dirty="0">
                <a:latin typeface="微软雅黑" pitchFamily="34" charset="-122"/>
                <a:ea typeface="微软雅黑" pitchFamily="34" charset="-122"/>
              </a:rPr>
              <a:t>IETF </a:t>
            </a:r>
            <a:r>
              <a:rPr lang="zh-CN" altLang="en-US" sz="2000" b="1" dirty="0">
                <a:latin typeface="微软雅黑" pitchFamily="34" charset="-122"/>
                <a:ea typeface="微软雅黑" pitchFamily="34" charset="-122"/>
              </a:rPr>
              <a:t>提出了新的策略，即区分服务 </a:t>
            </a:r>
            <a:r>
              <a:rPr lang="en-US" altLang="zh-CN" sz="2000" b="1" dirty="0" err="1">
                <a:latin typeface="微软雅黑" pitchFamily="34" charset="-122"/>
                <a:ea typeface="微软雅黑" pitchFamily="34" charset="-122"/>
              </a:rPr>
              <a:t>DiffServ</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区分服务 </a:t>
            </a:r>
            <a:r>
              <a:rPr lang="en-US" altLang="zh-CN" sz="2000" b="1" dirty="0" err="1">
                <a:solidFill>
                  <a:srgbClr val="C00000"/>
                </a:solidFill>
                <a:latin typeface="微软雅黑" pitchFamily="34" charset="-122"/>
                <a:ea typeface="微软雅黑" pitchFamily="34" charset="-122"/>
              </a:rPr>
              <a:t>DiffServ</a:t>
            </a:r>
            <a:r>
              <a:rPr lang="en-US" altLang="zh-CN" sz="2000" b="1" dirty="0">
                <a:solidFill>
                  <a:srgbClr val="C00000"/>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(Differentiated Services) </a:t>
            </a:r>
            <a:r>
              <a:rPr lang="zh-CN" altLang="en-US" sz="2000" b="1" dirty="0">
                <a:latin typeface="微软雅黑" pitchFamily="34" charset="-122"/>
                <a:ea typeface="微软雅黑" pitchFamily="34" charset="-122"/>
              </a:rPr>
              <a:t>有时也简写为 </a:t>
            </a:r>
            <a:r>
              <a:rPr lang="en-US" altLang="zh-CN" sz="2000" b="1" dirty="0">
                <a:solidFill>
                  <a:srgbClr val="0000FF"/>
                </a:solidFill>
                <a:latin typeface="微软雅黑" pitchFamily="34" charset="-122"/>
                <a:ea typeface="微软雅黑" pitchFamily="34" charset="-122"/>
              </a:rPr>
              <a:t>DS</a:t>
            </a:r>
            <a:r>
              <a:rPr lang="zh-CN" altLang="en-US" sz="2000" b="1" dirty="0">
                <a:latin typeface="微软雅黑" pitchFamily="34" charset="-122"/>
                <a:ea typeface="微软雅黑" pitchFamily="34" charset="-122"/>
              </a:rPr>
              <a:t>。因此，具有区分服务功能的结点就称为 </a:t>
            </a:r>
            <a:r>
              <a:rPr lang="en-US" altLang="zh-CN" sz="2000" b="1" dirty="0">
                <a:latin typeface="微软雅黑" pitchFamily="34" charset="-122"/>
                <a:ea typeface="微软雅黑" pitchFamily="34" charset="-122"/>
              </a:rPr>
              <a:t>DS </a:t>
            </a:r>
            <a:r>
              <a:rPr lang="zh-CN" altLang="en-US" sz="2000" b="1" dirty="0">
                <a:latin typeface="微软雅黑" pitchFamily="34" charset="-122"/>
                <a:ea typeface="微软雅黑" pitchFamily="34" charset="-122"/>
              </a:rPr>
              <a:t>结点。 </a:t>
            </a:r>
          </a:p>
        </p:txBody>
      </p:sp>
      <p:sp>
        <p:nvSpPr>
          <p:cNvPr id="5" name="AutoShape 5"/>
          <p:cNvSpPr>
            <a:spLocks noChangeArrowheads="1"/>
          </p:cNvSpPr>
          <p:nvPr/>
        </p:nvSpPr>
        <p:spPr bwMode="auto">
          <a:xfrm>
            <a:off x="511897" y="1293391"/>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125462" y="1260180"/>
            <a:ext cx="28793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区分服务的基本概念</a:t>
            </a:r>
          </a:p>
        </p:txBody>
      </p:sp>
    </p:spTree>
    <p:extLst>
      <p:ext uri="{BB962C8B-B14F-4D97-AF65-F5344CB8AC3E}">
        <p14:creationId xmlns:p14="http://schemas.microsoft.com/office/powerpoint/2010/main" val="4206929461"/>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AutoShape 5"/>
          <p:cNvSpPr>
            <a:spLocks noChangeArrowheads="1"/>
          </p:cNvSpPr>
          <p:nvPr/>
        </p:nvSpPr>
        <p:spPr bwMode="auto">
          <a:xfrm>
            <a:off x="517853" y="622484"/>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 name="矩形 4"/>
          <p:cNvSpPr>
            <a:spLocks noChangeArrowheads="1"/>
          </p:cNvSpPr>
          <p:nvPr/>
        </p:nvSpPr>
        <p:spPr bwMode="auto">
          <a:xfrm>
            <a:off x="635844" y="572656"/>
            <a:ext cx="326865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区分服务 </a:t>
            </a:r>
            <a:r>
              <a:rPr lang="en-US" altLang="zh-CN" sz="2000" b="1" dirty="0" err="1">
                <a:latin typeface="微软雅黑" pitchFamily="34" charset="-122"/>
                <a:ea typeface="微软雅黑" pitchFamily="34" charset="-122"/>
              </a:rPr>
              <a:t>DiffServ</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的要点 </a:t>
            </a:r>
          </a:p>
        </p:txBody>
      </p:sp>
      <p:sp>
        <p:nvSpPr>
          <p:cNvPr id="22" name="圆角矩形 21"/>
          <p:cNvSpPr/>
          <p:nvPr/>
        </p:nvSpPr>
        <p:spPr>
          <a:xfrm>
            <a:off x="1421239" y="3494893"/>
            <a:ext cx="6573230" cy="123386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Rectangle 46"/>
          <p:cNvSpPr>
            <a:spLocks noChangeArrowheads="1"/>
          </p:cNvSpPr>
          <p:nvPr/>
        </p:nvSpPr>
        <p:spPr bwMode="auto">
          <a:xfrm>
            <a:off x="517853" y="940668"/>
            <a:ext cx="8373598" cy="25966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力图</a:t>
            </a:r>
            <a:r>
              <a:rPr lang="zh-CN" altLang="en-US" sz="2000" b="1" dirty="0">
                <a:solidFill>
                  <a:srgbClr val="C00000"/>
                </a:solidFill>
                <a:latin typeface="微软雅黑" pitchFamily="34" charset="-122"/>
                <a:ea typeface="微软雅黑" pitchFamily="34" charset="-122"/>
              </a:rPr>
              <a:t>不改变</a:t>
            </a:r>
            <a:r>
              <a:rPr lang="zh-CN" altLang="en-US" sz="2000" b="1" dirty="0">
                <a:latin typeface="微软雅黑" pitchFamily="34" charset="-122"/>
                <a:ea typeface="微软雅黑" pitchFamily="34" charset="-122"/>
              </a:rPr>
              <a:t>网络的基础结构，但在路由器中</a:t>
            </a:r>
            <a:r>
              <a:rPr lang="zh-CN" altLang="en-US" sz="2000" b="1" dirty="0">
                <a:solidFill>
                  <a:srgbClr val="C00000"/>
                </a:solidFill>
                <a:latin typeface="微软雅黑" pitchFamily="34" charset="-122"/>
                <a:ea typeface="微软雅黑" pitchFamily="34" charset="-122"/>
              </a:rPr>
              <a:t>增加</a:t>
            </a:r>
            <a:r>
              <a:rPr lang="zh-CN" altLang="en-US" sz="2000" b="1" dirty="0">
                <a:latin typeface="微软雅黑" pitchFamily="34" charset="-122"/>
                <a:ea typeface="微软雅黑" pitchFamily="34" charset="-122"/>
              </a:rPr>
              <a:t>区分服务的功能。</a:t>
            </a:r>
          </a:p>
          <a:p>
            <a:pPr marL="717550" lvl="1" indent="-342900" eaLnBrk="0" hangingPunct="0">
              <a:lnSpc>
                <a:spcPts val="2800"/>
              </a:lnSpc>
              <a:buClr>
                <a:srgbClr val="0000CC"/>
              </a:buClr>
              <a:buSzPct val="85000"/>
              <a:buFont typeface="Wingdings" panose="05000000000000000000" pitchFamily="2" charset="2"/>
              <a:buChar char="u"/>
            </a:pPr>
            <a:r>
              <a:rPr lang="zh-CN" altLang="en-US" b="1" dirty="0">
                <a:solidFill>
                  <a:srgbClr val="0000FF"/>
                </a:solidFill>
                <a:latin typeface="微软雅黑" pitchFamily="34" charset="-122"/>
                <a:ea typeface="微软雅黑" pitchFamily="34" charset="-122"/>
              </a:rPr>
              <a:t>区分服务字段 </a:t>
            </a:r>
            <a:r>
              <a:rPr lang="en-US" altLang="zh-CN" b="1" dirty="0">
                <a:solidFill>
                  <a:srgbClr val="0000FF"/>
                </a:solidFill>
                <a:latin typeface="微软雅黑" pitchFamily="34" charset="-122"/>
                <a:ea typeface="微软雅黑" pitchFamily="34" charset="-122"/>
              </a:rPr>
              <a:t>DS</a:t>
            </a:r>
            <a:r>
              <a:rPr lang="zh-CN" altLang="en-US" b="1" dirty="0">
                <a:solidFill>
                  <a:srgbClr val="0000FF"/>
                </a:solidFill>
                <a:latin typeface="微软雅黑" pitchFamily="34" charset="-122"/>
                <a:ea typeface="微软雅黑" pitchFamily="34" charset="-122"/>
              </a:rPr>
              <a:t>：</a:t>
            </a:r>
            <a:r>
              <a:rPr lang="zh-CN" altLang="en-US" b="1" dirty="0">
                <a:latin typeface="微软雅黑" pitchFamily="34" charset="-122"/>
                <a:ea typeface="微软雅黑" pitchFamily="34" charset="-122"/>
              </a:rPr>
              <a:t>服务类型字段 </a:t>
            </a:r>
            <a:r>
              <a:rPr lang="en-US" altLang="zh-CN" b="1" dirty="0">
                <a:latin typeface="微软雅黑" pitchFamily="34" charset="-122"/>
                <a:ea typeface="微软雅黑" pitchFamily="34" charset="-122"/>
              </a:rPr>
              <a:t>(IPv4) </a:t>
            </a:r>
            <a:r>
              <a:rPr lang="zh-CN" altLang="en-US" b="1" dirty="0">
                <a:latin typeface="微软雅黑" pitchFamily="34" charset="-122"/>
                <a:ea typeface="微软雅黑" pitchFamily="34" charset="-122"/>
              </a:rPr>
              <a:t>，通信量类字段 </a:t>
            </a:r>
            <a:r>
              <a:rPr lang="en-US" altLang="zh-CN" b="1" dirty="0">
                <a:latin typeface="微软雅黑" pitchFamily="34" charset="-122"/>
                <a:ea typeface="微软雅黑" pitchFamily="34" charset="-122"/>
              </a:rPr>
              <a:t>(IPv6)</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0000CC"/>
              </a:buClr>
              <a:buSzPct val="85000"/>
              <a:buFont typeface="Wingdings" panose="05000000000000000000" pitchFamily="2" charset="2"/>
              <a:buChar char="u"/>
            </a:pPr>
            <a:r>
              <a:rPr lang="zh-CN" altLang="en-US" b="1" dirty="0">
                <a:latin typeface="微软雅黑" pitchFamily="34" charset="-122"/>
                <a:ea typeface="微软雅黑" pitchFamily="34" charset="-122"/>
              </a:rPr>
              <a:t>利用 </a:t>
            </a:r>
            <a:r>
              <a:rPr lang="en-US" altLang="zh-CN" b="1" dirty="0">
                <a:latin typeface="微软雅黑" pitchFamily="34" charset="-122"/>
                <a:ea typeface="微软雅黑" pitchFamily="34" charset="-122"/>
              </a:rPr>
              <a:t>DS </a:t>
            </a:r>
            <a:r>
              <a:rPr lang="zh-CN" altLang="en-US" b="1" dirty="0">
                <a:latin typeface="微软雅黑" pitchFamily="34" charset="-122"/>
                <a:ea typeface="微软雅黑" pitchFamily="34" charset="-122"/>
              </a:rPr>
              <a:t>字段的不同数值可表示</a:t>
            </a:r>
            <a:r>
              <a:rPr lang="zh-CN" altLang="en-US" b="1" dirty="0">
                <a:solidFill>
                  <a:srgbClr val="0000FF"/>
                </a:solidFill>
                <a:latin typeface="微软雅黑" pitchFamily="34" charset="-122"/>
                <a:ea typeface="微软雅黑" pitchFamily="34" charset="-122"/>
              </a:rPr>
              <a:t>不同等级的服务质量。</a:t>
            </a:r>
          </a:p>
          <a:p>
            <a:pPr marL="717550" lvl="1" indent="-342900" eaLnBrk="0" hangingPunct="0">
              <a:lnSpc>
                <a:spcPts val="2800"/>
              </a:lnSpc>
              <a:buClr>
                <a:srgbClr val="0000CC"/>
              </a:buClr>
              <a:buSzPct val="85000"/>
              <a:buFont typeface="Wingdings" panose="05000000000000000000" pitchFamily="2" charset="2"/>
              <a:buChar char="u"/>
            </a:pPr>
            <a:r>
              <a:rPr lang="zh-CN" altLang="en-US" b="1" dirty="0">
                <a:latin typeface="微软雅黑" pitchFamily="34" charset="-122"/>
                <a:ea typeface="微软雅黑" pitchFamily="34" charset="-122"/>
              </a:rPr>
              <a:t>路由器根据 </a:t>
            </a:r>
            <a:r>
              <a:rPr lang="en-US" altLang="zh-CN" b="1" dirty="0">
                <a:latin typeface="微软雅黑" pitchFamily="34" charset="-122"/>
                <a:ea typeface="微软雅黑" pitchFamily="34" charset="-122"/>
              </a:rPr>
              <a:t>DS </a:t>
            </a:r>
            <a:r>
              <a:rPr lang="zh-CN" altLang="en-US" b="1" dirty="0">
                <a:latin typeface="微软雅黑" pitchFamily="34" charset="-122"/>
                <a:ea typeface="微软雅黑" pitchFamily="34" charset="-122"/>
              </a:rPr>
              <a:t>字段的值来处理分组的转发。</a:t>
            </a:r>
            <a:endParaRPr lang="en-US" altLang="zh-CN" b="1" dirty="0">
              <a:latin typeface="微软雅黑" pitchFamily="34" charset="-122"/>
              <a:ea typeface="微软雅黑" pitchFamily="34" charset="-122"/>
            </a:endParaRPr>
          </a:p>
          <a:p>
            <a:pPr marL="717550" lvl="1" indent="-342900" eaLnBrk="0" hangingPunct="0">
              <a:lnSpc>
                <a:spcPts val="2800"/>
              </a:lnSpc>
              <a:buClr>
                <a:srgbClr val="0000CC"/>
              </a:buClr>
              <a:buSzPct val="85000"/>
              <a:buFont typeface="Wingdings" panose="05000000000000000000" pitchFamily="2" charset="2"/>
              <a:buChar char="u"/>
            </a:pPr>
            <a:r>
              <a:rPr lang="en-US" altLang="zh-CN" b="1" dirty="0">
                <a:latin typeface="微软雅黑" pitchFamily="34" charset="-122"/>
                <a:ea typeface="微软雅黑" pitchFamily="34" charset="-122"/>
              </a:rPr>
              <a:t>DS </a:t>
            </a:r>
            <a:r>
              <a:rPr lang="zh-CN" altLang="en-US" b="1" dirty="0">
                <a:latin typeface="微软雅黑" pitchFamily="34" charset="-122"/>
                <a:ea typeface="微软雅黑" pitchFamily="34" charset="-122"/>
              </a:rPr>
              <a:t>字段前 </a:t>
            </a:r>
            <a:r>
              <a:rPr lang="en-US" altLang="zh-CN" b="1" dirty="0">
                <a:latin typeface="微软雅黑" pitchFamily="34" charset="-122"/>
                <a:ea typeface="微软雅黑" pitchFamily="34" charset="-122"/>
              </a:rPr>
              <a:t>6 bit</a:t>
            </a:r>
            <a:r>
              <a:rPr lang="zh-CN" altLang="en-US" b="1" dirty="0">
                <a:latin typeface="微软雅黑" pitchFamily="34" charset="-122"/>
                <a:ea typeface="微软雅黑" pitchFamily="34" charset="-122"/>
              </a:rPr>
              <a:t>，为</a:t>
            </a:r>
            <a:r>
              <a:rPr lang="zh-CN" altLang="en-US" b="1" dirty="0">
                <a:solidFill>
                  <a:srgbClr val="0000FF"/>
                </a:solidFill>
                <a:latin typeface="微软雅黑" pitchFamily="34" charset="-122"/>
                <a:ea typeface="微软雅黑" pitchFamily="34" charset="-122"/>
              </a:rPr>
              <a:t>区分服务码点 </a:t>
            </a:r>
            <a:r>
              <a:rPr lang="en-US" altLang="zh-CN" b="1" dirty="0">
                <a:solidFill>
                  <a:srgbClr val="0000FF"/>
                </a:solidFill>
                <a:latin typeface="微软雅黑" pitchFamily="34" charset="-122"/>
                <a:ea typeface="微软雅黑" pitchFamily="34" charset="-122"/>
              </a:rPr>
              <a:t>DSCP  </a:t>
            </a:r>
            <a:r>
              <a:rPr lang="en-US" altLang="zh-CN" b="1" dirty="0">
                <a:latin typeface="微软雅黑" pitchFamily="34" charset="-122"/>
                <a:ea typeface="微软雅黑" pitchFamily="34" charset="-122"/>
              </a:rPr>
              <a:t>(Differentiated Services </a:t>
            </a:r>
            <a:r>
              <a:rPr lang="en-US" altLang="zh-CN" b="1" dirty="0" err="1">
                <a:latin typeface="微软雅黑" pitchFamily="34" charset="-122"/>
                <a:ea typeface="微软雅黑" pitchFamily="34" charset="-122"/>
              </a:rPr>
              <a:t>CodePoint</a:t>
            </a:r>
            <a:r>
              <a:rPr lang="en-US" altLang="zh-CN" b="1" dirty="0">
                <a:latin typeface="微软雅黑" pitchFamily="34" charset="-122"/>
                <a:ea typeface="微软雅黑" pitchFamily="34" charset="-122"/>
              </a:rPr>
              <a:t>)</a:t>
            </a:r>
            <a:r>
              <a:rPr lang="zh-CN" altLang="en-US" b="1" dirty="0">
                <a:latin typeface="微软雅黑" pitchFamily="34" charset="-122"/>
                <a:ea typeface="微软雅黑" pitchFamily="34" charset="-122"/>
              </a:rPr>
              <a:t>。后</a:t>
            </a:r>
            <a:r>
              <a:rPr lang="en-US" altLang="zh-CN" b="1" dirty="0">
                <a:latin typeface="微软雅黑" pitchFamily="34" charset="-122"/>
                <a:ea typeface="微软雅黑" pitchFamily="34" charset="-122"/>
              </a:rPr>
              <a:t>2</a:t>
            </a:r>
            <a:r>
              <a:rPr lang="zh-CN" altLang="en-US" b="1" dirty="0">
                <a:latin typeface="微软雅黑" pitchFamily="34" charset="-122"/>
                <a:ea typeface="微软雅黑" pitchFamily="34" charset="-122"/>
              </a:rPr>
              <a:t>位叫做</a:t>
            </a:r>
            <a:r>
              <a:rPr lang="zh-CN" altLang="en-US" b="1" dirty="0">
                <a:solidFill>
                  <a:srgbClr val="0000FF"/>
                </a:solidFill>
                <a:latin typeface="微软雅黑" pitchFamily="34" charset="-122"/>
                <a:ea typeface="微软雅黑" pitchFamily="34" charset="-122"/>
              </a:rPr>
              <a:t>显式拥塞通知</a:t>
            </a:r>
            <a:r>
              <a:rPr lang="en-US" altLang="zh-CN" b="1" dirty="0">
                <a:solidFill>
                  <a:srgbClr val="0000FF"/>
                </a:solidFill>
                <a:latin typeface="微软雅黑" pitchFamily="34" charset="-122"/>
                <a:ea typeface="微软雅黑" pitchFamily="34" charset="-122"/>
              </a:rPr>
              <a:t>ECN </a:t>
            </a:r>
            <a:r>
              <a:rPr lang="en-US" altLang="zh-CN" b="1" dirty="0">
                <a:latin typeface="微软雅黑" pitchFamily="34" charset="-122"/>
                <a:ea typeface="微软雅黑" pitchFamily="34" charset="-122"/>
              </a:rPr>
              <a:t>(Explicit Congestion Notification)</a:t>
            </a:r>
            <a:r>
              <a:rPr lang="zh-CN" altLang="en-US" b="1" dirty="0">
                <a:latin typeface="微软雅黑" pitchFamily="34" charset="-122"/>
                <a:ea typeface="微软雅黑" pitchFamily="34" charset="-122"/>
              </a:rPr>
              <a:t>，用于拥塞控制（下一章介绍）。</a:t>
            </a:r>
          </a:p>
        </p:txBody>
      </p:sp>
      <p:sp>
        <p:nvSpPr>
          <p:cNvPr id="8" name="Rectangle 5"/>
          <p:cNvSpPr>
            <a:spLocks noChangeArrowheads="1"/>
          </p:cNvSpPr>
          <p:nvPr/>
        </p:nvSpPr>
        <p:spPr bwMode="auto">
          <a:xfrm>
            <a:off x="2852716" y="4011784"/>
            <a:ext cx="2718661" cy="595593"/>
          </a:xfrm>
          <a:prstGeom prst="rect">
            <a:avLst/>
          </a:prstGeom>
          <a:solidFill>
            <a:srgbClr val="00FF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微软雅黑" pitchFamily="34" charset="-122"/>
              <a:ea typeface="微软雅黑" pitchFamily="34" charset="-122"/>
            </a:endParaRPr>
          </a:p>
        </p:txBody>
      </p:sp>
      <p:sp>
        <p:nvSpPr>
          <p:cNvPr id="7" name="Rectangle 4"/>
          <p:cNvSpPr>
            <a:spLocks noChangeArrowheads="1"/>
          </p:cNvSpPr>
          <p:nvPr/>
        </p:nvSpPr>
        <p:spPr bwMode="auto">
          <a:xfrm>
            <a:off x="4893335" y="4011784"/>
            <a:ext cx="678042" cy="584931"/>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微软雅黑" pitchFamily="34" charset="-122"/>
              <a:ea typeface="微软雅黑" pitchFamily="34" charset="-122"/>
            </a:endParaRPr>
          </a:p>
        </p:txBody>
      </p:sp>
      <p:sp>
        <p:nvSpPr>
          <p:cNvPr id="9" name="Line 6"/>
          <p:cNvSpPr>
            <a:spLocks noChangeShapeType="1"/>
          </p:cNvSpPr>
          <p:nvPr/>
        </p:nvSpPr>
        <p:spPr bwMode="auto">
          <a:xfrm>
            <a:off x="3191737" y="4011784"/>
            <a:ext cx="0" cy="5955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0" name="Line 7"/>
          <p:cNvSpPr>
            <a:spLocks noChangeShapeType="1"/>
          </p:cNvSpPr>
          <p:nvPr/>
        </p:nvSpPr>
        <p:spPr bwMode="auto">
          <a:xfrm>
            <a:off x="3533355" y="4011784"/>
            <a:ext cx="0" cy="5955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1" name="Line 8"/>
          <p:cNvSpPr>
            <a:spLocks noChangeShapeType="1"/>
          </p:cNvSpPr>
          <p:nvPr/>
        </p:nvSpPr>
        <p:spPr bwMode="auto">
          <a:xfrm>
            <a:off x="3872376" y="4011784"/>
            <a:ext cx="0" cy="5955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2" name="Line 9"/>
          <p:cNvSpPr>
            <a:spLocks noChangeShapeType="1"/>
          </p:cNvSpPr>
          <p:nvPr/>
        </p:nvSpPr>
        <p:spPr bwMode="auto">
          <a:xfrm>
            <a:off x="4212695" y="4011784"/>
            <a:ext cx="0" cy="5955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3" name="Line 10"/>
          <p:cNvSpPr>
            <a:spLocks noChangeShapeType="1"/>
          </p:cNvSpPr>
          <p:nvPr/>
        </p:nvSpPr>
        <p:spPr bwMode="auto">
          <a:xfrm>
            <a:off x="4551716" y="4011784"/>
            <a:ext cx="0" cy="5955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4" name="Line 11"/>
          <p:cNvSpPr>
            <a:spLocks noChangeShapeType="1"/>
          </p:cNvSpPr>
          <p:nvPr/>
        </p:nvSpPr>
        <p:spPr bwMode="auto">
          <a:xfrm>
            <a:off x="4893335" y="4011784"/>
            <a:ext cx="0" cy="5955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5" name="Line 12"/>
          <p:cNvSpPr>
            <a:spLocks noChangeShapeType="1"/>
          </p:cNvSpPr>
          <p:nvPr/>
        </p:nvSpPr>
        <p:spPr bwMode="auto">
          <a:xfrm>
            <a:off x="5232355" y="4011784"/>
            <a:ext cx="0" cy="5955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7" name="Text Box 14"/>
          <p:cNvSpPr txBox="1">
            <a:spLocks noChangeArrowheads="1"/>
          </p:cNvSpPr>
          <p:nvPr/>
        </p:nvSpPr>
        <p:spPr bwMode="auto">
          <a:xfrm>
            <a:off x="3047555" y="4146919"/>
            <a:ext cx="1351652" cy="338553"/>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defRPr kumimoji="1" sz="1600" b="1">
                <a:latin typeface="微软雅黑" pitchFamily="34" charset="-122"/>
                <a:ea typeface="微软雅黑" pitchFamily="34" charset="-122"/>
              </a:defRPr>
            </a:lvl1pPr>
          </a:lstStyle>
          <a:p>
            <a:r>
              <a:rPr lang="en-US" altLang="zh-CN" dirty="0"/>
              <a:t>      DSCP    </a:t>
            </a:r>
          </a:p>
        </p:txBody>
      </p:sp>
      <p:sp>
        <p:nvSpPr>
          <p:cNvPr id="18" name="Text Box 15"/>
          <p:cNvSpPr txBox="1">
            <a:spLocks noChangeArrowheads="1"/>
          </p:cNvSpPr>
          <p:nvPr/>
        </p:nvSpPr>
        <p:spPr bwMode="auto">
          <a:xfrm>
            <a:off x="2317725" y="3629447"/>
            <a:ext cx="3649993" cy="45985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latin typeface="微软雅黑" pitchFamily="34" charset="-122"/>
                <a:ea typeface="微软雅黑" pitchFamily="34" charset="-122"/>
              </a:rPr>
              <a:t>比特  </a:t>
            </a:r>
            <a:r>
              <a:rPr kumimoji="1" lang="en-US" altLang="zh-CN" sz="1600" b="1" dirty="0">
                <a:latin typeface="微软雅黑" pitchFamily="34" charset="-122"/>
                <a:ea typeface="微软雅黑" pitchFamily="34" charset="-122"/>
              </a:rPr>
              <a:t>0                           5   6   7</a:t>
            </a:r>
          </a:p>
        </p:txBody>
      </p:sp>
      <p:sp>
        <p:nvSpPr>
          <p:cNvPr id="19" name="Line 17"/>
          <p:cNvSpPr>
            <a:spLocks noChangeShapeType="1"/>
          </p:cNvSpPr>
          <p:nvPr/>
        </p:nvSpPr>
        <p:spPr bwMode="auto">
          <a:xfrm flipH="1">
            <a:off x="5579209" y="3865878"/>
            <a:ext cx="558018" cy="223425"/>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0" name="Text Box 18"/>
          <p:cNvSpPr txBox="1">
            <a:spLocks noChangeArrowheads="1"/>
          </p:cNvSpPr>
          <p:nvPr/>
        </p:nvSpPr>
        <p:spPr bwMode="auto">
          <a:xfrm>
            <a:off x="6043307" y="3665192"/>
            <a:ext cx="66717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latin typeface="微软雅黑" pitchFamily="34" charset="-122"/>
                <a:ea typeface="微软雅黑" pitchFamily="34" charset="-122"/>
              </a:rPr>
              <a:t>ECN</a:t>
            </a:r>
            <a:endParaRPr lang="zh-CN" altLang="en-US" b="1" dirty="0">
              <a:latin typeface="微软雅黑" pitchFamily="34" charset="-122"/>
              <a:ea typeface="微软雅黑" pitchFamily="34" charset="-122"/>
            </a:endParaRPr>
          </a:p>
        </p:txBody>
      </p:sp>
      <p:sp>
        <p:nvSpPr>
          <p:cNvPr id="3" name="文本框 2">
            <a:extLst>
              <a:ext uri="{FF2B5EF4-FFF2-40B4-BE49-F238E27FC236}">
                <a16:creationId xmlns:a16="http://schemas.microsoft.com/office/drawing/2014/main" id="{BE14AC59-944F-4427-B576-C56410D61204}"/>
              </a:ext>
            </a:extLst>
          </p:cNvPr>
          <p:cNvSpPr txBox="1"/>
          <p:nvPr/>
        </p:nvSpPr>
        <p:spPr>
          <a:xfrm>
            <a:off x="4914003" y="4011784"/>
            <a:ext cx="256032" cy="682238"/>
          </a:xfrm>
          <a:prstGeom prst="rect">
            <a:avLst/>
          </a:prstGeom>
          <a:noFill/>
        </p:spPr>
        <p:txBody>
          <a:bodyPr wrap="square" rtlCol="0">
            <a:spAutoFit/>
          </a:bodyPr>
          <a:lstStyle/>
          <a:p>
            <a:pPr>
              <a:lnSpc>
                <a:spcPts val="1500"/>
              </a:lnSpc>
            </a:pPr>
            <a:r>
              <a:rPr lang="en-US" altLang="zh-CN" b="1" dirty="0"/>
              <a:t>ECT</a:t>
            </a:r>
            <a:endParaRPr lang="zh-CN" altLang="en-US" b="1" dirty="0"/>
          </a:p>
        </p:txBody>
      </p:sp>
      <p:sp>
        <p:nvSpPr>
          <p:cNvPr id="4" name="文本框 3">
            <a:extLst>
              <a:ext uri="{FF2B5EF4-FFF2-40B4-BE49-F238E27FC236}">
                <a16:creationId xmlns:a16="http://schemas.microsoft.com/office/drawing/2014/main" id="{9C67A12E-9C5E-5FB1-0E23-7D9869AA6332}"/>
              </a:ext>
            </a:extLst>
          </p:cNvPr>
          <p:cNvSpPr txBox="1"/>
          <p:nvPr/>
        </p:nvSpPr>
        <p:spPr>
          <a:xfrm>
            <a:off x="5240189" y="4090716"/>
            <a:ext cx="256032" cy="489878"/>
          </a:xfrm>
          <a:prstGeom prst="rect">
            <a:avLst/>
          </a:prstGeom>
          <a:noFill/>
        </p:spPr>
        <p:txBody>
          <a:bodyPr wrap="square" rtlCol="0">
            <a:spAutoFit/>
          </a:bodyPr>
          <a:lstStyle/>
          <a:p>
            <a:pPr>
              <a:lnSpc>
                <a:spcPts val="1500"/>
              </a:lnSpc>
            </a:pPr>
            <a:r>
              <a:rPr lang="en-US" altLang="zh-CN" b="1" dirty="0"/>
              <a:t>CE</a:t>
            </a:r>
            <a:endParaRPr lang="zh-CN" altLang="en-US" b="1" dirty="0"/>
          </a:p>
        </p:txBody>
      </p:sp>
      <p:sp>
        <p:nvSpPr>
          <p:cNvPr id="5" name="矩形 4">
            <a:extLst>
              <a:ext uri="{FF2B5EF4-FFF2-40B4-BE49-F238E27FC236}">
                <a16:creationId xmlns:a16="http://schemas.microsoft.com/office/drawing/2014/main" id="{1FB496FD-BD92-A34E-0E43-3F9C2A25DF0E}"/>
              </a:ext>
            </a:extLst>
          </p:cNvPr>
          <p:cNvSpPr/>
          <p:nvPr/>
        </p:nvSpPr>
        <p:spPr>
          <a:xfrm>
            <a:off x="4893335" y="4011784"/>
            <a:ext cx="678040" cy="595593"/>
          </a:xfrm>
          <a:prstGeom prst="rect">
            <a:avLst/>
          </a:prstGeom>
          <a:no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557644551"/>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5C9511-3872-2618-F1E5-30F25A6E468E}"/>
            </a:ext>
          </a:extLst>
        </p:cNvPr>
        <p:cNvGrpSpPr/>
        <p:nvPr/>
      </p:nvGrpSpPr>
      <p:grpSpPr>
        <a:xfrm>
          <a:off x="0" y="0"/>
          <a:ext cx="0" cy="0"/>
          <a:chOff x="0" y="0"/>
          <a:chExt cx="0" cy="0"/>
        </a:xfrm>
      </p:grpSpPr>
      <p:sp>
        <p:nvSpPr>
          <p:cNvPr id="23" name="AutoShape 5">
            <a:extLst>
              <a:ext uri="{FF2B5EF4-FFF2-40B4-BE49-F238E27FC236}">
                <a16:creationId xmlns:a16="http://schemas.microsoft.com/office/drawing/2014/main" id="{A5F24587-C5DA-573E-FADA-A87C11931AE1}"/>
              </a:ext>
            </a:extLst>
          </p:cNvPr>
          <p:cNvSpPr>
            <a:spLocks noChangeArrowheads="1"/>
          </p:cNvSpPr>
          <p:nvPr/>
        </p:nvSpPr>
        <p:spPr bwMode="auto">
          <a:xfrm>
            <a:off x="517853" y="622484"/>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 name="矩形 4">
            <a:extLst>
              <a:ext uri="{FF2B5EF4-FFF2-40B4-BE49-F238E27FC236}">
                <a16:creationId xmlns:a16="http://schemas.microsoft.com/office/drawing/2014/main" id="{95A1C751-9C1E-B2E1-8467-331263AC90F5}"/>
              </a:ext>
            </a:extLst>
          </p:cNvPr>
          <p:cNvSpPr>
            <a:spLocks noChangeArrowheads="1"/>
          </p:cNvSpPr>
          <p:nvPr/>
        </p:nvSpPr>
        <p:spPr bwMode="auto">
          <a:xfrm>
            <a:off x="635844" y="572656"/>
            <a:ext cx="326865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区分服务 </a:t>
            </a:r>
            <a:r>
              <a:rPr lang="en-US" altLang="zh-CN" sz="2000" b="1" dirty="0" err="1">
                <a:latin typeface="微软雅黑" pitchFamily="34" charset="-122"/>
                <a:ea typeface="微软雅黑" pitchFamily="34" charset="-122"/>
              </a:rPr>
              <a:t>DiffServ</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的要点 </a:t>
            </a:r>
          </a:p>
        </p:txBody>
      </p:sp>
      <p:sp>
        <p:nvSpPr>
          <p:cNvPr id="22" name="圆角矩形 21">
            <a:extLst>
              <a:ext uri="{FF2B5EF4-FFF2-40B4-BE49-F238E27FC236}">
                <a16:creationId xmlns:a16="http://schemas.microsoft.com/office/drawing/2014/main" id="{FC05EB20-0173-A72B-A08F-0C9660FC929F}"/>
              </a:ext>
            </a:extLst>
          </p:cNvPr>
          <p:cNvSpPr/>
          <p:nvPr/>
        </p:nvSpPr>
        <p:spPr>
          <a:xfrm>
            <a:off x="1421239" y="3494893"/>
            <a:ext cx="6573230" cy="123386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Rectangle 46">
            <a:extLst>
              <a:ext uri="{FF2B5EF4-FFF2-40B4-BE49-F238E27FC236}">
                <a16:creationId xmlns:a16="http://schemas.microsoft.com/office/drawing/2014/main" id="{CDF73559-E9C5-9610-7D5B-8E5BD1AF2524}"/>
              </a:ext>
            </a:extLst>
          </p:cNvPr>
          <p:cNvSpPr>
            <a:spLocks noChangeArrowheads="1"/>
          </p:cNvSpPr>
          <p:nvPr/>
        </p:nvSpPr>
        <p:spPr bwMode="auto">
          <a:xfrm>
            <a:off x="517853" y="940668"/>
            <a:ext cx="8373598" cy="2237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力图</a:t>
            </a:r>
            <a:r>
              <a:rPr lang="zh-CN" altLang="en-US" sz="2000" b="1" dirty="0">
                <a:solidFill>
                  <a:srgbClr val="C00000"/>
                </a:solidFill>
                <a:latin typeface="微软雅黑" pitchFamily="34" charset="-122"/>
                <a:ea typeface="微软雅黑" pitchFamily="34" charset="-122"/>
              </a:rPr>
              <a:t>不改变</a:t>
            </a:r>
            <a:r>
              <a:rPr lang="zh-CN" altLang="en-US" sz="2000" b="1" dirty="0">
                <a:latin typeface="微软雅黑" pitchFamily="34" charset="-122"/>
                <a:ea typeface="微软雅黑" pitchFamily="34" charset="-122"/>
              </a:rPr>
              <a:t>网络的基础结构，但在路由器中</a:t>
            </a:r>
            <a:r>
              <a:rPr lang="zh-CN" altLang="en-US" sz="2000" b="1" dirty="0">
                <a:solidFill>
                  <a:srgbClr val="C00000"/>
                </a:solidFill>
                <a:latin typeface="微软雅黑" pitchFamily="34" charset="-122"/>
                <a:ea typeface="微软雅黑" pitchFamily="34" charset="-122"/>
              </a:rPr>
              <a:t>增加</a:t>
            </a:r>
            <a:r>
              <a:rPr lang="zh-CN" altLang="en-US" sz="2000" b="1" dirty="0">
                <a:latin typeface="微软雅黑" pitchFamily="34" charset="-122"/>
                <a:ea typeface="微软雅黑" pitchFamily="34" charset="-122"/>
              </a:rPr>
              <a:t>区分服务的功能。</a:t>
            </a:r>
          </a:p>
          <a:p>
            <a:pPr marL="717550" lvl="1" indent="-342900" eaLnBrk="0" hangingPunct="0">
              <a:lnSpc>
                <a:spcPts val="2800"/>
              </a:lnSpc>
              <a:buClr>
                <a:srgbClr val="0000CC"/>
              </a:buClr>
              <a:buSzPct val="85000"/>
              <a:buFont typeface="Wingdings" panose="05000000000000000000" pitchFamily="2" charset="2"/>
              <a:buChar char="u"/>
            </a:pPr>
            <a:r>
              <a:rPr lang="zh-CN" altLang="en-US" b="1" dirty="0">
                <a:latin typeface="微软雅黑" pitchFamily="34" charset="-122"/>
                <a:ea typeface="微软雅黑" pitchFamily="34" charset="-122"/>
              </a:rPr>
              <a:t>区分服务遵循“</a:t>
            </a:r>
            <a:r>
              <a:rPr lang="zh-CN" altLang="en-US" b="1" dirty="0">
                <a:solidFill>
                  <a:srgbClr val="0000FF"/>
                </a:solidFill>
                <a:latin typeface="微软雅黑" pitchFamily="34" charset="-122"/>
                <a:ea typeface="微软雅黑" pitchFamily="34" charset="-122"/>
              </a:rPr>
              <a:t>边缘标记，核心转发</a:t>
            </a:r>
            <a:r>
              <a:rPr lang="zh-CN" altLang="en-US" b="1" dirty="0">
                <a:latin typeface="微软雅黑" pitchFamily="34" charset="-122"/>
                <a:ea typeface="微软雅黑" pitchFamily="34" charset="-122"/>
              </a:rPr>
              <a:t>”的原则。当分组进入网络边缘设备时，边缘路由器或交换机根据分组的来源、目的地、协议类型以及其他相关信息为其写入适当的</a:t>
            </a:r>
            <a:r>
              <a:rPr lang="en-US" altLang="zh-CN" b="1" dirty="0">
                <a:latin typeface="微软雅黑" pitchFamily="34" charset="-122"/>
                <a:ea typeface="微软雅黑" pitchFamily="34" charset="-122"/>
              </a:rPr>
              <a:t>DSCP</a:t>
            </a:r>
            <a:r>
              <a:rPr lang="zh-CN" altLang="en-US" b="1" dirty="0">
                <a:latin typeface="微软雅黑" pitchFamily="34" charset="-122"/>
                <a:ea typeface="微软雅黑" pitchFamily="34" charset="-122"/>
              </a:rPr>
              <a:t>标记。</a:t>
            </a:r>
            <a:endParaRPr lang="en-US" altLang="zh-CN" b="1" dirty="0">
              <a:latin typeface="微软雅黑" pitchFamily="34" charset="-122"/>
              <a:ea typeface="微软雅黑" pitchFamily="34" charset="-122"/>
            </a:endParaRPr>
          </a:p>
          <a:p>
            <a:pPr marL="717550" lvl="1" indent="-342900" eaLnBrk="0" hangingPunct="0">
              <a:lnSpc>
                <a:spcPts val="2800"/>
              </a:lnSpc>
              <a:buClr>
                <a:srgbClr val="0000CC"/>
              </a:buClr>
              <a:buSzPct val="85000"/>
              <a:buFont typeface="Wingdings" panose="05000000000000000000" pitchFamily="2" charset="2"/>
              <a:buChar char="u"/>
            </a:pPr>
            <a:r>
              <a:rPr lang="zh-CN" altLang="en-US" b="1" dirty="0">
                <a:latin typeface="微软雅黑" pitchFamily="34" charset="-122"/>
                <a:ea typeface="微软雅黑" pitchFamily="34" charset="-122"/>
              </a:rPr>
              <a:t>一旦</a:t>
            </a:r>
            <a:r>
              <a:rPr lang="en-US" altLang="zh-CN" b="1" dirty="0">
                <a:latin typeface="微软雅黑" pitchFamily="34" charset="-122"/>
                <a:ea typeface="微软雅黑" pitchFamily="34" charset="-122"/>
              </a:rPr>
              <a:t>DSCP</a:t>
            </a:r>
            <a:r>
              <a:rPr lang="zh-CN" altLang="en-US" b="1" dirty="0">
                <a:latin typeface="微软雅黑" pitchFamily="34" charset="-122"/>
                <a:ea typeface="微软雅黑" pitchFamily="34" charset="-122"/>
              </a:rPr>
              <a:t>标记完成，分组被传送至网络核心设备。核心网络设备简单地根据</a:t>
            </a:r>
            <a:r>
              <a:rPr lang="en-US" altLang="zh-CN" b="1" dirty="0">
                <a:latin typeface="微软雅黑" pitchFamily="34" charset="-122"/>
                <a:ea typeface="微软雅黑" pitchFamily="34" charset="-122"/>
              </a:rPr>
              <a:t>DSCP</a:t>
            </a:r>
            <a:r>
              <a:rPr lang="zh-CN" altLang="en-US" b="1" dirty="0">
                <a:latin typeface="微软雅黑" pitchFamily="34" charset="-122"/>
                <a:ea typeface="微软雅黑" pitchFamily="34" charset="-122"/>
              </a:rPr>
              <a:t>值对分组进行分类，从而决定其处理优先级和排队机制。</a:t>
            </a:r>
          </a:p>
        </p:txBody>
      </p:sp>
      <p:sp>
        <p:nvSpPr>
          <p:cNvPr id="8" name="Rectangle 5">
            <a:extLst>
              <a:ext uri="{FF2B5EF4-FFF2-40B4-BE49-F238E27FC236}">
                <a16:creationId xmlns:a16="http://schemas.microsoft.com/office/drawing/2014/main" id="{1869B70C-0C3E-F041-BD47-68C3D6DE6FAA}"/>
              </a:ext>
            </a:extLst>
          </p:cNvPr>
          <p:cNvSpPr>
            <a:spLocks noChangeArrowheads="1"/>
          </p:cNvSpPr>
          <p:nvPr/>
        </p:nvSpPr>
        <p:spPr bwMode="auto">
          <a:xfrm>
            <a:off x="2852716" y="4011784"/>
            <a:ext cx="2718661" cy="595593"/>
          </a:xfrm>
          <a:prstGeom prst="rect">
            <a:avLst/>
          </a:prstGeom>
          <a:solidFill>
            <a:srgbClr val="00FF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微软雅黑" pitchFamily="34" charset="-122"/>
              <a:ea typeface="微软雅黑" pitchFamily="34" charset="-122"/>
            </a:endParaRPr>
          </a:p>
        </p:txBody>
      </p:sp>
      <p:sp>
        <p:nvSpPr>
          <p:cNvPr id="7" name="Rectangle 4">
            <a:extLst>
              <a:ext uri="{FF2B5EF4-FFF2-40B4-BE49-F238E27FC236}">
                <a16:creationId xmlns:a16="http://schemas.microsoft.com/office/drawing/2014/main" id="{A8ECA57A-03D2-909E-C459-6BA9474DDA37}"/>
              </a:ext>
            </a:extLst>
          </p:cNvPr>
          <p:cNvSpPr>
            <a:spLocks noChangeArrowheads="1"/>
          </p:cNvSpPr>
          <p:nvPr/>
        </p:nvSpPr>
        <p:spPr bwMode="auto">
          <a:xfrm>
            <a:off x="4893335" y="4011784"/>
            <a:ext cx="678042" cy="584931"/>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微软雅黑" pitchFamily="34" charset="-122"/>
              <a:ea typeface="微软雅黑" pitchFamily="34" charset="-122"/>
            </a:endParaRPr>
          </a:p>
        </p:txBody>
      </p:sp>
      <p:sp>
        <p:nvSpPr>
          <p:cNvPr id="9" name="Line 6">
            <a:extLst>
              <a:ext uri="{FF2B5EF4-FFF2-40B4-BE49-F238E27FC236}">
                <a16:creationId xmlns:a16="http://schemas.microsoft.com/office/drawing/2014/main" id="{7B812953-251E-3C33-1FF8-49FA7B601E21}"/>
              </a:ext>
            </a:extLst>
          </p:cNvPr>
          <p:cNvSpPr>
            <a:spLocks noChangeShapeType="1"/>
          </p:cNvSpPr>
          <p:nvPr/>
        </p:nvSpPr>
        <p:spPr bwMode="auto">
          <a:xfrm>
            <a:off x="3191737" y="4011784"/>
            <a:ext cx="0" cy="5955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0" name="Line 7">
            <a:extLst>
              <a:ext uri="{FF2B5EF4-FFF2-40B4-BE49-F238E27FC236}">
                <a16:creationId xmlns:a16="http://schemas.microsoft.com/office/drawing/2014/main" id="{35FFCE28-2569-703D-0326-18BE34FF14EB}"/>
              </a:ext>
            </a:extLst>
          </p:cNvPr>
          <p:cNvSpPr>
            <a:spLocks noChangeShapeType="1"/>
          </p:cNvSpPr>
          <p:nvPr/>
        </p:nvSpPr>
        <p:spPr bwMode="auto">
          <a:xfrm>
            <a:off x="3533355" y="4011784"/>
            <a:ext cx="0" cy="5955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1" name="Line 8">
            <a:extLst>
              <a:ext uri="{FF2B5EF4-FFF2-40B4-BE49-F238E27FC236}">
                <a16:creationId xmlns:a16="http://schemas.microsoft.com/office/drawing/2014/main" id="{E0BF3DB9-5653-6131-BAA1-9DA401D175D1}"/>
              </a:ext>
            </a:extLst>
          </p:cNvPr>
          <p:cNvSpPr>
            <a:spLocks noChangeShapeType="1"/>
          </p:cNvSpPr>
          <p:nvPr/>
        </p:nvSpPr>
        <p:spPr bwMode="auto">
          <a:xfrm>
            <a:off x="3872376" y="4011784"/>
            <a:ext cx="0" cy="5955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2" name="Line 9">
            <a:extLst>
              <a:ext uri="{FF2B5EF4-FFF2-40B4-BE49-F238E27FC236}">
                <a16:creationId xmlns:a16="http://schemas.microsoft.com/office/drawing/2014/main" id="{195350FA-4805-C5FC-4788-19BEF914A91A}"/>
              </a:ext>
            </a:extLst>
          </p:cNvPr>
          <p:cNvSpPr>
            <a:spLocks noChangeShapeType="1"/>
          </p:cNvSpPr>
          <p:nvPr/>
        </p:nvSpPr>
        <p:spPr bwMode="auto">
          <a:xfrm>
            <a:off x="4212695" y="4011784"/>
            <a:ext cx="0" cy="5955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3" name="Line 10">
            <a:extLst>
              <a:ext uri="{FF2B5EF4-FFF2-40B4-BE49-F238E27FC236}">
                <a16:creationId xmlns:a16="http://schemas.microsoft.com/office/drawing/2014/main" id="{97B4549B-BF31-7E55-C5FA-2B5D0419F793}"/>
              </a:ext>
            </a:extLst>
          </p:cNvPr>
          <p:cNvSpPr>
            <a:spLocks noChangeShapeType="1"/>
          </p:cNvSpPr>
          <p:nvPr/>
        </p:nvSpPr>
        <p:spPr bwMode="auto">
          <a:xfrm>
            <a:off x="4551716" y="4011784"/>
            <a:ext cx="0" cy="5955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4" name="Line 11">
            <a:extLst>
              <a:ext uri="{FF2B5EF4-FFF2-40B4-BE49-F238E27FC236}">
                <a16:creationId xmlns:a16="http://schemas.microsoft.com/office/drawing/2014/main" id="{32A5B22E-1D99-DF26-50C5-2EAC9AECCAD3}"/>
              </a:ext>
            </a:extLst>
          </p:cNvPr>
          <p:cNvSpPr>
            <a:spLocks noChangeShapeType="1"/>
          </p:cNvSpPr>
          <p:nvPr/>
        </p:nvSpPr>
        <p:spPr bwMode="auto">
          <a:xfrm>
            <a:off x="4893335" y="4011784"/>
            <a:ext cx="0" cy="5955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5" name="Line 12">
            <a:extLst>
              <a:ext uri="{FF2B5EF4-FFF2-40B4-BE49-F238E27FC236}">
                <a16:creationId xmlns:a16="http://schemas.microsoft.com/office/drawing/2014/main" id="{F134B4FF-EEF8-1407-30A2-D32C5B60933C}"/>
              </a:ext>
            </a:extLst>
          </p:cNvPr>
          <p:cNvSpPr>
            <a:spLocks noChangeShapeType="1"/>
          </p:cNvSpPr>
          <p:nvPr/>
        </p:nvSpPr>
        <p:spPr bwMode="auto">
          <a:xfrm>
            <a:off x="5232355" y="4011784"/>
            <a:ext cx="0" cy="5955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7" name="Text Box 14">
            <a:extLst>
              <a:ext uri="{FF2B5EF4-FFF2-40B4-BE49-F238E27FC236}">
                <a16:creationId xmlns:a16="http://schemas.microsoft.com/office/drawing/2014/main" id="{1580BD12-F137-0705-ADD1-8385805FFAC9}"/>
              </a:ext>
            </a:extLst>
          </p:cNvPr>
          <p:cNvSpPr txBox="1">
            <a:spLocks noChangeArrowheads="1"/>
          </p:cNvSpPr>
          <p:nvPr/>
        </p:nvSpPr>
        <p:spPr bwMode="auto">
          <a:xfrm>
            <a:off x="3047555" y="4146919"/>
            <a:ext cx="1351652" cy="338553"/>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defRPr kumimoji="1" sz="1600" b="1">
                <a:latin typeface="微软雅黑" pitchFamily="34" charset="-122"/>
                <a:ea typeface="微软雅黑" pitchFamily="34" charset="-122"/>
              </a:defRPr>
            </a:lvl1pPr>
          </a:lstStyle>
          <a:p>
            <a:r>
              <a:rPr lang="en-US" altLang="zh-CN" dirty="0"/>
              <a:t>      DSCP    </a:t>
            </a:r>
          </a:p>
        </p:txBody>
      </p:sp>
      <p:sp>
        <p:nvSpPr>
          <p:cNvPr id="18" name="Text Box 15">
            <a:extLst>
              <a:ext uri="{FF2B5EF4-FFF2-40B4-BE49-F238E27FC236}">
                <a16:creationId xmlns:a16="http://schemas.microsoft.com/office/drawing/2014/main" id="{E01BBF98-3EE6-2FAE-02F8-2CBCF494DD78}"/>
              </a:ext>
            </a:extLst>
          </p:cNvPr>
          <p:cNvSpPr txBox="1">
            <a:spLocks noChangeArrowheads="1"/>
          </p:cNvSpPr>
          <p:nvPr/>
        </p:nvSpPr>
        <p:spPr bwMode="auto">
          <a:xfrm>
            <a:off x="2317725" y="3629447"/>
            <a:ext cx="3649993" cy="45985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latin typeface="微软雅黑" pitchFamily="34" charset="-122"/>
                <a:ea typeface="微软雅黑" pitchFamily="34" charset="-122"/>
              </a:rPr>
              <a:t>比特  </a:t>
            </a:r>
            <a:r>
              <a:rPr kumimoji="1" lang="en-US" altLang="zh-CN" sz="1600" b="1" dirty="0">
                <a:latin typeface="微软雅黑" pitchFamily="34" charset="-122"/>
                <a:ea typeface="微软雅黑" pitchFamily="34" charset="-122"/>
              </a:rPr>
              <a:t>0                           5   6   7</a:t>
            </a:r>
          </a:p>
        </p:txBody>
      </p:sp>
      <p:sp>
        <p:nvSpPr>
          <p:cNvPr id="19" name="Line 17">
            <a:extLst>
              <a:ext uri="{FF2B5EF4-FFF2-40B4-BE49-F238E27FC236}">
                <a16:creationId xmlns:a16="http://schemas.microsoft.com/office/drawing/2014/main" id="{5A9E41D2-5819-4673-D66E-E6EA12E1949B}"/>
              </a:ext>
            </a:extLst>
          </p:cNvPr>
          <p:cNvSpPr>
            <a:spLocks noChangeShapeType="1"/>
          </p:cNvSpPr>
          <p:nvPr/>
        </p:nvSpPr>
        <p:spPr bwMode="auto">
          <a:xfrm flipH="1">
            <a:off x="5579209" y="3865878"/>
            <a:ext cx="558018" cy="223425"/>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20" name="Text Box 18">
            <a:extLst>
              <a:ext uri="{FF2B5EF4-FFF2-40B4-BE49-F238E27FC236}">
                <a16:creationId xmlns:a16="http://schemas.microsoft.com/office/drawing/2014/main" id="{A8D1E944-9D1C-E61A-C31E-2822E326705C}"/>
              </a:ext>
            </a:extLst>
          </p:cNvPr>
          <p:cNvSpPr txBox="1">
            <a:spLocks noChangeArrowheads="1"/>
          </p:cNvSpPr>
          <p:nvPr/>
        </p:nvSpPr>
        <p:spPr bwMode="auto">
          <a:xfrm>
            <a:off x="6043307" y="3665192"/>
            <a:ext cx="66717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latin typeface="微软雅黑" pitchFamily="34" charset="-122"/>
                <a:ea typeface="微软雅黑" pitchFamily="34" charset="-122"/>
              </a:rPr>
              <a:t>ECN</a:t>
            </a:r>
            <a:endParaRPr lang="zh-CN" altLang="en-US" b="1" dirty="0">
              <a:latin typeface="微软雅黑" pitchFamily="34" charset="-122"/>
              <a:ea typeface="微软雅黑" pitchFamily="34" charset="-122"/>
            </a:endParaRPr>
          </a:p>
        </p:txBody>
      </p:sp>
      <p:sp>
        <p:nvSpPr>
          <p:cNvPr id="3" name="文本框 2">
            <a:extLst>
              <a:ext uri="{FF2B5EF4-FFF2-40B4-BE49-F238E27FC236}">
                <a16:creationId xmlns:a16="http://schemas.microsoft.com/office/drawing/2014/main" id="{45FBAB5D-E48C-18E0-0404-2E90D5A9015A}"/>
              </a:ext>
            </a:extLst>
          </p:cNvPr>
          <p:cNvSpPr txBox="1"/>
          <p:nvPr/>
        </p:nvSpPr>
        <p:spPr>
          <a:xfrm>
            <a:off x="4914003" y="4011784"/>
            <a:ext cx="256032" cy="682238"/>
          </a:xfrm>
          <a:prstGeom prst="rect">
            <a:avLst/>
          </a:prstGeom>
          <a:noFill/>
        </p:spPr>
        <p:txBody>
          <a:bodyPr wrap="square" rtlCol="0">
            <a:spAutoFit/>
          </a:bodyPr>
          <a:lstStyle/>
          <a:p>
            <a:pPr>
              <a:lnSpc>
                <a:spcPts val="1500"/>
              </a:lnSpc>
            </a:pPr>
            <a:r>
              <a:rPr lang="en-US" altLang="zh-CN" b="1" dirty="0"/>
              <a:t>ECT</a:t>
            </a:r>
            <a:endParaRPr lang="zh-CN" altLang="en-US" b="1" dirty="0"/>
          </a:p>
        </p:txBody>
      </p:sp>
      <p:sp>
        <p:nvSpPr>
          <p:cNvPr id="4" name="文本框 3">
            <a:extLst>
              <a:ext uri="{FF2B5EF4-FFF2-40B4-BE49-F238E27FC236}">
                <a16:creationId xmlns:a16="http://schemas.microsoft.com/office/drawing/2014/main" id="{01A2A4EE-C0C4-B494-FCED-09693A0707CF}"/>
              </a:ext>
            </a:extLst>
          </p:cNvPr>
          <p:cNvSpPr txBox="1"/>
          <p:nvPr/>
        </p:nvSpPr>
        <p:spPr>
          <a:xfrm>
            <a:off x="5240189" y="4090716"/>
            <a:ext cx="256032" cy="489878"/>
          </a:xfrm>
          <a:prstGeom prst="rect">
            <a:avLst/>
          </a:prstGeom>
          <a:noFill/>
        </p:spPr>
        <p:txBody>
          <a:bodyPr wrap="square" rtlCol="0">
            <a:spAutoFit/>
          </a:bodyPr>
          <a:lstStyle/>
          <a:p>
            <a:pPr>
              <a:lnSpc>
                <a:spcPts val="1500"/>
              </a:lnSpc>
            </a:pPr>
            <a:r>
              <a:rPr lang="en-US" altLang="zh-CN" b="1" dirty="0"/>
              <a:t>CE</a:t>
            </a:r>
            <a:endParaRPr lang="zh-CN" altLang="en-US" b="1" dirty="0"/>
          </a:p>
        </p:txBody>
      </p:sp>
      <p:sp>
        <p:nvSpPr>
          <p:cNvPr id="5" name="矩形 4">
            <a:extLst>
              <a:ext uri="{FF2B5EF4-FFF2-40B4-BE49-F238E27FC236}">
                <a16:creationId xmlns:a16="http://schemas.microsoft.com/office/drawing/2014/main" id="{1D42C7F7-F83A-E53B-A828-BBE37CE795D2}"/>
              </a:ext>
            </a:extLst>
          </p:cNvPr>
          <p:cNvSpPr/>
          <p:nvPr/>
        </p:nvSpPr>
        <p:spPr>
          <a:xfrm>
            <a:off x="4893335" y="4011784"/>
            <a:ext cx="678040" cy="595593"/>
          </a:xfrm>
          <a:prstGeom prst="rect">
            <a:avLst/>
          </a:prstGeom>
          <a:no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4109843042"/>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8944" y="975859"/>
            <a:ext cx="812196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每跳行为 </a:t>
            </a:r>
            <a:r>
              <a:rPr lang="en-US" altLang="zh-CN" sz="2000" b="1" dirty="0">
                <a:solidFill>
                  <a:srgbClr val="C00000"/>
                </a:solidFill>
                <a:latin typeface="微软雅黑" pitchFamily="34" charset="-122"/>
                <a:ea typeface="微软雅黑" pitchFamily="34" charset="-122"/>
              </a:rPr>
              <a:t>PHB </a:t>
            </a:r>
            <a:r>
              <a:rPr lang="en-US" altLang="zh-CN" sz="2000" b="1" dirty="0">
                <a:latin typeface="微软雅黑" pitchFamily="34" charset="-122"/>
                <a:ea typeface="微软雅黑" pitchFamily="34" charset="-122"/>
              </a:rPr>
              <a:t>(Per-Hop Behavior)</a:t>
            </a:r>
            <a:r>
              <a:rPr lang="zh-CN" altLang="en-US" sz="2000" b="1" dirty="0">
                <a:latin typeface="微软雅黑" pitchFamily="34" charset="-122"/>
                <a:ea typeface="微软雅黑" pitchFamily="34" charset="-122"/>
              </a:rPr>
              <a:t>：转发分组时</a:t>
            </a:r>
            <a:r>
              <a:rPr lang="zh-CN" altLang="en-US" sz="2000" b="1" dirty="0">
                <a:solidFill>
                  <a:srgbClr val="C00000"/>
                </a:solidFill>
                <a:latin typeface="微软雅黑" pitchFamily="34" charset="-122"/>
                <a:ea typeface="微软雅黑" pitchFamily="34" charset="-122"/>
              </a:rPr>
              <a:t>体现</a:t>
            </a:r>
            <a:r>
              <a:rPr lang="zh-CN" altLang="en-US" sz="2000" b="1" dirty="0">
                <a:latin typeface="微软雅黑" pitchFamily="34" charset="-122"/>
                <a:ea typeface="微软雅黑" pitchFamily="34" charset="-122"/>
              </a:rPr>
              <a:t>服务水平。</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行为</a:t>
            </a:r>
            <a:r>
              <a:rPr lang="zh-CN" altLang="en-US" sz="2000" b="1" dirty="0">
                <a:latin typeface="微软雅黑" pitchFamily="34" charset="-122"/>
                <a:ea typeface="微软雅黑" pitchFamily="34" charset="-122"/>
              </a:rPr>
              <a:t>：指在路由器在转发分组时如何处理分组。</a:t>
            </a: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每跳</a:t>
            </a:r>
            <a:r>
              <a:rPr lang="zh-CN" altLang="en-US" sz="2000" b="1" dirty="0">
                <a:latin typeface="微软雅黑" pitchFamily="34" charset="-122"/>
                <a:ea typeface="微软雅黑" pitchFamily="34" charset="-122"/>
              </a:rPr>
              <a:t>：强调行为只涉及到本路由器转发的这一跳的行为，与下一个路由器如何处理无关。</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与 </a:t>
            </a:r>
            <a:r>
              <a:rPr lang="en-US" altLang="zh-CN" sz="2000" b="1" dirty="0" err="1">
                <a:latin typeface="微软雅黑" pitchFamily="34" charset="-122"/>
                <a:ea typeface="微软雅黑" pitchFamily="34" charset="-122"/>
              </a:rPr>
              <a:t>IntServ</a:t>
            </a:r>
            <a:r>
              <a:rPr lang="en-US" altLang="zh-CN" sz="2000" b="1" dirty="0">
                <a:latin typeface="微软雅黑" pitchFamily="34" charset="-122"/>
                <a:ea typeface="微软雅黑" pitchFamily="34" charset="-122"/>
              </a:rPr>
              <a:t> / RSVP </a:t>
            </a:r>
            <a:r>
              <a:rPr lang="zh-CN" altLang="en-US" sz="2000" b="1" dirty="0">
                <a:latin typeface="微软雅黑" pitchFamily="34" charset="-122"/>
                <a:ea typeface="微软雅黑" pitchFamily="34" charset="-122"/>
              </a:rPr>
              <a:t>考虑的服务质量是“端到端”的很不一样。 </a:t>
            </a:r>
          </a:p>
        </p:txBody>
      </p:sp>
      <p:sp>
        <p:nvSpPr>
          <p:cNvPr id="3" name="AutoShape 5"/>
          <p:cNvSpPr>
            <a:spLocks noChangeArrowheads="1"/>
          </p:cNvSpPr>
          <p:nvPr/>
        </p:nvSpPr>
        <p:spPr bwMode="auto">
          <a:xfrm>
            <a:off x="511897" y="618543"/>
            <a:ext cx="8129015" cy="353930"/>
          </a:xfrm>
          <a:prstGeom prst="roundRect">
            <a:avLst>
              <a:gd name="adj" fmla="val 16667"/>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451673" y="585332"/>
            <a:ext cx="22268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每跳行为 </a:t>
            </a:r>
            <a:r>
              <a:rPr lang="en-US" altLang="zh-CN" sz="2000" b="1" dirty="0">
                <a:solidFill>
                  <a:schemeClr val="bg1"/>
                </a:solidFill>
                <a:latin typeface="微软雅黑" pitchFamily="34" charset="-122"/>
                <a:ea typeface="微软雅黑" pitchFamily="34" charset="-122"/>
              </a:rPr>
              <a:t>PHB </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4188002259"/>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20540"/>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70712"/>
            <a:ext cx="330872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dirty="0" err="1">
                <a:latin typeface="微软雅黑" pitchFamily="34" charset="-122"/>
                <a:ea typeface="微软雅黑" pitchFamily="34" charset="-122"/>
              </a:rPr>
              <a:t>DiffServ</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定义的两种 </a:t>
            </a:r>
            <a:r>
              <a:rPr lang="en-US" altLang="zh-CN" sz="2000" b="1" dirty="0">
                <a:latin typeface="微软雅黑" pitchFamily="34" charset="-122"/>
                <a:ea typeface="微软雅黑" pitchFamily="34" charset="-122"/>
              </a:rPr>
              <a:t>PHB </a:t>
            </a:r>
          </a:p>
        </p:txBody>
      </p:sp>
      <p:graphicFrame>
        <p:nvGraphicFramePr>
          <p:cNvPr id="2" name="图示 1"/>
          <p:cNvGraphicFramePr/>
          <p:nvPr>
            <p:extLst>
              <p:ext uri="{D42A27DB-BD31-4B8C-83A1-F6EECF244321}">
                <p14:modId xmlns:p14="http://schemas.microsoft.com/office/powerpoint/2010/main" val="3022949618"/>
              </p:ext>
            </p:extLst>
          </p:nvPr>
        </p:nvGraphicFramePr>
        <p:xfrm>
          <a:off x="651560" y="1020651"/>
          <a:ext cx="7866441" cy="328138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576591720"/>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19739"/>
            <a:ext cx="8133857" cy="30956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9911"/>
            <a:ext cx="23453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区分服务 </a:t>
            </a:r>
            <a:r>
              <a:rPr lang="en-US" altLang="zh-CN" sz="2000" b="1" dirty="0" err="1">
                <a:latin typeface="微软雅黑" pitchFamily="34" charset="-122"/>
                <a:ea typeface="微软雅黑" pitchFamily="34" charset="-122"/>
              </a:rPr>
              <a:t>DiffServ</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0447"/>
            <a:ext cx="8133857" cy="300992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可以看出：</a:t>
            </a:r>
            <a:r>
              <a:rPr lang="zh-CN" altLang="en-US" sz="2000" b="1" dirty="0">
                <a:solidFill>
                  <a:srgbClr val="0000FF"/>
                </a:solidFill>
                <a:latin typeface="微软雅黑" pitchFamily="34" charset="-122"/>
                <a:ea typeface="微软雅黑" pitchFamily="34" charset="-122"/>
              </a:rPr>
              <a:t>区分服务 </a:t>
            </a:r>
            <a:r>
              <a:rPr lang="en-US" altLang="zh-CN" sz="2000" b="1" dirty="0" err="1">
                <a:solidFill>
                  <a:srgbClr val="0000FF"/>
                </a:solidFill>
                <a:latin typeface="微软雅黑" pitchFamily="34" charset="-122"/>
                <a:ea typeface="微软雅黑" pitchFamily="34" charset="-122"/>
              </a:rPr>
              <a:t>DiffServ</a:t>
            </a:r>
            <a:r>
              <a:rPr lang="en-US" altLang="zh-CN" sz="2000" b="1" dirty="0">
                <a:solidFill>
                  <a:srgbClr val="0000FF"/>
                </a:solidFill>
                <a:latin typeface="微软雅黑" pitchFamily="34" charset="-122"/>
                <a:ea typeface="微软雅黑" pitchFamily="34" charset="-122"/>
              </a:rPr>
              <a:t> </a:t>
            </a:r>
            <a:r>
              <a:rPr lang="zh-CN" altLang="en-US" sz="2000" b="1" dirty="0">
                <a:solidFill>
                  <a:srgbClr val="0000FF"/>
                </a:solidFill>
                <a:latin typeface="微软雅黑" pitchFamily="34" charset="-122"/>
                <a:ea typeface="微软雅黑" pitchFamily="34" charset="-122"/>
              </a:rPr>
              <a:t>比较灵活，</a:t>
            </a:r>
            <a:r>
              <a:rPr lang="zh-CN" altLang="en-US" sz="2000" b="1" dirty="0">
                <a:latin typeface="微软雅黑" pitchFamily="34" charset="-122"/>
                <a:ea typeface="微软雅黑" pitchFamily="34" charset="-122"/>
              </a:rPr>
              <a:t>因为它并没有定义特定的服务或服务类别。</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当新的服务类别出现而旧的服务类别不再使用时，</a:t>
            </a:r>
            <a:r>
              <a:rPr lang="en-US" altLang="zh-CN" sz="2000" b="1" dirty="0" err="1">
                <a:latin typeface="微软雅黑" pitchFamily="34" charset="-122"/>
                <a:ea typeface="微软雅黑" pitchFamily="34" charset="-122"/>
              </a:rPr>
              <a:t>DiffServ</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仍然可以工作。</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目前在现代互联网中，区分服务</a:t>
            </a:r>
            <a:r>
              <a:rPr lang="en-US" altLang="zh-CN" sz="2000" b="1" dirty="0" err="1">
                <a:latin typeface="微软雅黑" pitchFamily="34" charset="-122"/>
                <a:ea typeface="微软雅黑" pitchFamily="34" charset="-122"/>
              </a:rPr>
              <a:t>DiffServ</a:t>
            </a:r>
            <a:r>
              <a:rPr lang="zh-CN" altLang="en-US" sz="2000" b="1" dirty="0">
                <a:solidFill>
                  <a:srgbClr val="0000FF"/>
                </a:solidFill>
                <a:latin typeface="微软雅黑" pitchFamily="34" charset="-122"/>
                <a:ea typeface="微软雅黑" pitchFamily="34" charset="-122"/>
              </a:rPr>
              <a:t>已得到了广泛的应用</a:t>
            </a:r>
            <a:r>
              <a:rPr lang="zh-CN" altLang="en-US" sz="2000" b="1" dirty="0">
                <a:latin typeface="微软雅黑" pitchFamily="34" charset="-122"/>
                <a:ea typeface="微软雅黑" pitchFamily="34" charset="-122"/>
              </a:rPr>
              <a:t>，尤其是在企业网络、服务提供商网络和大型骨干网络中。它被用于优化网络性能，确保关键应用获得所需的服务质量。</a:t>
            </a:r>
          </a:p>
        </p:txBody>
      </p:sp>
    </p:spTree>
    <p:extLst>
      <p:ext uri="{BB962C8B-B14F-4D97-AF65-F5344CB8AC3E}">
        <p14:creationId xmlns:p14="http://schemas.microsoft.com/office/powerpoint/2010/main" val="502631308"/>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p:cNvSpPr>
            <a:spLocks noChangeArrowheads="1"/>
          </p:cNvSpPr>
          <p:nvPr/>
        </p:nvSpPr>
        <p:spPr bwMode="auto">
          <a:xfrm>
            <a:off x="2303831" y="1339755"/>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10"/>
          <p:cNvSpPr>
            <a:spLocks noChangeArrowheads="1"/>
          </p:cNvSpPr>
          <p:nvPr/>
        </p:nvSpPr>
        <p:spPr bwMode="auto">
          <a:xfrm>
            <a:off x="2303831" y="1946180"/>
            <a:ext cx="6189542"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27"/>
          <p:cNvSpPr>
            <a:spLocks noChangeArrowheads="1"/>
          </p:cNvSpPr>
          <p:nvPr/>
        </p:nvSpPr>
        <p:spPr bwMode="auto">
          <a:xfrm>
            <a:off x="490266" y="1339755"/>
            <a:ext cx="1636540" cy="1810421"/>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5" name="Rectangle 29"/>
          <p:cNvSpPr>
            <a:spLocks noChangeArrowheads="1"/>
          </p:cNvSpPr>
          <p:nvPr/>
        </p:nvSpPr>
        <p:spPr bwMode="auto">
          <a:xfrm>
            <a:off x="499155" y="1434687"/>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4.</a:t>
            </a:r>
            <a:r>
              <a:rPr lang="en-US" altLang="zh-CN" sz="2000" b="1" dirty="0">
                <a:solidFill>
                  <a:srgbClr val="FFFF00"/>
                </a:solidFill>
                <a:latin typeface="微软雅黑" pitchFamily="34" charset="-122"/>
                <a:ea typeface="微软雅黑" pitchFamily="34" charset="-122"/>
              </a:rPr>
              <a:t>11</a:t>
            </a:r>
            <a:endParaRPr lang="fr-FR" altLang="zh-CN" sz="2000" b="1" dirty="0">
              <a:solidFill>
                <a:srgbClr val="FFFF00"/>
              </a:solidFill>
              <a:latin typeface="微软雅黑" pitchFamily="34" charset="-122"/>
              <a:ea typeface="微软雅黑" pitchFamily="34" charset="-122"/>
            </a:endParaRPr>
          </a:p>
          <a:p>
            <a:r>
              <a:rPr lang="zh-CN" altLang="en-US" sz="2000" b="1" dirty="0">
                <a:solidFill>
                  <a:schemeClr val="bg1"/>
                </a:solidFill>
                <a:latin typeface="微软雅黑" pitchFamily="34" charset="-122"/>
                <a:ea typeface="微软雅黑" pitchFamily="34" charset="-122"/>
              </a:rPr>
              <a:t>多协议标签交换 </a:t>
            </a:r>
            <a:r>
              <a:rPr lang="en-US" altLang="zh-CN" sz="2000" b="1" dirty="0">
                <a:solidFill>
                  <a:schemeClr val="bg1"/>
                </a:solidFill>
                <a:latin typeface="微软雅黑" pitchFamily="34" charset="-122"/>
                <a:ea typeface="微软雅黑" pitchFamily="34" charset="-122"/>
              </a:rPr>
              <a:t>MPLS</a:t>
            </a:r>
            <a:endParaRPr lang="zh-CN" altLang="en-US" sz="2000" b="1" dirty="0">
              <a:solidFill>
                <a:schemeClr val="bg1"/>
              </a:solidFill>
              <a:latin typeface="微软雅黑" pitchFamily="34" charset="-122"/>
              <a:ea typeface="微软雅黑" pitchFamily="34" charset="-122"/>
            </a:endParaRPr>
          </a:p>
        </p:txBody>
      </p:sp>
      <p:sp>
        <p:nvSpPr>
          <p:cNvPr id="8" name="Rectangle 9"/>
          <p:cNvSpPr>
            <a:spLocks noChangeArrowheads="1"/>
          </p:cNvSpPr>
          <p:nvPr/>
        </p:nvSpPr>
        <p:spPr bwMode="auto">
          <a:xfrm>
            <a:off x="2303831" y="2552605"/>
            <a:ext cx="6189542"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7" name="Rectangle 8"/>
          <p:cNvSpPr>
            <a:spLocks noChangeArrowheads="1"/>
          </p:cNvSpPr>
          <p:nvPr/>
        </p:nvSpPr>
        <p:spPr bwMode="auto">
          <a:xfrm>
            <a:off x="2287349" y="1305211"/>
            <a:ext cx="6381872"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000" b="1" dirty="0">
                <a:solidFill>
                  <a:schemeClr val="bg1"/>
                </a:solidFill>
                <a:latin typeface="微软雅黑" pitchFamily="34" charset="-122"/>
                <a:ea typeface="微软雅黑" pitchFamily="34" charset="-122"/>
              </a:rPr>
              <a:t>4.11.1                                         MPLS </a:t>
            </a:r>
            <a:r>
              <a:rPr lang="zh-CN" altLang="en-US" sz="2000" b="1" dirty="0">
                <a:solidFill>
                  <a:schemeClr val="bg1"/>
                </a:solidFill>
                <a:latin typeface="微软雅黑" pitchFamily="34" charset="-122"/>
                <a:ea typeface="微软雅黑" pitchFamily="34" charset="-122"/>
              </a:rPr>
              <a:t>的工作原理</a:t>
            </a:r>
            <a:endParaRPr lang="en-US" altLang="zh-CN" sz="2000" b="1" dirty="0">
              <a:solidFill>
                <a:schemeClr val="bg1"/>
              </a:solidFill>
              <a:latin typeface="微软雅黑" pitchFamily="34" charset="-122"/>
              <a:ea typeface="微软雅黑" pitchFamily="34" charset="-122"/>
            </a:endParaRPr>
          </a:p>
          <a:p>
            <a:endParaRPr lang="zh-CN" altLang="en-US"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4.11.2                                         MPLS </a:t>
            </a:r>
            <a:r>
              <a:rPr lang="zh-CN" altLang="en-US" sz="2000" b="1" dirty="0">
                <a:solidFill>
                  <a:schemeClr val="bg1"/>
                </a:solidFill>
                <a:latin typeface="微软雅黑" pitchFamily="34" charset="-122"/>
                <a:ea typeface="微软雅黑" pitchFamily="34" charset="-122"/>
              </a:rPr>
              <a:t>首部的格式</a:t>
            </a:r>
            <a:endParaRPr lang="en-US" altLang="zh-CN" sz="2000" b="1" dirty="0">
              <a:solidFill>
                <a:schemeClr val="bg1"/>
              </a:solidFill>
              <a:latin typeface="微软雅黑" pitchFamily="34" charset="-122"/>
              <a:ea typeface="微软雅黑" pitchFamily="34" charset="-122"/>
            </a:endParaRPr>
          </a:p>
          <a:p>
            <a:endParaRPr lang="en-US" altLang="zh-CN" sz="2000" b="1" dirty="0">
              <a:solidFill>
                <a:schemeClr val="bg1"/>
              </a:solidFill>
              <a:latin typeface="微软雅黑" pitchFamily="34" charset="-122"/>
              <a:ea typeface="微软雅黑" pitchFamily="34" charset="-122"/>
            </a:endParaRPr>
          </a:p>
          <a:p>
            <a:r>
              <a:rPr lang="en-US" altLang="zh-CN" sz="2000" b="1" dirty="0">
                <a:solidFill>
                  <a:schemeClr val="bg1"/>
                </a:solidFill>
                <a:latin typeface="微软雅黑" pitchFamily="34" charset="-122"/>
                <a:ea typeface="微软雅黑" pitchFamily="34" charset="-122"/>
              </a:rPr>
              <a:t>4.11.3                                         MPLS </a:t>
            </a:r>
            <a:r>
              <a:rPr lang="zh-CN" altLang="en-US" sz="2000" b="1" dirty="0">
                <a:solidFill>
                  <a:schemeClr val="bg1"/>
                </a:solidFill>
                <a:latin typeface="微软雅黑" pitchFamily="34" charset="-122"/>
                <a:ea typeface="微软雅黑" pitchFamily="34" charset="-122"/>
              </a:rPr>
              <a:t>的应用场合</a:t>
            </a:r>
          </a:p>
        </p:txBody>
      </p:sp>
      <p:sp>
        <p:nvSpPr>
          <p:cNvPr id="6" name="Line 16"/>
          <p:cNvSpPr>
            <a:spLocks noChangeShapeType="1"/>
          </p:cNvSpPr>
          <p:nvPr/>
        </p:nvSpPr>
        <p:spPr bwMode="auto">
          <a:xfrm>
            <a:off x="3311894" y="1268318"/>
            <a:ext cx="0" cy="2283662"/>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Tree>
    <p:extLst>
      <p:ext uri="{BB962C8B-B14F-4D97-AF65-F5344CB8AC3E}">
        <p14:creationId xmlns:p14="http://schemas.microsoft.com/office/powerpoint/2010/main" val="4193610193"/>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50217"/>
            <a:ext cx="8053712" cy="208487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0" name="AutoShape 5"/>
          <p:cNvSpPr>
            <a:spLocks noChangeArrowheads="1"/>
          </p:cNvSpPr>
          <p:nvPr/>
        </p:nvSpPr>
        <p:spPr bwMode="auto">
          <a:xfrm>
            <a:off x="545144" y="611481"/>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51" name="Rectangle 6"/>
          <p:cNvSpPr>
            <a:spLocks noChangeArrowheads="1"/>
          </p:cNvSpPr>
          <p:nvPr/>
        </p:nvSpPr>
        <p:spPr bwMode="auto">
          <a:xfrm>
            <a:off x="2156973" y="586794"/>
            <a:ext cx="48329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4.11  </a:t>
            </a:r>
            <a:r>
              <a:rPr lang="zh-CN" altLang="en-US" sz="2400" b="1" dirty="0">
                <a:solidFill>
                  <a:schemeClr val="bg1"/>
                </a:solidFill>
                <a:latin typeface="微软雅黑" pitchFamily="34" charset="-122"/>
                <a:ea typeface="微软雅黑" pitchFamily="34" charset="-122"/>
              </a:rPr>
              <a:t>多协议标签交换 </a:t>
            </a:r>
            <a:r>
              <a:rPr lang="en-US" altLang="zh-CN" sz="2400" b="1" dirty="0">
                <a:solidFill>
                  <a:schemeClr val="bg1"/>
                </a:solidFill>
                <a:latin typeface="微软雅黑" pitchFamily="34" charset="-122"/>
                <a:ea typeface="微软雅黑" pitchFamily="34" charset="-122"/>
              </a:rPr>
              <a:t>MPLS</a:t>
            </a:r>
          </a:p>
        </p:txBody>
      </p:sp>
      <p:sp>
        <p:nvSpPr>
          <p:cNvPr id="52" name="矩形 51"/>
          <p:cNvSpPr/>
          <p:nvPr/>
        </p:nvSpPr>
        <p:spPr>
          <a:xfrm>
            <a:off x="680945" y="3160424"/>
            <a:ext cx="7521493" cy="1481303"/>
          </a:xfrm>
          <a:prstGeom prst="rect">
            <a:avLst/>
          </a:prstGeom>
        </p:spPr>
        <p:txBody>
          <a:bodyPr wrap="square">
            <a:spAutoFit/>
          </a:bodyPr>
          <a:lstStyle/>
          <a:p>
            <a:pPr marL="285750" indent="-285750">
              <a:lnSpc>
                <a:spcPts val="2200"/>
              </a:lnSpc>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MPLS (</a:t>
            </a:r>
            <a:r>
              <a:rPr lang="en-US" altLang="zh-CN" sz="1600" b="1" dirty="0" err="1">
                <a:latin typeface="微软雅黑" panose="020B0503020204020204" pitchFamily="34" charset="-122"/>
                <a:ea typeface="微软雅黑" panose="020B0503020204020204" pitchFamily="34" charset="-122"/>
              </a:rPr>
              <a:t>MultiProtocol</a:t>
            </a:r>
            <a:r>
              <a:rPr lang="en-US" altLang="zh-CN" sz="1600" b="1" dirty="0">
                <a:latin typeface="微软雅黑" panose="020B0503020204020204" pitchFamily="34" charset="-122"/>
                <a:ea typeface="微软雅黑" panose="020B0503020204020204" pitchFamily="34" charset="-122"/>
              </a:rPr>
              <a:t> Label Switching) </a:t>
            </a:r>
            <a:r>
              <a:rPr lang="zh-CN" altLang="en-US" sz="1600" b="1" dirty="0">
                <a:latin typeface="微软雅黑" panose="020B0503020204020204" pitchFamily="34" charset="-122"/>
                <a:ea typeface="微软雅黑" panose="020B0503020204020204" pitchFamily="34" charset="-122"/>
              </a:rPr>
              <a:t>是</a:t>
            </a:r>
            <a:r>
              <a:rPr lang="zh-CN" altLang="en-US" sz="1600" b="1" dirty="0">
                <a:solidFill>
                  <a:srgbClr val="0000FF"/>
                </a:solidFill>
                <a:latin typeface="微软雅黑" panose="020B0503020204020204" pitchFamily="34" charset="-122"/>
                <a:ea typeface="微软雅黑" panose="020B0503020204020204" pitchFamily="34" charset="-122"/>
              </a:rPr>
              <a:t>面向连接</a:t>
            </a:r>
            <a:r>
              <a:rPr lang="zh-CN" altLang="en-US" sz="1600" b="1" dirty="0">
                <a:latin typeface="微软雅黑" panose="020B0503020204020204" pitchFamily="34" charset="-122"/>
                <a:ea typeface="微软雅黑" panose="020B0503020204020204" pitchFamily="34" charset="-122"/>
              </a:rPr>
              <a:t>的，所有的分组都是沿着已建立的路径来传输。</a:t>
            </a:r>
            <a:endParaRPr lang="en-US" altLang="zh-CN" sz="1600" b="1" dirty="0">
              <a:latin typeface="微软雅黑" panose="020B0503020204020204" pitchFamily="34" charset="-122"/>
              <a:ea typeface="微软雅黑" panose="020B0503020204020204" pitchFamily="34" charset="-122"/>
            </a:endParaRPr>
          </a:p>
          <a:p>
            <a:pPr marL="285750" indent="-285750">
              <a:lnSpc>
                <a:spcPts val="2200"/>
              </a:lnSpc>
              <a:buFont typeface="Wingdings" panose="05000000000000000000" pitchFamily="2" charset="2"/>
              <a:buChar char="l"/>
            </a:pPr>
            <a:r>
              <a:rPr lang="zh-CN" altLang="en-US" sz="1600" b="1" dirty="0">
                <a:latin typeface="微软雅黑" panose="020B0503020204020204" pitchFamily="34" charset="-122"/>
                <a:ea typeface="微软雅黑" panose="020B0503020204020204" pitchFamily="34" charset="-122"/>
              </a:rPr>
              <a:t>每个分组携带一个具有整数值的标签 </a:t>
            </a:r>
            <a:r>
              <a:rPr lang="en-US" altLang="zh-CN" sz="1600" b="1" dirty="0">
                <a:latin typeface="微软雅黑" panose="020B0503020204020204" pitchFamily="34" charset="-122"/>
                <a:ea typeface="微软雅黑" panose="020B0503020204020204" pitchFamily="34" charset="-122"/>
              </a:rPr>
              <a:t>(label)</a:t>
            </a:r>
            <a:r>
              <a:rPr lang="zh-CN" altLang="en-US" sz="1600" b="1" dirty="0">
                <a:latin typeface="微软雅黑" panose="020B0503020204020204" pitchFamily="34" charset="-122"/>
                <a:ea typeface="微软雅黑" panose="020B0503020204020204" pitchFamily="34" charset="-122"/>
              </a:rPr>
              <a:t>。标签交换路由器用</a:t>
            </a:r>
            <a:r>
              <a:rPr lang="zh-CN" altLang="en-US" sz="1600" b="1" dirty="0">
                <a:solidFill>
                  <a:srgbClr val="0000FF"/>
                </a:solidFill>
                <a:latin typeface="微软雅黑" panose="020B0503020204020204" pitchFamily="34" charset="-122"/>
                <a:ea typeface="微软雅黑" panose="020B0503020204020204" pitchFamily="34" charset="-122"/>
              </a:rPr>
              <a:t>标签值</a:t>
            </a:r>
            <a:r>
              <a:rPr lang="zh-CN" altLang="en-US" sz="1600" b="1" dirty="0">
                <a:latin typeface="微软雅黑" panose="020B0503020204020204" pitchFamily="34" charset="-122"/>
                <a:ea typeface="微软雅黑" panose="020B0503020204020204" pitchFamily="34" charset="-122"/>
              </a:rPr>
              <a:t>检索标签交换表，实现分组的快速转发。</a:t>
            </a:r>
            <a:endParaRPr lang="en-US" altLang="zh-CN" sz="1600" b="1" dirty="0">
              <a:latin typeface="微软雅黑" panose="020B0503020204020204" pitchFamily="34" charset="-122"/>
              <a:ea typeface="微软雅黑" panose="020B0503020204020204" pitchFamily="34" charset="-122"/>
            </a:endParaRPr>
          </a:p>
          <a:p>
            <a:pPr marL="285750" indent="-285750">
              <a:lnSpc>
                <a:spcPts val="2200"/>
              </a:lnSpc>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MPLS</a:t>
            </a:r>
            <a:r>
              <a:rPr lang="zh-CN" altLang="en-US" sz="1600" b="1" dirty="0">
                <a:latin typeface="微软雅黑" panose="020B0503020204020204" pitchFamily="34" charset="-122"/>
                <a:ea typeface="微软雅黑" panose="020B0503020204020204" pitchFamily="34" charset="-122"/>
              </a:rPr>
              <a:t>处在网络层和数据链路层之间，常称为第</a:t>
            </a:r>
            <a:r>
              <a:rPr lang="en-US" altLang="zh-CN" sz="1600" b="1" dirty="0">
                <a:latin typeface="微软雅黑" panose="020B0503020204020204" pitchFamily="34" charset="-122"/>
                <a:ea typeface="微软雅黑" panose="020B0503020204020204" pitchFamily="34" charset="-122"/>
              </a:rPr>
              <a:t>2.5</a:t>
            </a:r>
            <a:r>
              <a:rPr lang="zh-CN" altLang="en-US" sz="1600" b="1" dirty="0">
                <a:latin typeface="微软雅黑" panose="020B0503020204020204" pitchFamily="34" charset="-122"/>
                <a:ea typeface="微软雅黑" panose="020B0503020204020204" pitchFamily="34" charset="-122"/>
              </a:rPr>
              <a:t>层协议。</a:t>
            </a:r>
          </a:p>
        </p:txBody>
      </p:sp>
      <p:grpSp>
        <p:nvGrpSpPr>
          <p:cNvPr id="79" name="组合 78">
            <a:extLst>
              <a:ext uri="{FF2B5EF4-FFF2-40B4-BE49-F238E27FC236}">
                <a16:creationId xmlns:a16="http://schemas.microsoft.com/office/drawing/2014/main" id="{13E215A2-AE32-4F76-2307-87EFD1A2A10F}"/>
              </a:ext>
            </a:extLst>
          </p:cNvPr>
          <p:cNvGrpSpPr/>
          <p:nvPr/>
        </p:nvGrpSpPr>
        <p:grpSpPr>
          <a:xfrm>
            <a:off x="955978" y="1206763"/>
            <a:ext cx="7263682" cy="1756502"/>
            <a:chOff x="796768" y="1531804"/>
            <a:chExt cx="8545509" cy="2066473"/>
          </a:xfrm>
        </p:grpSpPr>
        <p:sp>
          <p:nvSpPr>
            <p:cNvPr id="80" name="矩形 79">
              <a:extLst>
                <a:ext uri="{FF2B5EF4-FFF2-40B4-BE49-F238E27FC236}">
                  <a16:creationId xmlns:a16="http://schemas.microsoft.com/office/drawing/2014/main" id="{ED3CDE3D-3D1D-72F5-9DD6-E400FB6DE307}"/>
                </a:ext>
              </a:extLst>
            </p:cNvPr>
            <p:cNvSpPr/>
            <p:nvPr/>
          </p:nvSpPr>
          <p:spPr>
            <a:xfrm>
              <a:off x="3155748" y="2851587"/>
              <a:ext cx="2975104" cy="329514"/>
            </a:xfrm>
            <a:prstGeom prst="rect">
              <a:avLst/>
            </a:prstGeom>
            <a:solidFill>
              <a:srgbClr val="FFFF00"/>
            </a:solidFill>
            <a:ln w="25400"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1" lang="zh-CN" altLang="en-US" b="1" i="0" u="none" strike="noStrike" kern="0" cap="none" spc="0" normalizeH="0" baseline="0" noProof="0">
                <a:ln>
                  <a:noFill/>
                </a:ln>
                <a:solidFill>
                  <a:srgbClr val="FFFFFF"/>
                </a:solidFill>
                <a:effectLst/>
                <a:uLnTx/>
                <a:uFillTx/>
                <a:latin typeface="Times New Roman"/>
                <a:ea typeface="微软雅黑" panose="020B0503020204020204" pitchFamily="34" charset="-122"/>
                <a:cs typeface="+mn-cs"/>
              </a:endParaRPr>
            </a:p>
          </p:txBody>
        </p:sp>
        <p:sp>
          <p:nvSpPr>
            <p:cNvPr id="81" name="矩形 80">
              <a:extLst>
                <a:ext uri="{FF2B5EF4-FFF2-40B4-BE49-F238E27FC236}">
                  <a16:creationId xmlns:a16="http://schemas.microsoft.com/office/drawing/2014/main" id="{5D7CDC03-4F66-1F49-526D-2FCF9796F7A3}"/>
                </a:ext>
              </a:extLst>
            </p:cNvPr>
            <p:cNvSpPr/>
            <p:nvPr/>
          </p:nvSpPr>
          <p:spPr>
            <a:xfrm>
              <a:off x="2006407" y="2139727"/>
              <a:ext cx="4124528" cy="338554"/>
            </a:xfrm>
            <a:prstGeom prst="rect">
              <a:avLst/>
            </a:prstGeom>
            <a:solidFill>
              <a:srgbClr val="FFFF00"/>
            </a:solidFill>
            <a:ln w="25400" cap="flat" cmpd="sng" algn="ctr">
              <a:solidFill>
                <a:srgbClr val="00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1" lang="zh-CN" altLang="en-US" b="1" i="0" u="none" strike="noStrike" kern="0" cap="none" spc="0" normalizeH="0" baseline="0" noProof="0">
                <a:ln>
                  <a:noFill/>
                </a:ln>
                <a:solidFill>
                  <a:srgbClr val="FFFFFF"/>
                </a:solidFill>
                <a:effectLst/>
                <a:uLnTx/>
                <a:uFillTx/>
                <a:latin typeface="Times New Roman"/>
                <a:ea typeface="微软雅黑" panose="020B0503020204020204" pitchFamily="34" charset="-122"/>
                <a:cs typeface="+mn-cs"/>
              </a:endParaRPr>
            </a:p>
          </p:txBody>
        </p:sp>
        <p:sp>
          <p:nvSpPr>
            <p:cNvPr id="82" name="矩形 81">
              <a:extLst>
                <a:ext uri="{FF2B5EF4-FFF2-40B4-BE49-F238E27FC236}">
                  <a16:creationId xmlns:a16="http://schemas.microsoft.com/office/drawing/2014/main" id="{06AA892D-CAB5-3137-E46F-D13E4134B4F8}"/>
                </a:ext>
              </a:extLst>
            </p:cNvPr>
            <p:cNvSpPr/>
            <p:nvPr/>
          </p:nvSpPr>
          <p:spPr>
            <a:xfrm>
              <a:off x="2021666" y="2155818"/>
              <a:ext cx="1122006" cy="312631"/>
            </a:xfrm>
            <a:prstGeom prst="rect">
              <a:avLst/>
            </a:prstGeom>
            <a:solidFill>
              <a:srgbClr val="00CC99">
                <a:lumMod val="40000"/>
                <a:lumOff val="60000"/>
              </a:srgbClr>
            </a:solidFill>
            <a:ln w="25400"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1" lang="zh-CN" altLang="en-US" b="1" i="0" u="none" strike="noStrike" kern="0" cap="none" spc="0" normalizeH="0" baseline="0" noProof="0">
                <a:ln>
                  <a:noFill/>
                </a:ln>
                <a:solidFill>
                  <a:srgbClr val="FFFFFF"/>
                </a:solidFill>
                <a:effectLst/>
                <a:uLnTx/>
                <a:uFillTx/>
                <a:latin typeface="Times New Roman"/>
                <a:ea typeface="微软雅黑" panose="020B0503020204020204" pitchFamily="34" charset="-122"/>
                <a:cs typeface="+mn-cs"/>
              </a:endParaRPr>
            </a:p>
          </p:txBody>
        </p:sp>
        <p:sp>
          <p:nvSpPr>
            <p:cNvPr id="83" name="文本框 82">
              <a:extLst>
                <a:ext uri="{FF2B5EF4-FFF2-40B4-BE49-F238E27FC236}">
                  <a16:creationId xmlns:a16="http://schemas.microsoft.com/office/drawing/2014/main" id="{8EDA3D89-DEAA-2A45-8A29-D3F876CD8475}"/>
                </a:ext>
              </a:extLst>
            </p:cNvPr>
            <p:cNvSpPr txBox="1"/>
            <p:nvPr/>
          </p:nvSpPr>
          <p:spPr>
            <a:xfrm>
              <a:off x="4083262" y="2146212"/>
              <a:ext cx="768014" cy="307777"/>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IP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分组</a:t>
              </a:r>
            </a:p>
          </p:txBody>
        </p:sp>
        <p:cxnSp>
          <p:nvCxnSpPr>
            <p:cNvPr id="84" name="直接连接符 83">
              <a:extLst>
                <a:ext uri="{FF2B5EF4-FFF2-40B4-BE49-F238E27FC236}">
                  <a16:creationId xmlns:a16="http://schemas.microsoft.com/office/drawing/2014/main" id="{D5CCB5DB-5CE6-23B7-FF75-7F8601D0E851}"/>
                </a:ext>
              </a:extLst>
            </p:cNvPr>
            <p:cNvCxnSpPr/>
            <p:nvPr/>
          </p:nvCxnSpPr>
          <p:spPr>
            <a:xfrm>
              <a:off x="3144543" y="2139727"/>
              <a:ext cx="0" cy="338554"/>
            </a:xfrm>
            <a:prstGeom prst="line">
              <a:avLst/>
            </a:prstGeom>
            <a:noFill/>
            <a:ln w="9525" cap="flat" cmpd="sng" algn="ctr">
              <a:solidFill>
                <a:srgbClr val="000000"/>
              </a:solidFill>
              <a:prstDash val="solid"/>
            </a:ln>
            <a:effectLst/>
          </p:spPr>
        </p:cxnSp>
        <p:sp>
          <p:nvSpPr>
            <p:cNvPr id="85" name="文本框 84">
              <a:extLst>
                <a:ext uri="{FF2B5EF4-FFF2-40B4-BE49-F238E27FC236}">
                  <a16:creationId xmlns:a16="http://schemas.microsoft.com/office/drawing/2014/main" id="{A218B588-2943-E6AA-1A34-30E996257DED}"/>
                </a:ext>
              </a:extLst>
            </p:cNvPr>
            <p:cNvSpPr txBox="1"/>
            <p:nvPr/>
          </p:nvSpPr>
          <p:spPr>
            <a:xfrm>
              <a:off x="1974969" y="2152212"/>
              <a:ext cx="1075435" cy="307777"/>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MPLS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首部</a:t>
              </a:r>
            </a:p>
          </p:txBody>
        </p:sp>
        <p:cxnSp>
          <p:nvCxnSpPr>
            <p:cNvPr id="86" name="直接连接符 85">
              <a:extLst>
                <a:ext uri="{FF2B5EF4-FFF2-40B4-BE49-F238E27FC236}">
                  <a16:creationId xmlns:a16="http://schemas.microsoft.com/office/drawing/2014/main" id="{479275C8-070C-695D-52A4-1ACE287CD0C4}"/>
                </a:ext>
              </a:extLst>
            </p:cNvPr>
            <p:cNvCxnSpPr/>
            <p:nvPr/>
          </p:nvCxnSpPr>
          <p:spPr>
            <a:xfrm>
              <a:off x="2006407" y="2841805"/>
              <a:ext cx="0" cy="338554"/>
            </a:xfrm>
            <a:prstGeom prst="line">
              <a:avLst/>
            </a:prstGeom>
            <a:noFill/>
            <a:ln w="9525" cap="flat" cmpd="sng" algn="ctr">
              <a:solidFill>
                <a:srgbClr val="00CC99">
                  <a:shade val="95000"/>
                  <a:satMod val="105000"/>
                </a:srgbClr>
              </a:solidFill>
              <a:prstDash val="solid"/>
            </a:ln>
            <a:effectLst/>
          </p:spPr>
        </p:cxnSp>
        <p:cxnSp>
          <p:nvCxnSpPr>
            <p:cNvPr id="87" name="直接连接符 86">
              <a:extLst>
                <a:ext uri="{FF2B5EF4-FFF2-40B4-BE49-F238E27FC236}">
                  <a16:creationId xmlns:a16="http://schemas.microsoft.com/office/drawing/2014/main" id="{6F62C234-9BB1-83D0-D852-11752D95EE50}"/>
                </a:ext>
              </a:extLst>
            </p:cNvPr>
            <p:cNvCxnSpPr/>
            <p:nvPr/>
          </p:nvCxnSpPr>
          <p:spPr>
            <a:xfrm>
              <a:off x="3144543" y="2841805"/>
              <a:ext cx="0" cy="338554"/>
            </a:xfrm>
            <a:prstGeom prst="line">
              <a:avLst/>
            </a:prstGeom>
            <a:noFill/>
            <a:ln w="9525" cap="flat" cmpd="sng" algn="ctr">
              <a:solidFill>
                <a:srgbClr val="00CC99">
                  <a:shade val="95000"/>
                  <a:satMod val="105000"/>
                </a:srgbClr>
              </a:solidFill>
              <a:prstDash val="solid"/>
            </a:ln>
            <a:effectLst/>
          </p:spPr>
        </p:cxnSp>
        <p:sp>
          <p:nvSpPr>
            <p:cNvPr id="88" name="文本框 87">
              <a:extLst>
                <a:ext uri="{FF2B5EF4-FFF2-40B4-BE49-F238E27FC236}">
                  <a16:creationId xmlns:a16="http://schemas.microsoft.com/office/drawing/2014/main" id="{F9C9DCE2-2884-1609-461A-78D1D599A048}"/>
                </a:ext>
              </a:extLst>
            </p:cNvPr>
            <p:cNvSpPr txBox="1"/>
            <p:nvPr/>
          </p:nvSpPr>
          <p:spPr>
            <a:xfrm>
              <a:off x="4083262" y="2845048"/>
              <a:ext cx="768014" cy="307777"/>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IP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分组</a:t>
              </a:r>
            </a:p>
          </p:txBody>
        </p:sp>
        <p:sp>
          <p:nvSpPr>
            <p:cNvPr id="89" name="文本框 88">
              <a:extLst>
                <a:ext uri="{FF2B5EF4-FFF2-40B4-BE49-F238E27FC236}">
                  <a16:creationId xmlns:a16="http://schemas.microsoft.com/office/drawing/2014/main" id="{D4C7C294-A5AF-C232-98C8-77457777AA56}"/>
                </a:ext>
              </a:extLst>
            </p:cNvPr>
            <p:cNvSpPr txBox="1"/>
            <p:nvPr/>
          </p:nvSpPr>
          <p:spPr>
            <a:xfrm>
              <a:off x="796768" y="2852781"/>
              <a:ext cx="1237519" cy="325881"/>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MAC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帧首部</a:t>
              </a:r>
            </a:p>
          </p:txBody>
        </p:sp>
        <p:cxnSp>
          <p:nvCxnSpPr>
            <p:cNvPr id="90" name="直接箭头连接符 89">
              <a:extLst>
                <a:ext uri="{FF2B5EF4-FFF2-40B4-BE49-F238E27FC236}">
                  <a16:creationId xmlns:a16="http://schemas.microsoft.com/office/drawing/2014/main" id="{6C94DDD1-315E-461E-4B9A-9FA08C2B8C27}"/>
                </a:ext>
              </a:extLst>
            </p:cNvPr>
            <p:cNvCxnSpPr>
              <a:cxnSpLocks/>
            </p:cNvCxnSpPr>
            <p:nvPr/>
          </p:nvCxnSpPr>
          <p:spPr>
            <a:xfrm>
              <a:off x="1996679" y="2684834"/>
              <a:ext cx="4134256" cy="0"/>
            </a:xfrm>
            <a:prstGeom prst="straightConnector1">
              <a:avLst/>
            </a:prstGeom>
            <a:noFill/>
            <a:ln w="9525" cap="flat" cmpd="sng" algn="ctr">
              <a:solidFill>
                <a:srgbClr val="000000"/>
              </a:solidFill>
              <a:prstDash val="solid"/>
              <a:headEnd type="triangle" w="sm" len="lg"/>
              <a:tailEnd type="triangle" w="sm" len="lg"/>
            </a:ln>
            <a:effectLst/>
          </p:spPr>
        </p:cxnSp>
        <p:cxnSp>
          <p:nvCxnSpPr>
            <p:cNvPr id="91" name="直接箭头连接符 90">
              <a:extLst>
                <a:ext uri="{FF2B5EF4-FFF2-40B4-BE49-F238E27FC236}">
                  <a16:creationId xmlns:a16="http://schemas.microsoft.com/office/drawing/2014/main" id="{923E5FB8-98CA-A3C6-4467-B07C87C0FE33}"/>
                </a:ext>
              </a:extLst>
            </p:cNvPr>
            <p:cNvCxnSpPr>
              <a:cxnSpLocks/>
            </p:cNvCxnSpPr>
            <p:nvPr/>
          </p:nvCxnSpPr>
          <p:spPr>
            <a:xfrm>
              <a:off x="839088" y="3429000"/>
              <a:ext cx="6542480" cy="0"/>
            </a:xfrm>
            <a:prstGeom prst="straightConnector1">
              <a:avLst/>
            </a:prstGeom>
            <a:noFill/>
            <a:ln w="9525" cap="flat" cmpd="sng" algn="ctr">
              <a:solidFill>
                <a:srgbClr val="000000"/>
              </a:solidFill>
              <a:prstDash val="solid"/>
              <a:headEnd type="triangle" w="sm" len="lg"/>
              <a:tailEnd type="triangle" w="sm" len="lg"/>
            </a:ln>
            <a:effectLst/>
          </p:spPr>
        </p:cxnSp>
        <p:sp>
          <p:nvSpPr>
            <p:cNvPr id="92" name="文本框 91">
              <a:extLst>
                <a:ext uri="{FF2B5EF4-FFF2-40B4-BE49-F238E27FC236}">
                  <a16:creationId xmlns:a16="http://schemas.microsoft.com/office/drawing/2014/main" id="{7366D322-50BE-516D-11F9-0045204FEDA2}"/>
                </a:ext>
              </a:extLst>
            </p:cNvPr>
            <p:cNvSpPr txBox="1"/>
            <p:nvPr/>
          </p:nvSpPr>
          <p:spPr>
            <a:xfrm>
              <a:off x="3409697" y="2496221"/>
              <a:ext cx="1075435" cy="307777"/>
            </a:xfrm>
            <a:prstGeom prst="rect">
              <a:avLst/>
            </a:prstGeom>
            <a:solidFill>
              <a:srgbClr val="C3E3F9"/>
            </a:solid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MPLS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分组</a:t>
              </a:r>
            </a:p>
          </p:txBody>
        </p:sp>
        <p:sp>
          <p:nvSpPr>
            <p:cNvPr id="93" name="矩形 92">
              <a:extLst>
                <a:ext uri="{FF2B5EF4-FFF2-40B4-BE49-F238E27FC236}">
                  <a16:creationId xmlns:a16="http://schemas.microsoft.com/office/drawing/2014/main" id="{460F5762-3844-047E-3690-812D7B263673}"/>
                </a:ext>
              </a:extLst>
            </p:cNvPr>
            <p:cNvSpPr/>
            <p:nvPr/>
          </p:nvSpPr>
          <p:spPr>
            <a:xfrm>
              <a:off x="846461" y="2856553"/>
              <a:ext cx="6535107" cy="338554"/>
            </a:xfrm>
            <a:prstGeom prst="rect">
              <a:avLst/>
            </a:prstGeom>
            <a:noFill/>
            <a:ln w="25400" cap="flat" cmpd="sng" algn="ctr">
              <a:solidFill>
                <a:srgbClr val="00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1" lang="zh-CN" altLang="en-US" b="1" i="0" u="none" strike="noStrike" kern="0" cap="none" spc="0" normalizeH="0" baseline="0" noProof="0">
                <a:ln>
                  <a:noFill/>
                </a:ln>
                <a:solidFill>
                  <a:srgbClr val="FFFFFF"/>
                </a:solidFill>
                <a:effectLst/>
                <a:uLnTx/>
                <a:uFillTx/>
                <a:latin typeface="Times New Roman"/>
                <a:ea typeface="微软雅黑" panose="020B0503020204020204" pitchFamily="34" charset="-122"/>
                <a:cs typeface="+mn-cs"/>
              </a:endParaRPr>
            </a:p>
          </p:txBody>
        </p:sp>
        <p:sp>
          <p:nvSpPr>
            <p:cNvPr id="94" name="文本框 93">
              <a:extLst>
                <a:ext uri="{FF2B5EF4-FFF2-40B4-BE49-F238E27FC236}">
                  <a16:creationId xmlns:a16="http://schemas.microsoft.com/office/drawing/2014/main" id="{8B17F651-ED59-D0C7-3D1E-B99513966FFF}"/>
                </a:ext>
              </a:extLst>
            </p:cNvPr>
            <p:cNvSpPr txBox="1"/>
            <p:nvPr/>
          </p:nvSpPr>
          <p:spPr>
            <a:xfrm>
              <a:off x="3683810" y="3259723"/>
              <a:ext cx="834532" cy="307777"/>
            </a:xfrm>
            <a:prstGeom prst="rect">
              <a:avLst/>
            </a:prstGeom>
            <a:solidFill>
              <a:srgbClr val="C3E3F9"/>
            </a:solid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MAC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帧</a:t>
              </a:r>
            </a:p>
          </p:txBody>
        </p:sp>
        <p:cxnSp>
          <p:nvCxnSpPr>
            <p:cNvPr id="95" name="直接连接符 94">
              <a:extLst>
                <a:ext uri="{FF2B5EF4-FFF2-40B4-BE49-F238E27FC236}">
                  <a16:creationId xmlns:a16="http://schemas.microsoft.com/office/drawing/2014/main" id="{A02F1F3C-EB27-F54A-C99C-5175A215D372}"/>
                </a:ext>
              </a:extLst>
            </p:cNvPr>
            <p:cNvCxnSpPr/>
            <p:nvPr/>
          </p:nvCxnSpPr>
          <p:spPr>
            <a:xfrm>
              <a:off x="6130046" y="2503251"/>
              <a:ext cx="0" cy="338554"/>
            </a:xfrm>
            <a:prstGeom prst="line">
              <a:avLst/>
            </a:prstGeom>
            <a:noFill/>
            <a:ln w="9525" cap="flat" cmpd="sng" algn="ctr">
              <a:solidFill>
                <a:srgbClr val="FF0000"/>
              </a:solidFill>
              <a:prstDash val="solid"/>
            </a:ln>
            <a:effectLst/>
          </p:spPr>
        </p:cxnSp>
        <p:cxnSp>
          <p:nvCxnSpPr>
            <p:cNvPr id="96" name="直接连接符 95">
              <a:extLst>
                <a:ext uri="{FF2B5EF4-FFF2-40B4-BE49-F238E27FC236}">
                  <a16:creationId xmlns:a16="http://schemas.microsoft.com/office/drawing/2014/main" id="{B2222923-860A-6561-F37A-48872A8FEFE6}"/>
                </a:ext>
              </a:extLst>
            </p:cNvPr>
            <p:cNvCxnSpPr/>
            <p:nvPr/>
          </p:nvCxnSpPr>
          <p:spPr>
            <a:xfrm>
              <a:off x="826118" y="3242048"/>
              <a:ext cx="0" cy="338554"/>
            </a:xfrm>
            <a:prstGeom prst="line">
              <a:avLst/>
            </a:prstGeom>
            <a:noFill/>
            <a:ln w="9525" cap="flat" cmpd="sng" algn="ctr">
              <a:solidFill>
                <a:srgbClr val="FF0000"/>
              </a:solidFill>
              <a:prstDash val="solid"/>
            </a:ln>
            <a:effectLst/>
          </p:spPr>
        </p:cxnSp>
        <p:cxnSp>
          <p:nvCxnSpPr>
            <p:cNvPr id="97" name="直接连接符 96">
              <a:extLst>
                <a:ext uri="{FF2B5EF4-FFF2-40B4-BE49-F238E27FC236}">
                  <a16:creationId xmlns:a16="http://schemas.microsoft.com/office/drawing/2014/main" id="{6B5D58FA-C945-07A6-787D-ABBD0957EA51}"/>
                </a:ext>
              </a:extLst>
            </p:cNvPr>
            <p:cNvCxnSpPr/>
            <p:nvPr/>
          </p:nvCxnSpPr>
          <p:spPr>
            <a:xfrm>
              <a:off x="2006407" y="2518343"/>
              <a:ext cx="0" cy="338554"/>
            </a:xfrm>
            <a:prstGeom prst="line">
              <a:avLst/>
            </a:prstGeom>
            <a:noFill/>
            <a:ln w="9525" cap="flat" cmpd="sng" algn="ctr">
              <a:solidFill>
                <a:srgbClr val="FF0000"/>
              </a:solidFill>
              <a:prstDash val="solid"/>
            </a:ln>
            <a:effectLst/>
          </p:spPr>
        </p:cxnSp>
        <p:cxnSp>
          <p:nvCxnSpPr>
            <p:cNvPr id="98" name="直接连接符 97">
              <a:extLst>
                <a:ext uri="{FF2B5EF4-FFF2-40B4-BE49-F238E27FC236}">
                  <a16:creationId xmlns:a16="http://schemas.microsoft.com/office/drawing/2014/main" id="{BADABDB9-3B91-7A62-5D6F-AAD115F97EDE}"/>
                </a:ext>
              </a:extLst>
            </p:cNvPr>
            <p:cNvCxnSpPr/>
            <p:nvPr/>
          </p:nvCxnSpPr>
          <p:spPr>
            <a:xfrm>
              <a:off x="7381568" y="3259723"/>
              <a:ext cx="0" cy="338554"/>
            </a:xfrm>
            <a:prstGeom prst="line">
              <a:avLst/>
            </a:prstGeom>
            <a:noFill/>
            <a:ln w="9525" cap="flat" cmpd="sng" algn="ctr">
              <a:solidFill>
                <a:srgbClr val="FF0000"/>
              </a:solidFill>
              <a:prstDash val="solid"/>
            </a:ln>
            <a:effectLst/>
          </p:spPr>
        </p:cxnSp>
        <p:sp>
          <p:nvSpPr>
            <p:cNvPr id="99" name="矩形 98">
              <a:extLst>
                <a:ext uri="{FF2B5EF4-FFF2-40B4-BE49-F238E27FC236}">
                  <a16:creationId xmlns:a16="http://schemas.microsoft.com/office/drawing/2014/main" id="{7D4D540C-4FC8-7E25-96FF-401B8B1EAAC1}"/>
                </a:ext>
              </a:extLst>
            </p:cNvPr>
            <p:cNvSpPr/>
            <p:nvPr/>
          </p:nvSpPr>
          <p:spPr>
            <a:xfrm>
              <a:off x="3144543" y="1535047"/>
              <a:ext cx="2975104" cy="329514"/>
            </a:xfrm>
            <a:prstGeom prst="rect">
              <a:avLst/>
            </a:prstGeom>
            <a:solidFill>
              <a:srgbClr val="FFFF00"/>
            </a:solidFill>
            <a:ln w="25400" cap="flat" cmpd="sng" algn="ctr">
              <a:solidFill>
                <a:srgbClr val="00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1" lang="zh-CN" altLang="en-US" b="1" i="0" u="none" strike="noStrike" kern="0" cap="none" spc="0" normalizeH="0" baseline="0" noProof="0">
                <a:ln>
                  <a:noFill/>
                </a:ln>
                <a:solidFill>
                  <a:srgbClr val="FFFFFF"/>
                </a:solidFill>
                <a:effectLst/>
                <a:uLnTx/>
                <a:uFillTx/>
                <a:latin typeface="Times New Roman"/>
                <a:ea typeface="微软雅黑" panose="020B0503020204020204" pitchFamily="34" charset="-122"/>
                <a:cs typeface="+mn-cs"/>
              </a:endParaRPr>
            </a:p>
          </p:txBody>
        </p:sp>
        <p:sp>
          <p:nvSpPr>
            <p:cNvPr id="100" name="文本框 99">
              <a:extLst>
                <a:ext uri="{FF2B5EF4-FFF2-40B4-BE49-F238E27FC236}">
                  <a16:creationId xmlns:a16="http://schemas.microsoft.com/office/drawing/2014/main" id="{5A2860BE-9289-DBD9-933C-12EF4C97DF27}"/>
                </a:ext>
              </a:extLst>
            </p:cNvPr>
            <p:cNvSpPr txBox="1"/>
            <p:nvPr/>
          </p:nvSpPr>
          <p:spPr>
            <a:xfrm>
              <a:off x="4118780" y="1531804"/>
              <a:ext cx="768014" cy="307777"/>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IP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分组</a:t>
              </a:r>
            </a:p>
          </p:txBody>
        </p:sp>
        <p:sp>
          <p:nvSpPr>
            <p:cNvPr id="101" name="文本框 100">
              <a:extLst>
                <a:ext uri="{FF2B5EF4-FFF2-40B4-BE49-F238E27FC236}">
                  <a16:creationId xmlns:a16="http://schemas.microsoft.com/office/drawing/2014/main" id="{86B0E5B9-B61B-24A7-04BD-FC2068A3D9FF}"/>
                </a:ext>
              </a:extLst>
            </p:cNvPr>
            <p:cNvSpPr txBox="1"/>
            <p:nvPr/>
          </p:nvSpPr>
          <p:spPr>
            <a:xfrm>
              <a:off x="7458978" y="1531804"/>
              <a:ext cx="1587803" cy="307777"/>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第 </a:t>
              </a: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3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层       </a:t>
              </a: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IP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分组</a:t>
              </a:r>
            </a:p>
          </p:txBody>
        </p:sp>
        <p:sp>
          <p:nvSpPr>
            <p:cNvPr id="102" name="文本框 101">
              <a:extLst>
                <a:ext uri="{FF2B5EF4-FFF2-40B4-BE49-F238E27FC236}">
                  <a16:creationId xmlns:a16="http://schemas.microsoft.com/office/drawing/2014/main" id="{CF595E18-593A-0DF5-0FF3-55FEB2A81C15}"/>
                </a:ext>
              </a:extLst>
            </p:cNvPr>
            <p:cNvSpPr txBox="1"/>
            <p:nvPr/>
          </p:nvSpPr>
          <p:spPr>
            <a:xfrm>
              <a:off x="7464741" y="2877113"/>
              <a:ext cx="1611175" cy="307777"/>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第 </a:t>
              </a: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2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层      </a:t>
              </a: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MAC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帧</a:t>
              </a:r>
            </a:p>
          </p:txBody>
        </p:sp>
        <p:sp>
          <p:nvSpPr>
            <p:cNvPr id="103" name="文本框 102">
              <a:extLst>
                <a:ext uri="{FF2B5EF4-FFF2-40B4-BE49-F238E27FC236}">
                  <a16:creationId xmlns:a16="http://schemas.microsoft.com/office/drawing/2014/main" id="{B042F8E1-C7FF-93EF-7C70-DCA5A989AF6F}"/>
                </a:ext>
              </a:extLst>
            </p:cNvPr>
            <p:cNvSpPr txBox="1"/>
            <p:nvPr/>
          </p:nvSpPr>
          <p:spPr>
            <a:xfrm>
              <a:off x="7334982" y="2187371"/>
              <a:ext cx="1808931" cy="307777"/>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第 </a:t>
              </a: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2.5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层  </a:t>
              </a: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MPLS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分组</a:t>
              </a:r>
            </a:p>
          </p:txBody>
        </p:sp>
        <p:sp>
          <p:nvSpPr>
            <p:cNvPr id="104" name="文本框 103">
              <a:extLst>
                <a:ext uri="{FF2B5EF4-FFF2-40B4-BE49-F238E27FC236}">
                  <a16:creationId xmlns:a16="http://schemas.microsoft.com/office/drawing/2014/main" id="{CA2FD16B-9F28-79EC-2412-E346EAD1C675}"/>
                </a:ext>
              </a:extLst>
            </p:cNvPr>
            <p:cNvSpPr txBox="1"/>
            <p:nvPr/>
          </p:nvSpPr>
          <p:spPr>
            <a:xfrm>
              <a:off x="6094900" y="2854112"/>
              <a:ext cx="1179707" cy="307777"/>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MAC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帧尾部</a:t>
              </a:r>
            </a:p>
          </p:txBody>
        </p:sp>
        <p:cxnSp>
          <p:nvCxnSpPr>
            <p:cNvPr id="105" name="直接连接符 104">
              <a:extLst>
                <a:ext uri="{FF2B5EF4-FFF2-40B4-BE49-F238E27FC236}">
                  <a16:creationId xmlns:a16="http://schemas.microsoft.com/office/drawing/2014/main" id="{BD69C788-0719-DFC2-E6DD-AAFEF39A21E7}"/>
                </a:ext>
              </a:extLst>
            </p:cNvPr>
            <p:cNvCxnSpPr/>
            <p:nvPr/>
          </p:nvCxnSpPr>
          <p:spPr>
            <a:xfrm>
              <a:off x="6130046" y="2854112"/>
              <a:ext cx="0" cy="338554"/>
            </a:xfrm>
            <a:prstGeom prst="line">
              <a:avLst/>
            </a:prstGeom>
            <a:noFill/>
            <a:ln w="9525" cap="flat" cmpd="sng" algn="ctr">
              <a:solidFill>
                <a:srgbClr val="00CC99">
                  <a:shade val="95000"/>
                  <a:satMod val="105000"/>
                </a:srgbClr>
              </a:solidFill>
              <a:prstDash val="solid"/>
            </a:ln>
            <a:effectLst/>
          </p:spPr>
        </p:cxnSp>
        <p:cxnSp>
          <p:nvCxnSpPr>
            <p:cNvPr id="106" name="直接连接符 105">
              <a:extLst>
                <a:ext uri="{FF2B5EF4-FFF2-40B4-BE49-F238E27FC236}">
                  <a16:creationId xmlns:a16="http://schemas.microsoft.com/office/drawing/2014/main" id="{7BF16994-1212-3E8A-3C0A-0B36CB9FFD33}"/>
                </a:ext>
              </a:extLst>
            </p:cNvPr>
            <p:cNvCxnSpPr>
              <a:cxnSpLocks/>
            </p:cNvCxnSpPr>
            <p:nvPr/>
          </p:nvCxnSpPr>
          <p:spPr>
            <a:xfrm>
              <a:off x="7334982" y="2005781"/>
              <a:ext cx="1960709" cy="0"/>
            </a:xfrm>
            <a:prstGeom prst="line">
              <a:avLst/>
            </a:prstGeom>
            <a:noFill/>
            <a:ln w="9525" cap="flat" cmpd="sng" algn="ctr">
              <a:solidFill>
                <a:srgbClr val="000000"/>
              </a:solidFill>
              <a:prstDash val="dash"/>
            </a:ln>
            <a:effectLst/>
          </p:spPr>
        </p:cxnSp>
        <p:cxnSp>
          <p:nvCxnSpPr>
            <p:cNvPr id="107" name="直接连接符 106">
              <a:extLst>
                <a:ext uri="{FF2B5EF4-FFF2-40B4-BE49-F238E27FC236}">
                  <a16:creationId xmlns:a16="http://schemas.microsoft.com/office/drawing/2014/main" id="{B0D6E7D6-87B6-DD76-F4CA-5ACA26C51E21}"/>
                </a:ext>
              </a:extLst>
            </p:cNvPr>
            <p:cNvCxnSpPr>
              <a:cxnSpLocks/>
            </p:cNvCxnSpPr>
            <p:nvPr/>
          </p:nvCxnSpPr>
          <p:spPr>
            <a:xfrm>
              <a:off x="7381568" y="2684834"/>
              <a:ext cx="1960709" cy="0"/>
            </a:xfrm>
            <a:prstGeom prst="line">
              <a:avLst/>
            </a:prstGeom>
            <a:noFill/>
            <a:ln w="9525" cap="flat" cmpd="sng" algn="ctr">
              <a:solidFill>
                <a:srgbClr val="000000"/>
              </a:solidFill>
              <a:prstDash val="dash"/>
            </a:ln>
            <a:effectLst/>
          </p:spPr>
        </p:cxnSp>
        <p:sp>
          <p:nvSpPr>
            <p:cNvPr id="108" name="矩形 107">
              <a:extLst>
                <a:ext uri="{FF2B5EF4-FFF2-40B4-BE49-F238E27FC236}">
                  <a16:creationId xmlns:a16="http://schemas.microsoft.com/office/drawing/2014/main" id="{5E940B75-B3D6-94DE-BF63-6830501708A5}"/>
                </a:ext>
              </a:extLst>
            </p:cNvPr>
            <p:cNvSpPr/>
            <p:nvPr/>
          </p:nvSpPr>
          <p:spPr>
            <a:xfrm>
              <a:off x="2015124" y="2874578"/>
              <a:ext cx="1122006" cy="312631"/>
            </a:xfrm>
            <a:prstGeom prst="rect">
              <a:avLst/>
            </a:prstGeom>
            <a:solidFill>
              <a:srgbClr val="00CC99">
                <a:lumMod val="40000"/>
                <a:lumOff val="60000"/>
              </a:srgbClr>
            </a:solidFill>
            <a:ln w="25400"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1" lang="zh-CN" altLang="en-US" b="1" i="0" u="none" strike="noStrike" kern="0" cap="none" spc="0" normalizeH="0" baseline="0" noProof="0">
                <a:ln>
                  <a:noFill/>
                </a:ln>
                <a:solidFill>
                  <a:srgbClr val="FFFFFF"/>
                </a:solidFill>
                <a:effectLst/>
                <a:uLnTx/>
                <a:uFillTx/>
                <a:latin typeface="Times New Roman"/>
                <a:ea typeface="微软雅黑" panose="020B0503020204020204" pitchFamily="34" charset="-122"/>
                <a:cs typeface="+mn-cs"/>
              </a:endParaRPr>
            </a:p>
          </p:txBody>
        </p:sp>
        <p:sp>
          <p:nvSpPr>
            <p:cNvPr id="109" name="文本框 108">
              <a:extLst>
                <a:ext uri="{FF2B5EF4-FFF2-40B4-BE49-F238E27FC236}">
                  <a16:creationId xmlns:a16="http://schemas.microsoft.com/office/drawing/2014/main" id="{D053F212-918A-99C8-71DC-192F4C17B608}"/>
                </a:ext>
              </a:extLst>
            </p:cNvPr>
            <p:cNvSpPr txBox="1"/>
            <p:nvPr/>
          </p:nvSpPr>
          <p:spPr>
            <a:xfrm>
              <a:off x="1962687" y="2844245"/>
              <a:ext cx="1075435" cy="307777"/>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1" lang="en-US" altLang="zh-CN"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MPLS </a:t>
              </a:r>
              <a:r>
                <a:rPr kumimoji="1" lang="zh-CN" altLang="en-US" sz="1200" b="1" i="0" u="none" strike="noStrike" kern="0" cap="none" spc="0" normalizeH="0" baseline="0" noProof="0" dirty="0">
                  <a:ln>
                    <a:noFill/>
                  </a:ln>
                  <a:solidFill>
                    <a:srgbClr val="000000"/>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首部</a:t>
              </a:r>
            </a:p>
          </p:txBody>
        </p:sp>
      </p:grpSp>
    </p:spTree>
    <p:extLst>
      <p:ext uri="{BB962C8B-B14F-4D97-AF65-F5344CB8AC3E}">
        <p14:creationId xmlns:p14="http://schemas.microsoft.com/office/powerpoint/2010/main" val="4147667488"/>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5346"/>
            <a:ext cx="8053712" cy="388721"/>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654122" y="609651"/>
            <a:ext cx="183575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的特点</a:t>
            </a:r>
          </a:p>
        </p:txBody>
      </p:sp>
      <p:sp>
        <p:nvSpPr>
          <p:cNvPr id="4" name="Rectangle 8"/>
          <p:cNvSpPr>
            <a:spLocks noChangeArrowheads="1"/>
          </p:cNvSpPr>
          <p:nvPr/>
        </p:nvSpPr>
        <p:spPr bwMode="auto">
          <a:xfrm>
            <a:off x="545144" y="998197"/>
            <a:ext cx="8053712" cy="25867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并没有取代 </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，而是作为一种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增强技术。</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主要特点：</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可以在多种上层传输协议环境中使用；</a:t>
            </a:r>
            <a:endParaRPr lang="en-US" altLang="zh-CN" sz="2000" b="1" dirty="0">
              <a:latin typeface="微软雅黑" pitchFamily="34" charset="-122"/>
              <a:ea typeface="微软雅黑" pitchFamily="34" charset="-122"/>
            </a:endParaRP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虽然是一种面向连接的技术，但它能够在无连接的环境中工作；</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支持流量工程，平衡网络负载；</a:t>
            </a:r>
          </a:p>
          <a:p>
            <a:pPr marL="623888" indent="-342900">
              <a:lnSpc>
                <a:spcPts val="3300"/>
              </a:lnSpc>
              <a:buClr>
                <a:srgbClr val="7030A0"/>
              </a:buClr>
              <a:buFont typeface="+mj-lt"/>
              <a:buAutoNum type="arabicPeriod"/>
            </a:pPr>
            <a:r>
              <a:rPr lang="zh-CN" altLang="en-US" sz="2000" b="1" dirty="0">
                <a:latin typeface="微软雅黑" pitchFamily="34" charset="-122"/>
                <a:ea typeface="微软雅黑" pitchFamily="34" charset="-122"/>
              </a:rPr>
              <a:t>有效地支持虚拟专用网 </a:t>
            </a:r>
            <a:r>
              <a:rPr lang="en-US" altLang="zh-CN" sz="2000" b="1" dirty="0">
                <a:latin typeface="微软雅黑" pitchFamily="34" charset="-122"/>
                <a:ea typeface="微软雅黑" pitchFamily="34" charset="-122"/>
              </a:rPr>
              <a:t>VPN</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3732089767"/>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09C8AA-9502-60D9-0A91-C9A1C4B23544}"/>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B350626E-14D2-B77A-01EF-4339ADC52D13}"/>
              </a:ext>
            </a:extLst>
          </p:cNvPr>
          <p:cNvSpPr/>
          <p:nvPr/>
        </p:nvSpPr>
        <p:spPr>
          <a:xfrm>
            <a:off x="545144" y="1046545"/>
            <a:ext cx="8053711" cy="285549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grpSp>
        <p:nvGrpSpPr>
          <p:cNvPr id="16" name="组合 15">
            <a:extLst>
              <a:ext uri="{FF2B5EF4-FFF2-40B4-BE49-F238E27FC236}">
                <a16:creationId xmlns:a16="http://schemas.microsoft.com/office/drawing/2014/main" id="{078908B4-E85D-2870-795A-B72EAC096771}"/>
              </a:ext>
            </a:extLst>
          </p:cNvPr>
          <p:cNvGrpSpPr/>
          <p:nvPr/>
        </p:nvGrpSpPr>
        <p:grpSpPr>
          <a:xfrm>
            <a:off x="1549926" y="3220286"/>
            <a:ext cx="1003442" cy="242009"/>
            <a:chOff x="1522766" y="3609571"/>
            <a:chExt cx="1152421" cy="268022"/>
          </a:xfrm>
        </p:grpSpPr>
        <p:sp>
          <p:nvSpPr>
            <p:cNvPr id="20" name="Text Box 151">
              <a:extLst>
                <a:ext uri="{FF2B5EF4-FFF2-40B4-BE49-F238E27FC236}">
                  <a16:creationId xmlns:a16="http://schemas.microsoft.com/office/drawing/2014/main" id="{4FD97FB8-7B10-0760-B1D8-B76B9CF1AD46}"/>
                </a:ext>
              </a:extLst>
            </p:cNvPr>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21" name="AutoShape 152">
              <a:extLst>
                <a:ext uri="{FF2B5EF4-FFF2-40B4-BE49-F238E27FC236}">
                  <a16:creationId xmlns:a16="http://schemas.microsoft.com/office/drawing/2014/main" id="{08C497C3-4926-A461-1AD0-E96D47076B43}"/>
                </a:ext>
              </a:extLst>
            </p:cNvPr>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graphicFrame>
        <p:nvGraphicFramePr>
          <p:cNvPr id="48" name="表格 47">
            <a:extLst>
              <a:ext uri="{FF2B5EF4-FFF2-40B4-BE49-F238E27FC236}">
                <a16:creationId xmlns:a16="http://schemas.microsoft.com/office/drawing/2014/main" id="{D860B7E3-C094-827D-E309-886E50F3AAE1}"/>
              </a:ext>
            </a:extLst>
          </p:cNvPr>
          <p:cNvGraphicFramePr>
            <a:graphicFrameLocks noGrp="1"/>
          </p:cNvGraphicFramePr>
          <p:nvPr/>
        </p:nvGraphicFramePr>
        <p:xfrm>
          <a:off x="1662692" y="2049022"/>
          <a:ext cx="1200150" cy="814640"/>
        </p:xfrm>
        <a:graphic>
          <a:graphicData uri="http://schemas.openxmlformats.org/drawingml/2006/table">
            <a:tbl>
              <a:tblPr firstRow="1" firstCol="1" bandRow="1" bandCol="1">
                <a:tableStyleId>{5940675A-B579-460E-94D1-54222C63F5DA}</a:tableStyleId>
              </a:tblPr>
              <a:tblGrid>
                <a:gridCol w="661191">
                  <a:extLst>
                    <a:ext uri="{9D8B030D-6E8A-4147-A177-3AD203B41FA5}">
                      <a16:colId xmlns:a16="http://schemas.microsoft.com/office/drawing/2014/main" val="20000"/>
                    </a:ext>
                  </a:extLst>
                </a:gridCol>
                <a:gridCol w="538959">
                  <a:extLst>
                    <a:ext uri="{9D8B030D-6E8A-4147-A177-3AD203B41FA5}">
                      <a16:colId xmlns:a16="http://schemas.microsoft.com/office/drawing/2014/main" val="20001"/>
                    </a:ext>
                  </a:extLst>
                </a:gridCol>
              </a:tblGrid>
              <a:tr h="193389">
                <a:tc>
                  <a:txBody>
                    <a:bodyPr/>
                    <a:lstStyle/>
                    <a:p>
                      <a:pPr>
                        <a:lnSpc>
                          <a:spcPts val="1600"/>
                        </a:lnSpc>
                        <a:spcAft>
                          <a:spcPts val="0"/>
                        </a:spcAft>
                      </a:pPr>
                      <a:r>
                        <a:rPr lang="en-US" sz="1400" b="1" kern="0" dirty="0" err="1">
                          <a:effectLst/>
                          <a:latin typeface="微软雅黑" pitchFamily="34" charset="-122"/>
                          <a:ea typeface="微软雅黑" pitchFamily="34" charset="-122"/>
                        </a:rPr>
                        <a:t>Dest</a:t>
                      </a:r>
                      <a:endParaRPr lang="zh-CN" sz="1400" b="1" kern="0" dirty="0">
                        <a:effectLst/>
                        <a:latin typeface="微软雅黑" pitchFamily="34" charset="-122"/>
                        <a:ea typeface="微软雅黑" pitchFamily="34" charset="-122"/>
                        <a:cs typeface="Times New Roman"/>
                      </a:endParaRPr>
                    </a:p>
                  </a:txBody>
                  <a:tcPr marL="68580" marR="68580" marT="0" marB="0">
                    <a:solidFill>
                      <a:schemeClr val="bg1"/>
                    </a:solidFill>
                  </a:tcPr>
                </a:tc>
                <a:tc>
                  <a:txBody>
                    <a:bodyPr/>
                    <a:lstStyle/>
                    <a:p>
                      <a:pPr>
                        <a:lnSpc>
                          <a:spcPts val="1600"/>
                        </a:lnSpc>
                        <a:spcAft>
                          <a:spcPts val="0"/>
                        </a:spcAft>
                      </a:pPr>
                      <a:r>
                        <a:rPr lang="en-US" sz="1400" b="1" dirty="0">
                          <a:effectLst/>
                          <a:latin typeface="微软雅黑" pitchFamily="34" charset="-122"/>
                          <a:ea typeface="微软雅黑" pitchFamily="34" charset="-122"/>
                        </a:rPr>
                        <a:t>Out</a:t>
                      </a:r>
                      <a:endParaRPr lang="zh-CN" sz="1400" b="1" dirty="0">
                        <a:effectLst/>
                        <a:latin typeface="微软雅黑" pitchFamily="34" charset="-122"/>
                        <a:ea typeface="微软雅黑" pitchFamily="34" charset="-122"/>
                      </a:endParaRPr>
                    </a:p>
                  </a:txBody>
                  <a:tcPr marL="68580" marR="68580" marT="0" marB="0">
                    <a:solidFill>
                      <a:schemeClr val="bg1"/>
                    </a:solidFill>
                  </a:tcPr>
                </a:tc>
                <a:extLst>
                  <a:ext uri="{0D108BD9-81ED-4DB2-BD59-A6C34878D82A}">
                    <a16:rowId xmlns:a16="http://schemas.microsoft.com/office/drawing/2014/main" val="10000"/>
                  </a:ext>
                </a:extLst>
              </a:tr>
              <a:tr h="203104">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47.1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1"/>
                  </a:ext>
                </a:extLst>
              </a:tr>
              <a:tr h="206302">
                <a:tc>
                  <a:txBody>
                    <a:bodyPr/>
                    <a:lstStyle/>
                    <a:p>
                      <a:pPr>
                        <a:lnSpc>
                          <a:spcPts val="1600"/>
                        </a:lnSpc>
                        <a:spcAft>
                          <a:spcPts val="0"/>
                        </a:spcAft>
                      </a:pPr>
                      <a:r>
                        <a:rPr lang="en-US" sz="1200" b="1" dirty="0">
                          <a:effectLst/>
                          <a:latin typeface="微软雅黑" pitchFamily="34" charset="-122"/>
                          <a:ea typeface="微软雅黑" pitchFamily="34" charset="-122"/>
                        </a:rPr>
                        <a:t>47.2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2"/>
                  </a:ext>
                </a:extLst>
              </a:tr>
              <a:tr h="202034">
                <a:tc>
                  <a:txBody>
                    <a:bodyPr/>
                    <a:lstStyle/>
                    <a:p>
                      <a:pPr>
                        <a:lnSpc>
                          <a:spcPts val="1600"/>
                        </a:lnSpc>
                        <a:spcAft>
                          <a:spcPts val="0"/>
                        </a:spcAft>
                      </a:pPr>
                      <a:r>
                        <a:rPr lang="en-US" sz="1200" b="1" dirty="0">
                          <a:effectLst/>
                          <a:latin typeface="微软雅黑" pitchFamily="34" charset="-122"/>
                          <a:ea typeface="微软雅黑" pitchFamily="34" charset="-122"/>
                        </a:rPr>
                        <a:t>47.3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3"/>
                  </a:ext>
                </a:extLst>
              </a:tr>
            </a:tbl>
          </a:graphicData>
        </a:graphic>
      </p:graphicFrame>
      <p:graphicFrame>
        <p:nvGraphicFramePr>
          <p:cNvPr id="49" name="表格 48">
            <a:extLst>
              <a:ext uri="{FF2B5EF4-FFF2-40B4-BE49-F238E27FC236}">
                <a16:creationId xmlns:a16="http://schemas.microsoft.com/office/drawing/2014/main" id="{DF098D77-BEB7-0887-8D83-087134C4DB26}"/>
              </a:ext>
            </a:extLst>
          </p:cNvPr>
          <p:cNvGraphicFramePr>
            <a:graphicFrameLocks noGrp="1"/>
          </p:cNvGraphicFramePr>
          <p:nvPr/>
        </p:nvGraphicFramePr>
        <p:xfrm>
          <a:off x="3453368" y="1167386"/>
          <a:ext cx="1200150" cy="824951"/>
        </p:xfrm>
        <a:graphic>
          <a:graphicData uri="http://schemas.openxmlformats.org/drawingml/2006/table">
            <a:tbl>
              <a:tblPr firstRow="1" firstCol="1" bandRow="1" bandCol="1">
                <a:tableStyleId>{5940675A-B579-460E-94D1-54222C63F5DA}</a:tableStyleId>
              </a:tblPr>
              <a:tblGrid>
                <a:gridCol w="661191">
                  <a:extLst>
                    <a:ext uri="{9D8B030D-6E8A-4147-A177-3AD203B41FA5}">
                      <a16:colId xmlns:a16="http://schemas.microsoft.com/office/drawing/2014/main" val="20000"/>
                    </a:ext>
                  </a:extLst>
                </a:gridCol>
                <a:gridCol w="538959">
                  <a:extLst>
                    <a:ext uri="{9D8B030D-6E8A-4147-A177-3AD203B41FA5}">
                      <a16:colId xmlns:a16="http://schemas.microsoft.com/office/drawing/2014/main" val="20001"/>
                    </a:ext>
                  </a:extLst>
                </a:gridCol>
              </a:tblGrid>
              <a:tr h="162038">
                <a:tc>
                  <a:txBody>
                    <a:bodyPr/>
                    <a:lstStyle/>
                    <a:p>
                      <a:pPr>
                        <a:lnSpc>
                          <a:spcPts val="1600"/>
                        </a:lnSpc>
                        <a:spcAft>
                          <a:spcPts val="0"/>
                        </a:spcAft>
                      </a:pPr>
                      <a:r>
                        <a:rPr lang="en-US" sz="1400" b="1" kern="0" dirty="0" err="1">
                          <a:effectLst/>
                          <a:latin typeface="微软雅黑" pitchFamily="34" charset="-122"/>
                          <a:ea typeface="微软雅黑" pitchFamily="34" charset="-122"/>
                        </a:rPr>
                        <a:t>Dest</a:t>
                      </a:r>
                      <a:endParaRPr lang="zh-CN" sz="1400" b="1" kern="0" dirty="0">
                        <a:effectLst/>
                        <a:latin typeface="微软雅黑" pitchFamily="34" charset="-122"/>
                        <a:ea typeface="微软雅黑" pitchFamily="34" charset="-122"/>
                        <a:cs typeface="Times New Roman"/>
                      </a:endParaRPr>
                    </a:p>
                  </a:txBody>
                  <a:tcPr marL="68580" marR="68580" marT="0" marB="0">
                    <a:solidFill>
                      <a:schemeClr val="bg1"/>
                    </a:solidFill>
                  </a:tcPr>
                </a:tc>
                <a:tc>
                  <a:txBody>
                    <a:bodyPr/>
                    <a:lstStyle/>
                    <a:p>
                      <a:pPr>
                        <a:lnSpc>
                          <a:spcPts val="1600"/>
                        </a:lnSpc>
                        <a:spcAft>
                          <a:spcPts val="0"/>
                        </a:spcAft>
                      </a:pPr>
                      <a:r>
                        <a:rPr lang="en-US" sz="1400" b="1" dirty="0">
                          <a:effectLst/>
                          <a:latin typeface="微软雅黑" pitchFamily="34" charset="-122"/>
                          <a:ea typeface="微软雅黑" pitchFamily="34" charset="-122"/>
                        </a:rPr>
                        <a:t>Out</a:t>
                      </a:r>
                      <a:endParaRPr lang="zh-CN" sz="1400" b="1" dirty="0">
                        <a:effectLst/>
                        <a:latin typeface="微软雅黑" pitchFamily="34" charset="-122"/>
                        <a:ea typeface="微软雅黑" pitchFamily="34" charset="-122"/>
                      </a:endParaRPr>
                    </a:p>
                  </a:txBody>
                  <a:tcPr marL="68580" marR="68580" marT="0" marB="0">
                    <a:solidFill>
                      <a:schemeClr val="bg1"/>
                    </a:solidFill>
                  </a:tcPr>
                </a:tc>
                <a:extLst>
                  <a:ext uri="{0D108BD9-81ED-4DB2-BD59-A6C34878D82A}">
                    <a16:rowId xmlns:a16="http://schemas.microsoft.com/office/drawing/2014/main" val="10000"/>
                  </a:ext>
                </a:extLst>
              </a:tr>
              <a:tr h="206529">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47.1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a:effectLst/>
                          <a:highlight>
                            <a:srgbClr val="FFFF00"/>
                          </a:highlight>
                          <a:latin typeface="微软雅黑" pitchFamily="34" charset="-122"/>
                          <a:ea typeface="微软雅黑" pitchFamily="34" charset="-122"/>
                        </a:rPr>
                        <a:t>1</a:t>
                      </a:r>
                      <a:endParaRPr lang="zh-CN" sz="1200" b="1">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1"/>
                  </a:ext>
                </a:extLst>
              </a:tr>
              <a:tr h="209781">
                <a:tc>
                  <a:txBody>
                    <a:bodyPr/>
                    <a:lstStyle/>
                    <a:p>
                      <a:pPr>
                        <a:lnSpc>
                          <a:spcPts val="1600"/>
                        </a:lnSpc>
                        <a:spcAft>
                          <a:spcPts val="0"/>
                        </a:spcAft>
                      </a:pPr>
                      <a:r>
                        <a:rPr lang="en-US" sz="1200" b="1" dirty="0">
                          <a:effectLst/>
                          <a:latin typeface="微软雅黑" pitchFamily="34" charset="-122"/>
                          <a:ea typeface="微软雅黑" pitchFamily="34" charset="-122"/>
                        </a:rPr>
                        <a:t>47.2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2"/>
                  </a:ext>
                </a:extLst>
              </a:tr>
              <a:tr h="205441">
                <a:tc>
                  <a:txBody>
                    <a:bodyPr/>
                    <a:lstStyle/>
                    <a:p>
                      <a:pPr>
                        <a:lnSpc>
                          <a:spcPts val="1600"/>
                        </a:lnSpc>
                        <a:spcAft>
                          <a:spcPts val="0"/>
                        </a:spcAft>
                      </a:pPr>
                      <a:r>
                        <a:rPr lang="en-US" sz="1200" b="1" dirty="0">
                          <a:effectLst/>
                          <a:latin typeface="微软雅黑" pitchFamily="34" charset="-122"/>
                          <a:ea typeface="微软雅黑" pitchFamily="34" charset="-122"/>
                        </a:rPr>
                        <a:t>47.3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3"/>
                  </a:ext>
                </a:extLst>
              </a:tr>
            </a:tbl>
          </a:graphicData>
        </a:graphic>
      </p:graphicFrame>
      <p:graphicFrame>
        <p:nvGraphicFramePr>
          <p:cNvPr id="50" name="表格 49">
            <a:extLst>
              <a:ext uri="{FF2B5EF4-FFF2-40B4-BE49-F238E27FC236}">
                <a16:creationId xmlns:a16="http://schemas.microsoft.com/office/drawing/2014/main" id="{BEE42B01-CD3E-6AFC-7295-BD018A7C6BB9}"/>
              </a:ext>
            </a:extLst>
          </p:cNvPr>
          <p:cNvGraphicFramePr>
            <a:graphicFrameLocks noGrp="1"/>
          </p:cNvGraphicFramePr>
          <p:nvPr/>
        </p:nvGraphicFramePr>
        <p:xfrm>
          <a:off x="5497252" y="1168422"/>
          <a:ext cx="1200150" cy="829833"/>
        </p:xfrm>
        <a:graphic>
          <a:graphicData uri="http://schemas.openxmlformats.org/drawingml/2006/table">
            <a:tbl>
              <a:tblPr firstRow="1" firstCol="1" bandRow="1" bandCol="1">
                <a:tableStyleId>{5940675A-B579-460E-94D1-54222C63F5DA}</a:tableStyleId>
              </a:tblPr>
              <a:tblGrid>
                <a:gridCol w="661191">
                  <a:extLst>
                    <a:ext uri="{9D8B030D-6E8A-4147-A177-3AD203B41FA5}">
                      <a16:colId xmlns:a16="http://schemas.microsoft.com/office/drawing/2014/main" val="20000"/>
                    </a:ext>
                  </a:extLst>
                </a:gridCol>
                <a:gridCol w="538959">
                  <a:extLst>
                    <a:ext uri="{9D8B030D-6E8A-4147-A177-3AD203B41FA5}">
                      <a16:colId xmlns:a16="http://schemas.microsoft.com/office/drawing/2014/main" val="20001"/>
                    </a:ext>
                  </a:extLst>
                </a:gridCol>
              </a:tblGrid>
              <a:tr h="207067">
                <a:tc>
                  <a:txBody>
                    <a:bodyPr/>
                    <a:lstStyle/>
                    <a:p>
                      <a:pPr>
                        <a:lnSpc>
                          <a:spcPts val="1600"/>
                        </a:lnSpc>
                        <a:spcAft>
                          <a:spcPts val="0"/>
                        </a:spcAft>
                      </a:pPr>
                      <a:r>
                        <a:rPr lang="en-US" sz="1400" b="1" kern="0" dirty="0" err="1">
                          <a:effectLst/>
                          <a:latin typeface="微软雅黑" pitchFamily="34" charset="-122"/>
                          <a:ea typeface="微软雅黑" pitchFamily="34" charset="-122"/>
                        </a:rPr>
                        <a:t>Dest</a:t>
                      </a:r>
                      <a:endParaRPr lang="zh-CN" sz="1400" b="1" kern="0" dirty="0">
                        <a:effectLst/>
                        <a:latin typeface="微软雅黑" pitchFamily="34" charset="-122"/>
                        <a:ea typeface="微软雅黑" pitchFamily="34" charset="-122"/>
                        <a:cs typeface="Times New Roman"/>
                      </a:endParaRPr>
                    </a:p>
                  </a:txBody>
                  <a:tcPr marL="68580" marR="68580" marT="0" marB="0">
                    <a:solidFill>
                      <a:schemeClr val="bg1"/>
                    </a:solidFill>
                  </a:tcPr>
                </a:tc>
                <a:tc>
                  <a:txBody>
                    <a:bodyPr/>
                    <a:lstStyle/>
                    <a:p>
                      <a:pPr>
                        <a:lnSpc>
                          <a:spcPts val="1600"/>
                        </a:lnSpc>
                        <a:spcAft>
                          <a:spcPts val="0"/>
                        </a:spcAft>
                      </a:pPr>
                      <a:r>
                        <a:rPr lang="en-US" sz="1400" b="1" dirty="0">
                          <a:effectLst/>
                          <a:latin typeface="微软雅黑" pitchFamily="34" charset="-122"/>
                          <a:ea typeface="微软雅黑" pitchFamily="34" charset="-122"/>
                        </a:rPr>
                        <a:t>Out</a:t>
                      </a:r>
                      <a:endParaRPr lang="zh-CN" sz="1400" b="1" dirty="0">
                        <a:effectLst/>
                        <a:latin typeface="微软雅黑" pitchFamily="34" charset="-122"/>
                        <a:ea typeface="微软雅黑" pitchFamily="34" charset="-122"/>
                      </a:endParaRPr>
                    </a:p>
                  </a:txBody>
                  <a:tcPr marL="68580" marR="68580" marT="0" marB="0">
                    <a:solidFill>
                      <a:schemeClr val="bg1"/>
                    </a:solidFill>
                  </a:tcPr>
                </a:tc>
                <a:extLst>
                  <a:ext uri="{0D108BD9-81ED-4DB2-BD59-A6C34878D82A}">
                    <a16:rowId xmlns:a16="http://schemas.microsoft.com/office/drawing/2014/main" val="10000"/>
                  </a:ext>
                </a:extLst>
              </a:tr>
              <a:tr h="206866">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47.1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highlight>
                            <a:srgbClr val="FFFF00"/>
                          </a:highlight>
                          <a:latin typeface="微软雅黑" pitchFamily="34" charset="-122"/>
                          <a:ea typeface="微软雅黑" pitchFamily="34" charset="-122"/>
                        </a:rPr>
                        <a:t>1</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1"/>
                  </a:ext>
                </a:extLst>
              </a:tr>
              <a:tr h="210124">
                <a:tc>
                  <a:txBody>
                    <a:bodyPr/>
                    <a:lstStyle/>
                    <a:p>
                      <a:pPr>
                        <a:lnSpc>
                          <a:spcPts val="1600"/>
                        </a:lnSpc>
                        <a:spcAft>
                          <a:spcPts val="0"/>
                        </a:spcAft>
                      </a:pPr>
                      <a:r>
                        <a:rPr lang="en-US" sz="1200" b="1" dirty="0">
                          <a:effectLst/>
                          <a:latin typeface="微软雅黑" pitchFamily="34" charset="-122"/>
                          <a:ea typeface="微软雅黑" pitchFamily="34" charset="-122"/>
                        </a:rPr>
                        <a:t>47.2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2</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2"/>
                  </a:ext>
                </a:extLst>
              </a:tr>
              <a:tr h="205776">
                <a:tc>
                  <a:txBody>
                    <a:bodyPr/>
                    <a:lstStyle/>
                    <a:p>
                      <a:pPr>
                        <a:lnSpc>
                          <a:spcPts val="1600"/>
                        </a:lnSpc>
                        <a:spcAft>
                          <a:spcPts val="0"/>
                        </a:spcAft>
                      </a:pPr>
                      <a:r>
                        <a:rPr lang="en-US" sz="1200" b="1">
                          <a:effectLst/>
                          <a:latin typeface="微软雅黑" pitchFamily="34" charset="-122"/>
                          <a:ea typeface="微软雅黑" pitchFamily="34" charset="-122"/>
                        </a:rPr>
                        <a:t>47.3</a:t>
                      </a:r>
                      <a:endParaRPr lang="zh-CN" sz="1200" b="1">
                        <a:effectLst/>
                        <a:latin typeface="微软雅黑" pitchFamily="34" charset="-122"/>
                        <a:ea typeface="微软雅黑" pitchFamily="34" charset="-122"/>
                      </a:endParaRPr>
                    </a:p>
                  </a:txBody>
                  <a:tcPr marL="68580" marR="68580" marT="0" marB="0" anchor="ctr">
                    <a:solidFill>
                      <a:schemeClr val="bg1"/>
                    </a:solidFill>
                  </a:tcPr>
                </a:tc>
                <a:tc>
                  <a:txBody>
                    <a:bodyPr/>
                    <a:lstStyle/>
                    <a:p>
                      <a:pPr>
                        <a:lnSpc>
                          <a:spcPts val="1600"/>
                        </a:lnSpc>
                        <a:spcAft>
                          <a:spcPts val="0"/>
                        </a:spcAft>
                      </a:pPr>
                      <a:r>
                        <a:rPr lang="en-US" sz="1200" b="1" dirty="0">
                          <a:effectLst/>
                          <a:latin typeface="微软雅黑" pitchFamily="34" charset="-122"/>
                          <a:ea typeface="微软雅黑" pitchFamily="34" charset="-122"/>
                        </a:rPr>
                        <a:t>3</a:t>
                      </a:r>
                      <a:endParaRPr lang="zh-CN" sz="1200" b="1" dirty="0">
                        <a:effectLst/>
                        <a:latin typeface="微软雅黑" pitchFamily="34" charset="-122"/>
                        <a:ea typeface="微软雅黑" pitchFamily="34" charset="-122"/>
                      </a:endParaRPr>
                    </a:p>
                  </a:txBody>
                  <a:tcPr marL="68580" marR="68580" marT="0" marB="0" anchor="ctr">
                    <a:solidFill>
                      <a:schemeClr val="bg1"/>
                    </a:solidFill>
                  </a:tcPr>
                </a:tc>
                <a:extLst>
                  <a:ext uri="{0D108BD9-81ED-4DB2-BD59-A6C34878D82A}">
                    <a16:rowId xmlns:a16="http://schemas.microsoft.com/office/drawing/2014/main" val="10003"/>
                  </a:ext>
                </a:extLst>
              </a:tr>
            </a:tbl>
          </a:graphicData>
        </a:graphic>
      </p:graphicFrame>
      <p:grpSp>
        <p:nvGrpSpPr>
          <p:cNvPr id="78" name="组合 77">
            <a:extLst>
              <a:ext uri="{FF2B5EF4-FFF2-40B4-BE49-F238E27FC236}">
                <a16:creationId xmlns:a16="http://schemas.microsoft.com/office/drawing/2014/main" id="{65684DB7-9E31-2FCC-EE5C-B15FA966B8E1}"/>
              </a:ext>
            </a:extLst>
          </p:cNvPr>
          <p:cNvGrpSpPr/>
          <p:nvPr/>
        </p:nvGrpSpPr>
        <p:grpSpPr>
          <a:xfrm>
            <a:off x="1901228" y="1938899"/>
            <a:ext cx="5341151" cy="1872063"/>
            <a:chOff x="1901228" y="2138071"/>
            <a:chExt cx="5916670" cy="1965649"/>
          </a:xfrm>
        </p:grpSpPr>
        <p:cxnSp>
          <p:nvCxnSpPr>
            <p:cNvPr id="5" name="AutoShape 136">
              <a:extLst>
                <a:ext uri="{FF2B5EF4-FFF2-40B4-BE49-F238E27FC236}">
                  <a16:creationId xmlns:a16="http://schemas.microsoft.com/office/drawing/2014/main" id="{F928AD58-FEEB-84B8-89B6-326594E45A0D}"/>
                </a:ext>
              </a:extLst>
            </p:cNvPr>
            <p:cNvCxnSpPr>
              <a:cxnSpLocks noChangeShapeType="1"/>
            </p:cNvCxnSpPr>
            <p:nvPr/>
          </p:nvCxnSpPr>
          <p:spPr bwMode="auto">
            <a:xfrm flipV="1">
              <a:off x="3412827" y="2615698"/>
              <a:ext cx="436623" cy="687077"/>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 name="AutoShape 137">
              <a:extLst>
                <a:ext uri="{FF2B5EF4-FFF2-40B4-BE49-F238E27FC236}">
                  <a16:creationId xmlns:a16="http://schemas.microsoft.com/office/drawing/2014/main" id="{B295C1F5-C866-191D-32DB-4C2A8BB0B307}"/>
                </a:ext>
              </a:extLst>
            </p:cNvPr>
            <p:cNvCxnSpPr>
              <a:cxnSpLocks noChangeShapeType="1"/>
              <a:stCxn id="40" idx="3"/>
              <a:endCxn id="46" idx="1"/>
            </p:cNvCxnSpPr>
            <p:nvPr/>
          </p:nvCxnSpPr>
          <p:spPr bwMode="auto">
            <a:xfrm>
              <a:off x="4361708" y="2484661"/>
              <a:ext cx="1549663" cy="0"/>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 name="AutoShape 138">
              <a:extLst>
                <a:ext uri="{FF2B5EF4-FFF2-40B4-BE49-F238E27FC236}">
                  <a16:creationId xmlns:a16="http://schemas.microsoft.com/office/drawing/2014/main" id="{73FC3E3F-D06F-8661-0AD8-E34B0F60D72D}"/>
                </a:ext>
              </a:extLst>
            </p:cNvPr>
            <p:cNvCxnSpPr>
              <a:cxnSpLocks noChangeShapeType="1"/>
            </p:cNvCxnSpPr>
            <p:nvPr/>
          </p:nvCxnSpPr>
          <p:spPr bwMode="auto">
            <a:xfrm>
              <a:off x="3314177" y="3520385"/>
              <a:ext cx="411042" cy="378159"/>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 name="AutoShape 139">
              <a:extLst>
                <a:ext uri="{FF2B5EF4-FFF2-40B4-BE49-F238E27FC236}">
                  <a16:creationId xmlns:a16="http://schemas.microsoft.com/office/drawing/2014/main" id="{73B87A11-A668-746D-40EC-6483D3922A40}"/>
                </a:ext>
              </a:extLst>
            </p:cNvPr>
            <p:cNvCxnSpPr>
              <a:cxnSpLocks noChangeShapeType="1"/>
            </p:cNvCxnSpPr>
            <p:nvPr/>
          </p:nvCxnSpPr>
          <p:spPr bwMode="auto">
            <a:xfrm flipV="1">
              <a:off x="4309383" y="3211594"/>
              <a:ext cx="518850" cy="599907"/>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 name="AutoShape 140">
              <a:extLst>
                <a:ext uri="{FF2B5EF4-FFF2-40B4-BE49-F238E27FC236}">
                  <a16:creationId xmlns:a16="http://schemas.microsoft.com/office/drawing/2014/main" id="{6EFD342C-F505-D26E-2662-9C519683A953}"/>
                </a:ext>
              </a:extLst>
            </p:cNvPr>
            <p:cNvCxnSpPr>
              <a:cxnSpLocks noChangeShapeType="1"/>
              <a:stCxn id="42" idx="3"/>
              <a:endCxn id="44" idx="1"/>
            </p:cNvCxnSpPr>
            <p:nvPr/>
          </p:nvCxnSpPr>
          <p:spPr bwMode="auto">
            <a:xfrm>
              <a:off x="5499100" y="3164224"/>
              <a:ext cx="978012" cy="264282"/>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AutoShape 141">
              <a:extLst>
                <a:ext uri="{FF2B5EF4-FFF2-40B4-BE49-F238E27FC236}">
                  <a16:creationId xmlns:a16="http://schemas.microsoft.com/office/drawing/2014/main" id="{1DF436BF-D158-629E-D594-51ACA57408F0}"/>
                </a:ext>
              </a:extLst>
            </p:cNvPr>
            <p:cNvCxnSpPr>
              <a:cxnSpLocks noChangeShapeType="1"/>
              <a:stCxn id="43" idx="3"/>
              <a:endCxn id="45" idx="1"/>
            </p:cNvCxnSpPr>
            <p:nvPr/>
          </p:nvCxnSpPr>
          <p:spPr bwMode="auto">
            <a:xfrm flipV="1">
              <a:off x="4391369" y="3931064"/>
              <a:ext cx="869529" cy="1"/>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 name="AutoShape 142">
              <a:extLst>
                <a:ext uri="{FF2B5EF4-FFF2-40B4-BE49-F238E27FC236}">
                  <a16:creationId xmlns:a16="http://schemas.microsoft.com/office/drawing/2014/main" id="{767D1D48-3941-44E4-B318-9C66D39CF192}"/>
                </a:ext>
              </a:extLst>
            </p:cNvPr>
            <p:cNvCxnSpPr>
              <a:cxnSpLocks noChangeShapeType="1"/>
            </p:cNvCxnSpPr>
            <p:nvPr/>
          </p:nvCxnSpPr>
          <p:spPr bwMode="auto">
            <a:xfrm>
              <a:off x="4244574" y="2599380"/>
              <a:ext cx="705508" cy="535765"/>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AutoShape 143">
              <a:extLst>
                <a:ext uri="{FF2B5EF4-FFF2-40B4-BE49-F238E27FC236}">
                  <a16:creationId xmlns:a16="http://schemas.microsoft.com/office/drawing/2014/main" id="{5B6833BE-1B13-B442-2438-D46A0F1DA306}"/>
                </a:ext>
              </a:extLst>
            </p:cNvPr>
            <p:cNvCxnSpPr>
              <a:cxnSpLocks noChangeShapeType="1"/>
              <a:stCxn id="45" idx="3"/>
              <a:endCxn id="44" idx="2"/>
            </p:cNvCxnSpPr>
            <p:nvPr/>
          </p:nvCxnSpPr>
          <p:spPr bwMode="auto">
            <a:xfrm flipV="1">
              <a:off x="5946918" y="3601161"/>
              <a:ext cx="873204" cy="329903"/>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AutoShape 144">
              <a:extLst>
                <a:ext uri="{FF2B5EF4-FFF2-40B4-BE49-F238E27FC236}">
                  <a16:creationId xmlns:a16="http://schemas.microsoft.com/office/drawing/2014/main" id="{2CD766E5-95AC-C068-D178-3FBCB6393452}"/>
                </a:ext>
              </a:extLst>
            </p:cNvPr>
            <p:cNvCxnSpPr>
              <a:cxnSpLocks noChangeShapeType="1"/>
            </p:cNvCxnSpPr>
            <p:nvPr/>
          </p:nvCxnSpPr>
          <p:spPr bwMode="auto">
            <a:xfrm>
              <a:off x="6407829" y="2556129"/>
              <a:ext cx="338086" cy="762363"/>
            </a:xfrm>
            <a:prstGeom prst="straightConnector1">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 name="Line 145">
              <a:extLst>
                <a:ext uri="{FF2B5EF4-FFF2-40B4-BE49-F238E27FC236}">
                  <a16:creationId xmlns:a16="http://schemas.microsoft.com/office/drawing/2014/main" id="{A9889A3D-A433-9E52-5396-7D84BAD4E0AA}"/>
                </a:ext>
              </a:extLst>
            </p:cNvPr>
            <p:cNvSpPr>
              <a:spLocks noChangeShapeType="1"/>
            </p:cNvSpPr>
            <p:nvPr/>
          </p:nvSpPr>
          <p:spPr bwMode="auto">
            <a:xfrm>
              <a:off x="6527756" y="2410087"/>
              <a:ext cx="832699" cy="0"/>
            </a:xfrm>
            <a:prstGeom prst="line">
              <a:avLst/>
            </a:prstGeom>
            <a:noFill/>
            <a:ln w="38100">
              <a:solidFill>
                <a:srgbClr val="99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endParaRPr lang="zh-CN" altLang="en-US" sz="1400" b="1">
                <a:solidFill>
                  <a:srgbClr val="000099"/>
                </a:solidFill>
                <a:latin typeface="微软雅黑" pitchFamily="34" charset="-122"/>
                <a:ea typeface="微软雅黑" pitchFamily="34" charset="-122"/>
              </a:endParaRPr>
            </a:p>
          </p:txBody>
        </p:sp>
        <p:sp>
          <p:nvSpPr>
            <p:cNvPr id="15" name="Line 146">
              <a:extLst>
                <a:ext uri="{FF2B5EF4-FFF2-40B4-BE49-F238E27FC236}">
                  <a16:creationId xmlns:a16="http://schemas.microsoft.com/office/drawing/2014/main" id="{7EF02DFD-6692-AD2B-7D27-565A5FEB6425}"/>
                </a:ext>
              </a:extLst>
            </p:cNvPr>
            <p:cNvSpPr>
              <a:spLocks noChangeShapeType="1"/>
            </p:cNvSpPr>
            <p:nvPr/>
          </p:nvSpPr>
          <p:spPr bwMode="auto">
            <a:xfrm flipV="1">
              <a:off x="7114822" y="3436242"/>
              <a:ext cx="703076" cy="0"/>
            </a:xfrm>
            <a:prstGeom prst="line">
              <a:avLst/>
            </a:prstGeom>
            <a:noFill/>
            <a:ln w="38100">
              <a:solidFill>
                <a:srgbClr val="99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endParaRPr lang="zh-CN" altLang="en-US" sz="1400" b="1">
                <a:solidFill>
                  <a:srgbClr val="000099"/>
                </a:solidFill>
                <a:latin typeface="微软雅黑" pitchFamily="34" charset="-122"/>
                <a:ea typeface="微软雅黑" pitchFamily="34" charset="-122"/>
              </a:endParaRPr>
            </a:p>
          </p:txBody>
        </p:sp>
        <p:sp>
          <p:nvSpPr>
            <p:cNvPr id="18" name="Text Box 149">
              <a:extLst>
                <a:ext uri="{FF2B5EF4-FFF2-40B4-BE49-F238E27FC236}">
                  <a16:creationId xmlns:a16="http://schemas.microsoft.com/office/drawing/2014/main" id="{CF61075E-4D31-0E1E-93A7-AF009817827D}"/>
                </a:ext>
              </a:extLst>
            </p:cNvPr>
            <p:cNvSpPr txBox="1">
              <a:spLocks noChangeArrowheads="1"/>
            </p:cNvSpPr>
            <p:nvPr/>
          </p:nvSpPr>
          <p:spPr bwMode="auto">
            <a:xfrm>
              <a:off x="2054088" y="3200256"/>
              <a:ext cx="549831"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latin typeface="微软雅黑" pitchFamily="34" charset="-122"/>
                  <a:ea typeface="微软雅黑" pitchFamily="34" charset="-122"/>
                </a:rPr>
                <a:t>47.3</a:t>
              </a:r>
            </a:p>
          </p:txBody>
        </p:sp>
        <p:sp>
          <p:nvSpPr>
            <p:cNvPr id="22" name="Line 153">
              <a:extLst>
                <a:ext uri="{FF2B5EF4-FFF2-40B4-BE49-F238E27FC236}">
                  <a16:creationId xmlns:a16="http://schemas.microsoft.com/office/drawing/2014/main" id="{6E002089-1E82-35C9-217D-50123CAA1F48}"/>
                </a:ext>
              </a:extLst>
            </p:cNvPr>
            <p:cNvSpPr>
              <a:spLocks noChangeShapeType="1"/>
            </p:cNvSpPr>
            <p:nvPr/>
          </p:nvSpPr>
          <p:spPr bwMode="auto">
            <a:xfrm flipV="1">
              <a:off x="1901228" y="3444947"/>
              <a:ext cx="868439" cy="0"/>
            </a:xfrm>
            <a:prstGeom prst="line">
              <a:avLst/>
            </a:prstGeom>
            <a:noFill/>
            <a:ln w="38100">
              <a:solidFill>
                <a:srgbClr val="99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endParaRPr lang="zh-CN" altLang="en-US" sz="1400" b="1">
                <a:solidFill>
                  <a:srgbClr val="000099"/>
                </a:solidFill>
                <a:latin typeface="微软雅黑" pitchFamily="34" charset="-122"/>
                <a:ea typeface="微软雅黑" pitchFamily="34" charset="-122"/>
              </a:endParaRPr>
            </a:p>
          </p:txBody>
        </p:sp>
        <p:sp>
          <p:nvSpPr>
            <p:cNvPr id="25" name="Text Box 156">
              <a:extLst>
                <a:ext uri="{FF2B5EF4-FFF2-40B4-BE49-F238E27FC236}">
                  <a16:creationId xmlns:a16="http://schemas.microsoft.com/office/drawing/2014/main" id="{2B327AD1-B2FE-BDD2-790D-ACE544E2F0B9}"/>
                </a:ext>
              </a:extLst>
            </p:cNvPr>
            <p:cNvSpPr txBox="1">
              <a:spLocks noChangeArrowheads="1"/>
            </p:cNvSpPr>
            <p:nvPr/>
          </p:nvSpPr>
          <p:spPr bwMode="auto">
            <a:xfrm>
              <a:off x="4107169" y="2586763"/>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2</a:t>
              </a:r>
            </a:p>
          </p:txBody>
        </p:sp>
        <p:sp>
          <p:nvSpPr>
            <p:cNvPr id="26" name="Text Box 157">
              <a:extLst>
                <a:ext uri="{FF2B5EF4-FFF2-40B4-BE49-F238E27FC236}">
                  <a16:creationId xmlns:a16="http://schemas.microsoft.com/office/drawing/2014/main" id="{8F7E1A65-2263-7A1B-BE47-A58B03638F87}"/>
                </a:ext>
              </a:extLst>
            </p:cNvPr>
            <p:cNvSpPr txBox="1">
              <a:spLocks noChangeArrowheads="1"/>
            </p:cNvSpPr>
            <p:nvPr/>
          </p:nvSpPr>
          <p:spPr bwMode="auto">
            <a:xfrm>
              <a:off x="3544161" y="2493184"/>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3</a:t>
              </a:r>
            </a:p>
          </p:txBody>
        </p:sp>
        <p:sp>
          <p:nvSpPr>
            <p:cNvPr id="28" name="Text Box 159">
              <a:extLst>
                <a:ext uri="{FF2B5EF4-FFF2-40B4-BE49-F238E27FC236}">
                  <a16:creationId xmlns:a16="http://schemas.microsoft.com/office/drawing/2014/main" id="{BEABA0A8-1F2D-AF00-8492-E6C98FC4B349}"/>
                </a:ext>
              </a:extLst>
            </p:cNvPr>
            <p:cNvSpPr txBox="1">
              <a:spLocks noChangeArrowheads="1"/>
            </p:cNvSpPr>
            <p:nvPr/>
          </p:nvSpPr>
          <p:spPr bwMode="auto">
            <a:xfrm>
              <a:off x="6480677" y="2138071"/>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1</a:t>
              </a:r>
            </a:p>
          </p:txBody>
        </p:sp>
        <p:sp>
          <p:nvSpPr>
            <p:cNvPr id="29" name="Text Box 160">
              <a:extLst>
                <a:ext uri="{FF2B5EF4-FFF2-40B4-BE49-F238E27FC236}">
                  <a16:creationId xmlns:a16="http://schemas.microsoft.com/office/drawing/2014/main" id="{57FBFCD6-F012-1AC7-DA11-07CBA2FD9FE1}"/>
                </a:ext>
              </a:extLst>
            </p:cNvPr>
            <p:cNvSpPr txBox="1">
              <a:spLocks noChangeArrowheads="1"/>
            </p:cNvSpPr>
            <p:nvPr/>
          </p:nvSpPr>
          <p:spPr bwMode="auto">
            <a:xfrm>
              <a:off x="6230153" y="2601314"/>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2</a:t>
              </a:r>
            </a:p>
          </p:txBody>
        </p:sp>
        <p:sp>
          <p:nvSpPr>
            <p:cNvPr id="30" name="Text Box 161">
              <a:extLst>
                <a:ext uri="{FF2B5EF4-FFF2-40B4-BE49-F238E27FC236}">
                  <a16:creationId xmlns:a16="http://schemas.microsoft.com/office/drawing/2014/main" id="{0FE1B788-A6C8-BF98-2024-642DEC10A707}"/>
                </a:ext>
              </a:extLst>
            </p:cNvPr>
            <p:cNvSpPr txBox="1">
              <a:spLocks noChangeArrowheads="1"/>
            </p:cNvSpPr>
            <p:nvPr/>
          </p:nvSpPr>
          <p:spPr bwMode="auto">
            <a:xfrm>
              <a:off x="3256389" y="3021332"/>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1</a:t>
              </a:r>
            </a:p>
          </p:txBody>
        </p:sp>
        <p:sp>
          <p:nvSpPr>
            <p:cNvPr id="31" name="Text Box 162">
              <a:extLst>
                <a:ext uri="{FF2B5EF4-FFF2-40B4-BE49-F238E27FC236}">
                  <a16:creationId xmlns:a16="http://schemas.microsoft.com/office/drawing/2014/main" id="{4961E6D6-F6AD-404B-9001-B67846E0BD3C}"/>
                </a:ext>
              </a:extLst>
            </p:cNvPr>
            <p:cNvSpPr txBox="1">
              <a:spLocks noChangeArrowheads="1"/>
            </p:cNvSpPr>
            <p:nvPr/>
          </p:nvSpPr>
          <p:spPr bwMode="auto">
            <a:xfrm>
              <a:off x="3178851" y="3541512"/>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2</a:t>
              </a:r>
            </a:p>
          </p:txBody>
        </p:sp>
        <p:sp>
          <p:nvSpPr>
            <p:cNvPr id="32" name="Text Box 163">
              <a:extLst>
                <a:ext uri="{FF2B5EF4-FFF2-40B4-BE49-F238E27FC236}">
                  <a16:creationId xmlns:a16="http://schemas.microsoft.com/office/drawing/2014/main" id="{7A9C94AA-E3DE-46C8-79E6-5BB893373180}"/>
                </a:ext>
              </a:extLst>
            </p:cNvPr>
            <p:cNvSpPr txBox="1">
              <a:spLocks noChangeArrowheads="1"/>
            </p:cNvSpPr>
            <p:nvPr/>
          </p:nvSpPr>
          <p:spPr bwMode="auto">
            <a:xfrm>
              <a:off x="2540093" y="3162537"/>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a:solidFill>
                    <a:srgbClr val="0000FF"/>
                  </a:solidFill>
                  <a:latin typeface="微软雅黑" pitchFamily="34" charset="-122"/>
                  <a:ea typeface="微软雅黑" pitchFamily="34" charset="-122"/>
                </a:rPr>
                <a:t>3</a:t>
              </a:r>
            </a:p>
          </p:txBody>
        </p:sp>
        <p:sp>
          <p:nvSpPr>
            <p:cNvPr id="39" name="Text Box 169">
              <a:extLst>
                <a:ext uri="{FF2B5EF4-FFF2-40B4-BE49-F238E27FC236}">
                  <a16:creationId xmlns:a16="http://schemas.microsoft.com/office/drawing/2014/main" id="{741BD48F-9D34-A46D-AD78-03D07B5BA182}"/>
                </a:ext>
              </a:extLst>
            </p:cNvPr>
            <p:cNvSpPr txBox="1">
              <a:spLocks noChangeArrowheads="1"/>
            </p:cNvSpPr>
            <p:nvPr/>
          </p:nvSpPr>
          <p:spPr bwMode="auto">
            <a:xfrm>
              <a:off x="5680556" y="2231979"/>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3</a:t>
              </a:r>
            </a:p>
          </p:txBody>
        </p:sp>
        <p:pic>
          <p:nvPicPr>
            <p:cNvPr id="40" name="Picture 22">
              <a:extLst>
                <a:ext uri="{FF2B5EF4-FFF2-40B4-BE49-F238E27FC236}">
                  <a16:creationId xmlns:a16="http://schemas.microsoft.com/office/drawing/2014/main" id="{1018A77F-A05B-7D57-8D08-4FBC3BA32533}"/>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8125" y="2312005"/>
              <a:ext cx="613583"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 name="Picture 22">
              <a:extLst>
                <a:ext uri="{FF2B5EF4-FFF2-40B4-BE49-F238E27FC236}">
                  <a16:creationId xmlns:a16="http://schemas.microsoft.com/office/drawing/2014/main" id="{4F20339F-7DCF-6F5B-0A1B-B0D3712C3CC8}"/>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52919" y="3255849"/>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 name="Picture 22">
              <a:extLst>
                <a:ext uri="{FF2B5EF4-FFF2-40B4-BE49-F238E27FC236}">
                  <a16:creationId xmlns:a16="http://schemas.microsoft.com/office/drawing/2014/main" id="{1CC4619C-08EE-5BF4-227B-859E0A17E297}"/>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13079" y="2991568"/>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 name="Picture 22">
              <a:extLst>
                <a:ext uri="{FF2B5EF4-FFF2-40B4-BE49-F238E27FC236}">
                  <a16:creationId xmlns:a16="http://schemas.microsoft.com/office/drawing/2014/main" id="{99033456-ED3E-ED0C-BE55-ABAE08EA50F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05348" y="3758408"/>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 name="Picture 22">
              <a:extLst>
                <a:ext uri="{FF2B5EF4-FFF2-40B4-BE49-F238E27FC236}">
                  <a16:creationId xmlns:a16="http://schemas.microsoft.com/office/drawing/2014/main" id="{5B10522D-D568-C2AA-447F-0DD98778300C}"/>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77112" y="3255849"/>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 name="Picture 22">
              <a:extLst>
                <a:ext uri="{FF2B5EF4-FFF2-40B4-BE49-F238E27FC236}">
                  <a16:creationId xmlns:a16="http://schemas.microsoft.com/office/drawing/2014/main" id="{8B73B05A-F930-EE38-E7D8-74A8F6FCAE9F}"/>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60898" y="3758407"/>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 name="Picture 22">
              <a:extLst>
                <a:ext uri="{FF2B5EF4-FFF2-40B4-BE49-F238E27FC236}">
                  <a16:creationId xmlns:a16="http://schemas.microsoft.com/office/drawing/2014/main" id="{A3F28F31-069D-AC43-CE53-001A7ABA1A30}"/>
                </a:ext>
              </a:extLst>
            </p:cNvPr>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11371" y="2312005"/>
              <a:ext cx="686021" cy="34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Text Box 147">
              <a:extLst>
                <a:ext uri="{FF2B5EF4-FFF2-40B4-BE49-F238E27FC236}">
                  <a16:creationId xmlns:a16="http://schemas.microsoft.com/office/drawing/2014/main" id="{C3527566-1A30-3C0C-7860-BD08096BD590}"/>
                </a:ext>
              </a:extLst>
            </p:cNvPr>
            <p:cNvSpPr txBox="1">
              <a:spLocks noChangeArrowheads="1"/>
            </p:cNvSpPr>
            <p:nvPr/>
          </p:nvSpPr>
          <p:spPr bwMode="auto">
            <a:xfrm>
              <a:off x="6664367" y="2159594"/>
              <a:ext cx="549831"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a:latin typeface="微软雅黑" pitchFamily="34" charset="-122"/>
                  <a:ea typeface="微软雅黑" pitchFamily="34" charset="-122"/>
                </a:rPr>
                <a:t>47.1</a:t>
              </a:r>
            </a:p>
          </p:txBody>
        </p:sp>
        <p:sp>
          <p:nvSpPr>
            <p:cNvPr id="52" name="Text Box 148">
              <a:extLst>
                <a:ext uri="{FF2B5EF4-FFF2-40B4-BE49-F238E27FC236}">
                  <a16:creationId xmlns:a16="http://schemas.microsoft.com/office/drawing/2014/main" id="{E90516F8-B0EC-60A6-9B93-0E6DA0261E4C}"/>
                </a:ext>
              </a:extLst>
            </p:cNvPr>
            <p:cNvSpPr txBox="1">
              <a:spLocks noChangeArrowheads="1"/>
            </p:cNvSpPr>
            <p:nvPr/>
          </p:nvSpPr>
          <p:spPr bwMode="auto">
            <a:xfrm>
              <a:off x="7146979" y="3187683"/>
              <a:ext cx="549831"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latin typeface="微软雅黑" pitchFamily="34" charset="-122"/>
                  <a:ea typeface="微软雅黑" pitchFamily="34" charset="-122"/>
                </a:rPr>
                <a:t>47.2</a:t>
              </a:r>
            </a:p>
          </p:txBody>
        </p:sp>
        <p:sp>
          <p:nvSpPr>
            <p:cNvPr id="53" name="Text Box 155">
              <a:extLst>
                <a:ext uri="{FF2B5EF4-FFF2-40B4-BE49-F238E27FC236}">
                  <a16:creationId xmlns:a16="http://schemas.microsoft.com/office/drawing/2014/main" id="{BE94A4BF-A6C8-41A0-1074-BA9F9D7737C7}"/>
                </a:ext>
              </a:extLst>
            </p:cNvPr>
            <p:cNvSpPr txBox="1">
              <a:spLocks noChangeArrowheads="1"/>
            </p:cNvSpPr>
            <p:nvPr/>
          </p:nvSpPr>
          <p:spPr bwMode="auto">
            <a:xfrm>
              <a:off x="4298267" y="2242161"/>
              <a:ext cx="277319" cy="29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400" b="1" i="0" dirty="0">
                  <a:solidFill>
                    <a:srgbClr val="0000FF"/>
                  </a:solidFill>
                  <a:latin typeface="微软雅黑" pitchFamily="34" charset="-122"/>
                  <a:ea typeface="微软雅黑" pitchFamily="34" charset="-122"/>
                </a:rPr>
                <a:t>1</a:t>
              </a:r>
            </a:p>
          </p:txBody>
        </p:sp>
      </p:grpSp>
      <p:grpSp>
        <p:nvGrpSpPr>
          <p:cNvPr id="59" name="组合 58">
            <a:extLst>
              <a:ext uri="{FF2B5EF4-FFF2-40B4-BE49-F238E27FC236}">
                <a16:creationId xmlns:a16="http://schemas.microsoft.com/office/drawing/2014/main" id="{046EE029-26ED-FF9C-8828-61E7944F5014}"/>
              </a:ext>
            </a:extLst>
          </p:cNvPr>
          <p:cNvGrpSpPr/>
          <p:nvPr/>
        </p:nvGrpSpPr>
        <p:grpSpPr>
          <a:xfrm>
            <a:off x="4354659" y="1997330"/>
            <a:ext cx="1003442" cy="242009"/>
            <a:chOff x="1522766" y="3609571"/>
            <a:chExt cx="1152421" cy="268022"/>
          </a:xfrm>
        </p:grpSpPr>
        <p:sp>
          <p:nvSpPr>
            <p:cNvPr id="60" name="Text Box 151">
              <a:extLst>
                <a:ext uri="{FF2B5EF4-FFF2-40B4-BE49-F238E27FC236}">
                  <a16:creationId xmlns:a16="http://schemas.microsoft.com/office/drawing/2014/main" id="{B8AE8FAC-8088-DBFB-2A03-74EEC3175659}"/>
                </a:ext>
              </a:extLst>
            </p:cNvPr>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61" name="AutoShape 152">
              <a:extLst>
                <a:ext uri="{FF2B5EF4-FFF2-40B4-BE49-F238E27FC236}">
                  <a16:creationId xmlns:a16="http://schemas.microsoft.com/office/drawing/2014/main" id="{2C53F530-E201-06DE-91CB-5F176C237A9E}"/>
                </a:ext>
              </a:extLst>
            </p:cNvPr>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grpSp>
        <p:nvGrpSpPr>
          <p:cNvPr id="62" name="组合 61">
            <a:extLst>
              <a:ext uri="{FF2B5EF4-FFF2-40B4-BE49-F238E27FC236}">
                <a16:creationId xmlns:a16="http://schemas.microsoft.com/office/drawing/2014/main" id="{AD740873-1992-18B4-2033-F0D7747B5C5C}"/>
              </a:ext>
            </a:extLst>
          </p:cNvPr>
          <p:cNvGrpSpPr/>
          <p:nvPr/>
        </p:nvGrpSpPr>
        <p:grpSpPr>
          <a:xfrm>
            <a:off x="6285575" y="2248765"/>
            <a:ext cx="1003442" cy="242009"/>
            <a:chOff x="1522766" y="3609571"/>
            <a:chExt cx="1152421" cy="268022"/>
          </a:xfrm>
        </p:grpSpPr>
        <p:sp>
          <p:nvSpPr>
            <p:cNvPr id="63" name="Text Box 151">
              <a:extLst>
                <a:ext uri="{FF2B5EF4-FFF2-40B4-BE49-F238E27FC236}">
                  <a16:creationId xmlns:a16="http://schemas.microsoft.com/office/drawing/2014/main" id="{E036498D-192C-B35C-200F-7ECD89C4C37C}"/>
                </a:ext>
              </a:extLst>
            </p:cNvPr>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64" name="AutoShape 152">
              <a:extLst>
                <a:ext uri="{FF2B5EF4-FFF2-40B4-BE49-F238E27FC236}">
                  <a16:creationId xmlns:a16="http://schemas.microsoft.com/office/drawing/2014/main" id="{118FF094-4888-5AFE-8BB6-15C471DC32BC}"/>
                </a:ext>
              </a:extLst>
            </p:cNvPr>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grpSp>
        <p:nvGrpSpPr>
          <p:cNvPr id="54" name="组合 53">
            <a:extLst>
              <a:ext uri="{FF2B5EF4-FFF2-40B4-BE49-F238E27FC236}">
                <a16:creationId xmlns:a16="http://schemas.microsoft.com/office/drawing/2014/main" id="{5D45657D-B236-67F6-C57B-A73B19CB5908}"/>
              </a:ext>
            </a:extLst>
          </p:cNvPr>
          <p:cNvGrpSpPr/>
          <p:nvPr/>
        </p:nvGrpSpPr>
        <p:grpSpPr>
          <a:xfrm>
            <a:off x="3016862" y="2503693"/>
            <a:ext cx="1003442" cy="242009"/>
            <a:chOff x="1522766" y="3609571"/>
            <a:chExt cx="1152421" cy="268022"/>
          </a:xfrm>
        </p:grpSpPr>
        <p:sp>
          <p:nvSpPr>
            <p:cNvPr id="55" name="Text Box 151">
              <a:extLst>
                <a:ext uri="{FF2B5EF4-FFF2-40B4-BE49-F238E27FC236}">
                  <a16:creationId xmlns:a16="http://schemas.microsoft.com/office/drawing/2014/main" id="{2FD4E885-D644-060E-B827-45718ED6CC94}"/>
                </a:ext>
              </a:extLst>
            </p:cNvPr>
            <p:cNvSpPr txBox="1">
              <a:spLocks noChangeArrowheads="1"/>
            </p:cNvSpPr>
            <p:nvPr/>
          </p:nvSpPr>
          <p:spPr bwMode="auto">
            <a:xfrm>
              <a:off x="1522766" y="3609571"/>
              <a:ext cx="968215" cy="268022"/>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82550" tIns="41275" rIns="82550" bIns="41275" anchor="ctr" anchorCtr="0">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200" b="1" i="0" dirty="0">
                  <a:latin typeface="微软雅黑" pitchFamily="34" charset="-122"/>
                  <a:ea typeface="微软雅黑" pitchFamily="34" charset="-122"/>
                </a:rPr>
                <a:t>IP 47.1.1.1</a:t>
              </a:r>
            </a:p>
          </p:txBody>
        </p:sp>
        <p:sp>
          <p:nvSpPr>
            <p:cNvPr id="56" name="AutoShape 152">
              <a:extLst>
                <a:ext uri="{FF2B5EF4-FFF2-40B4-BE49-F238E27FC236}">
                  <a16:creationId xmlns:a16="http://schemas.microsoft.com/office/drawing/2014/main" id="{75853A62-BBCA-AFC5-EE5B-92D47544517C}"/>
                </a:ext>
              </a:extLst>
            </p:cNvPr>
            <p:cNvSpPr>
              <a:spLocks noChangeArrowheads="1"/>
            </p:cNvSpPr>
            <p:nvPr/>
          </p:nvSpPr>
          <p:spPr bwMode="auto">
            <a:xfrm>
              <a:off x="2486393" y="3660995"/>
              <a:ext cx="188794" cy="171976"/>
            </a:xfrm>
            <a:prstGeom prst="rightArrow">
              <a:avLst>
                <a:gd name="adj1" fmla="val 48447"/>
                <a:gd name="adj2" fmla="val 50968"/>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82550" tIns="41275" rIns="82550" bIns="41275" anchor="ctr">
              <a:spAutoFit/>
            </a:bodyPr>
            <a:lstStyle/>
            <a:p>
              <a:pPr algn="ctr" eaLnBrk="0" hangingPunct="0"/>
              <a:endParaRPr lang="zh-CN" altLang="en-US" sz="1100" b="1" i="0">
                <a:solidFill>
                  <a:srgbClr val="000099"/>
                </a:solidFill>
                <a:latin typeface="微软雅黑" pitchFamily="34" charset="-122"/>
                <a:ea typeface="微软雅黑" pitchFamily="34" charset="-122"/>
              </a:endParaRPr>
            </a:p>
          </p:txBody>
        </p:sp>
      </p:grpSp>
      <p:sp>
        <p:nvSpPr>
          <p:cNvPr id="94" name="矩形 93">
            <a:extLst>
              <a:ext uri="{FF2B5EF4-FFF2-40B4-BE49-F238E27FC236}">
                <a16:creationId xmlns:a16="http://schemas.microsoft.com/office/drawing/2014/main" id="{5A6215FC-716E-789C-7282-6610CFEFBE70}"/>
              </a:ext>
            </a:extLst>
          </p:cNvPr>
          <p:cNvSpPr/>
          <p:nvPr/>
        </p:nvSpPr>
        <p:spPr>
          <a:xfrm>
            <a:off x="993627" y="3884587"/>
            <a:ext cx="7308394" cy="938719"/>
          </a:xfrm>
          <a:prstGeom prst="rect">
            <a:avLst/>
          </a:prstGeom>
        </p:spPr>
        <p:txBody>
          <a:bodyPr wrap="square">
            <a:spAutoFit/>
          </a:bodyPr>
          <a:lstStyle/>
          <a:p>
            <a:pPr marL="285750" indent="-285750">
              <a:lnSpc>
                <a:spcPts val="2200"/>
              </a:lnSpc>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当网络很大时，查找路由表要花费很多时间。</a:t>
            </a:r>
          </a:p>
          <a:p>
            <a:pPr marL="285750" indent="-285750">
              <a:lnSpc>
                <a:spcPts val="2200"/>
              </a:lnSpc>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在出现突发通信时，缓存会溢出，引起分组丢失、传输时延增大和服务质量下降。</a:t>
            </a:r>
          </a:p>
        </p:txBody>
      </p:sp>
      <p:sp>
        <p:nvSpPr>
          <p:cNvPr id="95" name="矩形 94">
            <a:extLst>
              <a:ext uri="{FF2B5EF4-FFF2-40B4-BE49-F238E27FC236}">
                <a16:creationId xmlns:a16="http://schemas.microsoft.com/office/drawing/2014/main" id="{0DB1E3E8-C806-67A8-97C0-01455E020CF5}"/>
              </a:ext>
            </a:extLst>
          </p:cNvPr>
          <p:cNvSpPr/>
          <p:nvPr/>
        </p:nvSpPr>
        <p:spPr>
          <a:xfrm>
            <a:off x="759646" y="1165274"/>
            <a:ext cx="2167581" cy="369332"/>
          </a:xfrm>
          <a:prstGeom prst="rect">
            <a:avLst/>
          </a:prstGeom>
          <a:solidFill>
            <a:srgbClr val="0000FF"/>
          </a:solidFill>
        </p:spPr>
        <p:txBody>
          <a:bodyPr wrap="none">
            <a:spAutoFit/>
          </a:bodyPr>
          <a:lstStyle/>
          <a:p>
            <a:r>
              <a:rPr lang="zh-CN" altLang="en-US" b="1" dirty="0">
                <a:solidFill>
                  <a:schemeClr val="bg1"/>
                </a:solidFill>
                <a:latin typeface="微软雅黑" pitchFamily="34" charset="-122"/>
                <a:ea typeface="微软雅黑" pitchFamily="34" charset="-122"/>
              </a:rPr>
              <a:t>传统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分组的转发</a:t>
            </a:r>
          </a:p>
        </p:txBody>
      </p:sp>
      <p:sp>
        <p:nvSpPr>
          <p:cNvPr id="96" name="AutoShape 5">
            <a:extLst>
              <a:ext uri="{FF2B5EF4-FFF2-40B4-BE49-F238E27FC236}">
                <a16:creationId xmlns:a16="http://schemas.microsoft.com/office/drawing/2014/main" id="{48934DF6-CB96-FC29-73F4-F8F8615D0B5A}"/>
              </a:ext>
            </a:extLst>
          </p:cNvPr>
          <p:cNvSpPr>
            <a:spLocks noChangeArrowheads="1"/>
          </p:cNvSpPr>
          <p:nvPr/>
        </p:nvSpPr>
        <p:spPr bwMode="auto">
          <a:xfrm>
            <a:off x="545144" y="624474"/>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97" name="Rectangle 6">
            <a:extLst>
              <a:ext uri="{FF2B5EF4-FFF2-40B4-BE49-F238E27FC236}">
                <a16:creationId xmlns:a16="http://schemas.microsoft.com/office/drawing/2014/main" id="{661D2AF3-926E-2523-61B4-C2795F1C6E22}"/>
              </a:ext>
            </a:extLst>
          </p:cNvPr>
          <p:cNvSpPr>
            <a:spLocks noChangeArrowheads="1"/>
          </p:cNvSpPr>
          <p:nvPr/>
        </p:nvSpPr>
        <p:spPr bwMode="auto">
          <a:xfrm>
            <a:off x="2670680" y="583611"/>
            <a:ext cx="38026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4.11.1  MPLS </a:t>
            </a:r>
            <a:r>
              <a:rPr lang="zh-CN" altLang="en-US" sz="2400" b="1" dirty="0">
                <a:solidFill>
                  <a:schemeClr val="bg1"/>
                </a:solidFill>
                <a:latin typeface="微软雅黑" pitchFamily="34" charset="-122"/>
                <a:ea typeface="微软雅黑" pitchFamily="34" charset="-122"/>
              </a:rPr>
              <a:t>的工作原理</a:t>
            </a:r>
          </a:p>
        </p:txBody>
      </p:sp>
    </p:spTree>
    <p:extLst>
      <p:ext uri="{BB962C8B-B14F-4D97-AF65-F5344CB8AC3E}">
        <p14:creationId xmlns:p14="http://schemas.microsoft.com/office/powerpoint/2010/main" val="2399230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1000"/>
                                        <p:tgtEl>
                                          <p:spTgt spid="16"/>
                                        </p:tgtEl>
                                      </p:cBhvr>
                                    </p:animEffect>
                                  </p:childTnLst>
                                </p:cTn>
                              </p:par>
                            </p:childTnLst>
                          </p:cTn>
                        </p:par>
                        <p:par>
                          <p:cTn id="8" fill="hold">
                            <p:stCondLst>
                              <p:cond delay="1000"/>
                            </p:stCondLst>
                            <p:childTnLst>
                              <p:par>
                                <p:cTn id="9" presetID="22" presetClass="entr" presetSubtype="4" fill="hold" nodeType="afterEffect">
                                  <p:stCondLst>
                                    <p:cond delay="0"/>
                                  </p:stCondLst>
                                  <p:childTnLst>
                                    <p:set>
                                      <p:cBhvr>
                                        <p:cTn id="10" dur="1" fill="hold">
                                          <p:stCondLst>
                                            <p:cond delay="0"/>
                                          </p:stCondLst>
                                        </p:cTn>
                                        <p:tgtEl>
                                          <p:spTgt spid="48"/>
                                        </p:tgtEl>
                                        <p:attrNameLst>
                                          <p:attrName>style.visibility</p:attrName>
                                        </p:attrNameLst>
                                      </p:cBhvr>
                                      <p:to>
                                        <p:strVal val="visible"/>
                                      </p:to>
                                    </p:set>
                                    <p:animEffect transition="in" filter="wipe(down)">
                                      <p:cBhvr>
                                        <p:cTn id="11" dur="1000"/>
                                        <p:tgtEl>
                                          <p:spTgt spid="48"/>
                                        </p:tgtEl>
                                      </p:cBhvr>
                                    </p:animEffect>
                                  </p:childTnLst>
                                </p:cTn>
                              </p:par>
                            </p:childTnLst>
                          </p:cTn>
                        </p:par>
                        <p:par>
                          <p:cTn id="12" fill="hold">
                            <p:stCondLst>
                              <p:cond delay="2000"/>
                            </p:stCondLst>
                            <p:childTnLst>
                              <p:par>
                                <p:cTn id="13" presetID="22" presetClass="entr" presetSubtype="8" fill="hold" nodeType="after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wipe(left)">
                                      <p:cBhvr>
                                        <p:cTn id="15" dur="1000"/>
                                        <p:tgtEl>
                                          <p:spTgt spid="54"/>
                                        </p:tgtEl>
                                      </p:cBhvr>
                                    </p:animEffect>
                                  </p:childTnLst>
                                </p:cTn>
                              </p:par>
                            </p:childTnLst>
                          </p:cTn>
                        </p:par>
                        <p:par>
                          <p:cTn id="16" fill="hold">
                            <p:stCondLst>
                              <p:cond delay="3000"/>
                            </p:stCondLst>
                            <p:childTnLst>
                              <p:par>
                                <p:cTn id="17" presetID="22" presetClass="entr" presetSubtype="4" fill="hold" nodeType="after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wipe(down)">
                                      <p:cBhvr>
                                        <p:cTn id="19" dur="1000"/>
                                        <p:tgtEl>
                                          <p:spTgt spid="49"/>
                                        </p:tgtEl>
                                      </p:cBhvr>
                                    </p:animEffect>
                                  </p:childTnLst>
                                </p:cTn>
                              </p:par>
                            </p:childTnLst>
                          </p:cTn>
                        </p:par>
                        <p:par>
                          <p:cTn id="20" fill="hold">
                            <p:stCondLst>
                              <p:cond delay="4000"/>
                            </p:stCondLst>
                            <p:childTnLst>
                              <p:par>
                                <p:cTn id="21" presetID="22" presetClass="entr" presetSubtype="8" fill="hold" nodeType="afterEffect">
                                  <p:stCondLst>
                                    <p:cond delay="0"/>
                                  </p:stCondLst>
                                  <p:childTnLst>
                                    <p:set>
                                      <p:cBhvr>
                                        <p:cTn id="22" dur="1" fill="hold">
                                          <p:stCondLst>
                                            <p:cond delay="0"/>
                                          </p:stCondLst>
                                        </p:cTn>
                                        <p:tgtEl>
                                          <p:spTgt spid="59"/>
                                        </p:tgtEl>
                                        <p:attrNameLst>
                                          <p:attrName>style.visibility</p:attrName>
                                        </p:attrNameLst>
                                      </p:cBhvr>
                                      <p:to>
                                        <p:strVal val="visible"/>
                                      </p:to>
                                    </p:set>
                                    <p:animEffect transition="in" filter="wipe(left)">
                                      <p:cBhvr>
                                        <p:cTn id="23" dur="1000"/>
                                        <p:tgtEl>
                                          <p:spTgt spid="59"/>
                                        </p:tgtEl>
                                      </p:cBhvr>
                                    </p:animEffect>
                                  </p:childTnLst>
                                </p:cTn>
                              </p:par>
                            </p:childTnLst>
                          </p:cTn>
                        </p:par>
                        <p:par>
                          <p:cTn id="24" fill="hold">
                            <p:stCondLst>
                              <p:cond delay="5000"/>
                            </p:stCondLst>
                            <p:childTnLst>
                              <p:par>
                                <p:cTn id="25" presetID="22" presetClass="entr" presetSubtype="4" fill="hold"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wipe(down)">
                                      <p:cBhvr>
                                        <p:cTn id="27" dur="1000"/>
                                        <p:tgtEl>
                                          <p:spTgt spid="50"/>
                                        </p:tgtEl>
                                      </p:cBhvr>
                                    </p:animEffect>
                                  </p:childTnLst>
                                </p:cTn>
                              </p:par>
                            </p:childTnLst>
                          </p:cTn>
                        </p:par>
                        <p:par>
                          <p:cTn id="28" fill="hold">
                            <p:stCondLst>
                              <p:cond delay="6000"/>
                            </p:stCondLst>
                            <p:childTnLst>
                              <p:par>
                                <p:cTn id="29" presetID="22" presetClass="entr" presetSubtype="8" fill="hold" nodeType="afterEffect">
                                  <p:stCondLst>
                                    <p:cond delay="0"/>
                                  </p:stCondLst>
                                  <p:childTnLst>
                                    <p:set>
                                      <p:cBhvr>
                                        <p:cTn id="30" dur="1" fill="hold">
                                          <p:stCondLst>
                                            <p:cond delay="0"/>
                                          </p:stCondLst>
                                        </p:cTn>
                                        <p:tgtEl>
                                          <p:spTgt spid="62"/>
                                        </p:tgtEl>
                                        <p:attrNameLst>
                                          <p:attrName>style.visibility</p:attrName>
                                        </p:attrNameLst>
                                      </p:cBhvr>
                                      <p:to>
                                        <p:strVal val="visible"/>
                                      </p:to>
                                    </p:set>
                                    <p:animEffect transition="in" filter="wipe(left)">
                                      <p:cBhvr>
                                        <p:cTn id="31" dur="1000"/>
                                        <p:tgtEl>
                                          <p:spTgt spid="6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94"/>
                                        </p:tgtEl>
                                        <p:attrNameLst>
                                          <p:attrName>style.visibility</p:attrName>
                                        </p:attrNameLst>
                                      </p:cBhvr>
                                      <p:to>
                                        <p:strVal val="visible"/>
                                      </p:to>
                                    </p:set>
                                    <p:animEffect transition="in" filter="fade">
                                      <p:cBhvr>
                                        <p:cTn id="36"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45144" y="986000"/>
            <a:ext cx="8028487" cy="3009927"/>
          </a:xfrm>
          <a:prstGeom prst="rect">
            <a:avLst/>
          </a:prstGeom>
        </p:spPr>
        <p:txBody>
          <a:bodyPr wrap="square">
            <a:spAutoFit/>
          </a:bodyPr>
          <a:lstStyle/>
          <a:p>
            <a:pPr marL="285750" indent="-28575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的工作方式是在每一个</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分组前面</a:t>
            </a:r>
            <a:r>
              <a:rPr lang="zh-CN" altLang="en-US" sz="2000" b="1" dirty="0">
                <a:solidFill>
                  <a:srgbClr val="0000FF"/>
                </a:solidFill>
                <a:latin typeface="微软雅黑" pitchFamily="34" charset="-122"/>
                <a:ea typeface="微软雅黑" pitchFamily="34" charset="-122"/>
              </a:rPr>
              <a:t>压入标签</a:t>
            </a:r>
            <a:r>
              <a:rPr lang="en-US" altLang="zh-CN" sz="2000" b="1" dirty="0">
                <a:latin typeface="微软雅黑" pitchFamily="34" charset="-122"/>
                <a:ea typeface="微软雅黑" pitchFamily="34" charset="-122"/>
              </a:rPr>
              <a:t>(push label)</a:t>
            </a:r>
            <a:r>
              <a:rPr lang="zh-CN" altLang="en-US" sz="2000" b="1" dirty="0">
                <a:latin typeface="微软雅黑" pitchFamily="34" charset="-122"/>
                <a:ea typeface="微软雅黑" pitchFamily="34" charset="-122"/>
              </a:rPr>
              <a:t> （由于在数据链路层首部和</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首部之间插入了</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首部，因此</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的标准中就采用压入标签的术语）。</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然后路由器根据标签值来</a:t>
            </a:r>
            <a:r>
              <a:rPr lang="zh-CN" altLang="en-US" sz="2000" b="1" dirty="0">
                <a:solidFill>
                  <a:srgbClr val="0000FF"/>
                </a:solidFill>
                <a:latin typeface="微软雅黑" pitchFamily="34" charset="-122"/>
                <a:ea typeface="微软雅黑" pitchFamily="34" charset="-122"/>
              </a:rPr>
              <a:t>转发分组</a:t>
            </a:r>
            <a:r>
              <a:rPr lang="zh-CN" altLang="en-US" sz="2000" b="1" dirty="0">
                <a:latin typeface="微软雅黑" pitchFamily="34" charset="-122"/>
                <a:ea typeface="微软雅黑" pitchFamily="34" charset="-122"/>
              </a:rPr>
              <a:t>（硬件转发），并进行</a:t>
            </a:r>
            <a:r>
              <a:rPr lang="zh-CN" altLang="en-US" sz="2000" b="1" dirty="0">
                <a:solidFill>
                  <a:srgbClr val="0000FF"/>
                </a:solidFill>
                <a:latin typeface="微软雅黑" pitchFamily="34" charset="-122"/>
                <a:ea typeface="微软雅黑" pitchFamily="34" charset="-122"/>
              </a:rPr>
              <a:t>标签交换</a:t>
            </a:r>
            <a:r>
              <a:rPr lang="en-US" altLang="zh-CN" sz="2000" b="1" dirty="0">
                <a:latin typeface="微软雅黑" pitchFamily="34" charset="-122"/>
                <a:ea typeface="微软雅黑" pitchFamily="34" charset="-122"/>
              </a:rPr>
              <a:t>(label swapping)</a:t>
            </a:r>
            <a:r>
              <a:rPr lang="zh-CN" altLang="en-US" sz="2000" b="1" dirty="0">
                <a:latin typeface="微软雅黑" pitchFamily="34" charset="-122"/>
                <a:ea typeface="微软雅黑" pitchFamily="34" charset="-122"/>
              </a:rPr>
              <a:t>。这就大大地加快了分组的转发。</a:t>
            </a:r>
            <a:endParaRPr lang="en-US" altLang="zh-CN" sz="2000" b="1" dirty="0">
              <a:latin typeface="微软雅黑" pitchFamily="34" charset="-122"/>
              <a:ea typeface="微软雅黑" pitchFamily="34" charset="-122"/>
            </a:endParaRP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请注意， </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标准在这里中使用的名词是</a:t>
            </a:r>
            <a:r>
              <a:rPr lang="en-US" altLang="zh-CN" sz="2000" b="1" dirty="0">
                <a:latin typeface="微软雅黑" pitchFamily="34" charset="-122"/>
                <a:ea typeface="微软雅黑" pitchFamily="34" charset="-122"/>
              </a:rPr>
              <a:t>swapping</a:t>
            </a:r>
            <a:r>
              <a:rPr lang="zh-CN" altLang="en-US" sz="2000" b="1" dirty="0">
                <a:latin typeface="微软雅黑" pitchFamily="34" charset="-122"/>
                <a:ea typeface="微软雅黑" pitchFamily="34" charset="-122"/>
              </a:rPr>
              <a:t>而不是</a:t>
            </a:r>
            <a:r>
              <a:rPr lang="en-US" altLang="zh-CN" sz="2000" b="1" dirty="0">
                <a:latin typeface="微软雅黑" pitchFamily="34" charset="-122"/>
                <a:ea typeface="微软雅黑" pitchFamily="34" charset="-122"/>
              </a:rPr>
              <a:t>switching</a:t>
            </a:r>
            <a:r>
              <a:rPr lang="zh-CN" altLang="en-US" sz="2000" b="1" dirty="0">
                <a:latin typeface="微软雅黑" pitchFamily="34" charset="-122"/>
                <a:ea typeface="微软雅黑" pitchFamily="34" charset="-122"/>
              </a:rPr>
              <a:t>，意思是标签</a:t>
            </a:r>
            <a:r>
              <a:rPr lang="zh-CN" altLang="en-US" sz="2000" b="1" dirty="0">
                <a:solidFill>
                  <a:srgbClr val="0000FF"/>
                </a:solidFill>
                <a:latin typeface="微软雅黑" pitchFamily="34" charset="-122"/>
                <a:ea typeface="微软雅黑" pitchFamily="34" charset="-122"/>
              </a:rPr>
              <a:t>置换</a:t>
            </a:r>
            <a:r>
              <a:rPr lang="zh-CN" altLang="en-US" sz="2000" b="1" dirty="0">
                <a:latin typeface="微软雅黑" pitchFamily="34" charset="-122"/>
                <a:ea typeface="微软雅黑" pitchFamily="34" charset="-122"/>
              </a:rPr>
              <a:t>或</a:t>
            </a:r>
            <a:r>
              <a:rPr lang="zh-CN" altLang="en-US" sz="2000" b="1" dirty="0">
                <a:solidFill>
                  <a:srgbClr val="0000FF"/>
                </a:solidFill>
                <a:latin typeface="微软雅黑" pitchFamily="34" charset="-122"/>
                <a:ea typeface="微软雅黑" pitchFamily="34" charset="-122"/>
              </a:rPr>
              <a:t>互换</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45145" y="624553"/>
            <a:ext cx="8053712"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1941968" y="591342"/>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基本工作方式</a:t>
            </a:r>
          </a:p>
        </p:txBody>
      </p:sp>
    </p:spTree>
    <p:extLst>
      <p:ext uri="{BB962C8B-B14F-4D97-AF65-F5344CB8AC3E}">
        <p14:creationId xmlns:p14="http://schemas.microsoft.com/office/powerpoint/2010/main" val="3553904997"/>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4C52E9-32E4-87AD-804D-088761532DD0}"/>
            </a:ext>
          </a:extLst>
        </p:cNvPr>
        <p:cNvGrpSpPr/>
        <p:nvPr/>
      </p:nvGrpSpPr>
      <p:grpSpPr>
        <a:xfrm>
          <a:off x="0" y="0"/>
          <a:ext cx="0" cy="0"/>
          <a:chOff x="0" y="0"/>
          <a:chExt cx="0" cy="0"/>
        </a:xfrm>
      </p:grpSpPr>
      <p:sp>
        <p:nvSpPr>
          <p:cNvPr id="7" name="Rectangle 8">
            <a:extLst>
              <a:ext uri="{FF2B5EF4-FFF2-40B4-BE49-F238E27FC236}">
                <a16:creationId xmlns:a16="http://schemas.microsoft.com/office/drawing/2014/main" id="{D214086C-5C38-2533-99DE-54AD03000A1D}"/>
              </a:ext>
            </a:extLst>
          </p:cNvPr>
          <p:cNvSpPr>
            <a:spLocks noChangeArrowheads="1"/>
          </p:cNvSpPr>
          <p:nvPr/>
        </p:nvSpPr>
        <p:spPr bwMode="auto">
          <a:xfrm>
            <a:off x="545145" y="978260"/>
            <a:ext cx="8053710" cy="25129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MPLS </a:t>
            </a:r>
            <a:r>
              <a:rPr lang="zh-CN" altLang="en-US" sz="2000" b="1" dirty="0">
                <a:latin typeface="微软雅黑" pitchFamily="34" charset="-122"/>
                <a:ea typeface="微软雅黑" pitchFamily="34" charset="-122"/>
              </a:rPr>
              <a:t>的一个重要核心概念就是</a:t>
            </a:r>
            <a:r>
              <a:rPr lang="zh-CN" altLang="en-US" sz="2000" b="1" dirty="0">
                <a:solidFill>
                  <a:srgbClr val="0000FF"/>
                </a:solidFill>
                <a:latin typeface="微软雅黑" pitchFamily="34" charset="-122"/>
                <a:ea typeface="微软雅黑" pitchFamily="34" charset="-122"/>
              </a:rPr>
              <a:t>转发等价类</a:t>
            </a:r>
            <a:r>
              <a:rPr lang="en-US" altLang="zh-CN" sz="2000" b="1" dirty="0">
                <a:solidFill>
                  <a:srgbClr val="0000FF"/>
                </a:solidFill>
                <a:latin typeface="微软雅黑" pitchFamily="34" charset="-122"/>
                <a:ea typeface="微软雅黑" pitchFamily="34" charset="-122"/>
              </a:rPr>
              <a:t>FEC </a:t>
            </a:r>
            <a:r>
              <a:rPr lang="en-US" altLang="zh-CN" sz="2000" b="1" dirty="0">
                <a:latin typeface="微软雅黑" pitchFamily="34" charset="-122"/>
                <a:ea typeface="微软雅黑" pitchFamily="34" charset="-122"/>
              </a:rPr>
              <a:t>(Forwarding Equivalence Class)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所谓“</a:t>
            </a:r>
            <a:r>
              <a:rPr lang="zh-CN" altLang="en-US" sz="2000" b="1" dirty="0">
                <a:solidFill>
                  <a:srgbClr val="0000FF"/>
                </a:solidFill>
                <a:latin typeface="微软雅黑" pitchFamily="34" charset="-122"/>
                <a:ea typeface="微软雅黑" pitchFamily="34" charset="-122"/>
              </a:rPr>
              <a:t>转发等价类</a:t>
            </a:r>
            <a:r>
              <a:rPr lang="zh-CN" altLang="en-US" sz="2000" b="1" dirty="0">
                <a:latin typeface="微软雅黑" pitchFamily="34" charset="-122"/>
                <a:ea typeface="微软雅黑" pitchFamily="34" charset="-122"/>
              </a:rPr>
              <a:t>”是指在</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网络中，那些被分配了相同标签并沿着相同路径，并按同样方式转发的分组的集合。</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同样方式</a:t>
            </a:r>
            <a:r>
              <a:rPr lang="zh-CN" altLang="en-US" sz="2000" b="1" dirty="0">
                <a:latin typeface="微软雅黑" pitchFamily="34" charset="-122"/>
                <a:ea typeface="微软雅黑" pitchFamily="34" charset="-122"/>
              </a:rPr>
              <a:t>”就是从同样接口转发到同样的下一跳地址，并且具有同样服务类别和同样丢弃优先级等。</a:t>
            </a:r>
          </a:p>
        </p:txBody>
      </p:sp>
      <p:sp>
        <p:nvSpPr>
          <p:cNvPr id="8" name="AutoShape 5">
            <a:extLst>
              <a:ext uri="{FF2B5EF4-FFF2-40B4-BE49-F238E27FC236}">
                <a16:creationId xmlns:a16="http://schemas.microsoft.com/office/drawing/2014/main" id="{B0A35ADC-83A3-1C04-B3B2-F2E66AF825A6}"/>
              </a:ext>
            </a:extLst>
          </p:cNvPr>
          <p:cNvSpPr>
            <a:spLocks noChangeArrowheads="1"/>
          </p:cNvSpPr>
          <p:nvPr/>
        </p:nvSpPr>
        <p:spPr bwMode="auto">
          <a:xfrm>
            <a:off x="545144" y="61839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a:extLst>
              <a:ext uri="{FF2B5EF4-FFF2-40B4-BE49-F238E27FC236}">
                <a16:creationId xmlns:a16="http://schemas.microsoft.com/office/drawing/2014/main" id="{FD706BD1-73D4-01CF-C8A0-86B0A86D52F6}"/>
              </a:ext>
            </a:extLst>
          </p:cNvPr>
          <p:cNvSpPr>
            <a:spLocks noChangeArrowheads="1"/>
          </p:cNvSpPr>
          <p:nvPr/>
        </p:nvSpPr>
        <p:spPr bwMode="auto">
          <a:xfrm>
            <a:off x="1941968" y="58518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转发等价类 </a:t>
            </a:r>
            <a:r>
              <a:rPr lang="en-US" altLang="zh-CN" sz="2000" b="1" dirty="0">
                <a:solidFill>
                  <a:schemeClr val="bg1"/>
                </a:solidFill>
                <a:latin typeface="微软雅黑" pitchFamily="34" charset="-122"/>
                <a:ea typeface="微软雅黑" pitchFamily="34" charset="-122"/>
              </a:rPr>
              <a:t>FEC</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34147958"/>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6817C0-E0BF-3553-BD91-672755284AC5}"/>
            </a:ext>
          </a:extLst>
        </p:cNvPr>
        <p:cNvGrpSpPr/>
        <p:nvPr/>
      </p:nvGrpSpPr>
      <p:grpSpPr>
        <a:xfrm>
          <a:off x="0" y="0"/>
          <a:ext cx="0" cy="0"/>
          <a:chOff x="0" y="0"/>
          <a:chExt cx="0" cy="0"/>
        </a:xfrm>
      </p:grpSpPr>
      <p:sp>
        <p:nvSpPr>
          <p:cNvPr id="7" name="Rectangle 8">
            <a:extLst>
              <a:ext uri="{FF2B5EF4-FFF2-40B4-BE49-F238E27FC236}">
                <a16:creationId xmlns:a16="http://schemas.microsoft.com/office/drawing/2014/main" id="{64E56BCC-81E8-B134-260B-66BB60B884A1}"/>
              </a:ext>
            </a:extLst>
          </p:cNvPr>
          <p:cNvSpPr>
            <a:spLocks noChangeArrowheads="1"/>
          </p:cNvSpPr>
          <p:nvPr/>
        </p:nvSpPr>
        <p:spPr bwMode="auto">
          <a:xfrm>
            <a:off x="545145" y="978260"/>
            <a:ext cx="8053710" cy="31606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划分</a:t>
            </a:r>
            <a:r>
              <a:rPr lang="en-US" altLang="zh-CN" sz="2000" b="1" dirty="0">
                <a:latin typeface="微软雅黑" pitchFamily="34" charset="-122"/>
                <a:ea typeface="微软雅黑" pitchFamily="34" charset="-122"/>
              </a:rPr>
              <a:t>FEC</a:t>
            </a:r>
            <a:r>
              <a:rPr lang="zh-CN" altLang="en-US" sz="2000" b="1" dirty="0">
                <a:latin typeface="微软雅黑" pitchFamily="34" charset="-122"/>
                <a:ea typeface="微软雅黑" pitchFamily="34" charset="-122"/>
              </a:rPr>
              <a:t>的方法很灵活，由网络管理员来控制。</a:t>
            </a:r>
            <a:r>
              <a:rPr lang="en-US" altLang="zh-CN" sz="2000" b="1" dirty="0">
                <a:latin typeface="微软雅黑" pitchFamily="34" charset="-122"/>
                <a:ea typeface="微软雅黑" pitchFamily="34" charset="-122"/>
              </a:rPr>
              <a:t>FEC</a:t>
            </a:r>
            <a:r>
              <a:rPr lang="zh-CN" altLang="en-US" sz="2000" b="1" dirty="0">
                <a:latin typeface="微软雅黑" pitchFamily="34" charset="-122"/>
                <a:ea typeface="微软雅黑" pitchFamily="34" charset="-122"/>
              </a:rPr>
              <a:t>的例子如下：</a:t>
            </a:r>
            <a:endParaRPr lang="en-US" altLang="zh-CN" sz="2000" b="1" dirty="0">
              <a:latin typeface="微软雅黑" pitchFamily="34" charset="-122"/>
              <a:ea typeface="微软雅黑" pitchFamily="34" charset="-122"/>
            </a:endParaRPr>
          </a:p>
          <a:p>
            <a:pPr marL="625475" lvl="1" indent="-285750">
              <a:lnSpc>
                <a:spcPts val="3000"/>
              </a:lnSpc>
              <a:buClr>
                <a:srgbClr val="990099"/>
              </a:buClr>
              <a:buSzPct val="85000"/>
              <a:buFont typeface="Wingdings" panose="05000000000000000000" pitchFamily="2" charset="2"/>
              <a:buChar char="u"/>
            </a:pP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目的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地址与某一个特定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地址的前缀匹配的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分组；</a:t>
            </a:r>
          </a:p>
          <a:p>
            <a:pPr marL="625475" lvl="1" indent="-285750">
              <a:lnSpc>
                <a:spcPts val="3000"/>
              </a:lnSpc>
              <a:buClr>
                <a:srgbClr val="990099"/>
              </a:buClr>
              <a:buSzPct val="85000"/>
              <a:buFont typeface="Wingdings" panose="05000000000000000000" pitchFamily="2" charset="2"/>
              <a:buChar char="u"/>
            </a:pP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所有源地址与目的地址都相同的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分组；</a:t>
            </a:r>
          </a:p>
          <a:p>
            <a:pPr marL="625475" lvl="1" indent="-285750">
              <a:lnSpc>
                <a:spcPts val="3000"/>
              </a:lnSpc>
              <a:buClr>
                <a:srgbClr val="990099"/>
              </a:buClr>
              <a:buSzPct val="85000"/>
              <a:buFont typeface="Wingdings" panose="05000000000000000000" pitchFamily="2" charset="2"/>
              <a:buChar char="u"/>
            </a:pPr>
            <a:r>
              <a:rPr lang="en-US" altLang="zh-CN" sz="2000" b="1" dirty="0">
                <a:latin typeface="微软雅黑" pitchFamily="34" charset="-122"/>
                <a:ea typeface="微软雅黑" pitchFamily="34" charset="-122"/>
              </a:rPr>
              <a:t>(3)</a:t>
            </a:r>
            <a:r>
              <a:rPr lang="zh-CN" altLang="en-US" sz="2000" b="1" dirty="0">
                <a:latin typeface="微软雅黑" pitchFamily="34" charset="-122"/>
                <a:ea typeface="微软雅黑" pitchFamily="34" charset="-122"/>
              </a:rPr>
              <a:t>具有某种服务质量需求的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数据报；</a:t>
            </a:r>
            <a:endParaRPr lang="en-US" altLang="zh-CN" sz="2000" b="1" dirty="0">
              <a:latin typeface="微软雅黑" pitchFamily="34" charset="-122"/>
              <a:ea typeface="微软雅黑" pitchFamily="34" charset="-122"/>
            </a:endParaRPr>
          </a:p>
          <a:p>
            <a:pPr marL="625475" lvl="1" indent="-285750">
              <a:lnSpc>
                <a:spcPts val="3000"/>
              </a:lnSpc>
              <a:buClr>
                <a:srgbClr val="990099"/>
              </a:buClr>
              <a:buSzPct val="85000"/>
              <a:buFont typeface="Wingdings" panose="05000000000000000000" pitchFamily="2" charset="2"/>
              <a:buChar char="u"/>
            </a:pPr>
            <a:r>
              <a:rPr lang="en-US" altLang="zh-CN" sz="2000" b="1" dirty="0">
                <a:latin typeface="微软雅黑" pitchFamily="34" charset="-122"/>
                <a:ea typeface="微软雅黑" pitchFamily="34" charset="-122"/>
              </a:rPr>
              <a:t>(4) </a:t>
            </a:r>
            <a:r>
              <a:rPr lang="zh-CN" altLang="en-US" sz="2000" b="1" dirty="0">
                <a:latin typeface="微软雅黑" pitchFamily="34" charset="-122"/>
                <a:ea typeface="微软雅黑" pitchFamily="34" charset="-122"/>
              </a:rPr>
              <a:t>所有从某个特定客户发出的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分组。</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入口节点把属于同样</a:t>
            </a:r>
            <a:r>
              <a:rPr lang="en-US" altLang="zh-CN" sz="2000" b="1" dirty="0">
                <a:latin typeface="微软雅黑" pitchFamily="34" charset="-122"/>
                <a:ea typeface="微软雅黑" pitchFamily="34" charset="-122"/>
              </a:rPr>
              <a:t>FEC</a:t>
            </a:r>
            <a:r>
              <a:rPr lang="zh-CN" altLang="en-US" sz="2000" b="1" dirty="0">
                <a:latin typeface="微软雅黑" pitchFamily="34" charset="-122"/>
                <a:ea typeface="微软雅黑" pitchFamily="34" charset="-122"/>
              </a:rPr>
              <a:t>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分组都分配同样的标签。</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FEC</a:t>
            </a:r>
            <a:r>
              <a:rPr lang="zh-CN" altLang="en-US" sz="2000" b="1" dirty="0">
                <a:latin typeface="微软雅黑" pitchFamily="34" charset="-122"/>
                <a:ea typeface="微软雅黑" pitchFamily="34" charset="-122"/>
              </a:rPr>
              <a:t>把转发决策提前到网络的边界完成，核心路由器只需执行快速的标签交换，因而显著提高了转发效率。</a:t>
            </a:r>
          </a:p>
        </p:txBody>
      </p:sp>
      <p:sp>
        <p:nvSpPr>
          <p:cNvPr id="8" name="AutoShape 5">
            <a:extLst>
              <a:ext uri="{FF2B5EF4-FFF2-40B4-BE49-F238E27FC236}">
                <a16:creationId xmlns:a16="http://schemas.microsoft.com/office/drawing/2014/main" id="{0FB6957C-91EF-2D92-18F0-59E8E61D81DC}"/>
              </a:ext>
            </a:extLst>
          </p:cNvPr>
          <p:cNvSpPr>
            <a:spLocks noChangeArrowheads="1"/>
          </p:cNvSpPr>
          <p:nvPr/>
        </p:nvSpPr>
        <p:spPr bwMode="auto">
          <a:xfrm>
            <a:off x="545144" y="61839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a:extLst>
              <a:ext uri="{FF2B5EF4-FFF2-40B4-BE49-F238E27FC236}">
                <a16:creationId xmlns:a16="http://schemas.microsoft.com/office/drawing/2014/main" id="{5E8B2681-3A40-68FB-2E5A-8E5C55B607C3}"/>
              </a:ext>
            </a:extLst>
          </p:cNvPr>
          <p:cNvSpPr>
            <a:spLocks noChangeArrowheads="1"/>
          </p:cNvSpPr>
          <p:nvPr/>
        </p:nvSpPr>
        <p:spPr bwMode="auto">
          <a:xfrm>
            <a:off x="1941968" y="58518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转发等价类 </a:t>
            </a:r>
            <a:r>
              <a:rPr lang="en-US" altLang="zh-CN" sz="2000" b="1" dirty="0">
                <a:solidFill>
                  <a:schemeClr val="bg1"/>
                </a:solidFill>
                <a:latin typeface="微软雅黑" pitchFamily="34" charset="-122"/>
                <a:ea typeface="微软雅黑" pitchFamily="34" charset="-122"/>
              </a:rPr>
              <a:t>FEC</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346920151"/>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974121"/>
            <a:ext cx="8053712" cy="299612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591676"/>
            <a:ext cx="8053712" cy="369563"/>
          </a:xfrm>
          <a:prstGeom prst="roundRect">
            <a:avLst>
              <a:gd name="adj" fmla="val 16667"/>
            </a:avLst>
          </a:prstGeom>
          <a:solidFill>
            <a:srgbClr val="00B050"/>
          </a:solidFill>
          <a:ln>
            <a:noFill/>
          </a:ln>
          <a:effectLst/>
        </p:spPr>
        <p:txBody>
          <a:bodyPr wrap="none" anchor="ctr"/>
          <a:lstStyle/>
          <a:p>
            <a:endParaRPr lang="zh-CN" altLang="en-US">
              <a:solidFill>
                <a:schemeClr val="bg1"/>
              </a:solidFill>
            </a:endParaRPr>
          </a:p>
        </p:txBody>
      </p:sp>
      <p:sp>
        <p:nvSpPr>
          <p:cNvPr id="4" name="矩形 3"/>
          <p:cNvSpPr/>
          <p:nvPr/>
        </p:nvSpPr>
        <p:spPr>
          <a:xfrm>
            <a:off x="704576" y="565895"/>
            <a:ext cx="7731501" cy="408225"/>
          </a:xfrm>
          <a:prstGeom prst="rect">
            <a:avLst/>
          </a:prstGeom>
        </p:spPr>
        <p:txBody>
          <a:bodyPr wrap="square">
            <a:spAutoFit/>
          </a:bodyPr>
          <a:lstStyle/>
          <a:p>
            <a:pPr algn="ctr"/>
            <a:r>
              <a:rPr lang="en-US" altLang="zh-CN" sz="2000" b="1" dirty="0">
                <a:solidFill>
                  <a:schemeClr val="bg1"/>
                </a:solidFill>
                <a:latin typeface="微软雅黑" pitchFamily="34" charset="-122"/>
                <a:ea typeface="微软雅黑" pitchFamily="34" charset="-122"/>
              </a:rPr>
              <a:t>MPLS </a:t>
            </a:r>
            <a:r>
              <a:rPr lang="zh-CN" altLang="en-US" sz="2000" b="1" dirty="0">
                <a:solidFill>
                  <a:schemeClr val="bg1"/>
                </a:solidFill>
                <a:latin typeface="微软雅黑" pitchFamily="34" charset="-122"/>
                <a:ea typeface="微软雅黑" pitchFamily="34" charset="-122"/>
              </a:rPr>
              <a:t>域与便签交换路由器 </a:t>
            </a:r>
            <a:r>
              <a:rPr lang="en-US" altLang="zh-CN" sz="2000" b="1" dirty="0">
                <a:solidFill>
                  <a:schemeClr val="bg1"/>
                </a:solidFill>
                <a:latin typeface="微软雅黑" pitchFamily="34" charset="-122"/>
                <a:ea typeface="微软雅黑" pitchFamily="34" charset="-122"/>
              </a:rPr>
              <a:t>LSR</a:t>
            </a:r>
            <a:endParaRPr lang="zh-CN" altLang="en-US" sz="2000" b="1" dirty="0">
              <a:solidFill>
                <a:schemeClr val="bg1"/>
              </a:solidFill>
              <a:latin typeface="微软雅黑" pitchFamily="34" charset="-122"/>
              <a:ea typeface="微软雅黑" pitchFamily="34" charset="-122"/>
            </a:endParaRPr>
          </a:p>
        </p:txBody>
      </p:sp>
      <p:sp>
        <p:nvSpPr>
          <p:cNvPr id="31" name="Rectangle 29"/>
          <p:cNvSpPr>
            <a:spLocks noChangeArrowheads="1"/>
          </p:cNvSpPr>
          <p:nvPr/>
        </p:nvSpPr>
        <p:spPr bwMode="auto">
          <a:xfrm rot="10800000">
            <a:off x="1137839" y="3723858"/>
            <a:ext cx="314934" cy="79781"/>
          </a:xfrm>
          <a:prstGeom prst="rect">
            <a:avLst/>
          </a:prstGeom>
          <a:solidFill>
            <a:srgbClr val="00FFFF"/>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400" b="1">
              <a:latin typeface="微软雅黑" pitchFamily="34" charset="-122"/>
              <a:ea typeface="微软雅黑" pitchFamily="34" charset="-122"/>
            </a:endParaRPr>
          </a:p>
        </p:txBody>
      </p:sp>
      <p:sp>
        <p:nvSpPr>
          <p:cNvPr id="32" name="Text Box 30"/>
          <p:cNvSpPr txBox="1">
            <a:spLocks noChangeArrowheads="1"/>
          </p:cNvSpPr>
          <p:nvPr/>
        </p:nvSpPr>
        <p:spPr bwMode="auto">
          <a:xfrm>
            <a:off x="1411660" y="3606800"/>
            <a:ext cx="1045479" cy="2585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zh-CN" altLang="en-US" sz="1200" b="1" dirty="0">
                <a:latin typeface="微软雅黑" pitchFamily="34" charset="-122"/>
                <a:ea typeface="微软雅黑" pitchFamily="34" charset="-122"/>
              </a:rPr>
              <a:t>普通 </a:t>
            </a:r>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分组</a:t>
            </a:r>
          </a:p>
        </p:txBody>
      </p:sp>
      <p:pic>
        <p:nvPicPr>
          <p:cNvPr id="36" name="Picture 3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08065" y="3664842"/>
            <a:ext cx="375317" cy="19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4" name="组合 113"/>
          <p:cNvGrpSpPr/>
          <p:nvPr/>
        </p:nvGrpSpPr>
        <p:grpSpPr>
          <a:xfrm>
            <a:off x="1873261" y="1461262"/>
            <a:ext cx="800219" cy="276999"/>
            <a:chOff x="1873261" y="1461262"/>
            <a:chExt cx="800219" cy="276999"/>
          </a:xfrm>
        </p:grpSpPr>
        <p:sp>
          <p:nvSpPr>
            <p:cNvPr id="47" name="AutoShape 46"/>
            <p:cNvSpPr>
              <a:spLocks noChangeArrowheads="1"/>
            </p:cNvSpPr>
            <p:nvPr/>
          </p:nvSpPr>
          <p:spPr bwMode="auto">
            <a:xfrm>
              <a:off x="1894500" y="1463447"/>
              <a:ext cx="738793" cy="271036"/>
            </a:xfrm>
            <a:prstGeom prst="wedgeRoundRectCallout">
              <a:avLst>
                <a:gd name="adj1" fmla="val 46276"/>
                <a:gd name="adj2" fmla="val 206215"/>
                <a:gd name="adj3" fmla="val 16667"/>
              </a:avLst>
            </a:prstGeom>
            <a:solidFill>
              <a:schemeClr val="bg1"/>
            </a:solidFill>
            <a:ln w="9525">
              <a:solidFill>
                <a:schemeClr val="tx2"/>
              </a:solidFill>
              <a:miter lim="800000"/>
              <a:headEnd/>
              <a:tailEnd/>
            </a:ln>
            <a:effectLst/>
          </p:spPr>
          <p:txBody>
            <a:bodyPr/>
            <a:lstStyle/>
            <a:p>
              <a:pPr algn="ctr"/>
              <a:endParaRPr kumimoji="1" lang="zh-CN" altLang="zh-CN" sz="1400" b="1">
                <a:latin typeface="微软雅黑" pitchFamily="34" charset="-122"/>
                <a:ea typeface="微软雅黑" pitchFamily="34" charset="-122"/>
              </a:endParaRPr>
            </a:p>
          </p:txBody>
        </p:sp>
        <p:sp>
          <p:nvSpPr>
            <p:cNvPr id="48" name="Text Box 47"/>
            <p:cNvSpPr txBox="1">
              <a:spLocks noChangeArrowheads="1"/>
            </p:cNvSpPr>
            <p:nvPr/>
          </p:nvSpPr>
          <p:spPr bwMode="auto">
            <a:xfrm>
              <a:off x="1873261" y="1461262"/>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打上标签</a:t>
              </a:r>
            </a:p>
          </p:txBody>
        </p:sp>
      </p:grpSp>
      <p:grpSp>
        <p:nvGrpSpPr>
          <p:cNvPr id="115" name="组合 114"/>
          <p:cNvGrpSpPr/>
          <p:nvPr/>
        </p:nvGrpSpPr>
        <p:grpSpPr>
          <a:xfrm>
            <a:off x="6512026" y="1462305"/>
            <a:ext cx="800219" cy="276999"/>
            <a:chOff x="6512026" y="1462305"/>
            <a:chExt cx="800219" cy="276999"/>
          </a:xfrm>
        </p:grpSpPr>
        <p:sp>
          <p:nvSpPr>
            <p:cNvPr id="49" name="AutoShape 48"/>
            <p:cNvSpPr>
              <a:spLocks noChangeArrowheads="1"/>
            </p:cNvSpPr>
            <p:nvPr/>
          </p:nvSpPr>
          <p:spPr bwMode="auto">
            <a:xfrm flipH="1">
              <a:off x="6545106" y="1463447"/>
              <a:ext cx="738793" cy="271036"/>
            </a:xfrm>
            <a:prstGeom prst="wedgeRoundRectCallout">
              <a:avLst>
                <a:gd name="adj1" fmla="val 47602"/>
                <a:gd name="adj2" fmla="val 185481"/>
                <a:gd name="adj3" fmla="val 16667"/>
              </a:avLst>
            </a:prstGeom>
            <a:solidFill>
              <a:schemeClr val="bg1"/>
            </a:solidFill>
            <a:ln w="9525">
              <a:solidFill>
                <a:schemeClr val="tx2"/>
              </a:solidFill>
              <a:miter lim="800000"/>
              <a:headEnd/>
              <a:tailEnd/>
            </a:ln>
            <a:effectLst/>
          </p:spPr>
          <p:txBody>
            <a:bodyPr/>
            <a:lstStyle/>
            <a:p>
              <a:pPr algn="ctr"/>
              <a:endParaRPr kumimoji="1" lang="zh-CN" altLang="zh-CN" sz="1400" b="1">
                <a:latin typeface="微软雅黑" pitchFamily="34" charset="-122"/>
                <a:ea typeface="微软雅黑" pitchFamily="34" charset="-122"/>
              </a:endParaRPr>
            </a:p>
          </p:txBody>
        </p:sp>
        <p:sp>
          <p:nvSpPr>
            <p:cNvPr id="50" name="Text Box 49"/>
            <p:cNvSpPr txBox="1">
              <a:spLocks noChangeArrowheads="1"/>
            </p:cNvSpPr>
            <p:nvPr/>
          </p:nvSpPr>
          <p:spPr bwMode="auto">
            <a:xfrm>
              <a:off x="6512026" y="1462305"/>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latin typeface="微软雅黑" pitchFamily="34" charset="-122"/>
                  <a:ea typeface="微软雅黑" pitchFamily="34" charset="-122"/>
                </a:rPr>
                <a:t>去除标签</a:t>
              </a:r>
            </a:p>
          </p:txBody>
        </p:sp>
      </p:grpSp>
      <p:pic>
        <p:nvPicPr>
          <p:cNvPr id="65" name="Picture 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50178" y="3603640"/>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 name="Text Box 71"/>
          <p:cNvSpPr txBox="1">
            <a:spLocks noChangeArrowheads="1"/>
          </p:cNvSpPr>
          <p:nvPr/>
        </p:nvSpPr>
        <p:spPr bwMode="auto">
          <a:xfrm>
            <a:off x="5025450" y="3606800"/>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普通路由器</a:t>
            </a:r>
          </a:p>
        </p:txBody>
      </p:sp>
      <p:sp>
        <p:nvSpPr>
          <p:cNvPr id="73" name="Text Box 72"/>
          <p:cNvSpPr txBox="1">
            <a:spLocks noChangeArrowheads="1"/>
          </p:cNvSpPr>
          <p:nvPr/>
        </p:nvSpPr>
        <p:spPr bwMode="auto">
          <a:xfrm>
            <a:off x="6502947" y="3606800"/>
            <a:ext cx="159370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itchFamily="34" charset="-122"/>
                <a:ea typeface="微软雅黑" pitchFamily="34" charset="-122"/>
              </a:rPr>
              <a:t>标签交换路由器 </a:t>
            </a:r>
            <a:r>
              <a:rPr kumimoji="1" lang="en-US" altLang="zh-CN" sz="1200" b="1" dirty="0">
                <a:latin typeface="微软雅黑" pitchFamily="34" charset="-122"/>
                <a:ea typeface="微软雅黑" pitchFamily="34" charset="-122"/>
              </a:rPr>
              <a:t>LSR</a:t>
            </a:r>
          </a:p>
        </p:txBody>
      </p:sp>
      <p:sp>
        <p:nvSpPr>
          <p:cNvPr id="74" name="Text Box 73"/>
          <p:cNvSpPr txBox="1">
            <a:spLocks noChangeArrowheads="1"/>
          </p:cNvSpPr>
          <p:nvPr/>
        </p:nvSpPr>
        <p:spPr bwMode="auto">
          <a:xfrm>
            <a:off x="3133748" y="3606800"/>
            <a:ext cx="1261884" cy="2585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1200" b="1" dirty="0">
                <a:latin typeface="微软雅黑" pitchFamily="34" charset="-122"/>
                <a:ea typeface="微软雅黑" pitchFamily="34" charset="-122"/>
              </a:rPr>
              <a:t>打上标签的分组</a:t>
            </a:r>
          </a:p>
        </p:txBody>
      </p:sp>
      <p:grpSp>
        <p:nvGrpSpPr>
          <p:cNvPr id="110" name="组合 109"/>
          <p:cNvGrpSpPr/>
          <p:nvPr/>
        </p:nvGrpSpPr>
        <p:grpSpPr>
          <a:xfrm>
            <a:off x="1347389" y="1173259"/>
            <a:ext cx="6476397" cy="2178699"/>
            <a:chOff x="1347389" y="1173259"/>
            <a:chExt cx="6476397" cy="2178699"/>
          </a:xfrm>
        </p:grpSpPr>
        <p:sp>
          <p:nvSpPr>
            <p:cNvPr id="5" name="Oval 3"/>
            <p:cNvSpPr>
              <a:spLocks noChangeArrowheads="1"/>
            </p:cNvSpPr>
            <p:nvPr/>
          </p:nvSpPr>
          <p:spPr bwMode="auto">
            <a:xfrm>
              <a:off x="2566991" y="1173259"/>
              <a:ext cx="3978115" cy="2178699"/>
            </a:xfrm>
            <a:prstGeom prst="ellipse">
              <a:avLst/>
            </a:prstGeom>
            <a:solidFill>
              <a:srgbClr val="66FF66"/>
            </a:solidFill>
            <a:ln w="12700">
              <a:solidFill>
                <a:srgbClr val="333399"/>
              </a:solidFill>
              <a:prstDash val="dash"/>
              <a:round/>
              <a:headEnd/>
              <a:tailEnd/>
            </a:ln>
            <a:effectLst/>
          </p:spPr>
          <p:txBody>
            <a:bodyPr/>
            <a:lstStyle/>
            <a:p>
              <a:endParaRPr lang="zh-CN" altLang="en-US" sz="1400" b="1">
                <a:latin typeface="微软雅黑" pitchFamily="34" charset="-122"/>
                <a:ea typeface="微软雅黑" pitchFamily="34" charset="-122"/>
              </a:endParaRPr>
            </a:p>
          </p:txBody>
        </p:sp>
        <p:sp>
          <p:nvSpPr>
            <p:cNvPr id="6" name="Line 4"/>
            <p:cNvSpPr>
              <a:spLocks noChangeShapeType="1"/>
            </p:cNvSpPr>
            <p:nvPr/>
          </p:nvSpPr>
          <p:spPr bwMode="auto">
            <a:xfrm>
              <a:off x="4247035" y="1936668"/>
              <a:ext cx="332693" cy="1157369"/>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7" name="Line 5"/>
            <p:cNvSpPr>
              <a:spLocks noChangeShapeType="1"/>
            </p:cNvSpPr>
            <p:nvPr/>
          </p:nvSpPr>
          <p:spPr bwMode="auto">
            <a:xfrm>
              <a:off x="6517876" y="2273278"/>
              <a:ext cx="1000448" cy="327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8" name="Line 6"/>
            <p:cNvSpPr>
              <a:spLocks noChangeShapeType="1"/>
            </p:cNvSpPr>
            <p:nvPr/>
          </p:nvSpPr>
          <p:spPr bwMode="auto">
            <a:xfrm>
              <a:off x="1558255" y="2353059"/>
              <a:ext cx="1008737" cy="2186"/>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9" name="Line 7"/>
            <p:cNvSpPr>
              <a:spLocks noChangeShapeType="1"/>
            </p:cNvSpPr>
            <p:nvPr/>
          </p:nvSpPr>
          <p:spPr bwMode="auto">
            <a:xfrm>
              <a:off x="5478357" y="2252513"/>
              <a:ext cx="1180411" cy="50273"/>
            </a:xfrm>
            <a:prstGeom prst="line">
              <a:avLst/>
            </a:prstGeom>
            <a:noFill/>
            <a:ln w="57150">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0" name="Line 8"/>
            <p:cNvSpPr>
              <a:spLocks noChangeShapeType="1"/>
            </p:cNvSpPr>
            <p:nvPr/>
          </p:nvSpPr>
          <p:spPr bwMode="auto">
            <a:xfrm>
              <a:off x="4299129" y="1914810"/>
              <a:ext cx="1040703" cy="306009"/>
            </a:xfrm>
            <a:prstGeom prst="line">
              <a:avLst/>
            </a:prstGeom>
            <a:noFill/>
            <a:ln w="57150">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1" name="Line 9"/>
            <p:cNvSpPr>
              <a:spLocks noChangeShapeType="1"/>
            </p:cNvSpPr>
            <p:nvPr/>
          </p:nvSpPr>
          <p:spPr bwMode="auto">
            <a:xfrm>
              <a:off x="2680652" y="2355244"/>
              <a:ext cx="909283" cy="681962"/>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2" name="Line 10"/>
            <p:cNvSpPr>
              <a:spLocks noChangeShapeType="1"/>
            </p:cNvSpPr>
            <p:nvPr/>
          </p:nvSpPr>
          <p:spPr bwMode="auto">
            <a:xfrm flipH="1">
              <a:off x="2786025" y="1935575"/>
              <a:ext cx="1429043" cy="374861"/>
            </a:xfrm>
            <a:prstGeom prst="line">
              <a:avLst/>
            </a:prstGeom>
            <a:noFill/>
            <a:ln w="57150">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3" name="Line 11"/>
            <p:cNvSpPr>
              <a:spLocks noChangeShapeType="1"/>
            </p:cNvSpPr>
            <p:nvPr/>
          </p:nvSpPr>
          <p:spPr bwMode="auto">
            <a:xfrm>
              <a:off x="3774633" y="3063436"/>
              <a:ext cx="781416" cy="78688"/>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4" name="Line 12"/>
            <p:cNvSpPr>
              <a:spLocks noChangeShapeType="1"/>
            </p:cNvSpPr>
            <p:nvPr/>
          </p:nvSpPr>
          <p:spPr bwMode="auto">
            <a:xfrm flipH="1">
              <a:off x="4650766" y="2271092"/>
              <a:ext cx="782600" cy="868846"/>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 name="Line 14"/>
            <p:cNvSpPr>
              <a:spLocks noChangeShapeType="1"/>
            </p:cNvSpPr>
            <p:nvPr/>
          </p:nvSpPr>
          <p:spPr bwMode="auto">
            <a:xfrm flipV="1">
              <a:off x="3760426" y="2250327"/>
              <a:ext cx="1591246" cy="786880"/>
            </a:xfrm>
            <a:prstGeom prst="line">
              <a:avLst/>
            </a:prstGeom>
            <a:noFill/>
            <a:ln w="38100">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7" name="Rectangle 15"/>
            <p:cNvSpPr>
              <a:spLocks noChangeArrowheads="1"/>
            </p:cNvSpPr>
            <p:nvPr/>
          </p:nvSpPr>
          <p:spPr bwMode="auto">
            <a:xfrm rot="5400000">
              <a:off x="1498738" y="1904382"/>
              <a:ext cx="290708" cy="86429"/>
            </a:xfrm>
            <a:prstGeom prst="rect">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p>
              <a:pPr algn="ctr"/>
              <a:endParaRPr kumimoji="1" lang="zh-CN" altLang="zh-CN" sz="1400" b="1">
                <a:latin typeface="微软雅黑" pitchFamily="34" charset="-122"/>
                <a:ea typeface="微软雅黑" pitchFamily="34" charset="-122"/>
              </a:endParaRPr>
            </a:p>
          </p:txBody>
        </p:sp>
        <p:sp>
          <p:nvSpPr>
            <p:cNvPr id="18" name="Line 16"/>
            <p:cNvSpPr>
              <a:spLocks noChangeShapeType="1"/>
            </p:cNvSpPr>
            <p:nvPr/>
          </p:nvSpPr>
          <p:spPr bwMode="auto">
            <a:xfrm>
              <a:off x="1544048" y="1568364"/>
              <a:ext cx="0" cy="734421"/>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Rectangle 17"/>
            <p:cNvSpPr>
              <a:spLocks noChangeArrowheads="1"/>
            </p:cNvSpPr>
            <p:nvPr/>
          </p:nvSpPr>
          <p:spPr bwMode="auto">
            <a:xfrm rot="10800000">
              <a:off x="1885029" y="2407703"/>
              <a:ext cx="314934" cy="79781"/>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400" b="1">
                <a:latin typeface="微软雅黑" pitchFamily="34" charset="-122"/>
                <a:ea typeface="微软雅黑" pitchFamily="34" charset="-122"/>
              </a:endParaRPr>
            </a:p>
          </p:txBody>
        </p:sp>
        <p:sp>
          <p:nvSpPr>
            <p:cNvPr id="22" name="Rectangle 20"/>
            <p:cNvSpPr>
              <a:spLocks noChangeArrowheads="1"/>
            </p:cNvSpPr>
            <p:nvPr/>
          </p:nvSpPr>
          <p:spPr bwMode="auto">
            <a:xfrm rot="10800000">
              <a:off x="6900295" y="2315900"/>
              <a:ext cx="314934" cy="79781"/>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400" b="1">
                <a:latin typeface="微软雅黑" pitchFamily="34" charset="-122"/>
                <a:ea typeface="微软雅黑" pitchFamily="34" charset="-122"/>
              </a:endParaRPr>
            </a:p>
          </p:txBody>
        </p:sp>
        <p:sp>
          <p:nvSpPr>
            <p:cNvPr id="23" name="Line 21"/>
            <p:cNvSpPr>
              <a:spLocks noChangeShapeType="1"/>
            </p:cNvSpPr>
            <p:nvPr/>
          </p:nvSpPr>
          <p:spPr bwMode="auto">
            <a:xfrm flipV="1">
              <a:off x="2851143" y="1859073"/>
              <a:ext cx="1214746" cy="327867"/>
            </a:xfrm>
            <a:prstGeom prst="line">
              <a:avLst/>
            </a:prstGeom>
            <a:noFill/>
            <a:ln w="28575">
              <a:solidFill>
                <a:srgbClr val="CC00CC"/>
              </a:solidFill>
              <a:prstDash val="sysDash"/>
              <a:round/>
              <a:headEnd type="triangle" w="med"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 name="Line 22"/>
            <p:cNvSpPr>
              <a:spLocks noChangeShapeType="1"/>
            </p:cNvSpPr>
            <p:nvPr/>
          </p:nvSpPr>
          <p:spPr bwMode="auto">
            <a:xfrm>
              <a:off x="5595569" y="2167268"/>
              <a:ext cx="802727" cy="19672"/>
            </a:xfrm>
            <a:prstGeom prst="line">
              <a:avLst/>
            </a:prstGeom>
            <a:noFill/>
            <a:ln w="28575">
              <a:solidFill>
                <a:srgbClr val="CC00CC"/>
              </a:solidFill>
              <a:prstDash val="sysDash"/>
              <a:round/>
              <a:headEnd type="triangle" w="med"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5" name="Line 23"/>
            <p:cNvSpPr>
              <a:spLocks noChangeShapeType="1"/>
            </p:cNvSpPr>
            <p:nvPr/>
          </p:nvSpPr>
          <p:spPr bwMode="auto">
            <a:xfrm>
              <a:off x="4435284" y="1839401"/>
              <a:ext cx="852453" cy="262293"/>
            </a:xfrm>
            <a:prstGeom prst="line">
              <a:avLst/>
            </a:prstGeom>
            <a:noFill/>
            <a:ln w="28575">
              <a:solidFill>
                <a:srgbClr val="CC00CC"/>
              </a:solidFill>
              <a:prstDash val="sysDash"/>
              <a:round/>
              <a:headEnd type="triangle" w="med"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Text Box 24"/>
            <p:cNvSpPr txBox="1">
              <a:spLocks noChangeArrowheads="1"/>
            </p:cNvSpPr>
            <p:nvPr/>
          </p:nvSpPr>
          <p:spPr bwMode="auto">
            <a:xfrm>
              <a:off x="4094428" y="1259189"/>
              <a:ext cx="1032655" cy="289310"/>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nSpc>
                  <a:spcPct val="80000"/>
                </a:lnSpc>
              </a:pPr>
              <a:r>
                <a:rPr kumimoji="1" lang="en-US" altLang="zh-CN" sz="1600" b="1" dirty="0">
                  <a:solidFill>
                    <a:srgbClr val="000099"/>
                  </a:solidFill>
                  <a:latin typeface="微软雅黑" pitchFamily="34" charset="-122"/>
                  <a:ea typeface="微软雅黑" pitchFamily="34" charset="-122"/>
                </a:rPr>
                <a:t>MPLS </a:t>
              </a:r>
              <a:r>
                <a:rPr kumimoji="1" lang="zh-CN" altLang="en-US" sz="1600" b="1" dirty="0">
                  <a:solidFill>
                    <a:srgbClr val="000099"/>
                  </a:solidFill>
                  <a:latin typeface="微软雅黑" pitchFamily="34" charset="-122"/>
                  <a:ea typeface="微软雅黑" pitchFamily="34" charset="-122"/>
                </a:rPr>
                <a:t>域</a:t>
              </a:r>
            </a:p>
          </p:txBody>
        </p:sp>
        <p:pic>
          <p:nvPicPr>
            <p:cNvPr id="35"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73557" y="2250327"/>
              <a:ext cx="389524" cy="183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7" name="Line 36"/>
            <p:cNvSpPr>
              <a:spLocks noChangeShapeType="1"/>
            </p:cNvSpPr>
            <p:nvPr/>
          </p:nvSpPr>
          <p:spPr bwMode="auto">
            <a:xfrm>
              <a:off x="1899237" y="2545407"/>
              <a:ext cx="284151"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8" name="Line 37"/>
            <p:cNvSpPr>
              <a:spLocks noChangeShapeType="1"/>
            </p:cNvSpPr>
            <p:nvPr/>
          </p:nvSpPr>
          <p:spPr bwMode="auto">
            <a:xfrm rot="5400000">
              <a:off x="1611807" y="1974919"/>
              <a:ext cx="262293"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9" name="Line 38"/>
            <p:cNvSpPr>
              <a:spLocks noChangeShapeType="1"/>
            </p:cNvSpPr>
            <p:nvPr/>
          </p:nvSpPr>
          <p:spPr bwMode="auto">
            <a:xfrm>
              <a:off x="6942918" y="2460161"/>
              <a:ext cx="284151"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2" name="Text Box 41"/>
            <p:cNvSpPr txBox="1">
              <a:spLocks noChangeArrowheads="1"/>
            </p:cNvSpPr>
            <p:nvPr/>
          </p:nvSpPr>
          <p:spPr bwMode="auto">
            <a:xfrm rot="20668789">
              <a:off x="3137432" y="1816842"/>
              <a:ext cx="466794" cy="24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100" b="1" dirty="0">
                  <a:solidFill>
                    <a:srgbClr val="CC00CC"/>
                  </a:solidFill>
                  <a:latin typeface="微软雅黑" pitchFamily="34" charset="-122"/>
                  <a:ea typeface="微软雅黑" pitchFamily="34" charset="-122"/>
                </a:rPr>
                <a:t>LDP</a:t>
              </a:r>
            </a:p>
          </p:txBody>
        </p:sp>
        <p:sp>
          <p:nvSpPr>
            <p:cNvPr id="43" name="Text Box 42"/>
            <p:cNvSpPr txBox="1">
              <a:spLocks noChangeArrowheads="1"/>
            </p:cNvSpPr>
            <p:nvPr/>
          </p:nvSpPr>
          <p:spPr bwMode="auto">
            <a:xfrm rot="1038311">
              <a:off x="4618570" y="1766569"/>
              <a:ext cx="466794" cy="24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100" b="1">
                  <a:solidFill>
                    <a:srgbClr val="CC00CC"/>
                  </a:solidFill>
                  <a:latin typeface="微软雅黑" pitchFamily="34" charset="-122"/>
                  <a:ea typeface="微软雅黑" pitchFamily="34" charset="-122"/>
                </a:rPr>
                <a:t>LDP</a:t>
              </a:r>
            </a:p>
          </p:txBody>
        </p:sp>
        <p:sp>
          <p:nvSpPr>
            <p:cNvPr id="44" name="Text Box 43"/>
            <p:cNvSpPr txBox="1">
              <a:spLocks noChangeArrowheads="1"/>
            </p:cNvSpPr>
            <p:nvPr/>
          </p:nvSpPr>
          <p:spPr bwMode="auto">
            <a:xfrm rot="107100">
              <a:off x="5768198" y="1965475"/>
              <a:ext cx="466794" cy="24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100" b="1">
                  <a:solidFill>
                    <a:srgbClr val="CC00CC"/>
                  </a:solidFill>
                  <a:latin typeface="微软雅黑" pitchFamily="34" charset="-122"/>
                  <a:ea typeface="微软雅黑" pitchFamily="34" charset="-122"/>
                </a:rPr>
                <a:t>LDP</a:t>
              </a:r>
            </a:p>
          </p:txBody>
        </p:sp>
        <p:sp>
          <p:nvSpPr>
            <p:cNvPr id="46" name="Text Box 45"/>
            <p:cNvSpPr txBox="1">
              <a:spLocks noChangeArrowheads="1"/>
            </p:cNvSpPr>
            <p:nvPr/>
          </p:nvSpPr>
          <p:spPr bwMode="auto">
            <a:xfrm>
              <a:off x="1936809" y="2830651"/>
              <a:ext cx="902811" cy="48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MPLS</a:t>
              </a:r>
            </a:p>
            <a:p>
              <a:pPr algn="ctr">
                <a:lnSpc>
                  <a:spcPct val="90000"/>
                </a:lnSpc>
              </a:pPr>
              <a:r>
                <a:rPr kumimoji="1" lang="zh-CN" altLang="en-US" sz="1400" b="1" dirty="0">
                  <a:latin typeface="微软雅黑" pitchFamily="34" charset="-122"/>
                  <a:ea typeface="微软雅黑" pitchFamily="34" charset="-122"/>
                </a:rPr>
                <a:t>入口节点</a:t>
              </a:r>
            </a:p>
          </p:txBody>
        </p:sp>
        <p:sp>
          <p:nvSpPr>
            <p:cNvPr id="51" name="Text Box 50"/>
            <p:cNvSpPr txBox="1">
              <a:spLocks noChangeArrowheads="1"/>
            </p:cNvSpPr>
            <p:nvPr/>
          </p:nvSpPr>
          <p:spPr bwMode="auto">
            <a:xfrm>
              <a:off x="6347070" y="2812072"/>
              <a:ext cx="902811" cy="48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MPLS</a:t>
              </a:r>
            </a:p>
            <a:p>
              <a:pPr algn="ctr">
                <a:lnSpc>
                  <a:spcPct val="90000"/>
                </a:lnSpc>
              </a:pPr>
              <a:r>
                <a:rPr kumimoji="1" lang="zh-CN" altLang="en-US" sz="1400" b="1" dirty="0">
                  <a:latin typeface="微软雅黑" pitchFamily="34" charset="-122"/>
                  <a:ea typeface="微软雅黑" pitchFamily="34" charset="-122"/>
                </a:rPr>
                <a:t>出口节点</a:t>
              </a:r>
            </a:p>
          </p:txBody>
        </p:sp>
        <p:sp>
          <p:nvSpPr>
            <p:cNvPr id="52" name="Line 51"/>
            <p:cNvSpPr>
              <a:spLocks noChangeShapeType="1"/>
            </p:cNvSpPr>
            <p:nvPr/>
          </p:nvSpPr>
          <p:spPr bwMode="auto">
            <a:xfrm flipV="1">
              <a:off x="2408341" y="2370544"/>
              <a:ext cx="162610" cy="460108"/>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3" name="Line 52"/>
            <p:cNvSpPr>
              <a:spLocks noChangeShapeType="1"/>
            </p:cNvSpPr>
            <p:nvPr/>
          </p:nvSpPr>
          <p:spPr bwMode="auto">
            <a:xfrm flipH="1" flipV="1">
              <a:off x="6577073" y="2329936"/>
              <a:ext cx="195354" cy="497436"/>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7" name="Line 56"/>
            <p:cNvSpPr>
              <a:spLocks noChangeShapeType="1"/>
            </p:cNvSpPr>
            <p:nvPr/>
          </p:nvSpPr>
          <p:spPr bwMode="auto">
            <a:xfrm>
              <a:off x="7568050" y="1620823"/>
              <a:ext cx="0" cy="629504"/>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9" name="Rectangle 58"/>
            <p:cNvSpPr>
              <a:spLocks noChangeArrowheads="1"/>
            </p:cNvSpPr>
            <p:nvPr/>
          </p:nvSpPr>
          <p:spPr bwMode="auto">
            <a:xfrm rot="5400000">
              <a:off x="7549972" y="1932798"/>
              <a:ext cx="290708" cy="86429"/>
            </a:xfrm>
            <a:prstGeom prst="rect">
              <a:avLst/>
            </a:prstGeom>
            <a:solidFill>
              <a:srgbClr val="00FF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p>
              <a:pPr algn="ctr"/>
              <a:endParaRPr kumimoji="1" lang="zh-CN" altLang="zh-CN" sz="1400" b="1">
                <a:latin typeface="微软雅黑" pitchFamily="34" charset="-122"/>
                <a:ea typeface="微软雅黑" pitchFamily="34" charset="-122"/>
              </a:endParaRPr>
            </a:p>
          </p:txBody>
        </p:sp>
        <p:sp>
          <p:nvSpPr>
            <p:cNvPr id="60" name="Line 59"/>
            <p:cNvSpPr>
              <a:spLocks noChangeShapeType="1"/>
            </p:cNvSpPr>
            <p:nvPr/>
          </p:nvSpPr>
          <p:spPr bwMode="auto">
            <a:xfrm rot="16200000" flipV="1">
              <a:off x="7692639" y="1970547"/>
              <a:ext cx="262293" cy="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61" name="Text Box 60"/>
            <p:cNvSpPr txBox="1">
              <a:spLocks noChangeArrowheads="1"/>
            </p:cNvSpPr>
            <p:nvPr/>
          </p:nvSpPr>
          <p:spPr bwMode="auto">
            <a:xfrm>
              <a:off x="2597095" y="1925593"/>
              <a:ext cx="319318"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A</a:t>
              </a:r>
            </a:p>
          </p:txBody>
        </p:sp>
        <p:sp>
          <p:nvSpPr>
            <p:cNvPr id="62" name="Text Box 61"/>
            <p:cNvSpPr txBox="1">
              <a:spLocks noChangeArrowheads="1"/>
            </p:cNvSpPr>
            <p:nvPr/>
          </p:nvSpPr>
          <p:spPr bwMode="auto">
            <a:xfrm>
              <a:off x="4063388" y="1505826"/>
              <a:ext cx="308097"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B</a:t>
              </a:r>
            </a:p>
          </p:txBody>
        </p:sp>
        <p:sp>
          <p:nvSpPr>
            <p:cNvPr id="63" name="Text Box 62"/>
            <p:cNvSpPr txBox="1">
              <a:spLocks noChangeArrowheads="1"/>
            </p:cNvSpPr>
            <p:nvPr/>
          </p:nvSpPr>
          <p:spPr bwMode="auto">
            <a:xfrm>
              <a:off x="5241520" y="1811786"/>
              <a:ext cx="304892"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C</a:t>
              </a:r>
            </a:p>
          </p:txBody>
        </p:sp>
        <p:sp>
          <p:nvSpPr>
            <p:cNvPr id="64" name="Text Box 63"/>
            <p:cNvSpPr txBox="1">
              <a:spLocks noChangeArrowheads="1"/>
            </p:cNvSpPr>
            <p:nvPr/>
          </p:nvSpPr>
          <p:spPr bwMode="auto">
            <a:xfrm>
              <a:off x="6214348" y="1899217"/>
              <a:ext cx="327333" cy="286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400" b="1" dirty="0">
                  <a:latin typeface="微软雅黑" pitchFamily="34" charset="-122"/>
                  <a:ea typeface="微软雅黑" pitchFamily="34" charset="-122"/>
                </a:rPr>
                <a:t>D</a:t>
              </a:r>
            </a:p>
          </p:txBody>
        </p:sp>
        <p:pic>
          <p:nvPicPr>
            <p:cNvPr id="66" name="Picture 6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12502" y="2092951"/>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7" name="Picture 6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85369" y="2040492"/>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6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01407" y="1725740"/>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6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10161" y="2145409"/>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0" name="Picture 6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42388" y="2984748"/>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 name="Picture 7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33105" y="2827372"/>
              <a:ext cx="290072" cy="3202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5" name="Picture 7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02295" y="2186939"/>
              <a:ext cx="389524" cy="183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7"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47389" y="1220232"/>
              <a:ext cx="437551" cy="437551"/>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246" descr="jisuanji"/>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352264" y="1220232"/>
              <a:ext cx="437551" cy="437551"/>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11" name="组合 110"/>
          <p:cNvGrpSpPr/>
          <p:nvPr/>
        </p:nvGrpSpPr>
        <p:grpSpPr>
          <a:xfrm>
            <a:off x="3312385" y="2173437"/>
            <a:ext cx="561310" cy="255463"/>
            <a:chOff x="3312385" y="2173437"/>
            <a:chExt cx="561310" cy="255463"/>
          </a:xfrm>
        </p:grpSpPr>
        <p:sp>
          <p:nvSpPr>
            <p:cNvPr id="80" name="Line 268"/>
            <p:cNvSpPr>
              <a:spLocks noChangeShapeType="1"/>
            </p:cNvSpPr>
            <p:nvPr/>
          </p:nvSpPr>
          <p:spPr bwMode="auto">
            <a:xfrm rot="16072623">
              <a:off x="3547463" y="2102669"/>
              <a:ext cx="136525" cy="515938"/>
            </a:xfrm>
            <a:prstGeom prst="line">
              <a:avLst/>
            </a:prstGeom>
            <a:noFill/>
            <a:ln w="12700">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nvGrpSpPr>
            <p:cNvPr id="58" name="组合 57"/>
            <p:cNvGrpSpPr/>
            <p:nvPr/>
          </p:nvGrpSpPr>
          <p:grpSpPr>
            <a:xfrm rot="20642495">
              <a:off x="3312385" y="2173437"/>
              <a:ext cx="519027" cy="151876"/>
              <a:chOff x="3032908" y="4474111"/>
              <a:chExt cx="519027" cy="173177"/>
            </a:xfrm>
          </p:grpSpPr>
          <p:sp>
            <p:nvSpPr>
              <p:cNvPr id="45" name="矩形 44"/>
              <p:cNvSpPr/>
              <p:nvPr/>
            </p:nvSpPr>
            <p:spPr>
              <a:xfrm>
                <a:off x="3364344" y="4474111"/>
                <a:ext cx="187591" cy="17317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anose="020B0503020204020204" pitchFamily="34" charset="-122"/>
                    <a:ea typeface="微软雅黑" panose="020B0503020204020204" pitchFamily="34" charset="-122"/>
                  </a:rPr>
                  <a:t>3</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97" name="Rectangle 399"/>
              <p:cNvSpPr>
                <a:spLocks noChangeArrowheads="1"/>
              </p:cNvSpPr>
              <p:nvPr/>
            </p:nvSpPr>
            <p:spPr bwMode="auto">
              <a:xfrm rot="10800000">
                <a:off x="3032908" y="4474111"/>
                <a:ext cx="335791" cy="173176"/>
              </a:xfrm>
              <a:prstGeom prst="rect">
                <a:avLst/>
              </a:prstGeom>
              <a:solidFill>
                <a:srgbClr val="FF66FF"/>
              </a:solidFill>
              <a:ln w="9525">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b="1">
                  <a:latin typeface="微软雅黑" panose="020B0503020204020204" pitchFamily="34" charset="-122"/>
                  <a:ea typeface="微软雅黑" panose="020B0503020204020204" pitchFamily="34" charset="-122"/>
                </a:endParaRPr>
              </a:p>
            </p:txBody>
          </p:sp>
        </p:grpSp>
      </p:grpSp>
      <p:grpSp>
        <p:nvGrpSpPr>
          <p:cNvPr id="112" name="组合 111"/>
          <p:cNvGrpSpPr/>
          <p:nvPr/>
        </p:nvGrpSpPr>
        <p:grpSpPr>
          <a:xfrm>
            <a:off x="4478891" y="2112017"/>
            <a:ext cx="564414" cy="254459"/>
            <a:chOff x="4478891" y="2112017"/>
            <a:chExt cx="564414" cy="254459"/>
          </a:xfrm>
        </p:grpSpPr>
        <p:sp>
          <p:nvSpPr>
            <p:cNvPr id="89" name="Line 416"/>
            <p:cNvSpPr>
              <a:spLocks noChangeShapeType="1"/>
            </p:cNvSpPr>
            <p:nvPr/>
          </p:nvSpPr>
          <p:spPr bwMode="auto">
            <a:xfrm rot="18151154">
              <a:off x="4668597" y="2040245"/>
              <a:ext cx="136525" cy="515938"/>
            </a:xfrm>
            <a:prstGeom prst="line">
              <a:avLst/>
            </a:prstGeom>
            <a:noFill/>
            <a:ln w="12700">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nvGrpSpPr>
            <p:cNvPr id="98" name="组合 97"/>
            <p:cNvGrpSpPr/>
            <p:nvPr/>
          </p:nvGrpSpPr>
          <p:grpSpPr>
            <a:xfrm rot="997048">
              <a:off x="4524278" y="2112017"/>
              <a:ext cx="519027" cy="151876"/>
              <a:chOff x="3032908" y="4474111"/>
              <a:chExt cx="519027" cy="173177"/>
            </a:xfrm>
          </p:grpSpPr>
          <p:sp>
            <p:nvSpPr>
              <p:cNvPr id="99" name="矩形 98"/>
              <p:cNvSpPr/>
              <p:nvPr/>
            </p:nvSpPr>
            <p:spPr>
              <a:xfrm>
                <a:off x="3364344" y="4474111"/>
                <a:ext cx="187591" cy="17317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anose="020B0503020204020204" pitchFamily="34" charset="-122"/>
                    <a:ea typeface="微软雅黑" panose="020B0503020204020204" pitchFamily="34" charset="-122"/>
                  </a:rPr>
                  <a:t>1</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100" name="Rectangle 399"/>
              <p:cNvSpPr>
                <a:spLocks noChangeArrowheads="1"/>
              </p:cNvSpPr>
              <p:nvPr/>
            </p:nvSpPr>
            <p:spPr bwMode="auto">
              <a:xfrm rot="10800000">
                <a:off x="3032908" y="4474111"/>
                <a:ext cx="335791" cy="173176"/>
              </a:xfrm>
              <a:prstGeom prst="rect">
                <a:avLst/>
              </a:prstGeom>
              <a:solidFill>
                <a:srgbClr val="FF66FF"/>
              </a:solidFill>
              <a:ln w="9525">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b="1">
                  <a:latin typeface="微软雅黑" panose="020B0503020204020204" pitchFamily="34" charset="-122"/>
                  <a:ea typeface="微软雅黑" panose="020B0503020204020204" pitchFamily="34" charset="-122"/>
                </a:endParaRPr>
              </a:p>
            </p:txBody>
          </p:sp>
        </p:grpSp>
      </p:grpSp>
      <p:grpSp>
        <p:nvGrpSpPr>
          <p:cNvPr id="113" name="组合 112"/>
          <p:cNvGrpSpPr/>
          <p:nvPr/>
        </p:nvGrpSpPr>
        <p:grpSpPr>
          <a:xfrm>
            <a:off x="5732321" y="2339902"/>
            <a:ext cx="524124" cy="267916"/>
            <a:chOff x="5732321" y="2339902"/>
            <a:chExt cx="524124" cy="267916"/>
          </a:xfrm>
        </p:grpSpPr>
        <p:sp>
          <p:nvSpPr>
            <p:cNvPr id="93" name="Line 420"/>
            <p:cNvSpPr>
              <a:spLocks noChangeShapeType="1"/>
            </p:cNvSpPr>
            <p:nvPr/>
          </p:nvSpPr>
          <p:spPr bwMode="auto">
            <a:xfrm rot="17283846">
              <a:off x="5922027" y="2281587"/>
              <a:ext cx="136525" cy="515937"/>
            </a:xfrm>
            <a:prstGeom prst="line">
              <a:avLst/>
            </a:prstGeom>
            <a:noFill/>
            <a:ln w="12700">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nvGrpSpPr>
            <p:cNvPr id="103" name="组合 102"/>
            <p:cNvGrpSpPr/>
            <p:nvPr/>
          </p:nvGrpSpPr>
          <p:grpSpPr>
            <a:xfrm rot="198137">
              <a:off x="5737418" y="2339902"/>
              <a:ext cx="519027" cy="151876"/>
              <a:chOff x="3032908" y="4474111"/>
              <a:chExt cx="519027" cy="173177"/>
            </a:xfrm>
          </p:grpSpPr>
          <p:sp>
            <p:nvSpPr>
              <p:cNvPr id="104" name="矩形 103"/>
              <p:cNvSpPr/>
              <p:nvPr/>
            </p:nvSpPr>
            <p:spPr>
              <a:xfrm>
                <a:off x="3364344" y="4474111"/>
                <a:ext cx="187591" cy="17317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anose="020B0503020204020204" pitchFamily="34" charset="-122"/>
                    <a:ea typeface="微软雅黑" panose="020B0503020204020204" pitchFamily="34" charset="-122"/>
                  </a:rPr>
                  <a:t>2</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105" name="Rectangle 399"/>
              <p:cNvSpPr>
                <a:spLocks noChangeArrowheads="1"/>
              </p:cNvSpPr>
              <p:nvPr/>
            </p:nvSpPr>
            <p:spPr bwMode="auto">
              <a:xfrm rot="10800000">
                <a:off x="3032908" y="4474111"/>
                <a:ext cx="335791" cy="173176"/>
              </a:xfrm>
              <a:prstGeom prst="rect">
                <a:avLst/>
              </a:prstGeom>
              <a:solidFill>
                <a:srgbClr val="FF66FF"/>
              </a:solidFill>
              <a:ln w="9525">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b="1">
                  <a:latin typeface="微软雅黑" panose="020B0503020204020204" pitchFamily="34" charset="-122"/>
                  <a:ea typeface="微软雅黑" panose="020B0503020204020204" pitchFamily="34" charset="-122"/>
                </a:endParaRPr>
              </a:p>
            </p:txBody>
          </p:sp>
        </p:grpSp>
      </p:grpSp>
      <p:grpSp>
        <p:nvGrpSpPr>
          <p:cNvPr id="106" name="组合 105"/>
          <p:cNvGrpSpPr/>
          <p:nvPr/>
        </p:nvGrpSpPr>
        <p:grpSpPr>
          <a:xfrm>
            <a:off x="2653945" y="3675122"/>
            <a:ext cx="519027" cy="122934"/>
            <a:chOff x="3032908" y="4474111"/>
            <a:chExt cx="519027" cy="173177"/>
          </a:xfrm>
        </p:grpSpPr>
        <p:sp>
          <p:nvSpPr>
            <p:cNvPr id="107" name="矩形 106"/>
            <p:cNvSpPr/>
            <p:nvPr/>
          </p:nvSpPr>
          <p:spPr>
            <a:xfrm>
              <a:off x="3364344" y="4474111"/>
              <a:ext cx="187591" cy="17317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anose="020B0503020204020204" pitchFamily="34" charset="-122"/>
                  <a:ea typeface="微软雅黑" panose="020B0503020204020204" pitchFamily="34" charset="-122"/>
                </a:rPr>
                <a:t>X</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108" name="Rectangle 399"/>
            <p:cNvSpPr>
              <a:spLocks noChangeArrowheads="1"/>
            </p:cNvSpPr>
            <p:nvPr/>
          </p:nvSpPr>
          <p:spPr bwMode="auto">
            <a:xfrm rot="10800000">
              <a:off x="3032908" y="4474111"/>
              <a:ext cx="335791" cy="173176"/>
            </a:xfrm>
            <a:prstGeom prst="rect">
              <a:avLst/>
            </a:prstGeom>
            <a:solidFill>
              <a:srgbClr val="FF66FF"/>
            </a:solidFill>
            <a:ln w="9525">
              <a:solidFill>
                <a:schemeClr val="tx1"/>
              </a:solidFill>
              <a:miter lim="800000"/>
              <a:headEnd/>
              <a:tailEnd/>
            </a:ln>
          </p:spPr>
          <p:txBody>
            <a:bodyPr rot="10800000"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ct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zh-CN" sz="1100" b="1">
                <a:latin typeface="微软雅黑" panose="020B0503020204020204" pitchFamily="34" charset="-122"/>
                <a:ea typeface="微软雅黑" panose="020B0503020204020204" pitchFamily="34" charset="-122"/>
              </a:endParaRPr>
            </a:p>
          </p:txBody>
        </p:sp>
      </p:grpSp>
      <p:sp>
        <p:nvSpPr>
          <p:cNvPr id="20" name="文本框 19">
            <a:extLst>
              <a:ext uri="{FF2B5EF4-FFF2-40B4-BE49-F238E27FC236}">
                <a16:creationId xmlns:a16="http://schemas.microsoft.com/office/drawing/2014/main" id="{7A32472B-35ED-5F0C-C38B-95ADDEA1E354}"/>
              </a:ext>
            </a:extLst>
          </p:cNvPr>
          <p:cNvSpPr txBox="1"/>
          <p:nvPr/>
        </p:nvSpPr>
        <p:spPr>
          <a:xfrm>
            <a:off x="1269066" y="4033628"/>
            <a:ext cx="6877997" cy="646331"/>
          </a:xfrm>
          <a:prstGeom prst="rect">
            <a:avLst/>
          </a:prstGeom>
          <a:noFill/>
        </p:spPr>
        <p:txBody>
          <a:bodyPr wrap="square">
            <a:spAutoFit/>
          </a:bodyPr>
          <a:lstStyle/>
          <a:p>
            <a:pPr>
              <a:buClr>
                <a:srgbClr val="0070C0"/>
              </a:buClr>
            </a:pPr>
            <a:r>
              <a:rPr lang="zh-CN" altLang="en-US" b="1" dirty="0">
                <a:latin typeface="微软雅黑" pitchFamily="34" charset="-122"/>
                <a:ea typeface="微软雅黑" pitchFamily="34" charset="-122"/>
              </a:rPr>
              <a:t>在</a:t>
            </a:r>
            <a:r>
              <a:rPr lang="en-US" altLang="zh-CN" b="1" dirty="0">
                <a:latin typeface="微软雅黑" pitchFamily="34" charset="-122"/>
                <a:ea typeface="微软雅黑" pitchFamily="34" charset="-122"/>
              </a:rPr>
              <a:t>MPLS</a:t>
            </a:r>
            <a:r>
              <a:rPr lang="zh-CN" altLang="en-US" b="1" dirty="0">
                <a:latin typeface="微软雅黑" pitchFamily="34" charset="-122"/>
                <a:ea typeface="微软雅黑" pitchFamily="34" charset="-122"/>
              </a:rPr>
              <a:t>网络中，</a:t>
            </a:r>
            <a:r>
              <a:rPr lang="en-US" altLang="zh-CN" b="1" dirty="0">
                <a:latin typeface="微软雅黑" pitchFamily="34" charset="-122"/>
                <a:ea typeface="微软雅黑" pitchFamily="34" charset="-122"/>
              </a:rPr>
              <a:t>LSR</a:t>
            </a:r>
            <a:r>
              <a:rPr lang="zh-CN" altLang="en-US" b="1" dirty="0">
                <a:latin typeface="微软雅黑" pitchFamily="34" charset="-122"/>
                <a:ea typeface="微软雅黑" pitchFamily="34" charset="-122"/>
              </a:rPr>
              <a:t>通常既支持传统的</a:t>
            </a:r>
            <a:r>
              <a:rPr lang="en-US" altLang="zh-CN" b="1" dirty="0">
                <a:latin typeface="微软雅黑" pitchFamily="34" charset="-122"/>
                <a:ea typeface="微软雅黑" pitchFamily="34" charset="-122"/>
              </a:rPr>
              <a:t>IP</a:t>
            </a:r>
            <a:r>
              <a:rPr lang="zh-CN" altLang="en-US" b="1" dirty="0">
                <a:latin typeface="微软雅黑" pitchFamily="34" charset="-122"/>
                <a:ea typeface="微软雅黑" pitchFamily="34" charset="-122"/>
              </a:rPr>
              <a:t>逐跳转发（基于</a:t>
            </a:r>
            <a:r>
              <a:rPr lang="en-US" altLang="zh-CN" b="1" dirty="0">
                <a:latin typeface="微软雅黑" pitchFamily="34" charset="-122"/>
                <a:ea typeface="微软雅黑" pitchFamily="34" charset="-122"/>
              </a:rPr>
              <a:t>IP</a:t>
            </a:r>
            <a:r>
              <a:rPr lang="zh-CN" altLang="en-US" b="1" dirty="0">
                <a:latin typeface="微软雅黑" pitchFamily="34" charset="-122"/>
                <a:ea typeface="微软雅黑" pitchFamily="34" charset="-122"/>
              </a:rPr>
              <a:t>路由转发表），也支持基于</a:t>
            </a:r>
            <a:r>
              <a:rPr lang="en-US" altLang="zh-CN" b="1" dirty="0">
                <a:latin typeface="微软雅黑" pitchFamily="34" charset="-122"/>
                <a:ea typeface="微软雅黑" pitchFamily="34" charset="-122"/>
              </a:rPr>
              <a:t>MPLS</a:t>
            </a:r>
            <a:r>
              <a:rPr lang="zh-CN" altLang="en-US" b="1" dirty="0">
                <a:latin typeface="微软雅黑" pitchFamily="34" charset="-122"/>
                <a:ea typeface="微软雅黑" pitchFamily="34" charset="-122"/>
              </a:rPr>
              <a:t>标签的转发（基于标签转发表）。</a:t>
            </a:r>
          </a:p>
        </p:txBody>
      </p:sp>
    </p:spTree>
    <p:extLst>
      <p:ext uri="{BB962C8B-B14F-4D97-AF65-F5344CB8AC3E}">
        <p14:creationId xmlns:p14="http://schemas.microsoft.com/office/powerpoint/2010/main" val="17649827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repeatCount="3000" fill="hold" nodeType="clickEffect">
                                  <p:stCondLst>
                                    <p:cond delay="0"/>
                                  </p:stCondLst>
                                  <p:childTnLst>
                                    <p:set>
                                      <p:cBhvr>
                                        <p:cTn id="6" dur="1" fill="hold">
                                          <p:stCondLst>
                                            <p:cond delay="0"/>
                                          </p:stCondLst>
                                        </p:cTn>
                                        <p:tgtEl>
                                          <p:spTgt spid="114"/>
                                        </p:tgtEl>
                                        <p:attrNameLst>
                                          <p:attrName>style.visibility</p:attrName>
                                        </p:attrNameLst>
                                      </p:cBhvr>
                                      <p:to>
                                        <p:strVal val="visible"/>
                                      </p:to>
                                    </p:set>
                                    <p:animEffect transition="in" filter="fade">
                                      <p:cBhvr>
                                        <p:cTn id="7" dur="500"/>
                                        <p:tgtEl>
                                          <p:spTgt spid="114"/>
                                        </p:tgtEl>
                                      </p:cBhvr>
                                    </p:animEffect>
                                  </p:childTnLst>
                                </p:cTn>
                              </p:par>
                            </p:childTnLst>
                          </p:cTn>
                        </p:par>
                        <p:par>
                          <p:cTn id="8" fill="hold">
                            <p:stCondLst>
                              <p:cond delay="1500"/>
                            </p:stCondLst>
                            <p:childTnLst>
                              <p:par>
                                <p:cTn id="9" presetID="22" presetClass="entr" presetSubtype="8" fill="hold" nodeType="afterEffect">
                                  <p:stCondLst>
                                    <p:cond delay="0"/>
                                  </p:stCondLst>
                                  <p:childTnLst>
                                    <p:set>
                                      <p:cBhvr>
                                        <p:cTn id="10" dur="1" fill="hold">
                                          <p:stCondLst>
                                            <p:cond delay="0"/>
                                          </p:stCondLst>
                                        </p:cTn>
                                        <p:tgtEl>
                                          <p:spTgt spid="111"/>
                                        </p:tgtEl>
                                        <p:attrNameLst>
                                          <p:attrName>style.visibility</p:attrName>
                                        </p:attrNameLst>
                                      </p:cBhvr>
                                      <p:to>
                                        <p:strVal val="visible"/>
                                      </p:to>
                                    </p:set>
                                    <p:animEffect transition="in" filter="wipe(left)">
                                      <p:cBhvr>
                                        <p:cTn id="11" dur="1000"/>
                                        <p:tgtEl>
                                          <p:spTgt spid="111"/>
                                        </p:tgtEl>
                                      </p:cBhvr>
                                    </p:animEffect>
                                  </p:childTnLst>
                                </p:cTn>
                              </p:par>
                            </p:childTnLst>
                          </p:cTn>
                        </p:par>
                        <p:par>
                          <p:cTn id="12" fill="hold">
                            <p:stCondLst>
                              <p:cond delay="2500"/>
                            </p:stCondLst>
                            <p:childTnLst>
                              <p:par>
                                <p:cTn id="13" presetID="22" presetClass="entr" presetSubtype="8" fill="hold" nodeType="afterEffect">
                                  <p:stCondLst>
                                    <p:cond delay="0"/>
                                  </p:stCondLst>
                                  <p:childTnLst>
                                    <p:set>
                                      <p:cBhvr>
                                        <p:cTn id="14" dur="1" fill="hold">
                                          <p:stCondLst>
                                            <p:cond delay="0"/>
                                          </p:stCondLst>
                                        </p:cTn>
                                        <p:tgtEl>
                                          <p:spTgt spid="112"/>
                                        </p:tgtEl>
                                        <p:attrNameLst>
                                          <p:attrName>style.visibility</p:attrName>
                                        </p:attrNameLst>
                                      </p:cBhvr>
                                      <p:to>
                                        <p:strVal val="visible"/>
                                      </p:to>
                                    </p:set>
                                    <p:animEffect transition="in" filter="wipe(left)">
                                      <p:cBhvr>
                                        <p:cTn id="15" dur="1000"/>
                                        <p:tgtEl>
                                          <p:spTgt spid="112"/>
                                        </p:tgtEl>
                                      </p:cBhvr>
                                    </p:animEffect>
                                  </p:childTnLst>
                                </p:cTn>
                              </p:par>
                            </p:childTnLst>
                          </p:cTn>
                        </p:par>
                        <p:par>
                          <p:cTn id="16" fill="hold">
                            <p:stCondLst>
                              <p:cond delay="3500"/>
                            </p:stCondLst>
                            <p:childTnLst>
                              <p:par>
                                <p:cTn id="17" presetID="22" presetClass="entr" presetSubtype="8" fill="hold" nodeType="afterEffect">
                                  <p:stCondLst>
                                    <p:cond delay="0"/>
                                  </p:stCondLst>
                                  <p:childTnLst>
                                    <p:set>
                                      <p:cBhvr>
                                        <p:cTn id="18" dur="1" fill="hold">
                                          <p:stCondLst>
                                            <p:cond delay="0"/>
                                          </p:stCondLst>
                                        </p:cTn>
                                        <p:tgtEl>
                                          <p:spTgt spid="113"/>
                                        </p:tgtEl>
                                        <p:attrNameLst>
                                          <p:attrName>style.visibility</p:attrName>
                                        </p:attrNameLst>
                                      </p:cBhvr>
                                      <p:to>
                                        <p:strVal val="visible"/>
                                      </p:to>
                                    </p:set>
                                    <p:animEffect transition="in" filter="wipe(left)">
                                      <p:cBhvr>
                                        <p:cTn id="19" dur="1000"/>
                                        <p:tgtEl>
                                          <p:spTgt spid="11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repeatCount="3000" fill="hold" nodeType="clickEffect">
                                  <p:stCondLst>
                                    <p:cond delay="0"/>
                                  </p:stCondLst>
                                  <p:childTnLst>
                                    <p:set>
                                      <p:cBhvr>
                                        <p:cTn id="23" dur="1" fill="hold">
                                          <p:stCondLst>
                                            <p:cond delay="0"/>
                                          </p:stCondLst>
                                        </p:cTn>
                                        <p:tgtEl>
                                          <p:spTgt spid="115"/>
                                        </p:tgtEl>
                                        <p:attrNameLst>
                                          <p:attrName>style.visibility</p:attrName>
                                        </p:attrNameLst>
                                      </p:cBhvr>
                                      <p:to>
                                        <p:strVal val="visible"/>
                                      </p:to>
                                    </p:set>
                                    <p:animEffect transition="in" filter="fade">
                                      <p:cBhvr>
                                        <p:cTn id="24"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7943DE-A352-37FE-5604-C8B05D20C4CE}"/>
            </a:ext>
          </a:extLst>
        </p:cNvPr>
        <p:cNvGrpSpPr/>
        <p:nvPr/>
      </p:nvGrpSpPr>
      <p:grpSpPr>
        <a:xfrm>
          <a:off x="0" y="0"/>
          <a:ext cx="0" cy="0"/>
          <a:chOff x="0" y="0"/>
          <a:chExt cx="0" cy="0"/>
        </a:xfrm>
      </p:grpSpPr>
      <p:sp>
        <p:nvSpPr>
          <p:cNvPr id="7" name="Rectangle 8">
            <a:extLst>
              <a:ext uri="{FF2B5EF4-FFF2-40B4-BE49-F238E27FC236}">
                <a16:creationId xmlns:a16="http://schemas.microsoft.com/office/drawing/2014/main" id="{E1092BA6-D03B-0C9E-1627-D2575401F1C9}"/>
              </a:ext>
            </a:extLst>
          </p:cNvPr>
          <p:cNvSpPr>
            <a:spLocks noChangeArrowheads="1"/>
          </p:cNvSpPr>
          <p:nvPr/>
        </p:nvSpPr>
        <p:spPr bwMode="auto">
          <a:xfrm>
            <a:off x="545145" y="978260"/>
            <a:ext cx="8053710" cy="25129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在</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网络中，</a:t>
            </a:r>
            <a:r>
              <a:rPr lang="en-US" altLang="zh-CN" sz="2000" b="1" dirty="0">
                <a:latin typeface="微软雅黑" pitchFamily="34" charset="-122"/>
                <a:ea typeface="微软雅黑" pitchFamily="34" charset="-122"/>
              </a:rPr>
              <a:t>LSR</a:t>
            </a:r>
            <a:r>
              <a:rPr lang="zh-CN" altLang="en-US" sz="2000" b="1" dirty="0">
                <a:latin typeface="微软雅黑" pitchFamily="34" charset="-122"/>
                <a:ea typeface="微软雅黑" pitchFamily="34" charset="-122"/>
              </a:rPr>
              <a:t>需要维护两个位于不同平面的重要数据库，即</a:t>
            </a:r>
            <a:r>
              <a:rPr lang="zh-CN" altLang="en-US" sz="2000" b="1" dirty="0">
                <a:solidFill>
                  <a:srgbClr val="0000FF"/>
                </a:solidFill>
                <a:latin typeface="微软雅黑" pitchFamily="34" charset="-122"/>
                <a:ea typeface="微软雅黑" pitchFamily="34" charset="-122"/>
              </a:rPr>
              <a:t>标签信息库</a:t>
            </a:r>
            <a:r>
              <a:rPr lang="en-US" altLang="zh-CN" sz="2000" b="1" dirty="0">
                <a:solidFill>
                  <a:srgbClr val="0000FF"/>
                </a:solidFill>
                <a:latin typeface="微软雅黑" pitchFamily="34" charset="-122"/>
                <a:ea typeface="微软雅黑" pitchFamily="34" charset="-122"/>
              </a:rPr>
              <a:t>LIB </a:t>
            </a:r>
            <a:r>
              <a:rPr lang="en-US" altLang="zh-CN" sz="2000" b="1" dirty="0">
                <a:latin typeface="微软雅黑" pitchFamily="34" charset="-122"/>
                <a:ea typeface="微软雅黑" pitchFamily="34" charset="-122"/>
              </a:rPr>
              <a:t>(Label Information Base)</a:t>
            </a:r>
            <a:r>
              <a:rPr lang="zh-CN" altLang="en-US" sz="2000" b="1" dirty="0">
                <a:latin typeface="微软雅黑" pitchFamily="34" charset="-122"/>
                <a:ea typeface="微软雅黑" pitchFamily="34" charset="-122"/>
              </a:rPr>
              <a:t>和</a:t>
            </a:r>
            <a:r>
              <a:rPr lang="zh-CN" altLang="en-US" sz="2000" b="1" dirty="0">
                <a:solidFill>
                  <a:srgbClr val="0000FF"/>
                </a:solidFill>
                <a:latin typeface="微软雅黑" pitchFamily="34" charset="-122"/>
                <a:ea typeface="微软雅黑" pitchFamily="34" charset="-122"/>
              </a:rPr>
              <a:t>标签转发信息库</a:t>
            </a:r>
            <a:r>
              <a:rPr lang="en-US" altLang="zh-CN" sz="2000" b="1" dirty="0">
                <a:solidFill>
                  <a:srgbClr val="0000FF"/>
                </a:solidFill>
                <a:latin typeface="微软雅黑" pitchFamily="34" charset="-122"/>
                <a:ea typeface="微软雅黑" pitchFamily="34" charset="-122"/>
              </a:rPr>
              <a:t>LFIB </a:t>
            </a:r>
            <a:r>
              <a:rPr lang="en-US" altLang="zh-CN" sz="2000" b="1" dirty="0">
                <a:latin typeface="微软雅黑" pitchFamily="34" charset="-122"/>
                <a:ea typeface="微软雅黑" pitchFamily="34" charset="-122"/>
              </a:rPr>
              <a:t>(Label Forwarding Information Base)</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标签信息库</a:t>
            </a:r>
            <a:r>
              <a:rPr lang="en-US" altLang="zh-CN" sz="2000" b="1" dirty="0">
                <a:latin typeface="微软雅黑" pitchFamily="34" charset="-122"/>
                <a:ea typeface="微软雅黑" pitchFamily="34" charset="-122"/>
              </a:rPr>
              <a:t>LIB</a:t>
            </a:r>
            <a:r>
              <a:rPr lang="zh-CN" altLang="en-US" sz="2000" b="1" dirty="0">
                <a:latin typeface="微软雅黑" pitchFamily="34" charset="-122"/>
                <a:ea typeface="微软雅黑" pitchFamily="34" charset="-122"/>
              </a:rPr>
              <a:t>是标签交换路由器</a:t>
            </a:r>
            <a:r>
              <a:rPr lang="en-US" altLang="zh-CN" sz="2000" b="1" dirty="0">
                <a:latin typeface="微软雅黑" pitchFamily="34" charset="-122"/>
                <a:ea typeface="微软雅黑" pitchFamily="34" charset="-122"/>
              </a:rPr>
              <a:t>LSR</a:t>
            </a:r>
            <a:r>
              <a:rPr lang="zh-CN" altLang="en-US" sz="2000" b="1" dirty="0">
                <a:latin typeface="微软雅黑" pitchFamily="34" charset="-122"/>
                <a:ea typeface="微软雅黑" pitchFamily="34" charset="-122"/>
              </a:rPr>
              <a:t>基于路由协议提供的网络拓扑信息，以及通过</a:t>
            </a:r>
            <a:r>
              <a:rPr lang="zh-CN" altLang="en-US" sz="2000" b="1" dirty="0">
                <a:solidFill>
                  <a:srgbClr val="0000FF"/>
                </a:solidFill>
                <a:latin typeface="微软雅黑" pitchFamily="34" charset="-122"/>
                <a:ea typeface="微软雅黑" pitchFamily="34" charset="-122"/>
              </a:rPr>
              <a:t>标签分发协议</a:t>
            </a:r>
            <a:r>
              <a:rPr lang="en-US" altLang="zh-CN" sz="2000" b="1" dirty="0">
                <a:solidFill>
                  <a:srgbClr val="0000FF"/>
                </a:solidFill>
                <a:latin typeface="微软雅黑" pitchFamily="34" charset="-122"/>
                <a:ea typeface="微软雅黑" pitchFamily="34" charset="-122"/>
              </a:rPr>
              <a:t>LDP </a:t>
            </a:r>
            <a:r>
              <a:rPr lang="en-US" altLang="zh-CN" sz="2000" b="1" dirty="0">
                <a:latin typeface="微软雅黑" pitchFamily="34" charset="-122"/>
                <a:ea typeface="微软雅黑" pitchFamily="34" charset="-122"/>
              </a:rPr>
              <a:t>(Label Distribution Protocol)</a:t>
            </a:r>
            <a:r>
              <a:rPr lang="zh-CN" altLang="en-US" sz="2000" b="1" dirty="0">
                <a:latin typeface="微软雅黑" pitchFamily="34" charset="-122"/>
                <a:ea typeface="微软雅黑" pitchFamily="34" charset="-122"/>
              </a:rPr>
              <a:t>交换的标签映射信息创建的。</a:t>
            </a:r>
          </a:p>
        </p:txBody>
      </p:sp>
      <p:sp>
        <p:nvSpPr>
          <p:cNvPr id="8" name="AutoShape 5">
            <a:extLst>
              <a:ext uri="{FF2B5EF4-FFF2-40B4-BE49-F238E27FC236}">
                <a16:creationId xmlns:a16="http://schemas.microsoft.com/office/drawing/2014/main" id="{65EAFDCB-9DB7-A6BA-E9BF-1848C2EBA27B}"/>
              </a:ext>
            </a:extLst>
          </p:cNvPr>
          <p:cNvSpPr>
            <a:spLocks noChangeArrowheads="1"/>
          </p:cNvSpPr>
          <p:nvPr/>
        </p:nvSpPr>
        <p:spPr bwMode="auto">
          <a:xfrm>
            <a:off x="545144" y="61839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a:extLst>
              <a:ext uri="{FF2B5EF4-FFF2-40B4-BE49-F238E27FC236}">
                <a16:creationId xmlns:a16="http://schemas.microsoft.com/office/drawing/2014/main" id="{9AFA0358-6356-428C-8F5B-911FAC53F8D9}"/>
              </a:ext>
            </a:extLst>
          </p:cNvPr>
          <p:cNvSpPr>
            <a:spLocks noChangeArrowheads="1"/>
          </p:cNvSpPr>
          <p:nvPr/>
        </p:nvSpPr>
        <p:spPr bwMode="auto">
          <a:xfrm>
            <a:off x="1941968" y="58518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标签信息库 </a:t>
            </a:r>
            <a:r>
              <a:rPr lang="en-US" altLang="zh-CN" sz="2000" b="1" dirty="0">
                <a:solidFill>
                  <a:schemeClr val="bg1"/>
                </a:solidFill>
                <a:latin typeface="微软雅黑" pitchFamily="34" charset="-122"/>
                <a:ea typeface="微软雅黑" pitchFamily="34" charset="-122"/>
              </a:rPr>
              <a:t>LIB </a:t>
            </a:r>
            <a:r>
              <a:rPr lang="zh-CN" altLang="en-US" sz="2000" b="1" dirty="0">
                <a:solidFill>
                  <a:schemeClr val="bg1"/>
                </a:solidFill>
                <a:latin typeface="微软雅黑" pitchFamily="34" charset="-122"/>
                <a:ea typeface="微软雅黑" pitchFamily="34" charset="-122"/>
              </a:rPr>
              <a:t>和标签转发信息库 </a:t>
            </a:r>
            <a:r>
              <a:rPr lang="en-US" altLang="zh-CN" sz="2000" b="1" dirty="0">
                <a:solidFill>
                  <a:schemeClr val="bg1"/>
                </a:solidFill>
                <a:latin typeface="微软雅黑" pitchFamily="34" charset="-122"/>
                <a:ea typeface="微软雅黑" pitchFamily="34" charset="-122"/>
              </a:rPr>
              <a:t>LFIB</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381930173"/>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62BB5E-D3A1-4128-C855-48E2C3A6CF3E}"/>
            </a:ext>
          </a:extLst>
        </p:cNvPr>
        <p:cNvGrpSpPr/>
        <p:nvPr/>
      </p:nvGrpSpPr>
      <p:grpSpPr>
        <a:xfrm>
          <a:off x="0" y="0"/>
          <a:ext cx="0" cy="0"/>
          <a:chOff x="0" y="0"/>
          <a:chExt cx="0" cy="0"/>
        </a:xfrm>
      </p:grpSpPr>
      <p:sp>
        <p:nvSpPr>
          <p:cNvPr id="7" name="Rectangle 8">
            <a:extLst>
              <a:ext uri="{FF2B5EF4-FFF2-40B4-BE49-F238E27FC236}">
                <a16:creationId xmlns:a16="http://schemas.microsoft.com/office/drawing/2014/main" id="{13120D99-AAB1-AEA2-83E3-A5BB72DF95F6}"/>
              </a:ext>
            </a:extLst>
          </p:cNvPr>
          <p:cNvSpPr>
            <a:spLocks noChangeArrowheads="1"/>
          </p:cNvSpPr>
          <p:nvPr/>
        </p:nvSpPr>
        <p:spPr bwMode="auto">
          <a:xfrm>
            <a:off x="545145" y="978260"/>
            <a:ext cx="8053710" cy="25129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LIB</a:t>
            </a:r>
            <a:r>
              <a:rPr lang="zh-CN" altLang="en-US" sz="2000" b="1" dirty="0">
                <a:latin typeface="微软雅黑" pitchFamily="34" charset="-122"/>
                <a:ea typeface="微软雅黑" pitchFamily="34" charset="-122"/>
              </a:rPr>
              <a:t>存储了全部网络前缀到标签的映射，用于标签分发和标签管理，由控制平面维护。</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LSR</a:t>
            </a:r>
            <a:r>
              <a:rPr lang="zh-CN" altLang="en-US" sz="2000" b="1" dirty="0">
                <a:latin typeface="微软雅黑" pitchFamily="34" charset="-122"/>
                <a:ea typeface="微软雅黑" pitchFamily="34" charset="-122"/>
              </a:rPr>
              <a:t>从</a:t>
            </a:r>
            <a:r>
              <a:rPr lang="en-US" altLang="zh-CN" sz="2000" b="1" dirty="0">
                <a:latin typeface="微软雅黑" pitchFamily="34" charset="-122"/>
                <a:ea typeface="微软雅黑" pitchFamily="34" charset="-122"/>
              </a:rPr>
              <a:t>LIB</a:t>
            </a:r>
            <a:r>
              <a:rPr lang="zh-CN" altLang="en-US" sz="2000" b="1" dirty="0">
                <a:latin typeface="微软雅黑" pitchFamily="34" charset="-122"/>
                <a:ea typeface="微软雅黑" pitchFamily="34" charset="-122"/>
              </a:rPr>
              <a:t>中筛选出最佳路径的标签映射信息构建</a:t>
            </a:r>
            <a:r>
              <a:rPr lang="zh-CN" altLang="en-US" sz="2000" b="1" dirty="0">
                <a:solidFill>
                  <a:srgbClr val="0000FF"/>
                </a:solidFill>
                <a:latin typeface="微软雅黑" pitchFamily="34" charset="-122"/>
                <a:ea typeface="微软雅黑" pitchFamily="34" charset="-122"/>
              </a:rPr>
              <a:t>标签转发信息库</a:t>
            </a:r>
            <a:r>
              <a:rPr lang="en-US" altLang="zh-CN" sz="2000" b="1" dirty="0">
                <a:solidFill>
                  <a:srgbClr val="0000FF"/>
                </a:solidFill>
                <a:latin typeface="微软雅黑" pitchFamily="34" charset="-122"/>
                <a:ea typeface="微软雅黑" pitchFamily="34" charset="-122"/>
              </a:rPr>
              <a:t>LFIB</a:t>
            </a:r>
            <a:r>
              <a:rPr lang="zh-CN" altLang="en-US" sz="2000" b="1" dirty="0">
                <a:latin typeface="微软雅黑" pitchFamily="34" charset="-122"/>
                <a:ea typeface="微软雅黑" pitchFamily="34" charset="-122"/>
              </a:rPr>
              <a:t>，这也就是数据平面（或转发平面）中的标签转发表。</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LFIB </a:t>
            </a:r>
            <a:r>
              <a:rPr lang="zh-CN" altLang="en-US" sz="2000" b="1" dirty="0">
                <a:latin typeface="微软雅黑" pitchFamily="34" charset="-122"/>
                <a:ea typeface="微软雅黑" pitchFamily="34" charset="-122"/>
              </a:rPr>
              <a:t>比</a:t>
            </a:r>
            <a:r>
              <a:rPr lang="en-US" altLang="zh-CN" sz="2000" b="1" dirty="0">
                <a:latin typeface="微软雅黑" pitchFamily="34" charset="-122"/>
                <a:ea typeface="微软雅黑" pitchFamily="34" charset="-122"/>
              </a:rPr>
              <a:t>LIB</a:t>
            </a:r>
            <a:r>
              <a:rPr lang="zh-CN" altLang="en-US" sz="2000" b="1" dirty="0">
                <a:latin typeface="微软雅黑" pitchFamily="34" charset="-122"/>
                <a:ea typeface="微软雅黑" pitchFamily="34" charset="-122"/>
              </a:rPr>
              <a:t>小得多，只包括最终选定的标签映射（就是入标签到出接口、出接口的映射），是实际数据转发的核心。</a:t>
            </a:r>
          </a:p>
        </p:txBody>
      </p:sp>
      <p:sp>
        <p:nvSpPr>
          <p:cNvPr id="8" name="AutoShape 5">
            <a:extLst>
              <a:ext uri="{FF2B5EF4-FFF2-40B4-BE49-F238E27FC236}">
                <a16:creationId xmlns:a16="http://schemas.microsoft.com/office/drawing/2014/main" id="{F5802EA7-CA0C-C617-19AF-228F3529330C}"/>
              </a:ext>
            </a:extLst>
          </p:cNvPr>
          <p:cNvSpPr>
            <a:spLocks noChangeArrowheads="1"/>
          </p:cNvSpPr>
          <p:nvPr/>
        </p:nvSpPr>
        <p:spPr bwMode="auto">
          <a:xfrm>
            <a:off x="545144" y="61839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a:extLst>
              <a:ext uri="{FF2B5EF4-FFF2-40B4-BE49-F238E27FC236}">
                <a16:creationId xmlns:a16="http://schemas.microsoft.com/office/drawing/2014/main" id="{9DB3B378-B8D8-0258-49E6-DD04B0284CFD}"/>
              </a:ext>
            </a:extLst>
          </p:cNvPr>
          <p:cNvSpPr>
            <a:spLocks noChangeArrowheads="1"/>
          </p:cNvSpPr>
          <p:nvPr/>
        </p:nvSpPr>
        <p:spPr bwMode="auto">
          <a:xfrm>
            <a:off x="1941968" y="58518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chemeClr val="bg1"/>
                </a:solidFill>
                <a:latin typeface="微软雅黑" pitchFamily="34" charset="-122"/>
                <a:ea typeface="微软雅黑" pitchFamily="34" charset="-122"/>
              </a:rPr>
              <a:t>标签信息库 </a:t>
            </a:r>
            <a:r>
              <a:rPr lang="en-US" altLang="zh-CN" sz="2000" b="1" dirty="0">
                <a:solidFill>
                  <a:schemeClr val="bg1"/>
                </a:solidFill>
                <a:latin typeface="微软雅黑" pitchFamily="34" charset="-122"/>
                <a:ea typeface="微软雅黑" pitchFamily="34" charset="-122"/>
              </a:rPr>
              <a:t>LIB </a:t>
            </a:r>
            <a:r>
              <a:rPr lang="zh-CN" altLang="en-US" sz="2000" b="1" dirty="0">
                <a:solidFill>
                  <a:schemeClr val="bg1"/>
                </a:solidFill>
                <a:latin typeface="微软雅黑" pitchFamily="34" charset="-122"/>
                <a:ea typeface="微软雅黑" pitchFamily="34" charset="-122"/>
              </a:rPr>
              <a:t>和标签转发信息库 </a:t>
            </a:r>
            <a:r>
              <a:rPr lang="en-US" altLang="zh-CN" sz="2000" b="1" dirty="0">
                <a:solidFill>
                  <a:schemeClr val="bg1"/>
                </a:solidFill>
                <a:latin typeface="微软雅黑" pitchFamily="34" charset="-122"/>
                <a:ea typeface="微软雅黑" pitchFamily="34" charset="-122"/>
              </a:rPr>
              <a:t>LFIB</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1009487861"/>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9B2CC7-07ED-4BC2-E0A4-EE9F9B5CEF78}"/>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D4A049F9-3742-38D9-F874-EFD3FDA852E1}"/>
              </a:ext>
            </a:extLst>
          </p:cNvPr>
          <p:cNvSpPr/>
          <p:nvPr/>
        </p:nvSpPr>
        <p:spPr>
          <a:xfrm>
            <a:off x="545144" y="974121"/>
            <a:ext cx="8053712" cy="369715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57" name="矩形 3302">
            <a:extLst>
              <a:ext uri="{FF2B5EF4-FFF2-40B4-BE49-F238E27FC236}">
                <a16:creationId xmlns:a16="http://schemas.microsoft.com/office/drawing/2014/main" id="{FC0C75FD-EE27-FDCA-FDEC-8253356F67BF}"/>
              </a:ext>
            </a:extLst>
          </p:cNvPr>
          <p:cNvSpPr>
            <a:spLocks noChangeArrowheads="1"/>
          </p:cNvSpPr>
          <p:nvPr/>
        </p:nvSpPr>
        <p:spPr bwMode="auto">
          <a:xfrm>
            <a:off x="3871115" y="1240095"/>
            <a:ext cx="1129386"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600" b="1">
              <a:ea typeface="微软雅黑" panose="020B0503020204020204" pitchFamily="34" charset="-122"/>
            </a:endParaRPr>
          </a:p>
        </p:txBody>
      </p:sp>
      <p:sp>
        <p:nvSpPr>
          <p:cNvPr id="49" name="矩形 3283">
            <a:extLst>
              <a:ext uri="{FF2B5EF4-FFF2-40B4-BE49-F238E27FC236}">
                <a16:creationId xmlns:a16="http://schemas.microsoft.com/office/drawing/2014/main" id="{A09F5F81-C4CA-386A-1C4B-8284514614D6}"/>
              </a:ext>
            </a:extLst>
          </p:cNvPr>
          <p:cNvSpPr>
            <a:spLocks noChangeArrowheads="1"/>
          </p:cNvSpPr>
          <p:nvPr/>
        </p:nvSpPr>
        <p:spPr bwMode="auto">
          <a:xfrm>
            <a:off x="6231795" y="1240095"/>
            <a:ext cx="1100612"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600" b="1">
              <a:ea typeface="微软雅黑" panose="020B0503020204020204" pitchFamily="34" charset="-122"/>
            </a:endParaRPr>
          </a:p>
        </p:txBody>
      </p:sp>
      <p:sp>
        <p:nvSpPr>
          <p:cNvPr id="111" name="矩形 3283">
            <a:extLst>
              <a:ext uri="{FF2B5EF4-FFF2-40B4-BE49-F238E27FC236}">
                <a16:creationId xmlns:a16="http://schemas.microsoft.com/office/drawing/2014/main" id="{1D593C32-50F6-6946-3706-C5B233440738}"/>
              </a:ext>
            </a:extLst>
          </p:cNvPr>
          <p:cNvSpPr>
            <a:spLocks noChangeArrowheads="1"/>
          </p:cNvSpPr>
          <p:nvPr/>
        </p:nvSpPr>
        <p:spPr bwMode="auto">
          <a:xfrm>
            <a:off x="6346892" y="3844193"/>
            <a:ext cx="1100612" cy="61127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600" b="1">
              <a:ea typeface="微软雅黑" panose="020B0503020204020204" pitchFamily="34" charset="-122"/>
            </a:endParaRPr>
          </a:p>
        </p:txBody>
      </p:sp>
      <p:sp>
        <p:nvSpPr>
          <p:cNvPr id="68" name="矩形 3318">
            <a:extLst>
              <a:ext uri="{FF2B5EF4-FFF2-40B4-BE49-F238E27FC236}">
                <a16:creationId xmlns:a16="http://schemas.microsoft.com/office/drawing/2014/main" id="{D1C2EBBF-B432-48AF-F6A0-73BA39723056}"/>
              </a:ext>
            </a:extLst>
          </p:cNvPr>
          <p:cNvSpPr>
            <a:spLocks noChangeArrowheads="1"/>
          </p:cNvSpPr>
          <p:nvPr/>
        </p:nvSpPr>
        <p:spPr bwMode="auto">
          <a:xfrm>
            <a:off x="1340188" y="1267208"/>
            <a:ext cx="1081429"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600" b="1">
              <a:ea typeface="微软雅黑" panose="020B0503020204020204" pitchFamily="34" charset="-122"/>
            </a:endParaRPr>
          </a:p>
        </p:txBody>
      </p:sp>
      <p:sp>
        <p:nvSpPr>
          <p:cNvPr id="8" name="AutoShape 5">
            <a:extLst>
              <a:ext uri="{FF2B5EF4-FFF2-40B4-BE49-F238E27FC236}">
                <a16:creationId xmlns:a16="http://schemas.microsoft.com/office/drawing/2014/main" id="{AF5BD318-D8EB-DC07-9CE7-883A55412CC7}"/>
              </a:ext>
            </a:extLst>
          </p:cNvPr>
          <p:cNvSpPr>
            <a:spLocks noChangeArrowheads="1"/>
          </p:cNvSpPr>
          <p:nvPr/>
        </p:nvSpPr>
        <p:spPr bwMode="auto">
          <a:xfrm>
            <a:off x="545144" y="618394"/>
            <a:ext cx="8053711"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a:extLst>
              <a:ext uri="{FF2B5EF4-FFF2-40B4-BE49-F238E27FC236}">
                <a16:creationId xmlns:a16="http://schemas.microsoft.com/office/drawing/2014/main" id="{903FE74F-A403-80A1-15B2-8188E5958647}"/>
              </a:ext>
            </a:extLst>
          </p:cNvPr>
          <p:cNvSpPr>
            <a:spLocks noChangeArrowheads="1"/>
          </p:cNvSpPr>
          <p:nvPr/>
        </p:nvSpPr>
        <p:spPr bwMode="auto">
          <a:xfrm>
            <a:off x="1941968" y="585183"/>
            <a:ext cx="52600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000" b="1" dirty="0">
                <a:solidFill>
                  <a:schemeClr val="bg1"/>
                </a:solidFill>
                <a:latin typeface="微软雅黑" pitchFamily="34" charset="-122"/>
                <a:ea typeface="微软雅黑" pitchFamily="34" charset="-122"/>
              </a:rPr>
              <a:t>MPLS</a:t>
            </a:r>
            <a:r>
              <a:rPr lang="zh-CN" altLang="en-US" sz="2000" b="1" dirty="0">
                <a:solidFill>
                  <a:schemeClr val="bg1"/>
                </a:solidFill>
                <a:latin typeface="微软雅黑" pitchFamily="34" charset="-122"/>
                <a:ea typeface="微软雅黑" pitchFamily="34" charset="-122"/>
              </a:rPr>
              <a:t>标签的压入、交换和弹出</a:t>
            </a:r>
          </a:p>
        </p:txBody>
      </p:sp>
      <p:sp>
        <p:nvSpPr>
          <p:cNvPr id="4" name="矩形 2">
            <a:extLst>
              <a:ext uri="{FF2B5EF4-FFF2-40B4-BE49-F238E27FC236}">
                <a16:creationId xmlns:a16="http://schemas.microsoft.com/office/drawing/2014/main" id="{7D9A4CEA-68F9-DE8F-9CCF-27C48A763D81}"/>
              </a:ext>
            </a:extLst>
          </p:cNvPr>
          <p:cNvSpPr>
            <a:spLocks noChangeArrowheads="1"/>
          </p:cNvSpPr>
          <p:nvPr/>
        </p:nvSpPr>
        <p:spPr bwMode="auto">
          <a:xfrm>
            <a:off x="1133973" y="3735741"/>
            <a:ext cx="2500954" cy="283456"/>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600" b="1">
              <a:ea typeface="微软雅黑" panose="020B0503020204020204" pitchFamily="34" charset="-122"/>
            </a:endParaRPr>
          </a:p>
        </p:txBody>
      </p:sp>
      <p:sp>
        <p:nvSpPr>
          <p:cNvPr id="5" name="任意多边形: 形状 4">
            <a:extLst>
              <a:ext uri="{FF2B5EF4-FFF2-40B4-BE49-F238E27FC236}">
                <a16:creationId xmlns:a16="http://schemas.microsoft.com/office/drawing/2014/main" id="{EFD64172-775D-BD64-5207-4573B94B9C1C}"/>
              </a:ext>
            </a:extLst>
          </p:cNvPr>
          <p:cNvSpPr/>
          <p:nvPr/>
        </p:nvSpPr>
        <p:spPr bwMode="auto">
          <a:xfrm>
            <a:off x="6356483" y="3520068"/>
            <a:ext cx="1092219" cy="307288"/>
          </a:xfrm>
          <a:custGeom>
            <a:avLst/>
            <a:gdLst>
              <a:gd name="connsiteX0" fmla="*/ 645459 w 1446306"/>
              <a:gd name="connsiteY0" fmla="*/ 0 h 256988"/>
              <a:gd name="connsiteX1" fmla="*/ 0 w 1446306"/>
              <a:gd name="connsiteY1" fmla="*/ 256988 h 256988"/>
              <a:gd name="connsiteX2" fmla="*/ 1446306 w 1446306"/>
              <a:gd name="connsiteY2" fmla="*/ 256988 h 256988"/>
              <a:gd name="connsiteX3" fmla="*/ 818777 w 1446306"/>
              <a:gd name="connsiteY3" fmla="*/ 11953 h 256988"/>
              <a:gd name="connsiteX4" fmla="*/ 645459 w 1446306"/>
              <a:gd name="connsiteY4" fmla="*/ 0 h 256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06" h="256988">
                <a:moveTo>
                  <a:pt x="645459" y="0"/>
                </a:moveTo>
                <a:lnTo>
                  <a:pt x="0" y="256988"/>
                </a:lnTo>
                <a:lnTo>
                  <a:pt x="1446306" y="256988"/>
                </a:lnTo>
                <a:lnTo>
                  <a:pt x="818777" y="11953"/>
                </a:lnTo>
                <a:lnTo>
                  <a:pt x="645459" y="0"/>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5400000" scaled="0"/>
            <a:tileRect/>
          </a:gradFill>
          <a:ln w="9525" cap="flat" cmpd="sng" algn="ctr">
            <a:noFill/>
            <a:prstDash val="solid"/>
            <a:round/>
            <a:headEnd type="none" w="med" len="med"/>
            <a:tailEnd type="none" w="med" len="med"/>
          </a:ln>
          <a:effectLst/>
        </p:spPr>
        <p:txBody>
          <a:bodyPr/>
          <a:lstStyle/>
          <a:p>
            <a:pPr algn="ctr"/>
            <a:endParaRPr lang="zh-CN" altLang="en-US" sz="1200" b="1">
              <a:ea typeface="微软雅黑" panose="020B0503020204020204" pitchFamily="34" charset="-122"/>
            </a:endParaRPr>
          </a:p>
        </p:txBody>
      </p:sp>
      <p:sp>
        <p:nvSpPr>
          <p:cNvPr id="6" name="Text Box 358">
            <a:extLst>
              <a:ext uri="{FF2B5EF4-FFF2-40B4-BE49-F238E27FC236}">
                <a16:creationId xmlns:a16="http://schemas.microsoft.com/office/drawing/2014/main" id="{F73292F1-4871-7965-0EC9-F9989ACFE70A}"/>
              </a:ext>
            </a:extLst>
          </p:cNvPr>
          <p:cNvSpPr txBox="1">
            <a:spLocks noChangeArrowheads="1"/>
          </p:cNvSpPr>
          <p:nvPr/>
        </p:nvSpPr>
        <p:spPr bwMode="auto">
          <a:xfrm>
            <a:off x="6421726" y="4234869"/>
            <a:ext cx="640424"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70       0 </a:t>
            </a:r>
            <a:endParaRPr lang="zh-CN" altLang="en-US" sz="1100" b="1">
              <a:ea typeface="微软雅黑" panose="020B0503020204020204" pitchFamily="34" charset="-122"/>
            </a:endParaRPr>
          </a:p>
        </p:txBody>
      </p:sp>
      <p:cxnSp>
        <p:nvCxnSpPr>
          <p:cNvPr id="10" name="直接连接符 3288">
            <a:extLst>
              <a:ext uri="{FF2B5EF4-FFF2-40B4-BE49-F238E27FC236}">
                <a16:creationId xmlns:a16="http://schemas.microsoft.com/office/drawing/2014/main" id="{6FDE90F2-567E-7898-43AE-41F9136043E0}"/>
              </a:ext>
            </a:extLst>
          </p:cNvPr>
          <p:cNvCxnSpPr>
            <a:cxnSpLocks/>
          </p:cNvCxnSpPr>
          <p:nvPr/>
        </p:nvCxnSpPr>
        <p:spPr bwMode="auto">
          <a:xfrm>
            <a:off x="6728149" y="3858982"/>
            <a:ext cx="1199" cy="59156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 name="直接连接符 3289">
            <a:extLst>
              <a:ext uri="{FF2B5EF4-FFF2-40B4-BE49-F238E27FC236}">
                <a16:creationId xmlns:a16="http://schemas.microsoft.com/office/drawing/2014/main" id="{8E42F4BF-DE69-0B2F-F170-FA7C13A129D1}"/>
              </a:ext>
            </a:extLst>
          </p:cNvPr>
          <p:cNvCxnSpPr>
            <a:cxnSpLocks/>
          </p:cNvCxnSpPr>
          <p:nvPr/>
        </p:nvCxnSpPr>
        <p:spPr bwMode="auto">
          <a:xfrm flipH="1">
            <a:off x="7078235" y="3833101"/>
            <a:ext cx="4796" cy="61004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 name="直接连接符 3285">
            <a:extLst>
              <a:ext uri="{FF2B5EF4-FFF2-40B4-BE49-F238E27FC236}">
                <a16:creationId xmlns:a16="http://schemas.microsoft.com/office/drawing/2014/main" id="{27135BB4-3E26-D9AE-7D64-401CBDC0DA28}"/>
              </a:ext>
            </a:extLst>
          </p:cNvPr>
          <p:cNvCxnSpPr>
            <a:cxnSpLocks/>
          </p:cNvCxnSpPr>
          <p:nvPr/>
        </p:nvCxnSpPr>
        <p:spPr bwMode="auto">
          <a:xfrm>
            <a:off x="6346892" y="4234869"/>
            <a:ext cx="1095816"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sp>
        <p:nvSpPr>
          <p:cNvPr id="13" name="Text Box 410">
            <a:extLst>
              <a:ext uri="{FF2B5EF4-FFF2-40B4-BE49-F238E27FC236}">
                <a16:creationId xmlns:a16="http://schemas.microsoft.com/office/drawing/2014/main" id="{C1CCC2D0-6565-3AF8-638B-FFE4FE179EAD}"/>
              </a:ext>
            </a:extLst>
          </p:cNvPr>
          <p:cNvSpPr txBox="1">
            <a:spLocks noChangeArrowheads="1"/>
          </p:cNvSpPr>
          <p:nvPr/>
        </p:nvSpPr>
        <p:spPr bwMode="auto">
          <a:xfrm>
            <a:off x="4484398" y="2540295"/>
            <a:ext cx="240916"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0</a:t>
            </a:r>
          </a:p>
        </p:txBody>
      </p:sp>
      <p:sp>
        <p:nvSpPr>
          <p:cNvPr id="14" name="文本框 3344">
            <a:extLst>
              <a:ext uri="{FF2B5EF4-FFF2-40B4-BE49-F238E27FC236}">
                <a16:creationId xmlns:a16="http://schemas.microsoft.com/office/drawing/2014/main" id="{2A5661DB-D79B-F923-B60B-3F3F021DC3E1}"/>
              </a:ext>
            </a:extLst>
          </p:cNvPr>
          <p:cNvSpPr txBox="1">
            <a:spLocks noChangeArrowheads="1"/>
          </p:cNvSpPr>
          <p:nvPr/>
        </p:nvSpPr>
        <p:spPr bwMode="auto">
          <a:xfrm>
            <a:off x="6274957" y="1715808"/>
            <a:ext cx="386192" cy="2986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400" b="1">
                <a:ea typeface="微软雅黑" panose="020B0503020204020204" pitchFamily="34" charset="-122"/>
                <a:sym typeface="Symbol" panose="05050102010706020507" pitchFamily="18" charset="2"/>
              </a:rPr>
              <a:t> </a:t>
            </a:r>
            <a:endParaRPr lang="zh-CN" altLang="en-US" sz="1400" b="1">
              <a:ea typeface="微软雅黑" panose="020B0503020204020204" pitchFamily="34" charset="-122"/>
            </a:endParaRPr>
          </a:p>
        </p:txBody>
      </p:sp>
      <p:sp>
        <p:nvSpPr>
          <p:cNvPr id="15" name="任意多边形: 形状 14">
            <a:extLst>
              <a:ext uri="{FF2B5EF4-FFF2-40B4-BE49-F238E27FC236}">
                <a16:creationId xmlns:a16="http://schemas.microsoft.com/office/drawing/2014/main" id="{263478EC-5CA2-5CB1-7EBF-D81D9BC51E92}"/>
              </a:ext>
            </a:extLst>
          </p:cNvPr>
          <p:cNvSpPr/>
          <p:nvPr/>
        </p:nvSpPr>
        <p:spPr bwMode="auto">
          <a:xfrm>
            <a:off x="1335392" y="2087533"/>
            <a:ext cx="1086224" cy="539031"/>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eaLnBrk="1" hangingPunct="1">
              <a:defRPr/>
            </a:pPr>
            <a:endParaRPr lang="zh-CN" altLang="en-US" sz="1200" b="1">
              <a:ea typeface="微软雅黑" panose="020B0503020204020204" pitchFamily="34" charset="-122"/>
            </a:endParaRPr>
          </a:p>
        </p:txBody>
      </p:sp>
      <p:cxnSp>
        <p:nvCxnSpPr>
          <p:cNvPr id="16" name="直接连接符 22">
            <a:extLst>
              <a:ext uri="{FF2B5EF4-FFF2-40B4-BE49-F238E27FC236}">
                <a16:creationId xmlns:a16="http://schemas.microsoft.com/office/drawing/2014/main" id="{FCD6E465-C65A-CE55-E068-21C63E0BD910}"/>
              </a:ext>
            </a:extLst>
          </p:cNvPr>
          <p:cNvCxnSpPr>
            <a:cxnSpLocks/>
          </p:cNvCxnSpPr>
          <p:nvPr/>
        </p:nvCxnSpPr>
        <p:spPr bwMode="auto">
          <a:xfrm>
            <a:off x="1910876" y="2836076"/>
            <a:ext cx="149866" cy="109685"/>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sp>
        <p:nvSpPr>
          <p:cNvPr id="17" name="任意多边形: 形状 16">
            <a:extLst>
              <a:ext uri="{FF2B5EF4-FFF2-40B4-BE49-F238E27FC236}">
                <a16:creationId xmlns:a16="http://schemas.microsoft.com/office/drawing/2014/main" id="{A933BC67-FD67-087D-3F71-2A8A9C569317}"/>
              </a:ext>
            </a:extLst>
          </p:cNvPr>
          <p:cNvSpPr/>
          <p:nvPr/>
        </p:nvSpPr>
        <p:spPr bwMode="auto">
          <a:xfrm>
            <a:off x="6247381" y="2052258"/>
            <a:ext cx="1091020" cy="568144"/>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200" b="1">
              <a:ea typeface="微软雅黑" panose="020B0503020204020204" pitchFamily="34" charset="-122"/>
            </a:endParaRPr>
          </a:p>
        </p:txBody>
      </p:sp>
      <p:sp>
        <p:nvSpPr>
          <p:cNvPr id="18" name="Line 227">
            <a:extLst>
              <a:ext uri="{FF2B5EF4-FFF2-40B4-BE49-F238E27FC236}">
                <a16:creationId xmlns:a16="http://schemas.microsoft.com/office/drawing/2014/main" id="{965F1671-62EE-AD70-1857-AA558B2BCA8B}"/>
              </a:ext>
            </a:extLst>
          </p:cNvPr>
          <p:cNvSpPr>
            <a:spLocks noChangeShapeType="1"/>
          </p:cNvSpPr>
          <p:nvPr/>
        </p:nvSpPr>
        <p:spPr bwMode="auto">
          <a:xfrm>
            <a:off x="6807278" y="3406685"/>
            <a:ext cx="744532" cy="4313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b="1">
              <a:ea typeface="微软雅黑" panose="020B0503020204020204" pitchFamily="34" charset="-122"/>
            </a:endParaRPr>
          </a:p>
        </p:txBody>
      </p:sp>
      <p:sp>
        <p:nvSpPr>
          <p:cNvPr id="19" name="Line 94">
            <a:extLst>
              <a:ext uri="{FF2B5EF4-FFF2-40B4-BE49-F238E27FC236}">
                <a16:creationId xmlns:a16="http://schemas.microsoft.com/office/drawing/2014/main" id="{31D51CAD-D9EE-912D-7786-A824D966F3B3}"/>
              </a:ext>
            </a:extLst>
          </p:cNvPr>
          <p:cNvSpPr>
            <a:spLocks noChangeShapeType="1"/>
          </p:cNvSpPr>
          <p:nvPr/>
        </p:nvSpPr>
        <p:spPr bwMode="auto">
          <a:xfrm>
            <a:off x="4506545" y="2815124"/>
            <a:ext cx="2300733" cy="59156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b="1">
              <a:ea typeface="微软雅黑" panose="020B0503020204020204" pitchFamily="34" charset="-122"/>
            </a:endParaRPr>
          </a:p>
        </p:txBody>
      </p:sp>
      <p:sp>
        <p:nvSpPr>
          <p:cNvPr id="20" name="Line 227">
            <a:extLst>
              <a:ext uri="{FF2B5EF4-FFF2-40B4-BE49-F238E27FC236}">
                <a16:creationId xmlns:a16="http://schemas.microsoft.com/office/drawing/2014/main" id="{20ED1C31-AC32-5C2E-AD38-9909E58744F6}"/>
              </a:ext>
            </a:extLst>
          </p:cNvPr>
          <p:cNvSpPr>
            <a:spLocks noChangeShapeType="1"/>
          </p:cNvSpPr>
          <p:nvPr/>
        </p:nvSpPr>
        <p:spPr bwMode="auto">
          <a:xfrm flipV="1">
            <a:off x="6790493" y="2741179"/>
            <a:ext cx="761317" cy="98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b="1">
              <a:ea typeface="微软雅黑" panose="020B0503020204020204" pitchFamily="34" charset="-122"/>
            </a:endParaRPr>
          </a:p>
        </p:txBody>
      </p:sp>
      <p:sp>
        <p:nvSpPr>
          <p:cNvPr id="21" name="Line 89">
            <a:extLst>
              <a:ext uri="{FF2B5EF4-FFF2-40B4-BE49-F238E27FC236}">
                <a16:creationId xmlns:a16="http://schemas.microsoft.com/office/drawing/2014/main" id="{19B36A74-20C8-65D7-104B-6F8DA94075D5}"/>
              </a:ext>
            </a:extLst>
          </p:cNvPr>
          <p:cNvSpPr>
            <a:spLocks noChangeShapeType="1"/>
          </p:cNvSpPr>
          <p:nvPr/>
        </p:nvSpPr>
        <p:spPr bwMode="auto">
          <a:xfrm>
            <a:off x="1010485" y="2736250"/>
            <a:ext cx="7661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b="1">
              <a:ea typeface="微软雅黑" panose="020B0503020204020204" pitchFamily="34" charset="-122"/>
            </a:endParaRPr>
          </a:p>
        </p:txBody>
      </p:sp>
      <p:sp>
        <p:nvSpPr>
          <p:cNvPr id="22" name="Line 94">
            <a:extLst>
              <a:ext uri="{FF2B5EF4-FFF2-40B4-BE49-F238E27FC236}">
                <a16:creationId xmlns:a16="http://schemas.microsoft.com/office/drawing/2014/main" id="{F1DFA1A6-0DBF-F3CC-32B5-110A447962A8}"/>
              </a:ext>
            </a:extLst>
          </p:cNvPr>
          <p:cNvSpPr>
            <a:spLocks noChangeShapeType="1"/>
          </p:cNvSpPr>
          <p:nvPr/>
        </p:nvSpPr>
        <p:spPr bwMode="auto">
          <a:xfrm>
            <a:off x="4558098" y="2737482"/>
            <a:ext cx="2249180" cy="739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b="1">
              <a:ea typeface="微软雅黑" panose="020B0503020204020204" pitchFamily="34" charset="-122"/>
            </a:endParaRPr>
          </a:p>
        </p:txBody>
      </p:sp>
      <p:sp>
        <p:nvSpPr>
          <p:cNvPr id="23" name="Line 98">
            <a:extLst>
              <a:ext uri="{FF2B5EF4-FFF2-40B4-BE49-F238E27FC236}">
                <a16:creationId xmlns:a16="http://schemas.microsoft.com/office/drawing/2014/main" id="{5AC5110B-098A-E1EA-7ED5-F0A5E85779F3}"/>
              </a:ext>
            </a:extLst>
          </p:cNvPr>
          <p:cNvSpPr>
            <a:spLocks noChangeShapeType="1"/>
          </p:cNvSpPr>
          <p:nvPr/>
        </p:nvSpPr>
        <p:spPr bwMode="auto">
          <a:xfrm flipH="1">
            <a:off x="1958832" y="2741179"/>
            <a:ext cx="2355885" cy="1232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200" b="1">
              <a:ea typeface="微软雅黑" panose="020B0503020204020204" pitchFamily="34" charset="-122"/>
            </a:endParaRPr>
          </a:p>
        </p:txBody>
      </p:sp>
      <p:sp>
        <p:nvSpPr>
          <p:cNvPr id="24" name="Line 345">
            <a:extLst>
              <a:ext uri="{FF2B5EF4-FFF2-40B4-BE49-F238E27FC236}">
                <a16:creationId xmlns:a16="http://schemas.microsoft.com/office/drawing/2014/main" id="{765A4A21-5BA6-B088-C092-57B8864BC36B}"/>
              </a:ext>
            </a:extLst>
          </p:cNvPr>
          <p:cNvSpPr>
            <a:spLocks noChangeShapeType="1"/>
          </p:cNvSpPr>
          <p:nvPr/>
        </p:nvSpPr>
        <p:spPr bwMode="auto">
          <a:xfrm flipV="1">
            <a:off x="1306618" y="2887837"/>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b="1">
              <a:ea typeface="微软雅黑" panose="020B0503020204020204" pitchFamily="34" charset="-122"/>
            </a:endParaRPr>
          </a:p>
        </p:txBody>
      </p:sp>
      <p:sp>
        <p:nvSpPr>
          <p:cNvPr id="25" name="Text Box 350">
            <a:extLst>
              <a:ext uri="{FF2B5EF4-FFF2-40B4-BE49-F238E27FC236}">
                <a16:creationId xmlns:a16="http://schemas.microsoft.com/office/drawing/2014/main" id="{6097ED85-993B-53C1-7B66-A0F37D128A40}"/>
              </a:ext>
            </a:extLst>
          </p:cNvPr>
          <p:cNvSpPr txBox="1">
            <a:spLocks noChangeArrowheads="1"/>
          </p:cNvSpPr>
          <p:nvPr/>
        </p:nvSpPr>
        <p:spPr bwMode="auto">
          <a:xfrm>
            <a:off x="2877208" y="2067047"/>
            <a:ext cx="741815"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100" b="1">
                <a:ea typeface="微软雅黑" panose="020B0503020204020204" pitchFamily="34" charset="-122"/>
              </a:rPr>
              <a:t>使用 </a:t>
            </a:r>
            <a:r>
              <a:rPr lang="en-US" altLang="zh-CN" sz="1100" b="1">
                <a:ea typeface="微软雅黑" panose="020B0503020204020204" pitchFamily="34" charset="-122"/>
              </a:rPr>
              <a:t>LDP</a:t>
            </a:r>
          </a:p>
        </p:txBody>
      </p:sp>
      <p:sp>
        <p:nvSpPr>
          <p:cNvPr id="26" name="AutoShape 354">
            <a:extLst>
              <a:ext uri="{FF2B5EF4-FFF2-40B4-BE49-F238E27FC236}">
                <a16:creationId xmlns:a16="http://schemas.microsoft.com/office/drawing/2014/main" id="{128DE597-3CD5-5C0C-6310-586C8320A2F7}"/>
              </a:ext>
            </a:extLst>
          </p:cNvPr>
          <p:cNvSpPr>
            <a:spLocks noChangeArrowheads="1"/>
          </p:cNvSpPr>
          <p:nvPr/>
        </p:nvSpPr>
        <p:spPr bwMode="auto">
          <a:xfrm>
            <a:off x="1817359" y="3182385"/>
            <a:ext cx="890800" cy="262505"/>
          </a:xfrm>
          <a:prstGeom prst="wedgeRoundRectCallout">
            <a:avLst>
              <a:gd name="adj1" fmla="val 73259"/>
              <a:gd name="adj2" fmla="val -135176"/>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600" b="1">
              <a:ea typeface="微软雅黑" panose="020B0503020204020204" pitchFamily="34" charset="-122"/>
            </a:endParaRPr>
          </a:p>
        </p:txBody>
      </p:sp>
      <p:sp>
        <p:nvSpPr>
          <p:cNvPr id="27" name="Text Box 355">
            <a:extLst>
              <a:ext uri="{FF2B5EF4-FFF2-40B4-BE49-F238E27FC236}">
                <a16:creationId xmlns:a16="http://schemas.microsoft.com/office/drawing/2014/main" id="{86397FEE-3FA0-64D6-40F6-3230B85D875C}"/>
              </a:ext>
            </a:extLst>
          </p:cNvPr>
          <p:cNvSpPr txBox="1">
            <a:spLocks noChangeArrowheads="1"/>
          </p:cNvSpPr>
          <p:nvPr/>
        </p:nvSpPr>
        <p:spPr bwMode="auto">
          <a:xfrm>
            <a:off x="1820944" y="3200871"/>
            <a:ext cx="870444" cy="2538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100" b="1">
                <a:ea typeface="微软雅黑" panose="020B0503020204020204" pitchFamily="34" charset="-122"/>
              </a:rPr>
              <a:t>R</a:t>
            </a:r>
            <a:r>
              <a:rPr lang="en-US" altLang="zh-CN" sz="1100" b="1" baseline="-25000">
                <a:ea typeface="微软雅黑" panose="020B0503020204020204" pitchFamily="34" charset="-122"/>
              </a:rPr>
              <a:t>1 </a:t>
            </a:r>
            <a:r>
              <a:rPr lang="zh-CN" altLang="en-US" sz="1100" b="1">
                <a:ea typeface="微软雅黑" panose="020B0503020204020204" pitchFamily="34" charset="-122"/>
              </a:rPr>
              <a:t>压入标签</a:t>
            </a:r>
          </a:p>
        </p:txBody>
      </p:sp>
      <p:sp>
        <p:nvSpPr>
          <p:cNvPr id="28" name="Text Box 370">
            <a:extLst>
              <a:ext uri="{FF2B5EF4-FFF2-40B4-BE49-F238E27FC236}">
                <a16:creationId xmlns:a16="http://schemas.microsoft.com/office/drawing/2014/main" id="{E833EC62-6562-C6B1-6D72-88463EB84166}"/>
              </a:ext>
            </a:extLst>
          </p:cNvPr>
          <p:cNvSpPr txBox="1">
            <a:spLocks noChangeArrowheads="1"/>
          </p:cNvSpPr>
          <p:nvPr/>
        </p:nvSpPr>
        <p:spPr bwMode="auto">
          <a:xfrm>
            <a:off x="1452413" y="2507020"/>
            <a:ext cx="315066"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R</a:t>
            </a:r>
            <a:r>
              <a:rPr lang="en-US" altLang="zh-CN" sz="1100" b="1" baseline="-25000">
                <a:ea typeface="微软雅黑" panose="020B0503020204020204" pitchFamily="34" charset="-122"/>
              </a:rPr>
              <a:t>1</a:t>
            </a:r>
          </a:p>
        </p:txBody>
      </p:sp>
      <p:sp>
        <p:nvSpPr>
          <p:cNvPr id="29" name="Text Box 411">
            <a:extLst>
              <a:ext uri="{FF2B5EF4-FFF2-40B4-BE49-F238E27FC236}">
                <a16:creationId xmlns:a16="http://schemas.microsoft.com/office/drawing/2014/main" id="{C9E78597-9BF1-4DA9-1423-E3BC3ED821AE}"/>
              </a:ext>
            </a:extLst>
          </p:cNvPr>
          <p:cNvSpPr txBox="1">
            <a:spLocks noChangeArrowheads="1"/>
          </p:cNvSpPr>
          <p:nvPr/>
        </p:nvSpPr>
        <p:spPr bwMode="auto">
          <a:xfrm>
            <a:off x="4477205" y="2818822"/>
            <a:ext cx="240916"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1</a:t>
            </a:r>
          </a:p>
        </p:txBody>
      </p:sp>
      <p:sp>
        <p:nvSpPr>
          <p:cNvPr id="30" name="Rectangle 414">
            <a:extLst>
              <a:ext uri="{FF2B5EF4-FFF2-40B4-BE49-F238E27FC236}">
                <a16:creationId xmlns:a16="http://schemas.microsoft.com/office/drawing/2014/main" id="{415166DB-D5C3-BC8F-C512-839FFA77391F}"/>
              </a:ext>
            </a:extLst>
          </p:cNvPr>
          <p:cNvSpPr>
            <a:spLocks noChangeArrowheads="1"/>
          </p:cNvSpPr>
          <p:nvPr/>
        </p:nvSpPr>
        <p:spPr bwMode="auto">
          <a:xfrm rot="10800000">
            <a:off x="2385649" y="2811427"/>
            <a:ext cx="451994"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100" b="1">
              <a:ea typeface="微软雅黑" panose="020B0503020204020204" pitchFamily="34" charset="-122"/>
            </a:endParaRPr>
          </a:p>
        </p:txBody>
      </p:sp>
      <p:sp>
        <p:nvSpPr>
          <p:cNvPr id="31" name="Rectangle 415">
            <a:extLst>
              <a:ext uri="{FF2B5EF4-FFF2-40B4-BE49-F238E27FC236}">
                <a16:creationId xmlns:a16="http://schemas.microsoft.com/office/drawing/2014/main" id="{5031FB25-B3B7-7C4A-874F-9C3BBF55E4AC}"/>
              </a:ext>
            </a:extLst>
          </p:cNvPr>
          <p:cNvSpPr>
            <a:spLocks noChangeArrowheads="1"/>
          </p:cNvSpPr>
          <p:nvPr/>
        </p:nvSpPr>
        <p:spPr bwMode="auto">
          <a:xfrm>
            <a:off x="2834046" y="2811427"/>
            <a:ext cx="153462"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50" b="1">
                <a:ea typeface="微软雅黑" panose="020B0503020204020204" pitchFamily="34" charset="-122"/>
              </a:rPr>
              <a:t>81</a:t>
            </a:r>
          </a:p>
        </p:txBody>
      </p:sp>
      <p:sp>
        <p:nvSpPr>
          <p:cNvPr id="32" name="Line 420">
            <a:extLst>
              <a:ext uri="{FF2B5EF4-FFF2-40B4-BE49-F238E27FC236}">
                <a16:creationId xmlns:a16="http://schemas.microsoft.com/office/drawing/2014/main" id="{D374F065-DB40-43E0-39F2-AAC372EA593D}"/>
              </a:ext>
            </a:extLst>
          </p:cNvPr>
          <p:cNvSpPr>
            <a:spLocks noChangeShapeType="1"/>
          </p:cNvSpPr>
          <p:nvPr/>
        </p:nvSpPr>
        <p:spPr bwMode="auto">
          <a:xfrm rot="17283846">
            <a:off x="4708858" y="2478189"/>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200" b="1">
              <a:ea typeface="微软雅黑" panose="020B0503020204020204" pitchFamily="34" charset="-122"/>
            </a:endParaRPr>
          </a:p>
        </p:txBody>
      </p:sp>
      <p:sp>
        <p:nvSpPr>
          <p:cNvPr id="33" name="Text Box 370">
            <a:extLst>
              <a:ext uri="{FF2B5EF4-FFF2-40B4-BE49-F238E27FC236}">
                <a16:creationId xmlns:a16="http://schemas.microsoft.com/office/drawing/2014/main" id="{1DBB0EDE-EBE0-6B53-5909-BE4258CBF37F}"/>
              </a:ext>
            </a:extLst>
          </p:cNvPr>
          <p:cNvSpPr txBox="1">
            <a:spLocks noChangeArrowheads="1"/>
          </p:cNvSpPr>
          <p:nvPr/>
        </p:nvSpPr>
        <p:spPr bwMode="auto">
          <a:xfrm>
            <a:off x="6513667" y="3119532"/>
            <a:ext cx="315066"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R</a:t>
            </a:r>
            <a:r>
              <a:rPr lang="en-US" altLang="zh-CN" sz="1100" b="1" baseline="-25000">
                <a:ea typeface="微软雅黑" panose="020B0503020204020204" pitchFamily="34" charset="-122"/>
              </a:rPr>
              <a:t>4</a:t>
            </a:r>
          </a:p>
        </p:txBody>
      </p:sp>
      <p:sp>
        <p:nvSpPr>
          <p:cNvPr id="34" name="Text Box 370">
            <a:extLst>
              <a:ext uri="{FF2B5EF4-FFF2-40B4-BE49-F238E27FC236}">
                <a16:creationId xmlns:a16="http://schemas.microsoft.com/office/drawing/2014/main" id="{1DF8E826-7727-E476-DFD6-C40C657E12EE}"/>
              </a:ext>
            </a:extLst>
          </p:cNvPr>
          <p:cNvSpPr txBox="1">
            <a:spLocks noChangeArrowheads="1"/>
          </p:cNvSpPr>
          <p:nvPr/>
        </p:nvSpPr>
        <p:spPr bwMode="auto">
          <a:xfrm>
            <a:off x="6393775" y="2515647"/>
            <a:ext cx="315066"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R</a:t>
            </a:r>
            <a:r>
              <a:rPr lang="en-US" altLang="zh-CN" sz="1100" b="1" baseline="-25000">
                <a:ea typeface="微软雅黑" panose="020B0503020204020204" pitchFamily="34" charset="-122"/>
              </a:rPr>
              <a:t>3</a:t>
            </a:r>
          </a:p>
        </p:txBody>
      </p:sp>
      <p:sp>
        <p:nvSpPr>
          <p:cNvPr id="35" name="Text Box 370">
            <a:extLst>
              <a:ext uri="{FF2B5EF4-FFF2-40B4-BE49-F238E27FC236}">
                <a16:creationId xmlns:a16="http://schemas.microsoft.com/office/drawing/2014/main" id="{F57D9227-50BD-7005-C95F-3EA1F6399FC6}"/>
              </a:ext>
            </a:extLst>
          </p:cNvPr>
          <p:cNvSpPr txBox="1">
            <a:spLocks noChangeArrowheads="1"/>
          </p:cNvSpPr>
          <p:nvPr/>
        </p:nvSpPr>
        <p:spPr bwMode="auto">
          <a:xfrm>
            <a:off x="3990534" y="2492231"/>
            <a:ext cx="315066"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R</a:t>
            </a:r>
            <a:r>
              <a:rPr lang="en-US" altLang="zh-CN" sz="1100" b="1" baseline="-25000">
                <a:ea typeface="微软雅黑" panose="020B0503020204020204" pitchFamily="34" charset="-122"/>
              </a:rPr>
              <a:t>2</a:t>
            </a:r>
          </a:p>
        </p:txBody>
      </p:sp>
      <p:sp>
        <p:nvSpPr>
          <p:cNvPr id="36" name="Text Box 353">
            <a:extLst>
              <a:ext uri="{FF2B5EF4-FFF2-40B4-BE49-F238E27FC236}">
                <a16:creationId xmlns:a16="http://schemas.microsoft.com/office/drawing/2014/main" id="{A4F993E7-FDA0-7409-8A04-011E75138716}"/>
              </a:ext>
            </a:extLst>
          </p:cNvPr>
          <p:cNvSpPr txBox="1">
            <a:spLocks noChangeArrowheads="1"/>
          </p:cNvSpPr>
          <p:nvPr/>
        </p:nvSpPr>
        <p:spPr bwMode="auto">
          <a:xfrm>
            <a:off x="700614" y="2930971"/>
            <a:ext cx="1042960" cy="38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100" b="1">
                <a:ea typeface="微软雅黑" panose="020B0503020204020204" pitchFamily="34" charset="-122"/>
              </a:rPr>
              <a:t>发往 </a:t>
            </a:r>
            <a:r>
              <a:rPr lang="en-US" altLang="zh-CN" sz="1100" b="1">
                <a:ea typeface="微软雅黑" panose="020B0503020204020204" pitchFamily="34" charset="-122"/>
              </a:rPr>
              <a:t>128.70/16 </a:t>
            </a:r>
          </a:p>
          <a:p>
            <a:pPr algn="ctr" eaLnBrk="1" hangingPunct="1">
              <a:lnSpc>
                <a:spcPct val="90000"/>
              </a:lnSpc>
              <a:spcBef>
                <a:spcPct val="0"/>
              </a:spcBef>
              <a:buFontTx/>
              <a:buNone/>
            </a:pPr>
            <a:r>
              <a:rPr lang="zh-CN" altLang="en-US" sz="1100" b="1">
                <a:ea typeface="微软雅黑" panose="020B0503020204020204" pitchFamily="34" charset="-122"/>
              </a:rPr>
              <a:t>的分组</a:t>
            </a:r>
          </a:p>
        </p:txBody>
      </p:sp>
      <p:grpSp>
        <p:nvGrpSpPr>
          <p:cNvPr id="37" name="组合 3255">
            <a:extLst>
              <a:ext uri="{FF2B5EF4-FFF2-40B4-BE49-F238E27FC236}">
                <a16:creationId xmlns:a16="http://schemas.microsoft.com/office/drawing/2014/main" id="{F4252536-94ED-1BBB-9746-E04295A2E0C3}"/>
              </a:ext>
            </a:extLst>
          </p:cNvPr>
          <p:cNvGrpSpPr>
            <a:grpSpLocks/>
          </p:cNvGrpSpPr>
          <p:nvPr/>
        </p:nvGrpSpPr>
        <p:grpSpPr bwMode="auto">
          <a:xfrm>
            <a:off x="7545815" y="2592057"/>
            <a:ext cx="989112" cy="547193"/>
            <a:chOff x="9866202" y="1510266"/>
            <a:chExt cx="1309687" cy="703263"/>
          </a:xfrm>
        </p:grpSpPr>
        <p:pic>
          <p:nvPicPr>
            <p:cNvPr id="217" name="Picture 226">
              <a:extLst>
                <a:ext uri="{FF2B5EF4-FFF2-40B4-BE49-F238E27FC236}">
                  <a16:creationId xmlns:a16="http://schemas.microsoft.com/office/drawing/2014/main" id="{77764BA7-8E3F-8C90-57D4-6D116473C45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8" name="Text Box 353">
              <a:extLst>
                <a:ext uri="{FF2B5EF4-FFF2-40B4-BE49-F238E27FC236}">
                  <a16:creationId xmlns:a16="http://schemas.microsoft.com/office/drawing/2014/main" id="{EC49FC03-895E-41EE-243D-013C8F7472BC}"/>
                </a:ext>
              </a:extLst>
            </p:cNvPr>
            <p:cNvSpPr txBox="1">
              <a:spLocks noChangeArrowheads="1"/>
            </p:cNvSpPr>
            <p:nvPr/>
          </p:nvSpPr>
          <p:spPr bwMode="auto">
            <a:xfrm>
              <a:off x="10088272" y="1711879"/>
              <a:ext cx="940161" cy="305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128.70/16</a:t>
              </a:r>
              <a:endParaRPr lang="zh-CN" altLang="en-US" sz="1100" b="1">
                <a:ea typeface="微软雅黑" panose="020B0503020204020204" pitchFamily="34" charset="-122"/>
              </a:endParaRPr>
            </a:p>
          </p:txBody>
        </p:sp>
      </p:grpSp>
      <p:grpSp>
        <p:nvGrpSpPr>
          <p:cNvPr id="38" name="组合 3161">
            <a:extLst>
              <a:ext uri="{FF2B5EF4-FFF2-40B4-BE49-F238E27FC236}">
                <a16:creationId xmlns:a16="http://schemas.microsoft.com/office/drawing/2014/main" id="{EB39495C-6875-16AE-D054-C3824DB55783}"/>
              </a:ext>
            </a:extLst>
          </p:cNvPr>
          <p:cNvGrpSpPr>
            <a:grpSpLocks/>
          </p:cNvGrpSpPr>
          <p:nvPr/>
        </p:nvGrpSpPr>
        <p:grpSpPr bwMode="auto">
          <a:xfrm>
            <a:off x="6629838" y="2582198"/>
            <a:ext cx="302129" cy="361098"/>
            <a:chOff x="829150" y="1370013"/>
            <a:chExt cx="399575" cy="465137"/>
          </a:xfrm>
        </p:grpSpPr>
        <p:sp>
          <p:nvSpPr>
            <p:cNvPr id="187" name="AutoShape 86">
              <a:extLst>
                <a:ext uri="{FF2B5EF4-FFF2-40B4-BE49-F238E27FC236}">
                  <a16:creationId xmlns:a16="http://schemas.microsoft.com/office/drawing/2014/main" id="{62D59721-9C7C-4AAB-C9E9-5885B8F7C966}"/>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88" name="Oval 88">
              <a:extLst>
                <a:ext uri="{FF2B5EF4-FFF2-40B4-BE49-F238E27FC236}">
                  <a16:creationId xmlns:a16="http://schemas.microsoft.com/office/drawing/2014/main" id="{079C7544-298C-115C-85A8-8BB2EEB4648A}"/>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600" b="1">
                <a:ea typeface="微软雅黑" panose="020B0503020204020204" pitchFamily="34" charset="-122"/>
              </a:endParaRPr>
            </a:p>
          </p:txBody>
        </p:sp>
        <p:sp>
          <p:nvSpPr>
            <p:cNvPr id="189" name="Rectangle 89">
              <a:extLst>
                <a:ext uri="{FF2B5EF4-FFF2-40B4-BE49-F238E27FC236}">
                  <a16:creationId xmlns:a16="http://schemas.microsoft.com/office/drawing/2014/main" id="{399884E6-E0D2-E14A-906C-56647974A7C0}"/>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600" b="1">
                <a:ea typeface="微软雅黑" panose="020B0503020204020204" pitchFamily="34" charset="-122"/>
              </a:endParaRPr>
            </a:p>
          </p:txBody>
        </p:sp>
        <p:sp>
          <p:nvSpPr>
            <p:cNvPr id="190" name="Oval 91">
              <a:extLst>
                <a:ext uri="{FF2B5EF4-FFF2-40B4-BE49-F238E27FC236}">
                  <a16:creationId xmlns:a16="http://schemas.microsoft.com/office/drawing/2014/main" id="{986ABAED-21F9-488D-5927-893DD936E5DF}"/>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600" b="1">
                <a:ea typeface="微软雅黑" panose="020B0503020204020204" pitchFamily="34" charset="-122"/>
              </a:endParaRPr>
            </a:p>
          </p:txBody>
        </p:sp>
        <p:grpSp>
          <p:nvGrpSpPr>
            <p:cNvPr id="191" name="Group 110">
              <a:extLst>
                <a:ext uri="{FF2B5EF4-FFF2-40B4-BE49-F238E27FC236}">
                  <a16:creationId xmlns:a16="http://schemas.microsoft.com/office/drawing/2014/main" id="{9A0526A5-9D24-3ACD-2977-D3937C52A76D}"/>
                </a:ext>
              </a:extLst>
            </p:cNvPr>
            <p:cNvGrpSpPr>
              <a:grpSpLocks/>
            </p:cNvGrpSpPr>
            <p:nvPr/>
          </p:nvGrpSpPr>
          <p:grpSpPr bwMode="auto">
            <a:xfrm>
              <a:off x="898525" y="1389063"/>
              <a:ext cx="268287" cy="112712"/>
              <a:chOff x="566" y="875"/>
              <a:chExt cx="169" cy="71"/>
            </a:xfrm>
          </p:grpSpPr>
          <p:grpSp>
            <p:nvGrpSpPr>
              <p:cNvPr id="199" name="Group 100">
                <a:extLst>
                  <a:ext uri="{FF2B5EF4-FFF2-40B4-BE49-F238E27FC236}">
                    <a16:creationId xmlns:a16="http://schemas.microsoft.com/office/drawing/2014/main" id="{89DEAFFD-CE62-9961-7972-95C99FAC5562}"/>
                  </a:ext>
                </a:extLst>
              </p:cNvPr>
              <p:cNvGrpSpPr>
                <a:grpSpLocks/>
              </p:cNvGrpSpPr>
              <p:nvPr/>
            </p:nvGrpSpPr>
            <p:grpSpPr bwMode="auto">
              <a:xfrm>
                <a:off x="566" y="875"/>
                <a:ext cx="168" cy="69"/>
                <a:chOff x="566" y="875"/>
                <a:chExt cx="168" cy="69"/>
              </a:xfrm>
            </p:grpSpPr>
            <p:sp>
              <p:nvSpPr>
                <p:cNvPr id="209" name="Freeform 92">
                  <a:extLst>
                    <a:ext uri="{FF2B5EF4-FFF2-40B4-BE49-F238E27FC236}">
                      <a16:creationId xmlns:a16="http://schemas.microsoft.com/office/drawing/2014/main" id="{BFBA4FB6-0629-0AC3-877E-8204CAE8A8D0}"/>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210" name="Freeform 93">
                  <a:extLst>
                    <a:ext uri="{FF2B5EF4-FFF2-40B4-BE49-F238E27FC236}">
                      <a16:creationId xmlns:a16="http://schemas.microsoft.com/office/drawing/2014/main" id="{05AEB27F-37AA-BE12-7B57-54EA2F1E8493}"/>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211" name="Freeform 94">
                  <a:extLst>
                    <a:ext uri="{FF2B5EF4-FFF2-40B4-BE49-F238E27FC236}">
                      <a16:creationId xmlns:a16="http://schemas.microsoft.com/office/drawing/2014/main" id="{B1A682F3-DD6C-4E13-00CA-83FC0447229F}"/>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212" name="Freeform 95">
                  <a:extLst>
                    <a:ext uri="{FF2B5EF4-FFF2-40B4-BE49-F238E27FC236}">
                      <a16:creationId xmlns:a16="http://schemas.microsoft.com/office/drawing/2014/main" id="{B11C5A3E-CB56-B075-F809-3E354B40C18C}"/>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213" name="Freeform 96">
                  <a:extLst>
                    <a:ext uri="{FF2B5EF4-FFF2-40B4-BE49-F238E27FC236}">
                      <a16:creationId xmlns:a16="http://schemas.microsoft.com/office/drawing/2014/main" id="{84966259-9D09-9620-B4B1-275B8C5018C6}"/>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214" name="Freeform 97">
                  <a:extLst>
                    <a:ext uri="{FF2B5EF4-FFF2-40B4-BE49-F238E27FC236}">
                      <a16:creationId xmlns:a16="http://schemas.microsoft.com/office/drawing/2014/main" id="{49686C85-AFE0-8168-F20D-C5EE2C0495DF}"/>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215" name="Freeform 98">
                  <a:extLst>
                    <a:ext uri="{FF2B5EF4-FFF2-40B4-BE49-F238E27FC236}">
                      <a16:creationId xmlns:a16="http://schemas.microsoft.com/office/drawing/2014/main" id="{1B9B7501-C257-C0FE-76A5-6FE7BC466948}"/>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216" name="Freeform 99">
                  <a:extLst>
                    <a:ext uri="{FF2B5EF4-FFF2-40B4-BE49-F238E27FC236}">
                      <a16:creationId xmlns:a16="http://schemas.microsoft.com/office/drawing/2014/main" id="{1E89CEE0-60F2-73CA-5733-C9DAB05B6A41}"/>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grpSp>
          <p:grpSp>
            <p:nvGrpSpPr>
              <p:cNvPr id="200" name="Group 109">
                <a:extLst>
                  <a:ext uri="{FF2B5EF4-FFF2-40B4-BE49-F238E27FC236}">
                    <a16:creationId xmlns:a16="http://schemas.microsoft.com/office/drawing/2014/main" id="{E06656DA-8983-24A6-0E65-CB4317347A46}"/>
                  </a:ext>
                </a:extLst>
              </p:cNvPr>
              <p:cNvGrpSpPr>
                <a:grpSpLocks/>
              </p:cNvGrpSpPr>
              <p:nvPr/>
            </p:nvGrpSpPr>
            <p:grpSpPr bwMode="auto">
              <a:xfrm>
                <a:off x="568" y="876"/>
                <a:ext cx="167" cy="70"/>
                <a:chOff x="568" y="876"/>
                <a:chExt cx="167" cy="70"/>
              </a:xfrm>
            </p:grpSpPr>
            <p:sp>
              <p:nvSpPr>
                <p:cNvPr id="201" name="Freeform 101">
                  <a:extLst>
                    <a:ext uri="{FF2B5EF4-FFF2-40B4-BE49-F238E27FC236}">
                      <a16:creationId xmlns:a16="http://schemas.microsoft.com/office/drawing/2014/main" id="{99B7B306-30E7-97D1-91B3-780A13554A47}"/>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202" name="Freeform 102">
                  <a:extLst>
                    <a:ext uri="{FF2B5EF4-FFF2-40B4-BE49-F238E27FC236}">
                      <a16:creationId xmlns:a16="http://schemas.microsoft.com/office/drawing/2014/main" id="{BC1E51F2-8BB7-374E-3786-D33A4A2ED687}"/>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203" name="Freeform 103">
                  <a:extLst>
                    <a:ext uri="{FF2B5EF4-FFF2-40B4-BE49-F238E27FC236}">
                      <a16:creationId xmlns:a16="http://schemas.microsoft.com/office/drawing/2014/main" id="{DA979D88-E6D4-F886-6F97-BA1601FB80EE}"/>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204" name="Freeform 104">
                  <a:extLst>
                    <a:ext uri="{FF2B5EF4-FFF2-40B4-BE49-F238E27FC236}">
                      <a16:creationId xmlns:a16="http://schemas.microsoft.com/office/drawing/2014/main" id="{EEC3F116-639A-26B9-1CD7-EEFF09387E45}"/>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205" name="Freeform 105">
                  <a:extLst>
                    <a:ext uri="{FF2B5EF4-FFF2-40B4-BE49-F238E27FC236}">
                      <a16:creationId xmlns:a16="http://schemas.microsoft.com/office/drawing/2014/main" id="{6C9CBA18-FAE5-E864-3212-D0B5B7C1C126}"/>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206" name="Freeform 106">
                  <a:extLst>
                    <a:ext uri="{FF2B5EF4-FFF2-40B4-BE49-F238E27FC236}">
                      <a16:creationId xmlns:a16="http://schemas.microsoft.com/office/drawing/2014/main" id="{ACA643E5-DF14-134D-67E0-3418187925AA}"/>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207" name="Freeform 107">
                  <a:extLst>
                    <a:ext uri="{FF2B5EF4-FFF2-40B4-BE49-F238E27FC236}">
                      <a16:creationId xmlns:a16="http://schemas.microsoft.com/office/drawing/2014/main" id="{1B5CC14D-7FB1-8327-1D0A-DD6F8B37BA5E}"/>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208" name="Freeform 108">
                  <a:extLst>
                    <a:ext uri="{FF2B5EF4-FFF2-40B4-BE49-F238E27FC236}">
                      <a16:creationId xmlns:a16="http://schemas.microsoft.com/office/drawing/2014/main" id="{DE63120A-B920-95CC-E808-26B3CF495E8E}"/>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grpSp>
        </p:grpSp>
        <p:sp>
          <p:nvSpPr>
            <p:cNvPr id="192" name="Line 111">
              <a:extLst>
                <a:ext uri="{FF2B5EF4-FFF2-40B4-BE49-F238E27FC236}">
                  <a16:creationId xmlns:a16="http://schemas.microsoft.com/office/drawing/2014/main" id="{FA83DE9A-9F3C-68AF-A83D-D6D7367CEBF8}"/>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200" b="1">
                <a:ea typeface="微软雅黑" panose="020B0503020204020204" pitchFamily="34" charset="-122"/>
              </a:endParaRPr>
            </a:p>
          </p:txBody>
        </p:sp>
        <p:sp>
          <p:nvSpPr>
            <p:cNvPr id="193" name="Line 112">
              <a:extLst>
                <a:ext uri="{FF2B5EF4-FFF2-40B4-BE49-F238E27FC236}">
                  <a16:creationId xmlns:a16="http://schemas.microsoft.com/office/drawing/2014/main" id="{3FA970C8-C4E3-8D1A-7ED7-B1AA2567D6C5}"/>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200" b="1">
                <a:ea typeface="微软雅黑" panose="020B0503020204020204" pitchFamily="34" charset="-122"/>
              </a:endParaRPr>
            </a:p>
          </p:txBody>
        </p:sp>
        <p:grpSp>
          <p:nvGrpSpPr>
            <p:cNvPr id="194" name="Group 150">
              <a:extLst>
                <a:ext uri="{FF2B5EF4-FFF2-40B4-BE49-F238E27FC236}">
                  <a16:creationId xmlns:a16="http://schemas.microsoft.com/office/drawing/2014/main" id="{934C6F1C-4062-0C19-E32B-D4977D6CF2C3}"/>
                </a:ext>
              </a:extLst>
            </p:cNvPr>
            <p:cNvGrpSpPr>
              <a:grpSpLocks/>
            </p:cNvGrpSpPr>
            <p:nvPr/>
          </p:nvGrpSpPr>
          <p:grpSpPr bwMode="auto">
            <a:xfrm>
              <a:off x="871778" y="1539380"/>
              <a:ext cx="298450" cy="168771"/>
              <a:chOff x="465" y="2127"/>
              <a:chExt cx="188" cy="171"/>
            </a:xfrm>
          </p:grpSpPr>
          <p:sp>
            <p:nvSpPr>
              <p:cNvPr id="195" name="Freeform 146">
                <a:extLst>
                  <a:ext uri="{FF2B5EF4-FFF2-40B4-BE49-F238E27FC236}">
                    <a16:creationId xmlns:a16="http://schemas.microsoft.com/office/drawing/2014/main" id="{097F9AC6-74E9-01FC-2D77-D8980227D8E9}"/>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96" name="Freeform 147">
                <a:extLst>
                  <a:ext uri="{FF2B5EF4-FFF2-40B4-BE49-F238E27FC236}">
                    <a16:creationId xmlns:a16="http://schemas.microsoft.com/office/drawing/2014/main" id="{934F8F47-F6AC-9CD8-297A-C042DBE0954B}"/>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97" name="Freeform 148">
                <a:extLst>
                  <a:ext uri="{FF2B5EF4-FFF2-40B4-BE49-F238E27FC236}">
                    <a16:creationId xmlns:a16="http://schemas.microsoft.com/office/drawing/2014/main" id="{F202C266-D392-E912-7FF5-4374E87F627D}"/>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98" name="Freeform 149">
                <a:extLst>
                  <a:ext uri="{FF2B5EF4-FFF2-40B4-BE49-F238E27FC236}">
                    <a16:creationId xmlns:a16="http://schemas.microsoft.com/office/drawing/2014/main" id="{8418B232-E679-2961-F65F-E0D81C869C94}"/>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grpSp>
      </p:grpSp>
      <p:grpSp>
        <p:nvGrpSpPr>
          <p:cNvPr id="39" name="组合 3163">
            <a:extLst>
              <a:ext uri="{FF2B5EF4-FFF2-40B4-BE49-F238E27FC236}">
                <a16:creationId xmlns:a16="http://schemas.microsoft.com/office/drawing/2014/main" id="{A991A204-0FFF-0A58-2668-2990352476A8}"/>
              </a:ext>
            </a:extLst>
          </p:cNvPr>
          <p:cNvGrpSpPr>
            <a:grpSpLocks/>
          </p:cNvGrpSpPr>
          <p:nvPr/>
        </p:nvGrpSpPr>
        <p:grpSpPr bwMode="auto">
          <a:xfrm>
            <a:off x="1705860" y="2610543"/>
            <a:ext cx="300929" cy="361099"/>
            <a:chOff x="829150" y="1370013"/>
            <a:chExt cx="399575" cy="465137"/>
          </a:xfrm>
        </p:grpSpPr>
        <p:sp>
          <p:nvSpPr>
            <p:cNvPr id="157" name="AutoShape 86">
              <a:extLst>
                <a:ext uri="{FF2B5EF4-FFF2-40B4-BE49-F238E27FC236}">
                  <a16:creationId xmlns:a16="http://schemas.microsoft.com/office/drawing/2014/main" id="{BAE7AC78-931F-F60B-C8CB-FC1328412F65}"/>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58" name="Oval 88">
              <a:extLst>
                <a:ext uri="{FF2B5EF4-FFF2-40B4-BE49-F238E27FC236}">
                  <a16:creationId xmlns:a16="http://schemas.microsoft.com/office/drawing/2014/main" id="{51113DD5-537C-4E41-BDD0-2BD271250196}"/>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600" b="1">
                <a:ea typeface="微软雅黑" panose="020B0503020204020204" pitchFamily="34" charset="-122"/>
              </a:endParaRPr>
            </a:p>
          </p:txBody>
        </p:sp>
        <p:sp>
          <p:nvSpPr>
            <p:cNvPr id="159" name="Rectangle 89">
              <a:extLst>
                <a:ext uri="{FF2B5EF4-FFF2-40B4-BE49-F238E27FC236}">
                  <a16:creationId xmlns:a16="http://schemas.microsoft.com/office/drawing/2014/main" id="{F54D1F9A-4DEA-9B96-0190-A51DDB26B866}"/>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600" b="1">
                <a:ea typeface="微软雅黑" panose="020B0503020204020204" pitchFamily="34" charset="-122"/>
              </a:endParaRPr>
            </a:p>
          </p:txBody>
        </p:sp>
        <p:sp>
          <p:nvSpPr>
            <p:cNvPr id="160" name="Oval 91">
              <a:extLst>
                <a:ext uri="{FF2B5EF4-FFF2-40B4-BE49-F238E27FC236}">
                  <a16:creationId xmlns:a16="http://schemas.microsoft.com/office/drawing/2014/main" id="{DFB8FAB9-9C33-2117-7AFF-E5051FC91F09}"/>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600" b="1">
                <a:ea typeface="微软雅黑" panose="020B0503020204020204" pitchFamily="34" charset="-122"/>
              </a:endParaRPr>
            </a:p>
          </p:txBody>
        </p:sp>
        <p:grpSp>
          <p:nvGrpSpPr>
            <p:cNvPr id="161" name="Group 110">
              <a:extLst>
                <a:ext uri="{FF2B5EF4-FFF2-40B4-BE49-F238E27FC236}">
                  <a16:creationId xmlns:a16="http://schemas.microsoft.com/office/drawing/2014/main" id="{7A507772-9EE1-B836-5239-F2234117C70C}"/>
                </a:ext>
              </a:extLst>
            </p:cNvPr>
            <p:cNvGrpSpPr>
              <a:grpSpLocks/>
            </p:cNvGrpSpPr>
            <p:nvPr/>
          </p:nvGrpSpPr>
          <p:grpSpPr bwMode="auto">
            <a:xfrm>
              <a:off x="898525" y="1389063"/>
              <a:ext cx="268287" cy="112712"/>
              <a:chOff x="566" y="875"/>
              <a:chExt cx="169" cy="71"/>
            </a:xfrm>
          </p:grpSpPr>
          <p:grpSp>
            <p:nvGrpSpPr>
              <p:cNvPr id="169" name="Group 100">
                <a:extLst>
                  <a:ext uri="{FF2B5EF4-FFF2-40B4-BE49-F238E27FC236}">
                    <a16:creationId xmlns:a16="http://schemas.microsoft.com/office/drawing/2014/main" id="{45E6E625-05D3-99D9-4A88-29C038E4AA4F}"/>
                  </a:ext>
                </a:extLst>
              </p:cNvPr>
              <p:cNvGrpSpPr>
                <a:grpSpLocks/>
              </p:cNvGrpSpPr>
              <p:nvPr/>
            </p:nvGrpSpPr>
            <p:grpSpPr bwMode="auto">
              <a:xfrm>
                <a:off x="566" y="875"/>
                <a:ext cx="168" cy="69"/>
                <a:chOff x="566" y="875"/>
                <a:chExt cx="168" cy="69"/>
              </a:xfrm>
            </p:grpSpPr>
            <p:sp>
              <p:nvSpPr>
                <p:cNvPr id="179" name="Freeform 92">
                  <a:extLst>
                    <a:ext uri="{FF2B5EF4-FFF2-40B4-BE49-F238E27FC236}">
                      <a16:creationId xmlns:a16="http://schemas.microsoft.com/office/drawing/2014/main" id="{A737781A-23E3-C6E0-AB0C-62D9C3A3DC88}"/>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80" name="Freeform 93">
                  <a:extLst>
                    <a:ext uri="{FF2B5EF4-FFF2-40B4-BE49-F238E27FC236}">
                      <a16:creationId xmlns:a16="http://schemas.microsoft.com/office/drawing/2014/main" id="{55DACEE2-EDF8-E157-7200-0F959B3C69B3}"/>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81" name="Freeform 94">
                  <a:extLst>
                    <a:ext uri="{FF2B5EF4-FFF2-40B4-BE49-F238E27FC236}">
                      <a16:creationId xmlns:a16="http://schemas.microsoft.com/office/drawing/2014/main" id="{95EAF450-4CFA-AE3E-E296-EB06D929EA24}"/>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82" name="Freeform 95">
                  <a:extLst>
                    <a:ext uri="{FF2B5EF4-FFF2-40B4-BE49-F238E27FC236}">
                      <a16:creationId xmlns:a16="http://schemas.microsoft.com/office/drawing/2014/main" id="{6EFEA342-1069-1322-24BB-2F790DECBA09}"/>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83" name="Freeform 96">
                  <a:extLst>
                    <a:ext uri="{FF2B5EF4-FFF2-40B4-BE49-F238E27FC236}">
                      <a16:creationId xmlns:a16="http://schemas.microsoft.com/office/drawing/2014/main" id="{5684312E-6441-58AA-8F35-7D393B8D97F1}"/>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84" name="Freeform 97">
                  <a:extLst>
                    <a:ext uri="{FF2B5EF4-FFF2-40B4-BE49-F238E27FC236}">
                      <a16:creationId xmlns:a16="http://schemas.microsoft.com/office/drawing/2014/main" id="{3B70B56C-891C-1DED-648C-5FE5696CF3B3}"/>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85" name="Freeform 98">
                  <a:extLst>
                    <a:ext uri="{FF2B5EF4-FFF2-40B4-BE49-F238E27FC236}">
                      <a16:creationId xmlns:a16="http://schemas.microsoft.com/office/drawing/2014/main" id="{2A25464C-54CC-FC10-0AA8-F70FE60B42B1}"/>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86" name="Freeform 99">
                  <a:extLst>
                    <a:ext uri="{FF2B5EF4-FFF2-40B4-BE49-F238E27FC236}">
                      <a16:creationId xmlns:a16="http://schemas.microsoft.com/office/drawing/2014/main" id="{232D87AE-F841-B5E1-BEF5-6BD2656F3705}"/>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grpSp>
          <p:grpSp>
            <p:nvGrpSpPr>
              <p:cNvPr id="170" name="Group 109">
                <a:extLst>
                  <a:ext uri="{FF2B5EF4-FFF2-40B4-BE49-F238E27FC236}">
                    <a16:creationId xmlns:a16="http://schemas.microsoft.com/office/drawing/2014/main" id="{AD6E43F6-14A7-5CA6-10DA-5A85D686E32B}"/>
                  </a:ext>
                </a:extLst>
              </p:cNvPr>
              <p:cNvGrpSpPr>
                <a:grpSpLocks/>
              </p:cNvGrpSpPr>
              <p:nvPr/>
            </p:nvGrpSpPr>
            <p:grpSpPr bwMode="auto">
              <a:xfrm>
                <a:off x="568" y="876"/>
                <a:ext cx="167" cy="70"/>
                <a:chOff x="568" y="876"/>
                <a:chExt cx="167" cy="70"/>
              </a:xfrm>
            </p:grpSpPr>
            <p:sp>
              <p:nvSpPr>
                <p:cNvPr id="171" name="Freeform 101">
                  <a:extLst>
                    <a:ext uri="{FF2B5EF4-FFF2-40B4-BE49-F238E27FC236}">
                      <a16:creationId xmlns:a16="http://schemas.microsoft.com/office/drawing/2014/main" id="{391E1C1B-26A8-3B98-698F-E40C45B4B158}"/>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72" name="Freeform 102">
                  <a:extLst>
                    <a:ext uri="{FF2B5EF4-FFF2-40B4-BE49-F238E27FC236}">
                      <a16:creationId xmlns:a16="http://schemas.microsoft.com/office/drawing/2014/main" id="{9A1D9F2F-72B6-10F1-6670-7ACE0E008983}"/>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73" name="Freeform 103">
                  <a:extLst>
                    <a:ext uri="{FF2B5EF4-FFF2-40B4-BE49-F238E27FC236}">
                      <a16:creationId xmlns:a16="http://schemas.microsoft.com/office/drawing/2014/main" id="{43DB65F2-4854-D389-050B-B3FD360CDF66}"/>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74" name="Freeform 104">
                  <a:extLst>
                    <a:ext uri="{FF2B5EF4-FFF2-40B4-BE49-F238E27FC236}">
                      <a16:creationId xmlns:a16="http://schemas.microsoft.com/office/drawing/2014/main" id="{EB9A7F41-889D-AF24-8569-7950AC8251C8}"/>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75" name="Freeform 105">
                  <a:extLst>
                    <a:ext uri="{FF2B5EF4-FFF2-40B4-BE49-F238E27FC236}">
                      <a16:creationId xmlns:a16="http://schemas.microsoft.com/office/drawing/2014/main" id="{C55F3BDF-B9C9-2360-763F-F65D8ED8657C}"/>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76" name="Freeform 106">
                  <a:extLst>
                    <a:ext uri="{FF2B5EF4-FFF2-40B4-BE49-F238E27FC236}">
                      <a16:creationId xmlns:a16="http://schemas.microsoft.com/office/drawing/2014/main" id="{797730C6-15F6-89B0-3CA9-818558F6D55F}"/>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77" name="Freeform 107">
                  <a:extLst>
                    <a:ext uri="{FF2B5EF4-FFF2-40B4-BE49-F238E27FC236}">
                      <a16:creationId xmlns:a16="http://schemas.microsoft.com/office/drawing/2014/main" id="{0C1B5968-D68C-42D8-B321-E6FDF3178C3C}"/>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78" name="Freeform 108">
                  <a:extLst>
                    <a:ext uri="{FF2B5EF4-FFF2-40B4-BE49-F238E27FC236}">
                      <a16:creationId xmlns:a16="http://schemas.microsoft.com/office/drawing/2014/main" id="{3DDB220F-7FB7-5E16-5581-E865187A7C89}"/>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grpSp>
        </p:grpSp>
        <p:sp>
          <p:nvSpPr>
            <p:cNvPr id="162" name="Line 111">
              <a:extLst>
                <a:ext uri="{FF2B5EF4-FFF2-40B4-BE49-F238E27FC236}">
                  <a16:creationId xmlns:a16="http://schemas.microsoft.com/office/drawing/2014/main" id="{C35EB605-9EA0-9B87-4511-1D0AA5A04E21}"/>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200" b="1">
                <a:ea typeface="微软雅黑" panose="020B0503020204020204" pitchFamily="34" charset="-122"/>
              </a:endParaRPr>
            </a:p>
          </p:txBody>
        </p:sp>
        <p:sp>
          <p:nvSpPr>
            <p:cNvPr id="163" name="Line 112">
              <a:extLst>
                <a:ext uri="{FF2B5EF4-FFF2-40B4-BE49-F238E27FC236}">
                  <a16:creationId xmlns:a16="http://schemas.microsoft.com/office/drawing/2014/main" id="{60D58829-EDAE-6FBC-1291-2911C5F08E7E}"/>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200" b="1">
                <a:ea typeface="微软雅黑" panose="020B0503020204020204" pitchFamily="34" charset="-122"/>
              </a:endParaRPr>
            </a:p>
          </p:txBody>
        </p:sp>
        <p:grpSp>
          <p:nvGrpSpPr>
            <p:cNvPr id="164" name="Group 150">
              <a:extLst>
                <a:ext uri="{FF2B5EF4-FFF2-40B4-BE49-F238E27FC236}">
                  <a16:creationId xmlns:a16="http://schemas.microsoft.com/office/drawing/2014/main" id="{4526486F-15D1-04F1-612A-291996C371DC}"/>
                </a:ext>
              </a:extLst>
            </p:cNvPr>
            <p:cNvGrpSpPr>
              <a:grpSpLocks/>
            </p:cNvGrpSpPr>
            <p:nvPr/>
          </p:nvGrpSpPr>
          <p:grpSpPr bwMode="auto">
            <a:xfrm>
              <a:off x="871778" y="1539380"/>
              <a:ext cx="298450" cy="168771"/>
              <a:chOff x="465" y="2127"/>
              <a:chExt cx="188" cy="171"/>
            </a:xfrm>
          </p:grpSpPr>
          <p:sp>
            <p:nvSpPr>
              <p:cNvPr id="165" name="Freeform 146">
                <a:extLst>
                  <a:ext uri="{FF2B5EF4-FFF2-40B4-BE49-F238E27FC236}">
                    <a16:creationId xmlns:a16="http://schemas.microsoft.com/office/drawing/2014/main" id="{2DC9DB2F-58D8-F842-9FA4-6895140BBFD1}"/>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66" name="Freeform 147">
                <a:extLst>
                  <a:ext uri="{FF2B5EF4-FFF2-40B4-BE49-F238E27FC236}">
                    <a16:creationId xmlns:a16="http://schemas.microsoft.com/office/drawing/2014/main" id="{D695B03C-081A-3DB3-162C-6342744BAAF3}"/>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67" name="Freeform 148">
                <a:extLst>
                  <a:ext uri="{FF2B5EF4-FFF2-40B4-BE49-F238E27FC236}">
                    <a16:creationId xmlns:a16="http://schemas.microsoft.com/office/drawing/2014/main" id="{76E1AA65-20A1-955E-7AB0-FB72A4F461B3}"/>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68" name="Freeform 149">
                <a:extLst>
                  <a:ext uri="{FF2B5EF4-FFF2-40B4-BE49-F238E27FC236}">
                    <a16:creationId xmlns:a16="http://schemas.microsoft.com/office/drawing/2014/main" id="{7732B435-BAC3-1C71-F335-C2A2A8561C2D}"/>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grpSp>
      </p:grpSp>
      <p:grpSp>
        <p:nvGrpSpPr>
          <p:cNvPr id="40" name="组合 3223">
            <a:extLst>
              <a:ext uri="{FF2B5EF4-FFF2-40B4-BE49-F238E27FC236}">
                <a16:creationId xmlns:a16="http://schemas.microsoft.com/office/drawing/2014/main" id="{438DB0FD-A37B-2A19-64D1-61EA3B83101C}"/>
              </a:ext>
            </a:extLst>
          </p:cNvPr>
          <p:cNvGrpSpPr>
            <a:grpSpLocks/>
          </p:cNvGrpSpPr>
          <p:nvPr/>
        </p:nvGrpSpPr>
        <p:grpSpPr bwMode="auto">
          <a:xfrm>
            <a:off x="6765316" y="3260027"/>
            <a:ext cx="300929" cy="361098"/>
            <a:chOff x="829150" y="1370013"/>
            <a:chExt cx="399575" cy="465137"/>
          </a:xfrm>
        </p:grpSpPr>
        <p:sp>
          <p:nvSpPr>
            <p:cNvPr id="127" name="AutoShape 86">
              <a:extLst>
                <a:ext uri="{FF2B5EF4-FFF2-40B4-BE49-F238E27FC236}">
                  <a16:creationId xmlns:a16="http://schemas.microsoft.com/office/drawing/2014/main" id="{3C7AD98D-B928-FD02-700F-61A4D9038781}"/>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28" name="Oval 88">
              <a:extLst>
                <a:ext uri="{FF2B5EF4-FFF2-40B4-BE49-F238E27FC236}">
                  <a16:creationId xmlns:a16="http://schemas.microsoft.com/office/drawing/2014/main" id="{52D64D01-444A-5B14-8CDF-F90A5DE9C4D4}"/>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600" b="1">
                <a:ea typeface="微软雅黑" panose="020B0503020204020204" pitchFamily="34" charset="-122"/>
              </a:endParaRPr>
            </a:p>
          </p:txBody>
        </p:sp>
        <p:sp>
          <p:nvSpPr>
            <p:cNvPr id="129" name="Rectangle 89">
              <a:extLst>
                <a:ext uri="{FF2B5EF4-FFF2-40B4-BE49-F238E27FC236}">
                  <a16:creationId xmlns:a16="http://schemas.microsoft.com/office/drawing/2014/main" id="{2C465C9A-053C-1591-A329-2802C21D786C}"/>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600" b="1">
                <a:ea typeface="微软雅黑" panose="020B0503020204020204" pitchFamily="34" charset="-122"/>
              </a:endParaRPr>
            </a:p>
          </p:txBody>
        </p:sp>
        <p:sp>
          <p:nvSpPr>
            <p:cNvPr id="130" name="Oval 91">
              <a:extLst>
                <a:ext uri="{FF2B5EF4-FFF2-40B4-BE49-F238E27FC236}">
                  <a16:creationId xmlns:a16="http://schemas.microsoft.com/office/drawing/2014/main" id="{4A3C7E2F-1E4C-FD0B-A261-DC673CE7016C}"/>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600" b="1">
                <a:ea typeface="微软雅黑" panose="020B0503020204020204" pitchFamily="34" charset="-122"/>
              </a:endParaRPr>
            </a:p>
          </p:txBody>
        </p:sp>
        <p:grpSp>
          <p:nvGrpSpPr>
            <p:cNvPr id="131" name="Group 110">
              <a:extLst>
                <a:ext uri="{FF2B5EF4-FFF2-40B4-BE49-F238E27FC236}">
                  <a16:creationId xmlns:a16="http://schemas.microsoft.com/office/drawing/2014/main" id="{61B6E53E-194E-E67A-45EE-96D64F850F46}"/>
                </a:ext>
              </a:extLst>
            </p:cNvPr>
            <p:cNvGrpSpPr>
              <a:grpSpLocks/>
            </p:cNvGrpSpPr>
            <p:nvPr/>
          </p:nvGrpSpPr>
          <p:grpSpPr bwMode="auto">
            <a:xfrm>
              <a:off x="898525" y="1389063"/>
              <a:ext cx="268287" cy="112712"/>
              <a:chOff x="566" y="875"/>
              <a:chExt cx="169" cy="71"/>
            </a:xfrm>
          </p:grpSpPr>
          <p:grpSp>
            <p:nvGrpSpPr>
              <p:cNvPr id="139" name="Group 100">
                <a:extLst>
                  <a:ext uri="{FF2B5EF4-FFF2-40B4-BE49-F238E27FC236}">
                    <a16:creationId xmlns:a16="http://schemas.microsoft.com/office/drawing/2014/main" id="{D09F58F6-0478-1991-F8AB-01367C549EF0}"/>
                  </a:ext>
                </a:extLst>
              </p:cNvPr>
              <p:cNvGrpSpPr>
                <a:grpSpLocks/>
              </p:cNvGrpSpPr>
              <p:nvPr/>
            </p:nvGrpSpPr>
            <p:grpSpPr bwMode="auto">
              <a:xfrm>
                <a:off x="566" y="875"/>
                <a:ext cx="168" cy="69"/>
                <a:chOff x="566" y="875"/>
                <a:chExt cx="168" cy="69"/>
              </a:xfrm>
            </p:grpSpPr>
            <p:sp>
              <p:nvSpPr>
                <p:cNvPr id="149" name="Freeform 92">
                  <a:extLst>
                    <a:ext uri="{FF2B5EF4-FFF2-40B4-BE49-F238E27FC236}">
                      <a16:creationId xmlns:a16="http://schemas.microsoft.com/office/drawing/2014/main" id="{04BCEE62-CDAF-3A26-C326-A68A187AD029}"/>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50" name="Freeform 93">
                  <a:extLst>
                    <a:ext uri="{FF2B5EF4-FFF2-40B4-BE49-F238E27FC236}">
                      <a16:creationId xmlns:a16="http://schemas.microsoft.com/office/drawing/2014/main" id="{C587DDC1-1E90-BE1B-47B8-B1D26A52A5B4}"/>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51" name="Freeform 94">
                  <a:extLst>
                    <a:ext uri="{FF2B5EF4-FFF2-40B4-BE49-F238E27FC236}">
                      <a16:creationId xmlns:a16="http://schemas.microsoft.com/office/drawing/2014/main" id="{B3A1DE8B-EDB5-1FC3-070F-ADF13D66449A}"/>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52" name="Freeform 95">
                  <a:extLst>
                    <a:ext uri="{FF2B5EF4-FFF2-40B4-BE49-F238E27FC236}">
                      <a16:creationId xmlns:a16="http://schemas.microsoft.com/office/drawing/2014/main" id="{3D181CB8-C7E5-2934-BD71-A8843FBB231A}"/>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53" name="Freeform 96">
                  <a:extLst>
                    <a:ext uri="{FF2B5EF4-FFF2-40B4-BE49-F238E27FC236}">
                      <a16:creationId xmlns:a16="http://schemas.microsoft.com/office/drawing/2014/main" id="{143A6CBC-1990-07AE-DDA7-7ABF5EED0EFE}"/>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54" name="Freeform 97">
                  <a:extLst>
                    <a:ext uri="{FF2B5EF4-FFF2-40B4-BE49-F238E27FC236}">
                      <a16:creationId xmlns:a16="http://schemas.microsoft.com/office/drawing/2014/main" id="{8E5042F2-E387-AEA8-0863-B0463BBDA7D3}"/>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55" name="Freeform 98">
                  <a:extLst>
                    <a:ext uri="{FF2B5EF4-FFF2-40B4-BE49-F238E27FC236}">
                      <a16:creationId xmlns:a16="http://schemas.microsoft.com/office/drawing/2014/main" id="{B88907C3-5B51-10BD-E6DD-91DB5A45BFD0}"/>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56" name="Freeform 99">
                  <a:extLst>
                    <a:ext uri="{FF2B5EF4-FFF2-40B4-BE49-F238E27FC236}">
                      <a16:creationId xmlns:a16="http://schemas.microsoft.com/office/drawing/2014/main" id="{F0326B08-10A1-1EDC-1343-5D130932A3C9}"/>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grpSp>
          <p:grpSp>
            <p:nvGrpSpPr>
              <p:cNvPr id="140" name="Group 109">
                <a:extLst>
                  <a:ext uri="{FF2B5EF4-FFF2-40B4-BE49-F238E27FC236}">
                    <a16:creationId xmlns:a16="http://schemas.microsoft.com/office/drawing/2014/main" id="{4B38B159-B746-AEC3-EB90-49164B3B2C97}"/>
                  </a:ext>
                </a:extLst>
              </p:cNvPr>
              <p:cNvGrpSpPr>
                <a:grpSpLocks/>
              </p:cNvGrpSpPr>
              <p:nvPr/>
            </p:nvGrpSpPr>
            <p:grpSpPr bwMode="auto">
              <a:xfrm>
                <a:off x="568" y="876"/>
                <a:ext cx="167" cy="70"/>
                <a:chOff x="568" y="876"/>
                <a:chExt cx="167" cy="70"/>
              </a:xfrm>
            </p:grpSpPr>
            <p:sp>
              <p:nvSpPr>
                <p:cNvPr id="141" name="Freeform 101">
                  <a:extLst>
                    <a:ext uri="{FF2B5EF4-FFF2-40B4-BE49-F238E27FC236}">
                      <a16:creationId xmlns:a16="http://schemas.microsoft.com/office/drawing/2014/main" id="{FF1F4326-5A08-6B70-CA60-2ADBAFC59BA5}"/>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42" name="Freeform 102">
                  <a:extLst>
                    <a:ext uri="{FF2B5EF4-FFF2-40B4-BE49-F238E27FC236}">
                      <a16:creationId xmlns:a16="http://schemas.microsoft.com/office/drawing/2014/main" id="{BD01BAC2-ABB5-D462-1D63-806A2B8F6B43}"/>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43" name="Freeform 103">
                  <a:extLst>
                    <a:ext uri="{FF2B5EF4-FFF2-40B4-BE49-F238E27FC236}">
                      <a16:creationId xmlns:a16="http://schemas.microsoft.com/office/drawing/2014/main" id="{8114A028-EF18-86EC-7B51-E49C4929429D}"/>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44" name="Freeform 104">
                  <a:extLst>
                    <a:ext uri="{FF2B5EF4-FFF2-40B4-BE49-F238E27FC236}">
                      <a16:creationId xmlns:a16="http://schemas.microsoft.com/office/drawing/2014/main" id="{3E372B12-1900-90B6-CA11-D12BFA615403}"/>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45" name="Freeform 105">
                  <a:extLst>
                    <a:ext uri="{FF2B5EF4-FFF2-40B4-BE49-F238E27FC236}">
                      <a16:creationId xmlns:a16="http://schemas.microsoft.com/office/drawing/2014/main" id="{4214B7C0-5901-70FF-615C-02CAD9E32903}"/>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46" name="Freeform 106">
                  <a:extLst>
                    <a:ext uri="{FF2B5EF4-FFF2-40B4-BE49-F238E27FC236}">
                      <a16:creationId xmlns:a16="http://schemas.microsoft.com/office/drawing/2014/main" id="{53E0D1AD-02C6-A917-2705-AFA534164C33}"/>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47" name="Freeform 107">
                  <a:extLst>
                    <a:ext uri="{FF2B5EF4-FFF2-40B4-BE49-F238E27FC236}">
                      <a16:creationId xmlns:a16="http://schemas.microsoft.com/office/drawing/2014/main" id="{BEA0845D-9B4E-01A4-ABF4-AC9F1E4F04B7}"/>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48" name="Freeform 108">
                  <a:extLst>
                    <a:ext uri="{FF2B5EF4-FFF2-40B4-BE49-F238E27FC236}">
                      <a16:creationId xmlns:a16="http://schemas.microsoft.com/office/drawing/2014/main" id="{877B7391-AB7A-BD67-3D3A-AB813A7134F9}"/>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grpSp>
        </p:grpSp>
        <p:sp>
          <p:nvSpPr>
            <p:cNvPr id="132" name="Line 111">
              <a:extLst>
                <a:ext uri="{FF2B5EF4-FFF2-40B4-BE49-F238E27FC236}">
                  <a16:creationId xmlns:a16="http://schemas.microsoft.com/office/drawing/2014/main" id="{94540854-767B-F2E9-3912-EA4621D6367F}"/>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200" b="1">
                <a:ea typeface="微软雅黑" panose="020B0503020204020204" pitchFamily="34" charset="-122"/>
              </a:endParaRPr>
            </a:p>
          </p:txBody>
        </p:sp>
        <p:sp>
          <p:nvSpPr>
            <p:cNvPr id="133" name="Line 112">
              <a:extLst>
                <a:ext uri="{FF2B5EF4-FFF2-40B4-BE49-F238E27FC236}">
                  <a16:creationId xmlns:a16="http://schemas.microsoft.com/office/drawing/2014/main" id="{1EF97242-9C59-E0DA-6B52-7F340CA82C2A}"/>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200" b="1">
                <a:ea typeface="微软雅黑" panose="020B0503020204020204" pitchFamily="34" charset="-122"/>
              </a:endParaRPr>
            </a:p>
          </p:txBody>
        </p:sp>
        <p:grpSp>
          <p:nvGrpSpPr>
            <p:cNvPr id="134" name="Group 150">
              <a:extLst>
                <a:ext uri="{FF2B5EF4-FFF2-40B4-BE49-F238E27FC236}">
                  <a16:creationId xmlns:a16="http://schemas.microsoft.com/office/drawing/2014/main" id="{CA1851B7-F6AA-4FFE-38EE-48074006198A}"/>
                </a:ext>
              </a:extLst>
            </p:cNvPr>
            <p:cNvGrpSpPr>
              <a:grpSpLocks/>
            </p:cNvGrpSpPr>
            <p:nvPr/>
          </p:nvGrpSpPr>
          <p:grpSpPr bwMode="auto">
            <a:xfrm>
              <a:off x="871778" y="1539380"/>
              <a:ext cx="298450" cy="168771"/>
              <a:chOff x="465" y="2127"/>
              <a:chExt cx="188" cy="171"/>
            </a:xfrm>
          </p:grpSpPr>
          <p:sp>
            <p:nvSpPr>
              <p:cNvPr id="135" name="Freeform 146">
                <a:extLst>
                  <a:ext uri="{FF2B5EF4-FFF2-40B4-BE49-F238E27FC236}">
                    <a16:creationId xmlns:a16="http://schemas.microsoft.com/office/drawing/2014/main" id="{41CFDEC9-B954-17A3-5401-3F3705283A10}"/>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36" name="Freeform 147">
                <a:extLst>
                  <a:ext uri="{FF2B5EF4-FFF2-40B4-BE49-F238E27FC236}">
                    <a16:creationId xmlns:a16="http://schemas.microsoft.com/office/drawing/2014/main" id="{C7530437-006E-2803-DA4C-C18663F59D0D}"/>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37" name="Freeform 148">
                <a:extLst>
                  <a:ext uri="{FF2B5EF4-FFF2-40B4-BE49-F238E27FC236}">
                    <a16:creationId xmlns:a16="http://schemas.microsoft.com/office/drawing/2014/main" id="{6865A4C2-C050-8BD2-58E2-A4BC84D8A073}"/>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sp>
            <p:nvSpPr>
              <p:cNvPr id="138" name="Freeform 149">
                <a:extLst>
                  <a:ext uri="{FF2B5EF4-FFF2-40B4-BE49-F238E27FC236}">
                    <a16:creationId xmlns:a16="http://schemas.microsoft.com/office/drawing/2014/main" id="{E60F587A-26EE-5328-E761-CD66AD9B5614}"/>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b="1">
                  <a:ea typeface="微软雅黑" panose="020B0503020204020204" pitchFamily="34" charset="-122"/>
                </a:endParaRPr>
              </a:p>
            </p:txBody>
          </p:sp>
        </p:grpSp>
      </p:grpSp>
      <p:grpSp>
        <p:nvGrpSpPr>
          <p:cNvPr id="41" name="组合 3256">
            <a:extLst>
              <a:ext uri="{FF2B5EF4-FFF2-40B4-BE49-F238E27FC236}">
                <a16:creationId xmlns:a16="http://schemas.microsoft.com/office/drawing/2014/main" id="{EE96D27A-AE80-F8FE-7940-EAABBB9DAC82}"/>
              </a:ext>
            </a:extLst>
          </p:cNvPr>
          <p:cNvGrpSpPr>
            <a:grpSpLocks/>
          </p:cNvGrpSpPr>
          <p:nvPr/>
        </p:nvGrpSpPr>
        <p:grpSpPr bwMode="auto">
          <a:xfrm>
            <a:off x="7531428" y="3202103"/>
            <a:ext cx="989112" cy="545961"/>
            <a:chOff x="9866202" y="1510266"/>
            <a:chExt cx="1309687" cy="703263"/>
          </a:xfrm>
        </p:grpSpPr>
        <p:pic>
          <p:nvPicPr>
            <p:cNvPr id="125" name="Picture 226">
              <a:extLst>
                <a:ext uri="{FF2B5EF4-FFF2-40B4-BE49-F238E27FC236}">
                  <a16:creationId xmlns:a16="http://schemas.microsoft.com/office/drawing/2014/main" id="{A79030BC-106A-21D5-6CD8-80CD8F00A49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6" name="Text Box 353">
              <a:extLst>
                <a:ext uri="{FF2B5EF4-FFF2-40B4-BE49-F238E27FC236}">
                  <a16:creationId xmlns:a16="http://schemas.microsoft.com/office/drawing/2014/main" id="{290D43C3-6161-E8C4-6E61-146FD96A109D}"/>
                </a:ext>
              </a:extLst>
            </p:cNvPr>
            <p:cNvSpPr txBox="1">
              <a:spLocks noChangeArrowheads="1"/>
            </p:cNvSpPr>
            <p:nvPr/>
          </p:nvSpPr>
          <p:spPr bwMode="auto">
            <a:xfrm>
              <a:off x="10088271" y="1711879"/>
              <a:ext cx="940161" cy="305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165.60/16</a:t>
              </a:r>
              <a:endParaRPr lang="zh-CN" altLang="en-US" sz="1100" b="1">
                <a:ea typeface="微软雅黑" panose="020B0503020204020204" pitchFamily="34" charset="-122"/>
              </a:endParaRPr>
            </a:p>
          </p:txBody>
        </p:sp>
      </p:grpSp>
      <p:sp>
        <p:nvSpPr>
          <p:cNvPr id="42" name="Text Box 358">
            <a:extLst>
              <a:ext uri="{FF2B5EF4-FFF2-40B4-BE49-F238E27FC236}">
                <a16:creationId xmlns:a16="http://schemas.microsoft.com/office/drawing/2014/main" id="{91F067D1-423B-29B9-E819-11B42B2394E8}"/>
              </a:ext>
            </a:extLst>
          </p:cNvPr>
          <p:cNvSpPr txBox="1">
            <a:spLocks noChangeArrowheads="1"/>
          </p:cNvSpPr>
          <p:nvPr/>
        </p:nvSpPr>
        <p:spPr bwMode="auto">
          <a:xfrm>
            <a:off x="4921890" y="2431843"/>
            <a:ext cx="1442467" cy="237441"/>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128.70/16 </a:t>
            </a:r>
            <a:r>
              <a:rPr lang="zh-CN" altLang="en-US" sz="1100" b="1">
                <a:ea typeface="微软雅黑" panose="020B0503020204020204" pitchFamily="34" charset="-122"/>
              </a:rPr>
              <a:t>的标签是 </a:t>
            </a:r>
            <a:r>
              <a:rPr lang="en-US" altLang="zh-CN" sz="1100" b="1">
                <a:ea typeface="微软雅黑" panose="020B0503020204020204" pitchFamily="34" charset="-122"/>
              </a:rPr>
              <a:t>80</a:t>
            </a:r>
            <a:endParaRPr lang="zh-CN" altLang="en-US" sz="1100" b="1">
              <a:ea typeface="微软雅黑" panose="020B0503020204020204" pitchFamily="34" charset="-122"/>
            </a:endParaRPr>
          </a:p>
        </p:txBody>
      </p:sp>
      <p:sp>
        <p:nvSpPr>
          <p:cNvPr id="43" name="Text Box 358">
            <a:extLst>
              <a:ext uri="{FF2B5EF4-FFF2-40B4-BE49-F238E27FC236}">
                <a16:creationId xmlns:a16="http://schemas.microsoft.com/office/drawing/2014/main" id="{8E7A8CAA-D208-8AE9-F4CE-C969BE18B669}"/>
              </a:ext>
            </a:extLst>
          </p:cNvPr>
          <p:cNvSpPr txBox="1">
            <a:spLocks noChangeArrowheads="1"/>
          </p:cNvSpPr>
          <p:nvPr/>
        </p:nvSpPr>
        <p:spPr bwMode="auto">
          <a:xfrm rot="859865">
            <a:off x="4923090" y="3152398"/>
            <a:ext cx="1442467" cy="237441"/>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165.60/16 </a:t>
            </a:r>
            <a:r>
              <a:rPr lang="zh-CN" altLang="en-US" sz="1100" b="1">
                <a:ea typeface="微软雅黑" panose="020B0503020204020204" pitchFamily="34" charset="-122"/>
              </a:rPr>
              <a:t>的标签是 </a:t>
            </a:r>
            <a:r>
              <a:rPr lang="en-US" altLang="zh-CN" sz="1100" b="1">
                <a:ea typeface="微软雅黑" panose="020B0503020204020204" pitchFamily="34" charset="-122"/>
              </a:rPr>
              <a:t>70</a:t>
            </a:r>
            <a:endParaRPr lang="zh-CN" altLang="en-US" sz="1100" b="1">
              <a:ea typeface="微软雅黑" panose="020B0503020204020204" pitchFamily="34" charset="-122"/>
            </a:endParaRPr>
          </a:p>
        </p:txBody>
      </p:sp>
      <p:sp>
        <p:nvSpPr>
          <p:cNvPr id="44" name="Line 420">
            <a:extLst>
              <a:ext uri="{FF2B5EF4-FFF2-40B4-BE49-F238E27FC236}">
                <a16:creationId xmlns:a16="http://schemas.microsoft.com/office/drawing/2014/main" id="{F696882B-0933-1959-1A26-B61ACA2D6333}"/>
              </a:ext>
            </a:extLst>
          </p:cNvPr>
          <p:cNvSpPr>
            <a:spLocks noChangeShapeType="1"/>
          </p:cNvSpPr>
          <p:nvPr/>
        </p:nvSpPr>
        <p:spPr bwMode="auto">
          <a:xfrm rot="17283846">
            <a:off x="4759966" y="2928406"/>
            <a:ext cx="11092" cy="21340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200" b="1">
              <a:ea typeface="微软雅黑" panose="020B0503020204020204" pitchFamily="34" charset="-122"/>
            </a:endParaRPr>
          </a:p>
        </p:txBody>
      </p:sp>
      <p:sp>
        <p:nvSpPr>
          <p:cNvPr id="45" name="Text Box 358">
            <a:extLst>
              <a:ext uri="{FF2B5EF4-FFF2-40B4-BE49-F238E27FC236}">
                <a16:creationId xmlns:a16="http://schemas.microsoft.com/office/drawing/2014/main" id="{664A3CAB-CE22-728C-D72C-BF4A69D5D4F8}"/>
              </a:ext>
            </a:extLst>
          </p:cNvPr>
          <p:cNvSpPr txBox="1">
            <a:spLocks noChangeArrowheads="1"/>
          </p:cNvSpPr>
          <p:nvPr/>
        </p:nvSpPr>
        <p:spPr bwMode="auto">
          <a:xfrm>
            <a:off x="6306629" y="1624609"/>
            <a:ext cx="640424"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80       0 </a:t>
            </a:r>
            <a:endParaRPr lang="zh-CN" altLang="en-US" sz="1100" b="1">
              <a:ea typeface="微软雅黑" panose="020B0503020204020204" pitchFamily="34" charset="-122"/>
            </a:endParaRPr>
          </a:p>
        </p:txBody>
      </p:sp>
      <p:sp>
        <p:nvSpPr>
          <p:cNvPr id="46" name="Text Box 358">
            <a:extLst>
              <a:ext uri="{FF2B5EF4-FFF2-40B4-BE49-F238E27FC236}">
                <a16:creationId xmlns:a16="http://schemas.microsoft.com/office/drawing/2014/main" id="{559ABF65-C859-2860-4264-FAC295E1B8CD}"/>
              </a:ext>
            </a:extLst>
          </p:cNvPr>
          <p:cNvSpPr txBox="1">
            <a:spLocks noChangeArrowheads="1"/>
          </p:cNvSpPr>
          <p:nvPr/>
        </p:nvSpPr>
        <p:spPr bwMode="auto">
          <a:xfrm>
            <a:off x="6196694" y="1246257"/>
            <a:ext cx="440669" cy="38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100" b="1">
                <a:ea typeface="微软雅黑" panose="020B0503020204020204" pitchFamily="34" charset="-122"/>
              </a:rPr>
              <a:t>入</a:t>
            </a:r>
            <a:endParaRPr lang="en-US" altLang="zh-CN" sz="1100" b="1">
              <a:ea typeface="微软雅黑" panose="020B0503020204020204" pitchFamily="34" charset="-122"/>
            </a:endParaRPr>
          </a:p>
          <a:p>
            <a:pPr algn="ctr" eaLnBrk="1" hangingPunct="1">
              <a:lnSpc>
                <a:spcPct val="90000"/>
              </a:lnSpc>
              <a:spcBef>
                <a:spcPct val="0"/>
              </a:spcBef>
              <a:buFontTx/>
              <a:buNone/>
            </a:pPr>
            <a:r>
              <a:rPr lang="zh-CN" altLang="en-US" sz="1100" b="1">
                <a:ea typeface="微软雅黑" panose="020B0503020204020204" pitchFamily="34" charset="-122"/>
              </a:rPr>
              <a:t>标签</a:t>
            </a:r>
          </a:p>
        </p:txBody>
      </p:sp>
      <p:sp>
        <p:nvSpPr>
          <p:cNvPr id="47" name="Text Box 358">
            <a:extLst>
              <a:ext uri="{FF2B5EF4-FFF2-40B4-BE49-F238E27FC236}">
                <a16:creationId xmlns:a16="http://schemas.microsoft.com/office/drawing/2014/main" id="{7FBE5774-AA4C-94FD-0BDE-33AED79D6521}"/>
              </a:ext>
            </a:extLst>
          </p:cNvPr>
          <p:cNvSpPr txBox="1">
            <a:spLocks noChangeArrowheads="1"/>
          </p:cNvSpPr>
          <p:nvPr/>
        </p:nvSpPr>
        <p:spPr bwMode="auto">
          <a:xfrm>
            <a:off x="6587543" y="1246257"/>
            <a:ext cx="440669" cy="38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100" b="1">
                <a:ea typeface="微软雅黑" panose="020B0503020204020204" pitchFamily="34" charset="-122"/>
              </a:rPr>
              <a:t>出</a:t>
            </a:r>
            <a:endParaRPr lang="en-US" altLang="zh-CN" sz="1100" b="1">
              <a:ea typeface="微软雅黑" panose="020B0503020204020204" pitchFamily="34" charset="-122"/>
            </a:endParaRPr>
          </a:p>
          <a:p>
            <a:pPr algn="ctr" eaLnBrk="1" hangingPunct="1">
              <a:lnSpc>
                <a:spcPct val="90000"/>
              </a:lnSpc>
              <a:spcBef>
                <a:spcPct val="0"/>
              </a:spcBef>
              <a:buFontTx/>
              <a:buNone/>
            </a:pPr>
            <a:r>
              <a:rPr lang="zh-CN" altLang="en-US" sz="1100" b="1">
                <a:ea typeface="微软雅黑" panose="020B0503020204020204" pitchFamily="34" charset="-122"/>
              </a:rPr>
              <a:t>接口</a:t>
            </a:r>
          </a:p>
        </p:txBody>
      </p:sp>
      <p:sp>
        <p:nvSpPr>
          <p:cNvPr id="48" name="Text Box 358">
            <a:extLst>
              <a:ext uri="{FF2B5EF4-FFF2-40B4-BE49-F238E27FC236}">
                <a16:creationId xmlns:a16="http://schemas.microsoft.com/office/drawing/2014/main" id="{4F7277DF-2B62-4D46-E22E-B3B2ED6E735C}"/>
              </a:ext>
            </a:extLst>
          </p:cNvPr>
          <p:cNvSpPr txBox="1">
            <a:spLocks noChangeArrowheads="1"/>
          </p:cNvSpPr>
          <p:nvPr/>
        </p:nvSpPr>
        <p:spPr bwMode="auto">
          <a:xfrm>
            <a:off x="6928038" y="1242559"/>
            <a:ext cx="440669" cy="38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100" b="1">
                <a:ea typeface="微软雅黑" panose="020B0503020204020204" pitchFamily="34" charset="-122"/>
              </a:rPr>
              <a:t>出</a:t>
            </a:r>
            <a:endParaRPr lang="en-US" altLang="zh-CN" sz="1100" b="1">
              <a:ea typeface="微软雅黑" panose="020B0503020204020204" pitchFamily="34" charset="-122"/>
            </a:endParaRPr>
          </a:p>
          <a:p>
            <a:pPr algn="ctr" eaLnBrk="1" hangingPunct="1">
              <a:lnSpc>
                <a:spcPct val="90000"/>
              </a:lnSpc>
              <a:spcBef>
                <a:spcPct val="0"/>
              </a:spcBef>
              <a:buFontTx/>
              <a:buNone/>
            </a:pPr>
            <a:r>
              <a:rPr lang="zh-CN" altLang="en-US" sz="1100" b="1">
                <a:ea typeface="微软雅黑" panose="020B0503020204020204" pitchFamily="34" charset="-122"/>
              </a:rPr>
              <a:t>标签</a:t>
            </a:r>
          </a:p>
        </p:txBody>
      </p:sp>
      <p:grpSp>
        <p:nvGrpSpPr>
          <p:cNvPr id="50" name="组合 1">
            <a:extLst>
              <a:ext uri="{FF2B5EF4-FFF2-40B4-BE49-F238E27FC236}">
                <a16:creationId xmlns:a16="http://schemas.microsoft.com/office/drawing/2014/main" id="{9FA2C577-158D-9366-7F60-F9105805AEBF}"/>
              </a:ext>
            </a:extLst>
          </p:cNvPr>
          <p:cNvGrpSpPr>
            <a:grpSpLocks/>
          </p:cNvGrpSpPr>
          <p:nvPr/>
        </p:nvGrpSpPr>
        <p:grpSpPr bwMode="auto">
          <a:xfrm>
            <a:off x="6226999" y="1624609"/>
            <a:ext cx="1100612" cy="215673"/>
            <a:chOff x="8213725" y="1520825"/>
            <a:chExt cx="2092325" cy="277813"/>
          </a:xfrm>
        </p:grpSpPr>
        <p:cxnSp>
          <p:nvCxnSpPr>
            <p:cNvPr id="123" name="直接连接符 3285">
              <a:extLst>
                <a:ext uri="{FF2B5EF4-FFF2-40B4-BE49-F238E27FC236}">
                  <a16:creationId xmlns:a16="http://schemas.microsoft.com/office/drawing/2014/main" id="{0DBB5532-8324-F6F0-57C0-A7FA45133DAC}"/>
                </a:ext>
              </a:extLst>
            </p:cNvPr>
            <p:cNvCxnSpPr>
              <a:cxnSpLocks/>
            </p:cNvCxnSpPr>
            <p:nvPr/>
          </p:nvCxnSpPr>
          <p:spPr bwMode="auto">
            <a:xfrm>
              <a:off x="8223250" y="1520825"/>
              <a:ext cx="208280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4" name="直接连接符 3286">
              <a:extLst>
                <a:ext uri="{FF2B5EF4-FFF2-40B4-BE49-F238E27FC236}">
                  <a16:creationId xmlns:a16="http://schemas.microsoft.com/office/drawing/2014/main" id="{41630344-08C7-BCF5-25F9-A0A263AD3AFD}"/>
                </a:ext>
              </a:extLst>
            </p:cNvPr>
            <p:cNvCxnSpPr>
              <a:cxnSpLocks/>
            </p:cNvCxnSpPr>
            <p:nvPr/>
          </p:nvCxnSpPr>
          <p:spPr bwMode="auto">
            <a:xfrm>
              <a:off x="8213725" y="1798638"/>
              <a:ext cx="208280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1" name="直接连接符 3288">
            <a:extLst>
              <a:ext uri="{FF2B5EF4-FFF2-40B4-BE49-F238E27FC236}">
                <a16:creationId xmlns:a16="http://schemas.microsoft.com/office/drawing/2014/main" id="{B1BD2496-7FD7-2C5A-BDA6-BEEEC6657423}"/>
              </a:ext>
            </a:extLst>
          </p:cNvPr>
          <p:cNvCxnSpPr>
            <a:cxnSpLocks/>
          </p:cNvCxnSpPr>
          <p:nvPr/>
        </p:nvCxnSpPr>
        <p:spPr bwMode="auto">
          <a:xfrm>
            <a:off x="6613053" y="1254884"/>
            <a:ext cx="1199"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2" name="直接连接符 3289">
            <a:extLst>
              <a:ext uri="{FF2B5EF4-FFF2-40B4-BE49-F238E27FC236}">
                <a16:creationId xmlns:a16="http://schemas.microsoft.com/office/drawing/2014/main" id="{64994C77-7464-C3ED-8EA9-9C5BC6DE2789}"/>
              </a:ext>
            </a:extLst>
          </p:cNvPr>
          <p:cNvCxnSpPr>
            <a:cxnSpLocks/>
          </p:cNvCxnSpPr>
          <p:nvPr/>
        </p:nvCxnSpPr>
        <p:spPr bwMode="auto">
          <a:xfrm>
            <a:off x="6958343" y="1254884"/>
            <a:ext cx="47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53" name="Text Box 358">
            <a:extLst>
              <a:ext uri="{FF2B5EF4-FFF2-40B4-BE49-F238E27FC236}">
                <a16:creationId xmlns:a16="http://schemas.microsoft.com/office/drawing/2014/main" id="{BCC82DFE-40C0-A6D6-B597-54FBA651DF65}"/>
              </a:ext>
            </a:extLst>
          </p:cNvPr>
          <p:cNvSpPr txBox="1">
            <a:spLocks noChangeArrowheads="1"/>
          </p:cNvSpPr>
          <p:nvPr/>
        </p:nvSpPr>
        <p:spPr bwMode="auto">
          <a:xfrm>
            <a:off x="3953601" y="1622144"/>
            <a:ext cx="607132"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81       0</a:t>
            </a:r>
            <a:endParaRPr lang="zh-CN" altLang="en-US" sz="1100" b="1">
              <a:ea typeface="微软雅黑" panose="020B0503020204020204" pitchFamily="34" charset="-122"/>
            </a:endParaRPr>
          </a:p>
        </p:txBody>
      </p:sp>
      <p:sp>
        <p:nvSpPr>
          <p:cNvPr id="54" name="Text Box 358">
            <a:extLst>
              <a:ext uri="{FF2B5EF4-FFF2-40B4-BE49-F238E27FC236}">
                <a16:creationId xmlns:a16="http://schemas.microsoft.com/office/drawing/2014/main" id="{2E36977E-B8E3-147B-CF86-289351200A0E}"/>
              </a:ext>
            </a:extLst>
          </p:cNvPr>
          <p:cNvSpPr txBox="1">
            <a:spLocks noChangeArrowheads="1"/>
          </p:cNvSpPr>
          <p:nvPr/>
        </p:nvSpPr>
        <p:spPr bwMode="auto">
          <a:xfrm>
            <a:off x="3857594" y="1241327"/>
            <a:ext cx="440669" cy="38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100" b="1">
                <a:ea typeface="微软雅黑" panose="020B0503020204020204" pitchFamily="34" charset="-122"/>
              </a:rPr>
              <a:t>入</a:t>
            </a:r>
            <a:endParaRPr lang="en-US" altLang="zh-CN" sz="1100" b="1">
              <a:ea typeface="微软雅黑" panose="020B0503020204020204" pitchFamily="34" charset="-122"/>
            </a:endParaRPr>
          </a:p>
          <a:p>
            <a:pPr algn="ctr" eaLnBrk="1" hangingPunct="1">
              <a:lnSpc>
                <a:spcPct val="90000"/>
              </a:lnSpc>
              <a:spcBef>
                <a:spcPct val="0"/>
              </a:spcBef>
              <a:buFontTx/>
              <a:buNone/>
            </a:pPr>
            <a:r>
              <a:rPr lang="zh-CN" altLang="en-US" sz="1100" b="1">
                <a:ea typeface="微软雅黑" panose="020B0503020204020204" pitchFamily="34" charset="-122"/>
              </a:rPr>
              <a:t>标签</a:t>
            </a:r>
          </a:p>
        </p:txBody>
      </p:sp>
      <p:sp>
        <p:nvSpPr>
          <p:cNvPr id="55" name="Text Box 358">
            <a:extLst>
              <a:ext uri="{FF2B5EF4-FFF2-40B4-BE49-F238E27FC236}">
                <a16:creationId xmlns:a16="http://schemas.microsoft.com/office/drawing/2014/main" id="{BACE999D-DCD7-57D9-C9DB-547DB66C378F}"/>
              </a:ext>
            </a:extLst>
          </p:cNvPr>
          <p:cNvSpPr txBox="1">
            <a:spLocks noChangeArrowheads="1"/>
          </p:cNvSpPr>
          <p:nvPr/>
        </p:nvSpPr>
        <p:spPr bwMode="auto">
          <a:xfrm>
            <a:off x="4254439" y="1246257"/>
            <a:ext cx="440669" cy="38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100" b="1">
                <a:ea typeface="微软雅黑" panose="020B0503020204020204" pitchFamily="34" charset="-122"/>
              </a:rPr>
              <a:t>出</a:t>
            </a:r>
            <a:endParaRPr lang="en-US" altLang="zh-CN" sz="1100" b="1">
              <a:ea typeface="微软雅黑" panose="020B0503020204020204" pitchFamily="34" charset="-122"/>
            </a:endParaRPr>
          </a:p>
          <a:p>
            <a:pPr algn="ctr" eaLnBrk="1" hangingPunct="1">
              <a:lnSpc>
                <a:spcPct val="90000"/>
              </a:lnSpc>
              <a:spcBef>
                <a:spcPct val="0"/>
              </a:spcBef>
              <a:buFontTx/>
              <a:buNone/>
            </a:pPr>
            <a:r>
              <a:rPr lang="zh-CN" altLang="en-US" sz="1100" b="1">
                <a:ea typeface="微软雅黑" panose="020B0503020204020204" pitchFamily="34" charset="-122"/>
              </a:rPr>
              <a:t>接口</a:t>
            </a:r>
          </a:p>
        </p:txBody>
      </p:sp>
      <p:sp>
        <p:nvSpPr>
          <p:cNvPr id="56" name="Text Box 358">
            <a:extLst>
              <a:ext uri="{FF2B5EF4-FFF2-40B4-BE49-F238E27FC236}">
                <a16:creationId xmlns:a16="http://schemas.microsoft.com/office/drawing/2014/main" id="{627916E3-AFB1-463C-18B9-AC5D42000851}"/>
              </a:ext>
            </a:extLst>
          </p:cNvPr>
          <p:cNvSpPr txBox="1">
            <a:spLocks noChangeArrowheads="1"/>
          </p:cNvSpPr>
          <p:nvPr/>
        </p:nvSpPr>
        <p:spPr bwMode="auto">
          <a:xfrm>
            <a:off x="4594933" y="1242559"/>
            <a:ext cx="440669" cy="38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100" b="1">
                <a:ea typeface="微软雅黑" panose="020B0503020204020204" pitchFamily="34" charset="-122"/>
              </a:rPr>
              <a:t>出</a:t>
            </a:r>
            <a:endParaRPr lang="en-US" altLang="zh-CN" sz="1100" b="1">
              <a:ea typeface="微软雅黑" panose="020B0503020204020204" pitchFamily="34" charset="-122"/>
            </a:endParaRPr>
          </a:p>
          <a:p>
            <a:pPr algn="ctr" eaLnBrk="1" hangingPunct="1">
              <a:lnSpc>
                <a:spcPct val="90000"/>
              </a:lnSpc>
              <a:spcBef>
                <a:spcPct val="0"/>
              </a:spcBef>
              <a:buFontTx/>
              <a:buNone/>
            </a:pPr>
            <a:r>
              <a:rPr lang="zh-CN" altLang="en-US" sz="1100" b="1">
                <a:ea typeface="微软雅黑" panose="020B0503020204020204" pitchFamily="34" charset="-122"/>
              </a:rPr>
              <a:t>标签</a:t>
            </a:r>
          </a:p>
        </p:txBody>
      </p:sp>
      <p:grpSp>
        <p:nvGrpSpPr>
          <p:cNvPr id="58" name="组合 3303">
            <a:extLst>
              <a:ext uri="{FF2B5EF4-FFF2-40B4-BE49-F238E27FC236}">
                <a16:creationId xmlns:a16="http://schemas.microsoft.com/office/drawing/2014/main" id="{90D6670D-2337-6DD6-EA64-72B54D2FBF6C}"/>
              </a:ext>
            </a:extLst>
          </p:cNvPr>
          <p:cNvGrpSpPr>
            <a:grpSpLocks/>
          </p:cNvGrpSpPr>
          <p:nvPr/>
        </p:nvGrpSpPr>
        <p:grpSpPr bwMode="auto">
          <a:xfrm>
            <a:off x="3861524" y="1617214"/>
            <a:ext cx="1140176" cy="205814"/>
            <a:chOff x="374152" y="5167871"/>
            <a:chExt cx="2069011" cy="264309"/>
          </a:xfrm>
        </p:grpSpPr>
        <p:cxnSp>
          <p:nvCxnSpPr>
            <p:cNvPr id="121" name="直接连接符 3307">
              <a:extLst>
                <a:ext uri="{FF2B5EF4-FFF2-40B4-BE49-F238E27FC236}">
                  <a16:creationId xmlns:a16="http://schemas.microsoft.com/office/drawing/2014/main" id="{D8218E50-CE86-F67E-3ACD-853C36703ED5}"/>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2" name="直接连接符 3308">
              <a:extLst>
                <a:ext uri="{FF2B5EF4-FFF2-40B4-BE49-F238E27FC236}">
                  <a16:creationId xmlns:a16="http://schemas.microsoft.com/office/drawing/2014/main" id="{F3D3BBF5-45B9-70FC-884F-78AC6C1AA5D3}"/>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9" name="直接连接符 3305">
            <a:extLst>
              <a:ext uri="{FF2B5EF4-FFF2-40B4-BE49-F238E27FC236}">
                <a16:creationId xmlns:a16="http://schemas.microsoft.com/office/drawing/2014/main" id="{799ECA87-8954-99A3-9D98-8ABFD01062FD}"/>
              </a:ext>
            </a:extLst>
          </p:cNvPr>
          <p:cNvCxnSpPr>
            <a:cxnSpLocks/>
          </p:cNvCxnSpPr>
          <p:nvPr/>
        </p:nvCxnSpPr>
        <p:spPr bwMode="auto">
          <a:xfrm>
            <a:off x="4281147" y="1254884"/>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60" name="直接连接符 3306">
            <a:extLst>
              <a:ext uri="{FF2B5EF4-FFF2-40B4-BE49-F238E27FC236}">
                <a16:creationId xmlns:a16="http://schemas.microsoft.com/office/drawing/2014/main" id="{2251EA6A-2C3E-FEFE-359F-4ED0014DC039}"/>
              </a:ext>
            </a:extLst>
          </p:cNvPr>
          <p:cNvCxnSpPr>
            <a:cxnSpLocks/>
          </p:cNvCxnSpPr>
          <p:nvPr/>
        </p:nvCxnSpPr>
        <p:spPr bwMode="auto">
          <a:xfrm>
            <a:off x="4626437" y="1254884"/>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61" name="Text Box 358">
            <a:extLst>
              <a:ext uri="{FF2B5EF4-FFF2-40B4-BE49-F238E27FC236}">
                <a16:creationId xmlns:a16="http://schemas.microsoft.com/office/drawing/2014/main" id="{4702CFDE-8AAE-CA6A-5822-BD78C5A675E2}"/>
              </a:ext>
            </a:extLst>
          </p:cNvPr>
          <p:cNvSpPr txBox="1">
            <a:spLocks noChangeArrowheads="1"/>
          </p:cNvSpPr>
          <p:nvPr/>
        </p:nvSpPr>
        <p:spPr bwMode="auto">
          <a:xfrm>
            <a:off x="3957199" y="1815634"/>
            <a:ext cx="607132"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40       1</a:t>
            </a:r>
            <a:endParaRPr lang="zh-CN" altLang="en-US" sz="1100" b="1">
              <a:ea typeface="微软雅黑" panose="020B0503020204020204" pitchFamily="34" charset="-122"/>
            </a:endParaRPr>
          </a:p>
        </p:txBody>
      </p:sp>
      <p:sp>
        <p:nvSpPr>
          <p:cNvPr id="62" name="Text Box 358">
            <a:extLst>
              <a:ext uri="{FF2B5EF4-FFF2-40B4-BE49-F238E27FC236}">
                <a16:creationId xmlns:a16="http://schemas.microsoft.com/office/drawing/2014/main" id="{AE8E77D1-0A10-4725-3149-864422FD6AFE}"/>
              </a:ext>
            </a:extLst>
          </p:cNvPr>
          <p:cNvSpPr txBox="1">
            <a:spLocks noChangeArrowheads="1"/>
          </p:cNvSpPr>
          <p:nvPr/>
        </p:nvSpPr>
        <p:spPr bwMode="auto">
          <a:xfrm>
            <a:off x="4672907" y="1618447"/>
            <a:ext cx="307500"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80</a:t>
            </a:r>
            <a:endParaRPr lang="zh-CN" altLang="en-US" sz="1100" b="1">
              <a:ea typeface="微软雅黑" panose="020B0503020204020204" pitchFamily="34" charset="-122"/>
            </a:endParaRPr>
          </a:p>
        </p:txBody>
      </p:sp>
      <p:sp>
        <p:nvSpPr>
          <p:cNvPr id="63" name="Text Box 358">
            <a:extLst>
              <a:ext uri="{FF2B5EF4-FFF2-40B4-BE49-F238E27FC236}">
                <a16:creationId xmlns:a16="http://schemas.microsoft.com/office/drawing/2014/main" id="{F86C5479-B3A3-695A-CDF7-5C0452221A12}"/>
              </a:ext>
            </a:extLst>
          </p:cNvPr>
          <p:cNvSpPr txBox="1">
            <a:spLocks noChangeArrowheads="1"/>
          </p:cNvSpPr>
          <p:nvPr/>
        </p:nvSpPr>
        <p:spPr bwMode="auto">
          <a:xfrm>
            <a:off x="4654324" y="1814401"/>
            <a:ext cx="307500"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70</a:t>
            </a:r>
            <a:endParaRPr lang="zh-CN" altLang="en-US" sz="1100" b="1">
              <a:ea typeface="微软雅黑" panose="020B0503020204020204" pitchFamily="34" charset="-122"/>
            </a:endParaRPr>
          </a:p>
        </p:txBody>
      </p:sp>
      <p:sp>
        <p:nvSpPr>
          <p:cNvPr id="64" name="Text Box 358">
            <a:extLst>
              <a:ext uri="{FF2B5EF4-FFF2-40B4-BE49-F238E27FC236}">
                <a16:creationId xmlns:a16="http://schemas.microsoft.com/office/drawing/2014/main" id="{AB5C5BBF-A124-34A7-433D-CA64FDFBD31A}"/>
              </a:ext>
            </a:extLst>
          </p:cNvPr>
          <p:cNvSpPr txBox="1">
            <a:spLocks noChangeArrowheads="1"/>
          </p:cNvSpPr>
          <p:nvPr/>
        </p:nvSpPr>
        <p:spPr bwMode="auto">
          <a:xfrm>
            <a:off x="1764642" y="1618447"/>
            <a:ext cx="240915"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0</a:t>
            </a:r>
            <a:endParaRPr lang="zh-CN" altLang="en-US" sz="1100" b="1">
              <a:ea typeface="微软雅黑" panose="020B0503020204020204" pitchFamily="34" charset="-122"/>
            </a:endParaRPr>
          </a:p>
        </p:txBody>
      </p:sp>
      <p:sp>
        <p:nvSpPr>
          <p:cNvPr id="65" name="Text Box 358">
            <a:extLst>
              <a:ext uri="{FF2B5EF4-FFF2-40B4-BE49-F238E27FC236}">
                <a16:creationId xmlns:a16="http://schemas.microsoft.com/office/drawing/2014/main" id="{A161A4DB-D41D-5769-C2E6-BAE26FDA8BE3}"/>
              </a:ext>
            </a:extLst>
          </p:cNvPr>
          <p:cNvSpPr txBox="1">
            <a:spLocks noChangeArrowheads="1"/>
          </p:cNvSpPr>
          <p:nvPr/>
        </p:nvSpPr>
        <p:spPr bwMode="auto">
          <a:xfrm>
            <a:off x="1302689" y="1261046"/>
            <a:ext cx="440669" cy="38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100" b="1">
                <a:ea typeface="微软雅黑" panose="020B0503020204020204" pitchFamily="34" charset="-122"/>
              </a:rPr>
              <a:t>入</a:t>
            </a:r>
            <a:endParaRPr lang="en-US" altLang="zh-CN" sz="1100" b="1">
              <a:ea typeface="微软雅黑" panose="020B0503020204020204" pitchFamily="34" charset="-122"/>
            </a:endParaRPr>
          </a:p>
          <a:p>
            <a:pPr algn="ctr" eaLnBrk="1" hangingPunct="1">
              <a:lnSpc>
                <a:spcPct val="90000"/>
              </a:lnSpc>
              <a:spcBef>
                <a:spcPct val="0"/>
              </a:spcBef>
              <a:buFontTx/>
              <a:buNone/>
            </a:pPr>
            <a:r>
              <a:rPr lang="zh-CN" altLang="en-US" sz="1100" b="1">
                <a:ea typeface="微软雅黑" panose="020B0503020204020204" pitchFamily="34" charset="-122"/>
              </a:rPr>
              <a:t>标签</a:t>
            </a:r>
          </a:p>
        </p:txBody>
      </p:sp>
      <p:sp>
        <p:nvSpPr>
          <p:cNvPr id="66" name="Text Box 358">
            <a:extLst>
              <a:ext uri="{FF2B5EF4-FFF2-40B4-BE49-F238E27FC236}">
                <a16:creationId xmlns:a16="http://schemas.microsoft.com/office/drawing/2014/main" id="{3E5396BE-4DD8-82CA-C364-1A4AF2A05C39}"/>
              </a:ext>
            </a:extLst>
          </p:cNvPr>
          <p:cNvSpPr txBox="1">
            <a:spLocks noChangeArrowheads="1"/>
          </p:cNvSpPr>
          <p:nvPr/>
        </p:nvSpPr>
        <p:spPr bwMode="auto">
          <a:xfrm>
            <a:off x="1676754" y="1261046"/>
            <a:ext cx="440669" cy="38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100" b="1">
                <a:ea typeface="微软雅黑" panose="020B0503020204020204" pitchFamily="34" charset="-122"/>
              </a:rPr>
              <a:t>出</a:t>
            </a:r>
            <a:endParaRPr lang="en-US" altLang="zh-CN" sz="1100" b="1">
              <a:ea typeface="微软雅黑" panose="020B0503020204020204" pitchFamily="34" charset="-122"/>
            </a:endParaRPr>
          </a:p>
          <a:p>
            <a:pPr algn="ctr" eaLnBrk="1" hangingPunct="1">
              <a:lnSpc>
                <a:spcPct val="90000"/>
              </a:lnSpc>
              <a:spcBef>
                <a:spcPct val="0"/>
              </a:spcBef>
              <a:buFontTx/>
              <a:buNone/>
            </a:pPr>
            <a:r>
              <a:rPr lang="zh-CN" altLang="en-US" sz="1100" b="1">
                <a:ea typeface="微软雅黑" panose="020B0503020204020204" pitchFamily="34" charset="-122"/>
              </a:rPr>
              <a:t>接口</a:t>
            </a:r>
          </a:p>
        </p:txBody>
      </p:sp>
      <p:sp>
        <p:nvSpPr>
          <p:cNvPr id="67" name="Text Box 358">
            <a:extLst>
              <a:ext uri="{FF2B5EF4-FFF2-40B4-BE49-F238E27FC236}">
                <a16:creationId xmlns:a16="http://schemas.microsoft.com/office/drawing/2014/main" id="{99C6BB37-2B13-08B9-B11D-6245D779220D}"/>
              </a:ext>
            </a:extLst>
          </p:cNvPr>
          <p:cNvSpPr txBox="1">
            <a:spLocks noChangeArrowheads="1"/>
          </p:cNvSpPr>
          <p:nvPr/>
        </p:nvSpPr>
        <p:spPr bwMode="auto">
          <a:xfrm>
            <a:off x="2017248" y="1264743"/>
            <a:ext cx="440669" cy="38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100" b="1">
                <a:ea typeface="微软雅黑" panose="020B0503020204020204" pitchFamily="34" charset="-122"/>
              </a:rPr>
              <a:t>出</a:t>
            </a:r>
            <a:endParaRPr lang="en-US" altLang="zh-CN" sz="1100" b="1">
              <a:ea typeface="微软雅黑" panose="020B0503020204020204" pitchFamily="34" charset="-122"/>
            </a:endParaRPr>
          </a:p>
          <a:p>
            <a:pPr algn="ctr" eaLnBrk="1" hangingPunct="1">
              <a:lnSpc>
                <a:spcPct val="90000"/>
              </a:lnSpc>
              <a:spcBef>
                <a:spcPct val="0"/>
              </a:spcBef>
              <a:buFontTx/>
              <a:buNone/>
            </a:pPr>
            <a:r>
              <a:rPr lang="zh-CN" altLang="en-US" sz="1100" b="1">
                <a:ea typeface="微软雅黑" panose="020B0503020204020204" pitchFamily="34" charset="-122"/>
              </a:rPr>
              <a:t>标签</a:t>
            </a:r>
          </a:p>
        </p:txBody>
      </p:sp>
      <p:grpSp>
        <p:nvGrpSpPr>
          <p:cNvPr id="69" name="组合 3319">
            <a:extLst>
              <a:ext uri="{FF2B5EF4-FFF2-40B4-BE49-F238E27FC236}">
                <a16:creationId xmlns:a16="http://schemas.microsoft.com/office/drawing/2014/main" id="{3DC673C3-4EA3-7937-9D4F-1881FA39ABF4}"/>
              </a:ext>
            </a:extLst>
          </p:cNvPr>
          <p:cNvGrpSpPr>
            <a:grpSpLocks/>
          </p:cNvGrpSpPr>
          <p:nvPr/>
        </p:nvGrpSpPr>
        <p:grpSpPr bwMode="auto">
          <a:xfrm>
            <a:off x="1329398" y="1638166"/>
            <a:ext cx="1091020" cy="205813"/>
            <a:chOff x="374152" y="5167871"/>
            <a:chExt cx="2069011" cy="264309"/>
          </a:xfrm>
        </p:grpSpPr>
        <p:cxnSp>
          <p:nvCxnSpPr>
            <p:cNvPr id="119" name="直接连接符 3320">
              <a:extLst>
                <a:ext uri="{FF2B5EF4-FFF2-40B4-BE49-F238E27FC236}">
                  <a16:creationId xmlns:a16="http://schemas.microsoft.com/office/drawing/2014/main" id="{84209008-8D51-16BB-2607-0D681F309313}"/>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0" name="直接连接符 3321">
              <a:extLst>
                <a:ext uri="{FF2B5EF4-FFF2-40B4-BE49-F238E27FC236}">
                  <a16:creationId xmlns:a16="http://schemas.microsoft.com/office/drawing/2014/main" id="{0C55E1B1-9CF8-81BD-2A7C-9F5598CF106B}"/>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70" name="直接连接符 3323">
            <a:extLst>
              <a:ext uri="{FF2B5EF4-FFF2-40B4-BE49-F238E27FC236}">
                <a16:creationId xmlns:a16="http://schemas.microsoft.com/office/drawing/2014/main" id="{EDE3033E-7336-5132-16B8-5AC49D90010F}"/>
              </a:ext>
            </a:extLst>
          </p:cNvPr>
          <p:cNvCxnSpPr>
            <a:cxnSpLocks/>
          </p:cNvCxnSpPr>
          <p:nvPr/>
        </p:nvCxnSpPr>
        <p:spPr bwMode="auto">
          <a:xfrm>
            <a:off x="1703462" y="1269673"/>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1" name="直接连接符 3324">
            <a:extLst>
              <a:ext uri="{FF2B5EF4-FFF2-40B4-BE49-F238E27FC236}">
                <a16:creationId xmlns:a16="http://schemas.microsoft.com/office/drawing/2014/main" id="{51B43568-14F4-BF2C-AE97-B1CB129C65B9}"/>
              </a:ext>
            </a:extLst>
          </p:cNvPr>
          <p:cNvCxnSpPr>
            <a:cxnSpLocks/>
          </p:cNvCxnSpPr>
          <p:nvPr/>
        </p:nvCxnSpPr>
        <p:spPr bwMode="auto">
          <a:xfrm>
            <a:off x="2048752" y="1269673"/>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72" name="Text Box 358">
            <a:extLst>
              <a:ext uri="{FF2B5EF4-FFF2-40B4-BE49-F238E27FC236}">
                <a16:creationId xmlns:a16="http://schemas.microsoft.com/office/drawing/2014/main" id="{5BCF1335-6D56-24B4-26BB-08E895482F9B}"/>
              </a:ext>
            </a:extLst>
          </p:cNvPr>
          <p:cNvSpPr txBox="1">
            <a:spLocks noChangeArrowheads="1"/>
          </p:cNvSpPr>
          <p:nvPr/>
        </p:nvSpPr>
        <p:spPr bwMode="auto">
          <a:xfrm>
            <a:off x="1759846" y="1829190"/>
            <a:ext cx="240915"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0</a:t>
            </a:r>
            <a:endParaRPr lang="zh-CN" altLang="en-US" sz="1100" b="1">
              <a:ea typeface="微软雅黑" panose="020B0503020204020204" pitchFamily="34" charset="-122"/>
            </a:endParaRPr>
          </a:p>
        </p:txBody>
      </p:sp>
      <p:sp>
        <p:nvSpPr>
          <p:cNvPr id="73" name="Text Box 358">
            <a:extLst>
              <a:ext uri="{FF2B5EF4-FFF2-40B4-BE49-F238E27FC236}">
                <a16:creationId xmlns:a16="http://schemas.microsoft.com/office/drawing/2014/main" id="{6B023746-FDDB-4D22-B346-BD8B89EF3FF5}"/>
              </a:ext>
            </a:extLst>
          </p:cNvPr>
          <p:cNvSpPr txBox="1">
            <a:spLocks noChangeArrowheads="1"/>
          </p:cNvSpPr>
          <p:nvPr/>
        </p:nvSpPr>
        <p:spPr bwMode="auto">
          <a:xfrm>
            <a:off x="2094023" y="1633236"/>
            <a:ext cx="307500"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81</a:t>
            </a:r>
            <a:endParaRPr lang="zh-CN" altLang="en-US" sz="1100" b="1">
              <a:ea typeface="微软雅黑" panose="020B0503020204020204" pitchFamily="34" charset="-122"/>
            </a:endParaRPr>
          </a:p>
        </p:txBody>
      </p:sp>
      <p:sp>
        <p:nvSpPr>
          <p:cNvPr id="74" name="Text Box 358">
            <a:extLst>
              <a:ext uri="{FF2B5EF4-FFF2-40B4-BE49-F238E27FC236}">
                <a16:creationId xmlns:a16="http://schemas.microsoft.com/office/drawing/2014/main" id="{8268E55E-33E5-BBD8-51CA-7509F4FF940B}"/>
              </a:ext>
            </a:extLst>
          </p:cNvPr>
          <p:cNvSpPr txBox="1">
            <a:spLocks noChangeArrowheads="1"/>
          </p:cNvSpPr>
          <p:nvPr/>
        </p:nvSpPr>
        <p:spPr bwMode="auto">
          <a:xfrm>
            <a:off x="2076039" y="1829190"/>
            <a:ext cx="307500"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40</a:t>
            </a:r>
            <a:endParaRPr lang="zh-CN" altLang="en-US" sz="1100" b="1">
              <a:ea typeface="微软雅黑" panose="020B0503020204020204" pitchFamily="34" charset="-122"/>
            </a:endParaRPr>
          </a:p>
        </p:txBody>
      </p:sp>
      <p:sp>
        <p:nvSpPr>
          <p:cNvPr id="75" name="Text Box 410">
            <a:extLst>
              <a:ext uri="{FF2B5EF4-FFF2-40B4-BE49-F238E27FC236}">
                <a16:creationId xmlns:a16="http://schemas.microsoft.com/office/drawing/2014/main" id="{4EA4F036-FF10-7E5E-31AD-2C51EA03BBD4}"/>
              </a:ext>
            </a:extLst>
          </p:cNvPr>
          <p:cNvSpPr txBox="1">
            <a:spLocks noChangeArrowheads="1"/>
          </p:cNvSpPr>
          <p:nvPr/>
        </p:nvSpPr>
        <p:spPr bwMode="auto">
          <a:xfrm>
            <a:off x="1973853" y="2550155"/>
            <a:ext cx="240915"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0</a:t>
            </a:r>
          </a:p>
        </p:txBody>
      </p:sp>
      <p:sp>
        <p:nvSpPr>
          <p:cNvPr id="76" name="Text Box 353">
            <a:extLst>
              <a:ext uri="{FF2B5EF4-FFF2-40B4-BE49-F238E27FC236}">
                <a16:creationId xmlns:a16="http://schemas.microsoft.com/office/drawing/2014/main" id="{59342F7A-E73F-80EB-F6B0-C0C7B851A3D0}"/>
              </a:ext>
            </a:extLst>
          </p:cNvPr>
          <p:cNvSpPr txBox="1">
            <a:spLocks noChangeArrowheads="1"/>
          </p:cNvSpPr>
          <p:nvPr/>
        </p:nvSpPr>
        <p:spPr bwMode="auto">
          <a:xfrm>
            <a:off x="1376683" y="1761408"/>
            <a:ext cx="293881" cy="331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800" b="1">
                <a:ea typeface="微软雅黑" panose="020B0503020204020204" pitchFamily="34" charset="-122"/>
                <a:sym typeface="Symbol" panose="05050102010706020507" pitchFamily="18" charset="2"/>
              </a:rPr>
              <a:t></a:t>
            </a:r>
            <a:endParaRPr lang="zh-CN" altLang="en-US" sz="1800" b="1">
              <a:ea typeface="微软雅黑" panose="020B0503020204020204" pitchFamily="34" charset="-122"/>
            </a:endParaRPr>
          </a:p>
        </p:txBody>
      </p:sp>
      <p:sp>
        <p:nvSpPr>
          <p:cNvPr id="77" name="Text Box 353">
            <a:extLst>
              <a:ext uri="{FF2B5EF4-FFF2-40B4-BE49-F238E27FC236}">
                <a16:creationId xmlns:a16="http://schemas.microsoft.com/office/drawing/2014/main" id="{F306F048-E7D9-A6C8-267E-5D412505F4E9}"/>
              </a:ext>
            </a:extLst>
          </p:cNvPr>
          <p:cNvSpPr txBox="1">
            <a:spLocks noChangeArrowheads="1"/>
          </p:cNvSpPr>
          <p:nvPr/>
        </p:nvSpPr>
        <p:spPr bwMode="auto">
          <a:xfrm>
            <a:off x="1381479" y="1551897"/>
            <a:ext cx="293881" cy="331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800" b="1">
                <a:ea typeface="微软雅黑" panose="020B0503020204020204" pitchFamily="34" charset="-122"/>
                <a:sym typeface="Symbol" panose="05050102010706020507" pitchFamily="18" charset="2"/>
              </a:rPr>
              <a:t></a:t>
            </a:r>
            <a:endParaRPr lang="zh-CN" altLang="en-US" sz="1800" b="1">
              <a:ea typeface="微软雅黑" panose="020B0503020204020204" pitchFamily="34" charset="-122"/>
            </a:endParaRPr>
          </a:p>
        </p:txBody>
      </p:sp>
      <p:sp>
        <p:nvSpPr>
          <p:cNvPr id="78" name="Text Box 353">
            <a:extLst>
              <a:ext uri="{FF2B5EF4-FFF2-40B4-BE49-F238E27FC236}">
                <a16:creationId xmlns:a16="http://schemas.microsoft.com/office/drawing/2014/main" id="{36383967-ADAE-4B80-4A8D-CE9D2F44114C}"/>
              </a:ext>
            </a:extLst>
          </p:cNvPr>
          <p:cNvSpPr txBox="1">
            <a:spLocks noChangeArrowheads="1"/>
          </p:cNvSpPr>
          <p:nvPr/>
        </p:nvSpPr>
        <p:spPr bwMode="auto">
          <a:xfrm>
            <a:off x="7006827" y="1549432"/>
            <a:ext cx="293881" cy="331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800" b="1">
                <a:ea typeface="微软雅黑" panose="020B0503020204020204" pitchFamily="34" charset="-122"/>
                <a:sym typeface="Symbol" panose="05050102010706020507" pitchFamily="18" charset="2"/>
              </a:rPr>
              <a:t></a:t>
            </a:r>
            <a:endParaRPr lang="zh-CN" altLang="en-US" sz="1800" b="1">
              <a:ea typeface="微软雅黑" panose="020B0503020204020204" pitchFamily="34" charset="-122"/>
            </a:endParaRPr>
          </a:p>
        </p:txBody>
      </p:sp>
      <p:sp>
        <p:nvSpPr>
          <p:cNvPr id="79" name="任意多边形: 形状 78">
            <a:extLst>
              <a:ext uri="{FF2B5EF4-FFF2-40B4-BE49-F238E27FC236}">
                <a16:creationId xmlns:a16="http://schemas.microsoft.com/office/drawing/2014/main" id="{10CAAB05-55B3-C78D-E047-281C49CD5B03}"/>
              </a:ext>
            </a:extLst>
          </p:cNvPr>
          <p:cNvSpPr/>
          <p:nvPr/>
        </p:nvSpPr>
        <p:spPr bwMode="auto">
          <a:xfrm>
            <a:off x="3867518" y="2048560"/>
            <a:ext cx="1126988" cy="568145"/>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200" b="1">
              <a:ea typeface="微软雅黑" panose="020B0503020204020204" pitchFamily="34" charset="-122"/>
            </a:endParaRPr>
          </a:p>
        </p:txBody>
      </p:sp>
      <p:pic>
        <p:nvPicPr>
          <p:cNvPr id="80" name="Picture 377">
            <a:extLst>
              <a:ext uri="{FF2B5EF4-FFF2-40B4-BE49-F238E27FC236}">
                <a16:creationId xmlns:a16="http://schemas.microsoft.com/office/drawing/2014/main" id="{10E8B676-F0CF-4CCB-9257-0B87BB7C3B9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67959" y="2606846"/>
            <a:ext cx="293737" cy="36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 Box 358">
            <a:extLst>
              <a:ext uri="{FF2B5EF4-FFF2-40B4-BE49-F238E27FC236}">
                <a16:creationId xmlns:a16="http://schemas.microsoft.com/office/drawing/2014/main" id="{65DCAD52-8204-31BC-6205-EC4C00A9FFC0}"/>
              </a:ext>
            </a:extLst>
          </p:cNvPr>
          <p:cNvSpPr txBox="1">
            <a:spLocks noChangeArrowheads="1"/>
          </p:cNvSpPr>
          <p:nvPr/>
        </p:nvSpPr>
        <p:spPr bwMode="auto">
          <a:xfrm>
            <a:off x="2398434" y="2291347"/>
            <a:ext cx="1509053" cy="385283"/>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128.70/16 </a:t>
            </a:r>
            <a:r>
              <a:rPr lang="zh-CN" altLang="en-US" sz="1100" b="1">
                <a:ea typeface="微软雅黑" panose="020B0503020204020204" pitchFamily="34" charset="-122"/>
              </a:rPr>
              <a:t>的标签是 </a:t>
            </a:r>
            <a:r>
              <a:rPr lang="en-US" altLang="zh-CN" sz="1100" b="1">
                <a:ea typeface="微软雅黑" panose="020B0503020204020204" pitchFamily="34" charset="-122"/>
              </a:rPr>
              <a:t>81</a:t>
            </a:r>
          </a:p>
          <a:p>
            <a:pPr algn="ctr" eaLnBrk="1" hangingPunct="1">
              <a:lnSpc>
                <a:spcPct val="90000"/>
              </a:lnSpc>
              <a:spcBef>
                <a:spcPct val="0"/>
              </a:spcBef>
              <a:buFontTx/>
              <a:buNone/>
            </a:pPr>
            <a:r>
              <a:rPr lang="en-US" altLang="zh-CN" sz="1100" b="1">
                <a:ea typeface="微软雅黑" panose="020B0503020204020204" pitchFamily="34" charset="-122"/>
              </a:rPr>
              <a:t> 165.60/16 </a:t>
            </a:r>
            <a:r>
              <a:rPr lang="zh-CN" altLang="en-US" sz="1100" b="1">
                <a:ea typeface="微软雅黑" panose="020B0503020204020204" pitchFamily="34" charset="-122"/>
              </a:rPr>
              <a:t>的标签是 </a:t>
            </a:r>
            <a:r>
              <a:rPr lang="en-US" altLang="zh-CN" sz="1100" b="1">
                <a:ea typeface="微软雅黑" panose="020B0503020204020204" pitchFamily="34" charset="-122"/>
              </a:rPr>
              <a:t>40</a:t>
            </a:r>
            <a:r>
              <a:rPr lang="zh-CN" altLang="en-US" sz="1100" b="1">
                <a:ea typeface="微软雅黑" panose="020B0503020204020204" pitchFamily="34" charset="-122"/>
              </a:rPr>
              <a:t> </a:t>
            </a:r>
          </a:p>
        </p:txBody>
      </p:sp>
      <p:sp>
        <p:nvSpPr>
          <p:cNvPr id="82" name="Line 420">
            <a:extLst>
              <a:ext uri="{FF2B5EF4-FFF2-40B4-BE49-F238E27FC236}">
                <a16:creationId xmlns:a16="http://schemas.microsoft.com/office/drawing/2014/main" id="{E6BA143A-8596-C9C3-ACD0-18E26EFDFED6}"/>
              </a:ext>
            </a:extLst>
          </p:cNvPr>
          <p:cNvSpPr>
            <a:spLocks noChangeShapeType="1"/>
          </p:cNvSpPr>
          <p:nvPr/>
        </p:nvSpPr>
        <p:spPr bwMode="auto">
          <a:xfrm rot="17283846">
            <a:off x="2177930" y="2435055"/>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200" b="1">
              <a:ea typeface="微软雅黑" panose="020B0503020204020204" pitchFamily="34" charset="-122"/>
            </a:endParaRPr>
          </a:p>
        </p:txBody>
      </p:sp>
      <p:sp>
        <p:nvSpPr>
          <p:cNvPr id="83" name="Text Box 410">
            <a:extLst>
              <a:ext uri="{FF2B5EF4-FFF2-40B4-BE49-F238E27FC236}">
                <a16:creationId xmlns:a16="http://schemas.microsoft.com/office/drawing/2014/main" id="{6189EDB2-176B-C908-C700-D7DDAE72AF80}"/>
              </a:ext>
            </a:extLst>
          </p:cNvPr>
          <p:cNvSpPr txBox="1">
            <a:spLocks noChangeArrowheads="1"/>
          </p:cNvSpPr>
          <p:nvPr/>
        </p:nvSpPr>
        <p:spPr bwMode="auto">
          <a:xfrm>
            <a:off x="6893036" y="2534133"/>
            <a:ext cx="240915"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0</a:t>
            </a:r>
          </a:p>
        </p:txBody>
      </p:sp>
      <p:sp>
        <p:nvSpPr>
          <p:cNvPr id="84" name="文本框 3342">
            <a:extLst>
              <a:ext uri="{FF2B5EF4-FFF2-40B4-BE49-F238E27FC236}">
                <a16:creationId xmlns:a16="http://schemas.microsoft.com/office/drawing/2014/main" id="{BE767F8E-DEAB-EBA1-93F0-005976C7907E}"/>
              </a:ext>
            </a:extLst>
          </p:cNvPr>
          <p:cNvSpPr txBox="1">
            <a:spLocks noChangeArrowheads="1"/>
          </p:cNvSpPr>
          <p:nvPr/>
        </p:nvSpPr>
        <p:spPr bwMode="auto">
          <a:xfrm>
            <a:off x="6633435" y="1714576"/>
            <a:ext cx="343819" cy="2986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85" name="Text Box 353">
            <a:extLst>
              <a:ext uri="{FF2B5EF4-FFF2-40B4-BE49-F238E27FC236}">
                <a16:creationId xmlns:a16="http://schemas.microsoft.com/office/drawing/2014/main" id="{4118179D-5EFC-EBF6-328B-54299A5326CA}"/>
              </a:ext>
            </a:extLst>
          </p:cNvPr>
          <p:cNvSpPr txBox="1">
            <a:spLocks noChangeArrowheads="1"/>
          </p:cNvSpPr>
          <p:nvPr/>
        </p:nvSpPr>
        <p:spPr bwMode="auto">
          <a:xfrm>
            <a:off x="7014620" y="1744154"/>
            <a:ext cx="293881" cy="331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800" b="1">
                <a:ea typeface="微软雅黑" panose="020B0503020204020204" pitchFamily="34" charset="-122"/>
                <a:sym typeface="Symbol" panose="05050102010706020507" pitchFamily="18" charset="2"/>
              </a:rPr>
              <a:t></a:t>
            </a:r>
            <a:endParaRPr lang="zh-CN" altLang="en-US" sz="1800" b="1">
              <a:ea typeface="微软雅黑" panose="020B0503020204020204" pitchFamily="34" charset="-122"/>
            </a:endParaRPr>
          </a:p>
        </p:txBody>
      </p:sp>
      <p:sp>
        <p:nvSpPr>
          <p:cNvPr id="86" name="Text Box 350">
            <a:extLst>
              <a:ext uri="{FF2B5EF4-FFF2-40B4-BE49-F238E27FC236}">
                <a16:creationId xmlns:a16="http://schemas.microsoft.com/office/drawing/2014/main" id="{5D9FBFAA-45B7-53B4-2036-65EF24A56747}"/>
              </a:ext>
            </a:extLst>
          </p:cNvPr>
          <p:cNvSpPr txBox="1">
            <a:spLocks noChangeArrowheads="1"/>
          </p:cNvSpPr>
          <p:nvPr/>
        </p:nvSpPr>
        <p:spPr bwMode="auto">
          <a:xfrm>
            <a:off x="5199522" y="2202613"/>
            <a:ext cx="741815"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100" b="1">
                <a:ea typeface="微软雅黑" panose="020B0503020204020204" pitchFamily="34" charset="-122"/>
              </a:rPr>
              <a:t>使用 </a:t>
            </a:r>
            <a:r>
              <a:rPr lang="en-US" altLang="zh-CN" sz="1100" b="1">
                <a:ea typeface="微软雅黑" panose="020B0503020204020204" pitchFamily="34" charset="-122"/>
              </a:rPr>
              <a:t>LDP</a:t>
            </a:r>
          </a:p>
        </p:txBody>
      </p:sp>
      <p:sp>
        <p:nvSpPr>
          <p:cNvPr id="87" name="Rectangle 414">
            <a:extLst>
              <a:ext uri="{FF2B5EF4-FFF2-40B4-BE49-F238E27FC236}">
                <a16:creationId xmlns:a16="http://schemas.microsoft.com/office/drawing/2014/main" id="{DC6F5F0B-028F-7521-7256-E4928CEC243B}"/>
              </a:ext>
            </a:extLst>
          </p:cNvPr>
          <p:cNvSpPr>
            <a:spLocks noChangeArrowheads="1"/>
          </p:cNvSpPr>
          <p:nvPr/>
        </p:nvSpPr>
        <p:spPr bwMode="auto">
          <a:xfrm rot="10800000">
            <a:off x="5599963" y="2794174"/>
            <a:ext cx="449596"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100" b="1">
              <a:ea typeface="微软雅黑" panose="020B0503020204020204" pitchFamily="34" charset="-122"/>
            </a:endParaRPr>
          </a:p>
        </p:txBody>
      </p:sp>
      <p:sp>
        <p:nvSpPr>
          <p:cNvPr id="88" name="Rectangle 415">
            <a:extLst>
              <a:ext uri="{FF2B5EF4-FFF2-40B4-BE49-F238E27FC236}">
                <a16:creationId xmlns:a16="http://schemas.microsoft.com/office/drawing/2014/main" id="{CAE85B5D-A74B-7255-2D72-44ABA57806CC}"/>
              </a:ext>
            </a:extLst>
          </p:cNvPr>
          <p:cNvSpPr>
            <a:spLocks noChangeArrowheads="1"/>
          </p:cNvSpPr>
          <p:nvPr/>
        </p:nvSpPr>
        <p:spPr bwMode="auto">
          <a:xfrm>
            <a:off x="6049559" y="2794174"/>
            <a:ext cx="152264"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50" b="1">
                <a:ea typeface="微软雅黑" panose="020B0503020204020204" pitchFamily="34" charset="-122"/>
              </a:rPr>
              <a:t>80</a:t>
            </a:r>
          </a:p>
        </p:txBody>
      </p:sp>
      <p:sp>
        <p:nvSpPr>
          <p:cNvPr id="89" name="Rectangle 414">
            <a:extLst>
              <a:ext uri="{FF2B5EF4-FFF2-40B4-BE49-F238E27FC236}">
                <a16:creationId xmlns:a16="http://schemas.microsoft.com/office/drawing/2014/main" id="{4036ADAF-A523-17F0-D391-3DDEC846C72B}"/>
              </a:ext>
            </a:extLst>
          </p:cNvPr>
          <p:cNvSpPr>
            <a:spLocks noChangeArrowheads="1"/>
          </p:cNvSpPr>
          <p:nvPr/>
        </p:nvSpPr>
        <p:spPr bwMode="auto">
          <a:xfrm rot="10800000">
            <a:off x="1026070" y="2804033"/>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100" b="1">
              <a:ea typeface="微软雅黑" panose="020B0503020204020204" pitchFamily="34" charset="-122"/>
            </a:endParaRPr>
          </a:p>
        </p:txBody>
      </p:sp>
      <p:sp>
        <p:nvSpPr>
          <p:cNvPr id="90" name="Line 345">
            <a:extLst>
              <a:ext uri="{FF2B5EF4-FFF2-40B4-BE49-F238E27FC236}">
                <a16:creationId xmlns:a16="http://schemas.microsoft.com/office/drawing/2014/main" id="{ACD0821E-64B0-D215-390E-6B4D1CAC2A08}"/>
              </a:ext>
            </a:extLst>
          </p:cNvPr>
          <p:cNvSpPr>
            <a:spLocks noChangeShapeType="1"/>
          </p:cNvSpPr>
          <p:nvPr/>
        </p:nvSpPr>
        <p:spPr bwMode="auto">
          <a:xfrm flipV="1">
            <a:off x="7511047" y="2863189"/>
            <a:ext cx="177441" cy="0"/>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b="1">
              <a:ea typeface="微软雅黑" panose="020B0503020204020204" pitchFamily="34" charset="-122"/>
            </a:endParaRPr>
          </a:p>
        </p:txBody>
      </p:sp>
      <p:sp>
        <p:nvSpPr>
          <p:cNvPr id="91" name="Text Box 353">
            <a:extLst>
              <a:ext uri="{FF2B5EF4-FFF2-40B4-BE49-F238E27FC236}">
                <a16:creationId xmlns:a16="http://schemas.microsoft.com/office/drawing/2014/main" id="{CC208A4D-7325-C4D4-053B-4002078E3851}"/>
              </a:ext>
            </a:extLst>
          </p:cNvPr>
          <p:cNvSpPr txBox="1">
            <a:spLocks noChangeArrowheads="1"/>
          </p:cNvSpPr>
          <p:nvPr/>
        </p:nvSpPr>
        <p:spPr bwMode="auto">
          <a:xfrm>
            <a:off x="6792343" y="2919880"/>
            <a:ext cx="1042959" cy="38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100" b="1">
                <a:ea typeface="微软雅黑" panose="020B0503020204020204" pitchFamily="34" charset="-122"/>
              </a:rPr>
              <a:t>发往 </a:t>
            </a:r>
            <a:r>
              <a:rPr lang="en-US" altLang="zh-CN" sz="1100" b="1">
                <a:ea typeface="微软雅黑" panose="020B0503020204020204" pitchFamily="34" charset="-122"/>
              </a:rPr>
              <a:t>128.70/16 </a:t>
            </a:r>
          </a:p>
          <a:p>
            <a:pPr algn="ctr" eaLnBrk="1" hangingPunct="1">
              <a:lnSpc>
                <a:spcPct val="90000"/>
              </a:lnSpc>
              <a:spcBef>
                <a:spcPct val="0"/>
              </a:spcBef>
              <a:buFontTx/>
              <a:buNone/>
            </a:pPr>
            <a:r>
              <a:rPr lang="zh-CN" altLang="en-US" sz="1100" b="1">
                <a:ea typeface="微软雅黑" panose="020B0503020204020204" pitchFamily="34" charset="-122"/>
              </a:rPr>
              <a:t>的分组</a:t>
            </a:r>
          </a:p>
        </p:txBody>
      </p:sp>
      <p:sp>
        <p:nvSpPr>
          <p:cNvPr id="92" name="Rectangle 414">
            <a:extLst>
              <a:ext uri="{FF2B5EF4-FFF2-40B4-BE49-F238E27FC236}">
                <a16:creationId xmlns:a16="http://schemas.microsoft.com/office/drawing/2014/main" id="{3CCA9651-B80F-C83A-E40B-1776BE8B4B5C}"/>
              </a:ext>
            </a:extLst>
          </p:cNvPr>
          <p:cNvSpPr>
            <a:spLocks noChangeArrowheads="1"/>
          </p:cNvSpPr>
          <p:nvPr/>
        </p:nvSpPr>
        <p:spPr bwMode="auto">
          <a:xfrm rot="10800000">
            <a:off x="7035074" y="2792941"/>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100" b="1">
              <a:ea typeface="微软雅黑" panose="020B0503020204020204" pitchFamily="34" charset="-122"/>
            </a:endParaRPr>
          </a:p>
        </p:txBody>
      </p:sp>
      <p:sp>
        <p:nvSpPr>
          <p:cNvPr id="93" name="Line 345">
            <a:extLst>
              <a:ext uri="{FF2B5EF4-FFF2-40B4-BE49-F238E27FC236}">
                <a16:creationId xmlns:a16="http://schemas.microsoft.com/office/drawing/2014/main" id="{CE407826-FD2F-6318-FDB5-50FD3FB051E4}"/>
              </a:ext>
            </a:extLst>
          </p:cNvPr>
          <p:cNvSpPr>
            <a:spLocks noChangeShapeType="1"/>
          </p:cNvSpPr>
          <p:nvPr/>
        </p:nvSpPr>
        <p:spPr bwMode="auto">
          <a:xfrm flipV="1">
            <a:off x="2988708" y="2884140"/>
            <a:ext cx="177441" cy="1233"/>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b="1">
              <a:ea typeface="微软雅黑" panose="020B0503020204020204" pitchFamily="34" charset="-122"/>
            </a:endParaRPr>
          </a:p>
        </p:txBody>
      </p:sp>
      <p:sp>
        <p:nvSpPr>
          <p:cNvPr id="94" name="AutoShape 357">
            <a:extLst>
              <a:ext uri="{FF2B5EF4-FFF2-40B4-BE49-F238E27FC236}">
                <a16:creationId xmlns:a16="http://schemas.microsoft.com/office/drawing/2014/main" id="{E1BC4EC0-3A92-973F-0630-A89951D47B03}"/>
              </a:ext>
            </a:extLst>
          </p:cNvPr>
          <p:cNvSpPr>
            <a:spLocks noChangeArrowheads="1"/>
          </p:cNvSpPr>
          <p:nvPr/>
        </p:nvSpPr>
        <p:spPr bwMode="auto">
          <a:xfrm flipH="1">
            <a:off x="6802482" y="2097857"/>
            <a:ext cx="870418" cy="256343"/>
          </a:xfrm>
          <a:prstGeom prst="wedgeRoundRectCallout">
            <a:avLst>
              <a:gd name="adj1" fmla="val -26134"/>
              <a:gd name="adj2" fmla="val 251079"/>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600" b="1">
              <a:ea typeface="微软雅黑" panose="020B0503020204020204" pitchFamily="34" charset="-122"/>
            </a:endParaRPr>
          </a:p>
        </p:txBody>
      </p:sp>
      <p:sp>
        <p:nvSpPr>
          <p:cNvPr id="95" name="Text Box 356">
            <a:extLst>
              <a:ext uri="{FF2B5EF4-FFF2-40B4-BE49-F238E27FC236}">
                <a16:creationId xmlns:a16="http://schemas.microsoft.com/office/drawing/2014/main" id="{C5477A83-3C6E-54AF-D593-1A989120D3FD}"/>
              </a:ext>
            </a:extLst>
          </p:cNvPr>
          <p:cNvSpPr txBox="1">
            <a:spLocks noChangeArrowheads="1"/>
          </p:cNvSpPr>
          <p:nvPr/>
        </p:nvSpPr>
        <p:spPr bwMode="auto">
          <a:xfrm>
            <a:off x="6802470" y="2101555"/>
            <a:ext cx="870444" cy="2538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100" b="1">
                <a:ea typeface="微软雅黑" panose="020B0503020204020204" pitchFamily="34" charset="-122"/>
              </a:rPr>
              <a:t>R</a:t>
            </a:r>
            <a:r>
              <a:rPr lang="en-US" altLang="zh-CN" sz="1100" b="1" baseline="-25000">
                <a:ea typeface="微软雅黑" panose="020B0503020204020204" pitchFamily="34" charset="-122"/>
              </a:rPr>
              <a:t>3 </a:t>
            </a:r>
            <a:r>
              <a:rPr lang="zh-CN" altLang="en-US" sz="1100" b="1">
                <a:ea typeface="微软雅黑" panose="020B0503020204020204" pitchFamily="34" charset="-122"/>
              </a:rPr>
              <a:t>弹出标签</a:t>
            </a:r>
          </a:p>
        </p:txBody>
      </p:sp>
      <p:sp>
        <p:nvSpPr>
          <p:cNvPr id="96" name="Line 345">
            <a:extLst>
              <a:ext uri="{FF2B5EF4-FFF2-40B4-BE49-F238E27FC236}">
                <a16:creationId xmlns:a16="http://schemas.microsoft.com/office/drawing/2014/main" id="{AF81490C-B056-F144-287D-F6FB383C98CE}"/>
              </a:ext>
            </a:extLst>
          </p:cNvPr>
          <p:cNvSpPr>
            <a:spLocks noChangeShapeType="1"/>
          </p:cNvSpPr>
          <p:nvPr/>
        </p:nvSpPr>
        <p:spPr bwMode="auto">
          <a:xfrm flipV="1">
            <a:off x="6205419" y="2860724"/>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200" b="1">
              <a:ea typeface="微软雅黑" panose="020B0503020204020204" pitchFamily="34" charset="-122"/>
            </a:endParaRPr>
          </a:p>
        </p:txBody>
      </p:sp>
      <p:sp>
        <p:nvSpPr>
          <p:cNvPr id="97" name="Text Box 411">
            <a:extLst>
              <a:ext uri="{FF2B5EF4-FFF2-40B4-BE49-F238E27FC236}">
                <a16:creationId xmlns:a16="http://schemas.microsoft.com/office/drawing/2014/main" id="{FF49E26F-D259-A703-8F5D-64631AFBC3DC}"/>
              </a:ext>
            </a:extLst>
          </p:cNvPr>
          <p:cNvSpPr txBox="1">
            <a:spLocks noChangeArrowheads="1"/>
          </p:cNvSpPr>
          <p:nvPr/>
        </p:nvSpPr>
        <p:spPr bwMode="auto">
          <a:xfrm>
            <a:off x="1826386" y="2850865"/>
            <a:ext cx="240915" cy="237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100" b="1">
                <a:ea typeface="微软雅黑" panose="020B0503020204020204" pitchFamily="34" charset="-122"/>
              </a:rPr>
              <a:t>1</a:t>
            </a:r>
          </a:p>
        </p:txBody>
      </p:sp>
      <p:grpSp>
        <p:nvGrpSpPr>
          <p:cNvPr id="98" name="组合 29">
            <a:extLst>
              <a:ext uri="{FF2B5EF4-FFF2-40B4-BE49-F238E27FC236}">
                <a16:creationId xmlns:a16="http://schemas.microsoft.com/office/drawing/2014/main" id="{32417F53-209B-3851-83E3-B4AA3BFF4B57}"/>
              </a:ext>
            </a:extLst>
          </p:cNvPr>
          <p:cNvGrpSpPr>
            <a:grpSpLocks/>
          </p:cNvGrpSpPr>
          <p:nvPr/>
        </p:nvGrpSpPr>
        <p:grpSpPr bwMode="auto">
          <a:xfrm>
            <a:off x="728738" y="2418907"/>
            <a:ext cx="467580" cy="253869"/>
            <a:chOff x="4253264" y="3384673"/>
            <a:chExt cx="618600" cy="327416"/>
          </a:xfrm>
        </p:grpSpPr>
        <p:sp>
          <p:nvSpPr>
            <p:cNvPr id="117" name="矩形: 圆角 116">
              <a:extLst>
                <a:ext uri="{FF2B5EF4-FFF2-40B4-BE49-F238E27FC236}">
                  <a16:creationId xmlns:a16="http://schemas.microsoft.com/office/drawing/2014/main" id="{046B4836-0CC5-04B4-CB28-16C16CD2EE3A}"/>
                </a:ext>
              </a:extLst>
            </p:cNvPr>
            <p:cNvSpPr/>
            <p:nvPr/>
          </p:nvSpPr>
          <p:spPr bwMode="auto">
            <a:xfrm>
              <a:off x="4253264" y="3429970"/>
              <a:ext cx="618600"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200" b="1">
                <a:ea typeface="微软雅黑" panose="020B0503020204020204" pitchFamily="34" charset="-122"/>
              </a:endParaRPr>
            </a:p>
          </p:txBody>
        </p:sp>
        <p:sp>
          <p:nvSpPr>
            <p:cNvPr id="118" name="文本框 28">
              <a:extLst>
                <a:ext uri="{FF2B5EF4-FFF2-40B4-BE49-F238E27FC236}">
                  <a16:creationId xmlns:a16="http://schemas.microsoft.com/office/drawing/2014/main" id="{7349F56B-8BA5-AC8A-215A-E743699D8827}"/>
                </a:ext>
              </a:extLst>
            </p:cNvPr>
            <p:cNvSpPr txBox="1">
              <a:spLocks noChangeArrowheads="1"/>
            </p:cNvSpPr>
            <p:nvPr/>
          </p:nvSpPr>
          <p:spPr bwMode="auto">
            <a:xfrm>
              <a:off x="4268386" y="3384673"/>
              <a:ext cx="582998" cy="327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dirty="0">
                  <a:ea typeface="微软雅黑" panose="020B0503020204020204" pitchFamily="34" charset="-122"/>
                </a:rPr>
                <a:t>上游</a:t>
              </a:r>
            </a:p>
          </p:txBody>
        </p:sp>
      </p:grpSp>
      <p:grpSp>
        <p:nvGrpSpPr>
          <p:cNvPr id="99" name="组合 31">
            <a:extLst>
              <a:ext uri="{FF2B5EF4-FFF2-40B4-BE49-F238E27FC236}">
                <a16:creationId xmlns:a16="http://schemas.microsoft.com/office/drawing/2014/main" id="{17E92A13-C2ED-3374-C248-8B43E1681CBA}"/>
              </a:ext>
            </a:extLst>
          </p:cNvPr>
          <p:cNvGrpSpPr>
            <a:grpSpLocks/>
          </p:cNvGrpSpPr>
          <p:nvPr/>
        </p:nvGrpSpPr>
        <p:grpSpPr bwMode="auto">
          <a:xfrm>
            <a:off x="7826363" y="2468821"/>
            <a:ext cx="466382" cy="253869"/>
            <a:chOff x="4253441" y="3397392"/>
            <a:chExt cx="618423" cy="327416"/>
          </a:xfrm>
        </p:grpSpPr>
        <p:sp>
          <p:nvSpPr>
            <p:cNvPr id="115" name="矩形: 圆角 114">
              <a:extLst>
                <a:ext uri="{FF2B5EF4-FFF2-40B4-BE49-F238E27FC236}">
                  <a16:creationId xmlns:a16="http://schemas.microsoft.com/office/drawing/2014/main" id="{46A5C657-63CE-A0CD-F096-F4AAB329210C}"/>
                </a:ext>
              </a:extLst>
            </p:cNvPr>
            <p:cNvSpPr/>
            <p:nvPr/>
          </p:nvSpPr>
          <p:spPr bwMode="auto">
            <a:xfrm>
              <a:off x="4253441" y="3429176"/>
              <a:ext cx="618423"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200" b="1">
                <a:ea typeface="微软雅黑" panose="020B0503020204020204" pitchFamily="34" charset="-122"/>
              </a:endParaRPr>
            </a:p>
          </p:txBody>
        </p:sp>
        <p:sp>
          <p:nvSpPr>
            <p:cNvPr id="116" name="文本框 33">
              <a:extLst>
                <a:ext uri="{FF2B5EF4-FFF2-40B4-BE49-F238E27FC236}">
                  <a16:creationId xmlns:a16="http://schemas.microsoft.com/office/drawing/2014/main" id="{4A6AB436-225F-E17B-6813-047D27663832}"/>
                </a:ext>
              </a:extLst>
            </p:cNvPr>
            <p:cNvSpPr txBox="1">
              <a:spLocks noChangeArrowheads="1"/>
            </p:cNvSpPr>
            <p:nvPr/>
          </p:nvSpPr>
          <p:spPr bwMode="auto">
            <a:xfrm>
              <a:off x="4253441" y="3397392"/>
              <a:ext cx="584329" cy="327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rPr>
                <a:t>下游</a:t>
              </a:r>
            </a:p>
          </p:txBody>
        </p:sp>
      </p:grpSp>
      <p:sp>
        <p:nvSpPr>
          <p:cNvPr id="100" name="文本框 34">
            <a:extLst>
              <a:ext uri="{FF2B5EF4-FFF2-40B4-BE49-F238E27FC236}">
                <a16:creationId xmlns:a16="http://schemas.microsoft.com/office/drawing/2014/main" id="{E3BD4BB0-57B5-BBF3-1E4B-536383028FF3}"/>
              </a:ext>
            </a:extLst>
          </p:cNvPr>
          <p:cNvSpPr txBox="1">
            <a:spLocks noChangeArrowheads="1"/>
          </p:cNvSpPr>
          <p:nvPr/>
        </p:nvSpPr>
        <p:spPr bwMode="auto">
          <a:xfrm>
            <a:off x="1243076" y="1026887"/>
            <a:ext cx="1185208" cy="2538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100" b="1">
                <a:ea typeface="微软雅黑" panose="020B0503020204020204" pitchFamily="34" charset="-122"/>
                <a:cs typeface="Times New Roman" panose="02020603050405020304" pitchFamily="18" charset="0"/>
              </a:rPr>
              <a:t>标签</a:t>
            </a:r>
            <a:r>
              <a:rPr lang="zh-CN" altLang="en-US" sz="1100" b="1">
                <a:ea typeface="微软雅黑" panose="020B0503020204020204" pitchFamily="34" charset="-122"/>
                <a:cs typeface="Times New Roman" panose="02020603050405020304" pitchFamily="18" charset="0"/>
              </a:rPr>
              <a:t>转发表 </a:t>
            </a:r>
            <a:r>
              <a:rPr lang="en-US" altLang="zh-CN" sz="1100" b="1">
                <a:ea typeface="微软雅黑" panose="020B0503020204020204" pitchFamily="34" charset="-122"/>
                <a:cs typeface="Times New Roman" panose="02020603050405020304" pitchFamily="18" charset="0"/>
              </a:rPr>
              <a:t>LFIB</a:t>
            </a:r>
            <a:endParaRPr lang="zh-CN" altLang="en-US" sz="1100" b="1">
              <a:ea typeface="微软雅黑" panose="020B0503020204020204" pitchFamily="34" charset="-122"/>
            </a:endParaRPr>
          </a:p>
        </p:txBody>
      </p:sp>
      <p:sp>
        <p:nvSpPr>
          <p:cNvPr id="101" name="文本框 35">
            <a:extLst>
              <a:ext uri="{FF2B5EF4-FFF2-40B4-BE49-F238E27FC236}">
                <a16:creationId xmlns:a16="http://schemas.microsoft.com/office/drawing/2014/main" id="{DFD66550-1CE8-A7C8-2FC6-98387A15AAAA}"/>
              </a:ext>
            </a:extLst>
          </p:cNvPr>
          <p:cNvSpPr txBox="1">
            <a:spLocks noChangeArrowheads="1"/>
          </p:cNvSpPr>
          <p:nvPr/>
        </p:nvSpPr>
        <p:spPr bwMode="auto">
          <a:xfrm>
            <a:off x="3799180" y="992379"/>
            <a:ext cx="1185208" cy="2538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100" b="1">
                <a:ea typeface="微软雅黑" panose="020B0503020204020204" pitchFamily="34" charset="-122"/>
                <a:cs typeface="Times New Roman" panose="02020603050405020304" pitchFamily="18" charset="0"/>
              </a:rPr>
              <a:t>标签</a:t>
            </a:r>
            <a:r>
              <a:rPr lang="zh-CN" altLang="en-US" sz="1100" b="1">
                <a:ea typeface="微软雅黑" panose="020B0503020204020204" pitchFamily="34" charset="-122"/>
                <a:cs typeface="Times New Roman" panose="02020603050405020304" pitchFamily="18" charset="0"/>
              </a:rPr>
              <a:t>转发表 </a:t>
            </a:r>
            <a:r>
              <a:rPr lang="en-US" altLang="zh-CN" sz="1100" b="1">
                <a:ea typeface="微软雅黑" panose="020B0503020204020204" pitchFamily="34" charset="-122"/>
                <a:cs typeface="Times New Roman" panose="02020603050405020304" pitchFamily="18" charset="0"/>
              </a:rPr>
              <a:t>LFIB</a:t>
            </a:r>
            <a:endParaRPr lang="zh-CN" altLang="en-US" sz="1100" b="1">
              <a:ea typeface="微软雅黑" panose="020B0503020204020204" pitchFamily="34" charset="-122"/>
            </a:endParaRPr>
          </a:p>
        </p:txBody>
      </p:sp>
      <p:sp>
        <p:nvSpPr>
          <p:cNvPr id="102" name="文本框 36">
            <a:extLst>
              <a:ext uri="{FF2B5EF4-FFF2-40B4-BE49-F238E27FC236}">
                <a16:creationId xmlns:a16="http://schemas.microsoft.com/office/drawing/2014/main" id="{AE0FFB87-31BC-C056-7A73-75C22DE3610E}"/>
              </a:ext>
            </a:extLst>
          </p:cNvPr>
          <p:cNvSpPr txBox="1">
            <a:spLocks noChangeArrowheads="1"/>
          </p:cNvSpPr>
          <p:nvPr/>
        </p:nvSpPr>
        <p:spPr bwMode="auto">
          <a:xfrm>
            <a:off x="6137080" y="1001006"/>
            <a:ext cx="1185208" cy="2538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100" b="1">
                <a:ea typeface="微软雅黑" panose="020B0503020204020204" pitchFamily="34" charset="-122"/>
                <a:cs typeface="Times New Roman" panose="02020603050405020304" pitchFamily="18" charset="0"/>
              </a:rPr>
              <a:t>标签</a:t>
            </a:r>
            <a:r>
              <a:rPr lang="zh-CN" altLang="en-US" sz="1100" b="1">
                <a:ea typeface="微软雅黑" panose="020B0503020204020204" pitchFamily="34" charset="-122"/>
                <a:cs typeface="Times New Roman" panose="02020603050405020304" pitchFamily="18" charset="0"/>
              </a:rPr>
              <a:t>转发表 </a:t>
            </a:r>
            <a:r>
              <a:rPr lang="en-US" altLang="zh-CN" sz="1100" b="1">
                <a:ea typeface="微软雅黑" panose="020B0503020204020204" pitchFamily="34" charset="-122"/>
                <a:cs typeface="Times New Roman" panose="02020603050405020304" pitchFamily="18" charset="0"/>
              </a:rPr>
              <a:t>LFIB</a:t>
            </a:r>
            <a:endParaRPr lang="zh-CN" altLang="en-US" sz="1100" b="1">
              <a:ea typeface="微软雅黑" panose="020B0503020204020204" pitchFamily="34" charset="-122"/>
            </a:endParaRPr>
          </a:p>
        </p:txBody>
      </p:sp>
      <p:cxnSp>
        <p:nvCxnSpPr>
          <p:cNvPr id="103" name="直接箭头连接符 2">
            <a:extLst>
              <a:ext uri="{FF2B5EF4-FFF2-40B4-BE49-F238E27FC236}">
                <a16:creationId xmlns:a16="http://schemas.microsoft.com/office/drawing/2014/main" id="{CAE6BB08-52B1-61F5-8753-703598D00EC0}"/>
              </a:ext>
            </a:extLst>
          </p:cNvPr>
          <p:cNvCxnSpPr>
            <a:cxnSpLocks/>
          </p:cNvCxnSpPr>
          <p:nvPr/>
        </p:nvCxnSpPr>
        <p:spPr bwMode="auto">
          <a:xfrm>
            <a:off x="1609946" y="4525720"/>
            <a:ext cx="5941864" cy="0"/>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104" name="Text Box 355">
            <a:extLst>
              <a:ext uri="{FF2B5EF4-FFF2-40B4-BE49-F238E27FC236}">
                <a16:creationId xmlns:a16="http://schemas.microsoft.com/office/drawing/2014/main" id="{E8BF91D6-999F-05E4-AF1F-A5F93E456E3F}"/>
              </a:ext>
            </a:extLst>
          </p:cNvPr>
          <p:cNvSpPr txBox="1">
            <a:spLocks noChangeArrowheads="1"/>
          </p:cNvSpPr>
          <p:nvPr/>
        </p:nvSpPr>
        <p:spPr bwMode="auto">
          <a:xfrm>
            <a:off x="4040162" y="4391387"/>
            <a:ext cx="875985" cy="261610"/>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100" b="1" dirty="0">
                <a:ea typeface="微软雅黑" panose="020B0503020204020204" pitchFamily="34" charset="-122"/>
              </a:rPr>
              <a:t>MPLS </a:t>
            </a:r>
            <a:r>
              <a:rPr lang="zh-CN" altLang="en-US" sz="1100" b="1" dirty="0">
                <a:ea typeface="微软雅黑" panose="020B0503020204020204" pitchFamily="34" charset="-122"/>
              </a:rPr>
              <a:t>域</a:t>
            </a:r>
          </a:p>
        </p:txBody>
      </p:sp>
      <p:sp>
        <p:nvSpPr>
          <p:cNvPr id="105" name="AutoShape 354">
            <a:extLst>
              <a:ext uri="{FF2B5EF4-FFF2-40B4-BE49-F238E27FC236}">
                <a16:creationId xmlns:a16="http://schemas.microsoft.com/office/drawing/2014/main" id="{4FEA4E26-4252-0FC8-54B2-4B7B0AFA117D}"/>
              </a:ext>
            </a:extLst>
          </p:cNvPr>
          <p:cNvSpPr>
            <a:spLocks noChangeArrowheads="1"/>
          </p:cNvSpPr>
          <p:nvPr/>
        </p:nvSpPr>
        <p:spPr bwMode="auto">
          <a:xfrm>
            <a:off x="3234487" y="3023403"/>
            <a:ext cx="890800" cy="262505"/>
          </a:xfrm>
          <a:prstGeom prst="wedgeRoundRectCallout">
            <a:avLst>
              <a:gd name="adj1" fmla="val 73259"/>
              <a:gd name="adj2" fmla="val -122694"/>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600" b="1">
              <a:ea typeface="微软雅黑" panose="020B0503020204020204" pitchFamily="34" charset="-122"/>
            </a:endParaRPr>
          </a:p>
        </p:txBody>
      </p:sp>
      <p:sp>
        <p:nvSpPr>
          <p:cNvPr id="106" name="Text Box 355">
            <a:extLst>
              <a:ext uri="{FF2B5EF4-FFF2-40B4-BE49-F238E27FC236}">
                <a16:creationId xmlns:a16="http://schemas.microsoft.com/office/drawing/2014/main" id="{CE23B059-5378-9D5B-4D80-B81C78D8FF83}"/>
              </a:ext>
            </a:extLst>
          </p:cNvPr>
          <p:cNvSpPr txBox="1">
            <a:spLocks noChangeArrowheads="1"/>
          </p:cNvSpPr>
          <p:nvPr/>
        </p:nvSpPr>
        <p:spPr bwMode="auto">
          <a:xfrm>
            <a:off x="3238071" y="3041889"/>
            <a:ext cx="870444" cy="2538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100" b="1">
                <a:ea typeface="微软雅黑" panose="020B0503020204020204" pitchFamily="34" charset="-122"/>
              </a:rPr>
              <a:t>R</a:t>
            </a:r>
            <a:r>
              <a:rPr lang="en-US" altLang="zh-CN" sz="1100" b="1" baseline="-25000">
                <a:ea typeface="微软雅黑" panose="020B0503020204020204" pitchFamily="34" charset="-122"/>
              </a:rPr>
              <a:t>2 </a:t>
            </a:r>
            <a:r>
              <a:rPr lang="zh-CN" altLang="en-US" sz="1100" b="1">
                <a:ea typeface="微软雅黑" panose="020B0503020204020204" pitchFamily="34" charset="-122"/>
              </a:rPr>
              <a:t>标签交换</a:t>
            </a:r>
          </a:p>
        </p:txBody>
      </p:sp>
      <p:sp>
        <p:nvSpPr>
          <p:cNvPr id="107" name="文本框 3344">
            <a:extLst>
              <a:ext uri="{FF2B5EF4-FFF2-40B4-BE49-F238E27FC236}">
                <a16:creationId xmlns:a16="http://schemas.microsoft.com/office/drawing/2014/main" id="{92959F16-79FF-EB67-9B66-DC1A4CF2CA68}"/>
              </a:ext>
            </a:extLst>
          </p:cNvPr>
          <p:cNvSpPr txBox="1">
            <a:spLocks noChangeArrowheads="1"/>
          </p:cNvSpPr>
          <p:nvPr/>
        </p:nvSpPr>
        <p:spPr bwMode="auto">
          <a:xfrm>
            <a:off x="6390054" y="4416035"/>
            <a:ext cx="216703" cy="2986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400" b="1">
                <a:ea typeface="微软雅黑" panose="020B0503020204020204" pitchFamily="34" charset="-122"/>
                <a:sym typeface="Symbol" panose="05050102010706020507" pitchFamily="18" charset="2"/>
              </a:rPr>
              <a:t> </a:t>
            </a:r>
            <a:endParaRPr lang="zh-CN" altLang="en-US" sz="1400" b="1">
              <a:ea typeface="微软雅黑" panose="020B0503020204020204" pitchFamily="34" charset="-122"/>
            </a:endParaRPr>
          </a:p>
        </p:txBody>
      </p:sp>
      <p:sp>
        <p:nvSpPr>
          <p:cNvPr id="108" name="Text Box 358">
            <a:extLst>
              <a:ext uri="{FF2B5EF4-FFF2-40B4-BE49-F238E27FC236}">
                <a16:creationId xmlns:a16="http://schemas.microsoft.com/office/drawing/2014/main" id="{AFB70B0A-A23C-B9CE-1967-2DBF54770CA8}"/>
              </a:ext>
            </a:extLst>
          </p:cNvPr>
          <p:cNvSpPr txBox="1">
            <a:spLocks noChangeArrowheads="1"/>
          </p:cNvSpPr>
          <p:nvPr/>
        </p:nvSpPr>
        <p:spPr bwMode="auto">
          <a:xfrm>
            <a:off x="6311791" y="3850355"/>
            <a:ext cx="440669" cy="38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100" b="1">
                <a:ea typeface="微软雅黑" panose="020B0503020204020204" pitchFamily="34" charset="-122"/>
              </a:rPr>
              <a:t>入</a:t>
            </a:r>
            <a:endParaRPr lang="en-US" altLang="zh-CN" sz="1100" b="1">
              <a:ea typeface="微软雅黑" panose="020B0503020204020204" pitchFamily="34" charset="-122"/>
            </a:endParaRPr>
          </a:p>
          <a:p>
            <a:pPr algn="ctr" eaLnBrk="1" hangingPunct="1">
              <a:lnSpc>
                <a:spcPct val="90000"/>
              </a:lnSpc>
              <a:spcBef>
                <a:spcPct val="0"/>
              </a:spcBef>
              <a:buFontTx/>
              <a:buNone/>
            </a:pPr>
            <a:r>
              <a:rPr lang="zh-CN" altLang="en-US" sz="1100" b="1">
                <a:ea typeface="微软雅黑" panose="020B0503020204020204" pitchFamily="34" charset="-122"/>
              </a:rPr>
              <a:t>标签</a:t>
            </a:r>
          </a:p>
        </p:txBody>
      </p:sp>
      <p:sp>
        <p:nvSpPr>
          <p:cNvPr id="109" name="Text Box 358">
            <a:extLst>
              <a:ext uri="{FF2B5EF4-FFF2-40B4-BE49-F238E27FC236}">
                <a16:creationId xmlns:a16="http://schemas.microsoft.com/office/drawing/2014/main" id="{E8F7AEA2-4FFB-4094-7D36-9CCD293C2C0B}"/>
              </a:ext>
            </a:extLst>
          </p:cNvPr>
          <p:cNvSpPr txBox="1">
            <a:spLocks noChangeArrowheads="1"/>
          </p:cNvSpPr>
          <p:nvPr/>
        </p:nvSpPr>
        <p:spPr bwMode="auto">
          <a:xfrm>
            <a:off x="6702640" y="3850355"/>
            <a:ext cx="440669" cy="38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100" b="1">
                <a:ea typeface="微软雅黑" panose="020B0503020204020204" pitchFamily="34" charset="-122"/>
              </a:rPr>
              <a:t>出</a:t>
            </a:r>
            <a:endParaRPr lang="en-US" altLang="zh-CN" sz="1100" b="1">
              <a:ea typeface="微软雅黑" panose="020B0503020204020204" pitchFamily="34" charset="-122"/>
            </a:endParaRPr>
          </a:p>
          <a:p>
            <a:pPr algn="ctr" eaLnBrk="1" hangingPunct="1">
              <a:lnSpc>
                <a:spcPct val="90000"/>
              </a:lnSpc>
              <a:spcBef>
                <a:spcPct val="0"/>
              </a:spcBef>
              <a:buFontTx/>
              <a:buNone/>
            </a:pPr>
            <a:r>
              <a:rPr lang="zh-CN" altLang="en-US" sz="1100" b="1">
                <a:ea typeface="微软雅黑" panose="020B0503020204020204" pitchFamily="34" charset="-122"/>
              </a:rPr>
              <a:t>接口</a:t>
            </a:r>
          </a:p>
        </p:txBody>
      </p:sp>
      <p:sp>
        <p:nvSpPr>
          <p:cNvPr id="110" name="Text Box 358">
            <a:extLst>
              <a:ext uri="{FF2B5EF4-FFF2-40B4-BE49-F238E27FC236}">
                <a16:creationId xmlns:a16="http://schemas.microsoft.com/office/drawing/2014/main" id="{75210838-2B1E-4236-9F46-71EDB594CF06}"/>
              </a:ext>
            </a:extLst>
          </p:cNvPr>
          <p:cNvSpPr txBox="1">
            <a:spLocks noChangeArrowheads="1"/>
          </p:cNvSpPr>
          <p:nvPr/>
        </p:nvSpPr>
        <p:spPr bwMode="auto">
          <a:xfrm>
            <a:off x="7043134" y="3846658"/>
            <a:ext cx="440669" cy="38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100" b="1">
                <a:ea typeface="微软雅黑" panose="020B0503020204020204" pitchFamily="34" charset="-122"/>
              </a:rPr>
              <a:t>出</a:t>
            </a:r>
            <a:endParaRPr lang="en-US" altLang="zh-CN" sz="1100" b="1">
              <a:ea typeface="微软雅黑" panose="020B0503020204020204" pitchFamily="34" charset="-122"/>
            </a:endParaRPr>
          </a:p>
          <a:p>
            <a:pPr algn="ctr" eaLnBrk="1" hangingPunct="1">
              <a:lnSpc>
                <a:spcPct val="90000"/>
              </a:lnSpc>
              <a:spcBef>
                <a:spcPct val="0"/>
              </a:spcBef>
              <a:buFontTx/>
              <a:buNone/>
            </a:pPr>
            <a:r>
              <a:rPr lang="zh-CN" altLang="en-US" sz="1100" b="1">
                <a:ea typeface="微软雅黑" panose="020B0503020204020204" pitchFamily="34" charset="-122"/>
              </a:rPr>
              <a:t>标签</a:t>
            </a:r>
          </a:p>
        </p:txBody>
      </p:sp>
      <p:sp>
        <p:nvSpPr>
          <p:cNvPr id="112" name="Text Box 353">
            <a:extLst>
              <a:ext uri="{FF2B5EF4-FFF2-40B4-BE49-F238E27FC236}">
                <a16:creationId xmlns:a16="http://schemas.microsoft.com/office/drawing/2014/main" id="{8C82F9BE-1D01-8AA2-3608-D72BFB33697D}"/>
              </a:ext>
            </a:extLst>
          </p:cNvPr>
          <p:cNvSpPr txBox="1">
            <a:spLocks noChangeArrowheads="1"/>
          </p:cNvSpPr>
          <p:nvPr/>
        </p:nvSpPr>
        <p:spPr bwMode="auto">
          <a:xfrm>
            <a:off x="7121923" y="4153530"/>
            <a:ext cx="293881" cy="331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800" b="1">
                <a:ea typeface="微软雅黑" panose="020B0503020204020204" pitchFamily="34" charset="-122"/>
                <a:sym typeface="Symbol" panose="05050102010706020507" pitchFamily="18" charset="2"/>
              </a:rPr>
              <a:t></a:t>
            </a:r>
            <a:endParaRPr lang="zh-CN" altLang="en-US" sz="1800" b="1">
              <a:ea typeface="微软雅黑" panose="020B0503020204020204" pitchFamily="34" charset="-122"/>
            </a:endParaRPr>
          </a:p>
        </p:txBody>
      </p:sp>
      <p:sp>
        <p:nvSpPr>
          <p:cNvPr id="113" name="Text Box 355">
            <a:extLst>
              <a:ext uri="{FF2B5EF4-FFF2-40B4-BE49-F238E27FC236}">
                <a16:creationId xmlns:a16="http://schemas.microsoft.com/office/drawing/2014/main" id="{DCC89700-41CF-F193-2715-C4F6EECEE1D0}"/>
              </a:ext>
            </a:extLst>
          </p:cNvPr>
          <p:cNvSpPr txBox="1">
            <a:spLocks noChangeArrowheads="1"/>
          </p:cNvSpPr>
          <p:nvPr/>
        </p:nvSpPr>
        <p:spPr bwMode="auto">
          <a:xfrm>
            <a:off x="1138335" y="3738205"/>
            <a:ext cx="2502884" cy="253868"/>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100" b="1" dirty="0">
                <a:ea typeface="微软雅黑" panose="020B0503020204020204" pitchFamily="34" charset="-122"/>
              </a:rPr>
              <a:t>MPLS </a:t>
            </a:r>
            <a:r>
              <a:rPr lang="zh-CN" altLang="en-US" sz="1100" b="1" dirty="0">
                <a:ea typeface="微软雅黑" panose="020B0503020204020204" pitchFamily="34" charset="-122"/>
              </a:rPr>
              <a:t>域包含了 </a:t>
            </a:r>
            <a:r>
              <a:rPr lang="en-US" altLang="zh-CN" sz="1100" b="1" dirty="0">
                <a:ea typeface="微软雅黑" panose="020B0503020204020204" pitchFamily="34" charset="-122"/>
              </a:rPr>
              <a:t>R</a:t>
            </a:r>
            <a:r>
              <a:rPr lang="en-US" altLang="zh-CN" sz="1100" b="1" baseline="-25000" dirty="0">
                <a:ea typeface="微软雅黑" panose="020B0503020204020204" pitchFamily="34" charset="-122"/>
              </a:rPr>
              <a:t>1</a:t>
            </a:r>
            <a:r>
              <a:rPr lang="zh-CN" altLang="en-US" sz="1100" b="1" dirty="0">
                <a:ea typeface="微软雅黑" panose="020B0503020204020204" pitchFamily="34" charset="-122"/>
              </a:rPr>
              <a:t>、</a:t>
            </a:r>
            <a:r>
              <a:rPr lang="en-US" altLang="zh-CN" sz="1100" b="1" dirty="0">
                <a:ea typeface="微软雅黑" panose="020B0503020204020204" pitchFamily="34" charset="-122"/>
              </a:rPr>
              <a:t>R</a:t>
            </a:r>
            <a:r>
              <a:rPr lang="en-US" altLang="zh-CN" sz="1100" b="1" baseline="-25000" dirty="0">
                <a:ea typeface="微软雅黑" panose="020B0503020204020204" pitchFamily="34" charset="-122"/>
              </a:rPr>
              <a:t>2</a:t>
            </a:r>
            <a:r>
              <a:rPr lang="zh-CN" altLang="en-US" sz="1100" b="1" dirty="0">
                <a:ea typeface="微软雅黑" panose="020B0503020204020204" pitchFamily="34" charset="-122"/>
              </a:rPr>
              <a:t>、</a:t>
            </a:r>
            <a:r>
              <a:rPr lang="en-US" altLang="zh-CN" sz="1100" b="1" dirty="0">
                <a:ea typeface="微软雅黑" panose="020B0503020204020204" pitchFamily="34" charset="-122"/>
              </a:rPr>
              <a:t>R</a:t>
            </a:r>
            <a:r>
              <a:rPr lang="en-US" altLang="zh-CN" sz="1100" b="1" baseline="-25000" dirty="0">
                <a:ea typeface="微软雅黑" panose="020B0503020204020204" pitchFamily="34" charset="-122"/>
              </a:rPr>
              <a:t>3</a:t>
            </a:r>
            <a:r>
              <a:rPr lang="en-US" altLang="zh-CN" sz="1100" b="1" dirty="0">
                <a:ea typeface="微软雅黑" panose="020B0503020204020204" pitchFamily="34" charset="-122"/>
              </a:rPr>
              <a:t> </a:t>
            </a:r>
            <a:r>
              <a:rPr lang="zh-CN" altLang="en-US" sz="1100" b="1" dirty="0">
                <a:ea typeface="微软雅黑" panose="020B0503020204020204" pitchFamily="34" charset="-122"/>
              </a:rPr>
              <a:t>和 </a:t>
            </a:r>
            <a:r>
              <a:rPr lang="en-US" altLang="zh-CN" sz="1100" b="1" dirty="0">
                <a:ea typeface="微软雅黑" panose="020B0503020204020204" pitchFamily="34" charset="-122"/>
              </a:rPr>
              <a:t>R</a:t>
            </a:r>
            <a:r>
              <a:rPr lang="en-US" altLang="zh-CN" sz="1100" b="1" baseline="-25000" dirty="0">
                <a:ea typeface="微软雅黑" panose="020B0503020204020204" pitchFamily="34" charset="-122"/>
              </a:rPr>
              <a:t>4</a:t>
            </a:r>
            <a:r>
              <a:rPr lang="zh-CN" altLang="en-US" sz="1100" b="1" dirty="0">
                <a:ea typeface="微软雅黑" panose="020B0503020204020204" pitchFamily="34" charset="-122"/>
              </a:rPr>
              <a:t>。</a:t>
            </a:r>
          </a:p>
        </p:txBody>
      </p:sp>
      <p:sp>
        <p:nvSpPr>
          <p:cNvPr id="114" name="文本框 35">
            <a:extLst>
              <a:ext uri="{FF2B5EF4-FFF2-40B4-BE49-F238E27FC236}">
                <a16:creationId xmlns:a16="http://schemas.microsoft.com/office/drawing/2014/main" id="{06F691F1-69DA-6E30-375F-3125B148E14A}"/>
              </a:ext>
            </a:extLst>
          </p:cNvPr>
          <p:cNvSpPr txBox="1">
            <a:spLocks noChangeArrowheads="1"/>
          </p:cNvSpPr>
          <p:nvPr/>
        </p:nvSpPr>
        <p:spPr bwMode="auto">
          <a:xfrm>
            <a:off x="6249779" y="3613731"/>
            <a:ext cx="1185208" cy="2538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100" b="1">
                <a:ea typeface="微软雅黑" panose="020B0503020204020204" pitchFamily="34" charset="-122"/>
                <a:cs typeface="Times New Roman" panose="02020603050405020304" pitchFamily="18" charset="0"/>
              </a:rPr>
              <a:t>标签</a:t>
            </a:r>
            <a:r>
              <a:rPr lang="zh-CN" altLang="en-US" sz="1100" b="1">
                <a:ea typeface="微软雅黑" panose="020B0503020204020204" pitchFamily="34" charset="-122"/>
                <a:cs typeface="Times New Roman" panose="02020603050405020304" pitchFamily="18" charset="0"/>
              </a:rPr>
              <a:t>转发表 </a:t>
            </a:r>
            <a:r>
              <a:rPr lang="en-US" altLang="zh-CN" sz="1100" b="1">
                <a:ea typeface="微软雅黑" panose="020B0503020204020204" pitchFamily="34" charset="-122"/>
                <a:cs typeface="Times New Roman" panose="02020603050405020304" pitchFamily="18" charset="0"/>
              </a:rPr>
              <a:t>LFIB</a:t>
            </a:r>
            <a:endParaRPr lang="zh-CN" altLang="en-US" sz="1100" b="1">
              <a:ea typeface="微软雅黑" panose="020B0503020204020204" pitchFamily="34" charset="-122"/>
            </a:endParaRPr>
          </a:p>
        </p:txBody>
      </p:sp>
    </p:spTree>
    <p:extLst>
      <p:ext uri="{BB962C8B-B14F-4D97-AF65-F5344CB8AC3E}">
        <p14:creationId xmlns:p14="http://schemas.microsoft.com/office/powerpoint/2010/main" val="3801812196"/>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53ECBF-271A-A6DE-82FB-7D8D0BF10B29}"/>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FBC8C465-8B34-3693-DD58-34F52EA64A48}"/>
              </a:ext>
            </a:extLst>
          </p:cNvPr>
          <p:cNvSpPr/>
          <p:nvPr/>
        </p:nvSpPr>
        <p:spPr>
          <a:xfrm>
            <a:off x="545144" y="582235"/>
            <a:ext cx="8053712" cy="318509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107" name="文本框 3344">
            <a:extLst>
              <a:ext uri="{FF2B5EF4-FFF2-40B4-BE49-F238E27FC236}">
                <a16:creationId xmlns:a16="http://schemas.microsoft.com/office/drawing/2014/main" id="{35F546C1-1D55-5791-E1B1-C2AF56A64741}"/>
              </a:ext>
            </a:extLst>
          </p:cNvPr>
          <p:cNvSpPr txBox="1">
            <a:spLocks noChangeArrowheads="1"/>
          </p:cNvSpPr>
          <p:nvPr/>
        </p:nvSpPr>
        <p:spPr bwMode="auto">
          <a:xfrm>
            <a:off x="6390054" y="4416035"/>
            <a:ext cx="216703" cy="2986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400" b="1">
                <a:ea typeface="微软雅黑" panose="020B0503020204020204" pitchFamily="34" charset="-122"/>
                <a:sym typeface="Symbol" panose="05050102010706020507" pitchFamily="18" charset="2"/>
              </a:rPr>
              <a:t> </a:t>
            </a:r>
            <a:endParaRPr lang="zh-CN" altLang="en-US" sz="1400" b="1">
              <a:ea typeface="微软雅黑" panose="020B0503020204020204" pitchFamily="34" charset="-122"/>
            </a:endParaRPr>
          </a:p>
        </p:txBody>
      </p:sp>
      <p:grpSp>
        <p:nvGrpSpPr>
          <p:cNvPr id="3" name="组合 2">
            <a:extLst>
              <a:ext uri="{FF2B5EF4-FFF2-40B4-BE49-F238E27FC236}">
                <a16:creationId xmlns:a16="http://schemas.microsoft.com/office/drawing/2014/main" id="{1E3CAB10-BDDC-B972-A5FD-FA234B228F78}"/>
              </a:ext>
            </a:extLst>
          </p:cNvPr>
          <p:cNvGrpSpPr/>
          <p:nvPr/>
        </p:nvGrpSpPr>
        <p:grpSpPr>
          <a:xfrm>
            <a:off x="1101908" y="580438"/>
            <a:ext cx="6726624" cy="3135379"/>
            <a:chOff x="621252" y="992379"/>
            <a:chExt cx="7913675" cy="3688681"/>
          </a:xfrm>
        </p:grpSpPr>
        <p:sp>
          <p:nvSpPr>
            <p:cNvPr id="57" name="矩形 3302">
              <a:extLst>
                <a:ext uri="{FF2B5EF4-FFF2-40B4-BE49-F238E27FC236}">
                  <a16:creationId xmlns:a16="http://schemas.microsoft.com/office/drawing/2014/main" id="{5E0C7E5D-FD23-8303-7CDD-96C243709627}"/>
                </a:ext>
              </a:extLst>
            </p:cNvPr>
            <p:cNvSpPr>
              <a:spLocks noChangeArrowheads="1"/>
            </p:cNvSpPr>
            <p:nvPr/>
          </p:nvSpPr>
          <p:spPr bwMode="auto">
            <a:xfrm>
              <a:off x="3871115" y="1240095"/>
              <a:ext cx="1129386"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9" name="矩形 3283">
              <a:extLst>
                <a:ext uri="{FF2B5EF4-FFF2-40B4-BE49-F238E27FC236}">
                  <a16:creationId xmlns:a16="http://schemas.microsoft.com/office/drawing/2014/main" id="{C0C34AFB-979B-2324-C311-E2C45D43E2B7}"/>
                </a:ext>
              </a:extLst>
            </p:cNvPr>
            <p:cNvSpPr>
              <a:spLocks noChangeArrowheads="1"/>
            </p:cNvSpPr>
            <p:nvPr/>
          </p:nvSpPr>
          <p:spPr bwMode="auto">
            <a:xfrm>
              <a:off x="6231795" y="1240095"/>
              <a:ext cx="1100612"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111" name="矩形 3283">
              <a:extLst>
                <a:ext uri="{FF2B5EF4-FFF2-40B4-BE49-F238E27FC236}">
                  <a16:creationId xmlns:a16="http://schemas.microsoft.com/office/drawing/2014/main" id="{6EBB4787-885D-C8BF-4625-F4F525DEC7CE}"/>
                </a:ext>
              </a:extLst>
            </p:cNvPr>
            <p:cNvSpPr>
              <a:spLocks noChangeArrowheads="1"/>
            </p:cNvSpPr>
            <p:nvPr/>
          </p:nvSpPr>
          <p:spPr bwMode="auto">
            <a:xfrm>
              <a:off x="6346892" y="3844193"/>
              <a:ext cx="1100612" cy="61127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68" name="矩形 3318">
              <a:extLst>
                <a:ext uri="{FF2B5EF4-FFF2-40B4-BE49-F238E27FC236}">
                  <a16:creationId xmlns:a16="http://schemas.microsoft.com/office/drawing/2014/main" id="{228EB476-4D1E-D347-306F-53EC69754627}"/>
                </a:ext>
              </a:extLst>
            </p:cNvPr>
            <p:cNvSpPr>
              <a:spLocks noChangeArrowheads="1"/>
            </p:cNvSpPr>
            <p:nvPr/>
          </p:nvSpPr>
          <p:spPr bwMode="auto">
            <a:xfrm>
              <a:off x="1340188" y="1267208"/>
              <a:ext cx="1081429"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 name="矩形 2">
              <a:extLst>
                <a:ext uri="{FF2B5EF4-FFF2-40B4-BE49-F238E27FC236}">
                  <a16:creationId xmlns:a16="http://schemas.microsoft.com/office/drawing/2014/main" id="{5F69393B-875A-4A1E-A186-AB6ED0A6189F}"/>
                </a:ext>
              </a:extLst>
            </p:cNvPr>
            <p:cNvSpPr>
              <a:spLocks noChangeArrowheads="1"/>
            </p:cNvSpPr>
            <p:nvPr/>
          </p:nvSpPr>
          <p:spPr bwMode="auto">
            <a:xfrm>
              <a:off x="1133973" y="3735741"/>
              <a:ext cx="2500954" cy="283456"/>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5" name="任意多边形: 形状 4">
              <a:extLst>
                <a:ext uri="{FF2B5EF4-FFF2-40B4-BE49-F238E27FC236}">
                  <a16:creationId xmlns:a16="http://schemas.microsoft.com/office/drawing/2014/main" id="{958DF76D-94DE-34E4-37B8-E7BEDC01B9C2}"/>
                </a:ext>
              </a:extLst>
            </p:cNvPr>
            <p:cNvSpPr/>
            <p:nvPr/>
          </p:nvSpPr>
          <p:spPr bwMode="auto">
            <a:xfrm>
              <a:off x="6356483" y="3520068"/>
              <a:ext cx="1092219" cy="307288"/>
            </a:xfrm>
            <a:custGeom>
              <a:avLst/>
              <a:gdLst>
                <a:gd name="connsiteX0" fmla="*/ 645459 w 1446306"/>
                <a:gd name="connsiteY0" fmla="*/ 0 h 256988"/>
                <a:gd name="connsiteX1" fmla="*/ 0 w 1446306"/>
                <a:gd name="connsiteY1" fmla="*/ 256988 h 256988"/>
                <a:gd name="connsiteX2" fmla="*/ 1446306 w 1446306"/>
                <a:gd name="connsiteY2" fmla="*/ 256988 h 256988"/>
                <a:gd name="connsiteX3" fmla="*/ 818777 w 1446306"/>
                <a:gd name="connsiteY3" fmla="*/ 11953 h 256988"/>
                <a:gd name="connsiteX4" fmla="*/ 645459 w 1446306"/>
                <a:gd name="connsiteY4" fmla="*/ 0 h 256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06" h="256988">
                  <a:moveTo>
                    <a:pt x="645459" y="0"/>
                  </a:moveTo>
                  <a:lnTo>
                    <a:pt x="0" y="256988"/>
                  </a:lnTo>
                  <a:lnTo>
                    <a:pt x="1446306" y="256988"/>
                  </a:lnTo>
                  <a:lnTo>
                    <a:pt x="818777" y="11953"/>
                  </a:lnTo>
                  <a:lnTo>
                    <a:pt x="645459" y="0"/>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5400000" scaled="0"/>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6" name="Text Box 358">
              <a:extLst>
                <a:ext uri="{FF2B5EF4-FFF2-40B4-BE49-F238E27FC236}">
                  <a16:creationId xmlns:a16="http://schemas.microsoft.com/office/drawing/2014/main" id="{CCB1D969-9A82-A583-D729-BD20B52CC856}"/>
                </a:ext>
              </a:extLst>
            </p:cNvPr>
            <p:cNvSpPr txBox="1">
              <a:spLocks noChangeArrowheads="1"/>
            </p:cNvSpPr>
            <p:nvPr/>
          </p:nvSpPr>
          <p:spPr bwMode="auto">
            <a:xfrm>
              <a:off x="6369288" y="4234869"/>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70       0 </a:t>
              </a:r>
              <a:endParaRPr lang="zh-CN" altLang="en-US" sz="1000" b="1">
                <a:ea typeface="微软雅黑" panose="020B0503020204020204" pitchFamily="34" charset="-122"/>
              </a:endParaRPr>
            </a:p>
          </p:txBody>
        </p:sp>
        <p:cxnSp>
          <p:nvCxnSpPr>
            <p:cNvPr id="10" name="直接连接符 3288">
              <a:extLst>
                <a:ext uri="{FF2B5EF4-FFF2-40B4-BE49-F238E27FC236}">
                  <a16:creationId xmlns:a16="http://schemas.microsoft.com/office/drawing/2014/main" id="{109E4D39-F624-073A-D7B9-5ACC6EFCE9E9}"/>
                </a:ext>
              </a:extLst>
            </p:cNvPr>
            <p:cNvCxnSpPr>
              <a:cxnSpLocks/>
            </p:cNvCxnSpPr>
            <p:nvPr/>
          </p:nvCxnSpPr>
          <p:spPr bwMode="auto">
            <a:xfrm>
              <a:off x="6728149" y="3858982"/>
              <a:ext cx="1199" cy="59156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 name="直接连接符 3289">
              <a:extLst>
                <a:ext uri="{FF2B5EF4-FFF2-40B4-BE49-F238E27FC236}">
                  <a16:creationId xmlns:a16="http://schemas.microsoft.com/office/drawing/2014/main" id="{F572C2DF-5C28-52B0-B602-18D8FC4F7785}"/>
                </a:ext>
              </a:extLst>
            </p:cNvPr>
            <p:cNvCxnSpPr>
              <a:cxnSpLocks/>
            </p:cNvCxnSpPr>
            <p:nvPr/>
          </p:nvCxnSpPr>
          <p:spPr bwMode="auto">
            <a:xfrm flipH="1">
              <a:off x="7078235" y="3833101"/>
              <a:ext cx="4796" cy="61004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 name="直接连接符 3285">
              <a:extLst>
                <a:ext uri="{FF2B5EF4-FFF2-40B4-BE49-F238E27FC236}">
                  <a16:creationId xmlns:a16="http://schemas.microsoft.com/office/drawing/2014/main" id="{4986CCD0-435F-6A8E-F073-E4E913DC4FBB}"/>
                </a:ext>
              </a:extLst>
            </p:cNvPr>
            <p:cNvCxnSpPr>
              <a:cxnSpLocks/>
            </p:cNvCxnSpPr>
            <p:nvPr/>
          </p:nvCxnSpPr>
          <p:spPr bwMode="auto">
            <a:xfrm>
              <a:off x="6346892" y="4234869"/>
              <a:ext cx="1095816"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sp>
          <p:nvSpPr>
            <p:cNvPr id="13" name="Text Box 410">
              <a:extLst>
                <a:ext uri="{FF2B5EF4-FFF2-40B4-BE49-F238E27FC236}">
                  <a16:creationId xmlns:a16="http://schemas.microsoft.com/office/drawing/2014/main" id="{3620C7D9-BB7C-A4D5-B553-5DB7C9628B52}"/>
                </a:ext>
              </a:extLst>
            </p:cNvPr>
            <p:cNvSpPr txBox="1">
              <a:spLocks noChangeArrowheads="1"/>
            </p:cNvSpPr>
            <p:nvPr/>
          </p:nvSpPr>
          <p:spPr bwMode="auto">
            <a:xfrm>
              <a:off x="4458512" y="254029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14" name="文本框 3344">
              <a:extLst>
                <a:ext uri="{FF2B5EF4-FFF2-40B4-BE49-F238E27FC236}">
                  <a16:creationId xmlns:a16="http://schemas.microsoft.com/office/drawing/2014/main" id="{92F832C3-4047-C9BB-875E-D60725A0FCF3}"/>
                </a:ext>
              </a:extLst>
            </p:cNvPr>
            <p:cNvSpPr txBox="1">
              <a:spLocks noChangeArrowheads="1"/>
            </p:cNvSpPr>
            <p:nvPr/>
          </p:nvSpPr>
          <p:spPr bwMode="auto">
            <a:xfrm>
              <a:off x="6274957" y="1715808"/>
              <a:ext cx="4247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 </a:t>
              </a:r>
              <a:endParaRPr lang="zh-CN" altLang="en-US" sz="1100" b="1">
                <a:ea typeface="微软雅黑" panose="020B0503020204020204" pitchFamily="34" charset="-122"/>
              </a:endParaRPr>
            </a:p>
          </p:txBody>
        </p:sp>
        <p:sp>
          <p:nvSpPr>
            <p:cNvPr id="15" name="任意多边形: 形状 14">
              <a:extLst>
                <a:ext uri="{FF2B5EF4-FFF2-40B4-BE49-F238E27FC236}">
                  <a16:creationId xmlns:a16="http://schemas.microsoft.com/office/drawing/2014/main" id="{4027872A-CE20-8909-0077-C5086A37314C}"/>
                </a:ext>
              </a:extLst>
            </p:cNvPr>
            <p:cNvSpPr/>
            <p:nvPr/>
          </p:nvSpPr>
          <p:spPr bwMode="auto">
            <a:xfrm>
              <a:off x="1335392" y="2087533"/>
              <a:ext cx="1086224" cy="539031"/>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cxnSp>
          <p:nvCxnSpPr>
            <p:cNvPr id="16" name="直接连接符 22">
              <a:extLst>
                <a:ext uri="{FF2B5EF4-FFF2-40B4-BE49-F238E27FC236}">
                  <a16:creationId xmlns:a16="http://schemas.microsoft.com/office/drawing/2014/main" id="{C4C8D68B-C303-953E-DAA2-8BA94B748FB1}"/>
                </a:ext>
              </a:extLst>
            </p:cNvPr>
            <p:cNvCxnSpPr>
              <a:cxnSpLocks/>
            </p:cNvCxnSpPr>
            <p:nvPr/>
          </p:nvCxnSpPr>
          <p:spPr bwMode="auto">
            <a:xfrm>
              <a:off x="1910876" y="2836076"/>
              <a:ext cx="149866" cy="109685"/>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sp>
          <p:nvSpPr>
            <p:cNvPr id="17" name="任意多边形: 形状 16">
              <a:extLst>
                <a:ext uri="{FF2B5EF4-FFF2-40B4-BE49-F238E27FC236}">
                  <a16:creationId xmlns:a16="http://schemas.microsoft.com/office/drawing/2014/main" id="{A944A97D-3BCF-F3B6-E0B4-2D040DED982F}"/>
                </a:ext>
              </a:extLst>
            </p:cNvPr>
            <p:cNvSpPr/>
            <p:nvPr/>
          </p:nvSpPr>
          <p:spPr bwMode="auto">
            <a:xfrm>
              <a:off x="6247381" y="2052258"/>
              <a:ext cx="1091020" cy="568144"/>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18" name="Line 227">
              <a:extLst>
                <a:ext uri="{FF2B5EF4-FFF2-40B4-BE49-F238E27FC236}">
                  <a16:creationId xmlns:a16="http://schemas.microsoft.com/office/drawing/2014/main" id="{CD3B8DE6-5C44-460B-A448-C725FB49D797}"/>
                </a:ext>
              </a:extLst>
            </p:cNvPr>
            <p:cNvSpPr>
              <a:spLocks noChangeShapeType="1"/>
            </p:cNvSpPr>
            <p:nvPr/>
          </p:nvSpPr>
          <p:spPr bwMode="auto">
            <a:xfrm>
              <a:off x="6807278" y="3406685"/>
              <a:ext cx="744532" cy="4313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19" name="Line 94">
              <a:extLst>
                <a:ext uri="{FF2B5EF4-FFF2-40B4-BE49-F238E27FC236}">
                  <a16:creationId xmlns:a16="http://schemas.microsoft.com/office/drawing/2014/main" id="{624BFF0B-4F43-6EAE-ED42-D19BEBEABC13}"/>
                </a:ext>
              </a:extLst>
            </p:cNvPr>
            <p:cNvSpPr>
              <a:spLocks noChangeShapeType="1"/>
            </p:cNvSpPr>
            <p:nvPr/>
          </p:nvSpPr>
          <p:spPr bwMode="auto">
            <a:xfrm>
              <a:off x="4506545" y="2815124"/>
              <a:ext cx="2300733" cy="59156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0" name="Line 227">
              <a:extLst>
                <a:ext uri="{FF2B5EF4-FFF2-40B4-BE49-F238E27FC236}">
                  <a16:creationId xmlns:a16="http://schemas.microsoft.com/office/drawing/2014/main" id="{DB83CBAA-3267-D0FC-AF79-C66DA2088C9D}"/>
                </a:ext>
              </a:extLst>
            </p:cNvPr>
            <p:cNvSpPr>
              <a:spLocks noChangeShapeType="1"/>
            </p:cNvSpPr>
            <p:nvPr/>
          </p:nvSpPr>
          <p:spPr bwMode="auto">
            <a:xfrm flipV="1">
              <a:off x="6790493" y="2741179"/>
              <a:ext cx="761317" cy="98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1" name="Line 89">
              <a:extLst>
                <a:ext uri="{FF2B5EF4-FFF2-40B4-BE49-F238E27FC236}">
                  <a16:creationId xmlns:a16="http://schemas.microsoft.com/office/drawing/2014/main" id="{4DF2E5BA-DA4C-68FA-6DF2-52D323611AD4}"/>
                </a:ext>
              </a:extLst>
            </p:cNvPr>
            <p:cNvSpPr>
              <a:spLocks noChangeShapeType="1"/>
            </p:cNvSpPr>
            <p:nvPr/>
          </p:nvSpPr>
          <p:spPr bwMode="auto">
            <a:xfrm>
              <a:off x="1010485" y="2736250"/>
              <a:ext cx="7661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2" name="Line 94">
              <a:extLst>
                <a:ext uri="{FF2B5EF4-FFF2-40B4-BE49-F238E27FC236}">
                  <a16:creationId xmlns:a16="http://schemas.microsoft.com/office/drawing/2014/main" id="{07BBB72C-FFA4-D6F4-BD0C-0D3D86056211}"/>
                </a:ext>
              </a:extLst>
            </p:cNvPr>
            <p:cNvSpPr>
              <a:spLocks noChangeShapeType="1"/>
            </p:cNvSpPr>
            <p:nvPr/>
          </p:nvSpPr>
          <p:spPr bwMode="auto">
            <a:xfrm>
              <a:off x="4558098" y="2737482"/>
              <a:ext cx="2249180" cy="739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3" name="Line 98">
              <a:extLst>
                <a:ext uri="{FF2B5EF4-FFF2-40B4-BE49-F238E27FC236}">
                  <a16:creationId xmlns:a16="http://schemas.microsoft.com/office/drawing/2014/main" id="{E7B4AB46-F212-B952-B5B7-2F03594CC9BB}"/>
                </a:ext>
              </a:extLst>
            </p:cNvPr>
            <p:cNvSpPr>
              <a:spLocks noChangeShapeType="1"/>
            </p:cNvSpPr>
            <p:nvPr/>
          </p:nvSpPr>
          <p:spPr bwMode="auto">
            <a:xfrm flipH="1">
              <a:off x="1958832" y="2741179"/>
              <a:ext cx="2355885" cy="1232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4" name="Line 345">
              <a:extLst>
                <a:ext uri="{FF2B5EF4-FFF2-40B4-BE49-F238E27FC236}">
                  <a16:creationId xmlns:a16="http://schemas.microsoft.com/office/drawing/2014/main" id="{42A183D9-57F7-265D-E85B-A745B69FF8AD}"/>
                </a:ext>
              </a:extLst>
            </p:cNvPr>
            <p:cNvSpPr>
              <a:spLocks noChangeShapeType="1"/>
            </p:cNvSpPr>
            <p:nvPr/>
          </p:nvSpPr>
          <p:spPr bwMode="auto">
            <a:xfrm flipV="1">
              <a:off x="1306618" y="2887837"/>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5" name="Text Box 350">
              <a:extLst>
                <a:ext uri="{FF2B5EF4-FFF2-40B4-BE49-F238E27FC236}">
                  <a16:creationId xmlns:a16="http://schemas.microsoft.com/office/drawing/2014/main" id="{BE1C6CAB-53BB-0DD1-FBC9-06E4A35F76C9}"/>
                </a:ext>
              </a:extLst>
            </p:cNvPr>
            <p:cNvSpPr txBox="1">
              <a:spLocks noChangeArrowheads="1"/>
            </p:cNvSpPr>
            <p:nvPr/>
          </p:nvSpPr>
          <p:spPr bwMode="auto">
            <a:xfrm>
              <a:off x="2877208" y="2067047"/>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26" name="AutoShape 354">
              <a:extLst>
                <a:ext uri="{FF2B5EF4-FFF2-40B4-BE49-F238E27FC236}">
                  <a16:creationId xmlns:a16="http://schemas.microsoft.com/office/drawing/2014/main" id="{87CE8701-7C6D-22F1-D9A9-21F5317CB634}"/>
                </a:ext>
              </a:extLst>
            </p:cNvPr>
            <p:cNvSpPr>
              <a:spLocks noChangeArrowheads="1"/>
            </p:cNvSpPr>
            <p:nvPr/>
          </p:nvSpPr>
          <p:spPr bwMode="auto">
            <a:xfrm>
              <a:off x="1817359" y="3182385"/>
              <a:ext cx="890800" cy="262505"/>
            </a:xfrm>
            <a:prstGeom prst="wedgeRoundRectCallout">
              <a:avLst>
                <a:gd name="adj1" fmla="val 73259"/>
                <a:gd name="adj2" fmla="val -135176"/>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27" name="Text Box 355">
              <a:extLst>
                <a:ext uri="{FF2B5EF4-FFF2-40B4-BE49-F238E27FC236}">
                  <a16:creationId xmlns:a16="http://schemas.microsoft.com/office/drawing/2014/main" id="{6A0D6268-71C1-7595-1C6D-CC1187FDA967}"/>
                </a:ext>
              </a:extLst>
            </p:cNvPr>
            <p:cNvSpPr txBox="1">
              <a:spLocks noChangeArrowheads="1"/>
            </p:cNvSpPr>
            <p:nvPr/>
          </p:nvSpPr>
          <p:spPr bwMode="auto">
            <a:xfrm>
              <a:off x="1753390" y="3200871"/>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 </a:t>
              </a:r>
              <a:r>
                <a:rPr lang="zh-CN" altLang="en-US" sz="1000" b="1">
                  <a:ea typeface="微软雅黑" panose="020B0503020204020204" pitchFamily="34" charset="-122"/>
                </a:rPr>
                <a:t>压入标签</a:t>
              </a:r>
            </a:p>
          </p:txBody>
        </p:sp>
        <p:sp>
          <p:nvSpPr>
            <p:cNvPr id="28" name="Text Box 370">
              <a:extLst>
                <a:ext uri="{FF2B5EF4-FFF2-40B4-BE49-F238E27FC236}">
                  <a16:creationId xmlns:a16="http://schemas.microsoft.com/office/drawing/2014/main" id="{8DF4CC13-872F-44FE-8FB8-C2E2DD88341E}"/>
                </a:ext>
              </a:extLst>
            </p:cNvPr>
            <p:cNvSpPr txBox="1">
              <a:spLocks noChangeArrowheads="1"/>
            </p:cNvSpPr>
            <p:nvPr/>
          </p:nvSpPr>
          <p:spPr bwMode="auto">
            <a:xfrm>
              <a:off x="1421169" y="2507020"/>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a:t>
              </a:r>
            </a:p>
          </p:txBody>
        </p:sp>
        <p:sp>
          <p:nvSpPr>
            <p:cNvPr id="29" name="Text Box 411">
              <a:extLst>
                <a:ext uri="{FF2B5EF4-FFF2-40B4-BE49-F238E27FC236}">
                  <a16:creationId xmlns:a16="http://schemas.microsoft.com/office/drawing/2014/main" id="{7C331D98-25FA-5D5D-6B77-C91C2088DDE8}"/>
                </a:ext>
              </a:extLst>
            </p:cNvPr>
            <p:cNvSpPr txBox="1">
              <a:spLocks noChangeArrowheads="1"/>
            </p:cNvSpPr>
            <p:nvPr/>
          </p:nvSpPr>
          <p:spPr bwMode="auto">
            <a:xfrm>
              <a:off x="4451319" y="2818822"/>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sp>
          <p:nvSpPr>
            <p:cNvPr id="30" name="Rectangle 414">
              <a:extLst>
                <a:ext uri="{FF2B5EF4-FFF2-40B4-BE49-F238E27FC236}">
                  <a16:creationId xmlns:a16="http://schemas.microsoft.com/office/drawing/2014/main" id="{79837A4D-728A-9B1C-CBC3-C724FEFEE86C}"/>
                </a:ext>
              </a:extLst>
            </p:cNvPr>
            <p:cNvSpPr>
              <a:spLocks noChangeArrowheads="1"/>
            </p:cNvSpPr>
            <p:nvPr/>
          </p:nvSpPr>
          <p:spPr bwMode="auto">
            <a:xfrm rot="10800000">
              <a:off x="2385649" y="2811427"/>
              <a:ext cx="451994"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31" name="Rectangle 415">
              <a:extLst>
                <a:ext uri="{FF2B5EF4-FFF2-40B4-BE49-F238E27FC236}">
                  <a16:creationId xmlns:a16="http://schemas.microsoft.com/office/drawing/2014/main" id="{2635347E-E913-C66A-527F-64893E09072B}"/>
                </a:ext>
              </a:extLst>
            </p:cNvPr>
            <p:cNvSpPr>
              <a:spLocks noChangeArrowheads="1"/>
            </p:cNvSpPr>
            <p:nvPr/>
          </p:nvSpPr>
          <p:spPr bwMode="auto">
            <a:xfrm>
              <a:off x="2834046" y="2811427"/>
              <a:ext cx="153462"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81</a:t>
              </a:r>
            </a:p>
          </p:txBody>
        </p:sp>
        <p:sp>
          <p:nvSpPr>
            <p:cNvPr id="32" name="Line 420">
              <a:extLst>
                <a:ext uri="{FF2B5EF4-FFF2-40B4-BE49-F238E27FC236}">
                  <a16:creationId xmlns:a16="http://schemas.microsoft.com/office/drawing/2014/main" id="{C38CD393-F8B1-13D3-A68D-5437CD1ED10D}"/>
                </a:ext>
              </a:extLst>
            </p:cNvPr>
            <p:cNvSpPr>
              <a:spLocks noChangeShapeType="1"/>
            </p:cNvSpPr>
            <p:nvPr/>
          </p:nvSpPr>
          <p:spPr bwMode="auto">
            <a:xfrm rot="17283846">
              <a:off x="4708858" y="2478189"/>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33" name="Text Box 370">
              <a:extLst>
                <a:ext uri="{FF2B5EF4-FFF2-40B4-BE49-F238E27FC236}">
                  <a16:creationId xmlns:a16="http://schemas.microsoft.com/office/drawing/2014/main" id="{BE2BFFEE-6F44-3528-E34E-A01E1F70301A}"/>
                </a:ext>
              </a:extLst>
            </p:cNvPr>
            <p:cNvSpPr txBox="1">
              <a:spLocks noChangeArrowheads="1"/>
            </p:cNvSpPr>
            <p:nvPr/>
          </p:nvSpPr>
          <p:spPr bwMode="auto">
            <a:xfrm>
              <a:off x="6482422" y="3119532"/>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4</a:t>
              </a:r>
            </a:p>
          </p:txBody>
        </p:sp>
        <p:sp>
          <p:nvSpPr>
            <p:cNvPr id="34" name="Text Box 370">
              <a:extLst>
                <a:ext uri="{FF2B5EF4-FFF2-40B4-BE49-F238E27FC236}">
                  <a16:creationId xmlns:a16="http://schemas.microsoft.com/office/drawing/2014/main" id="{F994F11A-8FCF-DF8E-F1AF-92AACD67D3E3}"/>
                </a:ext>
              </a:extLst>
            </p:cNvPr>
            <p:cNvSpPr txBox="1">
              <a:spLocks noChangeArrowheads="1"/>
            </p:cNvSpPr>
            <p:nvPr/>
          </p:nvSpPr>
          <p:spPr bwMode="auto">
            <a:xfrm>
              <a:off x="6362531" y="2515647"/>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a:t>
              </a:r>
            </a:p>
          </p:txBody>
        </p:sp>
        <p:sp>
          <p:nvSpPr>
            <p:cNvPr id="35" name="Text Box 370">
              <a:extLst>
                <a:ext uri="{FF2B5EF4-FFF2-40B4-BE49-F238E27FC236}">
                  <a16:creationId xmlns:a16="http://schemas.microsoft.com/office/drawing/2014/main" id="{194E628A-5240-AE63-9A25-056D11851304}"/>
                </a:ext>
              </a:extLst>
            </p:cNvPr>
            <p:cNvSpPr txBox="1">
              <a:spLocks noChangeArrowheads="1"/>
            </p:cNvSpPr>
            <p:nvPr/>
          </p:nvSpPr>
          <p:spPr bwMode="auto">
            <a:xfrm>
              <a:off x="3959290" y="2492231"/>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a:t>
              </a:r>
            </a:p>
          </p:txBody>
        </p:sp>
        <p:sp>
          <p:nvSpPr>
            <p:cNvPr id="36" name="Text Box 353">
              <a:extLst>
                <a:ext uri="{FF2B5EF4-FFF2-40B4-BE49-F238E27FC236}">
                  <a16:creationId xmlns:a16="http://schemas.microsoft.com/office/drawing/2014/main" id="{2AC5FF1B-7922-829D-86F9-410DB1E12E4E}"/>
                </a:ext>
              </a:extLst>
            </p:cNvPr>
            <p:cNvSpPr txBox="1">
              <a:spLocks noChangeArrowheads="1"/>
            </p:cNvSpPr>
            <p:nvPr/>
          </p:nvSpPr>
          <p:spPr bwMode="auto">
            <a:xfrm>
              <a:off x="621252" y="2930971"/>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grpSp>
          <p:nvGrpSpPr>
            <p:cNvPr id="37" name="组合 3255">
              <a:extLst>
                <a:ext uri="{FF2B5EF4-FFF2-40B4-BE49-F238E27FC236}">
                  <a16:creationId xmlns:a16="http://schemas.microsoft.com/office/drawing/2014/main" id="{6AF7CC4B-FD55-49AC-3126-1784B3CAA764}"/>
                </a:ext>
              </a:extLst>
            </p:cNvPr>
            <p:cNvGrpSpPr>
              <a:grpSpLocks/>
            </p:cNvGrpSpPr>
            <p:nvPr/>
          </p:nvGrpSpPr>
          <p:grpSpPr bwMode="auto">
            <a:xfrm>
              <a:off x="7545815" y="2592057"/>
              <a:ext cx="989112" cy="547193"/>
              <a:chOff x="9866202" y="1510266"/>
              <a:chExt cx="1309687" cy="703263"/>
            </a:xfrm>
          </p:grpSpPr>
          <p:pic>
            <p:nvPicPr>
              <p:cNvPr id="217" name="Picture 226">
                <a:extLst>
                  <a:ext uri="{FF2B5EF4-FFF2-40B4-BE49-F238E27FC236}">
                    <a16:creationId xmlns:a16="http://schemas.microsoft.com/office/drawing/2014/main" id="{97832580-8E65-1762-E8DF-E9C96517079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8" name="Text Box 353">
                <a:extLst>
                  <a:ext uri="{FF2B5EF4-FFF2-40B4-BE49-F238E27FC236}">
                    <a16:creationId xmlns:a16="http://schemas.microsoft.com/office/drawing/2014/main" id="{F096B785-6D75-117E-C72E-C6C39B367036}"/>
                  </a:ext>
                </a:extLst>
              </p:cNvPr>
              <p:cNvSpPr txBox="1">
                <a:spLocks noChangeArrowheads="1"/>
              </p:cNvSpPr>
              <p:nvPr/>
            </p:nvSpPr>
            <p:spPr bwMode="auto">
              <a:xfrm>
                <a:off x="10012484" y="1711881"/>
                <a:ext cx="1091736" cy="34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a:t>
                </a:r>
                <a:endParaRPr lang="zh-CN" altLang="en-US" sz="1000" b="1">
                  <a:ea typeface="微软雅黑" panose="020B0503020204020204" pitchFamily="34" charset="-122"/>
                </a:endParaRPr>
              </a:p>
            </p:txBody>
          </p:sp>
        </p:grpSp>
        <p:grpSp>
          <p:nvGrpSpPr>
            <p:cNvPr id="38" name="组合 3161">
              <a:extLst>
                <a:ext uri="{FF2B5EF4-FFF2-40B4-BE49-F238E27FC236}">
                  <a16:creationId xmlns:a16="http://schemas.microsoft.com/office/drawing/2014/main" id="{F9535905-9570-DEE3-58B9-8FEA0D2E2FEE}"/>
                </a:ext>
              </a:extLst>
            </p:cNvPr>
            <p:cNvGrpSpPr>
              <a:grpSpLocks/>
            </p:cNvGrpSpPr>
            <p:nvPr/>
          </p:nvGrpSpPr>
          <p:grpSpPr bwMode="auto">
            <a:xfrm>
              <a:off x="6629838" y="2582198"/>
              <a:ext cx="302129" cy="361098"/>
              <a:chOff x="829150" y="1370013"/>
              <a:chExt cx="399575" cy="465137"/>
            </a:xfrm>
          </p:grpSpPr>
          <p:sp>
            <p:nvSpPr>
              <p:cNvPr id="187" name="AutoShape 86">
                <a:extLst>
                  <a:ext uri="{FF2B5EF4-FFF2-40B4-BE49-F238E27FC236}">
                    <a16:creationId xmlns:a16="http://schemas.microsoft.com/office/drawing/2014/main" id="{816B74EE-B1F9-C83B-D006-CFAE94AF6021}"/>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88" name="Oval 88">
                <a:extLst>
                  <a:ext uri="{FF2B5EF4-FFF2-40B4-BE49-F238E27FC236}">
                    <a16:creationId xmlns:a16="http://schemas.microsoft.com/office/drawing/2014/main" id="{D732BC2C-7B0A-D45F-5600-D8EAF0358651}"/>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89" name="Rectangle 89">
                <a:extLst>
                  <a:ext uri="{FF2B5EF4-FFF2-40B4-BE49-F238E27FC236}">
                    <a16:creationId xmlns:a16="http://schemas.microsoft.com/office/drawing/2014/main" id="{32D5104F-7259-8120-3336-05E76E42B87E}"/>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90" name="Oval 91">
                <a:extLst>
                  <a:ext uri="{FF2B5EF4-FFF2-40B4-BE49-F238E27FC236}">
                    <a16:creationId xmlns:a16="http://schemas.microsoft.com/office/drawing/2014/main" id="{5242B3FA-F26C-E2DA-4236-7938F57F83A8}"/>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91" name="Group 110">
                <a:extLst>
                  <a:ext uri="{FF2B5EF4-FFF2-40B4-BE49-F238E27FC236}">
                    <a16:creationId xmlns:a16="http://schemas.microsoft.com/office/drawing/2014/main" id="{046FB2F5-9E0F-C0A3-468C-4D6D41043B16}"/>
                  </a:ext>
                </a:extLst>
              </p:cNvPr>
              <p:cNvGrpSpPr>
                <a:grpSpLocks/>
              </p:cNvGrpSpPr>
              <p:nvPr/>
            </p:nvGrpSpPr>
            <p:grpSpPr bwMode="auto">
              <a:xfrm>
                <a:off x="898525" y="1389063"/>
                <a:ext cx="268287" cy="112712"/>
                <a:chOff x="566" y="875"/>
                <a:chExt cx="169" cy="71"/>
              </a:xfrm>
            </p:grpSpPr>
            <p:grpSp>
              <p:nvGrpSpPr>
                <p:cNvPr id="199" name="Group 100">
                  <a:extLst>
                    <a:ext uri="{FF2B5EF4-FFF2-40B4-BE49-F238E27FC236}">
                      <a16:creationId xmlns:a16="http://schemas.microsoft.com/office/drawing/2014/main" id="{E72CDB69-98BF-3479-289B-7247C2FFE264}"/>
                    </a:ext>
                  </a:extLst>
                </p:cNvPr>
                <p:cNvGrpSpPr>
                  <a:grpSpLocks/>
                </p:cNvGrpSpPr>
                <p:nvPr/>
              </p:nvGrpSpPr>
              <p:grpSpPr bwMode="auto">
                <a:xfrm>
                  <a:off x="566" y="875"/>
                  <a:ext cx="168" cy="69"/>
                  <a:chOff x="566" y="875"/>
                  <a:chExt cx="168" cy="69"/>
                </a:xfrm>
              </p:grpSpPr>
              <p:sp>
                <p:nvSpPr>
                  <p:cNvPr id="209" name="Freeform 92">
                    <a:extLst>
                      <a:ext uri="{FF2B5EF4-FFF2-40B4-BE49-F238E27FC236}">
                        <a16:creationId xmlns:a16="http://schemas.microsoft.com/office/drawing/2014/main" id="{B2E5DBB9-4A10-AE1E-C7E0-6ECAD6541968}"/>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0" name="Freeform 93">
                    <a:extLst>
                      <a:ext uri="{FF2B5EF4-FFF2-40B4-BE49-F238E27FC236}">
                        <a16:creationId xmlns:a16="http://schemas.microsoft.com/office/drawing/2014/main" id="{42B5F32F-C502-E091-ED87-4DB7D64283BD}"/>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1" name="Freeform 94">
                    <a:extLst>
                      <a:ext uri="{FF2B5EF4-FFF2-40B4-BE49-F238E27FC236}">
                        <a16:creationId xmlns:a16="http://schemas.microsoft.com/office/drawing/2014/main" id="{7006D732-CD9B-D2F6-9F28-1C58AAB378F9}"/>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2" name="Freeform 95">
                    <a:extLst>
                      <a:ext uri="{FF2B5EF4-FFF2-40B4-BE49-F238E27FC236}">
                        <a16:creationId xmlns:a16="http://schemas.microsoft.com/office/drawing/2014/main" id="{E132E0D7-F127-B15B-22F3-F994BEED6ACD}"/>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3" name="Freeform 96">
                    <a:extLst>
                      <a:ext uri="{FF2B5EF4-FFF2-40B4-BE49-F238E27FC236}">
                        <a16:creationId xmlns:a16="http://schemas.microsoft.com/office/drawing/2014/main" id="{DE83E3F8-8B97-BCE3-4F77-8A9D25BD777E}"/>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4" name="Freeform 97">
                    <a:extLst>
                      <a:ext uri="{FF2B5EF4-FFF2-40B4-BE49-F238E27FC236}">
                        <a16:creationId xmlns:a16="http://schemas.microsoft.com/office/drawing/2014/main" id="{ADBB4DAE-74F1-88F7-81DA-752E74F7D463}"/>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5" name="Freeform 98">
                    <a:extLst>
                      <a:ext uri="{FF2B5EF4-FFF2-40B4-BE49-F238E27FC236}">
                        <a16:creationId xmlns:a16="http://schemas.microsoft.com/office/drawing/2014/main" id="{1FA38466-4FF7-8505-B3B8-0146C131F0CD}"/>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6" name="Freeform 99">
                    <a:extLst>
                      <a:ext uri="{FF2B5EF4-FFF2-40B4-BE49-F238E27FC236}">
                        <a16:creationId xmlns:a16="http://schemas.microsoft.com/office/drawing/2014/main" id="{DE7EEE88-171C-1A57-9B30-032018C0C3A5}"/>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200" name="Group 109">
                  <a:extLst>
                    <a:ext uri="{FF2B5EF4-FFF2-40B4-BE49-F238E27FC236}">
                      <a16:creationId xmlns:a16="http://schemas.microsoft.com/office/drawing/2014/main" id="{5AEC6EF9-A676-91CF-F1EF-CA24D2ABB842}"/>
                    </a:ext>
                  </a:extLst>
                </p:cNvPr>
                <p:cNvGrpSpPr>
                  <a:grpSpLocks/>
                </p:cNvGrpSpPr>
                <p:nvPr/>
              </p:nvGrpSpPr>
              <p:grpSpPr bwMode="auto">
                <a:xfrm>
                  <a:off x="568" y="876"/>
                  <a:ext cx="167" cy="70"/>
                  <a:chOff x="568" y="876"/>
                  <a:chExt cx="167" cy="70"/>
                </a:xfrm>
              </p:grpSpPr>
              <p:sp>
                <p:nvSpPr>
                  <p:cNvPr id="201" name="Freeform 101">
                    <a:extLst>
                      <a:ext uri="{FF2B5EF4-FFF2-40B4-BE49-F238E27FC236}">
                        <a16:creationId xmlns:a16="http://schemas.microsoft.com/office/drawing/2014/main" id="{16641C24-488F-5CC2-8F58-F7D791D4ED00}"/>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2" name="Freeform 102">
                    <a:extLst>
                      <a:ext uri="{FF2B5EF4-FFF2-40B4-BE49-F238E27FC236}">
                        <a16:creationId xmlns:a16="http://schemas.microsoft.com/office/drawing/2014/main" id="{CF28E5D4-56D1-FCDF-7A67-7BCAAEF72912}"/>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3" name="Freeform 103">
                    <a:extLst>
                      <a:ext uri="{FF2B5EF4-FFF2-40B4-BE49-F238E27FC236}">
                        <a16:creationId xmlns:a16="http://schemas.microsoft.com/office/drawing/2014/main" id="{127CD7D0-3FA3-3380-84ED-CC2EB835DFD7}"/>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4" name="Freeform 104">
                    <a:extLst>
                      <a:ext uri="{FF2B5EF4-FFF2-40B4-BE49-F238E27FC236}">
                        <a16:creationId xmlns:a16="http://schemas.microsoft.com/office/drawing/2014/main" id="{8B7F88FE-7AB7-D2D6-BD8B-61921D4A5622}"/>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5" name="Freeform 105">
                    <a:extLst>
                      <a:ext uri="{FF2B5EF4-FFF2-40B4-BE49-F238E27FC236}">
                        <a16:creationId xmlns:a16="http://schemas.microsoft.com/office/drawing/2014/main" id="{8A97CE62-96DB-0F71-D638-95602D078F11}"/>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6" name="Freeform 106">
                    <a:extLst>
                      <a:ext uri="{FF2B5EF4-FFF2-40B4-BE49-F238E27FC236}">
                        <a16:creationId xmlns:a16="http://schemas.microsoft.com/office/drawing/2014/main" id="{7F346124-5806-D4E7-DD94-84724031A24B}"/>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7" name="Freeform 107">
                    <a:extLst>
                      <a:ext uri="{FF2B5EF4-FFF2-40B4-BE49-F238E27FC236}">
                        <a16:creationId xmlns:a16="http://schemas.microsoft.com/office/drawing/2014/main" id="{4F69EB53-B6B5-BEA3-7CD8-9FE44B00A63B}"/>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8" name="Freeform 108">
                    <a:extLst>
                      <a:ext uri="{FF2B5EF4-FFF2-40B4-BE49-F238E27FC236}">
                        <a16:creationId xmlns:a16="http://schemas.microsoft.com/office/drawing/2014/main" id="{03450BD6-3F16-5851-283C-7D263D3C38BD}"/>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92" name="Line 111">
                <a:extLst>
                  <a:ext uri="{FF2B5EF4-FFF2-40B4-BE49-F238E27FC236}">
                    <a16:creationId xmlns:a16="http://schemas.microsoft.com/office/drawing/2014/main" id="{467C58D6-ECAD-347C-18B1-31A9D476F591}"/>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93" name="Line 112">
                <a:extLst>
                  <a:ext uri="{FF2B5EF4-FFF2-40B4-BE49-F238E27FC236}">
                    <a16:creationId xmlns:a16="http://schemas.microsoft.com/office/drawing/2014/main" id="{ECD67A8F-D87C-B02E-B2DE-058DDFCC15AA}"/>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94" name="Group 150">
                <a:extLst>
                  <a:ext uri="{FF2B5EF4-FFF2-40B4-BE49-F238E27FC236}">
                    <a16:creationId xmlns:a16="http://schemas.microsoft.com/office/drawing/2014/main" id="{4AC5CD77-E963-6DE2-4BE5-33BFB9F5A156}"/>
                  </a:ext>
                </a:extLst>
              </p:cNvPr>
              <p:cNvGrpSpPr>
                <a:grpSpLocks/>
              </p:cNvGrpSpPr>
              <p:nvPr/>
            </p:nvGrpSpPr>
            <p:grpSpPr bwMode="auto">
              <a:xfrm>
                <a:off x="871778" y="1539380"/>
                <a:ext cx="298450" cy="168771"/>
                <a:chOff x="465" y="2127"/>
                <a:chExt cx="188" cy="171"/>
              </a:xfrm>
            </p:grpSpPr>
            <p:sp>
              <p:nvSpPr>
                <p:cNvPr id="195" name="Freeform 146">
                  <a:extLst>
                    <a:ext uri="{FF2B5EF4-FFF2-40B4-BE49-F238E27FC236}">
                      <a16:creationId xmlns:a16="http://schemas.microsoft.com/office/drawing/2014/main" id="{D34B1DA5-9FAE-0165-9A68-CACDA425A0AE}"/>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6" name="Freeform 147">
                  <a:extLst>
                    <a:ext uri="{FF2B5EF4-FFF2-40B4-BE49-F238E27FC236}">
                      <a16:creationId xmlns:a16="http://schemas.microsoft.com/office/drawing/2014/main" id="{C75285A7-26C0-0D0D-4D3A-A96D0E7F79C2}"/>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7" name="Freeform 148">
                  <a:extLst>
                    <a:ext uri="{FF2B5EF4-FFF2-40B4-BE49-F238E27FC236}">
                      <a16:creationId xmlns:a16="http://schemas.microsoft.com/office/drawing/2014/main" id="{1AD20B58-2B29-A8F7-74A8-1E634327BAC8}"/>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8" name="Freeform 149">
                  <a:extLst>
                    <a:ext uri="{FF2B5EF4-FFF2-40B4-BE49-F238E27FC236}">
                      <a16:creationId xmlns:a16="http://schemas.microsoft.com/office/drawing/2014/main" id="{475B71A0-0DBF-A6D0-317F-7C91FA21E351}"/>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39" name="组合 3163">
              <a:extLst>
                <a:ext uri="{FF2B5EF4-FFF2-40B4-BE49-F238E27FC236}">
                  <a16:creationId xmlns:a16="http://schemas.microsoft.com/office/drawing/2014/main" id="{76E004AA-CAF5-2494-9363-75F2574CA934}"/>
                </a:ext>
              </a:extLst>
            </p:cNvPr>
            <p:cNvGrpSpPr>
              <a:grpSpLocks/>
            </p:cNvGrpSpPr>
            <p:nvPr/>
          </p:nvGrpSpPr>
          <p:grpSpPr bwMode="auto">
            <a:xfrm>
              <a:off x="1705860" y="2610543"/>
              <a:ext cx="300929" cy="361099"/>
              <a:chOff x="829150" y="1370013"/>
              <a:chExt cx="399575" cy="465137"/>
            </a:xfrm>
          </p:grpSpPr>
          <p:sp>
            <p:nvSpPr>
              <p:cNvPr id="157" name="AutoShape 86">
                <a:extLst>
                  <a:ext uri="{FF2B5EF4-FFF2-40B4-BE49-F238E27FC236}">
                    <a16:creationId xmlns:a16="http://schemas.microsoft.com/office/drawing/2014/main" id="{28FC6BB7-7208-22C8-661F-7669C88F49EE}"/>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58" name="Oval 88">
                <a:extLst>
                  <a:ext uri="{FF2B5EF4-FFF2-40B4-BE49-F238E27FC236}">
                    <a16:creationId xmlns:a16="http://schemas.microsoft.com/office/drawing/2014/main" id="{EE17879C-77A2-C27A-C42C-953DC679C2F6}"/>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59" name="Rectangle 89">
                <a:extLst>
                  <a:ext uri="{FF2B5EF4-FFF2-40B4-BE49-F238E27FC236}">
                    <a16:creationId xmlns:a16="http://schemas.microsoft.com/office/drawing/2014/main" id="{C2D0F79F-A2CE-1FBF-2308-27B79C03924E}"/>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60" name="Oval 91">
                <a:extLst>
                  <a:ext uri="{FF2B5EF4-FFF2-40B4-BE49-F238E27FC236}">
                    <a16:creationId xmlns:a16="http://schemas.microsoft.com/office/drawing/2014/main" id="{E964CE13-E0E2-4B36-BD2F-ED326EB1B24E}"/>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61" name="Group 110">
                <a:extLst>
                  <a:ext uri="{FF2B5EF4-FFF2-40B4-BE49-F238E27FC236}">
                    <a16:creationId xmlns:a16="http://schemas.microsoft.com/office/drawing/2014/main" id="{57BBE34A-ECE7-0D1D-1597-EA68AFB2609F}"/>
                  </a:ext>
                </a:extLst>
              </p:cNvPr>
              <p:cNvGrpSpPr>
                <a:grpSpLocks/>
              </p:cNvGrpSpPr>
              <p:nvPr/>
            </p:nvGrpSpPr>
            <p:grpSpPr bwMode="auto">
              <a:xfrm>
                <a:off x="898525" y="1389063"/>
                <a:ext cx="268287" cy="112712"/>
                <a:chOff x="566" y="875"/>
                <a:chExt cx="169" cy="71"/>
              </a:xfrm>
            </p:grpSpPr>
            <p:grpSp>
              <p:nvGrpSpPr>
                <p:cNvPr id="169" name="Group 100">
                  <a:extLst>
                    <a:ext uri="{FF2B5EF4-FFF2-40B4-BE49-F238E27FC236}">
                      <a16:creationId xmlns:a16="http://schemas.microsoft.com/office/drawing/2014/main" id="{DFE40B4B-F4E4-03C3-34B2-96BDE7B9E9D6}"/>
                    </a:ext>
                  </a:extLst>
                </p:cNvPr>
                <p:cNvGrpSpPr>
                  <a:grpSpLocks/>
                </p:cNvGrpSpPr>
                <p:nvPr/>
              </p:nvGrpSpPr>
              <p:grpSpPr bwMode="auto">
                <a:xfrm>
                  <a:off x="566" y="875"/>
                  <a:ext cx="168" cy="69"/>
                  <a:chOff x="566" y="875"/>
                  <a:chExt cx="168" cy="69"/>
                </a:xfrm>
              </p:grpSpPr>
              <p:sp>
                <p:nvSpPr>
                  <p:cNvPr id="179" name="Freeform 92">
                    <a:extLst>
                      <a:ext uri="{FF2B5EF4-FFF2-40B4-BE49-F238E27FC236}">
                        <a16:creationId xmlns:a16="http://schemas.microsoft.com/office/drawing/2014/main" id="{6E33FBB9-B6C4-2DD1-313B-6380C6DD2068}"/>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0" name="Freeform 93">
                    <a:extLst>
                      <a:ext uri="{FF2B5EF4-FFF2-40B4-BE49-F238E27FC236}">
                        <a16:creationId xmlns:a16="http://schemas.microsoft.com/office/drawing/2014/main" id="{1BC8980E-A3BA-A2D8-E7F3-92452865D20B}"/>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1" name="Freeform 94">
                    <a:extLst>
                      <a:ext uri="{FF2B5EF4-FFF2-40B4-BE49-F238E27FC236}">
                        <a16:creationId xmlns:a16="http://schemas.microsoft.com/office/drawing/2014/main" id="{DB05B57D-3835-6A7D-9A4B-A16703455432}"/>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2" name="Freeform 95">
                    <a:extLst>
                      <a:ext uri="{FF2B5EF4-FFF2-40B4-BE49-F238E27FC236}">
                        <a16:creationId xmlns:a16="http://schemas.microsoft.com/office/drawing/2014/main" id="{45DD543E-E75E-33E2-E828-04B3B0CEB623}"/>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3" name="Freeform 96">
                    <a:extLst>
                      <a:ext uri="{FF2B5EF4-FFF2-40B4-BE49-F238E27FC236}">
                        <a16:creationId xmlns:a16="http://schemas.microsoft.com/office/drawing/2014/main" id="{FC09B1EC-0080-61F3-B523-1EB4D35ADFFF}"/>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4" name="Freeform 97">
                    <a:extLst>
                      <a:ext uri="{FF2B5EF4-FFF2-40B4-BE49-F238E27FC236}">
                        <a16:creationId xmlns:a16="http://schemas.microsoft.com/office/drawing/2014/main" id="{C6FD6F50-1BFD-5652-17A8-E6226041FA3A}"/>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5" name="Freeform 98">
                    <a:extLst>
                      <a:ext uri="{FF2B5EF4-FFF2-40B4-BE49-F238E27FC236}">
                        <a16:creationId xmlns:a16="http://schemas.microsoft.com/office/drawing/2014/main" id="{4A8BD9A6-D075-7962-0770-3343DB0A76B1}"/>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6" name="Freeform 99">
                    <a:extLst>
                      <a:ext uri="{FF2B5EF4-FFF2-40B4-BE49-F238E27FC236}">
                        <a16:creationId xmlns:a16="http://schemas.microsoft.com/office/drawing/2014/main" id="{A8F4154C-14BA-8CA7-A895-C933DC0DA8B9}"/>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70" name="Group 109">
                  <a:extLst>
                    <a:ext uri="{FF2B5EF4-FFF2-40B4-BE49-F238E27FC236}">
                      <a16:creationId xmlns:a16="http://schemas.microsoft.com/office/drawing/2014/main" id="{C1F5698C-106B-7C9A-18BE-39DC7B8E71D7}"/>
                    </a:ext>
                  </a:extLst>
                </p:cNvPr>
                <p:cNvGrpSpPr>
                  <a:grpSpLocks/>
                </p:cNvGrpSpPr>
                <p:nvPr/>
              </p:nvGrpSpPr>
              <p:grpSpPr bwMode="auto">
                <a:xfrm>
                  <a:off x="568" y="876"/>
                  <a:ext cx="167" cy="70"/>
                  <a:chOff x="568" y="876"/>
                  <a:chExt cx="167" cy="70"/>
                </a:xfrm>
              </p:grpSpPr>
              <p:sp>
                <p:nvSpPr>
                  <p:cNvPr id="171" name="Freeform 101">
                    <a:extLst>
                      <a:ext uri="{FF2B5EF4-FFF2-40B4-BE49-F238E27FC236}">
                        <a16:creationId xmlns:a16="http://schemas.microsoft.com/office/drawing/2014/main" id="{59FA40F1-43D4-C664-0B6D-304950F58ADF}"/>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2" name="Freeform 102">
                    <a:extLst>
                      <a:ext uri="{FF2B5EF4-FFF2-40B4-BE49-F238E27FC236}">
                        <a16:creationId xmlns:a16="http://schemas.microsoft.com/office/drawing/2014/main" id="{D44F230A-A6DA-D6FD-21BC-F82D47380CF2}"/>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3" name="Freeform 103">
                    <a:extLst>
                      <a:ext uri="{FF2B5EF4-FFF2-40B4-BE49-F238E27FC236}">
                        <a16:creationId xmlns:a16="http://schemas.microsoft.com/office/drawing/2014/main" id="{809DC682-5F3F-847D-B5C4-A3D6EC6EF650}"/>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4" name="Freeform 104">
                    <a:extLst>
                      <a:ext uri="{FF2B5EF4-FFF2-40B4-BE49-F238E27FC236}">
                        <a16:creationId xmlns:a16="http://schemas.microsoft.com/office/drawing/2014/main" id="{AEC0BDEA-9F42-422F-3838-55794A053E0A}"/>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5" name="Freeform 105">
                    <a:extLst>
                      <a:ext uri="{FF2B5EF4-FFF2-40B4-BE49-F238E27FC236}">
                        <a16:creationId xmlns:a16="http://schemas.microsoft.com/office/drawing/2014/main" id="{403DABBA-9850-6C4F-2A1B-B8A3793C8552}"/>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6" name="Freeform 106">
                    <a:extLst>
                      <a:ext uri="{FF2B5EF4-FFF2-40B4-BE49-F238E27FC236}">
                        <a16:creationId xmlns:a16="http://schemas.microsoft.com/office/drawing/2014/main" id="{94E0E4C7-2DC2-AF72-4629-137270A3D516}"/>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7" name="Freeform 107">
                    <a:extLst>
                      <a:ext uri="{FF2B5EF4-FFF2-40B4-BE49-F238E27FC236}">
                        <a16:creationId xmlns:a16="http://schemas.microsoft.com/office/drawing/2014/main" id="{52D7230F-92BA-9017-D456-F39CA0B4D749}"/>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8" name="Freeform 108">
                    <a:extLst>
                      <a:ext uri="{FF2B5EF4-FFF2-40B4-BE49-F238E27FC236}">
                        <a16:creationId xmlns:a16="http://schemas.microsoft.com/office/drawing/2014/main" id="{F03A9889-E7E9-5971-859D-8FCF455AA68A}"/>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62" name="Line 111">
                <a:extLst>
                  <a:ext uri="{FF2B5EF4-FFF2-40B4-BE49-F238E27FC236}">
                    <a16:creationId xmlns:a16="http://schemas.microsoft.com/office/drawing/2014/main" id="{00C4EEFA-7426-DADB-DFA2-FDC8F8A80586}"/>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63" name="Line 112">
                <a:extLst>
                  <a:ext uri="{FF2B5EF4-FFF2-40B4-BE49-F238E27FC236}">
                    <a16:creationId xmlns:a16="http://schemas.microsoft.com/office/drawing/2014/main" id="{BE19EED4-58F1-97A9-3D93-C26B4097527C}"/>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64" name="Group 150">
                <a:extLst>
                  <a:ext uri="{FF2B5EF4-FFF2-40B4-BE49-F238E27FC236}">
                    <a16:creationId xmlns:a16="http://schemas.microsoft.com/office/drawing/2014/main" id="{F6E89AA7-C87D-F9CE-C3D8-C0BFAD7F7DC4}"/>
                  </a:ext>
                </a:extLst>
              </p:cNvPr>
              <p:cNvGrpSpPr>
                <a:grpSpLocks/>
              </p:cNvGrpSpPr>
              <p:nvPr/>
            </p:nvGrpSpPr>
            <p:grpSpPr bwMode="auto">
              <a:xfrm>
                <a:off x="871778" y="1539380"/>
                <a:ext cx="298450" cy="168771"/>
                <a:chOff x="465" y="2127"/>
                <a:chExt cx="188" cy="171"/>
              </a:xfrm>
            </p:grpSpPr>
            <p:sp>
              <p:nvSpPr>
                <p:cNvPr id="165" name="Freeform 146">
                  <a:extLst>
                    <a:ext uri="{FF2B5EF4-FFF2-40B4-BE49-F238E27FC236}">
                      <a16:creationId xmlns:a16="http://schemas.microsoft.com/office/drawing/2014/main" id="{94BC3430-71D0-0A39-159D-3DCA9F8707F6}"/>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6" name="Freeform 147">
                  <a:extLst>
                    <a:ext uri="{FF2B5EF4-FFF2-40B4-BE49-F238E27FC236}">
                      <a16:creationId xmlns:a16="http://schemas.microsoft.com/office/drawing/2014/main" id="{D17CBAF3-3E2F-CC97-EBF3-62EE3822B8EE}"/>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7" name="Freeform 148">
                  <a:extLst>
                    <a:ext uri="{FF2B5EF4-FFF2-40B4-BE49-F238E27FC236}">
                      <a16:creationId xmlns:a16="http://schemas.microsoft.com/office/drawing/2014/main" id="{53B071AB-7E30-D162-9C4E-640285346749}"/>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8" name="Freeform 149">
                  <a:extLst>
                    <a:ext uri="{FF2B5EF4-FFF2-40B4-BE49-F238E27FC236}">
                      <a16:creationId xmlns:a16="http://schemas.microsoft.com/office/drawing/2014/main" id="{D84721D4-66D2-CEE7-77B8-08219870D8B0}"/>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0" name="组合 3223">
              <a:extLst>
                <a:ext uri="{FF2B5EF4-FFF2-40B4-BE49-F238E27FC236}">
                  <a16:creationId xmlns:a16="http://schemas.microsoft.com/office/drawing/2014/main" id="{62BCB5CB-84AD-18D4-294C-65F85C182988}"/>
                </a:ext>
              </a:extLst>
            </p:cNvPr>
            <p:cNvGrpSpPr>
              <a:grpSpLocks/>
            </p:cNvGrpSpPr>
            <p:nvPr/>
          </p:nvGrpSpPr>
          <p:grpSpPr bwMode="auto">
            <a:xfrm>
              <a:off x="6765316" y="3260027"/>
              <a:ext cx="300929" cy="361098"/>
              <a:chOff x="829150" y="1370013"/>
              <a:chExt cx="399575" cy="465137"/>
            </a:xfrm>
          </p:grpSpPr>
          <p:sp>
            <p:nvSpPr>
              <p:cNvPr id="127" name="AutoShape 86">
                <a:extLst>
                  <a:ext uri="{FF2B5EF4-FFF2-40B4-BE49-F238E27FC236}">
                    <a16:creationId xmlns:a16="http://schemas.microsoft.com/office/drawing/2014/main" id="{E3833839-E154-0652-70AA-B42A42553252}"/>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28" name="Oval 88">
                <a:extLst>
                  <a:ext uri="{FF2B5EF4-FFF2-40B4-BE49-F238E27FC236}">
                    <a16:creationId xmlns:a16="http://schemas.microsoft.com/office/drawing/2014/main" id="{84402DE3-C1BF-79EA-2584-62C8DCE3C57D}"/>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29" name="Rectangle 89">
                <a:extLst>
                  <a:ext uri="{FF2B5EF4-FFF2-40B4-BE49-F238E27FC236}">
                    <a16:creationId xmlns:a16="http://schemas.microsoft.com/office/drawing/2014/main" id="{86614FFD-AEC9-8457-9104-7CB0B0B1EC9F}"/>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30" name="Oval 91">
                <a:extLst>
                  <a:ext uri="{FF2B5EF4-FFF2-40B4-BE49-F238E27FC236}">
                    <a16:creationId xmlns:a16="http://schemas.microsoft.com/office/drawing/2014/main" id="{7263E8BC-2635-0058-0A51-6EDF02F3E522}"/>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31" name="Group 110">
                <a:extLst>
                  <a:ext uri="{FF2B5EF4-FFF2-40B4-BE49-F238E27FC236}">
                    <a16:creationId xmlns:a16="http://schemas.microsoft.com/office/drawing/2014/main" id="{0F22837C-E8DB-08B5-E061-EA14FC25BEBD}"/>
                  </a:ext>
                </a:extLst>
              </p:cNvPr>
              <p:cNvGrpSpPr>
                <a:grpSpLocks/>
              </p:cNvGrpSpPr>
              <p:nvPr/>
            </p:nvGrpSpPr>
            <p:grpSpPr bwMode="auto">
              <a:xfrm>
                <a:off x="898525" y="1389063"/>
                <a:ext cx="268287" cy="112712"/>
                <a:chOff x="566" y="875"/>
                <a:chExt cx="169" cy="71"/>
              </a:xfrm>
            </p:grpSpPr>
            <p:grpSp>
              <p:nvGrpSpPr>
                <p:cNvPr id="139" name="Group 100">
                  <a:extLst>
                    <a:ext uri="{FF2B5EF4-FFF2-40B4-BE49-F238E27FC236}">
                      <a16:creationId xmlns:a16="http://schemas.microsoft.com/office/drawing/2014/main" id="{42E822B9-DD8B-8695-AA96-48C1DCD43D04}"/>
                    </a:ext>
                  </a:extLst>
                </p:cNvPr>
                <p:cNvGrpSpPr>
                  <a:grpSpLocks/>
                </p:cNvGrpSpPr>
                <p:nvPr/>
              </p:nvGrpSpPr>
              <p:grpSpPr bwMode="auto">
                <a:xfrm>
                  <a:off x="566" y="875"/>
                  <a:ext cx="168" cy="69"/>
                  <a:chOff x="566" y="875"/>
                  <a:chExt cx="168" cy="69"/>
                </a:xfrm>
              </p:grpSpPr>
              <p:sp>
                <p:nvSpPr>
                  <p:cNvPr id="149" name="Freeform 92">
                    <a:extLst>
                      <a:ext uri="{FF2B5EF4-FFF2-40B4-BE49-F238E27FC236}">
                        <a16:creationId xmlns:a16="http://schemas.microsoft.com/office/drawing/2014/main" id="{49AA8312-A844-1C22-2DF0-13D3DE730706}"/>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0" name="Freeform 93">
                    <a:extLst>
                      <a:ext uri="{FF2B5EF4-FFF2-40B4-BE49-F238E27FC236}">
                        <a16:creationId xmlns:a16="http://schemas.microsoft.com/office/drawing/2014/main" id="{857A8071-E942-A0DA-BEAD-A1FC40BF8D7F}"/>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1" name="Freeform 94">
                    <a:extLst>
                      <a:ext uri="{FF2B5EF4-FFF2-40B4-BE49-F238E27FC236}">
                        <a16:creationId xmlns:a16="http://schemas.microsoft.com/office/drawing/2014/main" id="{6C365FA4-ABC3-D423-E15A-54188A09CEC8}"/>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2" name="Freeform 95">
                    <a:extLst>
                      <a:ext uri="{FF2B5EF4-FFF2-40B4-BE49-F238E27FC236}">
                        <a16:creationId xmlns:a16="http://schemas.microsoft.com/office/drawing/2014/main" id="{4F75D635-88BE-107A-8AE5-2BBA0755FB13}"/>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3" name="Freeform 96">
                    <a:extLst>
                      <a:ext uri="{FF2B5EF4-FFF2-40B4-BE49-F238E27FC236}">
                        <a16:creationId xmlns:a16="http://schemas.microsoft.com/office/drawing/2014/main" id="{A91ADC2F-C753-D32B-4E8D-A9749FB54344}"/>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4" name="Freeform 97">
                    <a:extLst>
                      <a:ext uri="{FF2B5EF4-FFF2-40B4-BE49-F238E27FC236}">
                        <a16:creationId xmlns:a16="http://schemas.microsoft.com/office/drawing/2014/main" id="{B2E5FA5A-86CF-CBD4-EC4D-D0BE65666EC4}"/>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5" name="Freeform 98">
                    <a:extLst>
                      <a:ext uri="{FF2B5EF4-FFF2-40B4-BE49-F238E27FC236}">
                        <a16:creationId xmlns:a16="http://schemas.microsoft.com/office/drawing/2014/main" id="{D939E8AA-8DCE-1FB6-924A-2284BA079578}"/>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6" name="Freeform 99">
                    <a:extLst>
                      <a:ext uri="{FF2B5EF4-FFF2-40B4-BE49-F238E27FC236}">
                        <a16:creationId xmlns:a16="http://schemas.microsoft.com/office/drawing/2014/main" id="{DE3DB8C9-CD01-2102-9E6E-602886C23153}"/>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40" name="Group 109">
                  <a:extLst>
                    <a:ext uri="{FF2B5EF4-FFF2-40B4-BE49-F238E27FC236}">
                      <a16:creationId xmlns:a16="http://schemas.microsoft.com/office/drawing/2014/main" id="{7CE418C0-4A9F-2967-3F88-49AEB9B2CDBB}"/>
                    </a:ext>
                  </a:extLst>
                </p:cNvPr>
                <p:cNvGrpSpPr>
                  <a:grpSpLocks/>
                </p:cNvGrpSpPr>
                <p:nvPr/>
              </p:nvGrpSpPr>
              <p:grpSpPr bwMode="auto">
                <a:xfrm>
                  <a:off x="568" y="876"/>
                  <a:ext cx="167" cy="70"/>
                  <a:chOff x="568" y="876"/>
                  <a:chExt cx="167" cy="70"/>
                </a:xfrm>
              </p:grpSpPr>
              <p:sp>
                <p:nvSpPr>
                  <p:cNvPr id="141" name="Freeform 101">
                    <a:extLst>
                      <a:ext uri="{FF2B5EF4-FFF2-40B4-BE49-F238E27FC236}">
                        <a16:creationId xmlns:a16="http://schemas.microsoft.com/office/drawing/2014/main" id="{64E86578-7AE4-2E70-B218-07C33F2952C2}"/>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2" name="Freeform 102">
                    <a:extLst>
                      <a:ext uri="{FF2B5EF4-FFF2-40B4-BE49-F238E27FC236}">
                        <a16:creationId xmlns:a16="http://schemas.microsoft.com/office/drawing/2014/main" id="{29F10AAA-7478-2355-0BFF-79F86918ACEC}"/>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3" name="Freeform 103">
                    <a:extLst>
                      <a:ext uri="{FF2B5EF4-FFF2-40B4-BE49-F238E27FC236}">
                        <a16:creationId xmlns:a16="http://schemas.microsoft.com/office/drawing/2014/main" id="{4B591EEE-7DC8-8B3F-2942-02FB7AA5D7CF}"/>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4" name="Freeform 104">
                    <a:extLst>
                      <a:ext uri="{FF2B5EF4-FFF2-40B4-BE49-F238E27FC236}">
                        <a16:creationId xmlns:a16="http://schemas.microsoft.com/office/drawing/2014/main" id="{5B6145DF-D4FE-C547-8F15-4D0184554EC4}"/>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5" name="Freeform 105">
                    <a:extLst>
                      <a:ext uri="{FF2B5EF4-FFF2-40B4-BE49-F238E27FC236}">
                        <a16:creationId xmlns:a16="http://schemas.microsoft.com/office/drawing/2014/main" id="{53009544-29CF-BDFF-F793-4DF8F78C5F9E}"/>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6" name="Freeform 106">
                    <a:extLst>
                      <a:ext uri="{FF2B5EF4-FFF2-40B4-BE49-F238E27FC236}">
                        <a16:creationId xmlns:a16="http://schemas.microsoft.com/office/drawing/2014/main" id="{97ECCFB7-6CF0-F815-C1B2-6D4071B45A6A}"/>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7" name="Freeform 107">
                    <a:extLst>
                      <a:ext uri="{FF2B5EF4-FFF2-40B4-BE49-F238E27FC236}">
                        <a16:creationId xmlns:a16="http://schemas.microsoft.com/office/drawing/2014/main" id="{EC83DBDF-9999-3CCB-891D-251B05DEAE93}"/>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8" name="Freeform 108">
                    <a:extLst>
                      <a:ext uri="{FF2B5EF4-FFF2-40B4-BE49-F238E27FC236}">
                        <a16:creationId xmlns:a16="http://schemas.microsoft.com/office/drawing/2014/main" id="{7D0C4365-BAB9-1568-25F9-0128BD6FF36D}"/>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32" name="Line 111">
                <a:extLst>
                  <a:ext uri="{FF2B5EF4-FFF2-40B4-BE49-F238E27FC236}">
                    <a16:creationId xmlns:a16="http://schemas.microsoft.com/office/drawing/2014/main" id="{F4AE5CD1-B4BD-EF02-666A-35FFE765EBCC}"/>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33" name="Line 112">
                <a:extLst>
                  <a:ext uri="{FF2B5EF4-FFF2-40B4-BE49-F238E27FC236}">
                    <a16:creationId xmlns:a16="http://schemas.microsoft.com/office/drawing/2014/main" id="{0DC67520-22C1-46B5-E4B0-D571E8BEEEFC}"/>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34" name="Group 150">
                <a:extLst>
                  <a:ext uri="{FF2B5EF4-FFF2-40B4-BE49-F238E27FC236}">
                    <a16:creationId xmlns:a16="http://schemas.microsoft.com/office/drawing/2014/main" id="{C6A57202-72E1-B232-78E8-4119D701CC71}"/>
                  </a:ext>
                </a:extLst>
              </p:cNvPr>
              <p:cNvGrpSpPr>
                <a:grpSpLocks/>
              </p:cNvGrpSpPr>
              <p:nvPr/>
            </p:nvGrpSpPr>
            <p:grpSpPr bwMode="auto">
              <a:xfrm>
                <a:off x="871778" y="1539380"/>
                <a:ext cx="298450" cy="168771"/>
                <a:chOff x="465" y="2127"/>
                <a:chExt cx="188" cy="171"/>
              </a:xfrm>
            </p:grpSpPr>
            <p:sp>
              <p:nvSpPr>
                <p:cNvPr id="135" name="Freeform 146">
                  <a:extLst>
                    <a:ext uri="{FF2B5EF4-FFF2-40B4-BE49-F238E27FC236}">
                      <a16:creationId xmlns:a16="http://schemas.microsoft.com/office/drawing/2014/main" id="{472C2684-764E-5D69-EF79-E798C5ECA213}"/>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6" name="Freeform 147">
                  <a:extLst>
                    <a:ext uri="{FF2B5EF4-FFF2-40B4-BE49-F238E27FC236}">
                      <a16:creationId xmlns:a16="http://schemas.microsoft.com/office/drawing/2014/main" id="{48FCF3CC-8AC8-2D4E-14C6-5B998DDB2F65}"/>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7" name="Freeform 148">
                  <a:extLst>
                    <a:ext uri="{FF2B5EF4-FFF2-40B4-BE49-F238E27FC236}">
                      <a16:creationId xmlns:a16="http://schemas.microsoft.com/office/drawing/2014/main" id="{90F5DA87-43B5-E9F3-5F77-D09BDE1C27E2}"/>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8" name="Freeform 149">
                  <a:extLst>
                    <a:ext uri="{FF2B5EF4-FFF2-40B4-BE49-F238E27FC236}">
                      <a16:creationId xmlns:a16="http://schemas.microsoft.com/office/drawing/2014/main" id="{2D934752-9B16-352E-EBDA-743E46920BE1}"/>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1" name="组合 3256">
              <a:extLst>
                <a:ext uri="{FF2B5EF4-FFF2-40B4-BE49-F238E27FC236}">
                  <a16:creationId xmlns:a16="http://schemas.microsoft.com/office/drawing/2014/main" id="{90EFEA36-173F-C68D-1ED2-5A8AC8E4EA2A}"/>
                </a:ext>
              </a:extLst>
            </p:cNvPr>
            <p:cNvGrpSpPr>
              <a:grpSpLocks/>
            </p:cNvGrpSpPr>
            <p:nvPr/>
          </p:nvGrpSpPr>
          <p:grpSpPr bwMode="auto">
            <a:xfrm>
              <a:off x="7531428" y="3202103"/>
              <a:ext cx="989112" cy="545961"/>
              <a:chOff x="9866202" y="1510266"/>
              <a:chExt cx="1309687" cy="703263"/>
            </a:xfrm>
          </p:grpSpPr>
          <p:pic>
            <p:nvPicPr>
              <p:cNvPr id="125" name="Picture 226">
                <a:extLst>
                  <a:ext uri="{FF2B5EF4-FFF2-40B4-BE49-F238E27FC236}">
                    <a16:creationId xmlns:a16="http://schemas.microsoft.com/office/drawing/2014/main" id="{1E1521F3-69CD-E08F-D0FD-CBCEF02F5D9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6" name="Text Box 353">
                <a:extLst>
                  <a:ext uri="{FF2B5EF4-FFF2-40B4-BE49-F238E27FC236}">
                    <a16:creationId xmlns:a16="http://schemas.microsoft.com/office/drawing/2014/main" id="{365D8CF8-DFB4-126C-AF57-8F86DBB62880}"/>
                  </a:ext>
                </a:extLst>
              </p:cNvPr>
              <p:cNvSpPr txBox="1">
                <a:spLocks noChangeArrowheads="1"/>
              </p:cNvSpPr>
              <p:nvPr/>
            </p:nvSpPr>
            <p:spPr bwMode="auto">
              <a:xfrm>
                <a:off x="10012484" y="1711879"/>
                <a:ext cx="1091736" cy="34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a:t>
                </a:r>
                <a:endParaRPr lang="zh-CN" altLang="en-US" sz="1000" b="1">
                  <a:ea typeface="微软雅黑" panose="020B0503020204020204" pitchFamily="34" charset="-122"/>
                </a:endParaRPr>
              </a:p>
            </p:txBody>
          </p:sp>
        </p:grpSp>
        <p:sp>
          <p:nvSpPr>
            <p:cNvPr id="42" name="Text Box 358">
              <a:extLst>
                <a:ext uri="{FF2B5EF4-FFF2-40B4-BE49-F238E27FC236}">
                  <a16:creationId xmlns:a16="http://schemas.microsoft.com/office/drawing/2014/main" id="{3B8CBBE9-1C6D-07A6-EFDF-B7151E2A540B}"/>
                </a:ext>
              </a:extLst>
            </p:cNvPr>
            <p:cNvSpPr txBox="1">
              <a:spLocks noChangeArrowheads="1"/>
            </p:cNvSpPr>
            <p:nvPr/>
          </p:nvSpPr>
          <p:spPr bwMode="auto">
            <a:xfrm>
              <a:off x="4815975" y="2431843"/>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43" name="Text Box 358">
              <a:extLst>
                <a:ext uri="{FF2B5EF4-FFF2-40B4-BE49-F238E27FC236}">
                  <a16:creationId xmlns:a16="http://schemas.microsoft.com/office/drawing/2014/main" id="{9C3EC3FC-2716-D0E8-7612-807AF0DC5BB7}"/>
                </a:ext>
              </a:extLst>
            </p:cNvPr>
            <p:cNvSpPr txBox="1">
              <a:spLocks noChangeArrowheads="1"/>
            </p:cNvSpPr>
            <p:nvPr/>
          </p:nvSpPr>
          <p:spPr bwMode="auto">
            <a:xfrm rot="859865">
              <a:off x="4817175" y="3135336"/>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 </a:t>
              </a:r>
              <a:r>
                <a:rPr lang="zh-CN" altLang="en-US" sz="1000" b="1">
                  <a:ea typeface="微软雅黑" panose="020B0503020204020204" pitchFamily="34" charset="-122"/>
                </a:rPr>
                <a:t>的标签是 </a:t>
              </a: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44" name="Line 420">
              <a:extLst>
                <a:ext uri="{FF2B5EF4-FFF2-40B4-BE49-F238E27FC236}">
                  <a16:creationId xmlns:a16="http://schemas.microsoft.com/office/drawing/2014/main" id="{1C3AD264-7B22-0D8A-6B42-9F4D5E502F6D}"/>
                </a:ext>
              </a:extLst>
            </p:cNvPr>
            <p:cNvSpPr>
              <a:spLocks noChangeShapeType="1"/>
            </p:cNvSpPr>
            <p:nvPr/>
          </p:nvSpPr>
          <p:spPr bwMode="auto">
            <a:xfrm rot="17283846">
              <a:off x="4759966" y="2928406"/>
              <a:ext cx="11092" cy="21340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45" name="Text Box 358">
              <a:extLst>
                <a:ext uri="{FF2B5EF4-FFF2-40B4-BE49-F238E27FC236}">
                  <a16:creationId xmlns:a16="http://schemas.microsoft.com/office/drawing/2014/main" id="{E02F3377-F8A2-1E1C-ABB1-733CE5919608}"/>
                </a:ext>
              </a:extLst>
            </p:cNvPr>
            <p:cNvSpPr txBox="1">
              <a:spLocks noChangeArrowheads="1"/>
            </p:cNvSpPr>
            <p:nvPr/>
          </p:nvSpPr>
          <p:spPr bwMode="auto">
            <a:xfrm>
              <a:off x="6254191" y="1624608"/>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80       0 </a:t>
              </a:r>
              <a:endParaRPr lang="zh-CN" altLang="en-US" sz="1000" b="1">
                <a:ea typeface="微软雅黑" panose="020B0503020204020204" pitchFamily="34" charset="-122"/>
              </a:endParaRPr>
            </a:p>
          </p:txBody>
        </p:sp>
        <p:sp>
          <p:nvSpPr>
            <p:cNvPr id="46" name="Text Box 358">
              <a:extLst>
                <a:ext uri="{FF2B5EF4-FFF2-40B4-BE49-F238E27FC236}">
                  <a16:creationId xmlns:a16="http://schemas.microsoft.com/office/drawing/2014/main" id="{C3E4A837-5259-F108-9C4E-97B2CE2DCDF5}"/>
                </a:ext>
              </a:extLst>
            </p:cNvPr>
            <p:cNvSpPr txBox="1">
              <a:spLocks noChangeArrowheads="1"/>
            </p:cNvSpPr>
            <p:nvPr/>
          </p:nvSpPr>
          <p:spPr bwMode="auto">
            <a:xfrm>
              <a:off x="6157532"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47" name="Text Box 358">
              <a:extLst>
                <a:ext uri="{FF2B5EF4-FFF2-40B4-BE49-F238E27FC236}">
                  <a16:creationId xmlns:a16="http://schemas.microsoft.com/office/drawing/2014/main" id="{B74EE4AA-8756-7911-6C49-B29E9A796D9A}"/>
                </a:ext>
              </a:extLst>
            </p:cNvPr>
            <p:cNvSpPr txBox="1">
              <a:spLocks noChangeArrowheads="1"/>
            </p:cNvSpPr>
            <p:nvPr/>
          </p:nvSpPr>
          <p:spPr bwMode="auto">
            <a:xfrm>
              <a:off x="6548380"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48" name="Text Box 358">
              <a:extLst>
                <a:ext uri="{FF2B5EF4-FFF2-40B4-BE49-F238E27FC236}">
                  <a16:creationId xmlns:a16="http://schemas.microsoft.com/office/drawing/2014/main" id="{55CAA2D8-F1B9-2F30-A2A3-2BE9D5443C25}"/>
                </a:ext>
              </a:extLst>
            </p:cNvPr>
            <p:cNvSpPr txBox="1">
              <a:spLocks noChangeArrowheads="1"/>
            </p:cNvSpPr>
            <p:nvPr/>
          </p:nvSpPr>
          <p:spPr bwMode="auto">
            <a:xfrm>
              <a:off x="6888875"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0" name="组合 1">
              <a:extLst>
                <a:ext uri="{FF2B5EF4-FFF2-40B4-BE49-F238E27FC236}">
                  <a16:creationId xmlns:a16="http://schemas.microsoft.com/office/drawing/2014/main" id="{D1FACD2E-1EFB-711C-EEC3-68D8CC7E963C}"/>
                </a:ext>
              </a:extLst>
            </p:cNvPr>
            <p:cNvGrpSpPr>
              <a:grpSpLocks/>
            </p:cNvGrpSpPr>
            <p:nvPr/>
          </p:nvGrpSpPr>
          <p:grpSpPr bwMode="auto">
            <a:xfrm>
              <a:off x="6226999" y="1624609"/>
              <a:ext cx="1100612" cy="215673"/>
              <a:chOff x="8213725" y="1520825"/>
              <a:chExt cx="2092325" cy="277813"/>
            </a:xfrm>
          </p:grpSpPr>
          <p:cxnSp>
            <p:nvCxnSpPr>
              <p:cNvPr id="123" name="直接连接符 3285">
                <a:extLst>
                  <a:ext uri="{FF2B5EF4-FFF2-40B4-BE49-F238E27FC236}">
                    <a16:creationId xmlns:a16="http://schemas.microsoft.com/office/drawing/2014/main" id="{CF4CDB09-1922-36EE-D8FC-06D19EA4AAC4}"/>
                  </a:ext>
                </a:extLst>
              </p:cNvPr>
              <p:cNvCxnSpPr>
                <a:cxnSpLocks/>
              </p:cNvCxnSpPr>
              <p:nvPr/>
            </p:nvCxnSpPr>
            <p:spPr bwMode="auto">
              <a:xfrm>
                <a:off x="8223250" y="1520825"/>
                <a:ext cx="208280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4" name="直接连接符 3286">
                <a:extLst>
                  <a:ext uri="{FF2B5EF4-FFF2-40B4-BE49-F238E27FC236}">
                    <a16:creationId xmlns:a16="http://schemas.microsoft.com/office/drawing/2014/main" id="{53121B2F-6745-7573-56D4-69291814FC63}"/>
                  </a:ext>
                </a:extLst>
              </p:cNvPr>
              <p:cNvCxnSpPr>
                <a:cxnSpLocks/>
              </p:cNvCxnSpPr>
              <p:nvPr/>
            </p:nvCxnSpPr>
            <p:spPr bwMode="auto">
              <a:xfrm>
                <a:off x="8213725" y="1798638"/>
                <a:ext cx="208280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1" name="直接连接符 3288">
              <a:extLst>
                <a:ext uri="{FF2B5EF4-FFF2-40B4-BE49-F238E27FC236}">
                  <a16:creationId xmlns:a16="http://schemas.microsoft.com/office/drawing/2014/main" id="{76634D99-576F-0DD9-4405-29957AD8FF74}"/>
                </a:ext>
              </a:extLst>
            </p:cNvPr>
            <p:cNvCxnSpPr>
              <a:cxnSpLocks/>
            </p:cNvCxnSpPr>
            <p:nvPr/>
          </p:nvCxnSpPr>
          <p:spPr bwMode="auto">
            <a:xfrm>
              <a:off x="6613053" y="1254884"/>
              <a:ext cx="1199"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2" name="直接连接符 3289">
              <a:extLst>
                <a:ext uri="{FF2B5EF4-FFF2-40B4-BE49-F238E27FC236}">
                  <a16:creationId xmlns:a16="http://schemas.microsoft.com/office/drawing/2014/main" id="{EAB477F4-4E97-03EB-2C86-89E1D86C52D0}"/>
                </a:ext>
              </a:extLst>
            </p:cNvPr>
            <p:cNvCxnSpPr>
              <a:cxnSpLocks/>
            </p:cNvCxnSpPr>
            <p:nvPr/>
          </p:nvCxnSpPr>
          <p:spPr bwMode="auto">
            <a:xfrm>
              <a:off x="6958343" y="1254884"/>
              <a:ext cx="47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53" name="Text Box 358">
              <a:extLst>
                <a:ext uri="{FF2B5EF4-FFF2-40B4-BE49-F238E27FC236}">
                  <a16:creationId xmlns:a16="http://schemas.microsoft.com/office/drawing/2014/main" id="{BDBDB6A3-7489-9DB6-C470-0B1C17A414C5}"/>
                </a:ext>
              </a:extLst>
            </p:cNvPr>
            <p:cNvSpPr txBox="1">
              <a:spLocks noChangeArrowheads="1"/>
            </p:cNvSpPr>
            <p:nvPr/>
          </p:nvSpPr>
          <p:spPr bwMode="auto">
            <a:xfrm>
              <a:off x="3903374" y="162214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81       0</a:t>
              </a:r>
              <a:endParaRPr lang="zh-CN" altLang="en-US" sz="1000" b="1">
                <a:ea typeface="微软雅黑" panose="020B0503020204020204" pitchFamily="34" charset="-122"/>
              </a:endParaRPr>
            </a:p>
          </p:txBody>
        </p:sp>
        <p:sp>
          <p:nvSpPr>
            <p:cNvPr id="54" name="Text Box 358">
              <a:extLst>
                <a:ext uri="{FF2B5EF4-FFF2-40B4-BE49-F238E27FC236}">
                  <a16:creationId xmlns:a16="http://schemas.microsoft.com/office/drawing/2014/main" id="{4EF80227-E65D-D047-EC96-3F4D55A28481}"/>
                </a:ext>
              </a:extLst>
            </p:cNvPr>
            <p:cNvSpPr txBox="1">
              <a:spLocks noChangeArrowheads="1"/>
            </p:cNvSpPr>
            <p:nvPr/>
          </p:nvSpPr>
          <p:spPr bwMode="auto">
            <a:xfrm>
              <a:off x="3818431" y="124132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55" name="Text Box 358">
              <a:extLst>
                <a:ext uri="{FF2B5EF4-FFF2-40B4-BE49-F238E27FC236}">
                  <a16:creationId xmlns:a16="http://schemas.microsoft.com/office/drawing/2014/main" id="{0B73B4CA-E238-8CAD-2D46-CD6972EFDC22}"/>
                </a:ext>
              </a:extLst>
            </p:cNvPr>
            <p:cNvSpPr txBox="1">
              <a:spLocks noChangeArrowheads="1"/>
            </p:cNvSpPr>
            <p:nvPr/>
          </p:nvSpPr>
          <p:spPr bwMode="auto">
            <a:xfrm>
              <a:off x="4215277"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56" name="Text Box 358">
              <a:extLst>
                <a:ext uri="{FF2B5EF4-FFF2-40B4-BE49-F238E27FC236}">
                  <a16:creationId xmlns:a16="http://schemas.microsoft.com/office/drawing/2014/main" id="{1A77FB9A-DE60-45A6-ECBD-DB3B020491ED}"/>
                </a:ext>
              </a:extLst>
            </p:cNvPr>
            <p:cNvSpPr txBox="1">
              <a:spLocks noChangeArrowheads="1"/>
            </p:cNvSpPr>
            <p:nvPr/>
          </p:nvSpPr>
          <p:spPr bwMode="auto">
            <a:xfrm>
              <a:off x="4555771"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8" name="组合 3303">
              <a:extLst>
                <a:ext uri="{FF2B5EF4-FFF2-40B4-BE49-F238E27FC236}">
                  <a16:creationId xmlns:a16="http://schemas.microsoft.com/office/drawing/2014/main" id="{FEC9527E-5CCF-B228-B774-842822FDF39A}"/>
                </a:ext>
              </a:extLst>
            </p:cNvPr>
            <p:cNvGrpSpPr>
              <a:grpSpLocks/>
            </p:cNvGrpSpPr>
            <p:nvPr/>
          </p:nvGrpSpPr>
          <p:grpSpPr bwMode="auto">
            <a:xfrm>
              <a:off x="3861524" y="1617214"/>
              <a:ext cx="1140176" cy="205814"/>
              <a:chOff x="374152" y="5167871"/>
              <a:chExt cx="2069011" cy="264309"/>
            </a:xfrm>
          </p:grpSpPr>
          <p:cxnSp>
            <p:nvCxnSpPr>
              <p:cNvPr id="121" name="直接连接符 3307">
                <a:extLst>
                  <a:ext uri="{FF2B5EF4-FFF2-40B4-BE49-F238E27FC236}">
                    <a16:creationId xmlns:a16="http://schemas.microsoft.com/office/drawing/2014/main" id="{48DF0AA1-6FF8-A47A-4286-4D6E244A2E0C}"/>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2" name="直接连接符 3308">
                <a:extLst>
                  <a:ext uri="{FF2B5EF4-FFF2-40B4-BE49-F238E27FC236}">
                    <a16:creationId xmlns:a16="http://schemas.microsoft.com/office/drawing/2014/main" id="{B831C736-2E8C-DFE3-A88F-3C74A307C161}"/>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9" name="直接连接符 3305">
              <a:extLst>
                <a:ext uri="{FF2B5EF4-FFF2-40B4-BE49-F238E27FC236}">
                  <a16:creationId xmlns:a16="http://schemas.microsoft.com/office/drawing/2014/main" id="{BDDE945D-8FB8-1C14-415A-19BC0DA916E2}"/>
                </a:ext>
              </a:extLst>
            </p:cNvPr>
            <p:cNvCxnSpPr>
              <a:cxnSpLocks/>
            </p:cNvCxnSpPr>
            <p:nvPr/>
          </p:nvCxnSpPr>
          <p:spPr bwMode="auto">
            <a:xfrm>
              <a:off x="4281147" y="1254884"/>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60" name="直接连接符 3306">
              <a:extLst>
                <a:ext uri="{FF2B5EF4-FFF2-40B4-BE49-F238E27FC236}">
                  <a16:creationId xmlns:a16="http://schemas.microsoft.com/office/drawing/2014/main" id="{EE359242-3305-5257-4267-E15B7E7FBEDD}"/>
                </a:ext>
              </a:extLst>
            </p:cNvPr>
            <p:cNvCxnSpPr>
              <a:cxnSpLocks/>
            </p:cNvCxnSpPr>
            <p:nvPr/>
          </p:nvCxnSpPr>
          <p:spPr bwMode="auto">
            <a:xfrm>
              <a:off x="4626437" y="1254884"/>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61" name="Text Box 358">
              <a:extLst>
                <a:ext uri="{FF2B5EF4-FFF2-40B4-BE49-F238E27FC236}">
                  <a16:creationId xmlns:a16="http://schemas.microsoft.com/office/drawing/2014/main" id="{515124CB-59DC-BB92-C87C-915D9D764856}"/>
                </a:ext>
              </a:extLst>
            </p:cNvPr>
            <p:cNvSpPr txBox="1">
              <a:spLocks noChangeArrowheads="1"/>
            </p:cNvSpPr>
            <p:nvPr/>
          </p:nvSpPr>
          <p:spPr bwMode="auto">
            <a:xfrm>
              <a:off x="3906973" y="181563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40       1</a:t>
              </a:r>
              <a:endParaRPr lang="zh-CN" altLang="en-US" sz="1000" b="1">
                <a:ea typeface="微软雅黑" panose="020B0503020204020204" pitchFamily="34" charset="-122"/>
              </a:endParaRPr>
            </a:p>
          </p:txBody>
        </p:sp>
        <p:sp>
          <p:nvSpPr>
            <p:cNvPr id="62" name="Text Box 358">
              <a:extLst>
                <a:ext uri="{FF2B5EF4-FFF2-40B4-BE49-F238E27FC236}">
                  <a16:creationId xmlns:a16="http://schemas.microsoft.com/office/drawing/2014/main" id="{9964D463-7457-C201-01FC-29296533016A}"/>
                </a:ext>
              </a:extLst>
            </p:cNvPr>
            <p:cNvSpPr txBox="1">
              <a:spLocks noChangeArrowheads="1"/>
            </p:cNvSpPr>
            <p:nvPr/>
          </p:nvSpPr>
          <p:spPr bwMode="auto">
            <a:xfrm>
              <a:off x="4642595" y="1618447"/>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63" name="Text Box 358">
              <a:extLst>
                <a:ext uri="{FF2B5EF4-FFF2-40B4-BE49-F238E27FC236}">
                  <a16:creationId xmlns:a16="http://schemas.microsoft.com/office/drawing/2014/main" id="{1710E541-44A2-4B11-01AF-B7869622BFF1}"/>
                </a:ext>
              </a:extLst>
            </p:cNvPr>
            <p:cNvSpPr txBox="1">
              <a:spLocks noChangeArrowheads="1"/>
            </p:cNvSpPr>
            <p:nvPr/>
          </p:nvSpPr>
          <p:spPr bwMode="auto">
            <a:xfrm>
              <a:off x="4624013" y="1814401"/>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64" name="Text Box 358">
              <a:extLst>
                <a:ext uri="{FF2B5EF4-FFF2-40B4-BE49-F238E27FC236}">
                  <a16:creationId xmlns:a16="http://schemas.microsoft.com/office/drawing/2014/main" id="{9CD3A57A-F9EB-5C92-3B6A-2E61BAF062B0}"/>
                </a:ext>
              </a:extLst>
            </p:cNvPr>
            <p:cNvSpPr txBox="1">
              <a:spLocks noChangeArrowheads="1"/>
            </p:cNvSpPr>
            <p:nvPr/>
          </p:nvSpPr>
          <p:spPr bwMode="auto">
            <a:xfrm>
              <a:off x="1738754" y="1618447"/>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65" name="Text Box 358">
              <a:extLst>
                <a:ext uri="{FF2B5EF4-FFF2-40B4-BE49-F238E27FC236}">
                  <a16:creationId xmlns:a16="http://schemas.microsoft.com/office/drawing/2014/main" id="{E99BF24B-192A-CC9B-3B5E-5DD7008BE249}"/>
                </a:ext>
              </a:extLst>
            </p:cNvPr>
            <p:cNvSpPr txBox="1">
              <a:spLocks noChangeArrowheads="1"/>
            </p:cNvSpPr>
            <p:nvPr/>
          </p:nvSpPr>
          <p:spPr bwMode="auto">
            <a:xfrm>
              <a:off x="1263526"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66" name="Text Box 358">
              <a:extLst>
                <a:ext uri="{FF2B5EF4-FFF2-40B4-BE49-F238E27FC236}">
                  <a16:creationId xmlns:a16="http://schemas.microsoft.com/office/drawing/2014/main" id="{37F06973-28AE-FE6D-02A2-B417349F5E62}"/>
                </a:ext>
              </a:extLst>
            </p:cNvPr>
            <p:cNvSpPr txBox="1">
              <a:spLocks noChangeArrowheads="1"/>
            </p:cNvSpPr>
            <p:nvPr/>
          </p:nvSpPr>
          <p:spPr bwMode="auto">
            <a:xfrm>
              <a:off x="1637591"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67" name="Text Box 358">
              <a:extLst>
                <a:ext uri="{FF2B5EF4-FFF2-40B4-BE49-F238E27FC236}">
                  <a16:creationId xmlns:a16="http://schemas.microsoft.com/office/drawing/2014/main" id="{4A2FBF58-9363-6090-FC9F-8C56AD5F5B7F}"/>
                </a:ext>
              </a:extLst>
            </p:cNvPr>
            <p:cNvSpPr txBox="1">
              <a:spLocks noChangeArrowheads="1"/>
            </p:cNvSpPr>
            <p:nvPr/>
          </p:nvSpPr>
          <p:spPr bwMode="auto">
            <a:xfrm>
              <a:off x="1978085" y="1264743"/>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69" name="组合 3319">
              <a:extLst>
                <a:ext uri="{FF2B5EF4-FFF2-40B4-BE49-F238E27FC236}">
                  <a16:creationId xmlns:a16="http://schemas.microsoft.com/office/drawing/2014/main" id="{A1D97689-8216-AB10-424C-D445AEE7F240}"/>
                </a:ext>
              </a:extLst>
            </p:cNvPr>
            <p:cNvGrpSpPr>
              <a:grpSpLocks/>
            </p:cNvGrpSpPr>
            <p:nvPr/>
          </p:nvGrpSpPr>
          <p:grpSpPr bwMode="auto">
            <a:xfrm>
              <a:off x="1329398" y="1638166"/>
              <a:ext cx="1091020" cy="205813"/>
              <a:chOff x="374152" y="5167871"/>
              <a:chExt cx="2069011" cy="264309"/>
            </a:xfrm>
          </p:grpSpPr>
          <p:cxnSp>
            <p:nvCxnSpPr>
              <p:cNvPr id="119" name="直接连接符 3320">
                <a:extLst>
                  <a:ext uri="{FF2B5EF4-FFF2-40B4-BE49-F238E27FC236}">
                    <a16:creationId xmlns:a16="http://schemas.microsoft.com/office/drawing/2014/main" id="{D6300555-6F82-24EE-018D-0D214179B424}"/>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0" name="直接连接符 3321">
                <a:extLst>
                  <a:ext uri="{FF2B5EF4-FFF2-40B4-BE49-F238E27FC236}">
                    <a16:creationId xmlns:a16="http://schemas.microsoft.com/office/drawing/2014/main" id="{806607EC-C389-EE17-A2CC-1D52341FC690}"/>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70" name="直接连接符 3323">
              <a:extLst>
                <a:ext uri="{FF2B5EF4-FFF2-40B4-BE49-F238E27FC236}">
                  <a16:creationId xmlns:a16="http://schemas.microsoft.com/office/drawing/2014/main" id="{CBB1E707-7501-F34A-1B5A-A4A1959A2910}"/>
                </a:ext>
              </a:extLst>
            </p:cNvPr>
            <p:cNvCxnSpPr>
              <a:cxnSpLocks/>
            </p:cNvCxnSpPr>
            <p:nvPr/>
          </p:nvCxnSpPr>
          <p:spPr bwMode="auto">
            <a:xfrm>
              <a:off x="1703462" y="1269673"/>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1" name="直接连接符 3324">
              <a:extLst>
                <a:ext uri="{FF2B5EF4-FFF2-40B4-BE49-F238E27FC236}">
                  <a16:creationId xmlns:a16="http://schemas.microsoft.com/office/drawing/2014/main" id="{EED1FA2C-3550-F677-A81B-5B7E69754CD1}"/>
                </a:ext>
              </a:extLst>
            </p:cNvPr>
            <p:cNvCxnSpPr>
              <a:cxnSpLocks/>
            </p:cNvCxnSpPr>
            <p:nvPr/>
          </p:nvCxnSpPr>
          <p:spPr bwMode="auto">
            <a:xfrm>
              <a:off x="2048752" y="1269673"/>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72" name="Text Box 358">
              <a:extLst>
                <a:ext uri="{FF2B5EF4-FFF2-40B4-BE49-F238E27FC236}">
                  <a16:creationId xmlns:a16="http://schemas.microsoft.com/office/drawing/2014/main" id="{CDB0C77C-F321-90AB-47D6-785D16A2F85E}"/>
                </a:ext>
              </a:extLst>
            </p:cNvPr>
            <p:cNvSpPr txBox="1">
              <a:spLocks noChangeArrowheads="1"/>
            </p:cNvSpPr>
            <p:nvPr/>
          </p:nvSpPr>
          <p:spPr bwMode="auto">
            <a:xfrm>
              <a:off x="1733959" y="1829190"/>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73" name="Text Box 358">
              <a:extLst>
                <a:ext uri="{FF2B5EF4-FFF2-40B4-BE49-F238E27FC236}">
                  <a16:creationId xmlns:a16="http://schemas.microsoft.com/office/drawing/2014/main" id="{B3C5E560-FE8F-1C74-E954-4E1341D150EC}"/>
                </a:ext>
              </a:extLst>
            </p:cNvPr>
            <p:cNvSpPr txBox="1">
              <a:spLocks noChangeArrowheads="1"/>
            </p:cNvSpPr>
            <p:nvPr/>
          </p:nvSpPr>
          <p:spPr bwMode="auto">
            <a:xfrm>
              <a:off x="2063712" y="1633236"/>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a:t>
              </a:r>
              <a:endParaRPr lang="zh-CN" altLang="en-US" sz="1000" b="1">
                <a:ea typeface="微软雅黑" panose="020B0503020204020204" pitchFamily="34" charset="-122"/>
              </a:endParaRPr>
            </a:p>
          </p:txBody>
        </p:sp>
        <p:sp>
          <p:nvSpPr>
            <p:cNvPr id="74" name="Text Box 358">
              <a:extLst>
                <a:ext uri="{FF2B5EF4-FFF2-40B4-BE49-F238E27FC236}">
                  <a16:creationId xmlns:a16="http://schemas.microsoft.com/office/drawing/2014/main" id="{FF194108-6CD3-3120-FF04-3F5629320181}"/>
                </a:ext>
              </a:extLst>
            </p:cNvPr>
            <p:cNvSpPr txBox="1">
              <a:spLocks noChangeArrowheads="1"/>
            </p:cNvSpPr>
            <p:nvPr/>
          </p:nvSpPr>
          <p:spPr bwMode="auto">
            <a:xfrm>
              <a:off x="2045727" y="1829190"/>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a:t>
              </a:r>
              <a:endParaRPr lang="zh-CN" altLang="en-US" sz="1000" b="1">
                <a:ea typeface="微软雅黑" panose="020B0503020204020204" pitchFamily="34" charset="-122"/>
              </a:endParaRPr>
            </a:p>
          </p:txBody>
        </p:sp>
        <p:sp>
          <p:nvSpPr>
            <p:cNvPr id="75" name="Text Box 410">
              <a:extLst>
                <a:ext uri="{FF2B5EF4-FFF2-40B4-BE49-F238E27FC236}">
                  <a16:creationId xmlns:a16="http://schemas.microsoft.com/office/drawing/2014/main" id="{5CE20718-00B9-D6C3-5074-6344694A552B}"/>
                </a:ext>
              </a:extLst>
            </p:cNvPr>
            <p:cNvSpPr txBox="1">
              <a:spLocks noChangeArrowheads="1"/>
            </p:cNvSpPr>
            <p:nvPr/>
          </p:nvSpPr>
          <p:spPr bwMode="auto">
            <a:xfrm>
              <a:off x="1947966" y="255015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76" name="Text Box 353">
              <a:extLst>
                <a:ext uri="{FF2B5EF4-FFF2-40B4-BE49-F238E27FC236}">
                  <a16:creationId xmlns:a16="http://schemas.microsoft.com/office/drawing/2014/main" id="{4B50F047-1EFE-B75F-DF16-1B05AC50ED93}"/>
                </a:ext>
              </a:extLst>
            </p:cNvPr>
            <p:cNvSpPr txBox="1">
              <a:spLocks noChangeArrowheads="1"/>
            </p:cNvSpPr>
            <p:nvPr/>
          </p:nvSpPr>
          <p:spPr bwMode="auto">
            <a:xfrm>
              <a:off x="1356534" y="1761408"/>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7" name="Text Box 353">
              <a:extLst>
                <a:ext uri="{FF2B5EF4-FFF2-40B4-BE49-F238E27FC236}">
                  <a16:creationId xmlns:a16="http://schemas.microsoft.com/office/drawing/2014/main" id="{37631658-8950-A8CF-A94D-DB69842B78A8}"/>
                </a:ext>
              </a:extLst>
            </p:cNvPr>
            <p:cNvSpPr txBox="1">
              <a:spLocks noChangeArrowheads="1"/>
            </p:cNvSpPr>
            <p:nvPr/>
          </p:nvSpPr>
          <p:spPr bwMode="auto">
            <a:xfrm>
              <a:off x="1361331" y="1551897"/>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8" name="Text Box 353">
              <a:extLst>
                <a:ext uri="{FF2B5EF4-FFF2-40B4-BE49-F238E27FC236}">
                  <a16:creationId xmlns:a16="http://schemas.microsoft.com/office/drawing/2014/main" id="{A948C723-C27F-AF00-FAB4-9AB30E7F4E46}"/>
                </a:ext>
              </a:extLst>
            </p:cNvPr>
            <p:cNvSpPr txBox="1">
              <a:spLocks noChangeArrowheads="1"/>
            </p:cNvSpPr>
            <p:nvPr/>
          </p:nvSpPr>
          <p:spPr bwMode="auto">
            <a:xfrm>
              <a:off x="6986679" y="1549432"/>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9" name="任意多边形: 形状 78">
              <a:extLst>
                <a:ext uri="{FF2B5EF4-FFF2-40B4-BE49-F238E27FC236}">
                  <a16:creationId xmlns:a16="http://schemas.microsoft.com/office/drawing/2014/main" id="{8B2967D7-A5E8-D648-1455-F324EFB6EA5B}"/>
                </a:ext>
              </a:extLst>
            </p:cNvPr>
            <p:cNvSpPr/>
            <p:nvPr/>
          </p:nvSpPr>
          <p:spPr bwMode="auto">
            <a:xfrm>
              <a:off x="3867518" y="2048560"/>
              <a:ext cx="1126988" cy="568145"/>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pic>
          <p:nvPicPr>
            <p:cNvPr id="80" name="Picture 377">
              <a:extLst>
                <a:ext uri="{FF2B5EF4-FFF2-40B4-BE49-F238E27FC236}">
                  <a16:creationId xmlns:a16="http://schemas.microsoft.com/office/drawing/2014/main" id="{5D4FAF1D-4983-6F51-ED55-8C0BEB45AFB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67959" y="2606846"/>
              <a:ext cx="293737" cy="36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 Box 358">
              <a:extLst>
                <a:ext uri="{FF2B5EF4-FFF2-40B4-BE49-F238E27FC236}">
                  <a16:creationId xmlns:a16="http://schemas.microsoft.com/office/drawing/2014/main" id="{83BBB406-A5FD-4CE5-56BB-20DED0B2811B}"/>
                </a:ext>
              </a:extLst>
            </p:cNvPr>
            <p:cNvSpPr txBox="1">
              <a:spLocks noChangeArrowheads="1"/>
            </p:cNvSpPr>
            <p:nvPr/>
          </p:nvSpPr>
          <p:spPr bwMode="auto">
            <a:xfrm>
              <a:off x="2288093" y="2291347"/>
              <a:ext cx="1729734" cy="434508"/>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81</a:t>
              </a:r>
            </a:p>
            <a:p>
              <a:pPr algn="ctr" eaLnBrk="1" hangingPunct="1">
                <a:lnSpc>
                  <a:spcPct val="90000"/>
                </a:lnSpc>
                <a:spcBef>
                  <a:spcPct val="0"/>
                </a:spcBef>
                <a:buFontTx/>
                <a:buNone/>
              </a:pPr>
              <a:r>
                <a:rPr lang="en-US" altLang="zh-CN" sz="1000" b="1">
                  <a:ea typeface="微软雅黑" panose="020B0503020204020204" pitchFamily="34" charset="-122"/>
                </a:rPr>
                <a:t> 165.60/16 </a:t>
              </a:r>
              <a:r>
                <a:rPr lang="zh-CN" altLang="en-US" sz="1000" b="1">
                  <a:ea typeface="微软雅黑" panose="020B0503020204020204" pitchFamily="34" charset="-122"/>
                </a:rPr>
                <a:t>的标签是 </a:t>
              </a:r>
              <a:r>
                <a:rPr lang="en-US" altLang="zh-CN" sz="1000" b="1">
                  <a:ea typeface="微软雅黑" panose="020B0503020204020204" pitchFamily="34" charset="-122"/>
                </a:rPr>
                <a:t>40</a:t>
              </a:r>
              <a:r>
                <a:rPr lang="zh-CN" altLang="en-US" sz="1000" b="1">
                  <a:ea typeface="微软雅黑" panose="020B0503020204020204" pitchFamily="34" charset="-122"/>
                </a:rPr>
                <a:t> </a:t>
              </a:r>
            </a:p>
          </p:txBody>
        </p:sp>
        <p:sp>
          <p:nvSpPr>
            <p:cNvPr id="82" name="Line 420">
              <a:extLst>
                <a:ext uri="{FF2B5EF4-FFF2-40B4-BE49-F238E27FC236}">
                  <a16:creationId xmlns:a16="http://schemas.microsoft.com/office/drawing/2014/main" id="{E6AB9B5A-9D1E-95D2-FDF7-749D2157096A}"/>
                </a:ext>
              </a:extLst>
            </p:cNvPr>
            <p:cNvSpPr>
              <a:spLocks noChangeShapeType="1"/>
            </p:cNvSpPr>
            <p:nvPr/>
          </p:nvSpPr>
          <p:spPr bwMode="auto">
            <a:xfrm rot="17283846">
              <a:off x="2177930" y="2435055"/>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83" name="Text Box 410">
              <a:extLst>
                <a:ext uri="{FF2B5EF4-FFF2-40B4-BE49-F238E27FC236}">
                  <a16:creationId xmlns:a16="http://schemas.microsoft.com/office/drawing/2014/main" id="{5A2B3D96-6497-925E-81BD-9B3E8304141D}"/>
                </a:ext>
              </a:extLst>
            </p:cNvPr>
            <p:cNvSpPr txBox="1">
              <a:spLocks noChangeArrowheads="1"/>
            </p:cNvSpPr>
            <p:nvPr/>
          </p:nvSpPr>
          <p:spPr bwMode="auto">
            <a:xfrm>
              <a:off x="6867148" y="2534133"/>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84" name="文本框 3342">
              <a:extLst>
                <a:ext uri="{FF2B5EF4-FFF2-40B4-BE49-F238E27FC236}">
                  <a16:creationId xmlns:a16="http://schemas.microsoft.com/office/drawing/2014/main" id="{8B88F1B3-E8CC-4C3C-73D1-0F6C5ADE8AEE}"/>
                </a:ext>
              </a:extLst>
            </p:cNvPr>
            <p:cNvSpPr txBox="1">
              <a:spLocks noChangeArrowheads="1"/>
            </p:cNvSpPr>
            <p:nvPr/>
          </p:nvSpPr>
          <p:spPr bwMode="auto">
            <a:xfrm>
              <a:off x="6633435" y="1714576"/>
              <a:ext cx="3832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a:t>
              </a:r>
              <a:endParaRPr lang="zh-CN" altLang="en-US" sz="1100" b="1">
                <a:ea typeface="微软雅黑" panose="020B0503020204020204" pitchFamily="34" charset="-122"/>
              </a:endParaRPr>
            </a:p>
          </p:txBody>
        </p:sp>
        <p:sp>
          <p:nvSpPr>
            <p:cNvPr id="85" name="Text Box 353">
              <a:extLst>
                <a:ext uri="{FF2B5EF4-FFF2-40B4-BE49-F238E27FC236}">
                  <a16:creationId xmlns:a16="http://schemas.microsoft.com/office/drawing/2014/main" id="{B721EE43-0820-12A9-7F6F-8CAA87C62788}"/>
                </a:ext>
              </a:extLst>
            </p:cNvPr>
            <p:cNvSpPr txBox="1">
              <a:spLocks noChangeArrowheads="1"/>
            </p:cNvSpPr>
            <p:nvPr/>
          </p:nvSpPr>
          <p:spPr bwMode="auto">
            <a:xfrm>
              <a:off x="6994472" y="1744154"/>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86" name="Text Box 350">
              <a:extLst>
                <a:ext uri="{FF2B5EF4-FFF2-40B4-BE49-F238E27FC236}">
                  <a16:creationId xmlns:a16="http://schemas.microsoft.com/office/drawing/2014/main" id="{F5DC29DC-2156-F165-4BAC-8B9CB7A94935}"/>
                </a:ext>
              </a:extLst>
            </p:cNvPr>
            <p:cNvSpPr txBox="1">
              <a:spLocks noChangeArrowheads="1"/>
            </p:cNvSpPr>
            <p:nvPr/>
          </p:nvSpPr>
          <p:spPr bwMode="auto">
            <a:xfrm>
              <a:off x="5199522" y="2202613"/>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87" name="Rectangle 414">
              <a:extLst>
                <a:ext uri="{FF2B5EF4-FFF2-40B4-BE49-F238E27FC236}">
                  <a16:creationId xmlns:a16="http://schemas.microsoft.com/office/drawing/2014/main" id="{414A850D-8265-D222-32C9-94EADB870D26}"/>
                </a:ext>
              </a:extLst>
            </p:cNvPr>
            <p:cNvSpPr>
              <a:spLocks noChangeArrowheads="1"/>
            </p:cNvSpPr>
            <p:nvPr/>
          </p:nvSpPr>
          <p:spPr bwMode="auto">
            <a:xfrm rot="10800000">
              <a:off x="5599963" y="2794174"/>
              <a:ext cx="449596"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88" name="Rectangle 415">
              <a:extLst>
                <a:ext uri="{FF2B5EF4-FFF2-40B4-BE49-F238E27FC236}">
                  <a16:creationId xmlns:a16="http://schemas.microsoft.com/office/drawing/2014/main" id="{72CC6BF6-B8EB-2D17-52A9-5D3B66D8B8F4}"/>
                </a:ext>
              </a:extLst>
            </p:cNvPr>
            <p:cNvSpPr>
              <a:spLocks noChangeArrowheads="1"/>
            </p:cNvSpPr>
            <p:nvPr/>
          </p:nvSpPr>
          <p:spPr bwMode="auto">
            <a:xfrm>
              <a:off x="6049559" y="2794174"/>
              <a:ext cx="152264"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80</a:t>
              </a:r>
            </a:p>
          </p:txBody>
        </p:sp>
        <p:sp>
          <p:nvSpPr>
            <p:cNvPr id="89" name="Rectangle 414">
              <a:extLst>
                <a:ext uri="{FF2B5EF4-FFF2-40B4-BE49-F238E27FC236}">
                  <a16:creationId xmlns:a16="http://schemas.microsoft.com/office/drawing/2014/main" id="{96DB7173-55E5-704F-5A19-7F8D0C148D2C}"/>
                </a:ext>
              </a:extLst>
            </p:cNvPr>
            <p:cNvSpPr>
              <a:spLocks noChangeArrowheads="1"/>
            </p:cNvSpPr>
            <p:nvPr/>
          </p:nvSpPr>
          <p:spPr bwMode="auto">
            <a:xfrm rot="10800000">
              <a:off x="1026070" y="2804033"/>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0" name="Line 345">
              <a:extLst>
                <a:ext uri="{FF2B5EF4-FFF2-40B4-BE49-F238E27FC236}">
                  <a16:creationId xmlns:a16="http://schemas.microsoft.com/office/drawing/2014/main" id="{551F508A-3B73-5DD8-4BD8-0FC13CD6BACB}"/>
                </a:ext>
              </a:extLst>
            </p:cNvPr>
            <p:cNvSpPr>
              <a:spLocks noChangeShapeType="1"/>
            </p:cNvSpPr>
            <p:nvPr/>
          </p:nvSpPr>
          <p:spPr bwMode="auto">
            <a:xfrm flipV="1">
              <a:off x="7511047" y="2863189"/>
              <a:ext cx="177441" cy="0"/>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1" name="Text Box 353">
              <a:extLst>
                <a:ext uri="{FF2B5EF4-FFF2-40B4-BE49-F238E27FC236}">
                  <a16:creationId xmlns:a16="http://schemas.microsoft.com/office/drawing/2014/main" id="{EBC0139A-0BD4-C508-FC1E-215D5411AE5D}"/>
                </a:ext>
              </a:extLst>
            </p:cNvPr>
            <p:cNvSpPr txBox="1">
              <a:spLocks noChangeArrowheads="1"/>
            </p:cNvSpPr>
            <p:nvPr/>
          </p:nvSpPr>
          <p:spPr bwMode="auto">
            <a:xfrm>
              <a:off x="6712980" y="2919880"/>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sp>
          <p:nvSpPr>
            <p:cNvPr id="92" name="Rectangle 414">
              <a:extLst>
                <a:ext uri="{FF2B5EF4-FFF2-40B4-BE49-F238E27FC236}">
                  <a16:creationId xmlns:a16="http://schemas.microsoft.com/office/drawing/2014/main" id="{B72CBC5D-7AD7-3757-7B20-70E22D6122FD}"/>
                </a:ext>
              </a:extLst>
            </p:cNvPr>
            <p:cNvSpPr>
              <a:spLocks noChangeArrowheads="1"/>
            </p:cNvSpPr>
            <p:nvPr/>
          </p:nvSpPr>
          <p:spPr bwMode="auto">
            <a:xfrm rot="10800000">
              <a:off x="7035074" y="2792941"/>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3" name="Line 345">
              <a:extLst>
                <a:ext uri="{FF2B5EF4-FFF2-40B4-BE49-F238E27FC236}">
                  <a16:creationId xmlns:a16="http://schemas.microsoft.com/office/drawing/2014/main" id="{69B92105-0B7F-C94C-A5EF-0941965E089B}"/>
                </a:ext>
              </a:extLst>
            </p:cNvPr>
            <p:cNvSpPr>
              <a:spLocks noChangeShapeType="1"/>
            </p:cNvSpPr>
            <p:nvPr/>
          </p:nvSpPr>
          <p:spPr bwMode="auto">
            <a:xfrm flipV="1">
              <a:off x="2988708" y="2884140"/>
              <a:ext cx="177441" cy="1233"/>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4" name="AutoShape 357">
              <a:extLst>
                <a:ext uri="{FF2B5EF4-FFF2-40B4-BE49-F238E27FC236}">
                  <a16:creationId xmlns:a16="http://schemas.microsoft.com/office/drawing/2014/main" id="{D9D8EE55-1CED-3280-6512-91F23C178B79}"/>
                </a:ext>
              </a:extLst>
            </p:cNvPr>
            <p:cNvSpPr>
              <a:spLocks noChangeArrowheads="1"/>
            </p:cNvSpPr>
            <p:nvPr/>
          </p:nvSpPr>
          <p:spPr bwMode="auto">
            <a:xfrm flipH="1">
              <a:off x="6802482" y="2097857"/>
              <a:ext cx="870418" cy="256343"/>
            </a:xfrm>
            <a:prstGeom prst="wedgeRoundRectCallout">
              <a:avLst>
                <a:gd name="adj1" fmla="val -26134"/>
                <a:gd name="adj2" fmla="val 251079"/>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95" name="Text Box 356">
              <a:extLst>
                <a:ext uri="{FF2B5EF4-FFF2-40B4-BE49-F238E27FC236}">
                  <a16:creationId xmlns:a16="http://schemas.microsoft.com/office/drawing/2014/main" id="{C24836F0-5076-CADF-0E09-85253C73ED8D}"/>
                </a:ext>
              </a:extLst>
            </p:cNvPr>
            <p:cNvSpPr txBox="1">
              <a:spLocks noChangeArrowheads="1"/>
            </p:cNvSpPr>
            <p:nvPr/>
          </p:nvSpPr>
          <p:spPr bwMode="auto">
            <a:xfrm>
              <a:off x="6734915" y="2101556"/>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 </a:t>
              </a:r>
              <a:r>
                <a:rPr lang="zh-CN" altLang="en-US" sz="1000" b="1">
                  <a:ea typeface="微软雅黑" panose="020B0503020204020204" pitchFamily="34" charset="-122"/>
                </a:rPr>
                <a:t>弹出标签</a:t>
              </a:r>
            </a:p>
          </p:txBody>
        </p:sp>
        <p:sp>
          <p:nvSpPr>
            <p:cNvPr id="96" name="Line 345">
              <a:extLst>
                <a:ext uri="{FF2B5EF4-FFF2-40B4-BE49-F238E27FC236}">
                  <a16:creationId xmlns:a16="http://schemas.microsoft.com/office/drawing/2014/main" id="{F0488C7F-6E62-1057-913C-94B2DB761446}"/>
                </a:ext>
              </a:extLst>
            </p:cNvPr>
            <p:cNvSpPr>
              <a:spLocks noChangeShapeType="1"/>
            </p:cNvSpPr>
            <p:nvPr/>
          </p:nvSpPr>
          <p:spPr bwMode="auto">
            <a:xfrm flipV="1">
              <a:off x="6205419" y="2860724"/>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7" name="Text Box 411">
              <a:extLst>
                <a:ext uri="{FF2B5EF4-FFF2-40B4-BE49-F238E27FC236}">
                  <a16:creationId xmlns:a16="http://schemas.microsoft.com/office/drawing/2014/main" id="{B5FD2861-A782-31BD-621F-C3A5E24D7B59}"/>
                </a:ext>
              </a:extLst>
            </p:cNvPr>
            <p:cNvSpPr txBox="1">
              <a:spLocks noChangeArrowheads="1"/>
            </p:cNvSpPr>
            <p:nvPr/>
          </p:nvSpPr>
          <p:spPr bwMode="auto">
            <a:xfrm>
              <a:off x="1800499" y="2850865"/>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grpSp>
          <p:nvGrpSpPr>
            <p:cNvPr id="98" name="组合 29">
              <a:extLst>
                <a:ext uri="{FF2B5EF4-FFF2-40B4-BE49-F238E27FC236}">
                  <a16:creationId xmlns:a16="http://schemas.microsoft.com/office/drawing/2014/main" id="{33786514-F2AE-EFCF-4620-C1117D2E67BF}"/>
                </a:ext>
              </a:extLst>
            </p:cNvPr>
            <p:cNvGrpSpPr>
              <a:grpSpLocks/>
            </p:cNvGrpSpPr>
            <p:nvPr/>
          </p:nvGrpSpPr>
          <p:grpSpPr bwMode="auto">
            <a:xfrm>
              <a:off x="728739" y="2418900"/>
              <a:ext cx="530426" cy="289671"/>
              <a:chOff x="4253264" y="3384673"/>
              <a:chExt cx="701744" cy="373591"/>
            </a:xfrm>
          </p:grpSpPr>
          <p:sp>
            <p:nvSpPr>
              <p:cNvPr id="117" name="矩形: 圆角 116">
                <a:extLst>
                  <a:ext uri="{FF2B5EF4-FFF2-40B4-BE49-F238E27FC236}">
                    <a16:creationId xmlns:a16="http://schemas.microsoft.com/office/drawing/2014/main" id="{EBC45549-DADA-8397-8A73-57851D700E46}"/>
                  </a:ext>
                </a:extLst>
              </p:cNvPr>
              <p:cNvSpPr/>
              <p:nvPr/>
            </p:nvSpPr>
            <p:spPr bwMode="auto">
              <a:xfrm>
                <a:off x="4253264" y="3429970"/>
                <a:ext cx="618600"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8" name="文本框 28">
                <a:extLst>
                  <a:ext uri="{FF2B5EF4-FFF2-40B4-BE49-F238E27FC236}">
                    <a16:creationId xmlns:a16="http://schemas.microsoft.com/office/drawing/2014/main" id="{86EEFA57-CB72-6058-0CED-4A0DF56B8E66}"/>
                  </a:ext>
                </a:extLst>
              </p:cNvPr>
              <p:cNvSpPr txBox="1">
                <a:spLocks noChangeArrowheads="1"/>
              </p:cNvSpPr>
              <p:nvPr/>
            </p:nvSpPr>
            <p:spPr bwMode="auto">
              <a:xfrm>
                <a:off x="4268386" y="3384673"/>
                <a:ext cx="686622"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dirty="0">
                    <a:ea typeface="微软雅黑" panose="020B0503020204020204" pitchFamily="34" charset="-122"/>
                  </a:rPr>
                  <a:t>上游</a:t>
                </a:r>
              </a:p>
            </p:txBody>
          </p:sp>
        </p:grpSp>
        <p:grpSp>
          <p:nvGrpSpPr>
            <p:cNvPr id="99" name="组合 31">
              <a:extLst>
                <a:ext uri="{FF2B5EF4-FFF2-40B4-BE49-F238E27FC236}">
                  <a16:creationId xmlns:a16="http://schemas.microsoft.com/office/drawing/2014/main" id="{E6DAAC9B-70A8-5C6B-C556-7A4BE1EE730D}"/>
                </a:ext>
              </a:extLst>
            </p:cNvPr>
            <p:cNvGrpSpPr>
              <a:grpSpLocks/>
            </p:cNvGrpSpPr>
            <p:nvPr/>
          </p:nvGrpSpPr>
          <p:grpSpPr bwMode="auto">
            <a:xfrm>
              <a:off x="7826362" y="2468814"/>
              <a:ext cx="518995" cy="289671"/>
              <a:chOff x="4253441" y="3397392"/>
              <a:chExt cx="688188" cy="373591"/>
            </a:xfrm>
          </p:grpSpPr>
          <p:sp>
            <p:nvSpPr>
              <p:cNvPr id="115" name="矩形: 圆角 114">
                <a:extLst>
                  <a:ext uri="{FF2B5EF4-FFF2-40B4-BE49-F238E27FC236}">
                    <a16:creationId xmlns:a16="http://schemas.microsoft.com/office/drawing/2014/main" id="{677370CF-3C63-D0F7-B8ED-8E1BE3E820B4}"/>
                  </a:ext>
                </a:extLst>
              </p:cNvPr>
              <p:cNvSpPr/>
              <p:nvPr/>
            </p:nvSpPr>
            <p:spPr bwMode="auto">
              <a:xfrm>
                <a:off x="4253441" y="3429176"/>
                <a:ext cx="618423"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6" name="文本框 33">
                <a:extLst>
                  <a:ext uri="{FF2B5EF4-FFF2-40B4-BE49-F238E27FC236}">
                    <a16:creationId xmlns:a16="http://schemas.microsoft.com/office/drawing/2014/main" id="{8E36179E-A2C0-421F-AC74-3FB6137CADCC}"/>
                  </a:ext>
                </a:extLst>
              </p:cNvPr>
              <p:cNvSpPr txBox="1">
                <a:spLocks noChangeArrowheads="1"/>
              </p:cNvSpPr>
              <p:nvPr/>
            </p:nvSpPr>
            <p:spPr bwMode="auto">
              <a:xfrm>
                <a:off x="4253441" y="3397392"/>
                <a:ext cx="688188"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a:ea typeface="微软雅黑" panose="020B0503020204020204" pitchFamily="34" charset="-122"/>
                  </a:rPr>
                  <a:t>下游</a:t>
                </a:r>
              </a:p>
            </p:txBody>
          </p:sp>
        </p:grpSp>
        <p:sp>
          <p:nvSpPr>
            <p:cNvPr id="100" name="文本框 34">
              <a:extLst>
                <a:ext uri="{FF2B5EF4-FFF2-40B4-BE49-F238E27FC236}">
                  <a16:creationId xmlns:a16="http://schemas.microsoft.com/office/drawing/2014/main" id="{4D7671A5-20BB-F0F3-2C6A-F418AD674BD1}"/>
                </a:ext>
              </a:extLst>
            </p:cNvPr>
            <p:cNvSpPr txBox="1">
              <a:spLocks noChangeArrowheads="1"/>
            </p:cNvSpPr>
            <p:nvPr/>
          </p:nvSpPr>
          <p:spPr bwMode="auto">
            <a:xfrm>
              <a:off x="1243076" y="1026887"/>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1" name="文本框 35">
              <a:extLst>
                <a:ext uri="{FF2B5EF4-FFF2-40B4-BE49-F238E27FC236}">
                  <a16:creationId xmlns:a16="http://schemas.microsoft.com/office/drawing/2014/main" id="{BD8F3ECB-5E9A-86C0-CA23-B9E773A471CD}"/>
                </a:ext>
              </a:extLst>
            </p:cNvPr>
            <p:cNvSpPr txBox="1">
              <a:spLocks noChangeArrowheads="1"/>
            </p:cNvSpPr>
            <p:nvPr/>
          </p:nvSpPr>
          <p:spPr bwMode="auto">
            <a:xfrm>
              <a:off x="3799180" y="992379"/>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2" name="文本框 36">
              <a:extLst>
                <a:ext uri="{FF2B5EF4-FFF2-40B4-BE49-F238E27FC236}">
                  <a16:creationId xmlns:a16="http://schemas.microsoft.com/office/drawing/2014/main" id="{91506D39-4827-F9B0-20E8-5A600A8C526B}"/>
                </a:ext>
              </a:extLst>
            </p:cNvPr>
            <p:cNvSpPr txBox="1">
              <a:spLocks noChangeArrowheads="1"/>
            </p:cNvSpPr>
            <p:nvPr/>
          </p:nvSpPr>
          <p:spPr bwMode="auto">
            <a:xfrm>
              <a:off x="6137080" y="1001006"/>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cxnSp>
          <p:nvCxnSpPr>
            <p:cNvPr id="103" name="直接箭头连接符 2">
              <a:extLst>
                <a:ext uri="{FF2B5EF4-FFF2-40B4-BE49-F238E27FC236}">
                  <a16:creationId xmlns:a16="http://schemas.microsoft.com/office/drawing/2014/main" id="{B9E0B054-DA59-7714-0168-1573E672780C}"/>
                </a:ext>
              </a:extLst>
            </p:cNvPr>
            <p:cNvCxnSpPr>
              <a:cxnSpLocks/>
            </p:cNvCxnSpPr>
            <p:nvPr/>
          </p:nvCxnSpPr>
          <p:spPr bwMode="auto">
            <a:xfrm>
              <a:off x="1609946" y="4525720"/>
              <a:ext cx="5941864" cy="0"/>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104" name="Text Box 355">
              <a:extLst>
                <a:ext uri="{FF2B5EF4-FFF2-40B4-BE49-F238E27FC236}">
                  <a16:creationId xmlns:a16="http://schemas.microsoft.com/office/drawing/2014/main" id="{AF623476-E99E-F1A8-A684-009C5AA4ED1B}"/>
                </a:ext>
              </a:extLst>
            </p:cNvPr>
            <p:cNvSpPr txBox="1">
              <a:spLocks noChangeArrowheads="1"/>
            </p:cNvSpPr>
            <p:nvPr/>
          </p:nvSpPr>
          <p:spPr bwMode="auto">
            <a:xfrm>
              <a:off x="4040162" y="4391388"/>
              <a:ext cx="875985" cy="289672"/>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a:t>
              </a:r>
            </a:p>
          </p:txBody>
        </p:sp>
        <p:sp>
          <p:nvSpPr>
            <p:cNvPr id="105" name="AutoShape 354">
              <a:extLst>
                <a:ext uri="{FF2B5EF4-FFF2-40B4-BE49-F238E27FC236}">
                  <a16:creationId xmlns:a16="http://schemas.microsoft.com/office/drawing/2014/main" id="{CDAC634E-1869-CA0D-E5CD-5A502B1B113F}"/>
                </a:ext>
              </a:extLst>
            </p:cNvPr>
            <p:cNvSpPr>
              <a:spLocks noChangeArrowheads="1"/>
            </p:cNvSpPr>
            <p:nvPr/>
          </p:nvSpPr>
          <p:spPr bwMode="auto">
            <a:xfrm>
              <a:off x="3234487" y="3023403"/>
              <a:ext cx="890800" cy="262505"/>
            </a:xfrm>
            <a:prstGeom prst="wedgeRoundRectCallout">
              <a:avLst>
                <a:gd name="adj1" fmla="val 73259"/>
                <a:gd name="adj2" fmla="val -122694"/>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106" name="Text Box 355">
              <a:extLst>
                <a:ext uri="{FF2B5EF4-FFF2-40B4-BE49-F238E27FC236}">
                  <a16:creationId xmlns:a16="http://schemas.microsoft.com/office/drawing/2014/main" id="{9D331001-C57E-8CF0-2DE2-1E61FC4CF3F7}"/>
                </a:ext>
              </a:extLst>
            </p:cNvPr>
            <p:cNvSpPr txBox="1">
              <a:spLocks noChangeArrowheads="1"/>
            </p:cNvSpPr>
            <p:nvPr/>
          </p:nvSpPr>
          <p:spPr bwMode="auto">
            <a:xfrm>
              <a:off x="3170517" y="3041889"/>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 </a:t>
              </a:r>
              <a:r>
                <a:rPr lang="zh-CN" altLang="en-US" sz="1000" b="1">
                  <a:ea typeface="微软雅黑" panose="020B0503020204020204" pitchFamily="34" charset="-122"/>
                </a:rPr>
                <a:t>标签交换</a:t>
              </a:r>
            </a:p>
          </p:txBody>
        </p:sp>
        <p:sp>
          <p:nvSpPr>
            <p:cNvPr id="108" name="Text Box 358">
              <a:extLst>
                <a:ext uri="{FF2B5EF4-FFF2-40B4-BE49-F238E27FC236}">
                  <a16:creationId xmlns:a16="http://schemas.microsoft.com/office/drawing/2014/main" id="{BA5598A8-76B3-AC0A-31D6-60724AF9BDFD}"/>
                </a:ext>
              </a:extLst>
            </p:cNvPr>
            <p:cNvSpPr txBox="1">
              <a:spLocks noChangeArrowheads="1"/>
            </p:cNvSpPr>
            <p:nvPr/>
          </p:nvSpPr>
          <p:spPr bwMode="auto">
            <a:xfrm>
              <a:off x="627262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09" name="Text Box 358">
              <a:extLst>
                <a:ext uri="{FF2B5EF4-FFF2-40B4-BE49-F238E27FC236}">
                  <a16:creationId xmlns:a16="http://schemas.microsoft.com/office/drawing/2014/main" id="{C4418FD1-CE55-D2E1-C751-2222D2F0B406}"/>
                </a:ext>
              </a:extLst>
            </p:cNvPr>
            <p:cNvSpPr txBox="1">
              <a:spLocks noChangeArrowheads="1"/>
            </p:cNvSpPr>
            <p:nvPr/>
          </p:nvSpPr>
          <p:spPr bwMode="auto">
            <a:xfrm>
              <a:off x="666347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110" name="Text Box 358">
              <a:extLst>
                <a:ext uri="{FF2B5EF4-FFF2-40B4-BE49-F238E27FC236}">
                  <a16:creationId xmlns:a16="http://schemas.microsoft.com/office/drawing/2014/main" id="{3B226413-5356-DDCE-4E32-0D4DA618207D}"/>
                </a:ext>
              </a:extLst>
            </p:cNvPr>
            <p:cNvSpPr txBox="1">
              <a:spLocks noChangeArrowheads="1"/>
            </p:cNvSpPr>
            <p:nvPr/>
          </p:nvSpPr>
          <p:spPr bwMode="auto">
            <a:xfrm>
              <a:off x="7003972" y="3846658"/>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12" name="Text Box 353">
              <a:extLst>
                <a:ext uri="{FF2B5EF4-FFF2-40B4-BE49-F238E27FC236}">
                  <a16:creationId xmlns:a16="http://schemas.microsoft.com/office/drawing/2014/main" id="{85F9AFD9-7D99-C176-2A9A-06D3482D3A17}"/>
                </a:ext>
              </a:extLst>
            </p:cNvPr>
            <p:cNvSpPr txBox="1">
              <a:spLocks noChangeArrowheads="1"/>
            </p:cNvSpPr>
            <p:nvPr/>
          </p:nvSpPr>
          <p:spPr bwMode="auto">
            <a:xfrm>
              <a:off x="7101774" y="4153529"/>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113" name="Text Box 355">
              <a:extLst>
                <a:ext uri="{FF2B5EF4-FFF2-40B4-BE49-F238E27FC236}">
                  <a16:creationId xmlns:a16="http://schemas.microsoft.com/office/drawing/2014/main" id="{AFEBCC8D-39EA-9AB4-C822-10F50EB28BA8}"/>
                </a:ext>
              </a:extLst>
            </p:cNvPr>
            <p:cNvSpPr txBox="1">
              <a:spLocks noChangeArrowheads="1"/>
            </p:cNvSpPr>
            <p:nvPr/>
          </p:nvSpPr>
          <p:spPr bwMode="auto">
            <a:xfrm>
              <a:off x="1138336" y="3738205"/>
              <a:ext cx="2502883" cy="28967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域包含了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1</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2</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3</a:t>
              </a:r>
              <a:r>
                <a:rPr lang="en-US" altLang="zh-CN" sz="1000" b="1" dirty="0">
                  <a:ea typeface="微软雅黑" panose="020B0503020204020204" pitchFamily="34" charset="-122"/>
                </a:rPr>
                <a:t> </a:t>
              </a:r>
              <a:r>
                <a:rPr lang="zh-CN" altLang="en-US" sz="1000" b="1" dirty="0">
                  <a:ea typeface="微软雅黑" panose="020B0503020204020204" pitchFamily="34" charset="-122"/>
                </a:rPr>
                <a:t>和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4</a:t>
              </a:r>
              <a:r>
                <a:rPr lang="zh-CN" altLang="en-US" sz="1000" b="1" dirty="0">
                  <a:ea typeface="微软雅黑" panose="020B0503020204020204" pitchFamily="34" charset="-122"/>
                </a:rPr>
                <a:t>。</a:t>
              </a:r>
            </a:p>
          </p:txBody>
        </p:sp>
        <p:sp>
          <p:nvSpPr>
            <p:cNvPr id="114" name="文本框 35">
              <a:extLst>
                <a:ext uri="{FF2B5EF4-FFF2-40B4-BE49-F238E27FC236}">
                  <a16:creationId xmlns:a16="http://schemas.microsoft.com/office/drawing/2014/main" id="{CA37A14A-A4A6-5A3D-D260-851028CDFFC3}"/>
                </a:ext>
              </a:extLst>
            </p:cNvPr>
            <p:cNvSpPr txBox="1">
              <a:spLocks noChangeArrowheads="1"/>
            </p:cNvSpPr>
            <p:nvPr/>
          </p:nvSpPr>
          <p:spPr bwMode="auto">
            <a:xfrm>
              <a:off x="6249779" y="3613731"/>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grpSp>
      <p:sp>
        <p:nvSpPr>
          <p:cNvPr id="7" name="矩形 6">
            <a:extLst>
              <a:ext uri="{FF2B5EF4-FFF2-40B4-BE49-F238E27FC236}">
                <a16:creationId xmlns:a16="http://schemas.microsoft.com/office/drawing/2014/main" id="{6CC34238-ECB6-277F-0770-90406E837F8F}"/>
              </a:ext>
            </a:extLst>
          </p:cNvPr>
          <p:cNvSpPr/>
          <p:nvPr/>
        </p:nvSpPr>
        <p:spPr>
          <a:xfrm>
            <a:off x="645539" y="3767328"/>
            <a:ext cx="8021370" cy="709810"/>
          </a:xfrm>
          <a:prstGeom prst="rect">
            <a:avLst/>
          </a:prstGeom>
        </p:spPr>
        <p:txBody>
          <a:bodyPr wrap="square">
            <a:spAutoFit/>
          </a:bodyPr>
          <a:lstStyle/>
          <a:p>
            <a:pPr>
              <a:lnSpc>
                <a:spcPts val="2500"/>
              </a:lnSpc>
            </a:pPr>
            <a:r>
              <a:rPr lang="en-US" altLang="zh-CN" sz="1600" b="1" dirty="0">
                <a:latin typeface="微软雅黑" pitchFamily="34" charset="-122"/>
                <a:ea typeface="微软雅黑" pitchFamily="34" charset="-122"/>
              </a:rPr>
              <a:t>(1) </a:t>
            </a:r>
            <a:r>
              <a:rPr lang="zh-CN" altLang="en-US" sz="1600" b="1" dirty="0">
                <a:latin typeface="微软雅黑" pitchFamily="34" charset="-122"/>
                <a:ea typeface="微软雅黑" pitchFamily="34" charset="-122"/>
              </a:rPr>
              <a:t>假定已经利用路由选择协议</a:t>
            </a:r>
            <a:r>
              <a:rPr lang="en-US" altLang="zh-CN" sz="1600" b="1" dirty="0">
                <a:latin typeface="微软雅黑" pitchFamily="34" charset="-122"/>
                <a:ea typeface="微软雅黑" pitchFamily="34" charset="-122"/>
              </a:rPr>
              <a:t>OSPF</a:t>
            </a:r>
            <a:r>
              <a:rPr lang="zh-CN" altLang="en-US" sz="1600" b="1" dirty="0">
                <a:latin typeface="微软雅黑" pitchFamily="34" charset="-122"/>
                <a:ea typeface="微软雅黑" pitchFamily="34" charset="-122"/>
              </a:rPr>
              <a:t>找到了从上游</a:t>
            </a:r>
            <a:r>
              <a:rPr lang="en-US" altLang="zh-CN" sz="1600" b="1" dirty="0">
                <a:latin typeface="微软雅黑" pitchFamily="34" charset="-122"/>
                <a:ea typeface="微软雅黑" pitchFamily="34" charset="-122"/>
              </a:rPr>
              <a:t>R</a:t>
            </a:r>
            <a:r>
              <a:rPr lang="en-US" altLang="zh-CN" sz="1600" b="1" baseline="-25000" dirty="0">
                <a:latin typeface="微软雅黑" pitchFamily="34" charset="-122"/>
                <a:ea typeface="微软雅黑" pitchFamily="34" charset="-122"/>
              </a:rPr>
              <a:t>1</a:t>
            </a:r>
            <a:r>
              <a:rPr lang="zh-CN" altLang="en-US" sz="1600" b="1" dirty="0">
                <a:latin typeface="微软雅黑" pitchFamily="34" charset="-122"/>
                <a:ea typeface="微软雅黑" pitchFamily="34" charset="-122"/>
              </a:rPr>
              <a:t>到下游网络前缀</a:t>
            </a:r>
            <a:r>
              <a:rPr lang="en-US" altLang="zh-CN" sz="1600" b="1" dirty="0">
                <a:latin typeface="微软雅黑" pitchFamily="34" charset="-122"/>
                <a:ea typeface="微软雅黑" pitchFamily="34" charset="-122"/>
              </a:rPr>
              <a:t>128.70/16</a:t>
            </a:r>
            <a:r>
              <a:rPr lang="zh-CN" altLang="en-US" sz="1600" b="1" dirty="0">
                <a:latin typeface="微软雅黑" pitchFamily="34" charset="-122"/>
                <a:ea typeface="微软雅黑" pitchFamily="34" charset="-122"/>
              </a:rPr>
              <a:t>的最短路径：</a:t>
            </a:r>
            <a:r>
              <a:rPr lang="zh-CN" altLang="zh-CN" sz="1600" b="1" dirty="0">
                <a:solidFill>
                  <a:srgbClr val="0000FF"/>
                </a:solidFill>
                <a:latin typeface="微软雅黑" panose="020B0503020204020204" pitchFamily="34" charset="-122"/>
                <a:ea typeface="微软雅黑" panose="020B0503020204020204" pitchFamily="34" charset="-122"/>
              </a:rPr>
              <a:t>上游</a:t>
            </a:r>
            <a:r>
              <a:rPr lang="en-US" altLang="zh-CN" sz="1600" b="1" dirty="0">
                <a:latin typeface="微软雅黑" panose="020B0503020204020204" pitchFamily="34" charset="-122"/>
                <a:ea typeface="微软雅黑" panose="020B0503020204020204" pitchFamily="34" charset="-122"/>
              </a:rPr>
              <a:t>  </a:t>
            </a:r>
            <a:r>
              <a:rPr lang="en-US" altLang="zh-CN" sz="1600" b="1" dirty="0">
                <a:solidFill>
                  <a:srgbClr val="0000FF"/>
                </a:solidFill>
                <a:latin typeface="微软雅黑" panose="020B0503020204020204" pitchFamily="34" charset="-122"/>
                <a:ea typeface="微软雅黑" panose="020B0503020204020204" pitchFamily="34" charset="-122"/>
              </a:rPr>
              <a:t>R</a:t>
            </a:r>
            <a:r>
              <a:rPr lang="en-US" altLang="zh-CN" sz="1600" b="1" baseline="-25000" dirty="0">
                <a:solidFill>
                  <a:srgbClr val="0000FF"/>
                </a:solidFill>
                <a:latin typeface="微软雅黑" panose="020B0503020204020204" pitchFamily="34" charset="-122"/>
                <a:ea typeface="微软雅黑" panose="020B0503020204020204" pitchFamily="34" charset="-122"/>
              </a:rPr>
              <a:t>1</a:t>
            </a:r>
            <a:r>
              <a:rPr lang="zh-CN" altLang="zh-CN" sz="1600" b="1" dirty="0">
                <a:solidFill>
                  <a:srgbClr val="0000FF"/>
                </a:solidFill>
                <a:latin typeface="微软雅黑" panose="020B0503020204020204" pitchFamily="34" charset="-122"/>
                <a:ea typeface="微软雅黑" panose="020B0503020204020204" pitchFamily="34" charset="-122"/>
              </a:rPr>
              <a:t>→</a:t>
            </a:r>
            <a:r>
              <a:rPr lang="en-US" altLang="zh-CN" sz="1600" b="1" dirty="0">
                <a:solidFill>
                  <a:srgbClr val="0000FF"/>
                </a:solidFill>
                <a:latin typeface="微软雅黑" panose="020B0503020204020204" pitchFamily="34" charset="-122"/>
                <a:ea typeface="微软雅黑" panose="020B0503020204020204" pitchFamily="34" charset="-122"/>
              </a:rPr>
              <a:t>R</a:t>
            </a:r>
            <a:r>
              <a:rPr lang="en-US" altLang="zh-CN" sz="1600" b="1" baseline="-25000" dirty="0">
                <a:solidFill>
                  <a:srgbClr val="0000FF"/>
                </a:solidFill>
                <a:latin typeface="微软雅黑" panose="020B0503020204020204" pitchFamily="34" charset="-122"/>
                <a:ea typeface="微软雅黑" panose="020B0503020204020204" pitchFamily="34" charset="-122"/>
              </a:rPr>
              <a:t>2</a:t>
            </a:r>
            <a:r>
              <a:rPr lang="zh-CN" altLang="zh-CN" sz="1600" b="1" dirty="0">
                <a:solidFill>
                  <a:srgbClr val="0000FF"/>
                </a:solidFill>
                <a:latin typeface="微软雅黑" panose="020B0503020204020204" pitchFamily="34" charset="-122"/>
                <a:ea typeface="微软雅黑" panose="020B0503020204020204" pitchFamily="34" charset="-122"/>
              </a:rPr>
              <a:t>→</a:t>
            </a:r>
            <a:r>
              <a:rPr lang="en-US" altLang="zh-CN" sz="1600" b="1" dirty="0">
                <a:solidFill>
                  <a:srgbClr val="0000FF"/>
                </a:solidFill>
                <a:latin typeface="微软雅黑" panose="020B0503020204020204" pitchFamily="34" charset="-122"/>
                <a:ea typeface="微软雅黑" panose="020B0503020204020204" pitchFamily="34" charset="-122"/>
              </a:rPr>
              <a:t>R</a:t>
            </a:r>
            <a:r>
              <a:rPr lang="en-US" altLang="zh-CN" sz="1600" b="1" baseline="-25000" dirty="0">
                <a:solidFill>
                  <a:srgbClr val="0000FF"/>
                </a:solidFill>
                <a:latin typeface="微软雅黑" panose="020B0503020204020204" pitchFamily="34" charset="-122"/>
                <a:ea typeface="微软雅黑" panose="020B0503020204020204" pitchFamily="34" charset="-122"/>
              </a:rPr>
              <a:t>3</a:t>
            </a:r>
            <a:r>
              <a:rPr lang="zh-CN" altLang="zh-CN" sz="1600" b="1" dirty="0">
                <a:solidFill>
                  <a:srgbClr val="0000FF"/>
                </a:solidFill>
                <a:latin typeface="微软雅黑" panose="020B0503020204020204" pitchFamily="34" charset="-122"/>
                <a:ea typeface="微软雅黑" panose="020B0503020204020204" pitchFamily="34" charset="-122"/>
              </a:rPr>
              <a:t>→</a:t>
            </a:r>
            <a:r>
              <a:rPr lang="en-US" altLang="zh-CN" sz="1600" b="1" dirty="0">
                <a:solidFill>
                  <a:srgbClr val="0000FF"/>
                </a:solidFill>
                <a:latin typeface="微软雅黑" panose="020B0503020204020204" pitchFamily="34" charset="-122"/>
                <a:ea typeface="微软雅黑" panose="020B0503020204020204" pitchFamily="34" charset="-122"/>
              </a:rPr>
              <a:t>128.70/16  </a:t>
            </a:r>
            <a:r>
              <a:rPr lang="zh-CN" altLang="zh-CN" sz="1600" b="1" dirty="0">
                <a:solidFill>
                  <a:srgbClr val="0000FF"/>
                </a:solidFill>
                <a:latin typeface="微软雅黑" panose="020B0503020204020204" pitchFamily="34" charset="-122"/>
                <a:ea typeface="微软雅黑" panose="020B0503020204020204" pitchFamily="34" charset="-122"/>
              </a:rPr>
              <a:t>下游</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538008189"/>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0E5A53-5C48-EEDD-0A85-F20F9850CFDE}"/>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5B87D352-6F0C-2DCE-B482-4EF0CA3431C8}"/>
              </a:ext>
            </a:extLst>
          </p:cNvPr>
          <p:cNvSpPr/>
          <p:nvPr/>
        </p:nvSpPr>
        <p:spPr>
          <a:xfrm>
            <a:off x="545144" y="582235"/>
            <a:ext cx="8053712" cy="318509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107" name="文本框 3344">
            <a:extLst>
              <a:ext uri="{FF2B5EF4-FFF2-40B4-BE49-F238E27FC236}">
                <a16:creationId xmlns:a16="http://schemas.microsoft.com/office/drawing/2014/main" id="{A755F3E5-915A-C3E9-8821-55654AD502A5}"/>
              </a:ext>
            </a:extLst>
          </p:cNvPr>
          <p:cNvSpPr txBox="1">
            <a:spLocks noChangeArrowheads="1"/>
          </p:cNvSpPr>
          <p:nvPr/>
        </p:nvSpPr>
        <p:spPr bwMode="auto">
          <a:xfrm>
            <a:off x="6390054" y="4416035"/>
            <a:ext cx="216703" cy="2986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400" b="1">
                <a:ea typeface="微软雅黑" panose="020B0503020204020204" pitchFamily="34" charset="-122"/>
                <a:sym typeface="Symbol" panose="05050102010706020507" pitchFamily="18" charset="2"/>
              </a:rPr>
              <a:t> </a:t>
            </a:r>
            <a:endParaRPr lang="zh-CN" altLang="en-US" sz="1400" b="1">
              <a:ea typeface="微软雅黑" panose="020B0503020204020204" pitchFamily="34" charset="-122"/>
            </a:endParaRPr>
          </a:p>
        </p:txBody>
      </p:sp>
      <p:grpSp>
        <p:nvGrpSpPr>
          <p:cNvPr id="3" name="组合 2">
            <a:extLst>
              <a:ext uri="{FF2B5EF4-FFF2-40B4-BE49-F238E27FC236}">
                <a16:creationId xmlns:a16="http://schemas.microsoft.com/office/drawing/2014/main" id="{C0637F1E-6AF2-029C-5BB4-D7256EBFBB6E}"/>
              </a:ext>
            </a:extLst>
          </p:cNvPr>
          <p:cNvGrpSpPr/>
          <p:nvPr/>
        </p:nvGrpSpPr>
        <p:grpSpPr>
          <a:xfrm>
            <a:off x="1101908" y="580438"/>
            <a:ext cx="6726624" cy="3135379"/>
            <a:chOff x="621252" y="992379"/>
            <a:chExt cx="7913675" cy="3688681"/>
          </a:xfrm>
        </p:grpSpPr>
        <p:sp>
          <p:nvSpPr>
            <p:cNvPr id="57" name="矩形 3302">
              <a:extLst>
                <a:ext uri="{FF2B5EF4-FFF2-40B4-BE49-F238E27FC236}">
                  <a16:creationId xmlns:a16="http://schemas.microsoft.com/office/drawing/2014/main" id="{756CB3DD-13BD-29EE-5B89-DC51CDD4DC2A}"/>
                </a:ext>
              </a:extLst>
            </p:cNvPr>
            <p:cNvSpPr>
              <a:spLocks noChangeArrowheads="1"/>
            </p:cNvSpPr>
            <p:nvPr/>
          </p:nvSpPr>
          <p:spPr bwMode="auto">
            <a:xfrm>
              <a:off x="3871115" y="1240095"/>
              <a:ext cx="1129386"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9" name="矩形 3283">
              <a:extLst>
                <a:ext uri="{FF2B5EF4-FFF2-40B4-BE49-F238E27FC236}">
                  <a16:creationId xmlns:a16="http://schemas.microsoft.com/office/drawing/2014/main" id="{1F1E801E-96B1-D82D-682C-DCA71E25E558}"/>
                </a:ext>
              </a:extLst>
            </p:cNvPr>
            <p:cNvSpPr>
              <a:spLocks noChangeArrowheads="1"/>
            </p:cNvSpPr>
            <p:nvPr/>
          </p:nvSpPr>
          <p:spPr bwMode="auto">
            <a:xfrm>
              <a:off x="6231795" y="1240095"/>
              <a:ext cx="1100612"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111" name="矩形 3283">
              <a:extLst>
                <a:ext uri="{FF2B5EF4-FFF2-40B4-BE49-F238E27FC236}">
                  <a16:creationId xmlns:a16="http://schemas.microsoft.com/office/drawing/2014/main" id="{25EE88AB-A3D9-59C8-DDD3-F4C59D9EA69E}"/>
                </a:ext>
              </a:extLst>
            </p:cNvPr>
            <p:cNvSpPr>
              <a:spLocks noChangeArrowheads="1"/>
            </p:cNvSpPr>
            <p:nvPr/>
          </p:nvSpPr>
          <p:spPr bwMode="auto">
            <a:xfrm>
              <a:off x="6346892" y="3844193"/>
              <a:ext cx="1100612" cy="61127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68" name="矩形 3318">
              <a:extLst>
                <a:ext uri="{FF2B5EF4-FFF2-40B4-BE49-F238E27FC236}">
                  <a16:creationId xmlns:a16="http://schemas.microsoft.com/office/drawing/2014/main" id="{663590DB-584C-A47F-721F-CDF8F97AE38C}"/>
                </a:ext>
              </a:extLst>
            </p:cNvPr>
            <p:cNvSpPr>
              <a:spLocks noChangeArrowheads="1"/>
            </p:cNvSpPr>
            <p:nvPr/>
          </p:nvSpPr>
          <p:spPr bwMode="auto">
            <a:xfrm>
              <a:off x="1340188" y="1267208"/>
              <a:ext cx="1081429"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 name="矩形 2">
              <a:extLst>
                <a:ext uri="{FF2B5EF4-FFF2-40B4-BE49-F238E27FC236}">
                  <a16:creationId xmlns:a16="http://schemas.microsoft.com/office/drawing/2014/main" id="{79040A0D-5E73-F0DE-F243-2CC94FABA9C8}"/>
                </a:ext>
              </a:extLst>
            </p:cNvPr>
            <p:cNvSpPr>
              <a:spLocks noChangeArrowheads="1"/>
            </p:cNvSpPr>
            <p:nvPr/>
          </p:nvSpPr>
          <p:spPr bwMode="auto">
            <a:xfrm>
              <a:off x="1133973" y="3735741"/>
              <a:ext cx="2500954" cy="283456"/>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5" name="任意多边形: 形状 4">
              <a:extLst>
                <a:ext uri="{FF2B5EF4-FFF2-40B4-BE49-F238E27FC236}">
                  <a16:creationId xmlns:a16="http://schemas.microsoft.com/office/drawing/2014/main" id="{6A11374D-EE09-B71C-3B5C-C47F732C9488}"/>
                </a:ext>
              </a:extLst>
            </p:cNvPr>
            <p:cNvSpPr/>
            <p:nvPr/>
          </p:nvSpPr>
          <p:spPr bwMode="auto">
            <a:xfrm>
              <a:off x="6356483" y="3520068"/>
              <a:ext cx="1092219" cy="307288"/>
            </a:xfrm>
            <a:custGeom>
              <a:avLst/>
              <a:gdLst>
                <a:gd name="connsiteX0" fmla="*/ 645459 w 1446306"/>
                <a:gd name="connsiteY0" fmla="*/ 0 h 256988"/>
                <a:gd name="connsiteX1" fmla="*/ 0 w 1446306"/>
                <a:gd name="connsiteY1" fmla="*/ 256988 h 256988"/>
                <a:gd name="connsiteX2" fmla="*/ 1446306 w 1446306"/>
                <a:gd name="connsiteY2" fmla="*/ 256988 h 256988"/>
                <a:gd name="connsiteX3" fmla="*/ 818777 w 1446306"/>
                <a:gd name="connsiteY3" fmla="*/ 11953 h 256988"/>
                <a:gd name="connsiteX4" fmla="*/ 645459 w 1446306"/>
                <a:gd name="connsiteY4" fmla="*/ 0 h 256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06" h="256988">
                  <a:moveTo>
                    <a:pt x="645459" y="0"/>
                  </a:moveTo>
                  <a:lnTo>
                    <a:pt x="0" y="256988"/>
                  </a:lnTo>
                  <a:lnTo>
                    <a:pt x="1446306" y="256988"/>
                  </a:lnTo>
                  <a:lnTo>
                    <a:pt x="818777" y="11953"/>
                  </a:lnTo>
                  <a:lnTo>
                    <a:pt x="645459" y="0"/>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5400000" scaled="0"/>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6" name="Text Box 358">
              <a:extLst>
                <a:ext uri="{FF2B5EF4-FFF2-40B4-BE49-F238E27FC236}">
                  <a16:creationId xmlns:a16="http://schemas.microsoft.com/office/drawing/2014/main" id="{6D4E4783-1B7D-7FB3-A47F-BB53CC922CE9}"/>
                </a:ext>
              </a:extLst>
            </p:cNvPr>
            <p:cNvSpPr txBox="1">
              <a:spLocks noChangeArrowheads="1"/>
            </p:cNvSpPr>
            <p:nvPr/>
          </p:nvSpPr>
          <p:spPr bwMode="auto">
            <a:xfrm>
              <a:off x="6369288" y="4234869"/>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70       0 </a:t>
              </a:r>
              <a:endParaRPr lang="zh-CN" altLang="en-US" sz="1000" b="1">
                <a:ea typeface="微软雅黑" panose="020B0503020204020204" pitchFamily="34" charset="-122"/>
              </a:endParaRPr>
            </a:p>
          </p:txBody>
        </p:sp>
        <p:cxnSp>
          <p:nvCxnSpPr>
            <p:cNvPr id="10" name="直接连接符 3288">
              <a:extLst>
                <a:ext uri="{FF2B5EF4-FFF2-40B4-BE49-F238E27FC236}">
                  <a16:creationId xmlns:a16="http://schemas.microsoft.com/office/drawing/2014/main" id="{FD92CA63-CDBA-EAF5-20C4-1DD390EE2290}"/>
                </a:ext>
              </a:extLst>
            </p:cNvPr>
            <p:cNvCxnSpPr>
              <a:cxnSpLocks/>
            </p:cNvCxnSpPr>
            <p:nvPr/>
          </p:nvCxnSpPr>
          <p:spPr bwMode="auto">
            <a:xfrm>
              <a:off x="6728149" y="3858982"/>
              <a:ext cx="1199" cy="59156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 name="直接连接符 3289">
              <a:extLst>
                <a:ext uri="{FF2B5EF4-FFF2-40B4-BE49-F238E27FC236}">
                  <a16:creationId xmlns:a16="http://schemas.microsoft.com/office/drawing/2014/main" id="{B2829D0C-EC03-BEC1-14D9-F1009B2707F0}"/>
                </a:ext>
              </a:extLst>
            </p:cNvPr>
            <p:cNvCxnSpPr>
              <a:cxnSpLocks/>
            </p:cNvCxnSpPr>
            <p:nvPr/>
          </p:nvCxnSpPr>
          <p:spPr bwMode="auto">
            <a:xfrm flipH="1">
              <a:off x="7078235" y="3833101"/>
              <a:ext cx="4796" cy="61004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 name="直接连接符 3285">
              <a:extLst>
                <a:ext uri="{FF2B5EF4-FFF2-40B4-BE49-F238E27FC236}">
                  <a16:creationId xmlns:a16="http://schemas.microsoft.com/office/drawing/2014/main" id="{E291D346-001E-8487-0C44-6C3FEBBDCEFD}"/>
                </a:ext>
              </a:extLst>
            </p:cNvPr>
            <p:cNvCxnSpPr>
              <a:cxnSpLocks/>
            </p:cNvCxnSpPr>
            <p:nvPr/>
          </p:nvCxnSpPr>
          <p:spPr bwMode="auto">
            <a:xfrm>
              <a:off x="6346892" y="4234869"/>
              <a:ext cx="1095816"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sp>
          <p:nvSpPr>
            <p:cNvPr id="13" name="Text Box 410">
              <a:extLst>
                <a:ext uri="{FF2B5EF4-FFF2-40B4-BE49-F238E27FC236}">
                  <a16:creationId xmlns:a16="http://schemas.microsoft.com/office/drawing/2014/main" id="{4E08D362-127A-153B-54A9-E0139587AD80}"/>
                </a:ext>
              </a:extLst>
            </p:cNvPr>
            <p:cNvSpPr txBox="1">
              <a:spLocks noChangeArrowheads="1"/>
            </p:cNvSpPr>
            <p:nvPr/>
          </p:nvSpPr>
          <p:spPr bwMode="auto">
            <a:xfrm>
              <a:off x="4458512" y="254029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14" name="文本框 3344">
              <a:extLst>
                <a:ext uri="{FF2B5EF4-FFF2-40B4-BE49-F238E27FC236}">
                  <a16:creationId xmlns:a16="http://schemas.microsoft.com/office/drawing/2014/main" id="{6AA19869-DAFF-DA74-768D-173DDED6632F}"/>
                </a:ext>
              </a:extLst>
            </p:cNvPr>
            <p:cNvSpPr txBox="1">
              <a:spLocks noChangeArrowheads="1"/>
            </p:cNvSpPr>
            <p:nvPr/>
          </p:nvSpPr>
          <p:spPr bwMode="auto">
            <a:xfrm>
              <a:off x="6274957" y="1715808"/>
              <a:ext cx="4247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 </a:t>
              </a:r>
              <a:endParaRPr lang="zh-CN" altLang="en-US" sz="1100" b="1">
                <a:ea typeface="微软雅黑" panose="020B0503020204020204" pitchFamily="34" charset="-122"/>
              </a:endParaRPr>
            </a:p>
          </p:txBody>
        </p:sp>
        <p:sp>
          <p:nvSpPr>
            <p:cNvPr id="15" name="任意多边形: 形状 14">
              <a:extLst>
                <a:ext uri="{FF2B5EF4-FFF2-40B4-BE49-F238E27FC236}">
                  <a16:creationId xmlns:a16="http://schemas.microsoft.com/office/drawing/2014/main" id="{9621B851-A4BE-6E3A-9CD6-4A1A1A755F19}"/>
                </a:ext>
              </a:extLst>
            </p:cNvPr>
            <p:cNvSpPr/>
            <p:nvPr/>
          </p:nvSpPr>
          <p:spPr bwMode="auto">
            <a:xfrm>
              <a:off x="1335392" y="2087533"/>
              <a:ext cx="1086224" cy="539031"/>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cxnSp>
          <p:nvCxnSpPr>
            <p:cNvPr id="16" name="直接连接符 22">
              <a:extLst>
                <a:ext uri="{FF2B5EF4-FFF2-40B4-BE49-F238E27FC236}">
                  <a16:creationId xmlns:a16="http://schemas.microsoft.com/office/drawing/2014/main" id="{BD96D21E-A302-0C17-B9CE-6767A87532DB}"/>
                </a:ext>
              </a:extLst>
            </p:cNvPr>
            <p:cNvCxnSpPr>
              <a:cxnSpLocks/>
            </p:cNvCxnSpPr>
            <p:nvPr/>
          </p:nvCxnSpPr>
          <p:spPr bwMode="auto">
            <a:xfrm>
              <a:off x="1910876" y="2836076"/>
              <a:ext cx="149866" cy="109685"/>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sp>
          <p:nvSpPr>
            <p:cNvPr id="17" name="任意多边形: 形状 16">
              <a:extLst>
                <a:ext uri="{FF2B5EF4-FFF2-40B4-BE49-F238E27FC236}">
                  <a16:creationId xmlns:a16="http://schemas.microsoft.com/office/drawing/2014/main" id="{66C536CD-9178-0E55-6D65-0442D9CB204E}"/>
                </a:ext>
              </a:extLst>
            </p:cNvPr>
            <p:cNvSpPr/>
            <p:nvPr/>
          </p:nvSpPr>
          <p:spPr bwMode="auto">
            <a:xfrm>
              <a:off x="6247381" y="2052258"/>
              <a:ext cx="1091020" cy="568144"/>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18" name="Line 227">
              <a:extLst>
                <a:ext uri="{FF2B5EF4-FFF2-40B4-BE49-F238E27FC236}">
                  <a16:creationId xmlns:a16="http://schemas.microsoft.com/office/drawing/2014/main" id="{D70DCC4B-0E89-AB76-0FCD-721EFE10E74C}"/>
                </a:ext>
              </a:extLst>
            </p:cNvPr>
            <p:cNvSpPr>
              <a:spLocks noChangeShapeType="1"/>
            </p:cNvSpPr>
            <p:nvPr/>
          </p:nvSpPr>
          <p:spPr bwMode="auto">
            <a:xfrm>
              <a:off x="6807278" y="3406685"/>
              <a:ext cx="744532" cy="4313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19" name="Line 94">
              <a:extLst>
                <a:ext uri="{FF2B5EF4-FFF2-40B4-BE49-F238E27FC236}">
                  <a16:creationId xmlns:a16="http://schemas.microsoft.com/office/drawing/2014/main" id="{F8EDAEDC-B19C-E761-029C-3E64A83F02D7}"/>
                </a:ext>
              </a:extLst>
            </p:cNvPr>
            <p:cNvSpPr>
              <a:spLocks noChangeShapeType="1"/>
            </p:cNvSpPr>
            <p:nvPr/>
          </p:nvSpPr>
          <p:spPr bwMode="auto">
            <a:xfrm>
              <a:off x="4506545" y="2815124"/>
              <a:ext cx="2300733" cy="59156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0" name="Line 227">
              <a:extLst>
                <a:ext uri="{FF2B5EF4-FFF2-40B4-BE49-F238E27FC236}">
                  <a16:creationId xmlns:a16="http://schemas.microsoft.com/office/drawing/2014/main" id="{07323526-F6BC-CE47-E53B-2C307F6803F1}"/>
                </a:ext>
              </a:extLst>
            </p:cNvPr>
            <p:cNvSpPr>
              <a:spLocks noChangeShapeType="1"/>
            </p:cNvSpPr>
            <p:nvPr/>
          </p:nvSpPr>
          <p:spPr bwMode="auto">
            <a:xfrm flipV="1">
              <a:off x="6790493" y="2741179"/>
              <a:ext cx="761317" cy="98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1" name="Line 89">
              <a:extLst>
                <a:ext uri="{FF2B5EF4-FFF2-40B4-BE49-F238E27FC236}">
                  <a16:creationId xmlns:a16="http://schemas.microsoft.com/office/drawing/2014/main" id="{AC359B69-9C8E-CD4B-AFDD-4B57F62BED0E}"/>
                </a:ext>
              </a:extLst>
            </p:cNvPr>
            <p:cNvSpPr>
              <a:spLocks noChangeShapeType="1"/>
            </p:cNvSpPr>
            <p:nvPr/>
          </p:nvSpPr>
          <p:spPr bwMode="auto">
            <a:xfrm>
              <a:off x="1010485" y="2736250"/>
              <a:ext cx="7661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2" name="Line 94">
              <a:extLst>
                <a:ext uri="{FF2B5EF4-FFF2-40B4-BE49-F238E27FC236}">
                  <a16:creationId xmlns:a16="http://schemas.microsoft.com/office/drawing/2014/main" id="{8D008AC5-7B2E-3D36-2E20-97A99B43CF79}"/>
                </a:ext>
              </a:extLst>
            </p:cNvPr>
            <p:cNvSpPr>
              <a:spLocks noChangeShapeType="1"/>
            </p:cNvSpPr>
            <p:nvPr/>
          </p:nvSpPr>
          <p:spPr bwMode="auto">
            <a:xfrm>
              <a:off x="4558098" y="2737482"/>
              <a:ext cx="2249180" cy="739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3" name="Line 98">
              <a:extLst>
                <a:ext uri="{FF2B5EF4-FFF2-40B4-BE49-F238E27FC236}">
                  <a16:creationId xmlns:a16="http://schemas.microsoft.com/office/drawing/2014/main" id="{51CE268D-D854-CEEB-0119-9CED0B013FC9}"/>
                </a:ext>
              </a:extLst>
            </p:cNvPr>
            <p:cNvSpPr>
              <a:spLocks noChangeShapeType="1"/>
            </p:cNvSpPr>
            <p:nvPr/>
          </p:nvSpPr>
          <p:spPr bwMode="auto">
            <a:xfrm flipH="1">
              <a:off x="1958832" y="2741179"/>
              <a:ext cx="2355885" cy="1232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4" name="Line 345">
              <a:extLst>
                <a:ext uri="{FF2B5EF4-FFF2-40B4-BE49-F238E27FC236}">
                  <a16:creationId xmlns:a16="http://schemas.microsoft.com/office/drawing/2014/main" id="{2A333249-C764-D67E-A2C4-7B663ACE4991}"/>
                </a:ext>
              </a:extLst>
            </p:cNvPr>
            <p:cNvSpPr>
              <a:spLocks noChangeShapeType="1"/>
            </p:cNvSpPr>
            <p:nvPr/>
          </p:nvSpPr>
          <p:spPr bwMode="auto">
            <a:xfrm flipV="1">
              <a:off x="1306618" y="2887837"/>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5" name="Text Box 350">
              <a:extLst>
                <a:ext uri="{FF2B5EF4-FFF2-40B4-BE49-F238E27FC236}">
                  <a16:creationId xmlns:a16="http://schemas.microsoft.com/office/drawing/2014/main" id="{0A6D164D-7BFD-2CE5-3DE3-5BD0CE4BECD9}"/>
                </a:ext>
              </a:extLst>
            </p:cNvPr>
            <p:cNvSpPr txBox="1">
              <a:spLocks noChangeArrowheads="1"/>
            </p:cNvSpPr>
            <p:nvPr/>
          </p:nvSpPr>
          <p:spPr bwMode="auto">
            <a:xfrm>
              <a:off x="2877208" y="2067047"/>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26" name="AutoShape 354">
              <a:extLst>
                <a:ext uri="{FF2B5EF4-FFF2-40B4-BE49-F238E27FC236}">
                  <a16:creationId xmlns:a16="http://schemas.microsoft.com/office/drawing/2014/main" id="{9B2183BE-624D-4802-9386-02D59B4889C4}"/>
                </a:ext>
              </a:extLst>
            </p:cNvPr>
            <p:cNvSpPr>
              <a:spLocks noChangeArrowheads="1"/>
            </p:cNvSpPr>
            <p:nvPr/>
          </p:nvSpPr>
          <p:spPr bwMode="auto">
            <a:xfrm>
              <a:off x="1817359" y="3182385"/>
              <a:ext cx="890800" cy="262505"/>
            </a:xfrm>
            <a:prstGeom prst="wedgeRoundRectCallout">
              <a:avLst>
                <a:gd name="adj1" fmla="val 73259"/>
                <a:gd name="adj2" fmla="val -135176"/>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27" name="Text Box 355">
              <a:extLst>
                <a:ext uri="{FF2B5EF4-FFF2-40B4-BE49-F238E27FC236}">
                  <a16:creationId xmlns:a16="http://schemas.microsoft.com/office/drawing/2014/main" id="{BF808D29-1D1F-408F-AA2D-9FC3E87D980F}"/>
                </a:ext>
              </a:extLst>
            </p:cNvPr>
            <p:cNvSpPr txBox="1">
              <a:spLocks noChangeArrowheads="1"/>
            </p:cNvSpPr>
            <p:nvPr/>
          </p:nvSpPr>
          <p:spPr bwMode="auto">
            <a:xfrm>
              <a:off x="1753390" y="3200871"/>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 </a:t>
              </a:r>
              <a:r>
                <a:rPr lang="zh-CN" altLang="en-US" sz="1000" b="1">
                  <a:ea typeface="微软雅黑" panose="020B0503020204020204" pitchFamily="34" charset="-122"/>
                </a:rPr>
                <a:t>压入标签</a:t>
              </a:r>
            </a:p>
          </p:txBody>
        </p:sp>
        <p:sp>
          <p:nvSpPr>
            <p:cNvPr id="28" name="Text Box 370">
              <a:extLst>
                <a:ext uri="{FF2B5EF4-FFF2-40B4-BE49-F238E27FC236}">
                  <a16:creationId xmlns:a16="http://schemas.microsoft.com/office/drawing/2014/main" id="{D96C40D3-0E90-DFC1-FAE3-8B71575457DE}"/>
                </a:ext>
              </a:extLst>
            </p:cNvPr>
            <p:cNvSpPr txBox="1">
              <a:spLocks noChangeArrowheads="1"/>
            </p:cNvSpPr>
            <p:nvPr/>
          </p:nvSpPr>
          <p:spPr bwMode="auto">
            <a:xfrm>
              <a:off x="1421169" y="2507020"/>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a:t>
              </a:r>
            </a:p>
          </p:txBody>
        </p:sp>
        <p:sp>
          <p:nvSpPr>
            <p:cNvPr id="29" name="Text Box 411">
              <a:extLst>
                <a:ext uri="{FF2B5EF4-FFF2-40B4-BE49-F238E27FC236}">
                  <a16:creationId xmlns:a16="http://schemas.microsoft.com/office/drawing/2014/main" id="{819FD9C7-64BF-9887-6F8B-01B86DFEC5FB}"/>
                </a:ext>
              </a:extLst>
            </p:cNvPr>
            <p:cNvSpPr txBox="1">
              <a:spLocks noChangeArrowheads="1"/>
            </p:cNvSpPr>
            <p:nvPr/>
          </p:nvSpPr>
          <p:spPr bwMode="auto">
            <a:xfrm>
              <a:off x="4451319" y="2818822"/>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sp>
          <p:nvSpPr>
            <p:cNvPr id="30" name="Rectangle 414">
              <a:extLst>
                <a:ext uri="{FF2B5EF4-FFF2-40B4-BE49-F238E27FC236}">
                  <a16:creationId xmlns:a16="http://schemas.microsoft.com/office/drawing/2014/main" id="{C3535898-6446-58C5-98EE-E4EE5C6BFF96}"/>
                </a:ext>
              </a:extLst>
            </p:cNvPr>
            <p:cNvSpPr>
              <a:spLocks noChangeArrowheads="1"/>
            </p:cNvSpPr>
            <p:nvPr/>
          </p:nvSpPr>
          <p:spPr bwMode="auto">
            <a:xfrm rot="10800000">
              <a:off x="2385649" y="2811427"/>
              <a:ext cx="451994"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31" name="Rectangle 415">
              <a:extLst>
                <a:ext uri="{FF2B5EF4-FFF2-40B4-BE49-F238E27FC236}">
                  <a16:creationId xmlns:a16="http://schemas.microsoft.com/office/drawing/2014/main" id="{B2AEA5AC-0898-241A-E15E-48AD3DC0BF87}"/>
                </a:ext>
              </a:extLst>
            </p:cNvPr>
            <p:cNvSpPr>
              <a:spLocks noChangeArrowheads="1"/>
            </p:cNvSpPr>
            <p:nvPr/>
          </p:nvSpPr>
          <p:spPr bwMode="auto">
            <a:xfrm>
              <a:off x="2834046" y="2811427"/>
              <a:ext cx="153462"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81</a:t>
              </a:r>
            </a:p>
          </p:txBody>
        </p:sp>
        <p:sp>
          <p:nvSpPr>
            <p:cNvPr id="32" name="Line 420">
              <a:extLst>
                <a:ext uri="{FF2B5EF4-FFF2-40B4-BE49-F238E27FC236}">
                  <a16:creationId xmlns:a16="http://schemas.microsoft.com/office/drawing/2014/main" id="{CD876F2D-3FD4-C951-BA91-99F3155FCADB}"/>
                </a:ext>
              </a:extLst>
            </p:cNvPr>
            <p:cNvSpPr>
              <a:spLocks noChangeShapeType="1"/>
            </p:cNvSpPr>
            <p:nvPr/>
          </p:nvSpPr>
          <p:spPr bwMode="auto">
            <a:xfrm rot="17283846">
              <a:off x="4708858" y="2478189"/>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33" name="Text Box 370">
              <a:extLst>
                <a:ext uri="{FF2B5EF4-FFF2-40B4-BE49-F238E27FC236}">
                  <a16:creationId xmlns:a16="http://schemas.microsoft.com/office/drawing/2014/main" id="{C22D5FF3-2D56-B7E6-2973-CC0135815C68}"/>
                </a:ext>
              </a:extLst>
            </p:cNvPr>
            <p:cNvSpPr txBox="1">
              <a:spLocks noChangeArrowheads="1"/>
            </p:cNvSpPr>
            <p:nvPr/>
          </p:nvSpPr>
          <p:spPr bwMode="auto">
            <a:xfrm>
              <a:off x="6482422" y="3119532"/>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4</a:t>
              </a:r>
            </a:p>
          </p:txBody>
        </p:sp>
        <p:sp>
          <p:nvSpPr>
            <p:cNvPr id="34" name="Text Box 370">
              <a:extLst>
                <a:ext uri="{FF2B5EF4-FFF2-40B4-BE49-F238E27FC236}">
                  <a16:creationId xmlns:a16="http://schemas.microsoft.com/office/drawing/2014/main" id="{83CB3A19-C043-B184-EACD-F3EB64DEF4A4}"/>
                </a:ext>
              </a:extLst>
            </p:cNvPr>
            <p:cNvSpPr txBox="1">
              <a:spLocks noChangeArrowheads="1"/>
            </p:cNvSpPr>
            <p:nvPr/>
          </p:nvSpPr>
          <p:spPr bwMode="auto">
            <a:xfrm>
              <a:off x="6362531" y="2515647"/>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a:t>
              </a:r>
            </a:p>
          </p:txBody>
        </p:sp>
        <p:sp>
          <p:nvSpPr>
            <p:cNvPr id="35" name="Text Box 370">
              <a:extLst>
                <a:ext uri="{FF2B5EF4-FFF2-40B4-BE49-F238E27FC236}">
                  <a16:creationId xmlns:a16="http://schemas.microsoft.com/office/drawing/2014/main" id="{C0CE3159-D712-EC62-EEF0-59495704B9A3}"/>
                </a:ext>
              </a:extLst>
            </p:cNvPr>
            <p:cNvSpPr txBox="1">
              <a:spLocks noChangeArrowheads="1"/>
            </p:cNvSpPr>
            <p:nvPr/>
          </p:nvSpPr>
          <p:spPr bwMode="auto">
            <a:xfrm>
              <a:off x="3959290" y="2492231"/>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a:t>
              </a:r>
            </a:p>
          </p:txBody>
        </p:sp>
        <p:sp>
          <p:nvSpPr>
            <p:cNvPr id="36" name="Text Box 353">
              <a:extLst>
                <a:ext uri="{FF2B5EF4-FFF2-40B4-BE49-F238E27FC236}">
                  <a16:creationId xmlns:a16="http://schemas.microsoft.com/office/drawing/2014/main" id="{DF3C4D30-EC9E-330C-3B23-C9A79FE09AFB}"/>
                </a:ext>
              </a:extLst>
            </p:cNvPr>
            <p:cNvSpPr txBox="1">
              <a:spLocks noChangeArrowheads="1"/>
            </p:cNvSpPr>
            <p:nvPr/>
          </p:nvSpPr>
          <p:spPr bwMode="auto">
            <a:xfrm>
              <a:off x="621252" y="2930971"/>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grpSp>
          <p:nvGrpSpPr>
            <p:cNvPr id="37" name="组合 3255">
              <a:extLst>
                <a:ext uri="{FF2B5EF4-FFF2-40B4-BE49-F238E27FC236}">
                  <a16:creationId xmlns:a16="http://schemas.microsoft.com/office/drawing/2014/main" id="{E859A8F7-19E6-4786-B2A1-FA746D768701}"/>
                </a:ext>
              </a:extLst>
            </p:cNvPr>
            <p:cNvGrpSpPr>
              <a:grpSpLocks/>
            </p:cNvGrpSpPr>
            <p:nvPr/>
          </p:nvGrpSpPr>
          <p:grpSpPr bwMode="auto">
            <a:xfrm>
              <a:off x="7545815" y="2592057"/>
              <a:ext cx="989112" cy="547193"/>
              <a:chOff x="9866202" y="1510266"/>
              <a:chExt cx="1309687" cy="703263"/>
            </a:xfrm>
          </p:grpSpPr>
          <p:pic>
            <p:nvPicPr>
              <p:cNvPr id="217" name="Picture 226">
                <a:extLst>
                  <a:ext uri="{FF2B5EF4-FFF2-40B4-BE49-F238E27FC236}">
                    <a16:creationId xmlns:a16="http://schemas.microsoft.com/office/drawing/2014/main" id="{E507D069-75FD-171B-E1A3-F4FADF2C113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8" name="Text Box 353">
                <a:extLst>
                  <a:ext uri="{FF2B5EF4-FFF2-40B4-BE49-F238E27FC236}">
                    <a16:creationId xmlns:a16="http://schemas.microsoft.com/office/drawing/2014/main" id="{136A6197-5B39-B062-4D0E-44DD07824CB0}"/>
                  </a:ext>
                </a:extLst>
              </p:cNvPr>
              <p:cNvSpPr txBox="1">
                <a:spLocks noChangeArrowheads="1"/>
              </p:cNvSpPr>
              <p:nvPr/>
            </p:nvSpPr>
            <p:spPr bwMode="auto">
              <a:xfrm>
                <a:off x="10012484" y="1711881"/>
                <a:ext cx="1091736" cy="34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a:t>
                </a:r>
                <a:endParaRPr lang="zh-CN" altLang="en-US" sz="1000" b="1">
                  <a:ea typeface="微软雅黑" panose="020B0503020204020204" pitchFamily="34" charset="-122"/>
                </a:endParaRPr>
              </a:p>
            </p:txBody>
          </p:sp>
        </p:grpSp>
        <p:grpSp>
          <p:nvGrpSpPr>
            <p:cNvPr id="38" name="组合 3161">
              <a:extLst>
                <a:ext uri="{FF2B5EF4-FFF2-40B4-BE49-F238E27FC236}">
                  <a16:creationId xmlns:a16="http://schemas.microsoft.com/office/drawing/2014/main" id="{822606C7-9C0B-B3F6-FB27-A431150E8095}"/>
                </a:ext>
              </a:extLst>
            </p:cNvPr>
            <p:cNvGrpSpPr>
              <a:grpSpLocks/>
            </p:cNvGrpSpPr>
            <p:nvPr/>
          </p:nvGrpSpPr>
          <p:grpSpPr bwMode="auto">
            <a:xfrm>
              <a:off x="6629838" y="2582198"/>
              <a:ext cx="302129" cy="361098"/>
              <a:chOff x="829150" y="1370013"/>
              <a:chExt cx="399575" cy="465137"/>
            </a:xfrm>
          </p:grpSpPr>
          <p:sp>
            <p:nvSpPr>
              <p:cNvPr id="187" name="AutoShape 86">
                <a:extLst>
                  <a:ext uri="{FF2B5EF4-FFF2-40B4-BE49-F238E27FC236}">
                    <a16:creationId xmlns:a16="http://schemas.microsoft.com/office/drawing/2014/main" id="{5C82141D-B599-DEE7-9896-D28D12DC2E62}"/>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88" name="Oval 88">
                <a:extLst>
                  <a:ext uri="{FF2B5EF4-FFF2-40B4-BE49-F238E27FC236}">
                    <a16:creationId xmlns:a16="http://schemas.microsoft.com/office/drawing/2014/main" id="{381FC6E7-E575-1E37-A8D3-4F43CBA91540}"/>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89" name="Rectangle 89">
                <a:extLst>
                  <a:ext uri="{FF2B5EF4-FFF2-40B4-BE49-F238E27FC236}">
                    <a16:creationId xmlns:a16="http://schemas.microsoft.com/office/drawing/2014/main" id="{86FB182D-12B3-7709-B45E-116FBF2F5426}"/>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90" name="Oval 91">
                <a:extLst>
                  <a:ext uri="{FF2B5EF4-FFF2-40B4-BE49-F238E27FC236}">
                    <a16:creationId xmlns:a16="http://schemas.microsoft.com/office/drawing/2014/main" id="{304370C7-130D-5656-5EA8-E678889642F1}"/>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91" name="Group 110">
                <a:extLst>
                  <a:ext uri="{FF2B5EF4-FFF2-40B4-BE49-F238E27FC236}">
                    <a16:creationId xmlns:a16="http://schemas.microsoft.com/office/drawing/2014/main" id="{ACE35F5D-E4B7-8C7B-B603-65F049006207}"/>
                  </a:ext>
                </a:extLst>
              </p:cNvPr>
              <p:cNvGrpSpPr>
                <a:grpSpLocks/>
              </p:cNvGrpSpPr>
              <p:nvPr/>
            </p:nvGrpSpPr>
            <p:grpSpPr bwMode="auto">
              <a:xfrm>
                <a:off x="898525" y="1389063"/>
                <a:ext cx="268287" cy="112712"/>
                <a:chOff x="566" y="875"/>
                <a:chExt cx="169" cy="71"/>
              </a:xfrm>
            </p:grpSpPr>
            <p:grpSp>
              <p:nvGrpSpPr>
                <p:cNvPr id="199" name="Group 100">
                  <a:extLst>
                    <a:ext uri="{FF2B5EF4-FFF2-40B4-BE49-F238E27FC236}">
                      <a16:creationId xmlns:a16="http://schemas.microsoft.com/office/drawing/2014/main" id="{BAC9526D-CDEA-185E-A5D8-C1745364AC47}"/>
                    </a:ext>
                  </a:extLst>
                </p:cNvPr>
                <p:cNvGrpSpPr>
                  <a:grpSpLocks/>
                </p:cNvGrpSpPr>
                <p:nvPr/>
              </p:nvGrpSpPr>
              <p:grpSpPr bwMode="auto">
                <a:xfrm>
                  <a:off x="566" y="875"/>
                  <a:ext cx="168" cy="69"/>
                  <a:chOff x="566" y="875"/>
                  <a:chExt cx="168" cy="69"/>
                </a:xfrm>
              </p:grpSpPr>
              <p:sp>
                <p:nvSpPr>
                  <p:cNvPr id="209" name="Freeform 92">
                    <a:extLst>
                      <a:ext uri="{FF2B5EF4-FFF2-40B4-BE49-F238E27FC236}">
                        <a16:creationId xmlns:a16="http://schemas.microsoft.com/office/drawing/2014/main" id="{71F1C3C1-A826-7B66-D4F3-013366236492}"/>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0" name="Freeform 93">
                    <a:extLst>
                      <a:ext uri="{FF2B5EF4-FFF2-40B4-BE49-F238E27FC236}">
                        <a16:creationId xmlns:a16="http://schemas.microsoft.com/office/drawing/2014/main" id="{30642773-3614-35AC-D383-5673F10EA70C}"/>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1" name="Freeform 94">
                    <a:extLst>
                      <a:ext uri="{FF2B5EF4-FFF2-40B4-BE49-F238E27FC236}">
                        <a16:creationId xmlns:a16="http://schemas.microsoft.com/office/drawing/2014/main" id="{A30B4698-662B-AD92-E870-69D32D8DA176}"/>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2" name="Freeform 95">
                    <a:extLst>
                      <a:ext uri="{FF2B5EF4-FFF2-40B4-BE49-F238E27FC236}">
                        <a16:creationId xmlns:a16="http://schemas.microsoft.com/office/drawing/2014/main" id="{43893300-6452-4294-B48B-36F7845F5BA1}"/>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3" name="Freeform 96">
                    <a:extLst>
                      <a:ext uri="{FF2B5EF4-FFF2-40B4-BE49-F238E27FC236}">
                        <a16:creationId xmlns:a16="http://schemas.microsoft.com/office/drawing/2014/main" id="{68BAABE5-34A4-EFC6-956D-0A18EFBD9A38}"/>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4" name="Freeform 97">
                    <a:extLst>
                      <a:ext uri="{FF2B5EF4-FFF2-40B4-BE49-F238E27FC236}">
                        <a16:creationId xmlns:a16="http://schemas.microsoft.com/office/drawing/2014/main" id="{508E6BD7-EEFD-4E64-C0FC-34C5DE2FB7C3}"/>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5" name="Freeform 98">
                    <a:extLst>
                      <a:ext uri="{FF2B5EF4-FFF2-40B4-BE49-F238E27FC236}">
                        <a16:creationId xmlns:a16="http://schemas.microsoft.com/office/drawing/2014/main" id="{9608F3E2-1F2C-89B7-F804-6AD19858B71C}"/>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6" name="Freeform 99">
                    <a:extLst>
                      <a:ext uri="{FF2B5EF4-FFF2-40B4-BE49-F238E27FC236}">
                        <a16:creationId xmlns:a16="http://schemas.microsoft.com/office/drawing/2014/main" id="{D2B9B7C9-EB8A-F5B6-42FF-1230C5C393E2}"/>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200" name="Group 109">
                  <a:extLst>
                    <a:ext uri="{FF2B5EF4-FFF2-40B4-BE49-F238E27FC236}">
                      <a16:creationId xmlns:a16="http://schemas.microsoft.com/office/drawing/2014/main" id="{AA5B5BAB-615B-0B4B-ED4F-050B20F0A0C1}"/>
                    </a:ext>
                  </a:extLst>
                </p:cNvPr>
                <p:cNvGrpSpPr>
                  <a:grpSpLocks/>
                </p:cNvGrpSpPr>
                <p:nvPr/>
              </p:nvGrpSpPr>
              <p:grpSpPr bwMode="auto">
                <a:xfrm>
                  <a:off x="568" y="876"/>
                  <a:ext cx="167" cy="70"/>
                  <a:chOff x="568" y="876"/>
                  <a:chExt cx="167" cy="70"/>
                </a:xfrm>
              </p:grpSpPr>
              <p:sp>
                <p:nvSpPr>
                  <p:cNvPr id="201" name="Freeform 101">
                    <a:extLst>
                      <a:ext uri="{FF2B5EF4-FFF2-40B4-BE49-F238E27FC236}">
                        <a16:creationId xmlns:a16="http://schemas.microsoft.com/office/drawing/2014/main" id="{21990278-A223-F21E-49EC-7A2DCBB00368}"/>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2" name="Freeform 102">
                    <a:extLst>
                      <a:ext uri="{FF2B5EF4-FFF2-40B4-BE49-F238E27FC236}">
                        <a16:creationId xmlns:a16="http://schemas.microsoft.com/office/drawing/2014/main" id="{BA10F668-7879-429E-700B-85DDB4C0D2C3}"/>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3" name="Freeform 103">
                    <a:extLst>
                      <a:ext uri="{FF2B5EF4-FFF2-40B4-BE49-F238E27FC236}">
                        <a16:creationId xmlns:a16="http://schemas.microsoft.com/office/drawing/2014/main" id="{49A3D1EB-77EB-9C51-01F4-7B8930F1E6BD}"/>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4" name="Freeform 104">
                    <a:extLst>
                      <a:ext uri="{FF2B5EF4-FFF2-40B4-BE49-F238E27FC236}">
                        <a16:creationId xmlns:a16="http://schemas.microsoft.com/office/drawing/2014/main" id="{DFC13C8E-75F7-F779-9C27-D0366B879313}"/>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5" name="Freeform 105">
                    <a:extLst>
                      <a:ext uri="{FF2B5EF4-FFF2-40B4-BE49-F238E27FC236}">
                        <a16:creationId xmlns:a16="http://schemas.microsoft.com/office/drawing/2014/main" id="{C014D955-E9E2-B9F4-BD91-29E6DF70799A}"/>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6" name="Freeform 106">
                    <a:extLst>
                      <a:ext uri="{FF2B5EF4-FFF2-40B4-BE49-F238E27FC236}">
                        <a16:creationId xmlns:a16="http://schemas.microsoft.com/office/drawing/2014/main" id="{B5816C3D-C10F-8B05-F310-3F2A6D0DA297}"/>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7" name="Freeform 107">
                    <a:extLst>
                      <a:ext uri="{FF2B5EF4-FFF2-40B4-BE49-F238E27FC236}">
                        <a16:creationId xmlns:a16="http://schemas.microsoft.com/office/drawing/2014/main" id="{F5FDE4FF-F473-EA21-727C-AF5215AA6DAA}"/>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8" name="Freeform 108">
                    <a:extLst>
                      <a:ext uri="{FF2B5EF4-FFF2-40B4-BE49-F238E27FC236}">
                        <a16:creationId xmlns:a16="http://schemas.microsoft.com/office/drawing/2014/main" id="{C119BF2D-5A6E-EA3E-F71A-83F48B23AFF2}"/>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92" name="Line 111">
                <a:extLst>
                  <a:ext uri="{FF2B5EF4-FFF2-40B4-BE49-F238E27FC236}">
                    <a16:creationId xmlns:a16="http://schemas.microsoft.com/office/drawing/2014/main" id="{BC3623E1-3F17-CFDA-EC55-DE61EA5C91AF}"/>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93" name="Line 112">
                <a:extLst>
                  <a:ext uri="{FF2B5EF4-FFF2-40B4-BE49-F238E27FC236}">
                    <a16:creationId xmlns:a16="http://schemas.microsoft.com/office/drawing/2014/main" id="{5A2441F0-2512-28C0-E22E-C9637B6575D8}"/>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94" name="Group 150">
                <a:extLst>
                  <a:ext uri="{FF2B5EF4-FFF2-40B4-BE49-F238E27FC236}">
                    <a16:creationId xmlns:a16="http://schemas.microsoft.com/office/drawing/2014/main" id="{72E0534E-A64C-6A25-7950-1ADC7C8D94C4}"/>
                  </a:ext>
                </a:extLst>
              </p:cNvPr>
              <p:cNvGrpSpPr>
                <a:grpSpLocks/>
              </p:cNvGrpSpPr>
              <p:nvPr/>
            </p:nvGrpSpPr>
            <p:grpSpPr bwMode="auto">
              <a:xfrm>
                <a:off x="871778" y="1539380"/>
                <a:ext cx="298450" cy="168771"/>
                <a:chOff x="465" y="2127"/>
                <a:chExt cx="188" cy="171"/>
              </a:xfrm>
            </p:grpSpPr>
            <p:sp>
              <p:nvSpPr>
                <p:cNvPr id="195" name="Freeform 146">
                  <a:extLst>
                    <a:ext uri="{FF2B5EF4-FFF2-40B4-BE49-F238E27FC236}">
                      <a16:creationId xmlns:a16="http://schemas.microsoft.com/office/drawing/2014/main" id="{52B292D5-A6A4-06B6-C6D0-62737240707A}"/>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6" name="Freeform 147">
                  <a:extLst>
                    <a:ext uri="{FF2B5EF4-FFF2-40B4-BE49-F238E27FC236}">
                      <a16:creationId xmlns:a16="http://schemas.microsoft.com/office/drawing/2014/main" id="{28193CD0-0C57-F243-A5E8-B983BCC46FE1}"/>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7" name="Freeform 148">
                  <a:extLst>
                    <a:ext uri="{FF2B5EF4-FFF2-40B4-BE49-F238E27FC236}">
                      <a16:creationId xmlns:a16="http://schemas.microsoft.com/office/drawing/2014/main" id="{0EC5837A-4D0E-C178-95A5-43FBB7E6A828}"/>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8" name="Freeform 149">
                  <a:extLst>
                    <a:ext uri="{FF2B5EF4-FFF2-40B4-BE49-F238E27FC236}">
                      <a16:creationId xmlns:a16="http://schemas.microsoft.com/office/drawing/2014/main" id="{95AC472D-9A36-EE00-386F-ED2A77B094A2}"/>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39" name="组合 3163">
              <a:extLst>
                <a:ext uri="{FF2B5EF4-FFF2-40B4-BE49-F238E27FC236}">
                  <a16:creationId xmlns:a16="http://schemas.microsoft.com/office/drawing/2014/main" id="{08AC0411-9F1B-F7F6-3900-FE628758EFF0}"/>
                </a:ext>
              </a:extLst>
            </p:cNvPr>
            <p:cNvGrpSpPr>
              <a:grpSpLocks/>
            </p:cNvGrpSpPr>
            <p:nvPr/>
          </p:nvGrpSpPr>
          <p:grpSpPr bwMode="auto">
            <a:xfrm>
              <a:off x="1705860" y="2610543"/>
              <a:ext cx="300929" cy="361099"/>
              <a:chOff x="829150" y="1370013"/>
              <a:chExt cx="399575" cy="465137"/>
            </a:xfrm>
          </p:grpSpPr>
          <p:sp>
            <p:nvSpPr>
              <p:cNvPr id="157" name="AutoShape 86">
                <a:extLst>
                  <a:ext uri="{FF2B5EF4-FFF2-40B4-BE49-F238E27FC236}">
                    <a16:creationId xmlns:a16="http://schemas.microsoft.com/office/drawing/2014/main" id="{311C075F-16AC-E304-0A7F-77AC72643EE3}"/>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58" name="Oval 88">
                <a:extLst>
                  <a:ext uri="{FF2B5EF4-FFF2-40B4-BE49-F238E27FC236}">
                    <a16:creationId xmlns:a16="http://schemas.microsoft.com/office/drawing/2014/main" id="{59BF429E-EF1A-605F-9209-1178F3E6D93C}"/>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59" name="Rectangle 89">
                <a:extLst>
                  <a:ext uri="{FF2B5EF4-FFF2-40B4-BE49-F238E27FC236}">
                    <a16:creationId xmlns:a16="http://schemas.microsoft.com/office/drawing/2014/main" id="{6D0841EF-ADA0-FB8D-9370-05F0695FBC44}"/>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60" name="Oval 91">
                <a:extLst>
                  <a:ext uri="{FF2B5EF4-FFF2-40B4-BE49-F238E27FC236}">
                    <a16:creationId xmlns:a16="http://schemas.microsoft.com/office/drawing/2014/main" id="{B5604C4F-1C6F-B616-D49B-EE690AC524E8}"/>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61" name="Group 110">
                <a:extLst>
                  <a:ext uri="{FF2B5EF4-FFF2-40B4-BE49-F238E27FC236}">
                    <a16:creationId xmlns:a16="http://schemas.microsoft.com/office/drawing/2014/main" id="{7D28B5C4-DFEA-2AE8-8277-A4DF1B5E0A07}"/>
                  </a:ext>
                </a:extLst>
              </p:cNvPr>
              <p:cNvGrpSpPr>
                <a:grpSpLocks/>
              </p:cNvGrpSpPr>
              <p:nvPr/>
            </p:nvGrpSpPr>
            <p:grpSpPr bwMode="auto">
              <a:xfrm>
                <a:off x="898525" y="1389063"/>
                <a:ext cx="268287" cy="112712"/>
                <a:chOff x="566" y="875"/>
                <a:chExt cx="169" cy="71"/>
              </a:xfrm>
            </p:grpSpPr>
            <p:grpSp>
              <p:nvGrpSpPr>
                <p:cNvPr id="169" name="Group 100">
                  <a:extLst>
                    <a:ext uri="{FF2B5EF4-FFF2-40B4-BE49-F238E27FC236}">
                      <a16:creationId xmlns:a16="http://schemas.microsoft.com/office/drawing/2014/main" id="{42E9D000-12A4-AB84-97B2-24391C114670}"/>
                    </a:ext>
                  </a:extLst>
                </p:cNvPr>
                <p:cNvGrpSpPr>
                  <a:grpSpLocks/>
                </p:cNvGrpSpPr>
                <p:nvPr/>
              </p:nvGrpSpPr>
              <p:grpSpPr bwMode="auto">
                <a:xfrm>
                  <a:off x="566" y="875"/>
                  <a:ext cx="168" cy="69"/>
                  <a:chOff x="566" y="875"/>
                  <a:chExt cx="168" cy="69"/>
                </a:xfrm>
              </p:grpSpPr>
              <p:sp>
                <p:nvSpPr>
                  <p:cNvPr id="179" name="Freeform 92">
                    <a:extLst>
                      <a:ext uri="{FF2B5EF4-FFF2-40B4-BE49-F238E27FC236}">
                        <a16:creationId xmlns:a16="http://schemas.microsoft.com/office/drawing/2014/main" id="{716B72D2-F050-BF73-6668-333704E4BF1F}"/>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0" name="Freeform 93">
                    <a:extLst>
                      <a:ext uri="{FF2B5EF4-FFF2-40B4-BE49-F238E27FC236}">
                        <a16:creationId xmlns:a16="http://schemas.microsoft.com/office/drawing/2014/main" id="{FA437296-EC2B-E99A-B20B-8BA4AB284D93}"/>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1" name="Freeform 94">
                    <a:extLst>
                      <a:ext uri="{FF2B5EF4-FFF2-40B4-BE49-F238E27FC236}">
                        <a16:creationId xmlns:a16="http://schemas.microsoft.com/office/drawing/2014/main" id="{BC7C2D79-C327-7827-441D-F4CEEF017055}"/>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2" name="Freeform 95">
                    <a:extLst>
                      <a:ext uri="{FF2B5EF4-FFF2-40B4-BE49-F238E27FC236}">
                        <a16:creationId xmlns:a16="http://schemas.microsoft.com/office/drawing/2014/main" id="{ABE5044E-B104-27A1-998E-928A9D07FC88}"/>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3" name="Freeform 96">
                    <a:extLst>
                      <a:ext uri="{FF2B5EF4-FFF2-40B4-BE49-F238E27FC236}">
                        <a16:creationId xmlns:a16="http://schemas.microsoft.com/office/drawing/2014/main" id="{90314A24-2185-B363-45AD-D7194B397AF7}"/>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4" name="Freeform 97">
                    <a:extLst>
                      <a:ext uri="{FF2B5EF4-FFF2-40B4-BE49-F238E27FC236}">
                        <a16:creationId xmlns:a16="http://schemas.microsoft.com/office/drawing/2014/main" id="{90854FCF-8AE1-DE2C-C62E-2D9BB0305182}"/>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5" name="Freeform 98">
                    <a:extLst>
                      <a:ext uri="{FF2B5EF4-FFF2-40B4-BE49-F238E27FC236}">
                        <a16:creationId xmlns:a16="http://schemas.microsoft.com/office/drawing/2014/main" id="{D3DBF195-B516-D15F-0F3F-3855440D979A}"/>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6" name="Freeform 99">
                    <a:extLst>
                      <a:ext uri="{FF2B5EF4-FFF2-40B4-BE49-F238E27FC236}">
                        <a16:creationId xmlns:a16="http://schemas.microsoft.com/office/drawing/2014/main" id="{6F7EAB72-FA9A-1E24-AE30-2AA360BA5336}"/>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70" name="Group 109">
                  <a:extLst>
                    <a:ext uri="{FF2B5EF4-FFF2-40B4-BE49-F238E27FC236}">
                      <a16:creationId xmlns:a16="http://schemas.microsoft.com/office/drawing/2014/main" id="{F60414FB-FCDD-0AA6-8818-573D01F1F4B4}"/>
                    </a:ext>
                  </a:extLst>
                </p:cNvPr>
                <p:cNvGrpSpPr>
                  <a:grpSpLocks/>
                </p:cNvGrpSpPr>
                <p:nvPr/>
              </p:nvGrpSpPr>
              <p:grpSpPr bwMode="auto">
                <a:xfrm>
                  <a:off x="568" y="876"/>
                  <a:ext cx="167" cy="70"/>
                  <a:chOff x="568" y="876"/>
                  <a:chExt cx="167" cy="70"/>
                </a:xfrm>
              </p:grpSpPr>
              <p:sp>
                <p:nvSpPr>
                  <p:cNvPr id="171" name="Freeform 101">
                    <a:extLst>
                      <a:ext uri="{FF2B5EF4-FFF2-40B4-BE49-F238E27FC236}">
                        <a16:creationId xmlns:a16="http://schemas.microsoft.com/office/drawing/2014/main" id="{807EDF39-1498-0787-B56A-5B67EAAFCB2E}"/>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2" name="Freeform 102">
                    <a:extLst>
                      <a:ext uri="{FF2B5EF4-FFF2-40B4-BE49-F238E27FC236}">
                        <a16:creationId xmlns:a16="http://schemas.microsoft.com/office/drawing/2014/main" id="{91E9AFA2-B0A4-B1BA-C51F-050026D485D3}"/>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3" name="Freeform 103">
                    <a:extLst>
                      <a:ext uri="{FF2B5EF4-FFF2-40B4-BE49-F238E27FC236}">
                        <a16:creationId xmlns:a16="http://schemas.microsoft.com/office/drawing/2014/main" id="{B53DFF48-8178-7E60-FE1A-0F67A2E432EC}"/>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4" name="Freeform 104">
                    <a:extLst>
                      <a:ext uri="{FF2B5EF4-FFF2-40B4-BE49-F238E27FC236}">
                        <a16:creationId xmlns:a16="http://schemas.microsoft.com/office/drawing/2014/main" id="{B39DA149-1A0B-9F91-26F7-42D6A4474BAB}"/>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5" name="Freeform 105">
                    <a:extLst>
                      <a:ext uri="{FF2B5EF4-FFF2-40B4-BE49-F238E27FC236}">
                        <a16:creationId xmlns:a16="http://schemas.microsoft.com/office/drawing/2014/main" id="{F7006772-FF5E-A164-BD1D-3E0D35A41B56}"/>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6" name="Freeform 106">
                    <a:extLst>
                      <a:ext uri="{FF2B5EF4-FFF2-40B4-BE49-F238E27FC236}">
                        <a16:creationId xmlns:a16="http://schemas.microsoft.com/office/drawing/2014/main" id="{7F6BF65F-ED9E-535B-CD96-63341E503F7F}"/>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7" name="Freeform 107">
                    <a:extLst>
                      <a:ext uri="{FF2B5EF4-FFF2-40B4-BE49-F238E27FC236}">
                        <a16:creationId xmlns:a16="http://schemas.microsoft.com/office/drawing/2014/main" id="{E00AE98F-9B4C-3322-7850-CB4EDEB14C81}"/>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8" name="Freeform 108">
                    <a:extLst>
                      <a:ext uri="{FF2B5EF4-FFF2-40B4-BE49-F238E27FC236}">
                        <a16:creationId xmlns:a16="http://schemas.microsoft.com/office/drawing/2014/main" id="{E7342A07-F7A1-FB02-0412-3B3756DB2420}"/>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62" name="Line 111">
                <a:extLst>
                  <a:ext uri="{FF2B5EF4-FFF2-40B4-BE49-F238E27FC236}">
                    <a16:creationId xmlns:a16="http://schemas.microsoft.com/office/drawing/2014/main" id="{3CF01312-9721-6977-AF6E-2AF89CFBC7BC}"/>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63" name="Line 112">
                <a:extLst>
                  <a:ext uri="{FF2B5EF4-FFF2-40B4-BE49-F238E27FC236}">
                    <a16:creationId xmlns:a16="http://schemas.microsoft.com/office/drawing/2014/main" id="{A702CC0B-2F24-888E-6B6E-A8B07FE9890D}"/>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64" name="Group 150">
                <a:extLst>
                  <a:ext uri="{FF2B5EF4-FFF2-40B4-BE49-F238E27FC236}">
                    <a16:creationId xmlns:a16="http://schemas.microsoft.com/office/drawing/2014/main" id="{C2F31355-4F1D-A266-2B76-8BF93123B5EC}"/>
                  </a:ext>
                </a:extLst>
              </p:cNvPr>
              <p:cNvGrpSpPr>
                <a:grpSpLocks/>
              </p:cNvGrpSpPr>
              <p:nvPr/>
            </p:nvGrpSpPr>
            <p:grpSpPr bwMode="auto">
              <a:xfrm>
                <a:off x="871778" y="1539380"/>
                <a:ext cx="298450" cy="168771"/>
                <a:chOff x="465" y="2127"/>
                <a:chExt cx="188" cy="171"/>
              </a:xfrm>
            </p:grpSpPr>
            <p:sp>
              <p:nvSpPr>
                <p:cNvPr id="165" name="Freeform 146">
                  <a:extLst>
                    <a:ext uri="{FF2B5EF4-FFF2-40B4-BE49-F238E27FC236}">
                      <a16:creationId xmlns:a16="http://schemas.microsoft.com/office/drawing/2014/main" id="{1B5E0587-9217-16B0-EEF2-1FCBDCF33713}"/>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6" name="Freeform 147">
                  <a:extLst>
                    <a:ext uri="{FF2B5EF4-FFF2-40B4-BE49-F238E27FC236}">
                      <a16:creationId xmlns:a16="http://schemas.microsoft.com/office/drawing/2014/main" id="{53AD4003-DDC5-0D9E-5C2E-1EF752CD24A9}"/>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7" name="Freeform 148">
                  <a:extLst>
                    <a:ext uri="{FF2B5EF4-FFF2-40B4-BE49-F238E27FC236}">
                      <a16:creationId xmlns:a16="http://schemas.microsoft.com/office/drawing/2014/main" id="{B7466508-5925-4636-C850-48DC396BF45C}"/>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8" name="Freeform 149">
                  <a:extLst>
                    <a:ext uri="{FF2B5EF4-FFF2-40B4-BE49-F238E27FC236}">
                      <a16:creationId xmlns:a16="http://schemas.microsoft.com/office/drawing/2014/main" id="{EF175C3F-894C-59FC-329F-45A93C893119}"/>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0" name="组合 3223">
              <a:extLst>
                <a:ext uri="{FF2B5EF4-FFF2-40B4-BE49-F238E27FC236}">
                  <a16:creationId xmlns:a16="http://schemas.microsoft.com/office/drawing/2014/main" id="{9E7C401F-886D-3628-336D-2A2FEB6B4074}"/>
                </a:ext>
              </a:extLst>
            </p:cNvPr>
            <p:cNvGrpSpPr>
              <a:grpSpLocks/>
            </p:cNvGrpSpPr>
            <p:nvPr/>
          </p:nvGrpSpPr>
          <p:grpSpPr bwMode="auto">
            <a:xfrm>
              <a:off x="6765316" y="3260027"/>
              <a:ext cx="300929" cy="361098"/>
              <a:chOff x="829150" y="1370013"/>
              <a:chExt cx="399575" cy="465137"/>
            </a:xfrm>
          </p:grpSpPr>
          <p:sp>
            <p:nvSpPr>
              <p:cNvPr id="127" name="AutoShape 86">
                <a:extLst>
                  <a:ext uri="{FF2B5EF4-FFF2-40B4-BE49-F238E27FC236}">
                    <a16:creationId xmlns:a16="http://schemas.microsoft.com/office/drawing/2014/main" id="{E5D03651-41F0-F90D-5D80-F6C535F8C60B}"/>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28" name="Oval 88">
                <a:extLst>
                  <a:ext uri="{FF2B5EF4-FFF2-40B4-BE49-F238E27FC236}">
                    <a16:creationId xmlns:a16="http://schemas.microsoft.com/office/drawing/2014/main" id="{68C19539-6572-B3EC-B753-FB44077746CB}"/>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29" name="Rectangle 89">
                <a:extLst>
                  <a:ext uri="{FF2B5EF4-FFF2-40B4-BE49-F238E27FC236}">
                    <a16:creationId xmlns:a16="http://schemas.microsoft.com/office/drawing/2014/main" id="{B118BCEE-A40C-542E-745E-BD759EE00929}"/>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30" name="Oval 91">
                <a:extLst>
                  <a:ext uri="{FF2B5EF4-FFF2-40B4-BE49-F238E27FC236}">
                    <a16:creationId xmlns:a16="http://schemas.microsoft.com/office/drawing/2014/main" id="{4554B852-DDBA-C749-4D30-67C3A19ACD65}"/>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31" name="Group 110">
                <a:extLst>
                  <a:ext uri="{FF2B5EF4-FFF2-40B4-BE49-F238E27FC236}">
                    <a16:creationId xmlns:a16="http://schemas.microsoft.com/office/drawing/2014/main" id="{11561672-545B-B197-30F4-0C6E16225B8F}"/>
                  </a:ext>
                </a:extLst>
              </p:cNvPr>
              <p:cNvGrpSpPr>
                <a:grpSpLocks/>
              </p:cNvGrpSpPr>
              <p:nvPr/>
            </p:nvGrpSpPr>
            <p:grpSpPr bwMode="auto">
              <a:xfrm>
                <a:off x="898525" y="1389063"/>
                <a:ext cx="268287" cy="112712"/>
                <a:chOff x="566" y="875"/>
                <a:chExt cx="169" cy="71"/>
              </a:xfrm>
            </p:grpSpPr>
            <p:grpSp>
              <p:nvGrpSpPr>
                <p:cNvPr id="139" name="Group 100">
                  <a:extLst>
                    <a:ext uri="{FF2B5EF4-FFF2-40B4-BE49-F238E27FC236}">
                      <a16:creationId xmlns:a16="http://schemas.microsoft.com/office/drawing/2014/main" id="{A81440C0-141A-0C85-89B4-756E35E22F9B}"/>
                    </a:ext>
                  </a:extLst>
                </p:cNvPr>
                <p:cNvGrpSpPr>
                  <a:grpSpLocks/>
                </p:cNvGrpSpPr>
                <p:nvPr/>
              </p:nvGrpSpPr>
              <p:grpSpPr bwMode="auto">
                <a:xfrm>
                  <a:off x="566" y="875"/>
                  <a:ext cx="168" cy="69"/>
                  <a:chOff x="566" y="875"/>
                  <a:chExt cx="168" cy="69"/>
                </a:xfrm>
              </p:grpSpPr>
              <p:sp>
                <p:nvSpPr>
                  <p:cNvPr id="149" name="Freeform 92">
                    <a:extLst>
                      <a:ext uri="{FF2B5EF4-FFF2-40B4-BE49-F238E27FC236}">
                        <a16:creationId xmlns:a16="http://schemas.microsoft.com/office/drawing/2014/main" id="{6510F5F9-8B15-2683-E2F9-B91B24027422}"/>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0" name="Freeform 93">
                    <a:extLst>
                      <a:ext uri="{FF2B5EF4-FFF2-40B4-BE49-F238E27FC236}">
                        <a16:creationId xmlns:a16="http://schemas.microsoft.com/office/drawing/2014/main" id="{9A1B2DCF-199D-DC84-6E32-5330C89B1910}"/>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1" name="Freeform 94">
                    <a:extLst>
                      <a:ext uri="{FF2B5EF4-FFF2-40B4-BE49-F238E27FC236}">
                        <a16:creationId xmlns:a16="http://schemas.microsoft.com/office/drawing/2014/main" id="{F3859692-56B8-161C-A6EE-F62DF2E50895}"/>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2" name="Freeform 95">
                    <a:extLst>
                      <a:ext uri="{FF2B5EF4-FFF2-40B4-BE49-F238E27FC236}">
                        <a16:creationId xmlns:a16="http://schemas.microsoft.com/office/drawing/2014/main" id="{B20E9FB6-9019-49BB-E97F-BCD075A6A253}"/>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3" name="Freeform 96">
                    <a:extLst>
                      <a:ext uri="{FF2B5EF4-FFF2-40B4-BE49-F238E27FC236}">
                        <a16:creationId xmlns:a16="http://schemas.microsoft.com/office/drawing/2014/main" id="{C8911C5B-26BC-3DAA-0CCB-68D7E91F8999}"/>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4" name="Freeform 97">
                    <a:extLst>
                      <a:ext uri="{FF2B5EF4-FFF2-40B4-BE49-F238E27FC236}">
                        <a16:creationId xmlns:a16="http://schemas.microsoft.com/office/drawing/2014/main" id="{C2BDF3D8-4C97-3A5B-CD92-0DCDAAF6EBDD}"/>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5" name="Freeform 98">
                    <a:extLst>
                      <a:ext uri="{FF2B5EF4-FFF2-40B4-BE49-F238E27FC236}">
                        <a16:creationId xmlns:a16="http://schemas.microsoft.com/office/drawing/2014/main" id="{727518FF-B529-5E5C-7E19-183CF242FFA7}"/>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6" name="Freeform 99">
                    <a:extLst>
                      <a:ext uri="{FF2B5EF4-FFF2-40B4-BE49-F238E27FC236}">
                        <a16:creationId xmlns:a16="http://schemas.microsoft.com/office/drawing/2014/main" id="{943AC324-8A80-5B0E-96FC-97884F484578}"/>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40" name="Group 109">
                  <a:extLst>
                    <a:ext uri="{FF2B5EF4-FFF2-40B4-BE49-F238E27FC236}">
                      <a16:creationId xmlns:a16="http://schemas.microsoft.com/office/drawing/2014/main" id="{E17081AC-834D-265A-73AF-5EB28D58E674}"/>
                    </a:ext>
                  </a:extLst>
                </p:cNvPr>
                <p:cNvGrpSpPr>
                  <a:grpSpLocks/>
                </p:cNvGrpSpPr>
                <p:nvPr/>
              </p:nvGrpSpPr>
              <p:grpSpPr bwMode="auto">
                <a:xfrm>
                  <a:off x="568" y="876"/>
                  <a:ext cx="167" cy="70"/>
                  <a:chOff x="568" y="876"/>
                  <a:chExt cx="167" cy="70"/>
                </a:xfrm>
              </p:grpSpPr>
              <p:sp>
                <p:nvSpPr>
                  <p:cNvPr id="141" name="Freeform 101">
                    <a:extLst>
                      <a:ext uri="{FF2B5EF4-FFF2-40B4-BE49-F238E27FC236}">
                        <a16:creationId xmlns:a16="http://schemas.microsoft.com/office/drawing/2014/main" id="{6025815E-7937-D5CE-C4BB-572E685C7793}"/>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2" name="Freeform 102">
                    <a:extLst>
                      <a:ext uri="{FF2B5EF4-FFF2-40B4-BE49-F238E27FC236}">
                        <a16:creationId xmlns:a16="http://schemas.microsoft.com/office/drawing/2014/main" id="{BF20AE1D-7E74-4DE6-D789-7340EE8C56B7}"/>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3" name="Freeform 103">
                    <a:extLst>
                      <a:ext uri="{FF2B5EF4-FFF2-40B4-BE49-F238E27FC236}">
                        <a16:creationId xmlns:a16="http://schemas.microsoft.com/office/drawing/2014/main" id="{18CB4D9B-95C8-C05A-47AA-2F7FF94B0E3A}"/>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4" name="Freeform 104">
                    <a:extLst>
                      <a:ext uri="{FF2B5EF4-FFF2-40B4-BE49-F238E27FC236}">
                        <a16:creationId xmlns:a16="http://schemas.microsoft.com/office/drawing/2014/main" id="{8E80D873-C6D6-0930-74CE-F4DEE9D2D278}"/>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5" name="Freeform 105">
                    <a:extLst>
                      <a:ext uri="{FF2B5EF4-FFF2-40B4-BE49-F238E27FC236}">
                        <a16:creationId xmlns:a16="http://schemas.microsoft.com/office/drawing/2014/main" id="{10EF5EC6-5D9F-8700-7AC3-B4534C689EC0}"/>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6" name="Freeform 106">
                    <a:extLst>
                      <a:ext uri="{FF2B5EF4-FFF2-40B4-BE49-F238E27FC236}">
                        <a16:creationId xmlns:a16="http://schemas.microsoft.com/office/drawing/2014/main" id="{EC497D01-2CEB-9144-E588-0E0F51CFD1A6}"/>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7" name="Freeform 107">
                    <a:extLst>
                      <a:ext uri="{FF2B5EF4-FFF2-40B4-BE49-F238E27FC236}">
                        <a16:creationId xmlns:a16="http://schemas.microsoft.com/office/drawing/2014/main" id="{116BAE29-1580-97EA-A4EF-69AF01F9505F}"/>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8" name="Freeform 108">
                    <a:extLst>
                      <a:ext uri="{FF2B5EF4-FFF2-40B4-BE49-F238E27FC236}">
                        <a16:creationId xmlns:a16="http://schemas.microsoft.com/office/drawing/2014/main" id="{EDA9D645-79F9-CC60-3135-386DFE85ADAD}"/>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32" name="Line 111">
                <a:extLst>
                  <a:ext uri="{FF2B5EF4-FFF2-40B4-BE49-F238E27FC236}">
                    <a16:creationId xmlns:a16="http://schemas.microsoft.com/office/drawing/2014/main" id="{FC8C58CE-2E32-2BE2-17DE-B8AC463C2F9C}"/>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33" name="Line 112">
                <a:extLst>
                  <a:ext uri="{FF2B5EF4-FFF2-40B4-BE49-F238E27FC236}">
                    <a16:creationId xmlns:a16="http://schemas.microsoft.com/office/drawing/2014/main" id="{25C79F34-DFE4-E0D7-BEB7-6CBDE4CE974E}"/>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34" name="Group 150">
                <a:extLst>
                  <a:ext uri="{FF2B5EF4-FFF2-40B4-BE49-F238E27FC236}">
                    <a16:creationId xmlns:a16="http://schemas.microsoft.com/office/drawing/2014/main" id="{8A0EEEED-8AF8-114A-DB14-DC5A6E8434F2}"/>
                  </a:ext>
                </a:extLst>
              </p:cNvPr>
              <p:cNvGrpSpPr>
                <a:grpSpLocks/>
              </p:cNvGrpSpPr>
              <p:nvPr/>
            </p:nvGrpSpPr>
            <p:grpSpPr bwMode="auto">
              <a:xfrm>
                <a:off x="871778" y="1539380"/>
                <a:ext cx="298450" cy="168771"/>
                <a:chOff x="465" y="2127"/>
                <a:chExt cx="188" cy="171"/>
              </a:xfrm>
            </p:grpSpPr>
            <p:sp>
              <p:nvSpPr>
                <p:cNvPr id="135" name="Freeform 146">
                  <a:extLst>
                    <a:ext uri="{FF2B5EF4-FFF2-40B4-BE49-F238E27FC236}">
                      <a16:creationId xmlns:a16="http://schemas.microsoft.com/office/drawing/2014/main" id="{55C68838-0432-D65B-B438-BF0A33E3295C}"/>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6" name="Freeform 147">
                  <a:extLst>
                    <a:ext uri="{FF2B5EF4-FFF2-40B4-BE49-F238E27FC236}">
                      <a16:creationId xmlns:a16="http://schemas.microsoft.com/office/drawing/2014/main" id="{1FEEEFB2-326B-8A86-47DB-77B8FABDC4BA}"/>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7" name="Freeform 148">
                  <a:extLst>
                    <a:ext uri="{FF2B5EF4-FFF2-40B4-BE49-F238E27FC236}">
                      <a16:creationId xmlns:a16="http://schemas.microsoft.com/office/drawing/2014/main" id="{17F9AB5C-5651-3D45-05F1-3393F317D610}"/>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8" name="Freeform 149">
                  <a:extLst>
                    <a:ext uri="{FF2B5EF4-FFF2-40B4-BE49-F238E27FC236}">
                      <a16:creationId xmlns:a16="http://schemas.microsoft.com/office/drawing/2014/main" id="{FB488690-2526-E82A-59A9-2E1C682AA13D}"/>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1" name="组合 3256">
              <a:extLst>
                <a:ext uri="{FF2B5EF4-FFF2-40B4-BE49-F238E27FC236}">
                  <a16:creationId xmlns:a16="http://schemas.microsoft.com/office/drawing/2014/main" id="{6F141E6A-E7AD-9C2F-87DF-936730A24168}"/>
                </a:ext>
              </a:extLst>
            </p:cNvPr>
            <p:cNvGrpSpPr>
              <a:grpSpLocks/>
            </p:cNvGrpSpPr>
            <p:nvPr/>
          </p:nvGrpSpPr>
          <p:grpSpPr bwMode="auto">
            <a:xfrm>
              <a:off x="7531428" y="3202103"/>
              <a:ext cx="989112" cy="545961"/>
              <a:chOff x="9866202" y="1510266"/>
              <a:chExt cx="1309687" cy="703263"/>
            </a:xfrm>
          </p:grpSpPr>
          <p:pic>
            <p:nvPicPr>
              <p:cNvPr id="125" name="Picture 226">
                <a:extLst>
                  <a:ext uri="{FF2B5EF4-FFF2-40B4-BE49-F238E27FC236}">
                    <a16:creationId xmlns:a16="http://schemas.microsoft.com/office/drawing/2014/main" id="{D231B0AD-F4FF-5F0D-7FE5-CD37C42030B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6" name="Text Box 353">
                <a:extLst>
                  <a:ext uri="{FF2B5EF4-FFF2-40B4-BE49-F238E27FC236}">
                    <a16:creationId xmlns:a16="http://schemas.microsoft.com/office/drawing/2014/main" id="{8E1150AD-B7C2-6D61-5287-BD08847154CD}"/>
                  </a:ext>
                </a:extLst>
              </p:cNvPr>
              <p:cNvSpPr txBox="1">
                <a:spLocks noChangeArrowheads="1"/>
              </p:cNvSpPr>
              <p:nvPr/>
            </p:nvSpPr>
            <p:spPr bwMode="auto">
              <a:xfrm>
                <a:off x="10012484" y="1711879"/>
                <a:ext cx="1091736" cy="34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a:t>
                </a:r>
                <a:endParaRPr lang="zh-CN" altLang="en-US" sz="1000" b="1">
                  <a:ea typeface="微软雅黑" panose="020B0503020204020204" pitchFamily="34" charset="-122"/>
                </a:endParaRPr>
              </a:p>
            </p:txBody>
          </p:sp>
        </p:grpSp>
        <p:sp>
          <p:nvSpPr>
            <p:cNvPr id="42" name="Text Box 358">
              <a:extLst>
                <a:ext uri="{FF2B5EF4-FFF2-40B4-BE49-F238E27FC236}">
                  <a16:creationId xmlns:a16="http://schemas.microsoft.com/office/drawing/2014/main" id="{2A2AE65C-60CA-7DA1-356D-73E75C569D76}"/>
                </a:ext>
              </a:extLst>
            </p:cNvPr>
            <p:cNvSpPr txBox="1">
              <a:spLocks noChangeArrowheads="1"/>
            </p:cNvSpPr>
            <p:nvPr/>
          </p:nvSpPr>
          <p:spPr bwMode="auto">
            <a:xfrm>
              <a:off x="4815975" y="2431843"/>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43" name="Text Box 358">
              <a:extLst>
                <a:ext uri="{FF2B5EF4-FFF2-40B4-BE49-F238E27FC236}">
                  <a16:creationId xmlns:a16="http://schemas.microsoft.com/office/drawing/2014/main" id="{56715ABA-E4F0-8BF5-2E4B-63F208715C69}"/>
                </a:ext>
              </a:extLst>
            </p:cNvPr>
            <p:cNvSpPr txBox="1">
              <a:spLocks noChangeArrowheads="1"/>
            </p:cNvSpPr>
            <p:nvPr/>
          </p:nvSpPr>
          <p:spPr bwMode="auto">
            <a:xfrm rot="859865">
              <a:off x="4817175" y="3135336"/>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 </a:t>
              </a:r>
              <a:r>
                <a:rPr lang="zh-CN" altLang="en-US" sz="1000" b="1">
                  <a:ea typeface="微软雅黑" panose="020B0503020204020204" pitchFamily="34" charset="-122"/>
                </a:rPr>
                <a:t>的标签是 </a:t>
              </a: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44" name="Line 420">
              <a:extLst>
                <a:ext uri="{FF2B5EF4-FFF2-40B4-BE49-F238E27FC236}">
                  <a16:creationId xmlns:a16="http://schemas.microsoft.com/office/drawing/2014/main" id="{7B515956-96BA-33A3-36EA-2375F9341D7D}"/>
                </a:ext>
              </a:extLst>
            </p:cNvPr>
            <p:cNvSpPr>
              <a:spLocks noChangeShapeType="1"/>
            </p:cNvSpPr>
            <p:nvPr/>
          </p:nvSpPr>
          <p:spPr bwMode="auto">
            <a:xfrm rot="17283846">
              <a:off x="4759966" y="2928406"/>
              <a:ext cx="11092" cy="21340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45" name="Text Box 358">
              <a:extLst>
                <a:ext uri="{FF2B5EF4-FFF2-40B4-BE49-F238E27FC236}">
                  <a16:creationId xmlns:a16="http://schemas.microsoft.com/office/drawing/2014/main" id="{674F1EAB-0B8D-F94E-E2BA-25FA2B6CB9F4}"/>
                </a:ext>
              </a:extLst>
            </p:cNvPr>
            <p:cNvSpPr txBox="1">
              <a:spLocks noChangeArrowheads="1"/>
            </p:cNvSpPr>
            <p:nvPr/>
          </p:nvSpPr>
          <p:spPr bwMode="auto">
            <a:xfrm>
              <a:off x="6254191" y="1624608"/>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80       0 </a:t>
              </a:r>
              <a:endParaRPr lang="zh-CN" altLang="en-US" sz="1000" b="1">
                <a:ea typeface="微软雅黑" panose="020B0503020204020204" pitchFamily="34" charset="-122"/>
              </a:endParaRPr>
            </a:p>
          </p:txBody>
        </p:sp>
        <p:sp>
          <p:nvSpPr>
            <p:cNvPr id="46" name="Text Box 358">
              <a:extLst>
                <a:ext uri="{FF2B5EF4-FFF2-40B4-BE49-F238E27FC236}">
                  <a16:creationId xmlns:a16="http://schemas.microsoft.com/office/drawing/2014/main" id="{5DE8E79B-AD58-B1A2-6599-5CC042EEB0BC}"/>
                </a:ext>
              </a:extLst>
            </p:cNvPr>
            <p:cNvSpPr txBox="1">
              <a:spLocks noChangeArrowheads="1"/>
            </p:cNvSpPr>
            <p:nvPr/>
          </p:nvSpPr>
          <p:spPr bwMode="auto">
            <a:xfrm>
              <a:off x="6157532"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47" name="Text Box 358">
              <a:extLst>
                <a:ext uri="{FF2B5EF4-FFF2-40B4-BE49-F238E27FC236}">
                  <a16:creationId xmlns:a16="http://schemas.microsoft.com/office/drawing/2014/main" id="{426A65E0-EBA6-A3F5-75B7-CB22B18B4612}"/>
                </a:ext>
              </a:extLst>
            </p:cNvPr>
            <p:cNvSpPr txBox="1">
              <a:spLocks noChangeArrowheads="1"/>
            </p:cNvSpPr>
            <p:nvPr/>
          </p:nvSpPr>
          <p:spPr bwMode="auto">
            <a:xfrm>
              <a:off x="6548380"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48" name="Text Box 358">
              <a:extLst>
                <a:ext uri="{FF2B5EF4-FFF2-40B4-BE49-F238E27FC236}">
                  <a16:creationId xmlns:a16="http://schemas.microsoft.com/office/drawing/2014/main" id="{CD775166-8A48-EFA2-9A35-84FC44968FA5}"/>
                </a:ext>
              </a:extLst>
            </p:cNvPr>
            <p:cNvSpPr txBox="1">
              <a:spLocks noChangeArrowheads="1"/>
            </p:cNvSpPr>
            <p:nvPr/>
          </p:nvSpPr>
          <p:spPr bwMode="auto">
            <a:xfrm>
              <a:off x="6888875"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0" name="组合 1">
              <a:extLst>
                <a:ext uri="{FF2B5EF4-FFF2-40B4-BE49-F238E27FC236}">
                  <a16:creationId xmlns:a16="http://schemas.microsoft.com/office/drawing/2014/main" id="{70586790-5540-CC97-B53E-36E9760DB89D}"/>
                </a:ext>
              </a:extLst>
            </p:cNvPr>
            <p:cNvGrpSpPr>
              <a:grpSpLocks/>
            </p:cNvGrpSpPr>
            <p:nvPr/>
          </p:nvGrpSpPr>
          <p:grpSpPr bwMode="auto">
            <a:xfrm>
              <a:off x="6226999" y="1624609"/>
              <a:ext cx="1100612" cy="215673"/>
              <a:chOff x="8213725" y="1520825"/>
              <a:chExt cx="2092325" cy="277813"/>
            </a:xfrm>
          </p:grpSpPr>
          <p:cxnSp>
            <p:nvCxnSpPr>
              <p:cNvPr id="123" name="直接连接符 3285">
                <a:extLst>
                  <a:ext uri="{FF2B5EF4-FFF2-40B4-BE49-F238E27FC236}">
                    <a16:creationId xmlns:a16="http://schemas.microsoft.com/office/drawing/2014/main" id="{C10ED955-D539-413D-E8B4-8913D9B258E6}"/>
                  </a:ext>
                </a:extLst>
              </p:cNvPr>
              <p:cNvCxnSpPr>
                <a:cxnSpLocks/>
              </p:cNvCxnSpPr>
              <p:nvPr/>
            </p:nvCxnSpPr>
            <p:spPr bwMode="auto">
              <a:xfrm>
                <a:off x="8223250" y="1520825"/>
                <a:ext cx="208280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4" name="直接连接符 3286">
                <a:extLst>
                  <a:ext uri="{FF2B5EF4-FFF2-40B4-BE49-F238E27FC236}">
                    <a16:creationId xmlns:a16="http://schemas.microsoft.com/office/drawing/2014/main" id="{D23B8E88-1B18-2EC3-9DB6-E60973A53C05}"/>
                  </a:ext>
                </a:extLst>
              </p:cNvPr>
              <p:cNvCxnSpPr>
                <a:cxnSpLocks/>
              </p:cNvCxnSpPr>
              <p:nvPr/>
            </p:nvCxnSpPr>
            <p:spPr bwMode="auto">
              <a:xfrm>
                <a:off x="8213725" y="1798638"/>
                <a:ext cx="208280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1" name="直接连接符 3288">
              <a:extLst>
                <a:ext uri="{FF2B5EF4-FFF2-40B4-BE49-F238E27FC236}">
                  <a16:creationId xmlns:a16="http://schemas.microsoft.com/office/drawing/2014/main" id="{4EBC7B95-CB0D-023D-7435-B8A1FCA8F1D4}"/>
                </a:ext>
              </a:extLst>
            </p:cNvPr>
            <p:cNvCxnSpPr>
              <a:cxnSpLocks/>
            </p:cNvCxnSpPr>
            <p:nvPr/>
          </p:nvCxnSpPr>
          <p:spPr bwMode="auto">
            <a:xfrm>
              <a:off x="6613053" y="1254884"/>
              <a:ext cx="1199"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2" name="直接连接符 3289">
              <a:extLst>
                <a:ext uri="{FF2B5EF4-FFF2-40B4-BE49-F238E27FC236}">
                  <a16:creationId xmlns:a16="http://schemas.microsoft.com/office/drawing/2014/main" id="{7A9DE621-5C30-A969-D6E5-0E02B0D99B8C}"/>
                </a:ext>
              </a:extLst>
            </p:cNvPr>
            <p:cNvCxnSpPr>
              <a:cxnSpLocks/>
            </p:cNvCxnSpPr>
            <p:nvPr/>
          </p:nvCxnSpPr>
          <p:spPr bwMode="auto">
            <a:xfrm>
              <a:off x="6958343" y="1254884"/>
              <a:ext cx="47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53" name="Text Box 358">
              <a:extLst>
                <a:ext uri="{FF2B5EF4-FFF2-40B4-BE49-F238E27FC236}">
                  <a16:creationId xmlns:a16="http://schemas.microsoft.com/office/drawing/2014/main" id="{90C592CE-42B6-AD02-9005-12F1E8E21E5B}"/>
                </a:ext>
              </a:extLst>
            </p:cNvPr>
            <p:cNvSpPr txBox="1">
              <a:spLocks noChangeArrowheads="1"/>
            </p:cNvSpPr>
            <p:nvPr/>
          </p:nvSpPr>
          <p:spPr bwMode="auto">
            <a:xfrm>
              <a:off x="3903374" y="162214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81       0</a:t>
              </a:r>
              <a:endParaRPr lang="zh-CN" altLang="en-US" sz="1000" b="1">
                <a:ea typeface="微软雅黑" panose="020B0503020204020204" pitchFamily="34" charset="-122"/>
              </a:endParaRPr>
            </a:p>
          </p:txBody>
        </p:sp>
        <p:sp>
          <p:nvSpPr>
            <p:cNvPr id="54" name="Text Box 358">
              <a:extLst>
                <a:ext uri="{FF2B5EF4-FFF2-40B4-BE49-F238E27FC236}">
                  <a16:creationId xmlns:a16="http://schemas.microsoft.com/office/drawing/2014/main" id="{4D9E710F-707A-94F4-9583-441F53AF2C60}"/>
                </a:ext>
              </a:extLst>
            </p:cNvPr>
            <p:cNvSpPr txBox="1">
              <a:spLocks noChangeArrowheads="1"/>
            </p:cNvSpPr>
            <p:nvPr/>
          </p:nvSpPr>
          <p:spPr bwMode="auto">
            <a:xfrm>
              <a:off x="3818431" y="124132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55" name="Text Box 358">
              <a:extLst>
                <a:ext uri="{FF2B5EF4-FFF2-40B4-BE49-F238E27FC236}">
                  <a16:creationId xmlns:a16="http://schemas.microsoft.com/office/drawing/2014/main" id="{29F49703-F85B-B58C-AB77-C7E24DCAD8CF}"/>
                </a:ext>
              </a:extLst>
            </p:cNvPr>
            <p:cNvSpPr txBox="1">
              <a:spLocks noChangeArrowheads="1"/>
            </p:cNvSpPr>
            <p:nvPr/>
          </p:nvSpPr>
          <p:spPr bwMode="auto">
            <a:xfrm>
              <a:off x="4215277"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56" name="Text Box 358">
              <a:extLst>
                <a:ext uri="{FF2B5EF4-FFF2-40B4-BE49-F238E27FC236}">
                  <a16:creationId xmlns:a16="http://schemas.microsoft.com/office/drawing/2014/main" id="{10F6ABA6-A659-DD0C-5D83-3FC0276C7733}"/>
                </a:ext>
              </a:extLst>
            </p:cNvPr>
            <p:cNvSpPr txBox="1">
              <a:spLocks noChangeArrowheads="1"/>
            </p:cNvSpPr>
            <p:nvPr/>
          </p:nvSpPr>
          <p:spPr bwMode="auto">
            <a:xfrm>
              <a:off x="4555771"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8" name="组合 3303">
              <a:extLst>
                <a:ext uri="{FF2B5EF4-FFF2-40B4-BE49-F238E27FC236}">
                  <a16:creationId xmlns:a16="http://schemas.microsoft.com/office/drawing/2014/main" id="{DAD66A1F-E610-4DB7-3AE1-6FBF6B54AD79}"/>
                </a:ext>
              </a:extLst>
            </p:cNvPr>
            <p:cNvGrpSpPr>
              <a:grpSpLocks/>
            </p:cNvGrpSpPr>
            <p:nvPr/>
          </p:nvGrpSpPr>
          <p:grpSpPr bwMode="auto">
            <a:xfrm>
              <a:off x="3861524" y="1617214"/>
              <a:ext cx="1140176" cy="205814"/>
              <a:chOff x="374152" y="5167871"/>
              <a:chExt cx="2069011" cy="264309"/>
            </a:xfrm>
          </p:grpSpPr>
          <p:cxnSp>
            <p:nvCxnSpPr>
              <p:cNvPr id="121" name="直接连接符 3307">
                <a:extLst>
                  <a:ext uri="{FF2B5EF4-FFF2-40B4-BE49-F238E27FC236}">
                    <a16:creationId xmlns:a16="http://schemas.microsoft.com/office/drawing/2014/main" id="{D333F84B-4B47-0B92-8649-48A1A305079C}"/>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2" name="直接连接符 3308">
                <a:extLst>
                  <a:ext uri="{FF2B5EF4-FFF2-40B4-BE49-F238E27FC236}">
                    <a16:creationId xmlns:a16="http://schemas.microsoft.com/office/drawing/2014/main" id="{AD61DFE9-CCEF-E6E2-88C2-EE467A2CBDF4}"/>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9" name="直接连接符 3305">
              <a:extLst>
                <a:ext uri="{FF2B5EF4-FFF2-40B4-BE49-F238E27FC236}">
                  <a16:creationId xmlns:a16="http://schemas.microsoft.com/office/drawing/2014/main" id="{5542F6C5-3A26-E968-E0C2-E85D4E7DB916}"/>
                </a:ext>
              </a:extLst>
            </p:cNvPr>
            <p:cNvCxnSpPr>
              <a:cxnSpLocks/>
            </p:cNvCxnSpPr>
            <p:nvPr/>
          </p:nvCxnSpPr>
          <p:spPr bwMode="auto">
            <a:xfrm>
              <a:off x="4281147" y="1254884"/>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60" name="直接连接符 3306">
              <a:extLst>
                <a:ext uri="{FF2B5EF4-FFF2-40B4-BE49-F238E27FC236}">
                  <a16:creationId xmlns:a16="http://schemas.microsoft.com/office/drawing/2014/main" id="{481B75D0-370E-177E-CABA-7BD575A1EF82}"/>
                </a:ext>
              </a:extLst>
            </p:cNvPr>
            <p:cNvCxnSpPr>
              <a:cxnSpLocks/>
            </p:cNvCxnSpPr>
            <p:nvPr/>
          </p:nvCxnSpPr>
          <p:spPr bwMode="auto">
            <a:xfrm>
              <a:off x="4626437" y="1254884"/>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61" name="Text Box 358">
              <a:extLst>
                <a:ext uri="{FF2B5EF4-FFF2-40B4-BE49-F238E27FC236}">
                  <a16:creationId xmlns:a16="http://schemas.microsoft.com/office/drawing/2014/main" id="{A7CBB029-4396-066B-19A2-3F0087F0B3EC}"/>
                </a:ext>
              </a:extLst>
            </p:cNvPr>
            <p:cNvSpPr txBox="1">
              <a:spLocks noChangeArrowheads="1"/>
            </p:cNvSpPr>
            <p:nvPr/>
          </p:nvSpPr>
          <p:spPr bwMode="auto">
            <a:xfrm>
              <a:off x="3906973" y="181563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40       1</a:t>
              </a:r>
              <a:endParaRPr lang="zh-CN" altLang="en-US" sz="1000" b="1">
                <a:ea typeface="微软雅黑" panose="020B0503020204020204" pitchFamily="34" charset="-122"/>
              </a:endParaRPr>
            </a:p>
          </p:txBody>
        </p:sp>
        <p:sp>
          <p:nvSpPr>
            <p:cNvPr id="62" name="Text Box 358">
              <a:extLst>
                <a:ext uri="{FF2B5EF4-FFF2-40B4-BE49-F238E27FC236}">
                  <a16:creationId xmlns:a16="http://schemas.microsoft.com/office/drawing/2014/main" id="{641980BA-052C-038F-AF23-506D77D7BB8B}"/>
                </a:ext>
              </a:extLst>
            </p:cNvPr>
            <p:cNvSpPr txBox="1">
              <a:spLocks noChangeArrowheads="1"/>
            </p:cNvSpPr>
            <p:nvPr/>
          </p:nvSpPr>
          <p:spPr bwMode="auto">
            <a:xfrm>
              <a:off x="4642595" y="1618447"/>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63" name="Text Box 358">
              <a:extLst>
                <a:ext uri="{FF2B5EF4-FFF2-40B4-BE49-F238E27FC236}">
                  <a16:creationId xmlns:a16="http://schemas.microsoft.com/office/drawing/2014/main" id="{F785AD3E-937A-0B81-9C6D-868C16FECDB7}"/>
                </a:ext>
              </a:extLst>
            </p:cNvPr>
            <p:cNvSpPr txBox="1">
              <a:spLocks noChangeArrowheads="1"/>
            </p:cNvSpPr>
            <p:nvPr/>
          </p:nvSpPr>
          <p:spPr bwMode="auto">
            <a:xfrm>
              <a:off x="4624013" y="1814401"/>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64" name="Text Box 358">
              <a:extLst>
                <a:ext uri="{FF2B5EF4-FFF2-40B4-BE49-F238E27FC236}">
                  <a16:creationId xmlns:a16="http://schemas.microsoft.com/office/drawing/2014/main" id="{D8C5C9B7-98E5-91EF-C334-D401ED76A229}"/>
                </a:ext>
              </a:extLst>
            </p:cNvPr>
            <p:cNvSpPr txBox="1">
              <a:spLocks noChangeArrowheads="1"/>
            </p:cNvSpPr>
            <p:nvPr/>
          </p:nvSpPr>
          <p:spPr bwMode="auto">
            <a:xfrm>
              <a:off x="1738754" y="1618447"/>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65" name="Text Box 358">
              <a:extLst>
                <a:ext uri="{FF2B5EF4-FFF2-40B4-BE49-F238E27FC236}">
                  <a16:creationId xmlns:a16="http://schemas.microsoft.com/office/drawing/2014/main" id="{E72D7090-79DF-D72C-15B0-8A13922056DA}"/>
                </a:ext>
              </a:extLst>
            </p:cNvPr>
            <p:cNvSpPr txBox="1">
              <a:spLocks noChangeArrowheads="1"/>
            </p:cNvSpPr>
            <p:nvPr/>
          </p:nvSpPr>
          <p:spPr bwMode="auto">
            <a:xfrm>
              <a:off x="1263526"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66" name="Text Box 358">
              <a:extLst>
                <a:ext uri="{FF2B5EF4-FFF2-40B4-BE49-F238E27FC236}">
                  <a16:creationId xmlns:a16="http://schemas.microsoft.com/office/drawing/2014/main" id="{C2D944E5-3DA7-1AC9-AA86-4385E5684DA5}"/>
                </a:ext>
              </a:extLst>
            </p:cNvPr>
            <p:cNvSpPr txBox="1">
              <a:spLocks noChangeArrowheads="1"/>
            </p:cNvSpPr>
            <p:nvPr/>
          </p:nvSpPr>
          <p:spPr bwMode="auto">
            <a:xfrm>
              <a:off x="1637591"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67" name="Text Box 358">
              <a:extLst>
                <a:ext uri="{FF2B5EF4-FFF2-40B4-BE49-F238E27FC236}">
                  <a16:creationId xmlns:a16="http://schemas.microsoft.com/office/drawing/2014/main" id="{2C5D64E4-F328-B4FC-207E-6FA8780F8A43}"/>
                </a:ext>
              </a:extLst>
            </p:cNvPr>
            <p:cNvSpPr txBox="1">
              <a:spLocks noChangeArrowheads="1"/>
            </p:cNvSpPr>
            <p:nvPr/>
          </p:nvSpPr>
          <p:spPr bwMode="auto">
            <a:xfrm>
              <a:off x="1978085" y="1264743"/>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69" name="组合 3319">
              <a:extLst>
                <a:ext uri="{FF2B5EF4-FFF2-40B4-BE49-F238E27FC236}">
                  <a16:creationId xmlns:a16="http://schemas.microsoft.com/office/drawing/2014/main" id="{B98829A4-2FD4-EE2B-E59A-C494B8EC1065}"/>
                </a:ext>
              </a:extLst>
            </p:cNvPr>
            <p:cNvGrpSpPr>
              <a:grpSpLocks/>
            </p:cNvGrpSpPr>
            <p:nvPr/>
          </p:nvGrpSpPr>
          <p:grpSpPr bwMode="auto">
            <a:xfrm>
              <a:off x="1329398" y="1638166"/>
              <a:ext cx="1091020" cy="205813"/>
              <a:chOff x="374152" y="5167871"/>
              <a:chExt cx="2069011" cy="264309"/>
            </a:xfrm>
          </p:grpSpPr>
          <p:cxnSp>
            <p:nvCxnSpPr>
              <p:cNvPr id="119" name="直接连接符 3320">
                <a:extLst>
                  <a:ext uri="{FF2B5EF4-FFF2-40B4-BE49-F238E27FC236}">
                    <a16:creationId xmlns:a16="http://schemas.microsoft.com/office/drawing/2014/main" id="{4C24EBAA-853E-284B-07DB-FC5049D593D0}"/>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0" name="直接连接符 3321">
                <a:extLst>
                  <a:ext uri="{FF2B5EF4-FFF2-40B4-BE49-F238E27FC236}">
                    <a16:creationId xmlns:a16="http://schemas.microsoft.com/office/drawing/2014/main" id="{D4CE8074-582E-900C-A171-F2BCDB1A7C9D}"/>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70" name="直接连接符 3323">
              <a:extLst>
                <a:ext uri="{FF2B5EF4-FFF2-40B4-BE49-F238E27FC236}">
                  <a16:creationId xmlns:a16="http://schemas.microsoft.com/office/drawing/2014/main" id="{92456F71-66AD-9077-6FDE-14A0C68C249E}"/>
                </a:ext>
              </a:extLst>
            </p:cNvPr>
            <p:cNvCxnSpPr>
              <a:cxnSpLocks/>
            </p:cNvCxnSpPr>
            <p:nvPr/>
          </p:nvCxnSpPr>
          <p:spPr bwMode="auto">
            <a:xfrm>
              <a:off x="1703462" y="1269673"/>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1" name="直接连接符 3324">
              <a:extLst>
                <a:ext uri="{FF2B5EF4-FFF2-40B4-BE49-F238E27FC236}">
                  <a16:creationId xmlns:a16="http://schemas.microsoft.com/office/drawing/2014/main" id="{067E04AB-D022-1B41-EF86-28B16BE09539}"/>
                </a:ext>
              </a:extLst>
            </p:cNvPr>
            <p:cNvCxnSpPr>
              <a:cxnSpLocks/>
            </p:cNvCxnSpPr>
            <p:nvPr/>
          </p:nvCxnSpPr>
          <p:spPr bwMode="auto">
            <a:xfrm>
              <a:off x="2048752" y="1269673"/>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72" name="Text Box 358">
              <a:extLst>
                <a:ext uri="{FF2B5EF4-FFF2-40B4-BE49-F238E27FC236}">
                  <a16:creationId xmlns:a16="http://schemas.microsoft.com/office/drawing/2014/main" id="{5CCB17B4-9477-EABA-1B05-C805B23B8986}"/>
                </a:ext>
              </a:extLst>
            </p:cNvPr>
            <p:cNvSpPr txBox="1">
              <a:spLocks noChangeArrowheads="1"/>
            </p:cNvSpPr>
            <p:nvPr/>
          </p:nvSpPr>
          <p:spPr bwMode="auto">
            <a:xfrm>
              <a:off x="1733959" y="1829190"/>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73" name="Text Box 358">
              <a:extLst>
                <a:ext uri="{FF2B5EF4-FFF2-40B4-BE49-F238E27FC236}">
                  <a16:creationId xmlns:a16="http://schemas.microsoft.com/office/drawing/2014/main" id="{1605D7CD-3091-0E80-8E3D-B7DF39E0E3AC}"/>
                </a:ext>
              </a:extLst>
            </p:cNvPr>
            <p:cNvSpPr txBox="1">
              <a:spLocks noChangeArrowheads="1"/>
            </p:cNvSpPr>
            <p:nvPr/>
          </p:nvSpPr>
          <p:spPr bwMode="auto">
            <a:xfrm>
              <a:off x="2063712" y="1633236"/>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a:t>
              </a:r>
              <a:endParaRPr lang="zh-CN" altLang="en-US" sz="1000" b="1">
                <a:ea typeface="微软雅黑" panose="020B0503020204020204" pitchFamily="34" charset="-122"/>
              </a:endParaRPr>
            </a:p>
          </p:txBody>
        </p:sp>
        <p:sp>
          <p:nvSpPr>
            <p:cNvPr id="74" name="Text Box 358">
              <a:extLst>
                <a:ext uri="{FF2B5EF4-FFF2-40B4-BE49-F238E27FC236}">
                  <a16:creationId xmlns:a16="http://schemas.microsoft.com/office/drawing/2014/main" id="{EC369ECC-C40B-2D42-7E5E-A6F23FA82F79}"/>
                </a:ext>
              </a:extLst>
            </p:cNvPr>
            <p:cNvSpPr txBox="1">
              <a:spLocks noChangeArrowheads="1"/>
            </p:cNvSpPr>
            <p:nvPr/>
          </p:nvSpPr>
          <p:spPr bwMode="auto">
            <a:xfrm>
              <a:off x="2045727" y="1829190"/>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a:t>
              </a:r>
              <a:endParaRPr lang="zh-CN" altLang="en-US" sz="1000" b="1">
                <a:ea typeface="微软雅黑" panose="020B0503020204020204" pitchFamily="34" charset="-122"/>
              </a:endParaRPr>
            </a:p>
          </p:txBody>
        </p:sp>
        <p:sp>
          <p:nvSpPr>
            <p:cNvPr id="75" name="Text Box 410">
              <a:extLst>
                <a:ext uri="{FF2B5EF4-FFF2-40B4-BE49-F238E27FC236}">
                  <a16:creationId xmlns:a16="http://schemas.microsoft.com/office/drawing/2014/main" id="{40CF7873-5750-4DB8-BC2C-CBE01C3D0F22}"/>
                </a:ext>
              </a:extLst>
            </p:cNvPr>
            <p:cNvSpPr txBox="1">
              <a:spLocks noChangeArrowheads="1"/>
            </p:cNvSpPr>
            <p:nvPr/>
          </p:nvSpPr>
          <p:spPr bwMode="auto">
            <a:xfrm>
              <a:off x="1947966" y="255015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76" name="Text Box 353">
              <a:extLst>
                <a:ext uri="{FF2B5EF4-FFF2-40B4-BE49-F238E27FC236}">
                  <a16:creationId xmlns:a16="http://schemas.microsoft.com/office/drawing/2014/main" id="{6C8D29D5-D746-8D22-9B50-C85181FF7103}"/>
                </a:ext>
              </a:extLst>
            </p:cNvPr>
            <p:cNvSpPr txBox="1">
              <a:spLocks noChangeArrowheads="1"/>
            </p:cNvSpPr>
            <p:nvPr/>
          </p:nvSpPr>
          <p:spPr bwMode="auto">
            <a:xfrm>
              <a:off x="1356534" y="1761408"/>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7" name="Text Box 353">
              <a:extLst>
                <a:ext uri="{FF2B5EF4-FFF2-40B4-BE49-F238E27FC236}">
                  <a16:creationId xmlns:a16="http://schemas.microsoft.com/office/drawing/2014/main" id="{EF310DB5-B5A3-E567-2264-FC003A06C2D8}"/>
                </a:ext>
              </a:extLst>
            </p:cNvPr>
            <p:cNvSpPr txBox="1">
              <a:spLocks noChangeArrowheads="1"/>
            </p:cNvSpPr>
            <p:nvPr/>
          </p:nvSpPr>
          <p:spPr bwMode="auto">
            <a:xfrm>
              <a:off x="1361331" y="1551897"/>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8" name="Text Box 353">
              <a:extLst>
                <a:ext uri="{FF2B5EF4-FFF2-40B4-BE49-F238E27FC236}">
                  <a16:creationId xmlns:a16="http://schemas.microsoft.com/office/drawing/2014/main" id="{48A22324-3272-2B1F-7036-CB405B3AA497}"/>
                </a:ext>
              </a:extLst>
            </p:cNvPr>
            <p:cNvSpPr txBox="1">
              <a:spLocks noChangeArrowheads="1"/>
            </p:cNvSpPr>
            <p:nvPr/>
          </p:nvSpPr>
          <p:spPr bwMode="auto">
            <a:xfrm>
              <a:off x="6986679" y="1549432"/>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9" name="任意多边形: 形状 78">
              <a:extLst>
                <a:ext uri="{FF2B5EF4-FFF2-40B4-BE49-F238E27FC236}">
                  <a16:creationId xmlns:a16="http://schemas.microsoft.com/office/drawing/2014/main" id="{6A9C77E4-62E5-9E68-3C95-B4514573F0EF}"/>
                </a:ext>
              </a:extLst>
            </p:cNvPr>
            <p:cNvSpPr/>
            <p:nvPr/>
          </p:nvSpPr>
          <p:spPr bwMode="auto">
            <a:xfrm>
              <a:off x="3867518" y="2048560"/>
              <a:ext cx="1126988" cy="568145"/>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pic>
          <p:nvPicPr>
            <p:cNvPr id="80" name="Picture 377">
              <a:extLst>
                <a:ext uri="{FF2B5EF4-FFF2-40B4-BE49-F238E27FC236}">
                  <a16:creationId xmlns:a16="http://schemas.microsoft.com/office/drawing/2014/main" id="{73D204FA-AE5B-26FF-DE51-F2F1B1D78FE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67959" y="2606846"/>
              <a:ext cx="293737" cy="36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 Box 358">
              <a:extLst>
                <a:ext uri="{FF2B5EF4-FFF2-40B4-BE49-F238E27FC236}">
                  <a16:creationId xmlns:a16="http://schemas.microsoft.com/office/drawing/2014/main" id="{CA21DF36-C8B5-BF41-775B-4B1D008BCFB6}"/>
                </a:ext>
              </a:extLst>
            </p:cNvPr>
            <p:cNvSpPr txBox="1">
              <a:spLocks noChangeArrowheads="1"/>
            </p:cNvSpPr>
            <p:nvPr/>
          </p:nvSpPr>
          <p:spPr bwMode="auto">
            <a:xfrm>
              <a:off x="2288093" y="2291347"/>
              <a:ext cx="1729734" cy="434508"/>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81</a:t>
              </a:r>
            </a:p>
            <a:p>
              <a:pPr algn="ctr" eaLnBrk="1" hangingPunct="1">
                <a:lnSpc>
                  <a:spcPct val="90000"/>
                </a:lnSpc>
                <a:spcBef>
                  <a:spcPct val="0"/>
                </a:spcBef>
                <a:buFontTx/>
                <a:buNone/>
              </a:pPr>
              <a:r>
                <a:rPr lang="en-US" altLang="zh-CN" sz="1000" b="1">
                  <a:ea typeface="微软雅黑" panose="020B0503020204020204" pitchFamily="34" charset="-122"/>
                </a:rPr>
                <a:t> 165.60/16 </a:t>
              </a:r>
              <a:r>
                <a:rPr lang="zh-CN" altLang="en-US" sz="1000" b="1">
                  <a:ea typeface="微软雅黑" panose="020B0503020204020204" pitchFamily="34" charset="-122"/>
                </a:rPr>
                <a:t>的标签是 </a:t>
              </a:r>
              <a:r>
                <a:rPr lang="en-US" altLang="zh-CN" sz="1000" b="1">
                  <a:ea typeface="微软雅黑" panose="020B0503020204020204" pitchFamily="34" charset="-122"/>
                </a:rPr>
                <a:t>40</a:t>
              </a:r>
              <a:r>
                <a:rPr lang="zh-CN" altLang="en-US" sz="1000" b="1">
                  <a:ea typeface="微软雅黑" panose="020B0503020204020204" pitchFamily="34" charset="-122"/>
                </a:rPr>
                <a:t> </a:t>
              </a:r>
            </a:p>
          </p:txBody>
        </p:sp>
        <p:sp>
          <p:nvSpPr>
            <p:cNvPr id="82" name="Line 420">
              <a:extLst>
                <a:ext uri="{FF2B5EF4-FFF2-40B4-BE49-F238E27FC236}">
                  <a16:creationId xmlns:a16="http://schemas.microsoft.com/office/drawing/2014/main" id="{0F70684C-8853-3635-0C68-237817221C61}"/>
                </a:ext>
              </a:extLst>
            </p:cNvPr>
            <p:cNvSpPr>
              <a:spLocks noChangeShapeType="1"/>
            </p:cNvSpPr>
            <p:nvPr/>
          </p:nvSpPr>
          <p:spPr bwMode="auto">
            <a:xfrm rot="17283846">
              <a:off x="2177930" y="2435055"/>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83" name="Text Box 410">
              <a:extLst>
                <a:ext uri="{FF2B5EF4-FFF2-40B4-BE49-F238E27FC236}">
                  <a16:creationId xmlns:a16="http://schemas.microsoft.com/office/drawing/2014/main" id="{279F6112-BF28-A6A5-06EA-C2204D22BD9F}"/>
                </a:ext>
              </a:extLst>
            </p:cNvPr>
            <p:cNvSpPr txBox="1">
              <a:spLocks noChangeArrowheads="1"/>
            </p:cNvSpPr>
            <p:nvPr/>
          </p:nvSpPr>
          <p:spPr bwMode="auto">
            <a:xfrm>
              <a:off x="6867148" y="2534133"/>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84" name="文本框 3342">
              <a:extLst>
                <a:ext uri="{FF2B5EF4-FFF2-40B4-BE49-F238E27FC236}">
                  <a16:creationId xmlns:a16="http://schemas.microsoft.com/office/drawing/2014/main" id="{7032018A-DD17-9A1D-E7E6-45153E1C964F}"/>
                </a:ext>
              </a:extLst>
            </p:cNvPr>
            <p:cNvSpPr txBox="1">
              <a:spLocks noChangeArrowheads="1"/>
            </p:cNvSpPr>
            <p:nvPr/>
          </p:nvSpPr>
          <p:spPr bwMode="auto">
            <a:xfrm>
              <a:off x="6633435" y="1714576"/>
              <a:ext cx="3832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a:t>
              </a:r>
              <a:endParaRPr lang="zh-CN" altLang="en-US" sz="1100" b="1">
                <a:ea typeface="微软雅黑" panose="020B0503020204020204" pitchFamily="34" charset="-122"/>
              </a:endParaRPr>
            </a:p>
          </p:txBody>
        </p:sp>
        <p:sp>
          <p:nvSpPr>
            <p:cNvPr id="85" name="Text Box 353">
              <a:extLst>
                <a:ext uri="{FF2B5EF4-FFF2-40B4-BE49-F238E27FC236}">
                  <a16:creationId xmlns:a16="http://schemas.microsoft.com/office/drawing/2014/main" id="{C7AAE67F-F4E2-728C-5B71-049234B2E124}"/>
                </a:ext>
              </a:extLst>
            </p:cNvPr>
            <p:cNvSpPr txBox="1">
              <a:spLocks noChangeArrowheads="1"/>
            </p:cNvSpPr>
            <p:nvPr/>
          </p:nvSpPr>
          <p:spPr bwMode="auto">
            <a:xfrm>
              <a:off x="6994472" y="1744154"/>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86" name="Text Box 350">
              <a:extLst>
                <a:ext uri="{FF2B5EF4-FFF2-40B4-BE49-F238E27FC236}">
                  <a16:creationId xmlns:a16="http://schemas.microsoft.com/office/drawing/2014/main" id="{5170269A-804D-E0D4-779B-766905D2577C}"/>
                </a:ext>
              </a:extLst>
            </p:cNvPr>
            <p:cNvSpPr txBox="1">
              <a:spLocks noChangeArrowheads="1"/>
            </p:cNvSpPr>
            <p:nvPr/>
          </p:nvSpPr>
          <p:spPr bwMode="auto">
            <a:xfrm>
              <a:off x="5199522" y="2202613"/>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87" name="Rectangle 414">
              <a:extLst>
                <a:ext uri="{FF2B5EF4-FFF2-40B4-BE49-F238E27FC236}">
                  <a16:creationId xmlns:a16="http://schemas.microsoft.com/office/drawing/2014/main" id="{0457F1DE-6E02-13A6-58E6-4323AEC81B05}"/>
                </a:ext>
              </a:extLst>
            </p:cNvPr>
            <p:cNvSpPr>
              <a:spLocks noChangeArrowheads="1"/>
            </p:cNvSpPr>
            <p:nvPr/>
          </p:nvSpPr>
          <p:spPr bwMode="auto">
            <a:xfrm rot="10800000">
              <a:off x="5599963" y="2794174"/>
              <a:ext cx="449596"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88" name="Rectangle 415">
              <a:extLst>
                <a:ext uri="{FF2B5EF4-FFF2-40B4-BE49-F238E27FC236}">
                  <a16:creationId xmlns:a16="http://schemas.microsoft.com/office/drawing/2014/main" id="{DA75D7F0-9F6A-2A31-FB4A-AD0C40D7E63C}"/>
                </a:ext>
              </a:extLst>
            </p:cNvPr>
            <p:cNvSpPr>
              <a:spLocks noChangeArrowheads="1"/>
            </p:cNvSpPr>
            <p:nvPr/>
          </p:nvSpPr>
          <p:spPr bwMode="auto">
            <a:xfrm>
              <a:off x="6049559" y="2794174"/>
              <a:ext cx="152264"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80</a:t>
              </a:r>
            </a:p>
          </p:txBody>
        </p:sp>
        <p:sp>
          <p:nvSpPr>
            <p:cNvPr id="89" name="Rectangle 414">
              <a:extLst>
                <a:ext uri="{FF2B5EF4-FFF2-40B4-BE49-F238E27FC236}">
                  <a16:creationId xmlns:a16="http://schemas.microsoft.com/office/drawing/2014/main" id="{FC57F053-4244-9393-4487-6F35369373FA}"/>
                </a:ext>
              </a:extLst>
            </p:cNvPr>
            <p:cNvSpPr>
              <a:spLocks noChangeArrowheads="1"/>
            </p:cNvSpPr>
            <p:nvPr/>
          </p:nvSpPr>
          <p:spPr bwMode="auto">
            <a:xfrm rot="10800000">
              <a:off x="1026070" y="2804033"/>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0" name="Line 345">
              <a:extLst>
                <a:ext uri="{FF2B5EF4-FFF2-40B4-BE49-F238E27FC236}">
                  <a16:creationId xmlns:a16="http://schemas.microsoft.com/office/drawing/2014/main" id="{BD0032E2-1C0A-60F2-73E7-10926242C2B7}"/>
                </a:ext>
              </a:extLst>
            </p:cNvPr>
            <p:cNvSpPr>
              <a:spLocks noChangeShapeType="1"/>
            </p:cNvSpPr>
            <p:nvPr/>
          </p:nvSpPr>
          <p:spPr bwMode="auto">
            <a:xfrm flipV="1">
              <a:off x="7511047" y="2863189"/>
              <a:ext cx="177441" cy="0"/>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1" name="Text Box 353">
              <a:extLst>
                <a:ext uri="{FF2B5EF4-FFF2-40B4-BE49-F238E27FC236}">
                  <a16:creationId xmlns:a16="http://schemas.microsoft.com/office/drawing/2014/main" id="{0115892E-038D-B027-3D5C-17AB5BED474C}"/>
                </a:ext>
              </a:extLst>
            </p:cNvPr>
            <p:cNvSpPr txBox="1">
              <a:spLocks noChangeArrowheads="1"/>
            </p:cNvSpPr>
            <p:nvPr/>
          </p:nvSpPr>
          <p:spPr bwMode="auto">
            <a:xfrm>
              <a:off x="6712980" y="2919880"/>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sp>
          <p:nvSpPr>
            <p:cNvPr id="92" name="Rectangle 414">
              <a:extLst>
                <a:ext uri="{FF2B5EF4-FFF2-40B4-BE49-F238E27FC236}">
                  <a16:creationId xmlns:a16="http://schemas.microsoft.com/office/drawing/2014/main" id="{543336B7-84C6-1F65-5BAB-F11A03C8F854}"/>
                </a:ext>
              </a:extLst>
            </p:cNvPr>
            <p:cNvSpPr>
              <a:spLocks noChangeArrowheads="1"/>
            </p:cNvSpPr>
            <p:nvPr/>
          </p:nvSpPr>
          <p:spPr bwMode="auto">
            <a:xfrm rot="10800000">
              <a:off x="7035074" y="2792941"/>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3" name="Line 345">
              <a:extLst>
                <a:ext uri="{FF2B5EF4-FFF2-40B4-BE49-F238E27FC236}">
                  <a16:creationId xmlns:a16="http://schemas.microsoft.com/office/drawing/2014/main" id="{A876447F-A9A0-A7AB-7200-1D859B2D18EB}"/>
                </a:ext>
              </a:extLst>
            </p:cNvPr>
            <p:cNvSpPr>
              <a:spLocks noChangeShapeType="1"/>
            </p:cNvSpPr>
            <p:nvPr/>
          </p:nvSpPr>
          <p:spPr bwMode="auto">
            <a:xfrm flipV="1">
              <a:off x="2988708" y="2884140"/>
              <a:ext cx="177441" cy="1233"/>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4" name="AutoShape 357">
              <a:extLst>
                <a:ext uri="{FF2B5EF4-FFF2-40B4-BE49-F238E27FC236}">
                  <a16:creationId xmlns:a16="http://schemas.microsoft.com/office/drawing/2014/main" id="{3AC417F9-4B2A-4203-1DDE-FB4E1204FAEC}"/>
                </a:ext>
              </a:extLst>
            </p:cNvPr>
            <p:cNvSpPr>
              <a:spLocks noChangeArrowheads="1"/>
            </p:cNvSpPr>
            <p:nvPr/>
          </p:nvSpPr>
          <p:spPr bwMode="auto">
            <a:xfrm flipH="1">
              <a:off x="6802482" y="2097857"/>
              <a:ext cx="870418" cy="256343"/>
            </a:xfrm>
            <a:prstGeom prst="wedgeRoundRectCallout">
              <a:avLst>
                <a:gd name="adj1" fmla="val -26134"/>
                <a:gd name="adj2" fmla="val 251079"/>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95" name="Text Box 356">
              <a:extLst>
                <a:ext uri="{FF2B5EF4-FFF2-40B4-BE49-F238E27FC236}">
                  <a16:creationId xmlns:a16="http://schemas.microsoft.com/office/drawing/2014/main" id="{7D129085-A829-F6E4-A81D-24575B38E5F9}"/>
                </a:ext>
              </a:extLst>
            </p:cNvPr>
            <p:cNvSpPr txBox="1">
              <a:spLocks noChangeArrowheads="1"/>
            </p:cNvSpPr>
            <p:nvPr/>
          </p:nvSpPr>
          <p:spPr bwMode="auto">
            <a:xfrm>
              <a:off x="6734915" y="2101556"/>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 </a:t>
              </a:r>
              <a:r>
                <a:rPr lang="zh-CN" altLang="en-US" sz="1000" b="1">
                  <a:ea typeface="微软雅黑" panose="020B0503020204020204" pitchFamily="34" charset="-122"/>
                </a:rPr>
                <a:t>弹出标签</a:t>
              </a:r>
            </a:p>
          </p:txBody>
        </p:sp>
        <p:sp>
          <p:nvSpPr>
            <p:cNvPr id="96" name="Line 345">
              <a:extLst>
                <a:ext uri="{FF2B5EF4-FFF2-40B4-BE49-F238E27FC236}">
                  <a16:creationId xmlns:a16="http://schemas.microsoft.com/office/drawing/2014/main" id="{5060EE1C-034C-0EBF-143B-3BE2A06516F1}"/>
                </a:ext>
              </a:extLst>
            </p:cNvPr>
            <p:cNvSpPr>
              <a:spLocks noChangeShapeType="1"/>
            </p:cNvSpPr>
            <p:nvPr/>
          </p:nvSpPr>
          <p:spPr bwMode="auto">
            <a:xfrm flipV="1">
              <a:off x="6205419" y="2860724"/>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7" name="Text Box 411">
              <a:extLst>
                <a:ext uri="{FF2B5EF4-FFF2-40B4-BE49-F238E27FC236}">
                  <a16:creationId xmlns:a16="http://schemas.microsoft.com/office/drawing/2014/main" id="{8CAE9932-A3F1-41BF-A259-C1504F96B959}"/>
                </a:ext>
              </a:extLst>
            </p:cNvPr>
            <p:cNvSpPr txBox="1">
              <a:spLocks noChangeArrowheads="1"/>
            </p:cNvSpPr>
            <p:nvPr/>
          </p:nvSpPr>
          <p:spPr bwMode="auto">
            <a:xfrm>
              <a:off x="1800499" y="2850865"/>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grpSp>
          <p:nvGrpSpPr>
            <p:cNvPr id="98" name="组合 29">
              <a:extLst>
                <a:ext uri="{FF2B5EF4-FFF2-40B4-BE49-F238E27FC236}">
                  <a16:creationId xmlns:a16="http://schemas.microsoft.com/office/drawing/2014/main" id="{4B45E8A8-66D8-E225-0B6B-16574AF6B407}"/>
                </a:ext>
              </a:extLst>
            </p:cNvPr>
            <p:cNvGrpSpPr>
              <a:grpSpLocks/>
            </p:cNvGrpSpPr>
            <p:nvPr/>
          </p:nvGrpSpPr>
          <p:grpSpPr bwMode="auto">
            <a:xfrm>
              <a:off x="728739" y="2418900"/>
              <a:ext cx="530426" cy="289671"/>
              <a:chOff x="4253264" y="3384673"/>
              <a:chExt cx="701744" cy="373591"/>
            </a:xfrm>
          </p:grpSpPr>
          <p:sp>
            <p:nvSpPr>
              <p:cNvPr id="117" name="矩形: 圆角 116">
                <a:extLst>
                  <a:ext uri="{FF2B5EF4-FFF2-40B4-BE49-F238E27FC236}">
                    <a16:creationId xmlns:a16="http://schemas.microsoft.com/office/drawing/2014/main" id="{74F59689-2C50-DAB7-200E-993C8A17ED0A}"/>
                  </a:ext>
                </a:extLst>
              </p:cNvPr>
              <p:cNvSpPr/>
              <p:nvPr/>
            </p:nvSpPr>
            <p:spPr bwMode="auto">
              <a:xfrm>
                <a:off x="4253264" y="3429970"/>
                <a:ext cx="618600"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8" name="文本框 28">
                <a:extLst>
                  <a:ext uri="{FF2B5EF4-FFF2-40B4-BE49-F238E27FC236}">
                    <a16:creationId xmlns:a16="http://schemas.microsoft.com/office/drawing/2014/main" id="{B7425944-5054-9178-773D-7A69AC69235F}"/>
                  </a:ext>
                </a:extLst>
              </p:cNvPr>
              <p:cNvSpPr txBox="1">
                <a:spLocks noChangeArrowheads="1"/>
              </p:cNvSpPr>
              <p:nvPr/>
            </p:nvSpPr>
            <p:spPr bwMode="auto">
              <a:xfrm>
                <a:off x="4268386" y="3384673"/>
                <a:ext cx="686622"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dirty="0">
                    <a:ea typeface="微软雅黑" panose="020B0503020204020204" pitchFamily="34" charset="-122"/>
                  </a:rPr>
                  <a:t>上游</a:t>
                </a:r>
              </a:p>
            </p:txBody>
          </p:sp>
        </p:grpSp>
        <p:grpSp>
          <p:nvGrpSpPr>
            <p:cNvPr id="99" name="组合 31">
              <a:extLst>
                <a:ext uri="{FF2B5EF4-FFF2-40B4-BE49-F238E27FC236}">
                  <a16:creationId xmlns:a16="http://schemas.microsoft.com/office/drawing/2014/main" id="{7770F529-12E6-261A-592D-4CC437C1BC63}"/>
                </a:ext>
              </a:extLst>
            </p:cNvPr>
            <p:cNvGrpSpPr>
              <a:grpSpLocks/>
            </p:cNvGrpSpPr>
            <p:nvPr/>
          </p:nvGrpSpPr>
          <p:grpSpPr bwMode="auto">
            <a:xfrm>
              <a:off x="7826362" y="2468814"/>
              <a:ext cx="518995" cy="289671"/>
              <a:chOff x="4253441" y="3397392"/>
              <a:chExt cx="688188" cy="373591"/>
            </a:xfrm>
          </p:grpSpPr>
          <p:sp>
            <p:nvSpPr>
              <p:cNvPr id="115" name="矩形: 圆角 114">
                <a:extLst>
                  <a:ext uri="{FF2B5EF4-FFF2-40B4-BE49-F238E27FC236}">
                    <a16:creationId xmlns:a16="http://schemas.microsoft.com/office/drawing/2014/main" id="{604F3361-21EE-D564-F86A-C2981F2849CF}"/>
                  </a:ext>
                </a:extLst>
              </p:cNvPr>
              <p:cNvSpPr/>
              <p:nvPr/>
            </p:nvSpPr>
            <p:spPr bwMode="auto">
              <a:xfrm>
                <a:off x="4253441" y="3429176"/>
                <a:ext cx="618423"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6" name="文本框 33">
                <a:extLst>
                  <a:ext uri="{FF2B5EF4-FFF2-40B4-BE49-F238E27FC236}">
                    <a16:creationId xmlns:a16="http://schemas.microsoft.com/office/drawing/2014/main" id="{F5C5E8FC-A251-629D-5667-8B514B538AA3}"/>
                  </a:ext>
                </a:extLst>
              </p:cNvPr>
              <p:cNvSpPr txBox="1">
                <a:spLocks noChangeArrowheads="1"/>
              </p:cNvSpPr>
              <p:nvPr/>
            </p:nvSpPr>
            <p:spPr bwMode="auto">
              <a:xfrm>
                <a:off x="4253441" y="3397392"/>
                <a:ext cx="688188"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a:ea typeface="微软雅黑" panose="020B0503020204020204" pitchFamily="34" charset="-122"/>
                  </a:rPr>
                  <a:t>下游</a:t>
                </a:r>
              </a:p>
            </p:txBody>
          </p:sp>
        </p:grpSp>
        <p:sp>
          <p:nvSpPr>
            <p:cNvPr id="100" name="文本框 34">
              <a:extLst>
                <a:ext uri="{FF2B5EF4-FFF2-40B4-BE49-F238E27FC236}">
                  <a16:creationId xmlns:a16="http://schemas.microsoft.com/office/drawing/2014/main" id="{0955BE80-2F2E-1AEE-9EF4-77BA06DF28D7}"/>
                </a:ext>
              </a:extLst>
            </p:cNvPr>
            <p:cNvSpPr txBox="1">
              <a:spLocks noChangeArrowheads="1"/>
            </p:cNvSpPr>
            <p:nvPr/>
          </p:nvSpPr>
          <p:spPr bwMode="auto">
            <a:xfrm>
              <a:off x="1243076" y="1026887"/>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1" name="文本框 35">
              <a:extLst>
                <a:ext uri="{FF2B5EF4-FFF2-40B4-BE49-F238E27FC236}">
                  <a16:creationId xmlns:a16="http://schemas.microsoft.com/office/drawing/2014/main" id="{F1952AE4-2D97-9A8B-0C7D-421596C1C107}"/>
                </a:ext>
              </a:extLst>
            </p:cNvPr>
            <p:cNvSpPr txBox="1">
              <a:spLocks noChangeArrowheads="1"/>
            </p:cNvSpPr>
            <p:nvPr/>
          </p:nvSpPr>
          <p:spPr bwMode="auto">
            <a:xfrm>
              <a:off x="3799180" y="992379"/>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2" name="文本框 36">
              <a:extLst>
                <a:ext uri="{FF2B5EF4-FFF2-40B4-BE49-F238E27FC236}">
                  <a16:creationId xmlns:a16="http://schemas.microsoft.com/office/drawing/2014/main" id="{90AD4344-54F1-8608-1D11-7DC24FCAA918}"/>
                </a:ext>
              </a:extLst>
            </p:cNvPr>
            <p:cNvSpPr txBox="1">
              <a:spLocks noChangeArrowheads="1"/>
            </p:cNvSpPr>
            <p:nvPr/>
          </p:nvSpPr>
          <p:spPr bwMode="auto">
            <a:xfrm>
              <a:off x="6137080" y="1001006"/>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cxnSp>
          <p:nvCxnSpPr>
            <p:cNvPr id="103" name="直接箭头连接符 2">
              <a:extLst>
                <a:ext uri="{FF2B5EF4-FFF2-40B4-BE49-F238E27FC236}">
                  <a16:creationId xmlns:a16="http://schemas.microsoft.com/office/drawing/2014/main" id="{B816F31B-4893-5770-E1A8-EFFB3D4D34DC}"/>
                </a:ext>
              </a:extLst>
            </p:cNvPr>
            <p:cNvCxnSpPr>
              <a:cxnSpLocks/>
            </p:cNvCxnSpPr>
            <p:nvPr/>
          </p:nvCxnSpPr>
          <p:spPr bwMode="auto">
            <a:xfrm>
              <a:off x="1609946" y="4525720"/>
              <a:ext cx="5941864" cy="0"/>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104" name="Text Box 355">
              <a:extLst>
                <a:ext uri="{FF2B5EF4-FFF2-40B4-BE49-F238E27FC236}">
                  <a16:creationId xmlns:a16="http://schemas.microsoft.com/office/drawing/2014/main" id="{F7E2137D-9F63-4684-9D41-7CE69BC28547}"/>
                </a:ext>
              </a:extLst>
            </p:cNvPr>
            <p:cNvSpPr txBox="1">
              <a:spLocks noChangeArrowheads="1"/>
            </p:cNvSpPr>
            <p:nvPr/>
          </p:nvSpPr>
          <p:spPr bwMode="auto">
            <a:xfrm>
              <a:off x="4040162" y="4391388"/>
              <a:ext cx="875985" cy="289672"/>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a:t>
              </a:r>
            </a:p>
          </p:txBody>
        </p:sp>
        <p:sp>
          <p:nvSpPr>
            <p:cNvPr id="105" name="AutoShape 354">
              <a:extLst>
                <a:ext uri="{FF2B5EF4-FFF2-40B4-BE49-F238E27FC236}">
                  <a16:creationId xmlns:a16="http://schemas.microsoft.com/office/drawing/2014/main" id="{FC5D1C58-E12C-BF5D-A611-BE2993704721}"/>
                </a:ext>
              </a:extLst>
            </p:cNvPr>
            <p:cNvSpPr>
              <a:spLocks noChangeArrowheads="1"/>
            </p:cNvSpPr>
            <p:nvPr/>
          </p:nvSpPr>
          <p:spPr bwMode="auto">
            <a:xfrm>
              <a:off x="3234487" y="3023403"/>
              <a:ext cx="890800" cy="262505"/>
            </a:xfrm>
            <a:prstGeom prst="wedgeRoundRectCallout">
              <a:avLst>
                <a:gd name="adj1" fmla="val 73259"/>
                <a:gd name="adj2" fmla="val -122694"/>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106" name="Text Box 355">
              <a:extLst>
                <a:ext uri="{FF2B5EF4-FFF2-40B4-BE49-F238E27FC236}">
                  <a16:creationId xmlns:a16="http://schemas.microsoft.com/office/drawing/2014/main" id="{2D11C7AC-F11E-3432-7328-C2A91AB72CE2}"/>
                </a:ext>
              </a:extLst>
            </p:cNvPr>
            <p:cNvSpPr txBox="1">
              <a:spLocks noChangeArrowheads="1"/>
            </p:cNvSpPr>
            <p:nvPr/>
          </p:nvSpPr>
          <p:spPr bwMode="auto">
            <a:xfrm>
              <a:off x="3170517" y="3041889"/>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 </a:t>
              </a:r>
              <a:r>
                <a:rPr lang="zh-CN" altLang="en-US" sz="1000" b="1">
                  <a:ea typeface="微软雅黑" panose="020B0503020204020204" pitchFamily="34" charset="-122"/>
                </a:rPr>
                <a:t>标签交换</a:t>
              </a:r>
            </a:p>
          </p:txBody>
        </p:sp>
        <p:sp>
          <p:nvSpPr>
            <p:cNvPr id="108" name="Text Box 358">
              <a:extLst>
                <a:ext uri="{FF2B5EF4-FFF2-40B4-BE49-F238E27FC236}">
                  <a16:creationId xmlns:a16="http://schemas.microsoft.com/office/drawing/2014/main" id="{4D6CC69B-CF74-6CC9-F5B3-0B945110CEA8}"/>
                </a:ext>
              </a:extLst>
            </p:cNvPr>
            <p:cNvSpPr txBox="1">
              <a:spLocks noChangeArrowheads="1"/>
            </p:cNvSpPr>
            <p:nvPr/>
          </p:nvSpPr>
          <p:spPr bwMode="auto">
            <a:xfrm>
              <a:off x="627262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09" name="Text Box 358">
              <a:extLst>
                <a:ext uri="{FF2B5EF4-FFF2-40B4-BE49-F238E27FC236}">
                  <a16:creationId xmlns:a16="http://schemas.microsoft.com/office/drawing/2014/main" id="{FFD8BC46-26F3-37D8-531A-923BA9DF73D7}"/>
                </a:ext>
              </a:extLst>
            </p:cNvPr>
            <p:cNvSpPr txBox="1">
              <a:spLocks noChangeArrowheads="1"/>
            </p:cNvSpPr>
            <p:nvPr/>
          </p:nvSpPr>
          <p:spPr bwMode="auto">
            <a:xfrm>
              <a:off x="666347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110" name="Text Box 358">
              <a:extLst>
                <a:ext uri="{FF2B5EF4-FFF2-40B4-BE49-F238E27FC236}">
                  <a16:creationId xmlns:a16="http://schemas.microsoft.com/office/drawing/2014/main" id="{70A52E37-6CD7-D2C0-117B-3B0E5F6ADE27}"/>
                </a:ext>
              </a:extLst>
            </p:cNvPr>
            <p:cNvSpPr txBox="1">
              <a:spLocks noChangeArrowheads="1"/>
            </p:cNvSpPr>
            <p:nvPr/>
          </p:nvSpPr>
          <p:spPr bwMode="auto">
            <a:xfrm>
              <a:off x="7003972" y="3846658"/>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12" name="Text Box 353">
              <a:extLst>
                <a:ext uri="{FF2B5EF4-FFF2-40B4-BE49-F238E27FC236}">
                  <a16:creationId xmlns:a16="http://schemas.microsoft.com/office/drawing/2014/main" id="{B7ACE676-85E3-2A27-4B8F-2B03FF4DC21E}"/>
                </a:ext>
              </a:extLst>
            </p:cNvPr>
            <p:cNvSpPr txBox="1">
              <a:spLocks noChangeArrowheads="1"/>
            </p:cNvSpPr>
            <p:nvPr/>
          </p:nvSpPr>
          <p:spPr bwMode="auto">
            <a:xfrm>
              <a:off x="7101774" y="4153529"/>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113" name="Text Box 355">
              <a:extLst>
                <a:ext uri="{FF2B5EF4-FFF2-40B4-BE49-F238E27FC236}">
                  <a16:creationId xmlns:a16="http://schemas.microsoft.com/office/drawing/2014/main" id="{F57C4A7E-9643-87DB-A83E-7CA773C77914}"/>
                </a:ext>
              </a:extLst>
            </p:cNvPr>
            <p:cNvSpPr txBox="1">
              <a:spLocks noChangeArrowheads="1"/>
            </p:cNvSpPr>
            <p:nvPr/>
          </p:nvSpPr>
          <p:spPr bwMode="auto">
            <a:xfrm>
              <a:off x="1138336" y="3738205"/>
              <a:ext cx="2502883" cy="28967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域包含了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1</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2</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3</a:t>
              </a:r>
              <a:r>
                <a:rPr lang="en-US" altLang="zh-CN" sz="1000" b="1" dirty="0">
                  <a:ea typeface="微软雅黑" panose="020B0503020204020204" pitchFamily="34" charset="-122"/>
                </a:rPr>
                <a:t> </a:t>
              </a:r>
              <a:r>
                <a:rPr lang="zh-CN" altLang="en-US" sz="1000" b="1" dirty="0">
                  <a:ea typeface="微软雅黑" panose="020B0503020204020204" pitchFamily="34" charset="-122"/>
                </a:rPr>
                <a:t>和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4</a:t>
              </a:r>
              <a:r>
                <a:rPr lang="zh-CN" altLang="en-US" sz="1000" b="1" dirty="0">
                  <a:ea typeface="微软雅黑" panose="020B0503020204020204" pitchFamily="34" charset="-122"/>
                </a:rPr>
                <a:t>。</a:t>
              </a:r>
            </a:p>
          </p:txBody>
        </p:sp>
        <p:sp>
          <p:nvSpPr>
            <p:cNvPr id="114" name="文本框 35">
              <a:extLst>
                <a:ext uri="{FF2B5EF4-FFF2-40B4-BE49-F238E27FC236}">
                  <a16:creationId xmlns:a16="http://schemas.microsoft.com/office/drawing/2014/main" id="{1EF781B6-C9F2-F2F0-CBE1-21FF75C7F6D3}"/>
                </a:ext>
              </a:extLst>
            </p:cNvPr>
            <p:cNvSpPr txBox="1">
              <a:spLocks noChangeArrowheads="1"/>
            </p:cNvSpPr>
            <p:nvPr/>
          </p:nvSpPr>
          <p:spPr bwMode="auto">
            <a:xfrm>
              <a:off x="6249779" y="3613731"/>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grpSp>
      <p:sp>
        <p:nvSpPr>
          <p:cNvPr id="7" name="矩形 6">
            <a:extLst>
              <a:ext uri="{FF2B5EF4-FFF2-40B4-BE49-F238E27FC236}">
                <a16:creationId xmlns:a16="http://schemas.microsoft.com/office/drawing/2014/main" id="{FC58B7A6-EE3D-CA6A-4F76-4821A6408028}"/>
              </a:ext>
            </a:extLst>
          </p:cNvPr>
          <p:cNvSpPr/>
          <p:nvPr/>
        </p:nvSpPr>
        <p:spPr>
          <a:xfrm>
            <a:off x="645539" y="3767328"/>
            <a:ext cx="8021370" cy="702244"/>
          </a:xfrm>
          <a:prstGeom prst="rect">
            <a:avLst/>
          </a:prstGeom>
        </p:spPr>
        <p:txBody>
          <a:bodyPr wrap="square">
            <a:spAutoFit/>
          </a:bodyPr>
          <a:lstStyle/>
          <a:p>
            <a:pPr>
              <a:lnSpc>
                <a:spcPts val="2500"/>
              </a:lnSpc>
            </a:pPr>
            <a:r>
              <a:rPr lang="en-US" altLang="zh-CN" sz="1600" b="1" dirty="0">
                <a:latin typeface="微软雅黑" pitchFamily="34" charset="-122"/>
                <a:ea typeface="微软雅黑" pitchFamily="34" charset="-122"/>
              </a:rPr>
              <a:t>(2) LSR</a:t>
            </a:r>
            <a:r>
              <a:rPr lang="zh-CN" altLang="en-US" sz="1600" b="1" dirty="0">
                <a:latin typeface="微软雅黑" pitchFamily="34" charset="-122"/>
                <a:ea typeface="微软雅黑" pitchFamily="34" charset="-122"/>
              </a:rPr>
              <a:t>根据标签分发协议</a:t>
            </a:r>
            <a:r>
              <a:rPr lang="en-US" altLang="zh-CN" sz="1600" b="1" dirty="0">
                <a:latin typeface="微软雅黑" pitchFamily="34" charset="-122"/>
                <a:ea typeface="微软雅黑" pitchFamily="34" charset="-122"/>
              </a:rPr>
              <a:t>LDP (Label Distribution Protocol)</a:t>
            </a:r>
            <a:r>
              <a:rPr lang="zh-CN" altLang="en-US" sz="1600" b="1" dirty="0">
                <a:latin typeface="微软雅黑" pitchFamily="34" charset="-122"/>
                <a:ea typeface="微软雅黑" pitchFamily="34" charset="-122"/>
              </a:rPr>
              <a:t>，与相邻</a:t>
            </a:r>
            <a:r>
              <a:rPr lang="en-US" altLang="zh-CN" sz="1600" b="1" dirty="0">
                <a:latin typeface="微软雅黑" pitchFamily="34" charset="-122"/>
                <a:ea typeface="微软雅黑" pitchFamily="34" charset="-122"/>
              </a:rPr>
              <a:t>LSR</a:t>
            </a:r>
            <a:r>
              <a:rPr lang="zh-CN" altLang="en-US" sz="1600" b="1" dirty="0">
                <a:latin typeface="微软雅黑" pitchFamily="34" charset="-122"/>
                <a:ea typeface="微软雅黑" pitchFamily="34" charset="-122"/>
              </a:rPr>
              <a:t>交换标签信息，找出标签交换路径</a:t>
            </a:r>
            <a:r>
              <a:rPr lang="en-US" altLang="zh-CN" sz="1600" b="1" dirty="0">
                <a:latin typeface="微软雅黑" pitchFamily="34" charset="-122"/>
                <a:ea typeface="微软雅黑" pitchFamily="34" charset="-122"/>
              </a:rPr>
              <a:t>LSP (Label Switched Path)</a:t>
            </a:r>
            <a:r>
              <a:rPr lang="zh-CN" altLang="en-US" sz="1600" b="1" dirty="0">
                <a:latin typeface="微软雅黑" pitchFamily="34" charset="-122"/>
                <a:ea typeface="微软雅黑" pitchFamily="34" charset="-122"/>
              </a:rPr>
              <a:t>。</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485131774"/>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974510-EDF0-4BDD-C8D4-ACD505E45565}"/>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EC5390C3-83F2-157C-43AF-3F2C62786F33}"/>
              </a:ext>
            </a:extLst>
          </p:cNvPr>
          <p:cNvSpPr/>
          <p:nvPr/>
        </p:nvSpPr>
        <p:spPr>
          <a:xfrm>
            <a:off x="545144" y="582235"/>
            <a:ext cx="8053712" cy="318509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107" name="文本框 3344">
            <a:extLst>
              <a:ext uri="{FF2B5EF4-FFF2-40B4-BE49-F238E27FC236}">
                <a16:creationId xmlns:a16="http://schemas.microsoft.com/office/drawing/2014/main" id="{DE32BFD2-5654-5970-4D49-78E92792CB0C}"/>
              </a:ext>
            </a:extLst>
          </p:cNvPr>
          <p:cNvSpPr txBox="1">
            <a:spLocks noChangeArrowheads="1"/>
          </p:cNvSpPr>
          <p:nvPr/>
        </p:nvSpPr>
        <p:spPr bwMode="auto">
          <a:xfrm>
            <a:off x="6390054" y="4416035"/>
            <a:ext cx="216703" cy="2986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400" b="1">
                <a:ea typeface="微软雅黑" panose="020B0503020204020204" pitchFamily="34" charset="-122"/>
                <a:sym typeface="Symbol" panose="05050102010706020507" pitchFamily="18" charset="2"/>
              </a:rPr>
              <a:t> </a:t>
            </a:r>
            <a:endParaRPr lang="zh-CN" altLang="en-US" sz="1400" b="1">
              <a:ea typeface="微软雅黑" panose="020B0503020204020204" pitchFamily="34" charset="-122"/>
            </a:endParaRPr>
          </a:p>
        </p:txBody>
      </p:sp>
      <p:grpSp>
        <p:nvGrpSpPr>
          <p:cNvPr id="3" name="组合 2">
            <a:extLst>
              <a:ext uri="{FF2B5EF4-FFF2-40B4-BE49-F238E27FC236}">
                <a16:creationId xmlns:a16="http://schemas.microsoft.com/office/drawing/2014/main" id="{3FC73979-7FE3-127E-C5B6-19A6C16256B0}"/>
              </a:ext>
            </a:extLst>
          </p:cNvPr>
          <p:cNvGrpSpPr/>
          <p:nvPr/>
        </p:nvGrpSpPr>
        <p:grpSpPr>
          <a:xfrm>
            <a:off x="1101908" y="580438"/>
            <a:ext cx="6726624" cy="3135379"/>
            <a:chOff x="621252" y="992379"/>
            <a:chExt cx="7913675" cy="3688681"/>
          </a:xfrm>
        </p:grpSpPr>
        <p:sp>
          <p:nvSpPr>
            <p:cNvPr id="57" name="矩形 3302">
              <a:extLst>
                <a:ext uri="{FF2B5EF4-FFF2-40B4-BE49-F238E27FC236}">
                  <a16:creationId xmlns:a16="http://schemas.microsoft.com/office/drawing/2014/main" id="{01D70BC7-FE10-0627-B50C-220DA6D01CA0}"/>
                </a:ext>
              </a:extLst>
            </p:cNvPr>
            <p:cNvSpPr>
              <a:spLocks noChangeArrowheads="1"/>
            </p:cNvSpPr>
            <p:nvPr/>
          </p:nvSpPr>
          <p:spPr bwMode="auto">
            <a:xfrm>
              <a:off x="3871115" y="1240095"/>
              <a:ext cx="1129386"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9" name="矩形 3283">
              <a:extLst>
                <a:ext uri="{FF2B5EF4-FFF2-40B4-BE49-F238E27FC236}">
                  <a16:creationId xmlns:a16="http://schemas.microsoft.com/office/drawing/2014/main" id="{95A56002-A360-EF1D-8763-5ADA21798423}"/>
                </a:ext>
              </a:extLst>
            </p:cNvPr>
            <p:cNvSpPr>
              <a:spLocks noChangeArrowheads="1"/>
            </p:cNvSpPr>
            <p:nvPr/>
          </p:nvSpPr>
          <p:spPr bwMode="auto">
            <a:xfrm>
              <a:off x="6231795" y="1240095"/>
              <a:ext cx="1100612"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111" name="矩形 3283">
              <a:extLst>
                <a:ext uri="{FF2B5EF4-FFF2-40B4-BE49-F238E27FC236}">
                  <a16:creationId xmlns:a16="http://schemas.microsoft.com/office/drawing/2014/main" id="{F60FD234-DF32-123E-A6E6-997BB20D7EA8}"/>
                </a:ext>
              </a:extLst>
            </p:cNvPr>
            <p:cNvSpPr>
              <a:spLocks noChangeArrowheads="1"/>
            </p:cNvSpPr>
            <p:nvPr/>
          </p:nvSpPr>
          <p:spPr bwMode="auto">
            <a:xfrm>
              <a:off x="6346892" y="3844193"/>
              <a:ext cx="1100612" cy="61127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68" name="矩形 3318">
              <a:extLst>
                <a:ext uri="{FF2B5EF4-FFF2-40B4-BE49-F238E27FC236}">
                  <a16:creationId xmlns:a16="http://schemas.microsoft.com/office/drawing/2014/main" id="{539BED65-9E23-91D7-FDCA-CF82A9E42F84}"/>
                </a:ext>
              </a:extLst>
            </p:cNvPr>
            <p:cNvSpPr>
              <a:spLocks noChangeArrowheads="1"/>
            </p:cNvSpPr>
            <p:nvPr/>
          </p:nvSpPr>
          <p:spPr bwMode="auto">
            <a:xfrm>
              <a:off x="1340188" y="1267208"/>
              <a:ext cx="1081429"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 name="矩形 2">
              <a:extLst>
                <a:ext uri="{FF2B5EF4-FFF2-40B4-BE49-F238E27FC236}">
                  <a16:creationId xmlns:a16="http://schemas.microsoft.com/office/drawing/2014/main" id="{555EC892-F7F7-AC35-B8BE-FDF91B7DD93F}"/>
                </a:ext>
              </a:extLst>
            </p:cNvPr>
            <p:cNvSpPr>
              <a:spLocks noChangeArrowheads="1"/>
            </p:cNvSpPr>
            <p:nvPr/>
          </p:nvSpPr>
          <p:spPr bwMode="auto">
            <a:xfrm>
              <a:off x="1133973" y="3735741"/>
              <a:ext cx="2500954" cy="283456"/>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5" name="任意多边形: 形状 4">
              <a:extLst>
                <a:ext uri="{FF2B5EF4-FFF2-40B4-BE49-F238E27FC236}">
                  <a16:creationId xmlns:a16="http://schemas.microsoft.com/office/drawing/2014/main" id="{033BC9A8-DB50-2D80-88E7-62694085ADDA}"/>
                </a:ext>
              </a:extLst>
            </p:cNvPr>
            <p:cNvSpPr/>
            <p:nvPr/>
          </p:nvSpPr>
          <p:spPr bwMode="auto">
            <a:xfrm>
              <a:off x="6356483" y="3520068"/>
              <a:ext cx="1092219" cy="307288"/>
            </a:xfrm>
            <a:custGeom>
              <a:avLst/>
              <a:gdLst>
                <a:gd name="connsiteX0" fmla="*/ 645459 w 1446306"/>
                <a:gd name="connsiteY0" fmla="*/ 0 h 256988"/>
                <a:gd name="connsiteX1" fmla="*/ 0 w 1446306"/>
                <a:gd name="connsiteY1" fmla="*/ 256988 h 256988"/>
                <a:gd name="connsiteX2" fmla="*/ 1446306 w 1446306"/>
                <a:gd name="connsiteY2" fmla="*/ 256988 h 256988"/>
                <a:gd name="connsiteX3" fmla="*/ 818777 w 1446306"/>
                <a:gd name="connsiteY3" fmla="*/ 11953 h 256988"/>
                <a:gd name="connsiteX4" fmla="*/ 645459 w 1446306"/>
                <a:gd name="connsiteY4" fmla="*/ 0 h 256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06" h="256988">
                  <a:moveTo>
                    <a:pt x="645459" y="0"/>
                  </a:moveTo>
                  <a:lnTo>
                    <a:pt x="0" y="256988"/>
                  </a:lnTo>
                  <a:lnTo>
                    <a:pt x="1446306" y="256988"/>
                  </a:lnTo>
                  <a:lnTo>
                    <a:pt x="818777" y="11953"/>
                  </a:lnTo>
                  <a:lnTo>
                    <a:pt x="645459" y="0"/>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5400000" scaled="0"/>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6" name="Text Box 358">
              <a:extLst>
                <a:ext uri="{FF2B5EF4-FFF2-40B4-BE49-F238E27FC236}">
                  <a16:creationId xmlns:a16="http://schemas.microsoft.com/office/drawing/2014/main" id="{2568C865-717C-451F-A697-581AE913AD37}"/>
                </a:ext>
              </a:extLst>
            </p:cNvPr>
            <p:cNvSpPr txBox="1">
              <a:spLocks noChangeArrowheads="1"/>
            </p:cNvSpPr>
            <p:nvPr/>
          </p:nvSpPr>
          <p:spPr bwMode="auto">
            <a:xfrm>
              <a:off x="6369288" y="4234869"/>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70       0 </a:t>
              </a:r>
              <a:endParaRPr lang="zh-CN" altLang="en-US" sz="1000" b="1">
                <a:ea typeface="微软雅黑" panose="020B0503020204020204" pitchFamily="34" charset="-122"/>
              </a:endParaRPr>
            </a:p>
          </p:txBody>
        </p:sp>
        <p:cxnSp>
          <p:nvCxnSpPr>
            <p:cNvPr id="10" name="直接连接符 3288">
              <a:extLst>
                <a:ext uri="{FF2B5EF4-FFF2-40B4-BE49-F238E27FC236}">
                  <a16:creationId xmlns:a16="http://schemas.microsoft.com/office/drawing/2014/main" id="{AAF44477-12B3-A461-54B8-413B4217E154}"/>
                </a:ext>
              </a:extLst>
            </p:cNvPr>
            <p:cNvCxnSpPr>
              <a:cxnSpLocks/>
            </p:cNvCxnSpPr>
            <p:nvPr/>
          </p:nvCxnSpPr>
          <p:spPr bwMode="auto">
            <a:xfrm>
              <a:off x="6728149" y="3858982"/>
              <a:ext cx="1199" cy="59156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 name="直接连接符 3289">
              <a:extLst>
                <a:ext uri="{FF2B5EF4-FFF2-40B4-BE49-F238E27FC236}">
                  <a16:creationId xmlns:a16="http://schemas.microsoft.com/office/drawing/2014/main" id="{66A2C325-5BAE-DC6B-61C5-01884DBDB24A}"/>
                </a:ext>
              </a:extLst>
            </p:cNvPr>
            <p:cNvCxnSpPr>
              <a:cxnSpLocks/>
            </p:cNvCxnSpPr>
            <p:nvPr/>
          </p:nvCxnSpPr>
          <p:spPr bwMode="auto">
            <a:xfrm flipH="1">
              <a:off x="7078235" y="3833101"/>
              <a:ext cx="4796" cy="61004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 name="直接连接符 3285">
              <a:extLst>
                <a:ext uri="{FF2B5EF4-FFF2-40B4-BE49-F238E27FC236}">
                  <a16:creationId xmlns:a16="http://schemas.microsoft.com/office/drawing/2014/main" id="{8E084C9C-300E-F352-E95D-430B5BCF1E37}"/>
                </a:ext>
              </a:extLst>
            </p:cNvPr>
            <p:cNvCxnSpPr>
              <a:cxnSpLocks/>
            </p:cNvCxnSpPr>
            <p:nvPr/>
          </p:nvCxnSpPr>
          <p:spPr bwMode="auto">
            <a:xfrm>
              <a:off x="6346892" y="4234869"/>
              <a:ext cx="1095816"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sp>
          <p:nvSpPr>
            <p:cNvPr id="13" name="Text Box 410">
              <a:extLst>
                <a:ext uri="{FF2B5EF4-FFF2-40B4-BE49-F238E27FC236}">
                  <a16:creationId xmlns:a16="http://schemas.microsoft.com/office/drawing/2014/main" id="{19F88883-7402-0BB0-5332-E75C7D990915}"/>
                </a:ext>
              </a:extLst>
            </p:cNvPr>
            <p:cNvSpPr txBox="1">
              <a:spLocks noChangeArrowheads="1"/>
            </p:cNvSpPr>
            <p:nvPr/>
          </p:nvSpPr>
          <p:spPr bwMode="auto">
            <a:xfrm>
              <a:off x="4458512" y="254029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14" name="文本框 3344">
              <a:extLst>
                <a:ext uri="{FF2B5EF4-FFF2-40B4-BE49-F238E27FC236}">
                  <a16:creationId xmlns:a16="http://schemas.microsoft.com/office/drawing/2014/main" id="{26F7D2B7-C702-6B8E-FFF4-BC5E3FC495ED}"/>
                </a:ext>
              </a:extLst>
            </p:cNvPr>
            <p:cNvSpPr txBox="1">
              <a:spLocks noChangeArrowheads="1"/>
            </p:cNvSpPr>
            <p:nvPr/>
          </p:nvSpPr>
          <p:spPr bwMode="auto">
            <a:xfrm>
              <a:off x="6274957" y="1715808"/>
              <a:ext cx="4247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 </a:t>
              </a:r>
              <a:endParaRPr lang="zh-CN" altLang="en-US" sz="1100" b="1">
                <a:ea typeface="微软雅黑" panose="020B0503020204020204" pitchFamily="34" charset="-122"/>
              </a:endParaRPr>
            </a:p>
          </p:txBody>
        </p:sp>
        <p:sp>
          <p:nvSpPr>
            <p:cNvPr id="15" name="任意多边形: 形状 14">
              <a:extLst>
                <a:ext uri="{FF2B5EF4-FFF2-40B4-BE49-F238E27FC236}">
                  <a16:creationId xmlns:a16="http://schemas.microsoft.com/office/drawing/2014/main" id="{F384CC9B-2644-5F96-6EB8-4414B41D73EF}"/>
                </a:ext>
              </a:extLst>
            </p:cNvPr>
            <p:cNvSpPr/>
            <p:nvPr/>
          </p:nvSpPr>
          <p:spPr bwMode="auto">
            <a:xfrm>
              <a:off x="1335392" y="2087533"/>
              <a:ext cx="1086224" cy="539031"/>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cxnSp>
          <p:nvCxnSpPr>
            <p:cNvPr id="16" name="直接连接符 22">
              <a:extLst>
                <a:ext uri="{FF2B5EF4-FFF2-40B4-BE49-F238E27FC236}">
                  <a16:creationId xmlns:a16="http://schemas.microsoft.com/office/drawing/2014/main" id="{1CD33F45-B97D-5F93-14D4-BD61800E8301}"/>
                </a:ext>
              </a:extLst>
            </p:cNvPr>
            <p:cNvCxnSpPr>
              <a:cxnSpLocks/>
            </p:cNvCxnSpPr>
            <p:nvPr/>
          </p:nvCxnSpPr>
          <p:spPr bwMode="auto">
            <a:xfrm>
              <a:off x="1910876" y="2836076"/>
              <a:ext cx="149866" cy="109685"/>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sp>
          <p:nvSpPr>
            <p:cNvPr id="17" name="任意多边形: 形状 16">
              <a:extLst>
                <a:ext uri="{FF2B5EF4-FFF2-40B4-BE49-F238E27FC236}">
                  <a16:creationId xmlns:a16="http://schemas.microsoft.com/office/drawing/2014/main" id="{C51A6F37-86B2-8E86-9D18-F6B173FDF155}"/>
                </a:ext>
              </a:extLst>
            </p:cNvPr>
            <p:cNvSpPr/>
            <p:nvPr/>
          </p:nvSpPr>
          <p:spPr bwMode="auto">
            <a:xfrm>
              <a:off x="6247381" y="2052258"/>
              <a:ext cx="1091020" cy="568144"/>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18" name="Line 227">
              <a:extLst>
                <a:ext uri="{FF2B5EF4-FFF2-40B4-BE49-F238E27FC236}">
                  <a16:creationId xmlns:a16="http://schemas.microsoft.com/office/drawing/2014/main" id="{69BAD036-A086-3453-9934-F8885ABB5890}"/>
                </a:ext>
              </a:extLst>
            </p:cNvPr>
            <p:cNvSpPr>
              <a:spLocks noChangeShapeType="1"/>
            </p:cNvSpPr>
            <p:nvPr/>
          </p:nvSpPr>
          <p:spPr bwMode="auto">
            <a:xfrm>
              <a:off x="6807278" y="3406685"/>
              <a:ext cx="744532" cy="4313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19" name="Line 94">
              <a:extLst>
                <a:ext uri="{FF2B5EF4-FFF2-40B4-BE49-F238E27FC236}">
                  <a16:creationId xmlns:a16="http://schemas.microsoft.com/office/drawing/2014/main" id="{3877133F-F8CF-CF95-C363-36FA3CCBAC14}"/>
                </a:ext>
              </a:extLst>
            </p:cNvPr>
            <p:cNvSpPr>
              <a:spLocks noChangeShapeType="1"/>
            </p:cNvSpPr>
            <p:nvPr/>
          </p:nvSpPr>
          <p:spPr bwMode="auto">
            <a:xfrm>
              <a:off x="4506545" y="2815124"/>
              <a:ext cx="2300733" cy="59156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0" name="Line 227">
              <a:extLst>
                <a:ext uri="{FF2B5EF4-FFF2-40B4-BE49-F238E27FC236}">
                  <a16:creationId xmlns:a16="http://schemas.microsoft.com/office/drawing/2014/main" id="{C9ADB35D-8D56-D780-789A-3E84D3592E51}"/>
                </a:ext>
              </a:extLst>
            </p:cNvPr>
            <p:cNvSpPr>
              <a:spLocks noChangeShapeType="1"/>
            </p:cNvSpPr>
            <p:nvPr/>
          </p:nvSpPr>
          <p:spPr bwMode="auto">
            <a:xfrm flipV="1">
              <a:off x="6790493" y="2741179"/>
              <a:ext cx="761317" cy="98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1" name="Line 89">
              <a:extLst>
                <a:ext uri="{FF2B5EF4-FFF2-40B4-BE49-F238E27FC236}">
                  <a16:creationId xmlns:a16="http://schemas.microsoft.com/office/drawing/2014/main" id="{2AD96E05-17F3-70DA-8E7B-68741F5FFBE7}"/>
                </a:ext>
              </a:extLst>
            </p:cNvPr>
            <p:cNvSpPr>
              <a:spLocks noChangeShapeType="1"/>
            </p:cNvSpPr>
            <p:nvPr/>
          </p:nvSpPr>
          <p:spPr bwMode="auto">
            <a:xfrm>
              <a:off x="1010485" y="2736250"/>
              <a:ext cx="7661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2" name="Line 94">
              <a:extLst>
                <a:ext uri="{FF2B5EF4-FFF2-40B4-BE49-F238E27FC236}">
                  <a16:creationId xmlns:a16="http://schemas.microsoft.com/office/drawing/2014/main" id="{AC4BEC05-6DFF-EF5B-41D0-81788F7F94A1}"/>
                </a:ext>
              </a:extLst>
            </p:cNvPr>
            <p:cNvSpPr>
              <a:spLocks noChangeShapeType="1"/>
            </p:cNvSpPr>
            <p:nvPr/>
          </p:nvSpPr>
          <p:spPr bwMode="auto">
            <a:xfrm>
              <a:off x="4558098" y="2737482"/>
              <a:ext cx="2249180" cy="739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3" name="Line 98">
              <a:extLst>
                <a:ext uri="{FF2B5EF4-FFF2-40B4-BE49-F238E27FC236}">
                  <a16:creationId xmlns:a16="http://schemas.microsoft.com/office/drawing/2014/main" id="{2BFEDD17-2545-5EAD-16B3-B67EE0F14381}"/>
                </a:ext>
              </a:extLst>
            </p:cNvPr>
            <p:cNvSpPr>
              <a:spLocks noChangeShapeType="1"/>
            </p:cNvSpPr>
            <p:nvPr/>
          </p:nvSpPr>
          <p:spPr bwMode="auto">
            <a:xfrm flipH="1">
              <a:off x="1958832" y="2741179"/>
              <a:ext cx="2355885" cy="1232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4" name="Line 345">
              <a:extLst>
                <a:ext uri="{FF2B5EF4-FFF2-40B4-BE49-F238E27FC236}">
                  <a16:creationId xmlns:a16="http://schemas.microsoft.com/office/drawing/2014/main" id="{4C3B9DCA-2ACF-ABD5-748F-92F62C1DEC6A}"/>
                </a:ext>
              </a:extLst>
            </p:cNvPr>
            <p:cNvSpPr>
              <a:spLocks noChangeShapeType="1"/>
            </p:cNvSpPr>
            <p:nvPr/>
          </p:nvSpPr>
          <p:spPr bwMode="auto">
            <a:xfrm flipV="1">
              <a:off x="1306618" y="2887837"/>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5" name="Text Box 350">
              <a:extLst>
                <a:ext uri="{FF2B5EF4-FFF2-40B4-BE49-F238E27FC236}">
                  <a16:creationId xmlns:a16="http://schemas.microsoft.com/office/drawing/2014/main" id="{37118ED0-BDF6-0C29-0F7F-A3BFE58A2AAF}"/>
                </a:ext>
              </a:extLst>
            </p:cNvPr>
            <p:cNvSpPr txBox="1">
              <a:spLocks noChangeArrowheads="1"/>
            </p:cNvSpPr>
            <p:nvPr/>
          </p:nvSpPr>
          <p:spPr bwMode="auto">
            <a:xfrm>
              <a:off x="2877208" y="2067047"/>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26" name="AutoShape 354">
              <a:extLst>
                <a:ext uri="{FF2B5EF4-FFF2-40B4-BE49-F238E27FC236}">
                  <a16:creationId xmlns:a16="http://schemas.microsoft.com/office/drawing/2014/main" id="{7A6678AD-BD03-5E23-F265-C711F54A8F65}"/>
                </a:ext>
              </a:extLst>
            </p:cNvPr>
            <p:cNvSpPr>
              <a:spLocks noChangeArrowheads="1"/>
            </p:cNvSpPr>
            <p:nvPr/>
          </p:nvSpPr>
          <p:spPr bwMode="auto">
            <a:xfrm>
              <a:off x="1817359" y="3182385"/>
              <a:ext cx="890800" cy="262505"/>
            </a:xfrm>
            <a:prstGeom prst="wedgeRoundRectCallout">
              <a:avLst>
                <a:gd name="adj1" fmla="val 73259"/>
                <a:gd name="adj2" fmla="val -135176"/>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27" name="Text Box 355">
              <a:extLst>
                <a:ext uri="{FF2B5EF4-FFF2-40B4-BE49-F238E27FC236}">
                  <a16:creationId xmlns:a16="http://schemas.microsoft.com/office/drawing/2014/main" id="{D8FED485-560D-FB28-4685-4133C6B4B1BA}"/>
                </a:ext>
              </a:extLst>
            </p:cNvPr>
            <p:cNvSpPr txBox="1">
              <a:spLocks noChangeArrowheads="1"/>
            </p:cNvSpPr>
            <p:nvPr/>
          </p:nvSpPr>
          <p:spPr bwMode="auto">
            <a:xfrm>
              <a:off x="1753390" y="3200871"/>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 </a:t>
              </a:r>
              <a:r>
                <a:rPr lang="zh-CN" altLang="en-US" sz="1000" b="1">
                  <a:ea typeface="微软雅黑" panose="020B0503020204020204" pitchFamily="34" charset="-122"/>
                </a:rPr>
                <a:t>压入标签</a:t>
              </a:r>
            </a:p>
          </p:txBody>
        </p:sp>
        <p:sp>
          <p:nvSpPr>
            <p:cNvPr id="28" name="Text Box 370">
              <a:extLst>
                <a:ext uri="{FF2B5EF4-FFF2-40B4-BE49-F238E27FC236}">
                  <a16:creationId xmlns:a16="http://schemas.microsoft.com/office/drawing/2014/main" id="{F92290D5-2E89-AE66-776E-570123449BDE}"/>
                </a:ext>
              </a:extLst>
            </p:cNvPr>
            <p:cNvSpPr txBox="1">
              <a:spLocks noChangeArrowheads="1"/>
            </p:cNvSpPr>
            <p:nvPr/>
          </p:nvSpPr>
          <p:spPr bwMode="auto">
            <a:xfrm>
              <a:off x="1421169" y="2507020"/>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a:t>
              </a:r>
            </a:p>
          </p:txBody>
        </p:sp>
        <p:sp>
          <p:nvSpPr>
            <p:cNvPr id="29" name="Text Box 411">
              <a:extLst>
                <a:ext uri="{FF2B5EF4-FFF2-40B4-BE49-F238E27FC236}">
                  <a16:creationId xmlns:a16="http://schemas.microsoft.com/office/drawing/2014/main" id="{760584D6-362E-BA4B-EC49-4512D86A849B}"/>
                </a:ext>
              </a:extLst>
            </p:cNvPr>
            <p:cNvSpPr txBox="1">
              <a:spLocks noChangeArrowheads="1"/>
            </p:cNvSpPr>
            <p:nvPr/>
          </p:nvSpPr>
          <p:spPr bwMode="auto">
            <a:xfrm>
              <a:off x="4451319" y="2818822"/>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sp>
          <p:nvSpPr>
            <p:cNvPr id="30" name="Rectangle 414">
              <a:extLst>
                <a:ext uri="{FF2B5EF4-FFF2-40B4-BE49-F238E27FC236}">
                  <a16:creationId xmlns:a16="http://schemas.microsoft.com/office/drawing/2014/main" id="{CEC9D9DE-499D-A5D9-143D-242631BEB8CA}"/>
                </a:ext>
              </a:extLst>
            </p:cNvPr>
            <p:cNvSpPr>
              <a:spLocks noChangeArrowheads="1"/>
            </p:cNvSpPr>
            <p:nvPr/>
          </p:nvSpPr>
          <p:spPr bwMode="auto">
            <a:xfrm rot="10800000">
              <a:off x="2385649" y="2811427"/>
              <a:ext cx="451994"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31" name="Rectangle 415">
              <a:extLst>
                <a:ext uri="{FF2B5EF4-FFF2-40B4-BE49-F238E27FC236}">
                  <a16:creationId xmlns:a16="http://schemas.microsoft.com/office/drawing/2014/main" id="{8C1AA398-AB22-8E74-7B79-18E3C5175516}"/>
                </a:ext>
              </a:extLst>
            </p:cNvPr>
            <p:cNvSpPr>
              <a:spLocks noChangeArrowheads="1"/>
            </p:cNvSpPr>
            <p:nvPr/>
          </p:nvSpPr>
          <p:spPr bwMode="auto">
            <a:xfrm>
              <a:off x="2834046" y="2811427"/>
              <a:ext cx="153462"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81</a:t>
              </a:r>
            </a:p>
          </p:txBody>
        </p:sp>
        <p:sp>
          <p:nvSpPr>
            <p:cNvPr id="32" name="Line 420">
              <a:extLst>
                <a:ext uri="{FF2B5EF4-FFF2-40B4-BE49-F238E27FC236}">
                  <a16:creationId xmlns:a16="http://schemas.microsoft.com/office/drawing/2014/main" id="{7479DED4-E50A-AEB9-B1D0-B62697B306D3}"/>
                </a:ext>
              </a:extLst>
            </p:cNvPr>
            <p:cNvSpPr>
              <a:spLocks noChangeShapeType="1"/>
            </p:cNvSpPr>
            <p:nvPr/>
          </p:nvSpPr>
          <p:spPr bwMode="auto">
            <a:xfrm rot="17283846">
              <a:off x="4708858" y="2478189"/>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33" name="Text Box 370">
              <a:extLst>
                <a:ext uri="{FF2B5EF4-FFF2-40B4-BE49-F238E27FC236}">
                  <a16:creationId xmlns:a16="http://schemas.microsoft.com/office/drawing/2014/main" id="{D45DFDC2-001C-D62A-F87D-DDFEC46009D6}"/>
                </a:ext>
              </a:extLst>
            </p:cNvPr>
            <p:cNvSpPr txBox="1">
              <a:spLocks noChangeArrowheads="1"/>
            </p:cNvSpPr>
            <p:nvPr/>
          </p:nvSpPr>
          <p:spPr bwMode="auto">
            <a:xfrm>
              <a:off x="6482422" y="3119532"/>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4</a:t>
              </a:r>
            </a:p>
          </p:txBody>
        </p:sp>
        <p:sp>
          <p:nvSpPr>
            <p:cNvPr id="34" name="Text Box 370">
              <a:extLst>
                <a:ext uri="{FF2B5EF4-FFF2-40B4-BE49-F238E27FC236}">
                  <a16:creationId xmlns:a16="http://schemas.microsoft.com/office/drawing/2014/main" id="{28573433-DA95-7458-80E7-AA4FCC4B10CF}"/>
                </a:ext>
              </a:extLst>
            </p:cNvPr>
            <p:cNvSpPr txBox="1">
              <a:spLocks noChangeArrowheads="1"/>
            </p:cNvSpPr>
            <p:nvPr/>
          </p:nvSpPr>
          <p:spPr bwMode="auto">
            <a:xfrm>
              <a:off x="6362531" y="2515647"/>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a:t>
              </a:r>
            </a:p>
          </p:txBody>
        </p:sp>
        <p:sp>
          <p:nvSpPr>
            <p:cNvPr id="35" name="Text Box 370">
              <a:extLst>
                <a:ext uri="{FF2B5EF4-FFF2-40B4-BE49-F238E27FC236}">
                  <a16:creationId xmlns:a16="http://schemas.microsoft.com/office/drawing/2014/main" id="{FB61CE3B-95D5-A248-E894-9A5C609881A2}"/>
                </a:ext>
              </a:extLst>
            </p:cNvPr>
            <p:cNvSpPr txBox="1">
              <a:spLocks noChangeArrowheads="1"/>
            </p:cNvSpPr>
            <p:nvPr/>
          </p:nvSpPr>
          <p:spPr bwMode="auto">
            <a:xfrm>
              <a:off x="3959290" y="2492231"/>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a:t>
              </a:r>
            </a:p>
          </p:txBody>
        </p:sp>
        <p:sp>
          <p:nvSpPr>
            <p:cNvPr id="36" name="Text Box 353">
              <a:extLst>
                <a:ext uri="{FF2B5EF4-FFF2-40B4-BE49-F238E27FC236}">
                  <a16:creationId xmlns:a16="http://schemas.microsoft.com/office/drawing/2014/main" id="{7506DE95-0BA3-FD7E-F2E3-F71E46F6B743}"/>
                </a:ext>
              </a:extLst>
            </p:cNvPr>
            <p:cNvSpPr txBox="1">
              <a:spLocks noChangeArrowheads="1"/>
            </p:cNvSpPr>
            <p:nvPr/>
          </p:nvSpPr>
          <p:spPr bwMode="auto">
            <a:xfrm>
              <a:off x="621252" y="2930971"/>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grpSp>
          <p:nvGrpSpPr>
            <p:cNvPr id="37" name="组合 3255">
              <a:extLst>
                <a:ext uri="{FF2B5EF4-FFF2-40B4-BE49-F238E27FC236}">
                  <a16:creationId xmlns:a16="http://schemas.microsoft.com/office/drawing/2014/main" id="{ED88945F-CE0E-731F-1753-77C8AB2F26FA}"/>
                </a:ext>
              </a:extLst>
            </p:cNvPr>
            <p:cNvGrpSpPr>
              <a:grpSpLocks/>
            </p:cNvGrpSpPr>
            <p:nvPr/>
          </p:nvGrpSpPr>
          <p:grpSpPr bwMode="auto">
            <a:xfrm>
              <a:off x="7545815" y="2592057"/>
              <a:ext cx="989112" cy="547193"/>
              <a:chOff x="9866202" y="1510266"/>
              <a:chExt cx="1309687" cy="703263"/>
            </a:xfrm>
          </p:grpSpPr>
          <p:pic>
            <p:nvPicPr>
              <p:cNvPr id="217" name="Picture 226">
                <a:extLst>
                  <a:ext uri="{FF2B5EF4-FFF2-40B4-BE49-F238E27FC236}">
                    <a16:creationId xmlns:a16="http://schemas.microsoft.com/office/drawing/2014/main" id="{838E2B42-CE57-879D-2450-6C78A3692E4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8" name="Text Box 353">
                <a:extLst>
                  <a:ext uri="{FF2B5EF4-FFF2-40B4-BE49-F238E27FC236}">
                    <a16:creationId xmlns:a16="http://schemas.microsoft.com/office/drawing/2014/main" id="{0B3AB95C-AADB-4318-79C2-18E9B02C5002}"/>
                  </a:ext>
                </a:extLst>
              </p:cNvPr>
              <p:cNvSpPr txBox="1">
                <a:spLocks noChangeArrowheads="1"/>
              </p:cNvSpPr>
              <p:nvPr/>
            </p:nvSpPr>
            <p:spPr bwMode="auto">
              <a:xfrm>
                <a:off x="10012484" y="1711881"/>
                <a:ext cx="1091736" cy="34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a:t>
                </a:r>
                <a:endParaRPr lang="zh-CN" altLang="en-US" sz="1000" b="1">
                  <a:ea typeface="微软雅黑" panose="020B0503020204020204" pitchFamily="34" charset="-122"/>
                </a:endParaRPr>
              </a:p>
            </p:txBody>
          </p:sp>
        </p:grpSp>
        <p:grpSp>
          <p:nvGrpSpPr>
            <p:cNvPr id="38" name="组合 3161">
              <a:extLst>
                <a:ext uri="{FF2B5EF4-FFF2-40B4-BE49-F238E27FC236}">
                  <a16:creationId xmlns:a16="http://schemas.microsoft.com/office/drawing/2014/main" id="{D8D3B9BD-C00F-3670-D77C-9CD794B8C600}"/>
                </a:ext>
              </a:extLst>
            </p:cNvPr>
            <p:cNvGrpSpPr>
              <a:grpSpLocks/>
            </p:cNvGrpSpPr>
            <p:nvPr/>
          </p:nvGrpSpPr>
          <p:grpSpPr bwMode="auto">
            <a:xfrm>
              <a:off x="6629838" y="2582198"/>
              <a:ext cx="302129" cy="361098"/>
              <a:chOff x="829150" y="1370013"/>
              <a:chExt cx="399575" cy="465137"/>
            </a:xfrm>
          </p:grpSpPr>
          <p:sp>
            <p:nvSpPr>
              <p:cNvPr id="187" name="AutoShape 86">
                <a:extLst>
                  <a:ext uri="{FF2B5EF4-FFF2-40B4-BE49-F238E27FC236}">
                    <a16:creationId xmlns:a16="http://schemas.microsoft.com/office/drawing/2014/main" id="{A2E85983-FC7C-E867-DB3A-C0E9BE6630E0}"/>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88" name="Oval 88">
                <a:extLst>
                  <a:ext uri="{FF2B5EF4-FFF2-40B4-BE49-F238E27FC236}">
                    <a16:creationId xmlns:a16="http://schemas.microsoft.com/office/drawing/2014/main" id="{C6330607-5D1A-F4F1-CF4F-32D7147DF78C}"/>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89" name="Rectangle 89">
                <a:extLst>
                  <a:ext uri="{FF2B5EF4-FFF2-40B4-BE49-F238E27FC236}">
                    <a16:creationId xmlns:a16="http://schemas.microsoft.com/office/drawing/2014/main" id="{8C16DDAC-0F94-953F-5033-516E33872B42}"/>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90" name="Oval 91">
                <a:extLst>
                  <a:ext uri="{FF2B5EF4-FFF2-40B4-BE49-F238E27FC236}">
                    <a16:creationId xmlns:a16="http://schemas.microsoft.com/office/drawing/2014/main" id="{2DC12BC4-9324-98F7-7735-1706DDF751AE}"/>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91" name="Group 110">
                <a:extLst>
                  <a:ext uri="{FF2B5EF4-FFF2-40B4-BE49-F238E27FC236}">
                    <a16:creationId xmlns:a16="http://schemas.microsoft.com/office/drawing/2014/main" id="{1CB8639B-E4E8-88BB-7D40-76CEE78E8712}"/>
                  </a:ext>
                </a:extLst>
              </p:cNvPr>
              <p:cNvGrpSpPr>
                <a:grpSpLocks/>
              </p:cNvGrpSpPr>
              <p:nvPr/>
            </p:nvGrpSpPr>
            <p:grpSpPr bwMode="auto">
              <a:xfrm>
                <a:off x="898525" y="1389063"/>
                <a:ext cx="268287" cy="112712"/>
                <a:chOff x="566" y="875"/>
                <a:chExt cx="169" cy="71"/>
              </a:xfrm>
            </p:grpSpPr>
            <p:grpSp>
              <p:nvGrpSpPr>
                <p:cNvPr id="199" name="Group 100">
                  <a:extLst>
                    <a:ext uri="{FF2B5EF4-FFF2-40B4-BE49-F238E27FC236}">
                      <a16:creationId xmlns:a16="http://schemas.microsoft.com/office/drawing/2014/main" id="{93B7DEC0-DC2F-7430-1B46-CB0A9198B5C8}"/>
                    </a:ext>
                  </a:extLst>
                </p:cNvPr>
                <p:cNvGrpSpPr>
                  <a:grpSpLocks/>
                </p:cNvGrpSpPr>
                <p:nvPr/>
              </p:nvGrpSpPr>
              <p:grpSpPr bwMode="auto">
                <a:xfrm>
                  <a:off x="566" y="875"/>
                  <a:ext cx="168" cy="69"/>
                  <a:chOff x="566" y="875"/>
                  <a:chExt cx="168" cy="69"/>
                </a:xfrm>
              </p:grpSpPr>
              <p:sp>
                <p:nvSpPr>
                  <p:cNvPr id="209" name="Freeform 92">
                    <a:extLst>
                      <a:ext uri="{FF2B5EF4-FFF2-40B4-BE49-F238E27FC236}">
                        <a16:creationId xmlns:a16="http://schemas.microsoft.com/office/drawing/2014/main" id="{482CD589-8CAB-1070-0577-90D568B25901}"/>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0" name="Freeform 93">
                    <a:extLst>
                      <a:ext uri="{FF2B5EF4-FFF2-40B4-BE49-F238E27FC236}">
                        <a16:creationId xmlns:a16="http://schemas.microsoft.com/office/drawing/2014/main" id="{FF6ACC6D-0DCC-0BA5-6D58-527044E1A4F5}"/>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1" name="Freeform 94">
                    <a:extLst>
                      <a:ext uri="{FF2B5EF4-FFF2-40B4-BE49-F238E27FC236}">
                        <a16:creationId xmlns:a16="http://schemas.microsoft.com/office/drawing/2014/main" id="{EAEAF096-33DB-AD73-A377-E108476F5B7D}"/>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2" name="Freeform 95">
                    <a:extLst>
                      <a:ext uri="{FF2B5EF4-FFF2-40B4-BE49-F238E27FC236}">
                        <a16:creationId xmlns:a16="http://schemas.microsoft.com/office/drawing/2014/main" id="{96DFA40A-89AA-02B0-FC9B-F1043FAED67E}"/>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3" name="Freeform 96">
                    <a:extLst>
                      <a:ext uri="{FF2B5EF4-FFF2-40B4-BE49-F238E27FC236}">
                        <a16:creationId xmlns:a16="http://schemas.microsoft.com/office/drawing/2014/main" id="{8E45F1A2-57C8-E0EE-DF57-0C71003DCD7B}"/>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4" name="Freeform 97">
                    <a:extLst>
                      <a:ext uri="{FF2B5EF4-FFF2-40B4-BE49-F238E27FC236}">
                        <a16:creationId xmlns:a16="http://schemas.microsoft.com/office/drawing/2014/main" id="{8906F3EF-613F-67A9-5389-926B0016DD96}"/>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5" name="Freeform 98">
                    <a:extLst>
                      <a:ext uri="{FF2B5EF4-FFF2-40B4-BE49-F238E27FC236}">
                        <a16:creationId xmlns:a16="http://schemas.microsoft.com/office/drawing/2014/main" id="{5A602014-4CDA-9101-42BF-D93E90B411C2}"/>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6" name="Freeform 99">
                    <a:extLst>
                      <a:ext uri="{FF2B5EF4-FFF2-40B4-BE49-F238E27FC236}">
                        <a16:creationId xmlns:a16="http://schemas.microsoft.com/office/drawing/2014/main" id="{28C8E0BE-8C62-8067-7DBC-C783BB9B5114}"/>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200" name="Group 109">
                  <a:extLst>
                    <a:ext uri="{FF2B5EF4-FFF2-40B4-BE49-F238E27FC236}">
                      <a16:creationId xmlns:a16="http://schemas.microsoft.com/office/drawing/2014/main" id="{8B282207-581D-CE2F-A528-48D3AEBAE63D}"/>
                    </a:ext>
                  </a:extLst>
                </p:cNvPr>
                <p:cNvGrpSpPr>
                  <a:grpSpLocks/>
                </p:cNvGrpSpPr>
                <p:nvPr/>
              </p:nvGrpSpPr>
              <p:grpSpPr bwMode="auto">
                <a:xfrm>
                  <a:off x="568" y="876"/>
                  <a:ext cx="167" cy="70"/>
                  <a:chOff x="568" y="876"/>
                  <a:chExt cx="167" cy="70"/>
                </a:xfrm>
              </p:grpSpPr>
              <p:sp>
                <p:nvSpPr>
                  <p:cNvPr id="201" name="Freeform 101">
                    <a:extLst>
                      <a:ext uri="{FF2B5EF4-FFF2-40B4-BE49-F238E27FC236}">
                        <a16:creationId xmlns:a16="http://schemas.microsoft.com/office/drawing/2014/main" id="{47F0A093-45EF-90EC-75F2-3D7206DD3ED5}"/>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2" name="Freeform 102">
                    <a:extLst>
                      <a:ext uri="{FF2B5EF4-FFF2-40B4-BE49-F238E27FC236}">
                        <a16:creationId xmlns:a16="http://schemas.microsoft.com/office/drawing/2014/main" id="{29016216-1E14-1B9B-2502-EA4EC4D67325}"/>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3" name="Freeform 103">
                    <a:extLst>
                      <a:ext uri="{FF2B5EF4-FFF2-40B4-BE49-F238E27FC236}">
                        <a16:creationId xmlns:a16="http://schemas.microsoft.com/office/drawing/2014/main" id="{80A35D67-BE02-DB53-F90B-A273FB247216}"/>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4" name="Freeform 104">
                    <a:extLst>
                      <a:ext uri="{FF2B5EF4-FFF2-40B4-BE49-F238E27FC236}">
                        <a16:creationId xmlns:a16="http://schemas.microsoft.com/office/drawing/2014/main" id="{CE2DD5EF-E57F-7BF5-5441-81C78F767124}"/>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5" name="Freeform 105">
                    <a:extLst>
                      <a:ext uri="{FF2B5EF4-FFF2-40B4-BE49-F238E27FC236}">
                        <a16:creationId xmlns:a16="http://schemas.microsoft.com/office/drawing/2014/main" id="{A9DAF749-7A0C-CDBE-49E6-949041D56080}"/>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6" name="Freeform 106">
                    <a:extLst>
                      <a:ext uri="{FF2B5EF4-FFF2-40B4-BE49-F238E27FC236}">
                        <a16:creationId xmlns:a16="http://schemas.microsoft.com/office/drawing/2014/main" id="{64E7CE53-9199-02E0-3259-E65BADFD77DC}"/>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7" name="Freeform 107">
                    <a:extLst>
                      <a:ext uri="{FF2B5EF4-FFF2-40B4-BE49-F238E27FC236}">
                        <a16:creationId xmlns:a16="http://schemas.microsoft.com/office/drawing/2014/main" id="{ACAC9A80-C4DF-F436-7E1E-7B2D7EC7A22A}"/>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8" name="Freeform 108">
                    <a:extLst>
                      <a:ext uri="{FF2B5EF4-FFF2-40B4-BE49-F238E27FC236}">
                        <a16:creationId xmlns:a16="http://schemas.microsoft.com/office/drawing/2014/main" id="{D9C5BDFD-CE00-27FA-A909-7468DF6513C8}"/>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92" name="Line 111">
                <a:extLst>
                  <a:ext uri="{FF2B5EF4-FFF2-40B4-BE49-F238E27FC236}">
                    <a16:creationId xmlns:a16="http://schemas.microsoft.com/office/drawing/2014/main" id="{72D569E0-6B42-95B5-9667-8FE8A4156151}"/>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93" name="Line 112">
                <a:extLst>
                  <a:ext uri="{FF2B5EF4-FFF2-40B4-BE49-F238E27FC236}">
                    <a16:creationId xmlns:a16="http://schemas.microsoft.com/office/drawing/2014/main" id="{4A575A75-1D48-D08D-EC5D-4BE2DAF98F86}"/>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94" name="Group 150">
                <a:extLst>
                  <a:ext uri="{FF2B5EF4-FFF2-40B4-BE49-F238E27FC236}">
                    <a16:creationId xmlns:a16="http://schemas.microsoft.com/office/drawing/2014/main" id="{5283B9C2-BFAF-0706-2275-2440A19F7D4A}"/>
                  </a:ext>
                </a:extLst>
              </p:cNvPr>
              <p:cNvGrpSpPr>
                <a:grpSpLocks/>
              </p:cNvGrpSpPr>
              <p:nvPr/>
            </p:nvGrpSpPr>
            <p:grpSpPr bwMode="auto">
              <a:xfrm>
                <a:off x="871778" y="1539380"/>
                <a:ext cx="298450" cy="168771"/>
                <a:chOff x="465" y="2127"/>
                <a:chExt cx="188" cy="171"/>
              </a:xfrm>
            </p:grpSpPr>
            <p:sp>
              <p:nvSpPr>
                <p:cNvPr id="195" name="Freeform 146">
                  <a:extLst>
                    <a:ext uri="{FF2B5EF4-FFF2-40B4-BE49-F238E27FC236}">
                      <a16:creationId xmlns:a16="http://schemas.microsoft.com/office/drawing/2014/main" id="{908CA4B4-1453-4A7D-4801-C462BAFA5052}"/>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6" name="Freeform 147">
                  <a:extLst>
                    <a:ext uri="{FF2B5EF4-FFF2-40B4-BE49-F238E27FC236}">
                      <a16:creationId xmlns:a16="http://schemas.microsoft.com/office/drawing/2014/main" id="{BDFC7D54-6F57-6C8D-E4A9-443D87640FF4}"/>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7" name="Freeform 148">
                  <a:extLst>
                    <a:ext uri="{FF2B5EF4-FFF2-40B4-BE49-F238E27FC236}">
                      <a16:creationId xmlns:a16="http://schemas.microsoft.com/office/drawing/2014/main" id="{5F20B679-964C-51F4-2467-FB5A3FDE6205}"/>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8" name="Freeform 149">
                  <a:extLst>
                    <a:ext uri="{FF2B5EF4-FFF2-40B4-BE49-F238E27FC236}">
                      <a16:creationId xmlns:a16="http://schemas.microsoft.com/office/drawing/2014/main" id="{8C4DB960-DB5B-8B6F-564B-ABD95866644A}"/>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39" name="组合 3163">
              <a:extLst>
                <a:ext uri="{FF2B5EF4-FFF2-40B4-BE49-F238E27FC236}">
                  <a16:creationId xmlns:a16="http://schemas.microsoft.com/office/drawing/2014/main" id="{11339C85-114D-5426-61F5-43671464C4C7}"/>
                </a:ext>
              </a:extLst>
            </p:cNvPr>
            <p:cNvGrpSpPr>
              <a:grpSpLocks/>
            </p:cNvGrpSpPr>
            <p:nvPr/>
          </p:nvGrpSpPr>
          <p:grpSpPr bwMode="auto">
            <a:xfrm>
              <a:off x="1705860" y="2610543"/>
              <a:ext cx="300929" cy="361099"/>
              <a:chOff x="829150" y="1370013"/>
              <a:chExt cx="399575" cy="465137"/>
            </a:xfrm>
          </p:grpSpPr>
          <p:sp>
            <p:nvSpPr>
              <p:cNvPr id="157" name="AutoShape 86">
                <a:extLst>
                  <a:ext uri="{FF2B5EF4-FFF2-40B4-BE49-F238E27FC236}">
                    <a16:creationId xmlns:a16="http://schemas.microsoft.com/office/drawing/2014/main" id="{0A18C5D7-9981-2DD9-7B21-0F5D87D60B7A}"/>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58" name="Oval 88">
                <a:extLst>
                  <a:ext uri="{FF2B5EF4-FFF2-40B4-BE49-F238E27FC236}">
                    <a16:creationId xmlns:a16="http://schemas.microsoft.com/office/drawing/2014/main" id="{AD6AD3D1-430C-4CE2-E35D-2FF98A0C6726}"/>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59" name="Rectangle 89">
                <a:extLst>
                  <a:ext uri="{FF2B5EF4-FFF2-40B4-BE49-F238E27FC236}">
                    <a16:creationId xmlns:a16="http://schemas.microsoft.com/office/drawing/2014/main" id="{251DCC49-15B9-03A8-31D4-426A382695BD}"/>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60" name="Oval 91">
                <a:extLst>
                  <a:ext uri="{FF2B5EF4-FFF2-40B4-BE49-F238E27FC236}">
                    <a16:creationId xmlns:a16="http://schemas.microsoft.com/office/drawing/2014/main" id="{D4844B63-67A1-D620-5364-ED08F1CA1AA6}"/>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61" name="Group 110">
                <a:extLst>
                  <a:ext uri="{FF2B5EF4-FFF2-40B4-BE49-F238E27FC236}">
                    <a16:creationId xmlns:a16="http://schemas.microsoft.com/office/drawing/2014/main" id="{4ED46366-8DFB-DAE1-CDFA-B6573FBE859D}"/>
                  </a:ext>
                </a:extLst>
              </p:cNvPr>
              <p:cNvGrpSpPr>
                <a:grpSpLocks/>
              </p:cNvGrpSpPr>
              <p:nvPr/>
            </p:nvGrpSpPr>
            <p:grpSpPr bwMode="auto">
              <a:xfrm>
                <a:off x="898525" y="1389063"/>
                <a:ext cx="268287" cy="112712"/>
                <a:chOff x="566" y="875"/>
                <a:chExt cx="169" cy="71"/>
              </a:xfrm>
            </p:grpSpPr>
            <p:grpSp>
              <p:nvGrpSpPr>
                <p:cNvPr id="169" name="Group 100">
                  <a:extLst>
                    <a:ext uri="{FF2B5EF4-FFF2-40B4-BE49-F238E27FC236}">
                      <a16:creationId xmlns:a16="http://schemas.microsoft.com/office/drawing/2014/main" id="{D88D51DD-80EE-B512-177F-95025BBBD016}"/>
                    </a:ext>
                  </a:extLst>
                </p:cNvPr>
                <p:cNvGrpSpPr>
                  <a:grpSpLocks/>
                </p:cNvGrpSpPr>
                <p:nvPr/>
              </p:nvGrpSpPr>
              <p:grpSpPr bwMode="auto">
                <a:xfrm>
                  <a:off x="566" y="875"/>
                  <a:ext cx="168" cy="69"/>
                  <a:chOff x="566" y="875"/>
                  <a:chExt cx="168" cy="69"/>
                </a:xfrm>
              </p:grpSpPr>
              <p:sp>
                <p:nvSpPr>
                  <p:cNvPr id="179" name="Freeform 92">
                    <a:extLst>
                      <a:ext uri="{FF2B5EF4-FFF2-40B4-BE49-F238E27FC236}">
                        <a16:creationId xmlns:a16="http://schemas.microsoft.com/office/drawing/2014/main" id="{1E7F563A-0A9B-431C-4109-1F80DD798796}"/>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0" name="Freeform 93">
                    <a:extLst>
                      <a:ext uri="{FF2B5EF4-FFF2-40B4-BE49-F238E27FC236}">
                        <a16:creationId xmlns:a16="http://schemas.microsoft.com/office/drawing/2014/main" id="{0F035EE3-89A7-D92B-BD8B-7343054FD3B9}"/>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1" name="Freeform 94">
                    <a:extLst>
                      <a:ext uri="{FF2B5EF4-FFF2-40B4-BE49-F238E27FC236}">
                        <a16:creationId xmlns:a16="http://schemas.microsoft.com/office/drawing/2014/main" id="{F3B17093-3645-F259-34E6-04ACCF96B8E9}"/>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2" name="Freeform 95">
                    <a:extLst>
                      <a:ext uri="{FF2B5EF4-FFF2-40B4-BE49-F238E27FC236}">
                        <a16:creationId xmlns:a16="http://schemas.microsoft.com/office/drawing/2014/main" id="{7A6C23E6-9F5B-A648-2FB4-C84C8BA9B959}"/>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3" name="Freeform 96">
                    <a:extLst>
                      <a:ext uri="{FF2B5EF4-FFF2-40B4-BE49-F238E27FC236}">
                        <a16:creationId xmlns:a16="http://schemas.microsoft.com/office/drawing/2014/main" id="{6E52193E-6F34-7011-5AB1-E69E0D2942B5}"/>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4" name="Freeform 97">
                    <a:extLst>
                      <a:ext uri="{FF2B5EF4-FFF2-40B4-BE49-F238E27FC236}">
                        <a16:creationId xmlns:a16="http://schemas.microsoft.com/office/drawing/2014/main" id="{2F8E858E-8547-ACA2-2B17-FDF86F2BE1F1}"/>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5" name="Freeform 98">
                    <a:extLst>
                      <a:ext uri="{FF2B5EF4-FFF2-40B4-BE49-F238E27FC236}">
                        <a16:creationId xmlns:a16="http://schemas.microsoft.com/office/drawing/2014/main" id="{BF0B23BA-5112-6FF4-7479-9E219511E081}"/>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6" name="Freeform 99">
                    <a:extLst>
                      <a:ext uri="{FF2B5EF4-FFF2-40B4-BE49-F238E27FC236}">
                        <a16:creationId xmlns:a16="http://schemas.microsoft.com/office/drawing/2014/main" id="{46F05047-BDF2-31B4-9F8B-34738D6ED685}"/>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70" name="Group 109">
                  <a:extLst>
                    <a:ext uri="{FF2B5EF4-FFF2-40B4-BE49-F238E27FC236}">
                      <a16:creationId xmlns:a16="http://schemas.microsoft.com/office/drawing/2014/main" id="{71F08D6A-9750-034F-EF7B-8A8CBDA8ADD9}"/>
                    </a:ext>
                  </a:extLst>
                </p:cNvPr>
                <p:cNvGrpSpPr>
                  <a:grpSpLocks/>
                </p:cNvGrpSpPr>
                <p:nvPr/>
              </p:nvGrpSpPr>
              <p:grpSpPr bwMode="auto">
                <a:xfrm>
                  <a:off x="568" y="876"/>
                  <a:ext cx="167" cy="70"/>
                  <a:chOff x="568" y="876"/>
                  <a:chExt cx="167" cy="70"/>
                </a:xfrm>
              </p:grpSpPr>
              <p:sp>
                <p:nvSpPr>
                  <p:cNvPr id="171" name="Freeform 101">
                    <a:extLst>
                      <a:ext uri="{FF2B5EF4-FFF2-40B4-BE49-F238E27FC236}">
                        <a16:creationId xmlns:a16="http://schemas.microsoft.com/office/drawing/2014/main" id="{3071AA49-35BD-8A5B-2382-DD397FCB4043}"/>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2" name="Freeform 102">
                    <a:extLst>
                      <a:ext uri="{FF2B5EF4-FFF2-40B4-BE49-F238E27FC236}">
                        <a16:creationId xmlns:a16="http://schemas.microsoft.com/office/drawing/2014/main" id="{E1D81963-BD2B-5720-77E9-36DB6A260021}"/>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3" name="Freeform 103">
                    <a:extLst>
                      <a:ext uri="{FF2B5EF4-FFF2-40B4-BE49-F238E27FC236}">
                        <a16:creationId xmlns:a16="http://schemas.microsoft.com/office/drawing/2014/main" id="{A1640DA4-53B1-F901-F271-68DE8C30E23B}"/>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4" name="Freeform 104">
                    <a:extLst>
                      <a:ext uri="{FF2B5EF4-FFF2-40B4-BE49-F238E27FC236}">
                        <a16:creationId xmlns:a16="http://schemas.microsoft.com/office/drawing/2014/main" id="{D4B453A6-6414-CC4D-0F89-864AEA36AFE8}"/>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5" name="Freeform 105">
                    <a:extLst>
                      <a:ext uri="{FF2B5EF4-FFF2-40B4-BE49-F238E27FC236}">
                        <a16:creationId xmlns:a16="http://schemas.microsoft.com/office/drawing/2014/main" id="{19CCF017-33D2-871F-BAA3-1030024B32CD}"/>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6" name="Freeform 106">
                    <a:extLst>
                      <a:ext uri="{FF2B5EF4-FFF2-40B4-BE49-F238E27FC236}">
                        <a16:creationId xmlns:a16="http://schemas.microsoft.com/office/drawing/2014/main" id="{78FF09EE-DA3C-44D9-7EFA-124288622BF5}"/>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7" name="Freeform 107">
                    <a:extLst>
                      <a:ext uri="{FF2B5EF4-FFF2-40B4-BE49-F238E27FC236}">
                        <a16:creationId xmlns:a16="http://schemas.microsoft.com/office/drawing/2014/main" id="{1BB1A627-4808-AE56-7076-38EA52ECAFC0}"/>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8" name="Freeform 108">
                    <a:extLst>
                      <a:ext uri="{FF2B5EF4-FFF2-40B4-BE49-F238E27FC236}">
                        <a16:creationId xmlns:a16="http://schemas.microsoft.com/office/drawing/2014/main" id="{9AF47ACE-8E33-D4D4-7D57-BD96D98425B4}"/>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62" name="Line 111">
                <a:extLst>
                  <a:ext uri="{FF2B5EF4-FFF2-40B4-BE49-F238E27FC236}">
                    <a16:creationId xmlns:a16="http://schemas.microsoft.com/office/drawing/2014/main" id="{39C2E480-8969-D80A-711A-61CC4B4E91A1}"/>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63" name="Line 112">
                <a:extLst>
                  <a:ext uri="{FF2B5EF4-FFF2-40B4-BE49-F238E27FC236}">
                    <a16:creationId xmlns:a16="http://schemas.microsoft.com/office/drawing/2014/main" id="{B587C2F9-2E84-D341-4E42-CFFE7F6F1041}"/>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64" name="Group 150">
                <a:extLst>
                  <a:ext uri="{FF2B5EF4-FFF2-40B4-BE49-F238E27FC236}">
                    <a16:creationId xmlns:a16="http://schemas.microsoft.com/office/drawing/2014/main" id="{8EF5968F-49C7-C16C-E3F4-37752153D211}"/>
                  </a:ext>
                </a:extLst>
              </p:cNvPr>
              <p:cNvGrpSpPr>
                <a:grpSpLocks/>
              </p:cNvGrpSpPr>
              <p:nvPr/>
            </p:nvGrpSpPr>
            <p:grpSpPr bwMode="auto">
              <a:xfrm>
                <a:off x="871778" y="1539380"/>
                <a:ext cx="298450" cy="168771"/>
                <a:chOff x="465" y="2127"/>
                <a:chExt cx="188" cy="171"/>
              </a:xfrm>
            </p:grpSpPr>
            <p:sp>
              <p:nvSpPr>
                <p:cNvPr id="165" name="Freeform 146">
                  <a:extLst>
                    <a:ext uri="{FF2B5EF4-FFF2-40B4-BE49-F238E27FC236}">
                      <a16:creationId xmlns:a16="http://schemas.microsoft.com/office/drawing/2014/main" id="{E5027838-0C81-5266-522A-47C92E37E57F}"/>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6" name="Freeform 147">
                  <a:extLst>
                    <a:ext uri="{FF2B5EF4-FFF2-40B4-BE49-F238E27FC236}">
                      <a16:creationId xmlns:a16="http://schemas.microsoft.com/office/drawing/2014/main" id="{8F1907CD-9A4F-8E01-77DB-03A7346C965C}"/>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7" name="Freeform 148">
                  <a:extLst>
                    <a:ext uri="{FF2B5EF4-FFF2-40B4-BE49-F238E27FC236}">
                      <a16:creationId xmlns:a16="http://schemas.microsoft.com/office/drawing/2014/main" id="{02DC1EEC-82C6-D1FD-08AA-77B5CE48EAF4}"/>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8" name="Freeform 149">
                  <a:extLst>
                    <a:ext uri="{FF2B5EF4-FFF2-40B4-BE49-F238E27FC236}">
                      <a16:creationId xmlns:a16="http://schemas.microsoft.com/office/drawing/2014/main" id="{98129BF6-43A9-5B61-C5C2-E16D9993C6C9}"/>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0" name="组合 3223">
              <a:extLst>
                <a:ext uri="{FF2B5EF4-FFF2-40B4-BE49-F238E27FC236}">
                  <a16:creationId xmlns:a16="http://schemas.microsoft.com/office/drawing/2014/main" id="{2A455EAC-CA88-CD59-BB4E-4554E7209104}"/>
                </a:ext>
              </a:extLst>
            </p:cNvPr>
            <p:cNvGrpSpPr>
              <a:grpSpLocks/>
            </p:cNvGrpSpPr>
            <p:nvPr/>
          </p:nvGrpSpPr>
          <p:grpSpPr bwMode="auto">
            <a:xfrm>
              <a:off x="6765316" y="3260027"/>
              <a:ext cx="300929" cy="361098"/>
              <a:chOff x="829150" y="1370013"/>
              <a:chExt cx="399575" cy="465137"/>
            </a:xfrm>
          </p:grpSpPr>
          <p:sp>
            <p:nvSpPr>
              <p:cNvPr id="127" name="AutoShape 86">
                <a:extLst>
                  <a:ext uri="{FF2B5EF4-FFF2-40B4-BE49-F238E27FC236}">
                    <a16:creationId xmlns:a16="http://schemas.microsoft.com/office/drawing/2014/main" id="{CA33FC08-8629-B3EC-9FF1-700CD429C539}"/>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28" name="Oval 88">
                <a:extLst>
                  <a:ext uri="{FF2B5EF4-FFF2-40B4-BE49-F238E27FC236}">
                    <a16:creationId xmlns:a16="http://schemas.microsoft.com/office/drawing/2014/main" id="{E65FF74E-1609-7056-4533-D995475DDB9A}"/>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29" name="Rectangle 89">
                <a:extLst>
                  <a:ext uri="{FF2B5EF4-FFF2-40B4-BE49-F238E27FC236}">
                    <a16:creationId xmlns:a16="http://schemas.microsoft.com/office/drawing/2014/main" id="{E4854BB7-F2CE-EFA5-958B-09F37DBC2201}"/>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30" name="Oval 91">
                <a:extLst>
                  <a:ext uri="{FF2B5EF4-FFF2-40B4-BE49-F238E27FC236}">
                    <a16:creationId xmlns:a16="http://schemas.microsoft.com/office/drawing/2014/main" id="{36017218-F8C2-D5ED-7D0E-3A8E18FA4C3E}"/>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31" name="Group 110">
                <a:extLst>
                  <a:ext uri="{FF2B5EF4-FFF2-40B4-BE49-F238E27FC236}">
                    <a16:creationId xmlns:a16="http://schemas.microsoft.com/office/drawing/2014/main" id="{13F55CC2-5F66-C241-FE90-59CA55200C11}"/>
                  </a:ext>
                </a:extLst>
              </p:cNvPr>
              <p:cNvGrpSpPr>
                <a:grpSpLocks/>
              </p:cNvGrpSpPr>
              <p:nvPr/>
            </p:nvGrpSpPr>
            <p:grpSpPr bwMode="auto">
              <a:xfrm>
                <a:off x="898525" y="1389063"/>
                <a:ext cx="268287" cy="112712"/>
                <a:chOff x="566" y="875"/>
                <a:chExt cx="169" cy="71"/>
              </a:xfrm>
            </p:grpSpPr>
            <p:grpSp>
              <p:nvGrpSpPr>
                <p:cNvPr id="139" name="Group 100">
                  <a:extLst>
                    <a:ext uri="{FF2B5EF4-FFF2-40B4-BE49-F238E27FC236}">
                      <a16:creationId xmlns:a16="http://schemas.microsoft.com/office/drawing/2014/main" id="{0D943E84-C3DE-A94F-93CB-235ABA074F73}"/>
                    </a:ext>
                  </a:extLst>
                </p:cNvPr>
                <p:cNvGrpSpPr>
                  <a:grpSpLocks/>
                </p:cNvGrpSpPr>
                <p:nvPr/>
              </p:nvGrpSpPr>
              <p:grpSpPr bwMode="auto">
                <a:xfrm>
                  <a:off x="566" y="875"/>
                  <a:ext cx="168" cy="69"/>
                  <a:chOff x="566" y="875"/>
                  <a:chExt cx="168" cy="69"/>
                </a:xfrm>
              </p:grpSpPr>
              <p:sp>
                <p:nvSpPr>
                  <p:cNvPr id="149" name="Freeform 92">
                    <a:extLst>
                      <a:ext uri="{FF2B5EF4-FFF2-40B4-BE49-F238E27FC236}">
                        <a16:creationId xmlns:a16="http://schemas.microsoft.com/office/drawing/2014/main" id="{0A563FE3-79A1-D23C-DDBA-A7FD63E5F79F}"/>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0" name="Freeform 93">
                    <a:extLst>
                      <a:ext uri="{FF2B5EF4-FFF2-40B4-BE49-F238E27FC236}">
                        <a16:creationId xmlns:a16="http://schemas.microsoft.com/office/drawing/2014/main" id="{4B07CF55-6071-B47B-A091-419A19A3C6C3}"/>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1" name="Freeform 94">
                    <a:extLst>
                      <a:ext uri="{FF2B5EF4-FFF2-40B4-BE49-F238E27FC236}">
                        <a16:creationId xmlns:a16="http://schemas.microsoft.com/office/drawing/2014/main" id="{11F51408-BD6D-AC17-0279-525ABD0A8ED2}"/>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2" name="Freeform 95">
                    <a:extLst>
                      <a:ext uri="{FF2B5EF4-FFF2-40B4-BE49-F238E27FC236}">
                        <a16:creationId xmlns:a16="http://schemas.microsoft.com/office/drawing/2014/main" id="{9077C394-7A8F-330F-967C-3055927AB66C}"/>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3" name="Freeform 96">
                    <a:extLst>
                      <a:ext uri="{FF2B5EF4-FFF2-40B4-BE49-F238E27FC236}">
                        <a16:creationId xmlns:a16="http://schemas.microsoft.com/office/drawing/2014/main" id="{E044D7CD-F916-AE2E-1347-587CB6432559}"/>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4" name="Freeform 97">
                    <a:extLst>
                      <a:ext uri="{FF2B5EF4-FFF2-40B4-BE49-F238E27FC236}">
                        <a16:creationId xmlns:a16="http://schemas.microsoft.com/office/drawing/2014/main" id="{EFEF58FA-CFDC-FF69-2D3F-AE775DEE1DD9}"/>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5" name="Freeform 98">
                    <a:extLst>
                      <a:ext uri="{FF2B5EF4-FFF2-40B4-BE49-F238E27FC236}">
                        <a16:creationId xmlns:a16="http://schemas.microsoft.com/office/drawing/2014/main" id="{147E6A2C-C615-6347-0601-5F8031EC3015}"/>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6" name="Freeform 99">
                    <a:extLst>
                      <a:ext uri="{FF2B5EF4-FFF2-40B4-BE49-F238E27FC236}">
                        <a16:creationId xmlns:a16="http://schemas.microsoft.com/office/drawing/2014/main" id="{B2F43C01-7341-0237-7FC8-095C81A7D207}"/>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40" name="Group 109">
                  <a:extLst>
                    <a:ext uri="{FF2B5EF4-FFF2-40B4-BE49-F238E27FC236}">
                      <a16:creationId xmlns:a16="http://schemas.microsoft.com/office/drawing/2014/main" id="{9014933D-6025-7BC7-E711-D478B0CDA0A4}"/>
                    </a:ext>
                  </a:extLst>
                </p:cNvPr>
                <p:cNvGrpSpPr>
                  <a:grpSpLocks/>
                </p:cNvGrpSpPr>
                <p:nvPr/>
              </p:nvGrpSpPr>
              <p:grpSpPr bwMode="auto">
                <a:xfrm>
                  <a:off x="568" y="876"/>
                  <a:ext cx="167" cy="70"/>
                  <a:chOff x="568" y="876"/>
                  <a:chExt cx="167" cy="70"/>
                </a:xfrm>
              </p:grpSpPr>
              <p:sp>
                <p:nvSpPr>
                  <p:cNvPr id="141" name="Freeform 101">
                    <a:extLst>
                      <a:ext uri="{FF2B5EF4-FFF2-40B4-BE49-F238E27FC236}">
                        <a16:creationId xmlns:a16="http://schemas.microsoft.com/office/drawing/2014/main" id="{C5D61B17-DB89-B267-41F6-E1CDAB6B266E}"/>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2" name="Freeform 102">
                    <a:extLst>
                      <a:ext uri="{FF2B5EF4-FFF2-40B4-BE49-F238E27FC236}">
                        <a16:creationId xmlns:a16="http://schemas.microsoft.com/office/drawing/2014/main" id="{0F547E23-DD10-1480-3FCD-2B5009E22BA9}"/>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3" name="Freeform 103">
                    <a:extLst>
                      <a:ext uri="{FF2B5EF4-FFF2-40B4-BE49-F238E27FC236}">
                        <a16:creationId xmlns:a16="http://schemas.microsoft.com/office/drawing/2014/main" id="{2ED2BC87-79C1-2920-CAF0-5F716E14FEA1}"/>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4" name="Freeform 104">
                    <a:extLst>
                      <a:ext uri="{FF2B5EF4-FFF2-40B4-BE49-F238E27FC236}">
                        <a16:creationId xmlns:a16="http://schemas.microsoft.com/office/drawing/2014/main" id="{CFC9D8CD-E778-C516-FA9D-4D53B6601C54}"/>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5" name="Freeform 105">
                    <a:extLst>
                      <a:ext uri="{FF2B5EF4-FFF2-40B4-BE49-F238E27FC236}">
                        <a16:creationId xmlns:a16="http://schemas.microsoft.com/office/drawing/2014/main" id="{D7281F7A-D7D6-12D7-60C4-46A87CEC59AC}"/>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6" name="Freeform 106">
                    <a:extLst>
                      <a:ext uri="{FF2B5EF4-FFF2-40B4-BE49-F238E27FC236}">
                        <a16:creationId xmlns:a16="http://schemas.microsoft.com/office/drawing/2014/main" id="{7B99014C-797A-F975-0F5C-0CDF81168BB3}"/>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7" name="Freeform 107">
                    <a:extLst>
                      <a:ext uri="{FF2B5EF4-FFF2-40B4-BE49-F238E27FC236}">
                        <a16:creationId xmlns:a16="http://schemas.microsoft.com/office/drawing/2014/main" id="{5220B587-9342-6EEF-9A4D-06BE8456DAFF}"/>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8" name="Freeform 108">
                    <a:extLst>
                      <a:ext uri="{FF2B5EF4-FFF2-40B4-BE49-F238E27FC236}">
                        <a16:creationId xmlns:a16="http://schemas.microsoft.com/office/drawing/2014/main" id="{AFE14F8F-0B01-AF92-D4C8-7B38D612C18C}"/>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32" name="Line 111">
                <a:extLst>
                  <a:ext uri="{FF2B5EF4-FFF2-40B4-BE49-F238E27FC236}">
                    <a16:creationId xmlns:a16="http://schemas.microsoft.com/office/drawing/2014/main" id="{541A1C2B-CDCF-AD7E-48D8-2473DA2996F0}"/>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33" name="Line 112">
                <a:extLst>
                  <a:ext uri="{FF2B5EF4-FFF2-40B4-BE49-F238E27FC236}">
                    <a16:creationId xmlns:a16="http://schemas.microsoft.com/office/drawing/2014/main" id="{86B10B55-EA11-1F1B-99A9-23F053B0C4B1}"/>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34" name="Group 150">
                <a:extLst>
                  <a:ext uri="{FF2B5EF4-FFF2-40B4-BE49-F238E27FC236}">
                    <a16:creationId xmlns:a16="http://schemas.microsoft.com/office/drawing/2014/main" id="{F7A8C423-1E43-5A15-8C0B-33DC74BA32AE}"/>
                  </a:ext>
                </a:extLst>
              </p:cNvPr>
              <p:cNvGrpSpPr>
                <a:grpSpLocks/>
              </p:cNvGrpSpPr>
              <p:nvPr/>
            </p:nvGrpSpPr>
            <p:grpSpPr bwMode="auto">
              <a:xfrm>
                <a:off x="871778" y="1539380"/>
                <a:ext cx="298450" cy="168771"/>
                <a:chOff x="465" y="2127"/>
                <a:chExt cx="188" cy="171"/>
              </a:xfrm>
            </p:grpSpPr>
            <p:sp>
              <p:nvSpPr>
                <p:cNvPr id="135" name="Freeform 146">
                  <a:extLst>
                    <a:ext uri="{FF2B5EF4-FFF2-40B4-BE49-F238E27FC236}">
                      <a16:creationId xmlns:a16="http://schemas.microsoft.com/office/drawing/2014/main" id="{70A52C26-7E02-C89C-1218-87783E18737F}"/>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6" name="Freeform 147">
                  <a:extLst>
                    <a:ext uri="{FF2B5EF4-FFF2-40B4-BE49-F238E27FC236}">
                      <a16:creationId xmlns:a16="http://schemas.microsoft.com/office/drawing/2014/main" id="{D3B1BB57-E826-46CC-5435-1924CCDF8E23}"/>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7" name="Freeform 148">
                  <a:extLst>
                    <a:ext uri="{FF2B5EF4-FFF2-40B4-BE49-F238E27FC236}">
                      <a16:creationId xmlns:a16="http://schemas.microsoft.com/office/drawing/2014/main" id="{73793F6B-2B7A-A641-C0F6-661DC84F9169}"/>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8" name="Freeform 149">
                  <a:extLst>
                    <a:ext uri="{FF2B5EF4-FFF2-40B4-BE49-F238E27FC236}">
                      <a16:creationId xmlns:a16="http://schemas.microsoft.com/office/drawing/2014/main" id="{70E00537-BF8D-BA7F-1519-31CF8741B68B}"/>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1" name="组合 3256">
              <a:extLst>
                <a:ext uri="{FF2B5EF4-FFF2-40B4-BE49-F238E27FC236}">
                  <a16:creationId xmlns:a16="http://schemas.microsoft.com/office/drawing/2014/main" id="{DAC53D76-7BB4-FA95-9C9E-5D88E0D3AFC5}"/>
                </a:ext>
              </a:extLst>
            </p:cNvPr>
            <p:cNvGrpSpPr>
              <a:grpSpLocks/>
            </p:cNvGrpSpPr>
            <p:nvPr/>
          </p:nvGrpSpPr>
          <p:grpSpPr bwMode="auto">
            <a:xfrm>
              <a:off x="7531428" y="3202103"/>
              <a:ext cx="989112" cy="545961"/>
              <a:chOff x="9866202" y="1510266"/>
              <a:chExt cx="1309687" cy="703263"/>
            </a:xfrm>
          </p:grpSpPr>
          <p:pic>
            <p:nvPicPr>
              <p:cNvPr id="125" name="Picture 226">
                <a:extLst>
                  <a:ext uri="{FF2B5EF4-FFF2-40B4-BE49-F238E27FC236}">
                    <a16:creationId xmlns:a16="http://schemas.microsoft.com/office/drawing/2014/main" id="{CACDE2DF-E2E8-EAFD-AB31-9441109FC6E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6" name="Text Box 353">
                <a:extLst>
                  <a:ext uri="{FF2B5EF4-FFF2-40B4-BE49-F238E27FC236}">
                    <a16:creationId xmlns:a16="http://schemas.microsoft.com/office/drawing/2014/main" id="{4B231167-2587-4DE7-720F-602C5048FAE2}"/>
                  </a:ext>
                </a:extLst>
              </p:cNvPr>
              <p:cNvSpPr txBox="1">
                <a:spLocks noChangeArrowheads="1"/>
              </p:cNvSpPr>
              <p:nvPr/>
            </p:nvSpPr>
            <p:spPr bwMode="auto">
              <a:xfrm>
                <a:off x="10012484" y="1711879"/>
                <a:ext cx="1091736" cy="34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a:t>
                </a:r>
                <a:endParaRPr lang="zh-CN" altLang="en-US" sz="1000" b="1">
                  <a:ea typeface="微软雅黑" panose="020B0503020204020204" pitchFamily="34" charset="-122"/>
                </a:endParaRPr>
              </a:p>
            </p:txBody>
          </p:sp>
        </p:grpSp>
        <p:sp>
          <p:nvSpPr>
            <p:cNvPr id="42" name="Text Box 358">
              <a:extLst>
                <a:ext uri="{FF2B5EF4-FFF2-40B4-BE49-F238E27FC236}">
                  <a16:creationId xmlns:a16="http://schemas.microsoft.com/office/drawing/2014/main" id="{A248186A-7CB7-46E0-0C7F-D9A4C3E79B4C}"/>
                </a:ext>
              </a:extLst>
            </p:cNvPr>
            <p:cNvSpPr txBox="1">
              <a:spLocks noChangeArrowheads="1"/>
            </p:cNvSpPr>
            <p:nvPr/>
          </p:nvSpPr>
          <p:spPr bwMode="auto">
            <a:xfrm>
              <a:off x="4815975" y="2431843"/>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43" name="Text Box 358">
              <a:extLst>
                <a:ext uri="{FF2B5EF4-FFF2-40B4-BE49-F238E27FC236}">
                  <a16:creationId xmlns:a16="http://schemas.microsoft.com/office/drawing/2014/main" id="{8C26E858-1932-C168-10BC-8D4746614179}"/>
                </a:ext>
              </a:extLst>
            </p:cNvPr>
            <p:cNvSpPr txBox="1">
              <a:spLocks noChangeArrowheads="1"/>
            </p:cNvSpPr>
            <p:nvPr/>
          </p:nvSpPr>
          <p:spPr bwMode="auto">
            <a:xfrm rot="859865">
              <a:off x="4817175" y="3135336"/>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 </a:t>
              </a:r>
              <a:r>
                <a:rPr lang="zh-CN" altLang="en-US" sz="1000" b="1">
                  <a:ea typeface="微软雅黑" panose="020B0503020204020204" pitchFamily="34" charset="-122"/>
                </a:rPr>
                <a:t>的标签是 </a:t>
              </a: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44" name="Line 420">
              <a:extLst>
                <a:ext uri="{FF2B5EF4-FFF2-40B4-BE49-F238E27FC236}">
                  <a16:creationId xmlns:a16="http://schemas.microsoft.com/office/drawing/2014/main" id="{103AF601-5F05-2738-81CB-3D84400D9BBA}"/>
                </a:ext>
              </a:extLst>
            </p:cNvPr>
            <p:cNvSpPr>
              <a:spLocks noChangeShapeType="1"/>
            </p:cNvSpPr>
            <p:nvPr/>
          </p:nvSpPr>
          <p:spPr bwMode="auto">
            <a:xfrm rot="17283846">
              <a:off x="4759966" y="2928406"/>
              <a:ext cx="11092" cy="21340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45" name="Text Box 358">
              <a:extLst>
                <a:ext uri="{FF2B5EF4-FFF2-40B4-BE49-F238E27FC236}">
                  <a16:creationId xmlns:a16="http://schemas.microsoft.com/office/drawing/2014/main" id="{904FC70B-24C0-C9E1-1D57-E436A85E14E6}"/>
                </a:ext>
              </a:extLst>
            </p:cNvPr>
            <p:cNvSpPr txBox="1">
              <a:spLocks noChangeArrowheads="1"/>
            </p:cNvSpPr>
            <p:nvPr/>
          </p:nvSpPr>
          <p:spPr bwMode="auto">
            <a:xfrm>
              <a:off x="6254191" y="1624608"/>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80       0 </a:t>
              </a:r>
              <a:endParaRPr lang="zh-CN" altLang="en-US" sz="1000" b="1">
                <a:ea typeface="微软雅黑" panose="020B0503020204020204" pitchFamily="34" charset="-122"/>
              </a:endParaRPr>
            </a:p>
          </p:txBody>
        </p:sp>
        <p:sp>
          <p:nvSpPr>
            <p:cNvPr id="46" name="Text Box 358">
              <a:extLst>
                <a:ext uri="{FF2B5EF4-FFF2-40B4-BE49-F238E27FC236}">
                  <a16:creationId xmlns:a16="http://schemas.microsoft.com/office/drawing/2014/main" id="{A8D0923D-6920-69A9-7BB4-F7667F98D24E}"/>
                </a:ext>
              </a:extLst>
            </p:cNvPr>
            <p:cNvSpPr txBox="1">
              <a:spLocks noChangeArrowheads="1"/>
            </p:cNvSpPr>
            <p:nvPr/>
          </p:nvSpPr>
          <p:spPr bwMode="auto">
            <a:xfrm>
              <a:off x="6157532"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47" name="Text Box 358">
              <a:extLst>
                <a:ext uri="{FF2B5EF4-FFF2-40B4-BE49-F238E27FC236}">
                  <a16:creationId xmlns:a16="http://schemas.microsoft.com/office/drawing/2014/main" id="{04D1AA45-89CF-B9A1-DEFA-997A0904534E}"/>
                </a:ext>
              </a:extLst>
            </p:cNvPr>
            <p:cNvSpPr txBox="1">
              <a:spLocks noChangeArrowheads="1"/>
            </p:cNvSpPr>
            <p:nvPr/>
          </p:nvSpPr>
          <p:spPr bwMode="auto">
            <a:xfrm>
              <a:off x="6548380"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48" name="Text Box 358">
              <a:extLst>
                <a:ext uri="{FF2B5EF4-FFF2-40B4-BE49-F238E27FC236}">
                  <a16:creationId xmlns:a16="http://schemas.microsoft.com/office/drawing/2014/main" id="{5A5789EE-E9D3-176E-B5DA-2A9BDEE4239D}"/>
                </a:ext>
              </a:extLst>
            </p:cNvPr>
            <p:cNvSpPr txBox="1">
              <a:spLocks noChangeArrowheads="1"/>
            </p:cNvSpPr>
            <p:nvPr/>
          </p:nvSpPr>
          <p:spPr bwMode="auto">
            <a:xfrm>
              <a:off x="6888875"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0" name="组合 1">
              <a:extLst>
                <a:ext uri="{FF2B5EF4-FFF2-40B4-BE49-F238E27FC236}">
                  <a16:creationId xmlns:a16="http://schemas.microsoft.com/office/drawing/2014/main" id="{14234B44-E4A1-AD6E-3E25-C29B489C9847}"/>
                </a:ext>
              </a:extLst>
            </p:cNvPr>
            <p:cNvGrpSpPr>
              <a:grpSpLocks/>
            </p:cNvGrpSpPr>
            <p:nvPr/>
          </p:nvGrpSpPr>
          <p:grpSpPr bwMode="auto">
            <a:xfrm>
              <a:off x="6226999" y="1624609"/>
              <a:ext cx="1100612" cy="215673"/>
              <a:chOff x="8213725" y="1520825"/>
              <a:chExt cx="2092325" cy="277813"/>
            </a:xfrm>
          </p:grpSpPr>
          <p:cxnSp>
            <p:nvCxnSpPr>
              <p:cNvPr id="123" name="直接连接符 3285">
                <a:extLst>
                  <a:ext uri="{FF2B5EF4-FFF2-40B4-BE49-F238E27FC236}">
                    <a16:creationId xmlns:a16="http://schemas.microsoft.com/office/drawing/2014/main" id="{B2F1034E-BCFA-14BF-86CE-DC82260D0EBF}"/>
                  </a:ext>
                </a:extLst>
              </p:cNvPr>
              <p:cNvCxnSpPr>
                <a:cxnSpLocks/>
              </p:cNvCxnSpPr>
              <p:nvPr/>
            </p:nvCxnSpPr>
            <p:spPr bwMode="auto">
              <a:xfrm>
                <a:off x="8223250" y="1520825"/>
                <a:ext cx="208280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4" name="直接连接符 3286">
                <a:extLst>
                  <a:ext uri="{FF2B5EF4-FFF2-40B4-BE49-F238E27FC236}">
                    <a16:creationId xmlns:a16="http://schemas.microsoft.com/office/drawing/2014/main" id="{9B9E2F17-E37A-36DC-2E14-364528FD212C}"/>
                  </a:ext>
                </a:extLst>
              </p:cNvPr>
              <p:cNvCxnSpPr>
                <a:cxnSpLocks/>
              </p:cNvCxnSpPr>
              <p:nvPr/>
            </p:nvCxnSpPr>
            <p:spPr bwMode="auto">
              <a:xfrm>
                <a:off x="8213725" y="1798638"/>
                <a:ext cx="208280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1" name="直接连接符 3288">
              <a:extLst>
                <a:ext uri="{FF2B5EF4-FFF2-40B4-BE49-F238E27FC236}">
                  <a16:creationId xmlns:a16="http://schemas.microsoft.com/office/drawing/2014/main" id="{F5B74BF0-4844-0577-9411-8AE6ABD2CCE9}"/>
                </a:ext>
              </a:extLst>
            </p:cNvPr>
            <p:cNvCxnSpPr>
              <a:cxnSpLocks/>
            </p:cNvCxnSpPr>
            <p:nvPr/>
          </p:nvCxnSpPr>
          <p:spPr bwMode="auto">
            <a:xfrm>
              <a:off x="6613053" y="1254884"/>
              <a:ext cx="1199"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2" name="直接连接符 3289">
              <a:extLst>
                <a:ext uri="{FF2B5EF4-FFF2-40B4-BE49-F238E27FC236}">
                  <a16:creationId xmlns:a16="http://schemas.microsoft.com/office/drawing/2014/main" id="{73174142-89BF-056E-A5D2-B75A049161A1}"/>
                </a:ext>
              </a:extLst>
            </p:cNvPr>
            <p:cNvCxnSpPr>
              <a:cxnSpLocks/>
            </p:cNvCxnSpPr>
            <p:nvPr/>
          </p:nvCxnSpPr>
          <p:spPr bwMode="auto">
            <a:xfrm>
              <a:off x="6958343" y="1254884"/>
              <a:ext cx="47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53" name="Text Box 358">
              <a:extLst>
                <a:ext uri="{FF2B5EF4-FFF2-40B4-BE49-F238E27FC236}">
                  <a16:creationId xmlns:a16="http://schemas.microsoft.com/office/drawing/2014/main" id="{994E948A-5587-A1E2-3EAF-3B4F5AA812AD}"/>
                </a:ext>
              </a:extLst>
            </p:cNvPr>
            <p:cNvSpPr txBox="1">
              <a:spLocks noChangeArrowheads="1"/>
            </p:cNvSpPr>
            <p:nvPr/>
          </p:nvSpPr>
          <p:spPr bwMode="auto">
            <a:xfrm>
              <a:off x="3903374" y="162214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81       0</a:t>
              </a:r>
              <a:endParaRPr lang="zh-CN" altLang="en-US" sz="1000" b="1">
                <a:ea typeface="微软雅黑" panose="020B0503020204020204" pitchFamily="34" charset="-122"/>
              </a:endParaRPr>
            </a:p>
          </p:txBody>
        </p:sp>
        <p:sp>
          <p:nvSpPr>
            <p:cNvPr id="54" name="Text Box 358">
              <a:extLst>
                <a:ext uri="{FF2B5EF4-FFF2-40B4-BE49-F238E27FC236}">
                  <a16:creationId xmlns:a16="http://schemas.microsoft.com/office/drawing/2014/main" id="{EF6026FA-7A36-BE5F-E29C-A2ABB077840F}"/>
                </a:ext>
              </a:extLst>
            </p:cNvPr>
            <p:cNvSpPr txBox="1">
              <a:spLocks noChangeArrowheads="1"/>
            </p:cNvSpPr>
            <p:nvPr/>
          </p:nvSpPr>
          <p:spPr bwMode="auto">
            <a:xfrm>
              <a:off x="3818431" y="124132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55" name="Text Box 358">
              <a:extLst>
                <a:ext uri="{FF2B5EF4-FFF2-40B4-BE49-F238E27FC236}">
                  <a16:creationId xmlns:a16="http://schemas.microsoft.com/office/drawing/2014/main" id="{F07BC577-BEE2-A802-AC51-E2671FC00DA8}"/>
                </a:ext>
              </a:extLst>
            </p:cNvPr>
            <p:cNvSpPr txBox="1">
              <a:spLocks noChangeArrowheads="1"/>
            </p:cNvSpPr>
            <p:nvPr/>
          </p:nvSpPr>
          <p:spPr bwMode="auto">
            <a:xfrm>
              <a:off x="4215277"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56" name="Text Box 358">
              <a:extLst>
                <a:ext uri="{FF2B5EF4-FFF2-40B4-BE49-F238E27FC236}">
                  <a16:creationId xmlns:a16="http://schemas.microsoft.com/office/drawing/2014/main" id="{73762AA3-5DD8-190C-DC53-F3D2557CC6AB}"/>
                </a:ext>
              </a:extLst>
            </p:cNvPr>
            <p:cNvSpPr txBox="1">
              <a:spLocks noChangeArrowheads="1"/>
            </p:cNvSpPr>
            <p:nvPr/>
          </p:nvSpPr>
          <p:spPr bwMode="auto">
            <a:xfrm>
              <a:off x="4555771"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8" name="组合 3303">
              <a:extLst>
                <a:ext uri="{FF2B5EF4-FFF2-40B4-BE49-F238E27FC236}">
                  <a16:creationId xmlns:a16="http://schemas.microsoft.com/office/drawing/2014/main" id="{12DB4C25-3443-C602-8A97-2EE2D28FC5E9}"/>
                </a:ext>
              </a:extLst>
            </p:cNvPr>
            <p:cNvGrpSpPr>
              <a:grpSpLocks/>
            </p:cNvGrpSpPr>
            <p:nvPr/>
          </p:nvGrpSpPr>
          <p:grpSpPr bwMode="auto">
            <a:xfrm>
              <a:off x="3861524" y="1617214"/>
              <a:ext cx="1140176" cy="205814"/>
              <a:chOff x="374152" y="5167871"/>
              <a:chExt cx="2069011" cy="264309"/>
            </a:xfrm>
          </p:grpSpPr>
          <p:cxnSp>
            <p:nvCxnSpPr>
              <p:cNvPr id="121" name="直接连接符 3307">
                <a:extLst>
                  <a:ext uri="{FF2B5EF4-FFF2-40B4-BE49-F238E27FC236}">
                    <a16:creationId xmlns:a16="http://schemas.microsoft.com/office/drawing/2014/main" id="{584362E7-E2FB-30AA-BB11-3B1314AD54EF}"/>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2" name="直接连接符 3308">
                <a:extLst>
                  <a:ext uri="{FF2B5EF4-FFF2-40B4-BE49-F238E27FC236}">
                    <a16:creationId xmlns:a16="http://schemas.microsoft.com/office/drawing/2014/main" id="{EDD951C9-764F-294E-F154-C37F8C8D2291}"/>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9" name="直接连接符 3305">
              <a:extLst>
                <a:ext uri="{FF2B5EF4-FFF2-40B4-BE49-F238E27FC236}">
                  <a16:creationId xmlns:a16="http://schemas.microsoft.com/office/drawing/2014/main" id="{43FF8EE6-5D35-1A2B-EE0B-316BA05F2E33}"/>
                </a:ext>
              </a:extLst>
            </p:cNvPr>
            <p:cNvCxnSpPr>
              <a:cxnSpLocks/>
            </p:cNvCxnSpPr>
            <p:nvPr/>
          </p:nvCxnSpPr>
          <p:spPr bwMode="auto">
            <a:xfrm>
              <a:off x="4281147" y="1254884"/>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60" name="直接连接符 3306">
              <a:extLst>
                <a:ext uri="{FF2B5EF4-FFF2-40B4-BE49-F238E27FC236}">
                  <a16:creationId xmlns:a16="http://schemas.microsoft.com/office/drawing/2014/main" id="{0C2DB0F2-AC64-1804-4A3A-9D34886C4E61}"/>
                </a:ext>
              </a:extLst>
            </p:cNvPr>
            <p:cNvCxnSpPr>
              <a:cxnSpLocks/>
            </p:cNvCxnSpPr>
            <p:nvPr/>
          </p:nvCxnSpPr>
          <p:spPr bwMode="auto">
            <a:xfrm>
              <a:off x="4626437" y="1254884"/>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61" name="Text Box 358">
              <a:extLst>
                <a:ext uri="{FF2B5EF4-FFF2-40B4-BE49-F238E27FC236}">
                  <a16:creationId xmlns:a16="http://schemas.microsoft.com/office/drawing/2014/main" id="{CFBB5895-1E1F-0D4C-4BB7-5EDF66D83972}"/>
                </a:ext>
              </a:extLst>
            </p:cNvPr>
            <p:cNvSpPr txBox="1">
              <a:spLocks noChangeArrowheads="1"/>
            </p:cNvSpPr>
            <p:nvPr/>
          </p:nvSpPr>
          <p:spPr bwMode="auto">
            <a:xfrm>
              <a:off x="3906973" y="181563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40       1</a:t>
              </a:r>
              <a:endParaRPr lang="zh-CN" altLang="en-US" sz="1000" b="1">
                <a:ea typeface="微软雅黑" panose="020B0503020204020204" pitchFamily="34" charset="-122"/>
              </a:endParaRPr>
            </a:p>
          </p:txBody>
        </p:sp>
        <p:sp>
          <p:nvSpPr>
            <p:cNvPr id="62" name="Text Box 358">
              <a:extLst>
                <a:ext uri="{FF2B5EF4-FFF2-40B4-BE49-F238E27FC236}">
                  <a16:creationId xmlns:a16="http://schemas.microsoft.com/office/drawing/2014/main" id="{54CA7990-795B-715A-AB4B-65432DAC9DBA}"/>
                </a:ext>
              </a:extLst>
            </p:cNvPr>
            <p:cNvSpPr txBox="1">
              <a:spLocks noChangeArrowheads="1"/>
            </p:cNvSpPr>
            <p:nvPr/>
          </p:nvSpPr>
          <p:spPr bwMode="auto">
            <a:xfrm>
              <a:off x="4642595" y="1618447"/>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63" name="Text Box 358">
              <a:extLst>
                <a:ext uri="{FF2B5EF4-FFF2-40B4-BE49-F238E27FC236}">
                  <a16:creationId xmlns:a16="http://schemas.microsoft.com/office/drawing/2014/main" id="{1FC97970-2E91-CD36-07B0-32B9BAF47472}"/>
                </a:ext>
              </a:extLst>
            </p:cNvPr>
            <p:cNvSpPr txBox="1">
              <a:spLocks noChangeArrowheads="1"/>
            </p:cNvSpPr>
            <p:nvPr/>
          </p:nvSpPr>
          <p:spPr bwMode="auto">
            <a:xfrm>
              <a:off x="4624013" y="1814401"/>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64" name="Text Box 358">
              <a:extLst>
                <a:ext uri="{FF2B5EF4-FFF2-40B4-BE49-F238E27FC236}">
                  <a16:creationId xmlns:a16="http://schemas.microsoft.com/office/drawing/2014/main" id="{B15B6058-3B0B-A553-615B-02A972DA0941}"/>
                </a:ext>
              </a:extLst>
            </p:cNvPr>
            <p:cNvSpPr txBox="1">
              <a:spLocks noChangeArrowheads="1"/>
            </p:cNvSpPr>
            <p:nvPr/>
          </p:nvSpPr>
          <p:spPr bwMode="auto">
            <a:xfrm>
              <a:off x="1738754" y="1618447"/>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65" name="Text Box 358">
              <a:extLst>
                <a:ext uri="{FF2B5EF4-FFF2-40B4-BE49-F238E27FC236}">
                  <a16:creationId xmlns:a16="http://schemas.microsoft.com/office/drawing/2014/main" id="{43188BE9-6FF9-3121-C95D-3647DF4B54C8}"/>
                </a:ext>
              </a:extLst>
            </p:cNvPr>
            <p:cNvSpPr txBox="1">
              <a:spLocks noChangeArrowheads="1"/>
            </p:cNvSpPr>
            <p:nvPr/>
          </p:nvSpPr>
          <p:spPr bwMode="auto">
            <a:xfrm>
              <a:off x="1263526"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66" name="Text Box 358">
              <a:extLst>
                <a:ext uri="{FF2B5EF4-FFF2-40B4-BE49-F238E27FC236}">
                  <a16:creationId xmlns:a16="http://schemas.microsoft.com/office/drawing/2014/main" id="{83BC9A20-2853-D82A-3A3A-309286DA61F0}"/>
                </a:ext>
              </a:extLst>
            </p:cNvPr>
            <p:cNvSpPr txBox="1">
              <a:spLocks noChangeArrowheads="1"/>
            </p:cNvSpPr>
            <p:nvPr/>
          </p:nvSpPr>
          <p:spPr bwMode="auto">
            <a:xfrm>
              <a:off x="1637591"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67" name="Text Box 358">
              <a:extLst>
                <a:ext uri="{FF2B5EF4-FFF2-40B4-BE49-F238E27FC236}">
                  <a16:creationId xmlns:a16="http://schemas.microsoft.com/office/drawing/2014/main" id="{6D84423A-97B6-E573-C7C6-0A6EFBE75FD0}"/>
                </a:ext>
              </a:extLst>
            </p:cNvPr>
            <p:cNvSpPr txBox="1">
              <a:spLocks noChangeArrowheads="1"/>
            </p:cNvSpPr>
            <p:nvPr/>
          </p:nvSpPr>
          <p:spPr bwMode="auto">
            <a:xfrm>
              <a:off x="1978085" y="1264743"/>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69" name="组合 3319">
              <a:extLst>
                <a:ext uri="{FF2B5EF4-FFF2-40B4-BE49-F238E27FC236}">
                  <a16:creationId xmlns:a16="http://schemas.microsoft.com/office/drawing/2014/main" id="{7FBA91A4-D29A-6A18-64BA-EC9CF03B29C9}"/>
                </a:ext>
              </a:extLst>
            </p:cNvPr>
            <p:cNvGrpSpPr>
              <a:grpSpLocks/>
            </p:cNvGrpSpPr>
            <p:nvPr/>
          </p:nvGrpSpPr>
          <p:grpSpPr bwMode="auto">
            <a:xfrm>
              <a:off x="1329398" y="1638166"/>
              <a:ext cx="1091020" cy="205813"/>
              <a:chOff x="374152" y="5167871"/>
              <a:chExt cx="2069011" cy="264309"/>
            </a:xfrm>
          </p:grpSpPr>
          <p:cxnSp>
            <p:nvCxnSpPr>
              <p:cNvPr id="119" name="直接连接符 3320">
                <a:extLst>
                  <a:ext uri="{FF2B5EF4-FFF2-40B4-BE49-F238E27FC236}">
                    <a16:creationId xmlns:a16="http://schemas.microsoft.com/office/drawing/2014/main" id="{01FD57F2-5316-AE37-7928-8E127007B44C}"/>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0" name="直接连接符 3321">
                <a:extLst>
                  <a:ext uri="{FF2B5EF4-FFF2-40B4-BE49-F238E27FC236}">
                    <a16:creationId xmlns:a16="http://schemas.microsoft.com/office/drawing/2014/main" id="{1788D41F-C687-8B28-DA51-00C432CFA23A}"/>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70" name="直接连接符 3323">
              <a:extLst>
                <a:ext uri="{FF2B5EF4-FFF2-40B4-BE49-F238E27FC236}">
                  <a16:creationId xmlns:a16="http://schemas.microsoft.com/office/drawing/2014/main" id="{37F0FDCA-B543-701B-58F3-9E98355E0263}"/>
                </a:ext>
              </a:extLst>
            </p:cNvPr>
            <p:cNvCxnSpPr>
              <a:cxnSpLocks/>
            </p:cNvCxnSpPr>
            <p:nvPr/>
          </p:nvCxnSpPr>
          <p:spPr bwMode="auto">
            <a:xfrm>
              <a:off x="1703462" y="1269673"/>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1" name="直接连接符 3324">
              <a:extLst>
                <a:ext uri="{FF2B5EF4-FFF2-40B4-BE49-F238E27FC236}">
                  <a16:creationId xmlns:a16="http://schemas.microsoft.com/office/drawing/2014/main" id="{CAFB90E5-9606-4B93-F723-D5A7C02BE55A}"/>
                </a:ext>
              </a:extLst>
            </p:cNvPr>
            <p:cNvCxnSpPr>
              <a:cxnSpLocks/>
            </p:cNvCxnSpPr>
            <p:nvPr/>
          </p:nvCxnSpPr>
          <p:spPr bwMode="auto">
            <a:xfrm>
              <a:off x="2048752" y="1269673"/>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72" name="Text Box 358">
              <a:extLst>
                <a:ext uri="{FF2B5EF4-FFF2-40B4-BE49-F238E27FC236}">
                  <a16:creationId xmlns:a16="http://schemas.microsoft.com/office/drawing/2014/main" id="{4CF8CE6D-6D51-5CE9-E9EA-09E3AF157BC7}"/>
                </a:ext>
              </a:extLst>
            </p:cNvPr>
            <p:cNvSpPr txBox="1">
              <a:spLocks noChangeArrowheads="1"/>
            </p:cNvSpPr>
            <p:nvPr/>
          </p:nvSpPr>
          <p:spPr bwMode="auto">
            <a:xfrm>
              <a:off x="1733959" y="1829190"/>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73" name="Text Box 358">
              <a:extLst>
                <a:ext uri="{FF2B5EF4-FFF2-40B4-BE49-F238E27FC236}">
                  <a16:creationId xmlns:a16="http://schemas.microsoft.com/office/drawing/2014/main" id="{0112E445-798A-E808-1AC4-4192C7B74CC8}"/>
                </a:ext>
              </a:extLst>
            </p:cNvPr>
            <p:cNvSpPr txBox="1">
              <a:spLocks noChangeArrowheads="1"/>
            </p:cNvSpPr>
            <p:nvPr/>
          </p:nvSpPr>
          <p:spPr bwMode="auto">
            <a:xfrm>
              <a:off x="2063712" y="1633236"/>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a:t>
              </a:r>
              <a:endParaRPr lang="zh-CN" altLang="en-US" sz="1000" b="1">
                <a:ea typeface="微软雅黑" panose="020B0503020204020204" pitchFamily="34" charset="-122"/>
              </a:endParaRPr>
            </a:p>
          </p:txBody>
        </p:sp>
        <p:sp>
          <p:nvSpPr>
            <p:cNvPr id="74" name="Text Box 358">
              <a:extLst>
                <a:ext uri="{FF2B5EF4-FFF2-40B4-BE49-F238E27FC236}">
                  <a16:creationId xmlns:a16="http://schemas.microsoft.com/office/drawing/2014/main" id="{D2A06CF0-809D-A539-1791-3393FFC6DEBD}"/>
                </a:ext>
              </a:extLst>
            </p:cNvPr>
            <p:cNvSpPr txBox="1">
              <a:spLocks noChangeArrowheads="1"/>
            </p:cNvSpPr>
            <p:nvPr/>
          </p:nvSpPr>
          <p:spPr bwMode="auto">
            <a:xfrm>
              <a:off x="2045727" y="1829190"/>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a:t>
              </a:r>
              <a:endParaRPr lang="zh-CN" altLang="en-US" sz="1000" b="1">
                <a:ea typeface="微软雅黑" panose="020B0503020204020204" pitchFamily="34" charset="-122"/>
              </a:endParaRPr>
            </a:p>
          </p:txBody>
        </p:sp>
        <p:sp>
          <p:nvSpPr>
            <p:cNvPr id="75" name="Text Box 410">
              <a:extLst>
                <a:ext uri="{FF2B5EF4-FFF2-40B4-BE49-F238E27FC236}">
                  <a16:creationId xmlns:a16="http://schemas.microsoft.com/office/drawing/2014/main" id="{948F4C39-5E70-DA85-EE94-8A0CCC2F8601}"/>
                </a:ext>
              </a:extLst>
            </p:cNvPr>
            <p:cNvSpPr txBox="1">
              <a:spLocks noChangeArrowheads="1"/>
            </p:cNvSpPr>
            <p:nvPr/>
          </p:nvSpPr>
          <p:spPr bwMode="auto">
            <a:xfrm>
              <a:off x="1947966" y="255015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76" name="Text Box 353">
              <a:extLst>
                <a:ext uri="{FF2B5EF4-FFF2-40B4-BE49-F238E27FC236}">
                  <a16:creationId xmlns:a16="http://schemas.microsoft.com/office/drawing/2014/main" id="{B0B61C3B-544F-4D4F-D570-61796F375214}"/>
                </a:ext>
              </a:extLst>
            </p:cNvPr>
            <p:cNvSpPr txBox="1">
              <a:spLocks noChangeArrowheads="1"/>
            </p:cNvSpPr>
            <p:nvPr/>
          </p:nvSpPr>
          <p:spPr bwMode="auto">
            <a:xfrm>
              <a:off x="1356534" y="1761408"/>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7" name="Text Box 353">
              <a:extLst>
                <a:ext uri="{FF2B5EF4-FFF2-40B4-BE49-F238E27FC236}">
                  <a16:creationId xmlns:a16="http://schemas.microsoft.com/office/drawing/2014/main" id="{C8C1516A-C4D3-4E86-AFFA-36F89FC86D88}"/>
                </a:ext>
              </a:extLst>
            </p:cNvPr>
            <p:cNvSpPr txBox="1">
              <a:spLocks noChangeArrowheads="1"/>
            </p:cNvSpPr>
            <p:nvPr/>
          </p:nvSpPr>
          <p:spPr bwMode="auto">
            <a:xfrm>
              <a:off x="1361331" y="1551897"/>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8" name="Text Box 353">
              <a:extLst>
                <a:ext uri="{FF2B5EF4-FFF2-40B4-BE49-F238E27FC236}">
                  <a16:creationId xmlns:a16="http://schemas.microsoft.com/office/drawing/2014/main" id="{0D6ACAA2-AE01-2FD8-A04D-20ACDBEC308B}"/>
                </a:ext>
              </a:extLst>
            </p:cNvPr>
            <p:cNvSpPr txBox="1">
              <a:spLocks noChangeArrowheads="1"/>
            </p:cNvSpPr>
            <p:nvPr/>
          </p:nvSpPr>
          <p:spPr bwMode="auto">
            <a:xfrm>
              <a:off x="6986679" y="1549432"/>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9" name="任意多边形: 形状 78">
              <a:extLst>
                <a:ext uri="{FF2B5EF4-FFF2-40B4-BE49-F238E27FC236}">
                  <a16:creationId xmlns:a16="http://schemas.microsoft.com/office/drawing/2014/main" id="{BF623857-9E85-24EF-11D5-49DAA92AF674}"/>
                </a:ext>
              </a:extLst>
            </p:cNvPr>
            <p:cNvSpPr/>
            <p:nvPr/>
          </p:nvSpPr>
          <p:spPr bwMode="auto">
            <a:xfrm>
              <a:off x="3867518" y="2048560"/>
              <a:ext cx="1126988" cy="568145"/>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pic>
          <p:nvPicPr>
            <p:cNvPr id="80" name="Picture 377">
              <a:extLst>
                <a:ext uri="{FF2B5EF4-FFF2-40B4-BE49-F238E27FC236}">
                  <a16:creationId xmlns:a16="http://schemas.microsoft.com/office/drawing/2014/main" id="{A95138B6-44EF-633B-8A4E-C75AAC01A27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67959" y="2606846"/>
              <a:ext cx="293737" cy="36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 Box 358">
              <a:extLst>
                <a:ext uri="{FF2B5EF4-FFF2-40B4-BE49-F238E27FC236}">
                  <a16:creationId xmlns:a16="http://schemas.microsoft.com/office/drawing/2014/main" id="{B2D7A38C-B344-604C-D907-CBB821B2A0CC}"/>
                </a:ext>
              </a:extLst>
            </p:cNvPr>
            <p:cNvSpPr txBox="1">
              <a:spLocks noChangeArrowheads="1"/>
            </p:cNvSpPr>
            <p:nvPr/>
          </p:nvSpPr>
          <p:spPr bwMode="auto">
            <a:xfrm>
              <a:off x="2288093" y="2291347"/>
              <a:ext cx="1729734" cy="434508"/>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81</a:t>
              </a:r>
            </a:p>
            <a:p>
              <a:pPr algn="ctr" eaLnBrk="1" hangingPunct="1">
                <a:lnSpc>
                  <a:spcPct val="90000"/>
                </a:lnSpc>
                <a:spcBef>
                  <a:spcPct val="0"/>
                </a:spcBef>
                <a:buFontTx/>
                <a:buNone/>
              </a:pPr>
              <a:r>
                <a:rPr lang="en-US" altLang="zh-CN" sz="1000" b="1">
                  <a:ea typeface="微软雅黑" panose="020B0503020204020204" pitchFamily="34" charset="-122"/>
                </a:rPr>
                <a:t> 165.60/16 </a:t>
              </a:r>
              <a:r>
                <a:rPr lang="zh-CN" altLang="en-US" sz="1000" b="1">
                  <a:ea typeface="微软雅黑" panose="020B0503020204020204" pitchFamily="34" charset="-122"/>
                </a:rPr>
                <a:t>的标签是 </a:t>
              </a:r>
              <a:r>
                <a:rPr lang="en-US" altLang="zh-CN" sz="1000" b="1">
                  <a:ea typeface="微软雅黑" panose="020B0503020204020204" pitchFamily="34" charset="-122"/>
                </a:rPr>
                <a:t>40</a:t>
              </a:r>
              <a:r>
                <a:rPr lang="zh-CN" altLang="en-US" sz="1000" b="1">
                  <a:ea typeface="微软雅黑" panose="020B0503020204020204" pitchFamily="34" charset="-122"/>
                </a:rPr>
                <a:t> </a:t>
              </a:r>
            </a:p>
          </p:txBody>
        </p:sp>
        <p:sp>
          <p:nvSpPr>
            <p:cNvPr id="82" name="Line 420">
              <a:extLst>
                <a:ext uri="{FF2B5EF4-FFF2-40B4-BE49-F238E27FC236}">
                  <a16:creationId xmlns:a16="http://schemas.microsoft.com/office/drawing/2014/main" id="{2FF7B500-B9DF-BFA9-371B-45B4ACF8140C}"/>
                </a:ext>
              </a:extLst>
            </p:cNvPr>
            <p:cNvSpPr>
              <a:spLocks noChangeShapeType="1"/>
            </p:cNvSpPr>
            <p:nvPr/>
          </p:nvSpPr>
          <p:spPr bwMode="auto">
            <a:xfrm rot="17283846">
              <a:off x="2177930" y="2435055"/>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83" name="Text Box 410">
              <a:extLst>
                <a:ext uri="{FF2B5EF4-FFF2-40B4-BE49-F238E27FC236}">
                  <a16:creationId xmlns:a16="http://schemas.microsoft.com/office/drawing/2014/main" id="{54A3F566-A3C2-9FAA-1B9A-10B2C2280D80}"/>
                </a:ext>
              </a:extLst>
            </p:cNvPr>
            <p:cNvSpPr txBox="1">
              <a:spLocks noChangeArrowheads="1"/>
            </p:cNvSpPr>
            <p:nvPr/>
          </p:nvSpPr>
          <p:spPr bwMode="auto">
            <a:xfrm>
              <a:off x="6867148" y="2534133"/>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84" name="文本框 3342">
              <a:extLst>
                <a:ext uri="{FF2B5EF4-FFF2-40B4-BE49-F238E27FC236}">
                  <a16:creationId xmlns:a16="http://schemas.microsoft.com/office/drawing/2014/main" id="{C76F3BC6-A6F5-AC20-26D9-77E467707166}"/>
                </a:ext>
              </a:extLst>
            </p:cNvPr>
            <p:cNvSpPr txBox="1">
              <a:spLocks noChangeArrowheads="1"/>
            </p:cNvSpPr>
            <p:nvPr/>
          </p:nvSpPr>
          <p:spPr bwMode="auto">
            <a:xfrm>
              <a:off x="6633435" y="1714576"/>
              <a:ext cx="3832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a:t>
              </a:r>
              <a:endParaRPr lang="zh-CN" altLang="en-US" sz="1100" b="1">
                <a:ea typeface="微软雅黑" panose="020B0503020204020204" pitchFamily="34" charset="-122"/>
              </a:endParaRPr>
            </a:p>
          </p:txBody>
        </p:sp>
        <p:sp>
          <p:nvSpPr>
            <p:cNvPr id="85" name="Text Box 353">
              <a:extLst>
                <a:ext uri="{FF2B5EF4-FFF2-40B4-BE49-F238E27FC236}">
                  <a16:creationId xmlns:a16="http://schemas.microsoft.com/office/drawing/2014/main" id="{111F2D40-C9AA-E927-1125-6A0A249C04F0}"/>
                </a:ext>
              </a:extLst>
            </p:cNvPr>
            <p:cNvSpPr txBox="1">
              <a:spLocks noChangeArrowheads="1"/>
            </p:cNvSpPr>
            <p:nvPr/>
          </p:nvSpPr>
          <p:spPr bwMode="auto">
            <a:xfrm>
              <a:off x="6994472" y="1744154"/>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86" name="Text Box 350">
              <a:extLst>
                <a:ext uri="{FF2B5EF4-FFF2-40B4-BE49-F238E27FC236}">
                  <a16:creationId xmlns:a16="http://schemas.microsoft.com/office/drawing/2014/main" id="{AF0F6026-F85F-FCF8-128E-260930C8A095}"/>
                </a:ext>
              </a:extLst>
            </p:cNvPr>
            <p:cNvSpPr txBox="1">
              <a:spLocks noChangeArrowheads="1"/>
            </p:cNvSpPr>
            <p:nvPr/>
          </p:nvSpPr>
          <p:spPr bwMode="auto">
            <a:xfrm>
              <a:off x="5199522" y="2202613"/>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87" name="Rectangle 414">
              <a:extLst>
                <a:ext uri="{FF2B5EF4-FFF2-40B4-BE49-F238E27FC236}">
                  <a16:creationId xmlns:a16="http://schemas.microsoft.com/office/drawing/2014/main" id="{DA59298B-954B-AE9E-E451-867C7CFBF9A7}"/>
                </a:ext>
              </a:extLst>
            </p:cNvPr>
            <p:cNvSpPr>
              <a:spLocks noChangeArrowheads="1"/>
            </p:cNvSpPr>
            <p:nvPr/>
          </p:nvSpPr>
          <p:spPr bwMode="auto">
            <a:xfrm rot="10800000">
              <a:off x="5599963" y="2794174"/>
              <a:ext cx="449596"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88" name="Rectangle 415">
              <a:extLst>
                <a:ext uri="{FF2B5EF4-FFF2-40B4-BE49-F238E27FC236}">
                  <a16:creationId xmlns:a16="http://schemas.microsoft.com/office/drawing/2014/main" id="{CFB4FE1F-D771-E9F7-7D21-1CF396E52278}"/>
                </a:ext>
              </a:extLst>
            </p:cNvPr>
            <p:cNvSpPr>
              <a:spLocks noChangeArrowheads="1"/>
            </p:cNvSpPr>
            <p:nvPr/>
          </p:nvSpPr>
          <p:spPr bwMode="auto">
            <a:xfrm>
              <a:off x="6049559" y="2794174"/>
              <a:ext cx="152264"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80</a:t>
              </a:r>
            </a:p>
          </p:txBody>
        </p:sp>
        <p:sp>
          <p:nvSpPr>
            <p:cNvPr id="89" name="Rectangle 414">
              <a:extLst>
                <a:ext uri="{FF2B5EF4-FFF2-40B4-BE49-F238E27FC236}">
                  <a16:creationId xmlns:a16="http://schemas.microsoft.com/office/drawing/2014/main" id="{98922304-0295-BE2D-80EC-1D416D740649}"/>
                </a:ext>
              </a:extLst>
            </p:cNvPr>
            <p:cNvSpPr>
              <a:spLocks noChangeArrowheads="1"/>
            </p:cNvSpPr>
            <p:nvPr/>
          </p:nvSpPr>
          <p:spPr bwMode="auto">
            <a:xfrm rot="10800000">
              <a:off x="1026070" y="2804033"/>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0" name="Line 345">
              <a:extLst>
                <a:ext uri="{FF2B5EF4-FFF2-40B4-BE49-F238E27FC236}">
                  <a16:creationId xmlns:a16="http://schemas.microsoft.com/office/drawing/2014/main" id="{4E0B4C1B-0278-A0D9-15F0-09E57FD18749}"/>
                </a:ext>
              </a:extLst>
            </p:cNvPr>
            <p:cNvSpPr>
              <a:spLocks noChangeShapeType="1"/>
            </p:cNvSpPr>
            <p:nvPr/>
          </p:nvSpPr>
          <p:spPr bwMode="auto">
            <a:xfrm flipV="1">
              <a:off x="7511047" y="2863189"/>
              <a:ext cx="177441" cy="0"/>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1" name="Text Box 353">
              <a:extLst>
                <a:ext uri="{FF2B5EF4-FFF2-40B4-BE49-F238E27FC236}">
                  <a16:creationId xmlns:a16="http://schemas.microsoft.com/office/drawing/2014/main" id="{01D1244C-8EE3-1BB4-0FB9-3C1739A86B6C}"/>
                </a:ext>
              </a:extLst>
            </p:cNvPr>
            <p:cNvSpPr txBox="1">
              <a:spLocks noChangeArrowheads="1"/>
            </p:cNvSpPr>
            <p:nvPr/>
          </p:nvSpPr>
          <p:spPr bwMode="auto">
            <a:xfrm>
              <a:off x="6712980" y="2919880"/>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sp>
          <p:nvSpPr>
            <p:cNvPr id="92" name="Rectangle 414">
              <a:extLst>
                <a:ext uri="{FF2B5EF4-FFF2-40B4-BE49-F238E27FC236}">
                  <a16:creationId xmlns:a16="http://schemas.microsoft.com/office/drawing/2014/main" id="{65D0AABD-5FA8-C597-A2BB-1DEF9F3492C4}"/>
                </a:ext>
              </a:extLst>
            </p:cNvPr>
            <p:cNvSpPr>
              <a:spLocks noChangeArrowheads="1"/>
            </p:cNvSpPr>
            <p:nvPr/>
          </p:nvSpPr>
          <p:spPr bwMode="auto">
            <a:xfrm rot="10800000">
              <a:off x="7035074" y="2792941"/>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3" name="Line 345">
              <a:extLst>
                <a:ext uri="{FF2B5EF4-FFF2-40B4-BE49-F238E27FC236}">
                  <a16:creationId xmlns:a16="http://schemas.microsoft.com/office/drawing/2014/main" id="{96776F80-3D9D-A405-BFCF-D3055B4880BB}"/>
                </a:ext>
              </a:extLst>
            </p:cNvPr>
            <p:cNvSpPr>
              <a:spLocks noChangeShapeType="1"/>
            </p:cNvSpPr>
            <p:nvPr/>
          </p:nvSpPr>
          <p:spPr bwMode="auto">
            <a:xfrm flipV="1">
              <a:off x="2988708" y="2884140"/>
              <a:ext cx="177441" cy="1233"/>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4" name="AutoShape 357">
              <a:extLst>
                <a:ext uri="{FF2B5EF4-FFF2-40B4-BE49-F238E27FC236}">
                  <a16:creationId xmlns:a16="http://schemas.microsoft.com/office/drawing/2014/main" id="{8F5A3E60-6170-7851-843D-03B214C2A819}"/>
                </a:ext>
              </a:extLst>
            </p:cNvPr>
            <p:cNvSpPr>
              <a:spLocks noChangeArrowheads="1"/>
            </p:cNvSpPr>
            <p:nvPr/>
          </p:nvSpPr>
          <p:spPr bwMode="auto">
            <a:xfrm flipH="1">
              <a:off x="6802482" y="2097857"/>
              <a:ext cx="870418" cy="256343"/>
            </a:xfrm>
            <a:prstGeom prst="wedgeRoundRectCallout">
              <a:avLst>
                <a:gd name="adj1" fmla="val -26134"/>
                <a:gd name="adj2" fmla="val 251079"/>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95" name="Text Box 356">
              <a:extLst>
                <a:ext uri="{FF2B5EF4-FFF2-40B4-BE49-F238E27FC236}">
                  <a16:creationId xmlns:a16="http://schemas.microsoft.com/office/drawing/2014/main" id="{D77C6330-A72A-8491-4B7D-63A9BFCDD261}"/>
                </a:ext>
              </a:extLst>
            </p:cNvPr>
            <p:cNvSpPr txBox="1">
              <a:spLocks noChangeArrowheads="1"/>
            </p:cNvSpPr>
            <p:nvPr/>
          </p:nvSpPr>
          <p:spPr bwMode="auto">
            <a:xfrm>
              <a:off x="6734915" y="2101556"/>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 </a:t>
              </a:r>
              <a:r>
                <a:rPr lang="zh-CN" altLang="en-US" sz="1000" b="1">
                  <a:ea typeface="微软雅黑" panose="020B0503020204020204" pitchFamily="34" charset="-122"/>
                </a:rPr>
                <a:t>弹出标签</a:t>
              </a:r>
            </a:p>
          </p:txBody>
        </p:sp>
        <p:sp>
          <p:nvSpPr>
            <p:cNvPr id="96" name="Line 345">
              <a:extLst>
                <a:ext uri="{FF2B5EF4-FFF2-40B4-BE49-F238E27FC236}">
                  <a16:creationId xmlns:a16="http://schemas.microsoft.com/office/drawing/2014/main" id="{9CD00364-AC7C-C8C8-DF66-07493C626BA6}"/>
                </a:ext>
              </a:extLst>
            </p:cNvPr>
            <p:cNvSpPr>
              <a:spLocks noChangeShapeType="1"/>
            </p:cNvSpPr>
            <p:nvPr/>
          </p:nvSpPr>
          <p:spPr bwMode="auto">
            <a:xfrm flipV="1">
              <a:off x="6205419" y="2860724"/>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7" name="Text Box 411">
              <a:extLst>
                <a:ext uri="{FF2B5EF4-FFF2-40B4-BE49-F238E27FC236}">
                  <a16:creationId xmlns:a16="http://schemas.microsoft.com/office/drawing/2014/main" id="{AFFBFD2F-D0A8-53C3-3A95-42CE8A171D3B}"/>
                </a:ext>
              </a:extLst>
            </p:cNvPr>
            <p:cNvSpPr txBox="1">
              <a:spLocks noChangeArrowheads="1"/>
            </p:cNvSpPr>
            <p:nvPr/>
          </p:nvSpPr>
          <p:spPr bwMode="auto">
            <a:xfrm>
              <a:off x="1800499" y="2850865"/>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grpSp>
          <p:nvGrpSpPr>
            <p:cNvPr id="98" name="组合 29">
              <a:extLst>
                <a:ext uri="{FF2B5EF4-FFF2-40B4-BE49-F238E27FC236}">
                  <a16:creationId xmlns:a16="http://schemas.microsoft.com/office/drawing/2014/main" id="{25DE5440-4FA1-8511-D459-8036C28EA3C5}"/>
                </a:ext>
              </a:extLst>
            </p:cNvPr>
            <p:cNvGrpSpPr>
              <a:grpSpLocks/>
            </p:cNvGrpSpPr>
            <p:nvPr/>
          </p:nvGrpSpPr>
          <p:grpSpPr bwMode="auto">
            <a:xfrm>
              <a:off x="728739" y="2418900"/>
              <a:ext cx="530426" cy="289671"/>
              <a:chOff x="4253264" y="3384673"/>
              <a:chExt cx="701744" cy="373591"/>
            </a:xfrm>
          </p:grpSpPr>
          <p:sp>
            <p:nvSpPr>
              <p:cNvPr id="117" name="矩形: 圆角 116">
                <a:extLst>
                  <a:ext uri="{FF2B5EF4-FFF2-40B4-BE49-F238E27FC236}">
                    <a16:creationId xmlns:a16="http://schemas.microsoft.com/office/drawing/2014/main" id="{4A866DBF-9248-9FCF-6BEF-C08C0F915369}"/>
                  </a:ext>
                </a:extLst>
              </p:cNvPr>
              <p:cNvSpPr/>
              <p:nvPr/>
            </p:nvSpPr>
            <p:spPr bwMode="auto">
              <a:xfrm>
                <a:off x="4253264" y="3429970"/>
                <a:ext cx="618600"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8" name="文本框 28">
                <a:extLst>
                  <a:ext uri="{FF2B5EF4-FFF2-40B4-BE49-F238E27FC236}">
                    <a16:creationId xmlns:a16="http://schemas.microsoft.com/office/drawing/2014/main" id="{A841DE0C-DFC6-3767-5DA2-1CEB7B19B203}"/>
                  </a:ext>
                </a:extLst>
              </p:cNvPr>
              <p:cNvSpPr txBox="1">
                <a:spLocks noChangeArrowheads="1"/>
              </p:cNvSpPr>
              <p:nvPr/>
            </p:nvSpPr>
            <p:spPr bwMode="auto">
              <a:xfrm>
                <a:off x="4268386" y="3384673"/>
                <a:ext cx="686622"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dirty="0">
                    <a:ea typeface="微软雅黑" panose="020B0503020204020204" pitchFamily="34" charset="-122"/>
                  </a:rPr>
                  <a:t>上游</a:t>
                </a:r>
              </a:p>
            </p:txBody>
          </p:sp>
        </p:grpSp>
        <p:grpSp>
          <p:nvGrpSpPr>
            <p:cNvPr id="99" name="组合 31">
              <a:extLst>
                <a:ext uri="{FF2B5EF4-FFF2-40B4-BE49-F238E27FC236}">
                  <a16:creationId xmlns:a16="http://schemas.microsoft.com/office/drawing/2014/main" id="{3615037F-7226-35B3-4381-B3565A90740C}"/>
                </a:ext>
              </a:extLst>
            </p:cNvPr>
            <p:cNvGrpSpPr>
              <a:grpSpLocks/>
            </p:cNvGrpSpPr>
            <p:nvPr/>
          </p:nvGrpSpPr>
          <p:grpSpPr bwMode="auto">
            <a:xfrm>
              <a:off x="7826362" y="2468814"/>
              <a:ext cx="518995" cy="289671"/>
              <a:chOff x="4253441" y="3397392"/>
              <a:chExt cx="688188" cy="373591"/>
            </a:xfrm>
          </p:grpSpPr>
          <p:sp>
            <p:nvSpPr>
              <p:cNvPr id="115" name="矩形: 圆角 114">
                <a:extLst>
                  <a:ext uri="{FF2B5EF4-FFF2-40B4-BE49-F238E27FC236}">
                    <a16:creationId xmlns:a16="http://schemas.microsoft.com/office/drawing/2014/main" id="{13BD1771-E860-BB8D-C09D-7E25E52040CF}"/>
                  </a:ext>
                </a:extLst>
              </p:cNvPr>
              <p:cNvSpPr/>
              <p:nvPr/>
            </p:nvSpPr>
            <p:spPr bwMode="auto">
              <a:xfrm>
                <a:off x="4253441" y="3429176"/>
                <a:ext cx="618423"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6" name="文本框 33">
                <a:extLst>
                  <a:ext uri="{FF2B5EF4-FFF2-40B4-BE49-F238E27FC236}">
                    <a16:creationId xmlns:a16="http://schemas.microsoft.com/office/drawing/2014/main" id="{777B1121-0051-0B13-751A-840850DE648C}"/>
                  </a:ext>
                </a:extLst>
              </p:cNvPr>
              <p:cNvSpPr txBox="1">
                <a:spLocks noChangeArrowheads="1"/>
              </p:cNvSpPr>
              <p:nvPr/>
            </p:nvSpPr>
            <p:spPr bwMode="auto">
              <a:xfrm>
                <a:off x="4253441" y="3397392"/>
                <a:ext cx="688188"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a:ea typeface="微软雅黑" panose="020B0503020204020204" pitchFamily="34" charset="-122"/>
                  </a:rPr>
                  <a:t>下游</a:t>
                </a:r>
              </a:p>
            </p:txBody>
          </p:sp>
        </p:grpSp>
        <p:sp>
          <p:nvSpPr>
            <p:cNvPr id="100" name="文本框 34">
              <a:extLst>
                <a:ext uri="{FF2B5EF4-FFF2-40B4-BE49-F238E27FC236}">
                  <a16:creationId xmlns:a16="http://schemas.microsoft.com/office/drawing/2014/main" id="{00337A01-2BEE-3B01-5E92-33337AD4FC97}"/>
                </a:ext>
              </a:extLst>
            </p:cNvPr>
            <p:cNvSpPr txBox="1">
              <a:spLocks noChangeArrowheads="1"/>
            </p:cNvSpPr>
            <p:nvPr/>
          </p:nvSpPr>
          <p:spPr bwMode="auto">
            <a:xfrm>
              <a:off x="1243076" y="1026887"/>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1" name="文本框 35">
              <a:extLst>
                <a:ext uri="{FF2B5EF4-FFF2-40B4-BE49-F238E27FC236}">
                  <a16:creationId xmlns:a16="http://schemas.microsoft.com/office/drawing/2014/main" id="{156F058F-BE91-C43D-3BDC-B2A174A2B578}"/>
                </a:ext>
              </a:extLst>
            </p:cNvPr>
            <p:cNvSpPr txBox="1">
              <a:spLocks noChangeArrowheads="1"/>
            </p:cNvSpPr>
            <p:nvPr/>
          </p:nvSpPr>
          <p:spPr bwMode="auto">
            <a:xfrm>
              <a:off x="3799180" y="992379"/>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2" name="文本框 36">
              <a:extLst>
                <a:ext uri="{FF2B5EF4-FFF2-40B4-BE49-F238E27FC236}">
                  <a16:creationId xmlns:a16="http://schemas.microsoft.com/office/drawing/2014/main" id="{A93E965C-DB2A-B844-4C68-25B7DB6D1BBA}"/>
                </a:ext>
              </a:extLst>
            </p:cNvPr>
            <p:cNvSpPr txBox="1">
              <a:spLocks noChangeArrowheads="1"/>
            </p:cNvSpPr>
            <p:nvPr/>
          </p:nvSpPr>
          <p:spPr bwMode="auto">
            <a:xfrm>
              <a:off x="6137080" y="1001006"/>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cxnSp>
          <p:nvCxnSpPr>
            <p:cNvPr id="103" name="直接箭头连接符 2">
              <a:extLst>
                <a:ext uri="{FF2B5EF4-FFF2-40B4-BE49-F238E27FC236}">
                  <a16:creationId xmlns:a16="http://schemas.microsoft.com/office/drawing/2014/main" id="{ECFE7D91-2D16-F743-4FF2-DB0E49533AEF}"/>
                </a:ext>
              </a:extLst>
            </p:cNvPr>
            <p:cNvCxnSpPr>
              <a:cxnSpLocks/>
            </p:cNvCxnSpPr>
            <p:nvPr/>
          </p:nvCxnSpPr>
          <p:spPr bwMode="auto">
            <a:xfrm>
              <a:off x="1609946" y="4525720"/>
              <a:ext cx="5941864" cy="0"/>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104" name="Text Box 355">
              <a:extLst>
                <a:ext uri="{FF2B5EF4-FFF2-40B4-BE49-F238E27FC236}">
                  <a16:creationId xmlns:a16="http://schemas.microsoft.com/office/drawing/2014/main" id="{EE435D3B-F82C-E22F-D4A7-12B17560D684}"/>
                </a:ext>
              </a:extLst>
            </p:cNvPr>
            <p:cNvSpPr txBox="1">
              <a:spLocks noChangeArrowheads="1"/>
            </p:cNvSpPr>
            <p:nvPr/>
          </p:nvSpPr>
          <p:spPr bwMode="auto">
            <a:xfrm>
              <a:off x="4040162" y="4391388"/>
              <a:ext cx="875985" cy="289672"/>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a:t>
              </a:r>
            </a:p>
          </p:txBody>
        </p:sp>
        <p:sp>
          <p:nvSpPr>
            <p:cNvPr id="105" name="AutoShape 354">
              <a:extLst>
                <a:ext uri="{FF2B5EF4-FFF2-40B4-BE49-F238E27FC236}">
                  <a16:creationId xmlns:a16="http://schemas.microsoft.com/office/drawing/2014/main" id="{00F74CE9-53D6-88F8-036D-32067501F90A}"/>
                </a:ext>
              </a:extLst>
            </p:cNvPr>
            <p:cNvSpPr>
              <a:spLocks noChangeArrowheads="1"/>
            </p:cNvSpPr>
            <p:nvPr/>
          </p:nvSpPr>
          <p:spPr bwMode="auto">
            <a:xfrm>
              <a:off x="3234487" y="3023403"/>
              <a:ext cx="890800" cy="262505"/>
            </a:xfrm>
            <a:prstGeom prst="wedgeRoundRectCallout">
              <a:avLst>
                <a:gd name="adj1" fmla="val 73259"/>
                <a:gd name="adj2" fmla="val -122694"/>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106" name="Text Box 355">
              <a:extLst>
                <a:ext uri="{FF2B5EF4-FFF2-40B4-BE49-F238E27FC236}">
                  <a16:creationId xmlns:a16="http://schemas.microsoft.com/office/drawing/2014/main" id="{5EFBBAEB-077E-8729-4BB2-A74FFB313D32}"/>
                </a:ext>
              </a:extLst>
            </p:cNvPr>
            <p:cNvSpPr txBox="1">
              <a:spLocks noChangeArrowheads="1"/>
            </p:cNvSpPr>
            <p:nvPr/>
          </p:nvSpPr>
          <p:spPr bwMode="auto">
            <a:xfrm>
              <a:off x="3170517" y="3041889"/>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 </a:t>
              </a:r>
              <a:r>
                <a:rPr lang="zh-CN" altLang="en-US" sz="1000" b="1">
                  <a:ea typeface="微软雅黑" panose="020B0503020204020204" pitchFamily="34" charset="-122"/>
                </a:rPr>
                <a:t>标签交换</a:t>
              </a:r>
            </a:p>
          </p:txBody>
        </p:sp>
        <p:sp>
          <p:nvSpPr>
            <p:cNvPr id="108" name="Text Box 358">
              <a:extLst>
                <a:ext uri="{FF2B5EF4-FFF2-40B4-BE49-F238E27FC236}">
                  <a16:creationId xmlns:a16="http://schemas.microsoft.com/office/drawing/2014/main" id="{00627262-14B6-8327-7DC4-57CAC38B4581}"/>
                </a:ext>
              </a:extLst>
            </p:cNvPr>
            <p:cNvSpPr txBox="1">
              <a:spLocks noChangeArrowheads="1"/>
            </p:cNvSpPr>
            <p:nvPr/>
          </p:nvSpPr>
          <p:spPr bwMode="auto">
            <a:xfrm>
              <a:off x="627262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09" name="Text Box 358">
              <a:extLst>
                <a:ext uri="{FF2B5EF4-FFF2-40B4-BE49-F238E27FC236}">
                  <a16:creationId xmlns:a16="http://schemas.microsoft.com/office/drawing/2014/main" id="{F50A1285-D84B-7436-B844-BF675597860B}"/>
                </a:ext>
              </a:extLst>
            </p:cNvPr>
            <p:cNvSpPr txBox="1">
              <a:spLocks noChangeArrowheads="1"/>
            </p:cNvSpPr>
            <p:nvPr/>
          </p:nvSpPr>
          <p:spPr bwMode="auto">
            <a:xfrm>
              <a:off x="666347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110" name="Text Box 358">
              <a:extLst>
                <a:ext uri="{FF2B5EF4-FFF2-40B4-BE49-F238E27FC236}">
                  <a16:creationId xmlns:a16="http://schemas.microsoft.com/office/drawing/2014/main" id="{89A07262-F5D0-FC28-D4EF-B0E2F258FBC4}"/>
                </a:ext>
              </a:extLst>
            </p:cNvPr>
            <p:cNvSpPr txBox="1">
              <a:spLocks noChangeArrowheads="1"/>
            </p:cNvSpPr>
            <p:nvPr/>
          </p:nvSpPr>
          <p:spPr bwMode="auto">
            <a:xfrm>
              <a:off x="7003972" y="3846658"/>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12" name="Text Box 353">
              <a:extLst>
                <a:ext uri="{FF2B5EF4-FFF2-40B4-BE49-F238E27FC236}">
                  <a16:creationId xmlns:a16="http://schemas.microsoft.com/office/drawing/2014/main" id="{F44F6713-B6E1-6C1A-1714-BDFF43072724}"/>
                </a:ext>
              </a:extLst>
            </p:cNvPr>
            <p:cNvSpPr txBox="1">
              <a:spLocks noChangeArrowheads="1"/>
            </p:cNvSpPr>
            <p:nvPr/>
          </p:nvSpPr>
          <p:spPr bwMode="auto">
            <a:xfrm>
              <a:off x="7101774" y="4153529"/>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113" name="Text Box 355">
              <a:extLst>
                <a:ext uri="{FF2B5EF4-FFF2-40B4-BE49-F238E27FC236}">
                  <a16:creationId xmlns:a16="http://schemas.microsoft.com/office/drawing/2014/main" id="{95CD675B-34EF-DBF8-1F1D-D205CE06390D}"/>
                </a:ext>
              </a:extLst>
            </p:cNvPr>
            <p:cNvSpPr txBox="1">
              <a:spLocks noChangeArrowheads="1"/>
            </p:cNvSpPr>
            <p:nvPr/>
          </p:nvSpPr>
          <p:spPr bwMode="auto">
            <a:xfrm>
              <a:off x="1138336" y="3738205"/>
              <a:ext cx="2502883" cy="28967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域包含了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1</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2</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3</a:t>
              </a:r>
              <a:r>
                <a:rPr lang="en-US" altLang="zh-CN" sz="1000" b="1" dirty="0">
                  <a:ea typeface="微软雅黑" panose="020B0503020204020204" pitchFamily="34" charset="-122"/>
                </a:rPr>
                <a:t> </a:t>
              </a:r>
              <a:r>
                <a:rPr lang="zh-CN" altLang="en-US" sz="1000" b="1" dirty="0">
                  <a:ea typeface="微软雅黑" panose="020B0503020204020204" pitchFamily="34" charset="-122"/>
                </a:rPr>
                <a:t>和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4</a:t>
              </a:r>
              <a:r>
                <a:rPr lang="zh-CN" altLang="en-US" sz="1000" b="1" dirty="0">
                  <a:ea typeface="微软雅黑" panose="020B0503020204020204" pitchFamily="34" charset="-122"/>
                </a:rPr>
                <a:t>。</a:t>
              </a:r>
            </a:p>
          </p:txBody>
        </p:sp>
        <p:sp>
          <p:nvSpPr>
            <p:cNvPr id="114" name="文本框 35">
              <a:extLst>
                <a:ext uri="{FF2B5EF4-FFF2-40B4-BE49-F238E27FC236}">
                  <a16:creationId xmlns:a16="http://schemas.microsoft.com/office/drawing/2014/main" id="{313653F9-C131-EB4A-5672-226E573E361A}"/>
                </a:ext>
              </a:extLst>
            </p:cNvPr>
            <p:cNvSpPr txBox="1">
              <a:spLocks noChangeArrowheads="1"/>
            </p:cNvSpPr>
            <p:nvPr/>
          </p:nvSpPr>
          <p:spPr bwMode="auto">
            <a:xfrm>
              <a:off x="6249779" y="3613731"/>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grpSp>
      <p:sp>
        <p:nvSpPr>
          <p:cNvPr id="7" name="矩形 6">
            <a:extLst>
              <a:ext uri="{FF2B5EF4-FFF2-40B4-BE49-F238E27FC236}">
                <a16:creationId xmlns:a16="http://schemas.microsoft.com/office/drawing/2014/main" id="{3B496555-A1C3-2EF9-F97D-2530438BBF2C}"/>
              </a:ext>
            </a:extLst>
          </p:cNvPr>
          <p:cNvSpPr/>
          <p:nvPr/>
        </p:nvSpPr>
        <p:spPr>
          <a:xfrm>
            <a:off x="645539" y="3767328"/>
            <a:ext cx="8021370" cy="702244"/>
          </a:xfrm>
          <a:prstGeom prst="rect">
            <a:avLst/>
          </a:prstGeom>
        </p:spPr>
        <p:txBody>
          <a:bodyPr wrap="square">
            <a:spAutoFit/>
          </a:bodyPr>
          <a:lstStyle/>
          <a:p>
            <a:pPr>
              <a:lnSpc>
                <a:spcPts val="2500"/>
              </a:lnSpc>
            </a:pPr>
            <a:r>
              <a:rPr lang="zh-CN" altLang="en-US" sz="1600" b="1" dirty="0">
                <a:latin typeface="微软雅黑" pitchFamily="34" charset="-122"/>
                <a:ea typeface="微软雅黑" pitchFamily="34" charset="-122"/>
              </a:rPr>
              <a:t>在图中可以有两个不同的转发等价类</a:t>
            </a:r>
            <a:r>
              <a:rPr lang="en-US" altLang="zh-CN" sz="1600" b="1" dirty="0">
                <a:latin typeface="微软雅黑" pitchFamily="34" charset="-122"/>
                <a:ea typeface="微软雅黑" pitchFamily="34" charset="-122"/>
              </a:rPr>
              <a:t>FEC</a:t>
            </a:r>
            <a:r>
              <a:rPr lang="zh-CN" altLang="en-US" sz="1600" b="1" dirty="0">
                <a:latin typeface="微软雅黑" pitchFamily="34" charset="-122"/>
                <a:ea typeface="微软雅黑" pitchFamily="34" charset="-122"/>
              </a:rPr>
              <a:t>，例如：</a:t>
            </a:r>
            <a:r>
              <a:rPr lang="en-US" altLang="zh-CN" sz="1600" b="1" dirty="0">
                <a:latin typeface="微软雅黑" pitchFamily="34" charset="-122"/>
                <a:ea typeface="微软雅黑" pitchFamily="34" charset="-122"/>
              </a:rPr>
              <a:t>FEC-1</a:t>
            </a:r>
            <a:r>
              <a:rPr lang="zh-CN" altLang="en-US" sz="1600" b="1" dirty="0">
                <a:latin typeface="微软雅黑" pitchFamily="34" charset="-122"/>
                <a:ea typeface="微软雅黑" pitchFamily="34" charset="-122"/>
              </a:rPr>
              <a:t>：所有经</a:t>
            </a:r>
            <a:r>
              <a:rPr lang="en-US" altLang="zh-CN" sz="1600" b="1" dirty="0">
                <a:latin typeface="微软雅黑" pitchFamily="34" charset="-122"/>
                <a:ea typeface="微软雅黑" pitchFamily="34" charset="-122"/>
              </a:rPr>
              <a:t>R1</a:t>
            </a:r>
            <a:r>
              <a:rPr lang="zh-CN" altLang="en-US" sz="1600" b="1" dirty="0">
                <a:latin typeface="微软雅黑" pitchFamily="34" charset="-122"/>
                <a:ea typeface="微软雅黑" pitchFamily="34" charset="-122"/>
              </a:rPr>
              <a:t>发往前缀</a:t>
            </a:r>
            <a:r>
              <a:rPr lang="en-US" altLang="zh-CN" sz="1600" b="1" dirty="0">
                <a:latin typeface="微软雅黑" pitchFamily="34" charset="-122"/>
                <a:ea typeface="微软雅黑" pitchFamily="34" charset="-122"/>
              </a:rPr>
              <a:t>128.70/16</a:t>
            </a:r>
            <a:r>
              <a:rPr lang="zh-CN" altLang="en-US" sz="1600" b="1" dirty="0">
                <a:latin typeface="微软雅黑" pitchFamily="34" charset="-122"/>
                <a:ea typeface="微软雅黑" pitchFamily="34" charset="-122"/>
              </a:rPr>
              <a:t>的</a:t>
            </a:r>
            <a:r>
              <a:rPr lang="en-US" altLang="zh-CN" sz="1600" b="1" dirty="0">
                <a:latin typeface="微软雅黑" pitchFamily="34" charset="-122"/>
                <a:ea typeface="微软雅黑" pitchFamily="34" charset="-122"/>
              </a:rPr>
              <a:t>IP</a:t>
            </a:r>
            <a:r>
              <a:rPr lang="zh-CN" altLang="en-US" sz="1600" b="1" dirty="0">
                <a:latin typeface="微软雅黑" pitchFamily="34" charset="-122"/>
                <a:ea typeface="微软雅黑" pitchFamily="34" charset="-122"/>
              </a:rPr>
              <a:t>分组。</a:t>
            </a:r>
            <a:r>
              <a:rPr lang="en-US" altLang="zh-CN" sz="1600" b="1" dirty="0">
                <a:latin typeface="微软雅黑" pitchFamily="34" charset="-122"/>
                <a:ea typeface="微软雅黑" pitchFamily="34" charset="-122"/>
              </a:rPr>
              <a:t>FEC-2</a:t>
            </a:r>
            <a:r>
              <a:rPr lang="zh-CN" altLang="en-US" sz="1600" b="1" dirty="0">
                <a:latin typeface="微软雅黑" pitchFamily="34" charset="-122"/>
                <a:ea typeface="微软雅黑" pitchFamily="34" charset="-122"/>
              </a:rPr>
              <a:t>：所有经</a:t>
            </a:r>
            <a:r>
              <a:rPr lang="en-US" altLang="zh-CN" sz="1600" b="1" dirty="0">
                <a:latin typeface="微软雅黑" pitchFamily="34" charset="-122"/>
                <a:ea typeface="微软雅黑" pitchFamily="34" charset="-122"/>
              </a:rPr>
              <a:t>R1</a:t>
            </a:r>
            <a:r>
              <a:rPr lang="zh-CN" altLang="en-US" sz="1600" b="1" dirty="0">
                <a:latin typeface="微软雅黑" pitchFamily="34" charset="-122"/>
                <a:ea typeface="微软雅黑" pitchFamily="34" charset="-122"/>
              </a:rPr>
              <a:t>发往前缀</a:t>
            </a:r>
            <a:r>
              <a:rPr lang="en-US" altLang="zh-CN" sz="1600" b="1" dirty="0">
                <a:latin typeface="微软雅黑" pitchFamily="34" charset="-122"/>
                <a:ea typeface="微软雅黑" pitchFamily="34" charset="-122"/>
              </a:rPr>
              <a:t>165.60/16</a:t>
            </a:r>
            <a:r>
              <a:rPr lang="zh-CN" altLang="en-US" sz="1600" b="1" dirty="0">
                <a:latin typeface="微软雅黑" pitchFamily="34" charset="-122"/>
                <a:ea typeface="微软雅黑" pitchFamily="34" charset="-122"/>
              </a:rPr>
              <a:t>的</a:t>
            </a:r>
            <a:r>
              <a:rPr lang="en-US" altLang="zh-CN" sz="1600" b="1" dirty="0">
                <a:latin typeface="微软雅黑" pitchFamily="34" charset="-122"/>
                <a:ea typeface="微软雅黑" pitchFamily="34" charset="-122"/>
              </a:rPr>
              <a:t>IP</a:t>
            </a:r>
            <a:r>
              <a:rPr lang="zh-CN" altLang="en-US" sz="1600" b="1" dirty="0">
                <a:latin typeface="微软雅黑" pitchFamily="34" charset="-122"/>
                <a:ea typeface="微软雅黑" pitchFamily="34" charset="-122"/>
              </a:rPr>
              <a:t>分组。</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39054290"/>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8E8955-F096-BBCD-1556-671E816298EF}"/>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FA2074A5-0957-6462-621F-F65D33310553}"/>
              </a:ext>
            </a:extLst>
          </p:cNvPr>
          <p:cNvSpPr/>
          <p:nvPr/>
        </p:nvSpPr>
        <p:spPr>
          <a:xfrm>
            <a:off x="545144" y="582235"/>
            <a:ext cx="8053712" cy="318509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107" name="文本框 3344">
            <a:extLst>
              <a:ext uri="{FF2B5EF4-FFF2-40B4-BE49-F238E27FC236}">
                <a16:creationId xmlns:a16="http://schemas.microsoft.com/office/drawing/2014/main" id="{295D6A85-CFB8-DBDD-8EE8-B6A70CDC6B6A}"/>
              </a:ext>
            </a:extLst>
          </p:cNvPr>
          <p:cNvSpPr txBox="1">
            <a:spLocks noChangeArrowheads="1"/>
          </p:cNvSpPr>
          <p:nvPr/>
        </p:nvSpPr>
        <p:spPr bwMode="auto">
          <a:xfrm>
            <a:off x="6390054" y="4416035"/>
            <a:ext cx="216703" cy="2986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400" b="1">
                <a:ea typeface="微软雅黑" panose="020B0503020204020204" pitchFamily="34" charset="-122"/>
                <a:sym typeface="Symbol" panose="05050102010706020507" pitchFamily="18" charset="2"/>
              </a:rPr>
              <a:t> </a:t>
            </a:r>
            <a:endParaRPr lang="zh-CN" altLang="en-US" sz="1400" b="1">
              <a:ea typeface="微软雅黑" panose="020B0503020204020204" pitchFamily="34" charset="-122"/>
            </a:endParaRPr>
          </a:p>
        </p:txBody>
      </p:sp>
      <p:grpSp>
        <p:nvGrpSpPr>
          <p:cNvPr id="3" name="组合 2">
            <a:extLst>
              <a:ext uri="{FF2B5EF4-FFF2-40B4-BE49-F238E27FC236}">
                <a16:creationId xmlns:a16="http://schemas.microsoft.com/office/drawing/2014/main" id="{325EE085-2B1B-937D-A155-D53FDB0E5FAA}"/>
              </a:ext>
            </a:extLst>
          </p:cNvPr>
          <p:cNvGrpSpPr/>
          <p:nvPr/>
        </p:nvGrpSpPr>
        <p:grpSpPr>
          <a:xfrm>
            <a:off x="1101908" y="580438"/>
            <a:ext cx="6726624" cy="3135379"/>
            <a:chOff x="621252" y="992379"/>
            <a:chExt cx="7913675" cy="3688681"/>
          </a:xfrm>
        </p:grpSpPr>
        <p:sp>
          <p:nvSpPr>
            <p:cNvPr id="57" name="矩形 3302">
              <a:extLst>
                <a:ext uri="{FF2B5EF4-FFF2-40B4-BE49-F238E27FC236}">
                  <a16:creationId xmlns:a16="http://schemas.microsoft.com/office/drawing/2014/main" id="{8AC87BCE-5287-F874-83B2-6733ADEE99A3}"/>
                </a:ext>
              </a:extLst>
            </p:cNvPr>
            <p:cNvSpPr>
              <a:spLocks noChangeArrowheads="1"/>
            </p:cNvSpPr>
            <p:nvPr/>
          </p:nvSpPr>
          <p:spPr bwMode="auto">
            <a:xfrm>
              <a:off x="3871115" y="1240095"/>
              <a:ext cx="1129386"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9" name="矩形 3283">
              <a:extLst>
                <a:ext uri="{FF2B5EF4-FFF2-40B4-BE49-F238E27FC236}">
                  <a16:creationId xmlns:a16="http://schemas.microsoft.com/office/drawing/2014/main" id="{B73E0D9E-9D79-AA23-4E07-2BA23B84477F}"/>
                </a:ext>
              </a:extLst>
            </p:cNvPr>
            <p:cNvSpPr>
              <a:spLocks noChangeArrowheads="1"/>
            </p:cNvSpPr>
            <p:nvPr/>
          </p:nvSpPr>
          <p:spPr bwMode="auto">
            <a:xfrm>
              <a:off x="6231795" y="1240095"/>
              <a:ext cx="1100612"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111" name="矩形 3283">
              <a:extLst>
                <a:ext uri="{FF2B5EF4-FFF2-40B4-BE49-F238E27FC236}">
                  <a16:creationId xmlns:a16="http://schemas.microsoft.com/office/drawing/2014/main" id="{2DF040C3-4585-F790-4CBC-A0898A24C882}"/>
                </a:ext>
              </a:extLst>
            </p:cNvPr>
            <p:cNvSpPr>
              <a:spLocks noChangeArrowheads="1"/>
            </p:cNvSpPr>
            <p:nvPr/>
          </p:nvSpPr>
          <p:spPr bwMode="auto">
            <a:xfrm>
              <a:off x="6346892" y="3844193"/>
              <a:ext cx="1100612" cy="61127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68" name="矩形 3318">
              <a:extLst>
                <a:ext uri="{FF2B5EF4-FFF2-40B4-BE49-F238E27FC236}">
                  <a16:creationId xmlns:a16="http://schemas.microsoft.com/office/drawing/2014/main" id="{D24627CD-583C-86C3-9B4B-30AA07499F3F}"/>
                </a:ext>
              </a:extLst>
            </p:cNvPr>
            <p:cNvSpPr>
              <a:spLocks noChangeArrowheads="1"/>
            </p:cNvSpPr>
            <p:nvPr/>
          </p:nvSpPr>
          <p:spPr bwMode="auto">
            <a:xfrm>
              <a:off x="1340188" y="1267208"/>
              <a:ext cx="1081429"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 name="矩形 2">
              <a:extLst>
                <a:ext uri="{FF2B5EF4-FFF2-40B4-BE49-F238E27FC236}">
                  <a16:creationId xmlns:a16="http://schemas.microsoft.com/office/drawing/2014/main" id="{262DA927-007A-4F94-DF10-85CEBECE7D40}"/>
                </a:ext>
              </a:extLst>
            </p:cNvPr>
            <p:cNvSpPr>
              <a:spLocks noChangeArrowheads="1"/>
            </p:cNvSpPr>
            <p:nvPr/>
          </p:nvSpPr>
          <p:spPr bwMode="auto">
            <a:xfrm>
              <a:off x="1133973" y="3735741"/>
              <a:ext cx="2500954" cy="283456"/>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5" name="任意多边形: 形状 4">
              <a:extLst>
                <a:ext uri="{FF2B5EF4-FFF2-40B4-BE49-F238E27FC236}">
                  <a16:creationId xmlns:a16="http://schemas.microsoft.com/office/drawing/2014/main" id="{E636D6CA-300B-4A76-BD95-DD9BB6EC8756}"/>
                </a:ext>
              </a:extLst>
            </p:cNvPr>
            <p:cNvSpPr/>
            <p:nvPr/>
          </p:nvSpPr>
          <p:spPr bwMode="auto">
            <a:xfrm>
              <a:off x="6356483" y="3520068"/>
              <a:ext cx="1092219" cy="307288"/>
            </a:xfrm>
            <a:custGeom>
              <a:avLst/>
              <a:gdLst>
                <a:gd name="connsiteX0" fmla="*/ 645459 w 1446306"/>
                <a:gd name="connsiteY0" fmla="*/ 0 h 256988"/>
                <a:gd name="connsiteX1" fmla="*/ 0 w 1446306"/>
                <a:gd name="connsiteY1" fmla="*/ 256988 h 256988"/>
                <a:gd name="connsiteX2" fmla="*/ 1446306 w 1446306"/>
                <a:gd name="connsiteY2" fmla="*/ 256988 h 256988"/>
                <a:gd name="connsiteX3" fmla="*/ 818777 w 1446306"/>
                <a:gd name="connsiteY3" fmla="*/ 11953 h 256988"/>
                <a:gd name="connsiteX4" fmla="*/ 645459 w 1446306"/>
                <a:gd name="connsiteY4" fmla="*/ 0 h 256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06" h="256988">
                  <a:moveTo>
                    <a:pt x="645459" y="0"/>
                  </a:moveTo>
                  <a:lnTo>
                    <a:pt x="0" y="256988"/>
                  </a:lnTo>
                  <a:lnTo>
                    <a:pt x="1446306" y="256988"/>
                  </a:lnTo>
                  <a:lnTo>
                    <a:pt x="818777" y="11953"/>
                  </a:lnTo>
                  <a:lnTo>
                    <a:pt x="645459" y="0"/>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5400000" scaled="0"/>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6" name="Text Box 358">
              <a:extLst>
                <a:ext uri="{FF2B5EF4-FFF2-40B4-BE49-F238E27FC236}">
                  <a16:creationId xmlns:a16="http://schemas.microsoft.com/office/drawing/2014/main" id="{A4C11D0B-D677-00E9-DC63-4B718ADCB3E7}"/>
                </a:ext>
              </a:extLst>
            </p:cNvPr>
            <p:cNvSpPr txBox="1">
              <a:spLocks noChangeArrowheads="1"/>
            </p:cNvSpPr>
            <p:nvPr/>
          </p:nvSpPr>
          <p:spPr bwMode="auto">
            <a:xfrm>
              <a:off x="6369288" y="4234869"/>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70       0 </a:t>
              </a:r>
              <a:endParaRPr lang="zh-CN" altLang="en-US" sz="1000" b="1">
                <a:ea typeface="微软雅黑" panose="020B0503020204020204" pitchFamily="34" charset="-122"/>
              </a:endParaRPr>
            </a:p>
          </p:txBody>
        </p:sp>
        <p:cxnSp>
          <p:nvCxnSpPr>
            <p:cNvPr id="10" name="直接连接符 3288">
              <a:extLst>
                <a:ext uri="{FF2B5EF4-FFF2-40B4-BE49-F238E27FC236}">
                  <a16:creationId xmlns:a16="http://schemas.microsoft.com/office/drawing/2014/main" id="{F10A0666-080B-43B8-CA66-8FD05D580723}"/>
                </a:ext>
              </a:extLst>
            </p:cNvPr>
            <p:cNvCxnSpPr>
              <a:cxnSpLocks/>
            </p:cNvCxnSpPr>
            <p:nvPr/>
          </p:nvCxnSpPr>
          <p:spPr bwMode="auto">
            <a:xfrm>
              <a:off x="6728149" y="3858982"/>
              <a:ext cx="1199" cy="59156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 name="直接连接符 3289">
              <a:extLst>
                <a:ext uri="{FF2B5EF4-FFF2-40B4-BE49-F238E27FC236}">
                  <a16:creationId xmlns:a16="http://schemas.microsoft.com/office/drawing/2014/main" id="{8A7897DA-E448-6965-6275-CB8D02D3DDEF}"/>
                </a:ext>
              </a:extLst>
            </p:cNvPr>
            <p:cNvCxnSpPr>
              <a:cxnSpLocks/>
            </p:cNvCxnSpPr>
            <p:nvPr/>
          </p:nvCxnSpPr>
          <p:spPr bwMode="auto">
            <a:xfrm flipH="1">
              <a:off x="7078235" y="3833101"/>
              <a:ext cx="4796" cy="61004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 name="直接连接符 3285">
              <a:extLst>
                <a:ext uri="{FF2B5EF4-FFF2-40B4-BE49-F238E27FC236}">
                  <a16:creationId xmlns:a16="http://schemas.microsoft.com/office/drawing/2014/main" id="{1B007E8C-034D-7058-FBC8-1A282FE85FBA}"/>
                </a:ext>
              </a:extLst>
            </p:cNvPr>
            <p:cNvCxnSpPr>
              <a:cxnSpLocks/>
            </p:cNvCxnSpPr>
            <p:nvPr/>
          </p:nvCxnSpPr>
          <p:spPr bwMode="auto">
            <a:xfrm>
              <a:off x="6346892" y="4234869"/>
              <a:ext cx="1095816"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sp>
          <p:nvSpPr>
            <p:cNvPr id="13" name="Text Box 410">
              <a:extLst>
                <a:ext uri="{FF2B5EF4-FFF2-40B4-BE49-F238E27FC236}">
                  <a16:creationId xmlns:a16="http://schemas.microsoft.com/office/drawing/2014/main" id="{B3EED65D-6773-EC51-74E3-E0F7B3BD395D}"/>
                </a:ext>
              </a:extLst>
            </p:cNvPr>
            <p:cNvSpPr txBox="1">
              <a:spLocks noChangeArrowheads="1"/>
            </p:cNvSpPr>
            <p:nvPr/>
          </p:nvSpPr>
          <p:spPr bwMode="auto">
            <a:xfrm>
              <a:off x="4458512" y="254029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14" name="文本框 3344">
              <a:extLst>
                <a:ext uri="{FF2B5EF4-FFF2-40B4-BE49-F238E27FC236}">
                  <a16:creationId xmlns:a16="http://schemas.microsoft.com/office/drawing/2014/main" id="{4971BBBB-C7AC-4E3E-F441-0DD9970BB7B8}"/>
                </a:ext>
              </a:extLst>
            </p:cNvPr>
            <p:cNvSpPr txBox="1">
              <a:spLocks noChangeArrowheads="1"/>
            </p:cNvSpPr>
            <p:nvPr/>
          </p:nvSpPr>
          <p:spPr bwMode="auto">
            <a:xfrm>
              <a:off x="6274957" y="1715808"/>
              <a:ext cx="4247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 </a:t>
              </a:r>
              <a:endParaRPr lang="zh-CN" altLang="en-US" sz="1100" b="1">
                <a:ea typeface="微软雅黑" panose="020B0503020204020204" pitchFamily="34" charset="-122"/>
              </a:endParaRPr>
            </a:p>
          </p:txBody>
        </p:sp>
        <p:sp>
          <p:nvSpPr>
            <p:cNvPr id="15" name="任意多边形: 形状 14">
              <a:extLst>
                <a:ext uri="{FF2B5EF4-FFF2-40B4-BE49-F238E27FC236}">
                  <a16:creationId xmlns:a16="http://schemas.microsoft.com/office/drawing/2014/main" id="{D8515B0E-845B-00E8-75E1-5553BBDA2BD8}"/>
                </a:ext>
              </a:extLst>
            </p:cNvPr>
            <p:cNvSpPr/>
            <p:nvPr/>
          </p:nvSpPr>
          <p:spPr bwMode="auto">
            <a:xfrm>
              <a:off x="1335392" y="2087533"/>
              <a:ext cx="1086224" cy="539031"/>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cxnSp>
          <p:nvCxnSpPr>
            <p:cNvPr id="16" name="直接连接符 22">
              <a:extLst>
                <a:ext uri="{FF2B5EF4-FFF2-40B4-BE49-F238E27FC236}">
                  <a16:creationId xmlns:a16="http://schemas.microsoft.com/office/drawing/2014/main" id="{FBB948FE-A644-5B95-4A39-900921DE20F3}"/>
                </a:ext>
              </a:extLst>
            </p:cNvPr>
            <p:cNvCxnSpPr>
              <a:cxnSpLocks/>
            </p:cNvCxnSpPr>
            <p:nvPr/>
          </p:nvCxnSpPr>
          <p:spPr bwMode="auto">
            <a:xfrm>
              <a:off x="1910876" y="2836076"/>
              <a:ext cx="149866" cy="109685"/>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sp>
          <p:nvSpPr>
            <p:cNvPr id="17" name="任意多边形: 形状 16">
              <a:extLst>
                <a:ext uri="{FF2B5EF4-FFF2-40B4-BE49-F238E27FC236}">
                  <a16:creationId xmlns:a16="http://schemas.microsoft.com/office/drawing/2014/main" id="{D4251EA0-7F16-6234-81E7-36C42B57BB40}"/>
                </a:ext>
              </a:extLst>
            </p:cNvPr>
            <p:cNvSpPr/>
            <p:nvPr/>
          </p:nvSpPr>
          <p:spPr bwMode="auto">
            <a:xfrm>
              <a:off x="6247381" y="2052258"/>
              <a:ext cx="1091020" cy="568144"/>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18" name="Line 227">
              <a:extLst>
                <a:ext uri="{FF2B5EF4-FFF2-40B4-BE49-F238E27FC236}">
                  <a16:creationId xmlns:a16="http://schemas.microsoft.com/office/drawing/2014/main" id="{BBB443E6-ECCE-A0B6-192E-B16E230F1F9A}"/>
                </a:ext>
              </a:extLst>
            </p:cNvPr>
            <p:cNvSpPr>
              <a:spLocks noChangeShapeType="1"/>
            </p:cNvSpPr>
            <p:nvPr/>
          </p:nvSpPr>
          <p:spPr bwMode="auto">
            <a:xfrm>
              <a:off x="6807278" y="3406685"/>
              <a:ext cx="744532" cy="4313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19" name="Line 94">
              <a:extLst>
                <a:ext uri="{FF2B5EF4-FFF2-40B4-BE49-F238E27FC236}">
                  <a16:creationId xmlns:a16="http://schemas.microsoft.com/office/drawing/2014/main" id="{F3C0781A-0CB4-9225-5EC1-18905B0AF043}"/>
                </a:ext>
              </a:extLst>
            </p:cNvPr>
            <p:cNvSpPr>
              <a:spLocks noChangeShapeType="1"/>
            </p:cNvSpPr>
            <p:nvPr/>
          </p:nvSpPr>
          <p:spPr bwMode="auto">
            <a:xfrm>
              <a:off x="4506545" y="2815124"/>
              <a:ext cx="2300733" cy="59156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0" name="Line 227">
              <a:extLst>
                <a:ext uri="{FF2B5EF4-FFF2-40B4-BE49-F238E27FC236}">
                  <a16:creationId xmlns:a16="http://schemas.microsoft.com/office/drawing/2014/main" id="{F0382344-CB50-C033-3886-598BFB6A733D}"/>
                </a:ext>
              </a:extLst>
            </p:cNvPr>
            <p:cNvSpPr>
              <a:spLocks noChangeShapeType="1"/>
            </p:cNvSpPr>
            <p:nvPr/>
          </p:nvSpPr>
          <p:spPr bwMode="auto">
            <a:xfrm flipV="1">
              <a:off x="6790493" y="2741179"/>
              <a:ext cx="761317" cy="98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1" name="Line 89">
              <a:extLst>
                <a:ext uri="{FF2B5EF4-FFF2-40B4-BE49-F238E27FC236}">
                  <a16:creationId xmlns:a16="http://schemas.microsoft.com/office/drawing/2014/main" id="{897A4832-4DA6-5CA4-68CD-7CE227AE6401}"/>
                </a:ext>
              </a:extLst>
            </p:cNvPr>
            <p:cNvSpPr>
              <a:spLocks noChangeShapeType="1"/>
            </p:cNvSpPr>
            <p:nvPr/>
          </p:nvSpPr>
          <p:spPr bwMode="auto">
            <a:xfrm>
              <a:off x="1010485" y="2736250"/>
              <a:ext cx="7661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2" name="Line 94">
              <a:extLst>
                <a:ext uri="{FF2B5EF4-FFF2-40B4-BE49-F238E27FC236}">
                  <a16:creationId xmlns:a16="http://schemas.microsoft.com/office/drawing/2014/main" id="{55C5BEFC-CFDD-EB90-F61C-2908D7D4CAA5}"/>
                </a:ext>
              </a:extLst>
            </p:cNvPr>
            <p:cNvSpPr>
              <a:spLocks noChangeShapeType="1"/>
            </p:cNvSpPr>
            <p:nvPr/>
          </p:nvSpPr>
          <p:spPr bwMode="auto">
            <a:xfrm>
              <a:off x="4558098" y="2737482"/>
              <a:ext cx="2249180" cy="739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3" name="Line 98">
              <a:extLst>
                <a:ext uri="{FF2B5EF4-FFF2-40B4-BE49-F238E27FC236}">
                  <a16:creationId xmlns:a16="http://schemas.microsoft.com/office/drawing/2014/main" id="{9BD3C175-7385-02E5-E01C-105821AF8DE6}"/>
                </a:ext>
              </a:extLst>
            </p:cNvPr>
            <p:cNvSpPr>
              <a:spLocks noChangeShapeType="1"/>
            </p:cNvSpPr>
            <p:nvPr/>
          </p:nvSpPr>
          <p:spPr bwMode="auto">
            <a:xfrm flipH="1">
              <a:off x="1958832" y="2741179"/>
              <a:ext cx="2355885" cy="1232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4" name="Line 345">
              <a:extLst>
                <a:ext uri="{FF2B5EF4-FFF2-40B4-BE49-F238E27FC236}">
                  <a16:creationId xmlns:a16="http://schemas.microsoft.com/office/drawing/2014/main" id="{F3B9812E-347D-0553-1A8E-3C69BA37F678}"/>
                </a:ext>
              </a:extLst>
            </p:cNvPr>
            <p:cNvSpPr>
              <a:spLocks noChangeShapeType="1"/>
            </p:cNvSpPr>
            <p:nvPr/>
          </p:nvSpPr>
          <p:spPr bwMode="auto">
            <a:xfrm flipV="1">
              <a:off x="1306618" y="2887837"/>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5" name="Text Box 350">
              <a:extLst>
                <a:ext uri="{FF2B5EF4-FFF2-40B4-BE49-F238E27FC236}">
                  <a16:creationId xmlns:a16="http://schemas.microsoft.com/office/drawing/2014/main" id="{3E466C26-6269-73E3-8951-4BCE6242E5C6}"/>
                </a:ext>
              </a:extLst>
            </p:cNvPr>
            <p:cNvSpPr txBox="1">
              <a:spLocks noChangeArrowheads="1"/>
            </p:cNvSpPr>
            <p:nvPr/>
          </p:nvSpPr>
          <p:spPr bwMode="auto">
            <a:xfrm>
              <a:off x="2877208" y="2067047"/>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26" name="AutoShape 354">
              <a:extLst>
                <a:ext uri="{FF2B5EF4-FFF2-40B4-BE49-F238E27FC236}">
                  <a16:creationId xmlns:a16="http://schemas.microsoft.com/office/drawing/2014/main" id="{DAB35929-26B7-6D5E-6EB0-3314E901C1F8}"/>
                </a:ext>
              </a:extLst>
            </p:cNvPr>
            <p:cNvSpPr>
              <a:spLocks noChangeArrowheads="1"/>
            </p:cNvSpPr>
            <p:nvPr/>
          </p:nvSpPr>
          <p:spPr bwMode="auto">
            <a:xfrm>
              <a:off x="1817359" y="3182385"/>
              <a:ext cx="890800" cy="262505"/>
            </a:xfrm>
            <a:prstGeom prst="wedgeRoundRectCallout">
              <a:avLst>
                <a:gd name="adj1" fmla="val 73259"/>
                <a:gd name="adj2" fmla="val -135176"/>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27" name="Text Box 355">
              <a:extLst>
                <a:ext uri="{FF2B5EF4-FFF2-40B4-BE49-F238E27FC236}">
                  <a16:creationId xmlns:a16="http://schemas.microsoft.com/office/drawing/2014/main" id="{C561C1F4-160C-9786-9AC3-9A163EDED948}"/>
                </a:ext>
              </a:extLst>
            </p:cNvPr>
            <p:cNvSpPr txBox="1">
              <a:spLocks noChangeArrowheads="1"/>
            </p:cNvSpPr>
            <p:nvPr/>
          </p:nvSpPr>
          <p:spPr bwMode="auto">
            <a:xfrm>
              <a:off x="1753390" y="3200871"/>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 </a:t>
              </a:r>
              <a:r>
                <a:rPr lang="zh-CN" altLang="en-US" sz="1000" b="1">
                  <a:ea typeface="微软雅黑" panose="020B0503020204020204" pitchFamily="34" charset="-122"/>
                </a:rPr>
                <a:t>压入标签</a:t>
              </a:r>
            </a:p>
          </p:txBody>
        </p:sp>
        <p:sp>
          <p:nvSpPr>
            <p:cNvPr id="28" name="Text Box 370">
              <a:extLst>
                <a:ext uri="{FF2B5EF4-FFF2-40B4-BE49-F238E27FC236}">
                  <a16:creationId xmlns:a16="http://schemas.microsoft.com/office/drawing/2014/main" id="{38C88AA0-086C-55FE-D8FA-DAA9CF2F6FAD}"/>
                </a:ext>
              </a:extLst>
            </p:cNvPr>
            <p:cNvSpPr txBox="1">
              <a:spLocks noChangeArrowheads="1"/>
            </p:cNvSpPr>
            <p:nvPr/>
          </p:nvSpPr>
          <p:spPr bwMode="auto">
            <a:xfrm>
              <a:off x="1421169" y="2507020"/>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a:t>
              </a:r>
            </a:p>
          </p:txBody>
        </p:sp>
        <p:sp>
          <p:nvSpPr>
            <p:cNvPr id="29" name="Text Box 411">
              <a:extLst>
                <a:ext uri="{FF2B5EF4-FFF2-40B4-BE49-F238E27FC236}">
                  <a16:creationId xmlns:a16="http://schemas.microsoft.com/office/drawing/2014/main" id="{AF983731-A0F3-5205-8684-976CC59B92C9}"/>
                </a:ext>
              </a:extLst>
            </p:cNvPr>
            <p:cNvSpPr txBox="1">
              <a:spLocks noChangeArrowheads="1"/>
            </p:cNvSpPr>
            <p:nvPr/>
          </p:nvSpPr>
          <p:spPr bwMode="auto">
            <a:xfrm>
              <a:off x="4451319" y="2818822"/>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sp>
          <p:nvSpPr>
            <p:cNvPr id="30" name="Rectangle 414">
              <a:extLst>
                <a:ext uri="{FF2B5EF4-FFF2-40B4-BE49-F238E27FC236}">
                  <a16:creationId xmlns:a16="http://schemas.microsoft.com/office/drawing/2014/main" id="{C2FD6EC4-087A-87EE-34A1-0DFADFAF21DD}"/>
                </a:ext>
              </a:extLst>
            </p:cNvPr>
            <p:cNvSpPr>
              <a:spLocks noChangeArrowheads="1"/>
            </p:cNvSpPr>
            <p:nvPr/>
          </p:nvSpPr>
          <p:spPr bwMode="auto">
            <a:xfrm rot="10800000">
              <a:off x="2385649" y="2811427"/>
              <a:ext cx="451994"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31" name="Rectangle 415">
              <a:extLst>
                <a:ext uri="{FF2B5EF4-FFF2-40B4-BE49-F238E27FC236}">
                  <a16:creationId xmlns:a16="http://schemas.microsoft.com/office/drawing/2014/main" id="{13B154AC-122E-245B-A338-C4F866B2D4CC}"/>
                </a:ext>
              </a:extLst>
            </p:cNvPr>
            <p:cNvSpPr>
              <a:spLocks noChangeArrowheads="1"/>
            </p:cNvSpPr>
            <p:nvPr/>
          </p:nvSpPr>
          <p:spPr bwMode="auto">
            <a:xfrm>
              <a:off x="2834046" y="2811427"/>
              <a:ext cx="153462"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81</a:t>
              </a:r>
            </a:p>
          </p:txBody>
        </p:sp>
        <p:sp>
          <p:nvSpPr>
            <p:cNvPr id="32" name="Line 420">
              <a:extLst>
                <a:ext uri="{FF2B5EF4-FFF2-40B4-BE49-F238E27FC236}">
                  <a16:creationId xmlns:a16="http://schemas.microsoft.com/office/drawing/2014/main" id="{ACA09800-5F33-E685-FFBF-56FFA9A5AE89}"/>
                </a:ext>
              </a:extLst>
            </p:cNvPr>
            <p:cNvSpPr>
              <a:spLocks noChangeShapeType="1"/>
            </p:cNvSpPr>
            <p:nvPr/>
          </p:nvSpPr>
          <p:spPr bwMode="auto">
            <a:xfrm rot="17283846">
              <a:off x="4708858" y="2478189"/>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33" name="Text Box 370">
              <a:extLst>
                <a:ext uri="{FF2B5EF4-FFF2-40B4-BE49-F238E27FC236}">
                  <a16:creationId xmlns:a16="http://schemas.microsoft.com/office/drawing/2014/main" id="{DF4BD414-57C4-75E4-24A9-B5821D4B1A5D}"/>
                </a:ext>
              </a:extLst>
            </p:cNvPr>
            <p:cNvSpPr txBox="1">
              <a:spLocks noChangeArrowheads="1"/>
            </p:cNvSpPr>
            <p:nvPr/>
          </p:nvSpPr>
          <p:spPr bwMode="auto">
            <a:xfrm>
              <a:off x="6482422" y="3119532"/>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4</a:t>
              </a:r>
            </a:p>
          </p:txBody>
        </p:sp>
        <p:sp>
          <p:nvSpPr>
            <p:cNvPr id="34" name="Text Box 370">
              <a:extLst>
                <a:ext uri="{FF2B5EF4-FFF2-40B4-BE49-F238E27FC236}">
                  <a16:creationId xmlns:a16="http://schemas.microsoft.com/office/drawing/2014/main" id="{4EEBD494-FF95-6637-A9A5-D38146B3B525}"/>
                </a:ext>
              </a:extLst>
            </p:cNvPr>
            <p:cNvSpPr txBox="1">
              <a:spLocks noChangeArrowheads="1"/>
            </p:cNvSpPr>
            <p:nvPr/>
          </p:nvSpPr>
          <p:spPr bwMode="auto">
            <a:xfrm>
              <a:off x="6362531" y="2515647"/>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a:t>
              </a:r>
            </a:p>
          </p:txBody>
        </p:sp>
        <p:sp>
          <p:nvSpPr>
            <p:cNvPr id="35" name="Text Box 370">
              <a:extLst>
                <a:ext uri="{FF2B5EF4-FFF2-40B4-BE49-F238E27FC236}">
                  <a16:creationId xmlns:a16="http://schemas.microsoft.com/office/drawing/2014/main" id="{B30E7A8A-2024-598A-26F5-93FD0C0F1BA8}"/>
                </a:ext>
              </a:extLst>
            </p:cNvPr>
            <p:cNvSpPr txBox="1">
              <a:spLocks noChangeArrowheads="1"/>
            </p:cNvSpPr>
            <p:nvPr/>
          </p:nvSpPr>
          <p:spPr bwMode="auto">
            <a:xfrm>
              <a:off x="3959290" y="2492231"/>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a:t>
              </a:r>
            </a:p>
          </p:txBody>
        </p:sp>
        <p:sp>
          <p:nvSpPr>
            <p:cNvPr id="36" name="Text Box 353">
              <a:extLst>
                <a:ext uri="{FF2B5EF4-FFF2-40B4-BE49-F238E27FC236}">
                  <a16:creationId xmlns:a16="http://schemas.microsoft.com/office/drawing/2014/main" id="{2E420DDA-453F-44BF-18C8-2D944A786715}"/>
                </a:ext>
              </a:extLst>
            </p:cNvPr>
            <p:cNvSpPr txBox="1">
              <a:spLocks noChangeArrowheads="1"/>
            </p:cNvSpPr>
            <p:nvPr/>
          </p:nvSpPr>
          <p:spPr bwMode="auto">
            <a:xfrm>
              <a:off x="621252" y="2930971"/>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grpSp>
          <p:nvGrpSpPr>
            <p:cNvPr id="37" name="组合 3255">
              <a:extLst>
                <a:ext uri="{FF2B5EF4-FFF2-40B4-BE49-F238E27FC236}">
                  <a16:creationId xmlns:a16="http://schemas.microsoft.com/office/drawing/2014/main" id="{86D2737E-E4AE-ECA0-1D00-0F85963DBD03}"/>
                </a:ext>
              </a:extLst>
            </p:cNvPr>
            <p:cNvGrpSpPr>
              <a:grpSpLocks/>
            </p:cNvGrpSpPr>
            <p:nvPr/>
          </p:nvGrpSpPr>
          <p:grpSpPr bwMode="auto">
            <a:xfrm>
              <a:off x="7545815" y="2592057"/>
              <a:ext cx="989112" cy="547193"/>
              <a:chOff x="9866202" y="1510266"/>
              <a:chExt cx="1309687" cy="703263"/>
            </a:xfrm>
          </p:grpSpPr>
          <p:pic>
            <p:nvPicPr>
              <p:cNvPr id="217" name="Picture 226">
                <a:extLst>
                  <a:ext uri="{FF2B5EF4-FFF2-40B4-BE49-F238E27FC236}">
                    <a16:creationId xmlns:a16="http://schemas.microsoft.com/office/drawing/2014/main" id="{0296DAFD-FB52-44CD-F067-182EC08C258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8" name="Text Box 353">
                <a:extLst>
                  <a:ext uri="{FF2B5EF4-FFF2-40B4-BE49-F238E27FC236}">
                    <a16:creationId xmlns:a16="http://schemas.microsoft.com/office/drawing/2014/main" id="{16268100-AF2C-8E32-BA83-019656075267}"/>
                  </a:ext>
                </a:extLst>
              </p:cNvPr>
              <p:cNvSpPr txBox="1">
                <a:spLocks noChangeArrowheads="1"/>
              </p:cNvSpPr>
              <p:nvPr/>
            </p:nvSpPr>
            <p:spPr bwMode="auto">
              <a:xfrm>
                <a:off x="10012484" y="1711881"/>
                <a:ext cx="1091736" cy="34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a:t>
                </a:r>
                <a:endParaRPr lang="zh-CN" altLang="en-US" sz="1000" b="1">
                  <a:ea typeface="微软雅黑" panose="020B0503020204020204" pitchFamily="34" charset="-122"/>
                </a:endParaRPr>
              </a:p>
            </p:txBody>
          </p:sp>
        </p:grpSp>
        <p:grpSp>
          <p:nvGrpSpPr>
            <p:cNvPr id="38" name="组合 3161">
              <a:extLst>
                <a:ext uri="{FF2B5EF4-FFF2-40B4-BE49-F238E27FC236}">
                  <a16:creationId xmlns:a16="http://schemas.microsoft.com/office/drawing/2014/main" id="{2F8D4148-DE89-9BDC-9C36-E4440A70580D}"/>
                </a:ext>
              </a:extLst>
            </p:cNvPr>
            <p:cNvGrpSpPr>
              <a:grpSpLocks/>
            </p:cNvGrpSpPr>
            <p:nvPr/>
          </p:nvGrpSpPr>
          <p:grpSpPr bwMode="auto">
            <a:xfrm>
              <a:off x="6629838" y="2582198"/>
              <a:ext cx="302129" cy="361098"/>
              <a:chOff x="829150" y="1370013"/>
              <a:chExt cx="399575" cy="465137"/>
            </a:xfrm>
          </p:grpSpPr>
          <p:sp>
            <p:nvSpPr>
              <p:cNvPr id="187" name="AutoShape 86">
                <a:extLst>
                  <a:ext uri="{FF2B5EF4-FFF2-40B4-BE49-F238E27FC236}">
                    <a16:creationId xmlns:a16="http://schemas.microsoft.com/office/drawing/2014/main" id="{EC7D9083-147A-DAA9-8220-A7D9209A2E84}"/>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88" name="Oval 88">
                <a:extLst>
                  <a:ext uri="{FF2B5EF4-FFF2-40B4-BE49-F238E27FC236}">
                    <a16:creationId xmlns:a16="http://schemas.microsoft.com/office/drawing/2014/main" id="{B31CFA8F-0FD3-F41C-AEF3-43309FC9642D}"/>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89" name="Rectangle 89">
                <a:extLst>
                  <a:ext uri="{FF2B5EF4-FFF2-40B4-BE49-F238E27FC236}">
                    <a16:creationId xmlns:a16="http://schemas.microsoft.com/office/drawing/2014/main" id="{040B479C-643F-B962-52AD-FB0F9BA9272B}"/>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90" name="Oval 91">
                <a:extLst>
                  <a:ext uri="{FF2B5EF4-FFF2-40B4-BE49-F238E27FC236}">
                    <a16:creationId xmlns:a16="http://schemas.microsoft.com/office/drawing/2014/main" id="{131DA8F7-B701-97F1-B848-5F3F23F33EF4}"/>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91" name="Group 110">
                <a:extLst>
                  <a:ext uri="{FF2B5EF4-FFF2-40B4-BE49-F238E27FC236}">
                    <a16:creationId xmlns:a16="http://schemas.microsoft.com/office/drawing/2014/main" id="{DD3E9E31-532A-B381-3D38-1EE24FDDB959}"/>
                  </a:ext>
                </a:extLst>
              </p:cNvPr>
              <p:cNvGrpSpPr>
                <a:grpSpLocks/>
              </p:cNvGrpSpPr>
              <p:nvPr/>
            </p:nvGrpSpPr>
            <p:grpSpPr bwMode="auto">
              <a:xfrm>
                <a:off x="898525" y="1389063"/>
                <a:ext cx="268287" cy="112712"/>
                <a:chOff x="566" y="875"/>
                <a:chExt cx="169" cy="71"/>
              </a:xfrm>
            </p:grpSpPr>
            <p:grpSp>
              <p:nvGrpSpPr>
                <p:cNvPr id="199" name="Group 100">
                  <a:extLst>
                    <a:ext uri="{FF2B5EF4-FFF2-40B4-BE49-F238E27FC236}">
                      <a16:creationId xmlns:a16="http://schemas.microsoft.com/office/drawing/2014/main" id="{638F7E53-1E7B-D3D7-5213-304467AF8F86}"/>
                    </a:ext>
                  </a:extLst>
                </p:cNvPr>
                <p:cNvGrpSpPr>
                  <a:grpSpLocks/>
                </p:cNvGrpSpPr>
                <p:nvPr/>
              </p:nvGrpSpPr>
              <p:grpSpPr bwMode="auto">
                <a:xfrm>
                  <a:off x="566" y="875"/>
                  <a:ext cx="168" cy="69"/>
                  <a:chOff x="566" y="875"/>
                  <a:chExt cx="168" cy="69"/>
                </a:xfrm>
              </p:grpSpPr>
              <p:sp>
                <p:nvSpPr>
                  <p:cNvPr id="209" name="Freeform 92">
                    <a:extLst>
                      <a:ext uri="{FF2B5EF4-FFF2-40B4-BE49-F238E27FC236}">
                        <a16:creationId xmlns:a16="http://schemas.microsoft.com/office/drawing/2014/main" id="{C17BD520-EB7F-2FEE-8995-AD3D954EEFCF}"/>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0" name="Freeform 93">
                    <a:extLst>
                      <a:ext uri="{FF2B5EF4-FFF2-40B4-BE49-F238E27FC236}">
                        <a16:creationId xmlns:a16="http://schemas.microsoft.com/office/drawing/2014/main" id="{D0AEBB38-14AD-128B-C6F3-907023EC6B3D}"/>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1" name="Freeform 94">
                    <a:extLst>
                      <a:ext uri="{FF2B5EF4-FFF2-40B4-BE49-F238E27FC236}">
                        <a16:creationId xmlns:a16="http://schemas.microsoft.com/office/drawing/2014/main" id="{15C4AE95-19ED-774C-3312-14D5B71EB92C}"/>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2" name="Freeform 95">
                    <a:extLst>
                      <a:ext uri="{FF2B5EF4-FFF2-40B4-BE49-F238E27FC236}">
                        <a16:creationId xmlns:a16="http://schemas.microsoft.com/office/drawing/2014/main" id="{9D0BE34A-CB59-ADF1-4D28-0882E28EF606}"/>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3" name="Freeform 96">
                    <a:extLst>
                      <a:ext uri="{FF2B5EF4-FFF2-40B4-BE49-F238E27FC236}">
                        <a16:creationId xmlns:a16="http://schemas.microsoft.com/office/drawing/2014/main" id="{C30EE93A-B06B-0312-2832-B0345D7E7078}"/>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4" name="Freeform 97">
                    <a:extLst>
                      <a:ext uri="{FF2B5EF4-FFF2-40B4-BE49-F238E27FC236}">
                        <a16:creationId xmlns:a16="http://schemas.microsoft.com/office/drawing/2014/main" id="{A11CCD2E-D68F-2CDB-DC6E-862D835D5737}"/>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5" name="Freeform 98">
                    <a:extLst>
                      <a:ext uri="{FF2B5EF4-FFF2-40B4-BE49-F238E27FC236}">
                        <a16:creationId xmlns:a16="http://schemas.microsoft.com/office/drawing/2014/main" id="{FBAB83FE-EA72-9493-A57D-C34760BCE50F}"/>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6" name="Freeform 99">
                    <a:extLst>
                      <a:ext uri="{FF2B5EF4-FFF2-40B4-BE49-F238E27FC236}">
                        <a16:creationId xmlns:a16="http://schemas.microsoft.com/office/drawing/2014/main" id="{DCC1DC1F-6B52-56EF-0CE9-35843037CFC1}"/>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200" name="Group 109">
                  <a:extLst>
                    <a:ext uri="{FF2B5EF4-FFF2-40B4-BE49-F238E27FC236}">
                      <a16:creationId xmlns:a16="http://schemas.microsoft.com/office/drawing/2014/main" id="{04729E39-0AA7-614F-30B3-45F290B37E2B}"/>
                    </a:ext>
                  </a:extLst>
                </p:cNvPr>
                <p:cNvGrpSpPr>
                  <a:grpSpLocks/>
                </p:cNvGrpSpPr>
                <p:nvPr/>
              </p:nvGrpSpPr>
              <p:grpSpPr bwMode="auto">
                <a:xfrm>
                  <a:off x="568" y="876"/>
                  <a:ext cx="167" cy="70"/>
                  <a:chOff x="568" y="876"/>
                  <a:chExt cx="167" cy="70"/>
                </a:xfrm>
              </p:grpSpPr>
              <p:sp>
                <p:nvSpPr>
                  <p:cNvPr id="201" name="Freeform 101">
                    <a:extLst>
                      <a:ext uri="{FF2B5EF4-FFF2-40B4-BE49-F238E27FC236}">
                        <a16:creationId xmlns:a16="http://schemas.microsoft.com/office/drawing/2014/main" id="{004BF1F5-1C11-6772-9185-519A2E1B859B}"/>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2" name="Freeform 102">
                    <a:extLst>
                      <a:ext uri="{FF2B5EF4-FFF2-40B4-BE49-F238E27FC236}">
                        <a16:creationId xmlns:a16="http://schemas.microsoft.com/office/drawing/2014/main" id="{CFDD7E82-9529-7990-176E-7A437EACE967}"/>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3" name="Freeform 103">
                    <a:extLst>
                      <a:ext uri="{FF2B5EF4-FFF2-40B4-BE49-F238E27FC236}">
                        <a16:creationId xmlns:a16="http://schemas.microsoft.com/office/drawing/2014/main" id="{612A01D4-6B9C-E95D-C1BC-867C889A568E}"/>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4" name="Freeform 104">
                    <a:extLst>
                      <a:ext uri="{FF2B5EF4-FFF2-40B4-BE49-F238E27FC236}">
                        <a16:creationId xmlns:a16="http://schemas.microsoft.com/office/drawing/2014/main" id="{96845928-1F3C-EA94-4FF5-745594D22083}"/>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5" name="Freeform 105">
                    <a:extLst>
                      <a:ext uri="{FF2B5EF4-FFF2-40B4-BE49-F238E27FC236}">
                        <a16:creationId xmlns:a16="http://schemas.microsoft.com/office/drawing/2014/main" id="{329EB4CA-905C-9F97-3476-0C7788E88EF2}"/>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6" name="Freeform 106">
                    <a:extLst>
                      <a:ext uri="{FF2B5EF4-FFF2-40B4-BE49-F238E27FC236}">
                        <a16:creationId xmlns:a16="http://schemas.microsoft.com/office/drawing/2014/main" id="{A56CBDAB-8A72-3C7A-88BD-8C737134663F}"/>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7" name="Freeform 107">
                    <a:extLst>
                      <a:ext uri="{FF2B5EF4-FFF2-40B4-BE49-F238E27FC236}">
                        <a16:creationId xmlns:a16="http://schemas.microsoft.com/office/drawing/2014/main" id="{D16B2F63-52E0-C78F-7EED-CD16EC73881F}"/>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8" name="Freeform 108">
                    <a:extLst>
                      <a:ext uri="{FF2B5EF4-FFF2-40B4-BE49-F238E27FC236}">
                        <a16:creationId xmlns:a16="http://schemas.microsoft.com/office/drawing/2014/main" id="{B0AAC6AE-EAC1-5D52-0A69-FAFFC3C1D82E}"/>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92" name="Line 111">
                <a:extLst>
                  <a:ext uri="{FF2B5EF4-FFF2-40B4-BE49-F238E27FC236}">
                    <a16:creationId xmlns:a16="http://schemas.microsoft.com/office/drawing/2014/main" id="{08127A1B-DABD-EB83-D3DD-E17F3EB9428C}"/>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93" name="Line 112">
                <a:extLst>
                  <a:ext uri="{FF2B5EF4-FFF2-40B4-BE49-F238E27FC236}">
                    <a16:creationId xmlns:a16="http://schemas.microsoft.com/office/drawing/2014/main" id="{E5899D30-964F-9809-BE88-30EF80E59771}"/>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94" name="Group 150">
                <a:extLst>
                  <a:ext uri="{FF2B5EF4-FFF2-40B4-BE49-F238E27FC236}">
                    <a16:creationId xmlns:a16="http://schemas.microsoft.com/office/drawing/2014/main" id="{10437017-F5A8-E36C-11F8-0B9E77F95713}"/>
                  </a:ext>
                </a:extLst>
              </p:cNvPr>
              <p:cNvGrpSpPr>
                <a:grpSpLocks/>
              </p:cNvGrpSpPr>
              <p:nvPr/>
            </p:nvGrpSpPr>
            <p:grpSpPr bwMode="auto">
              <a:xfrm>
                <a:off x="871778" y="1539380"/>
                <a:ext cx="298450" cy="168771"/>
                <a:chOff x="465" y="2127"/>
                <a:chExt cx="188" cy="171"/>
              </a:xfrm>
            </p:grpSpPr>
            <p:sp>
              <p:nvSpPr>
                <p:cNvPr id="195" name="Freeform 146">
                  <a:extLst>
                    <a:ext uri="{FF2B5EF4-FFF2-40B4-BE49-F238E27FC236}">
                      <a16:creationId xmlns:a16="http://schemas.microsoft.com/office/drawing/2014/main" id="{0B453CA7-3638-162C-1082-1F7778AAA18B}"/>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6" name="Freeform 147">
                  <a:extLst>
                    <a:ext uri="{FF2B5EF4-FFF2-40B4-BE49-F238E27FC236}">
                      <a16:creationId xmlns:a16="http://schemas.microsoft.com/office/drawing/2014/main" id="{473EE14E-DD29-A905-D3FE-750546F7E461}"/>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7" name="Freeform 148">
                  <a:extLst>
                    <a:ext uri="{FF2B5EF4-FFF2-40B4-BE49-F238E27FC236}">
                      <a16:creationId xmlns:a16="http://schemas.microsoft.com/office/drawing/2014/main" id="{3BDF9DCB-157D-F95C-E108-8643F7ED7318}"/>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8" name="Freeform 149">
                  <a:extLst>
                    <a:ext uri="{FF2B5EF4-FFF2-40B4-BE49-F238E27FC236}">
                      <a16:creationId xmlns:a16="http://schemas.microsoft.com/office/drawing/2014/main" id="{F75E6FE1-B747-E3BC-0D9F-1DC27511496B}"/>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39" name="组合 3163">
              <a:extLst>
                <a:ext uri="{FF2B5EF4-FFF2-40B4-BE49-F238E27FC236}">
                  <a16:creationId xmlns:a16="http://schemas.microsoft.com/office/drawing/2014/main" id="{59FF3956-205C-CC1A-E395-118FF8D086CC}"/>
                </a:ext>
              </a:extLst>
            </p:cNvPr>
            <p:cNvGrpSpPr>
              <a:grpSpLocks/>
            </p:cNvGrpSpPr>
            <p:nvPr/>
          </p:nvGrpSpPr>
          <p:grpSpPr bwMode="auto">
            <a:xfrm>
              <a:off x="1705860" y="2610543"/>
              <a:ext cx="300929" cy="361099"/>
              <a:chOff x="829150" y="1370013"/>
              <a:chExt cx="399575" cy="465137"/>
            </a:xfrm>
          </p:grpSpPr>
          <p:sp>
            <p:nvSpPr>
              <p:cNvPr id="157" name="AutoShape 86">
                <a:extLst>
                  <a:ext uri="{FF2B5EF4-FFF2-40B4-BE49-F238E27FC236}">
                    <a16:creationId xmlns:a16="http://schemas.microsoft.com/office/drawing/2014/main" id="{E98C2597-32ED-6CEC-2B94-D84AEEBBA27B}"/>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58" name="Oval 88">
                <a:extLst>
                  <a:ext uri="{FF2B5EF4-FFF2-40B4-BE49-F238E27FC236}">
                    <a16:creationId xmlns:a16="http://schemas.microsoft.com/office/drawing/2014/main" id="{4FE6497D-7F15-C472-7623-8CF31969B68A}"/>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59" name="Rectangle 89">
                <a:extLst>
                  <a:ext uri="{FF2B5EF4-FFF2-40B4-BE49-F238E27FC236}">
                    <a16:creationId xmlns:a16="http://schemas.microsoft.com/office/drawing/2014/main" id="{326D7BEE-AEB8-E3EA-7F4D-76667A6D8B0B}"/>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60" name="Oval 91">
                <a:extLst>
                  <a:ext uri="{FF2B5EF4-FFF2-40B4-BE49-F238E27FC236}">
                    <a16:creationId xmlns:a16="http://schemas.microsoft.com/office/drawing/2014/main" id="{C297E7AF-4E66-1A4A-6875-45CC50C0B9CA}"/>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61" name="Group 110">
                <a:extLst>
                  <a:ext uri="{FF2B5EF4-FFF2-40B4-BE49-F238E27FC236}">
                    <a16:creationId xmlns:a16="http://schemas.microsoft.com/office/drawing/2014/main" id="{E69F3F47-7EC3-349A-8C18-9A079A3059B4}"/>
                  </a:ext>
                </a:extLst>
              </p:cNvPr>
              <p:cNvGrpSpPr>
                <a:grpSpLocks/>
              </p:cNvGrpSpPr>
              <p:nvPr/>
            </p:nvGrpSpPr>
            <p:grpSpPr bwMode="auto">
              <a:xfrm>
                <a:off x="898525" y="1389063"/>
                <a:ext cx="268287" cy="112712"/>
                <a:chOff x="566" y="875"/>
                <a:chExt cx="169" cy="71"/>
              </a:xfrm>
            </p:grpSpPr>
            <p:grpSp>
              <p:nvGrpSpPr>
                <p:cNvPr id="169" name="Group 100">
                  <a:extLst>
                    <a:ext uri="{FF2B5EF4-FFF2-40B4-BE49-F238E27FC236}">
                      <a16:creationId xmlns:a16="http://schemas.microsoft.com/office/drawing/2014/main" id="{A448EF36-C0D5-DF15-1726-5000AADDBABB}"/>
                    </a:ext>
                  </a:extLst>
                </p:cNvPr>
                <p:cNvGrpSpPr>
                  <a:grpSpLocks/>
                </p:cNvGrpSpPr>
                <p:nvPr/>
              </p:nvGrpSpPr>
              <p:grpSpPr bwMode="auto">
                <a:xfrm>
                  <a:off x="566" y="875"/>
                  <a:ext cx="168" cy="69"/>
                  <a:chOff x="566" y="875"/>
                  <a:chExt cx="168" cy="69"/>
                </a:xfrm>
              </p:grpSpPr>
              <p:sp>
                <p:nvSpPr>
                  <p:cNvPr id="179" name="Freeform 92">
                    <a:extLst>
                      <a:ext uri="{FF2B5EF4-FFF2-40B4-BE49-F238E27FC236}">
                        <a16:creationId xmlns:a16="http://schemas.microsoft.com/office/drawing/2014/main" id="{24623215-83C4-C23A-37AB-62F72DB7E419}"/>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0" name="Freeform 93">
                    <a:extLst>
                      <a:ext uri="{FF2B5EF4-FFF2-40B4-BE49-F238E27FC236}">
                        <a16:creationId xmlns:a16="http://schemas.microsoft.com/office/drawing/2014/main" id="{A02D08F2-9B9B-E0E6-357D-B9982268D769}"/>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1" name="Freeform 94">
                    <a:extLst>
                      <a:ext uri="{FF2B5EF4-FFF2-40B4-BE49-F238E27FC236}">
                        <a16:creationId xmlns:a16="http://schemas.microsoft.com/office/drawing/2014/main" id="{3DA7DE22-EC0B-0EC0-30A9-16FB62E72B4C}"/>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2" name="Freeform 95">
                    <a:extLst>
                      <a:ext uri="{FF2B5EF4-FFF2-40B4-BE49-F238E27FC236}">
                        <a16:creationId xmlns:a16="http://schemas.microsoft.com/office/drawing/2014/main" id="{28076B68-3B66-C712-450B-B9980A79BD7C}"/>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3" name="Freeform 96">
                    <a:extLst>
                      <a:ext uri="{FF2B5EF4-FFF2-40B4-BE49-F238E27FC236}">
                        <a16:creationId xmlns:a16="http://schemas.microsoft.com/office/drawing/2014/main" id="{32D2A12E-3E74-D15F-106C-A43ED472036D}"/>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4" name="Freeform 97">
                    <a:extLst>
                      <a:ext uri="{FF2B5EF4-FFF2-40B4-BE49-F238E27FC236}">
                        <a16:creationId xmlns:a16="http://schemas.microsoft.com/office/drawing/2014/main" id="{A0054B29-CBC7-5B13-0419-E2B010E22F77}"/>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5" name="Freeform 98">
                    <a:extLst>
                      <a:ext uri="{FF2B5EF4-FFF2-40B4-BE49-F238E27FC236}">
                        <a16:creationId xmlns:a16="http://schemas.microsoft.com/office/drawing/2014/main" id="{3930C471-8FA2-96DE-30AE-133EE650EE2D}"/>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6" name="Freeform 99">
                    <a:extLst>
                      <a:ext uri="{FF2B5EF4-FFF2-40B4-BE49-F238E27FC236}">
                        <a16:creationId xmlns:a16="http://schemas.microsoft.com/office/drawing/2014/main" id="{2204D8A9-C828-69FE-DB0B-95C97373B8EF}"/>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70" name="Group 109">
                  <a:extLst>
                    <a:ext uri="{FF2B5EF4-FFF2-40B4-BE49-F238E27FC236}">
                      <a16:creationId xmlns:a16="http://schemas.microsoft.com/office/drawing/2014/main" id="{246C3409-E2AB-13C2-75AE-50EF2B45284E}"/>
                    </a:ext>
                  </a:extLst>
                </p:cNvPr>
                <p:cNvGrpSpPr>
                  <a:grpSpLocks/>
                </p:cNvGrpSpPr>
                <p:nvPr/>
              </p:nvGrpSpPr>
              <p:grpSpPr bwMode="auto">
                <a:xfrm>
                  <a:off x="568" y="876"/>
                  <a:ext cx="167" cy="70"/>
                  <a:chOff x="568" y="876"/>
                  <a:chExt cx="167" cy="70"/>
                </a:xfrm>
              </p:grpSpPr>
              <p:sp>
                <p:nvSpPr>
                  <p:cNvPr id="171" name="Freeform 101">
                    <a:extLst>
                      <a:ext uri="{FF2B5EF4-FFF2-40B4-BE49-F238E27FC236}">
                        <a16:creationId xmlns:a16="http://schemas.microsoft.com/office/drawing/2014/main" id="{756ED534-988F-2CB2-0A98-8855C80AAC44}"/>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2" name="Freeform 102">
                    <a:extLst>
                      <a:ext uri="{FF2B5EF4-FFF2-40B4-BE49-F238E27FC236}">
                        <a16:creationId xmlns:a16="http://schemas.microsoft.com/office/drawing/2014/main" id="{ACA5CD53-ACF0-C2BD-BE34-94E30C1305EF}"/>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3" name="Freeform 103">
                    <a:extLst>
                      <a:ext uri="{FF2B5EF4-FFF2-40B4-BE49-F238E27FC236}">
                        <a16:creationId xmlns:a16="http://schemas.microsoft.com/office/drawing/2014/main" id="{527817F0-36DF-3234-173E-CD2300940A23}"/>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4" name="Freeform 104">
                    <a:extLst>
                      <a:ext uri="{FF2B5EF4-FFF2-40B4-BE49-F238E27FC236}">
                        <a16:creationId xmlns:a16="http://schemas.microsoft.com/office/drawing/2014/main" id="{86066282-E9F5-31C2-4B6B-6935A056102D}"/>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5" name="Freeform 105">
                    <a:extLst>
                      <a:ext uri="{FF2B5EF4-FFF2-40B4-BE49-F238E27FC236}">
                        <a16:creationId xmlns:a16="http://schemas.microsoft.com/office/drawing/2014/main" id="{F44AFEF1-CF35-2989-35D1-CD8321092B66}"/>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6" name="Freeform 106">
                    <a:extLst>
                      <a:ext uri="{FF2B5EF4-FFF2-40B4-BE49-F238E27FC236}">
                        <a16:creationId xmlns:a16="http://schemas.microsoft.com/office/drawing/2014/main" id="{0ECDF255-0CC0-A5B4-1C69-784C5B75E450}"/>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7" name="Freeform 107">
                    <a:extLst>
                      <a:ext uri="{FF2B5EF4-FFF2-40B4-BE49-F238E27FC236}">
                        <a16:creationId xmlns:a16="http://schemas.microsoft.com/office/drawing/2014/main" id="{D96A613B-6D77-E190-9549-1BE02358E456}"/>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8" name="Freeform 108">
                    <a:extLst>
                      <a:ext uri="{FF2B5EF4-FFF2-40B4-BE49-F238E27FC236}">
                        <a16:creationId xmlns:a16="http://schemas.microsoft.com/office/drawing/2014/main" id="{B6CA1D9F-DCE5-D140-7F15-7F4B76780296}"/>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62" name="Line 111">
                <a:extLst>
                  <a:ext uri="{FF2B5EF4-FFF2-40B4-BE49-F238E27FC236}">
                    <a16:creationId xmlns:a16="http://schemas.microsoft.com/office/drawing/2014/main" id="{D152AEA5-7715-ED6D-89A1-DA879FC9C5F4}"/>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63" name="Line 112">
                <a:extLst>
                  <a:ext uri="{FF2B5EF4-FFF2-40B4-BE49-F238E27FC236}">
                    <a16:creationId xmlns:a16="http://schemas.microsoft.com/office/drawing/2014/main" id="{F5B2E067-A73D-E83F-EE30-06A87973B9F2}"/>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64" name="Group 150">
                <a:extLst>
                  <a:ext uri="{FF2B5EF4-FFF2-40B4-BE49-F238E27FC236}">
                    <a16:creationId xmlns:a16="http://schemas.microsoft.com/office/drawing/2014/main" id="{4ABF1049-2DC1-1FE7-143A-38147FB516F4}"/>
                  </a:ext>
                </a:extLst>
              </p:cNvPr>
              <p:cNvGrpSpPr>
                <a:grpSpLocks/>
              </p:cNvGrpSpPr>
              <p:nvPr/>
            </p:nvGrpSpPr>
            <p:grpSpPr bwMode="auto">
              <a:xfrm>
                <a:off x="871778" y="1539380"/>
                <a:ext cx="298450" cy="168771"/>
                <a:chOff x="465" y="2127"/>
                <a:chExt cx="188" cy="171"/>
              </a:xfrm>
            </p:grpSpPr>
            <p:sp>
              <p:nvSpPr>
                <p:cNvPr id="165" name="Freeform 146">
                  <a:extLst>
                    <a:ext uri="{FF2B5EF4-FFF2-40B4-BE49-F238E27FC236}">
                      <a16:creationId xmlns:a16="http://schemas.microsoft.com/office/drawing/2014/main" id="{986BAD26-8A1F-D15F-EAE4-5BEB5B880A6B}"/>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6" name="Freeform 147">
                  <a:extLst>
                    <a:ext uri="{FF2B5EF4-FFF2-40B4-BE49-F238E27FC236}">
                      <a16:creationId xmlns:a16="http://schemas.microsoft.com/office/drawing/2014/main" id="{09313935-67A5-CA5E-84D7-5311C6FF962A}"/>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7" name="Freeform 148">
                  <a:extLst>
                    <a:ext uri="{FF2B5EF4-FFF2-40B4-BE49-F238E27FC236}">
                      <a16:creationId xmlns:a16="http://schemas.microsoft.com/office/drawing/2014/main" id="{EB6AB2C4-287F-84A4-1122-78EEA92AE541}"/>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8" name="Freeform 149">
                  <a:extLst>
                    <a:ext uri="{FF2B5EF4-FFF2-40B4-BE49-F238E27FC236}">
                      <a16:creationId xmlns:a16="http://schemas.microsoft.com/office/drawing/2014/main" id="{D9AA05AF-F69C-61A1-42E9-537C32695DB7}"/>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0" name="组合 3223">
              <a:extLst>
                <a:ext uri="{FF2B5EF4-FFF2-40B4-BE49-F238E27FC236}">
                  <a16:creationId xmlns:a16="http://schemas.microsoft.com/office/drawing/2014/main" id="{0B08CEAB-69AA-9689-1989-DA646253282B}"/>
                </a:ext>
              </a:extLst>
            </p:cNvPr>
            <p:cNvGrpSpPr>
              <a:grpSpLocks/>
            </p:cNvGrpSpPr>
            <p:nvPr/>
          </p:nvGrpSpPr>
          <p:grpSpPr bwMode="auto">
            <a:xfrm>
              <a:off x="6765316" y="3260027"/>
              <a:ext cx="300929" cy="361098"/>
              <a:chOff x="829150" y="1370013"/>
              <a:chExt cx="399575" cy="465137"/>
            </a:xfrm>
          </p:grpSpPr>
          <p:sp>
            <p:nvSpPr>
              <p:cNvPr id="127" name="AutoShape 86">
                <a:extLst>
                  <a:ext uri="{FF2B5EF4-FFF2-40B4-BE49-F238E27FC236}">
                    <a16:creationId xmlns:a16="http://schemas.microsoft.com/office/drawing/2014/main" id="{8FD185B9-ED09-59E4-832C-484900EAC718}"/>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28" name="Oval 88">
                <a:extLst>
                  <a:ext uri="{FF2B5EF4-FFF2-40B4-BE49-F238E27FC236}">
                    <a16:creationId xmlns:a16="http://schemas.microsoft.com/office/drawing/2014/main" id="{575D646A-985B-8D2E-6503-A891D96F2D70}"/>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29" name="Rectangle 89">
                <a:extLst>
                  <a:ext uri="{FF2B5EF4-FFF2-40B4-BE49-F238E27FC236}">
                    <a16:creationId xmlns:a16="http://schemas.microsoft.com/office/drawing/2014/main" id="{B089B7DE-7B31-4928-2DD5-BEE4456F425E}"/>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30" name="Oval 91">
                <a:extLst>
                  <a:ext uri="{FF2B5EF4-FFF2-40B4-BE49-F238E27FC236}">
                    <a16:creationId xmlns:a16="http://schemas.microsoft.com/office/drawing/2014/main" id="{DE01C095-E6E9-FB0B-0C21-FF766A8998F9}"/>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31" name="Group 110">
                <a:extLst>
                  <a:ext uri="{FF2B5EF4-FFF2-40B4-BE49-F238E27FC236}">
                    <a16:creationId xmlns:a16="http://schemas.microsoft.com/office/drawing/2014/main" id="{5EF3EE1C-945A-E20B-BF70-05A08DB563CA}"/>
                  </a:ext>
                </a:extLst>
              </p:cNvPr>
              <p:cNvGrpSpPr>
                <a:grpSpLocks/>
              </p:cNvGrpSpPr>
              <p:nvPr/>
            </p:nvGrpSpPr>
            <p:grpSpPr bwMode="auto">
              <a:xfrm>
                <a:off x="898525" y="1389063"/>
                <a:ext cx="268287" cy="112712"/>
                <a:chOff x="566" y="875"/>
                <a:chExt cx="169" cy="71"/>
              </a:xfrm>
            </p:grpSpPr>
            <p:grpSp>
              <p:nvGrpSpPr>
                <p:cNvPr id="139" name="Group 100">
                  <a:extLst>
                    <a:ext uri="{FF2B5EF4-FFF2-40B4-BE49-F238E27FC236}">
                      <a16:creationId xmlns:a16="http://schemas.microsoft.com/office/drawing/2014/main" id="{75F7878C-EC3B-FEAF-FDF5-08AE4D7D6921}"/>
                    </a:ext>
                  </a:extLst>
                </p:cNvPr>
                <p:cNvGrpSpPr>
                  <a:grpSpLocks/>
                </p:cNvGrpSpPr>
                <p:nvPr/>
              </p:nvGrpSpPr>
              <p:grpSpPr bwMode="auto">
                <a:xfrm>
                  <a:off x="566" y="875"/>
                  <a:ext cx="168" cy="69"/>
                  <a:chOff x="566" y="875"/>
                  <a:chExt cx="168" cy="69"/>
                </a:xfrm>
              </p:grpSpPr>
              <p:sp>
                <p:nvSpPr>
                  <p:cNvPr id="149" name="Freeform 92">
                    <a:extLst>
                      <a:ext uri="{FF2B5EF4-FFF2-40B4-BE49-F238E27FC236}">
                        <a16:creationId xmlns:a16="http://schemas.microsoft.com/office/drawing/2014/main" id="{6EE2975A-2BC5-591B-F168-D14EF310EC94}"/>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0" name="Freeform 93">
                    <a:extLst>
                      <a:ext uri="{FF2B5EF4-FFF2-40B4-BE49-F238E27FC236}">
                        <a16:creationId xmlns:a16="http://schemas.microsoft.com/office/drawing/2014/main" id="{5743E663-308F-72BD-28BF-A1AA9DC391E9}"/>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1" name="Freeform 94">
                    <a:extLst>
                      <a:ext uri="{FF2B5EF4-FFF2-40B4-BE49-F238E27FC236}">
                        <a16:creationId xmlns:a16="http://schemas.microsoft.com/office/drawing/2014/main" id="{8FCF0211-AC39-72D6-F7CA-401226AA4555}"/>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2" name="Freeform 95">
                    <a:extLst>
                      <a:ext uri="{FF2B5EF4-FFF2-40B4-BE49-F238E27FC236}">
                        <a16:creationId xmlns:a16="http://schemas.microsoft.com/office/drawing/2014/main" id="{6643C57F-2664-5BDD-9A9D-DBC3C08E59B8}"/>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3" name="Freeform 96">
                    <a:extLst>
                      <a:ext uri="{FF2B5EF4-FFF2-40B4-BE49-F238E27FC236}">
                        <a16:creationId xmlns:a16="http://schemas.microsoft.com/office/drawing/2014/main" id="{31DAED74-252B-CF7A-44CE-068310A0CC75}"/>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4" name="Freeform 97">
                    <a:extLst>
                      <a:ext uri="{FF2B5EF4-FFF2-40B4-BE49-F238E27FC236}">
                        <a16:creationId xmlns:a16="http://schemas.microsoft.com/office/drawing/2014/main" id="{9A78CDF7-DB0B-2CDA-0423-3DACB24CC4FD}"/>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5" name="Freeform 98">
                    <a:extLst>
                      <a:ext uri="{FF2B5EF4-FFF2-40B4-BE49-F238E27FC236}">
                        <a16:creationId xmlns:a16="http://schemas.microsoft.com/office/drawing/2014/main" id="{B60B76FC-19C2-EAC0-5E2A-E1733A10701B}"/>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6" name="Freeform 99">
                    <a:extLst>
                      <a:ext uri="{FF2B5EF4-FFF2-40B4-BE49-F238E27FC236}">
                        <a16:creationId xmlns:a16="http://schemas.microsoft.com/office/drawing/2014/main" id="{21F3801E-3841-36CB-978A-8A4F831CB635}"/>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40" name="Group 109">
                  <a:extLst>
                    <a:ext uri="{FF2B5EF4-FFF2-40B4-BE49-F238E27FC236}">
                      <a16:creationId xmlns:a16="http://schemas.microsoft.com/office/drawing/2014/main" id="{EA1E4EC7-D662-3AA3-2B7D-877F9280FE71}"/>
                    </a:ext>
                  </a:extLst>
                </p:cNvPr>
                <p:cNvGrpSpPr>
                  <a:grpSpLocks/>
                </p:cNvGrpSpPr>
                <p:nvPr/>
              </p:nvGrpSpPr>
              <p:grpSpPr bwMode="auto">
                <a:xfrm>
                  <a:off x="568" y="876"/>
                  <a:ext cx="167" cy="70"/>
                  <a:chOff x="568" y="876"/>
                  <a:chExt cx="167" cy="70"/>
                </a:xfrm>
              </p:grpSpPr>
              <p:sp>
                <p:nvSpPr>
                  <p:cNvPr id="141" name="Freeform 101">
                    <a:extLst>
                      <a:ext uri="{FF2B5EF4-FFF2-40B4-BE49-F238E27FC236}">
                        <a16:creationId xmlns:a16="http://schemas.microsoft.com/office/drawing/2014/main" id="{54EFEABA-D9BA-27FE-9816-7871ED84C0D9}"/>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2" name="Freeform 102">
                    <a:extLst>
                      <a:ext uri="{FF2B5EF4-FFF2-40B4-BE49-F238E27FC236}">
                        <a16:creationId xmlns:a16="http://schemas.microsoft.com/office/drawing/2014/main" id="{88890B67-16A3-F13E-D6EE-5F153B5DDDDD}"/>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3" name="Freeform 103">
                    <a:extLst>
                      <a:ext uri="{FF2B5EF4-FFF2-40B4-BE49-F238E27FC236}">
                        <a16:creationId xmlns:a16="http://schemas.microsoft.com/office/drawing/2014/main" id="{6C5FE052-9F0E-CFC3-1B5A-20FD2B909816}"/>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4" name="Freeform 104">
                    <a:extLst>
                      <a:ext uri="{FF2B5EF4-FFF2-40B4-BE49-F238E27FC236}">
                        <a16:creationId xmlns:a16="http://schemas.microsoft.com/office/drawing/2014/main" id="{E8660BDA-C2E3-7258-98A0-A6E1525258A1}"/>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5" name="Freeform 105">
                    <a:extLst>
                      <a:ext uri="{FF2B5EF4-FFF2-40B4-BE49-F238E27FC236}">
                        <a16:creationId xmlns:a16="http://schemas.microsoft.com/office/drawing/2014/main" id="{35690856-0CAD-39C6-3207-EEEB8AD183B6}"/>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6" name="Freeform 106">
                    <a:extLst>
                      <a:ext uri="{FF2B5EF4-FFF2-40B4-BE49-F238E27FC236}">
                        <a16:creationId xmlns:a16="http://schemas.microsoft.com/office/drawing/2014/main" id="{1440356C-CD83-B43B-63D9-845E015D581C}"/>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7" name="Freeform 107">
                    <a:extLst>
                      <a:ext uri="{FF2B5EF4-FFF2-40B4-BE49-F238E27FC236}">
                        <a16:creationId xmlns:a16="http://schemas.microsoft.com/office/drawing/2014/main" id="{DAEE0BFB-BF25-5759-5701-704182BE41E8}"/>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8" name="Freeform 108">
                    <a:extLst>
                      <a:ext uri="{FF2B5EF4-FFF2-40B4-BE49-F238E27FC236}">
                        <a16:creationId xmlns:a16="http://schemas.microsoft.com/office/drawing/2014/main" id="{5EDAAC19-2B0E-6285-13C5-3D7037C39403}"/>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32" name="Line 111">
                <a:extLst>
                  <a:ext uri="{FF2B5EF4-FFF2-40B4-BE49-F238E27FC236}">
                    <a16:creationId xmlns:a16="http://schemas.microsoft.com/office/drawing/2014/main" id="{85502B3F-104D-10BF-630E-46F451345229}"/>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33" name="Line 112">
                <a:extLst>
                  <a:ext uri="{FF2B5EF4-FFF2-40B4-BE49-F238E27FC236}">
                    <a16:creationId xmlns:a16="http://schemas.microsoft.com/office/drawing/2014/main" id="{C3DD4E11-2548-7CE1-E647-9A235103BD81}"/>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34" name="Group 150">
                <a:extLst>
                  <a:ext uri="{FF2B5EF4-FFF2-40B4-BE49-F238E27FC236}">
                    <a16:creationId xmlns:a16="http://schemas.microsoft.com/office/drawing/2014/main" id="{AEB01C0E-4AC7-C5D6-D9DD-577690B0CD99}"/>
                  </a:ext>
                </a:extLst>
              </p:cNvPr>
              <p:cNvGrpSpPr>
                <a:grpSpLocks/>
              </p:cNvGrpSpPr>
              <p:nvPr/>
            </p:nvGrpSpPr>
            <p:grpSpPr bwMode="auto">
              <a:xfrm>
                <a:off x="871778" y="1539380"/>
                <a:ext cx="298450" cy="168771"/>
                <a:chOff x="465" y="2127"/>
                <a:chExt cx="188" cy="171"/>
              </a:xfrm>
            </p:grpSpPr>
            <p:sp>
              <p:nvSpPr>
                <p:cNvPr id="135" name="Freeform 146">
                  <a:extLst>
                    <a:ext uri="{FF2B5EF4-FFF2-40B4-BE49-F238E27FC236}">
                      <a16:creationId xmlns:a16="http://schemas.microsoft.com/office/drawing/2014/main" id="{19257AD5-6EC3-1028-E4EC-C0A43935D844}"/>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6" name="Freeform 147">
                  <a:extLst>
                    <a:ext uri="{FF2B5EF4-FFF2-40B4-BE49-F238E27FC236}">
                      <a16:creationId xmlns:a16="http://schemas.microsoft.com/office/drawing/2014/main" id="{95007148-DD69-2A0D-BBCD-A5385BF57D28}"/>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7" name="Freeform 148">
                  <a:extLst>
                    <a:ext uri="{FF2B5EF4-FFF2-40B4-BE49-F238E27FC236}">
                      <a16:creationId xmlns:a16="http://schemas.microsoft.com/office/drawing/2014/main" id="{AA8D7BF9-46AC-B9F9-FF6F-719F49C94D1E}"/>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8" name="Freeform 149">
                  <a:extLst>
                    <a:ext uri="{FF2B5EF4-FFF2-40B4-BE49-F238E27FC236}">
                      <a16:creationId xmlns:a16="http://schemas.microsoft.com/office/drawing/2014/main" id="{607AC5F4-3166-C7F3-6772-57B358538628}"/>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1" name="组合 3256">
              <a:extLst>
                <a:ext uri="{FF2B5EF4-FFF2-40B4-BE49-F238E27FC236}">
                  <a16:creationId xmlns:a16="http://schemas.microsoft.com/office/drawing/2014/main" id="{A30934AE-51CC-BA09-C5C7-8763F4CF92A0}"/>
                </a:ext>
              </a:extLst>
            </p:cNvPr>
            <p:cNvGrpSpPr>
              <a:grpSpLocks/>
            </p:cNvGrpSpPr>
            <p:nvPr/>
          </p:nvGrpSpPr>
          <p:grpSpPr bwMode="auto">
            <a:xfrm>
              <a:off x="7531428" y="3202103"/>
              <a:ext cx="989112" cy="545961"/>
              <a:chOff x="9866202" y="1510266"/>
              <a:chExt cx="1309687" cy="703263"/>
            </a:xfrm>
          </p:grpSpPr>
          <p:pic>
            <p:nvPicPr>
              <p:cNvPr id="125" name="Picture 226">
                <a:extLst>
                  <a:ext uri="{FF2B5EF4-FFF2-40B4-BE49-F238E27FC236}">
                    <a16:creationId xmlns:a16="http://schemas.microsoft.com/office/drawing/2014/main" id="{A2641420-30CA-3D16-748B-791A09A6026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6" name="Text Box 353">
                <a:extLst>
                  <a:ext uri="{FF2B5EF4-FFF2-40B4-BE49-F238E27FC236}">
                    <a16:creationId xmlns:a16="http://schemas.microsoft.com/office/drawing/2014/main" id="{D6B0CB31-28F9-160D-2051-FDC88CE115F2}"/>
                  </a:ext>
                </a:extLst>
              </p:cNvPr>
              <p:cNvSpPr txBox="1">
                <a:spLocks noChangeArrowheads="1"/>
              </p:cNvSpPr>
              <p:nvPr/>
            </p:nvSpPr>
            <p:spPr bwMode="auto">
              <a:xfrm>
                <a:off x="10012484" y="1711879"/>
                <a:ext cx="1091736" cy="34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a:t>
                </a:r>
                <a:endParaRPr lang="zh-CN" altLang="en-US" sz="1000" b="1">
                  <a:ea typeface="微软雅黑" panose="020B0503020204020204" pitchFamily="34" charset="-122"/>
                </a:endParaRPr>
              </a:p>
            </p:txBody>
          </p:sp>
        </p:grpSp>
        <p:sp>
          <p:nvSpPr>
            <p:cNvPr id="42" name="Text Box 358">
              <a:extLst>
                <a:ext uri="{FF2B5EF4-FFF2-40B4-BE49-F238E27FC236}">
                  <a16:creationId xmlns:a16="http://schemas.microsoft.com/office/drawing/2014/main" id="{CFDF0684-B898-2AC2-EA64-52A223A2ECDC}"/>
                </a:ext>
              </a:extLst>
            </p:cNvPr>
            <p:cNvSpPr txBox="1">
              <a:spLocks noChangeArrowheads="1"/>
            </p:cNvSpPr>
            <p:nvPr/>
          </p:nvSpPr>
          <p:spPr bwMode="auto">
            <a:xfrm>
              <a:off x="4815975" y="2431843"/>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43" name="Text Box 358">
              <a:extLst>
                <a:ext uri="{FF2B5EF4-FFF2-40B4-BE49-F238E27FC236}">
                  <a16:creationId xmlns:a16="http://schemas.microsoft.com/office/drawing/2014/main" id="{7C0AAB6D-3475-11D8-2D50-496D59C393D5}"/>
                </a:ext>
              </a:extLst>
            </p:cNvPr>
            <p:cNvSpPr txBox="1">
              <a:spLocks noChangeArrowheads="1"/>
            </p:cNvSpPr>
            <p:nvPr/>
          </p:nvSpPr>
          <p:spPr bwMode="auto">
            <a:xfrm rot="859865">
              <a:off x="4817175" y="3135336"/>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 </a:t>
              </a:r>
              <a:r>
                <a:rPr lang="zh-CN" altLang="en-US" sz="1000" b="1">
                  <a:ea typeface="微软雅黑" panose="020B0503020204020204" pitchFamily="34" charset="-122"/>
                </a:rPr>
                <a:t>的标签是 </a:t>
              </a: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44" name="Line 420">
              <a:extLst>
                <a:ext uri="{FF2B5EF4-FFF2-40B4-BE49-F238E27FC236}">
                  <a16:creationId xmlns:a16="http://schemas.microsoft.com/office/drawing/2014/main" id="{DA7BDF51-D2BE-D0DA-46EF-3FEC6C6DBD57}"/>
                </a:ext>
              </a:extLst>
            </p:cNvPr>
            <p:cNvSpPr>
              <a:spLocks noChangeShapeType="1"/>
            </p:cNvSpPr>
            <p:nvPr/>
          </p:nvSpPr>
          <p:spPr bwMode="auto">
            <a:xfrm rot="17283846">
              <a:off x="4759966" y="2928406"/>
              <a:ext cx="11092" cy="21340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45" name="Text Box 358">
              <a:extLst>
                <a:ext uri="{FF2B5EF4-FFF2-40B4-BE49-F238E27FC236}">
                  <a16:creationId xmlns:a16="http://schemas.microsoft.com/office/drawing/2014/main" id="{0C8CFF54-ECC9-F139-73E9-CC7510E91A14}"/>
                </a:ext>
              </a:extLst>
            </p:cNvPr>
            <p:cNvSpPr txBox="1">
              <a:spLocks noChangeArrowheads="1"/>
            </p:cNvSpPr>
            <p:nvPr/>
          </p:nvSpPr>
          <p:spPr bwMode="auto">
            <a:xfrm>
              <a:off x="6254191" y="1624608"/>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80       0 </a:t>
              </a:r>
              <a:endParaRPr lang="zh-CN" altLang="en-US" sz="1000" b="1">
                <a:ea typeface="微软雅黑" panose="020B0503020204020204" pitchFamily="34" charset="-122"/>
              </a:endParaRPr>
            </a:p>
          </p:txBody>
        </p:sp>
        <p:sp>
          <p:nvSpPr>
            <p:cNvPr id="46" name="Text Box 358">
              <a:extLst>
                <a:ext uri="{FF2B5EF4-FFF2-40B4-BE49-F238E27FC236}">
                  <a16:creationId xmlns:a16="http://schemas.microsoft.com/office/drawing/2014/main" id="{19C8475D-4F89-9783-CB6B-8BF341FFB9A8}"/>
                </a:ext>
              </a:extLst>
            </p:cNvPr>
            <p:cNvSpPr txBox="1">
              <a:spLocks noChangeArrowheads="1"/>
            </p:cNvSpPr>
            <p:nvPr/>
          </p:nvSpPr>
          <p:spPr bwMode="auto">
            <a:xfrm>
              <a:off x="6157532"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47" name="Text Box 358">
              <a:extLst>
                <a:ext uri="{FF2B5EF4-FFF2-40B4-BE49-F238E27FC236}">
                  <a16:creationId xmlns:a16="http://schemas.microsoft.com/office/drawing/2014/main" id="{41134AAD-5B7F-91B2-BF99-9A7A231C3929}"/>
                </a:ext>
              </a:extLst>
            </p:cNvPr>
            <p:cNvSpPr txBox="1">
              <a:spLocks noChangeArrowheads="1"/>
            </p:cNvSpPr>
            <p:nvPr/>
          </p:nvSpPr>
          <p:spPr bwMode="auto">
            <a:xfrm>
              <a:off x="6548380"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48" name="Text Box 358">
              <a:extLst>
                <a:ext uri="{FF2B5EF4-FFF2-40B4-BE49-F238E27FC236}">
                  <a16:creationId xmlns:a16="http://schemas.microsoft.com/office/drawing/2014/main" id="{E2D0D32E-93F4-1F33-DC67-0423F37969A9}"/>
                </a:ext>
              </a:extLst>
            </p:cNvPr>
            <p:cNvSpPr txBox="1">
              <a:spLocks noChangeArrowheads="1"/>
            </p:cNvSpPr>
            <p:nvPr/>
          </p:nvSpPr>
          <p:spPr bwMode="auto">
            <a:xfrm>
              <a:off x="6888875"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0" name="组合 1">
              <a:extLst>
                <a:ext uri="{FF2B5EF4-FFF2-40B4-BE49-F238E27FC236}">
                  <a16:creationId xmlns:a16="http://schemas.microsoft.com/office/drawing/2014/main" id="{A55F3F91-D42F-FF8D-64CB-4F53C111A989}"/>
                </a:ext>
              </a:extLst>
            </p:cNvPr>
            <p:cNvGrpSpPr>
              <a:grpSpLocks/>
            </p:cNvGrpSpPr>
            <p:nvPr/>
          </p:nvGrpSpPr>
          <p:grpSpPr bwMode="auto">
            <a:xfrm>
              <a:off x="6226999" y="1624609"/>
              <a:ext cx="1100612" cy="215673"/>
              <a:chOff x="8213725" y="1520825"/>
              <a:chExt cx="2092325" cy="277813"/>
            </a:xfrm>
          </p:grpSpPr>
          <p:cxnSp>
            <p:nvCxnSpPr>
              <p:cNvPr id="123" name="直接连接符 3285">
                <a:extLst>
                  <a:ext uri="{FF2B5EF4-FFF2-40B4-BE49-F238E27FC236}">
                    <a16:creationId xmlns:a16="http://schemas.microsoft.com/office/drawing/2014/main" id="{554BD970-71B7-538B-F0A7-07CA9891D318}"/>
                  </a:ext>
                </a:extLst>
              </p:cNvPr>
              <p:cNvCxnSpPr>
                <a:cxnSpLocks/>
              </p:cNvCxnSpPr>
              <p:nvPr/>
            </p:nvCxnSpPr>
            <p:spPr bwMode="auto">
              <a:xfrm>
                <a:off x="8223250" y="1520825"/>
                <a:ext cx="208280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4" name="直接连接符 3286">
                <a:extLst>
                  <a:ext uri="{FF2B5EF4-FFF2-40B4-BE49-F238E27FC236}">
                    <a16:creationId xmlns:a16="http://schemas.microsoft.com/office/drawing/2014/main" id="{13CDF8E3-301F-FE62-6513-189366E267E4}"/>
                  </a:ext>
                </a:extLst>
              </p:cNvPr>
              <p:cNvCxnSpPr>
                <a:cxnSpLocks/>
              </p:cNvCxnSpPr>
              <p:nvPr/>
            </p:nvCxnSpPr>
            <p:spPr bwMode="auto">
              <a:xfrm>
                <a:off x="8213725" y="1798638"/>
                <a:ext cx="208280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1" name="直接连接符 3288">
              <a:extLst>
                <a:ext uri="{FF2B5EF4-FFF2-40B4-BE49-F238E27FC236}">
                  <a16:creationId xmlns:a16="http://schemas.microsoft.com/office/drawing/2014/main" id="{47F0A012-DC04-1104-E41A-39E26D940342}"/>
                </a:ext>
              </a:extLst>
            </p:cNvPr>
            <p:cNvCxnSpPr>
              <a:cxnSpLocks/>
            </p:cNvCxnSpPr>
            <p:nvPr/>
          </p:nvCxnSpPr>
          <p:spPr bwMode="auto">
            <a:xfrm>
              <a:off x="6613053" y="1254884"/>
              <a:ext cx="1199"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2" name="直接连接符 3289">
              <a:extLst>
                <a:ext uri="{FF2B5EF4-FFF2-40B4-BE49-F238E27FC236}">
                  <a16:creationId xmlns:a16="http://schemas.microsoft.com/office/drawing/2014/main" id="{ACF6AFB1-0C59-30A7-A0C1-1EEE43369E6C}"/>
                </a:ext>
              </a:extLst>
            </p:cNvPr>
            <p:cNvCxnSpPr>
              <a:cxnSpLocks/>
            </p:cNvCxnSpPr>
            <p:nvPr/>
          </p:nvCxnSpPr>
          <p:spPr bwMode="auto">
            <a:xfrm>
              <a:off x="6958343" y="1254884"/>
              <a:ext cx="47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53" name="Text Box 358">
              <a:extLst>
                <a:ext uri="{FF2B5EF4-FFF2-40B4-BE49-F238E27FC236}">
                  <a16:creationId xmlns:a16="http://schemas.microsoft.com/office/drawing/2014/main" id="{3771C7D9-5431-8741-F30D-C0C9BC51D4D4}"/>
                </a:ext>
              </a:extLst>
            </p:cNvPr>
            <p:cNvSpPr txBox="1">
              <a:spLocks noChangeArrowheads="1"/>
            </p:cNvSpPr>
            <p:nvPr/>
          </p:nvSpPr>
          <p:spPr bwMode="auto">
            <a:xfrm>
              <a:off x="3903374" y="162214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81       0</a:t>
              </a:r>
              <a:endParaRPr lang="zh-CN" altLang="en-US" sz="1000" b="1">
                <a:ea typeface="微软雅黑" panose="020B0503020204020204" pitchFamily="34" charset="-122"/>
              </a:endParaRPr>
            </a:p>
          </p:txBody>
        </p:sp>
        <p:sp>
          <p:nvSpPr>
            <p:cNvPr id="54" name="Text Box 358">
              <a:extLst>
                <a:ext uri="{FF2B5EF4-FFF2-40B4-BE49-F238E27FC236}">
                  <a16:creationId xmlns:a16="http://schemas.microsoft.com/office/drawing/2014/main" id="{103E9690-340B-EB8B-023D-70CF5A9BD88A}"/>
                </a:ext>
              </a:extLst>
            </p:cNvPr>
            <p:cNvSpPr txBox="1">
              <a:spLocks noChangeArrowheads="1"/>
            </p:cNvSpPr>
            <p:nvPr/>
          </p:nvSpPr>
          <p:spPr bwMode="auto">
            <a:xfrm>
              <a:off x="3818431" y="124132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55" name="Text Box 358">
              <a:extLst>
                <a:ext uri="{FF2B5EF4-FFF2-40B4-BE49-F238E27FC236}">
                  <a16:creationId xmlns:a16="http://schemas.microsoft.com/office/drawing/2014/main" id="{C657D449-2C68-7173-A516-044F6F20D211}"/>
                </a:ext>
              </a:extLst>
            </p:cNvPr>
            <p:cNvSpPr txBox="1">
              <a:spLocks noChangeArrowheads="1"/>
            </p:cNvSpPr>
            <p:nvPr/>
          </p:nvSpPr>
          <p:spPr bwMode="auto">
            <a:xfrm>
              <a:off x="4215277"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56" name="Text Box 358">
              <a:extLst>
                <a:ext uri="{FF2B5EF4-FFF2-40B4-BE49-F238E27FC236}">
                  <a16:creationId xmlns:a16="http://schemas.microsoft.com/office/drawing/2014/main" id="{4DAB5CC0-F2E1-7B53-686A-BD0FC42B2C1D}"/>
                </a:ext>
              </a:extLst>
            </p:cNvPr>
            <p:cNvSpPr txBox="1">
              <a:spLocks noChangeArrowheads="1"/>
            </p:cNvSpPr>
            <p:nvPr/>
          </p:nvSpPr>
          <p:spPr bwMode="auto">
            <a:xfrm>
              <a:off x="4555771"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8" name="组合 3303">
              <a:extLst>
                <a:ext uri="{FF2B5EF4-FFF2-40B4-BE49-F238E27FC236}">
                  <a16:creationId xmlns:a16="http://schemas.microsoft.com/office/drawing/2014/main" id="{DD93F95D-B478-0C5C-6844-B63EC3404AA5}"/>
                </a:ext>
              </a:extLst>
            </p:cNvPr>
            <p:cNvGrpSpPr>
              <a:grpSpLocks/>
            </p:cNvGrpSpPr>
            <p:nvPr/>
          </p:nvGrpSpPr>
          <p:grpSpPr bwMode="auto">
            <a:xfrm>
              <a:off x="3861524" y="1617214"/>
              <a:ext cx="1140176" cy="205814"/>
              <a:chOff x="374152" y="5167871"/>
              <a:chExt cx="2069011" cy="264309"/>
            </a:xfrm>
          </p:grpSpPr>
          <p:cxnSp>
            <p:nvCxnSpPr>
              <p:cNvPr id="121" name="直接连接符 3307">
                <a:extLst>
                  <a:ext uri="{FF2B5EF4-FFF2-40B4-BE49-F238E27FC236}">
                    <a16:creationId xmlns:a16="http://schemas.microsoft.com/office/drawing/2014/main" id="{19E51996-725F-668F-1378-FE7EC273847A}"/>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2" name="直接连接符 3308">
                <a:extLst>
                  <a:ext uri="{FF2B5EF4-FFF2-40B4-BE49-F238E27FC236}">
                    <a16:creationId xmlns:a16="http://schemas.microsoft.com/office/drawing/2014/main" id="{AEC356EA-1783-BC09-5920-C155AA4C0A75}"/>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9" name="直接连接符 3305">
              <a:extLst>
                <a:ext uri="{FF2B5EF4-FFF2-40B4-BE49-F238E27FC236}">
                  <a16:creationId xmlns:a16="http://schemas.microsoft.com/office/drawing/2014/main" id="{B6AFA2EF-F6A9-BFD3-B693-3516704967CF}"/>
                </a:ext>
              </a:extLst>
            </p:cNvPr>
            <p:cNvCxnSpPr>
              <a:cxnSpLocks/>
            </p:cNvCxnSpPr>
            <p:nvPr/>
          </p:nvCxnSpPr>
          <p:spPr bwMode="auto">
            <a:xfrm>
              <a:off x="4281147" y="1254884"/>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60" name="直接连接符 3306">
              <a:extLst>
                <a:ext uri="{FF2B5EF4-FFF2-40B4-BE49-F238E27FC236}">
                  <a16:creationId xmlns:a16="http://schemas.microsoft.com/office/drawing/2014/main" id="{6A185C13-43FA-A076-313D-0FDCA49DDD26}"/>
                </a:ext>
              </a:extLst>
            </p:cNvPr>
            <p:cNvCxnSpPr>
              <a:cxnSpLocks/>
            </p:cNvCxnSpPr>
            <p:nvPr/>
          </p:nvCxnSpPr>
          <p:spPr bwMode="auto">
            <a:xfrm>
              <a:off x="4626437" y="1254884"/>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61" name="Text Box 358">
              <a:extLst>
                <a:ext uri="{FF2B5EF4-FFF2-40B4-BE49-F238E27FC236}">
                  <a16:creationId xmlns:a16="http://schemas.microsoft.com/office/drawing/2014/main" id="{06D3CCB3-BB8D-0BF2-784A-2879FBA0C6FB}"/>
                </a:ext>
              </a:extLst>
            </p:cNvPr>
            <p:cNvSpPr txBox="1">
              <a:spLocks noChangeArrowheads="1"/>
            </p:cNvSpPr>
            <p:nvPr/>
          </p:nvSpPr>
          <p:spPr bwMode="auto">
            <a:xfrm>
              <a:off x="3906973" y="181563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40       1</a:t>
              </a:r>
              <a:endParaRPr lang="zh-CN" altLang="en-US" sz="1000" b="1">
                <a:ea typeface="微软雅黑" panose="020B0503020204020204" pitchFamily="34" charset="-122"/>
              </a:endParaRPr>
            </a:p>
          </p:txBody>
        </p:sp>
        <p:sp>
          <p:nvSpPr>
            <p:cNvPr id="62" name="Text Box 358">
              <a:extLst>
                <a:ext uri="{FF2B5EF4-FFF2-40B4-BE49-F238E27FC236}">
                  <a16:creationId xmlns:a16="http://schemas.microsoft.com/office/drawing/2014/main" id="{35F86B46-322C-7E21-CF11-1EF349F64DD2}"/>
                </a:ext>
              </a:extLst>
            </p:cNvPr>
            <p:cNvSpPr txBox="1">
              <a:spLocks noChangeArrowheads="1"/>
            </p:cNvSpPr>
            <p:nvPr/>
          </p:nvSpPr>
          <p:spPr bwMode="auto">
            <a:xfrm>
              <a:off x="4642595" y="1618447"/>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63" name="Text Box 358">
              <a:extLst>
                <a:ext uri="{FF2B5EF4-FFF2-40B4-BE49-F238E27FC236}">
                  <a16:creationId xmlns:a16="http://schemas.microsoft.com/office/drawing/2014/main" id="{604A620F-2FD9-838A-3EDF-3754317F3328}"/>
                </a:ext>
              </a:extLst>
            </p:cNvPr>
            <p:cNvSpPr txBox="1">
              <a:spLocks noChangeArrowheads="1"/>
            </p:cNvSpPr>
            <p:nvPr/>
          </p:nvSpPr>
          <p:spPr bwMode="auto">
            <a:xfrm>
              <a:off x="4624013" y="1814401"/>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64" name="Text Box 358">
              <a:extLst>
                <a:ext uri="{FF2B5EF4-FFF2-40B4-BE49-F238E27FC236}">
                  <a16:creationId xmlns:a16="http://schemas.microsoft.com/office/drawing/2014/main" id="{94F817BF-D21D-ADD6-514E-831896E1F0EB}"/>
                </a:ext>
              </a:extLst>
            </p:cNvPr>
            <p:cNvSpPr txBox="1">
              <a:spLocks noChangeArrowheads="1"/>
            </p:cNvSpPr>
            <p:nvPr/>
          </p:nvSpPr>
          <p:spPr bwMode="auto">
            <a:xfrm>
              <a:off x="1738754" y="1618447"/>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65" name="Text Box 358">
              <a:extLst>
                <a:ext uri="{FF2B5EF4-FFF2-40B4-BE49-F238E27FC236}">
                  <a16:creationId xmlns:a16="http://schemas.microsoft.com/office/drawing/2014/main" id="{2FFB54A8-BD70-8806-8AD7-DA1FC24DD297}"/>
                </a:ext>
              </a:extLst>
            </p:cNvPr>
            <p:cNvSpPr txBox="1">
              <a:spLocks noChangeArrowheads="1"/>
            </p:cNvSpPr>
            <p:nvPr/>
          </p:nvSpPr>
          <p:spPr bwMode="auto">
            <a:xfrm>
              <a:off x="1263526"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66" name="Text Box 358">
              <a:extLst>
                <a:ext uri="{FF2B5EF4-FFF2-40B4-BE49-F238E27FC236}">
                  <a16:creationId xmlns:a16="http://schemas.microsoft.com/office/drawing/2014/main" id="{DA4308CB-A5B5-D02E-6D8F-0F074951A85F}"/>
                </a:ext>
              </a:extLst>
            </p:cNvPr>
            <p:cNvSpPr txBox="1">
              <a:spLocks noChangeArrowheads="1"/>
            </p:cNvSpPr>
            <p:nvPr/>
          </p:nvSpPr>
          <p:spPr bwMode="auto">
            <a:xfrm>
              <a:off x="1637591"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67" name="Text Box 358">
              <a:extLst>
                <a:ext uri="{FF2B5EF4-FFF2-40B4-BE49-F238E27FC236}">
                  <a16:creationId xmlns:a16="http://schemas.microsoft.com/office/drawing/2014/main" id="{80C9600A-9645-B00B-AF1E-7E4308416B95}"/>
                </a:ext>
              </a:extLst>
            </p:cNvPr>
            <p:cNvSpPr txBox="1">
              <a:spLocks noChangeArrowheads="1"/>
            </p:cNvSpPr>
            <p:nvPr/>
          </p:nvSpPr>
          <p:spPr bwMode="auto">
            <a:xfrm>
              <a:off x="1978085" y="1264743"/>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69" name="组合 3319">
              <a:extLst>
                <a:ext uri="{FF2B5EF4-FFF2-40B4-BE49-F238E27FC236}">
                  <a16:creationId xmlns:a16="http://schemas.microsoft.com/office/drawing/2014/main" id="{043AE6F4-665E-3B20-B7E1-169BDD093D91}"/>
                </a:ext>
              </a:extLst>
            </p:cNvPr>
            <p:cNvGrpSpPr>
              <a:grpSpLocks/>
            </p:cNvGrpSpPr>
            <p:nvPr/>
          </p:nvGrpSpPr>
          <p:grpSpPr bwMode="auto">
            <a:xfrm>
              <a:off x="1329398" y="1638166"/>
              <a:ext cx="1091020" cy="205813"/>
              <a:chOff x="374152" y="5167871"/>
              <a:chExt cx="2069011" cy="264309"/>
            </a:xfrm>
          </p:grpSpPr>
          <p:cxnSp>
            <p:nvCxnSpPr>
              <p:cNvPr id="119" name="直接连接符 3320">
                <a:extLst>
                  <a:ext uri="{FF2B5EF4-FFF2-40B4-BE49-F238E27FC236}">
                    <a16:creationId xmlns:a16="http://schemas.microsoft.com/office/drawing/2014/main" id="{744FFDAE-B869-3920-D6B0-1836133208F5}"/>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0" name="直接连接符 3321">
                <a:extLst>
                  <a:ext uri="{FF2B5EF4-FFF2-40B4-BE49-F238E27FC236}">
                    <a16:creationId xmlns:a16="http://schemas.microsoft.com/office/drawing/2014/main" id="{E92E7923-D538-5035-BC6B-BBA213CF7532}"/>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70" name="直接连接符 3323">
              <a:extLst>
                <a:ext uri="{FF2B5EF4-FFF2-40B4-BE49-F238E27FC236}">
                  <a16:creationId xmlns:a16="http://schemas.microsoft.com/office/drawing/2014/main" id="{0BC6503B-1A6F-74D2-1451-8E461F67D4DC}"/>
                </a:ext>
              </a:extLst>
            </p:cNvPr>
            <p:cNvCxnSpPr>
              <a:cxnSpLocks/>
            </p:cNvCxnSpPr>
            <p:nvPr/>
          </p:nvCxnSpPr>
          <p:spPr bwMode="auto">
            <a:xfrm>
              <a:off x="1703462" y="1269673"/>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1" name="直接连接符 3324">
              <a:extLst>
                <a:ext uri="{FF2B5EF4-FFF2-40B4-BE49-F238E27FC236}">
                  <a16:creationId xmlns:a16="http://schemas.microsoft.com/office/drawing/2014/main" id="{BD3C3AB2-0685-691A-01B5-5A70A14F1F45}"/>
                </a:ext>
              </a:extLst>
            </p:cNvPr>
            <p:cNvCxnSpPr>
              <a:cxnSpLocks/>
            </p:cNvCxnSpPr>
            <p:nvPr/>
          </p:nvCxnSpPr>
          <p:spPr bwMode="auto">
            <a:xfrm>
              <a:off x="2048752" y="1269673"/>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72" name="Text Box 358">
              <a:extLst>
                <a:ext uri="{FF2B5EF4-FFF2-40B4-BE49-F238E27FC236}">
                  <a16:creationId xmlns:a16="http://schemas.microsoft.com/office/drawing/2014/main" id="{8B7F6F32-0F5E-868F-0503-EA9EFD80C4FB}"/>
                </a:ext>
              </a:extLst>
            </p:cNvPr>
            <p:cNvSpPr txBox="1">
              <a:spLocks noChangeArrowheads="1"/>
            </p:cNvSpPr>
            <p:nvPr/>
          </p:nvSpPr>
          <p:spPr bwMode="auto">
            <a:xfrm>
              <a:off x="1733959" y="1829190"/>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73" name="Text Box 358">
              <a:extLst>
                <a:ext uri="{FF2B5EF4-FFF2-40B4-BE49-F238E27FC236}">
                  <a16:creationId xmlns:a16="http://schemas.microsoft.com/office/drawing/2014/main" id="{6DF048C2-59CE-0A16-E1AD-756C6723EBEE}"/>
                </a:ext>
              </a:extLst>
            </p:cNvPr>
            <p:cNvSpPr txBox="1">
              <a:spLocks noChangeArrowheads="1"/>
            </p:cNvSpPr>
            <p:nvPr/>
          </p:nvSpPr>
          <p:spPr bwMode="auto">
            <a:xfrm>
              <a:off x="2063712" y="1633236"/>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a:t>
              </a:r>
              <a:endParaRPr lang="zh-CN" altLang="en-US" sz="1000" b="1">
                <a:ea typeface="微软雅黑" panose="020B0503020204020204" pitchFamily="34" charset="-122"/>
              </a:endParaRPr>
            </a:p>
          </p:txBody>
        </p:sp>
        <p:sp>
          <p:nvSpPr>
            <p:cNvPr id="74" name="Text Box 358">
              <a:extLst>
                <a:ext uri="{FF2B5EF4-FFF2-40B4-BE49-F238E27FC236}">
                  <a16:creationId xmlns:a16="http://schemas.microsoft.com/office/drawing/2014/main" id="{FF78CE6C-59BD-C71D-7EC4-F736BDA0B1BD}"/>
                </a:ext>
              </a:extLst>
            </p:cNvPr>
            <p:cNvSpPr txBox="1">
              <a:spLocks noChangeArrowheads="1"/>
            </p:cNvSpPr>
            <p:nvPr/>
          </p:nvSpPr>
          <p:spPr bwMode="auto">
            <a:xfrm>
              <a:off x="2045727" y="1829190"/>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a:t>
              </a:r>
              <a:endParaRPr lang="zh-CN" altLang="en-US" sz="1000" b="1">
                <a:ea typeface="微软雅黑" panose="020B0503020204020204" pitchFamily="34" charset="-122"/>
              </a:endParaRPr>
            </a:p>
          </p:txBody>
        </p:sp>
        <p:sp>
          <p:nvSpPr>
            <p:cNvPr id="75" name="Text Box 410">
              <a:extLst>
                <a:ext uri="{FF2B5EF4-FFF2-40B4-BE49-F238E27FC236}">
                  <a16:creationId xmlns:a16="http://schemas.microsoft.com/office/drawing/2014/main" id="{DC5C20C1-992B-B0C0-0302-DAE491A0ECAF}"/>
                </a:ext>
              </a:extLst>
            </p:cNvPr>
            <p:cNvSpPr txBox="1">
              <a:spLocks noChangeArrowheads="1"/>
            </p:cNvSpPr>
            <p:nvPr/>
          </p:nvSpPr>
          <p:spPr bwMode="auto">
            <a:xfrm>
              <a:off x="1947966" y="255015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76" name="Text Box 353">
              <a:extLst>
                <a:ext uri="{FF2B5EF4-FFF2-40B4-BE49-F238E27FC236}">
                  <a16:creationId xmlns:a16="http://schemas.microsoft.com/office/drawing/2014/main" id="{6CB7379A-4E19-272F-16F3-5C8C75965C4A}"/>
                </a:ext>
              </a:extLst>
            </p:cNvPr>
            <p:cNvSpPr txBox="1">
              <a:spLocks noChangeArrowheads="1"/>
            </p:cNvSpPr>
            <p:nvPr/>
          </p:nvSpPr>
          <p:spPr bwMode="auto">
            <a:xfrm>
              <a:off x="1356534" y="1761408"/>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7" name="Text Box 353">
              <a:extLst>
                <a:ext uri="{FF2B5EF4-FFF2-40B4-BE49-F238E27FC236}">
                  <a16:creationId xmlns:a16="http://schemas.microsoft.com/office/drawing/2014/main" id="{4133BF43-E41A-D752-FC22-11E1FDD4D362}"/>
                </a:ext>
              </a:extLst>
            </p:cNvPr>
            <p:cNvSpPr txBox="1">
              <a:spLocks noChangeArrowheads="1"/>
            </p:cNvSpPr>
            <p:nvPr/>
          </p:nvSpPr>
          <p:spPr bwMode="auto">
            <a:xfrm>
              <a:off x="1361331" y="1551897"/>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8" name="Text Box 353">
              <a:extLst>
                <a:ext uri="{FF2B5EF4-FFF2-40B4-BE49-F238E27FC236}">
                  <a16:creationId xmlns:a16="http://schemas.microsoft.com/office/drawing/2014/main" id="{6FEB85AA-53B5-A780-7F16-1CE435334D7B}"/>
                </a:ext>
              </a:extLst>
            </p:cNvPr>
            <p:cNvSpPr txBox="1">
              <a:spLocks noChangeArrowheads="1"/>
            </p:cNvSpPr>
            <p:nvPr/>
          </p:nvSpPr>
          <p:spPr bwMode="auto">
            <a:xfrm>
              <a:off x="6986679" y="1549432"/>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9" name="任意多边形: 形状 78">
              <a:extLst>
                <a:ext uri="{FF2B5EF4-FFF2-40B4-BE49-F238E27FC236}">
                  <a16:creationId xmlns:a16="http://schemas.microsoft.com/office/drawing/2014/main" id="{A2C4D8F5-8C2D-3762-754F-E8D2811E6985}"/>
                </a:ext>
              </a:extLst>
            </p:cNvPr>
            <p:cNvSpPr/>
            <p:nvPr/>
          </p:nvSpPr>
          <p:spPr bwMode="auto">
            <a:xfrm>
              <a:off x="3867518" y="2048560"/>
              <a:ext cx="1126988" cy="568145"/>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pic>
          <p:nvPicPr>
            <p:cNvPr id="80" name="Picture 377">
              <a:extLst>
                <a:ext uri="{FF2B5EF4-FFF2-40B4-BE49-F238E27FC236}">
                  <a16:creationId xmlns:a16="http://schemas.microsoft.com/office/drawing/2014/main" id="{A75AFFD9-D201-EDC5-92E4-8CAD23AA36B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67959" y="2606846"/>
              <a:ext cx="293737" cy="36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 Box 358">
              <a:extLst>
                <a:ext uri="{FF2B5EF4-FFF2-40B4-BE49-F238E27FC236}">
                  <a16:creationId xmlns:a16="http://schemas.microsoft.com/office/drawing/2014/main" id="{8949C3B4-9548-DE7D-5213-7926B3B9D36B}"/>
                </a:ext>
              </a:extLst>
            </p:cNvPr>
            <p:cNvSpPr txBox="1">
              <a:spLocks noChangeArrowheads="1"/>
            </p:cNvSpPr>
            <p:nvPr/>
          </p:nvSpPr>
          <p:spPr bwMode="auto">
            <a:xfrm>
              <a:off x="2288093" y="2291347"/>
              <a:ext cx="1729734" cy="434508"/>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81</a:t>
              </a:r>
            </a:p>
            <a:p>
              <a:pPr algn="ctr" eaLnBrk="1" hangingPunct="1">
                <a:lnSpc>
                  <a:spcPct val="90000"/>
                </a:lnSpc>
                <a:spcBef>
                  <a:spcPct val="0"/>
                </a:spcBef>
                <a:buFontTx/>
                <a:buNone/>
              </a:pPr>
              <a:r>
                <a:rPr lang="en-US" altLang="zh-CN" sz="1000" b="1">
                  <a:ea typeface="微软雅黑" panose="020B0503020204020204" pitchFamily="34" charset="-122"/>
                </a:rPr>
                <a:t> 165.60/16 </a:t>
              </a:r>
              <a:r>
                <a:rPr lang="zh-CN" altLang="en-US" sz="1000" b="1">
                  <a:ea typeface="微软雅黑" panose="020B0503020204020204" pitchFamily="34" charset="-122"/>
                </a:rPr>
                <a:t>的标签是 </a:t>
              </a:r>
              <a:r>
                <a:rPr lang="en-US" altLang="zh-CN" sz="1000" b="1">
                  <a:ea typeface="微软雅黑" panose="020B0503020204020204" pitchFamily="34" charset="-122"/>
                </a:rPr>
                <a:t>40</a:t>
              </a:r>
              <a:r>
                <a:rPr lang="zh-CN" altLang="en-US" sz="1000" b="1">
                  <a:ea typeface="微软雅黑" panose="020B0503020204020204" pitchFamily="34" charset="-122"/>
                </a:rPr>
                <a:t> </a:t>
              </a:r>
            </a:p>
          </p:txBody>
        </p:sp>
        <p:sp>
          <p:nvSpPr>
            <p:cNvPr id="82" name="Line 420">
              <a:extLst>
                <a:ext uri="{FF2B5EF4-FFF2-40B4-BE49-F238E27FC236}">
                  <a16:creationId xmlns:a16="http://schemas.microsoft.com/office/drawing/2014/main" id="{40B1F35F-8485-18EC-7BC5-8100AE351559}"/>
                </a:ext>
              </a:extLst>
            </p:cNvPr>
            <p:cNvSpPr>
              <a:spLocks noChangeShapeType="1"/>
            </p:cNvSpPr>
            <p:nvPr/>
          </p:nvSpPr>
          <p:spPr bwMode="auto">
            <a:xfrm rot="17283846">
              <a:off x="2177930" y="2435055"/>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83" name="Text Box 410">
              <a:extLst>
                <a:ext uri="{FF2B5EF4-FFF2-40B4-BE49-F238E27FC236}">
                  <a16:creationId xmlns:a16="http://schemas.microsoft.com/office/drawing/2014/main" id="{E0BB0229-0065-BF57-4423-B8726CB0B11F}"/>
                </a:ext>
              </a:extLst>
            </p:cNvPr>
            <p:cNvSpPr txBox="1">
              <a:spLocks noChangeArrowheads="1"/>
            </p:cNvSpPr>
            <p:nvPr/>
          </p:nvSpPr>
          <p:spPr bwMode="auto">
            <a:xfrm>
              <a:off x="6867148" y="2534133"/>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84" name="文本框 3342">
              <a:extLst>
                <a:ext uri="{FF2B5EF4-FFF2-40B4-BE49-F238E27FC236}">
                  <a16:creationId xmlns:a16="http://schemas.microsoft.com/office/drawing/2014/main" id="{2EE2AD31-BC13-3439-CFAD-6EA37B4DFC82}"/>
                </a:ext>
              </a:extLst>
            </p:cNvPr>
            <p:cNvSpPr txBox="1">
              <a:spLocks noChangeArrowheads="1"/>
            </p:cNvSpPr>
            <p:nvPr/>
          </p:nvSpPr>
          <p:spPr bwMode="auto">
            <a:xfrm>
              <a:off x="6633435" y="1714576"/>
              <a:ext cx="3832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a:t>
              </a:r>
              <a:endParaRPr lang="zh-CN" altLang="en-US" sz="1100" b="1">
                <a:ea typeface="微软雅黑" panose="020B0503020204020204" pitchFamily="34" charset="-122"/>
              </a:endParaRPr>
            </a:p>
          </p:txBody>
        </p:sp>
        <p:sp>
          <p:nvSpPr>
            <p:cNvPr id="85" name="Text Box 353">
              <a:extLst>
                <a:ext uri="{FF2B5EF4-FFF2-40B4-BE49-F238E27FC236}">
                  <a16:creationId xmlns:a16="http://schemas.microsoft.com/office/drawing/2014/main" id="{38A2505D-A68A-50E5-B648-ED218535F675}"/>
                </a:ext>
              </a:extLst>
            </p:cNvPr>
            <p:cNvSpPr txBox="1">
              <a:spLocks noChangeArrowheads="1"/>
            </p:cNvSpPr>
            <p:nvPr/>
          </p:nvSpPr>
          <p:spPr bwMode="auto">
            <a:xfrm>
              <a:off x="6994472" y="1744154"/>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86" name="Text Box 350">
              <a:extLst>
                <a:ext uri="{FF2B5EF4-FFF2-40B4-BE49-F238E27FC236}">
                  <a16:creationId xmlns:a16="http://schemas.microsoft.com/office/drawing/2014/main" id="{7AF32C74-0F7A-6138-8D9C-B035AE416A21}"/>
                </a:ext>
              </a:extLst>
            </p:cNvPr>
            <p:cNvSpPr txBox="1">
              <a:spLocks noChangeArrowheads="1"/>
            </p:cNvSpPr>
            <p:nvPr/>
          </p:nvSpPr>
          <p:spPr bwMode="auto">
            <a:xfrm>
              <a:off x="5199522" y="2202613"/>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87" name="Rectangle 414">
              <a:extLst>
                <a:ext uri="{FF2B5EF4-FFF2-40B4-BE49-F238E27FC236}">
                  <a16:creationId xmlns:a16="http://schemas.microsoft.com/office/drawing/2014/main" id="{E96BBECA-2DA7-106F-7ED5-E6BF226DF4FC}"/>
                </a:ext>
              </a:extLst>
            </p:cNvPr>
            <p:cNvSpPr>
              <a:spLocks noChangeArrowheads="1"/>
            </p:cNvSpPr>
            <p:nvPr/>
          </p:nvSpPr>
          <p:spPr bwMode="auto">
            <a:xfrm rot="10800000">
              <a:off x="5599963" y="2794174"/>
              <a:ext cx="449596"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88" name="Rectangle 415">
              <a:extLst>
                <a:ext uri="{FF2B5EF4-FFF2-40B4-BE49-F238E27FC236}">
                  <a16:creationId xmlns:a16="http://schemas.microsoft.com/office/drawing/2014/main" id="{C2CBB89F-D61D-3E56-D0B3-1F0C307D3775}"/>
                </a:ext>
              </a:extLst>
            </p:cNvPr>
            <p:cNvSpPr>
              <a:spLocks noChangeArrowheads="1"/>
            </p:cNvSpPr>
            <p:nvPr/>
          </p:nvSpPr>
          <p:spPr bwMode="auto">
            <a:xfrm>
              <a:off x="6049559" y="2794174"/>
              <a:ext cx="152264"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80</a:t>
              </a:r>
            </a:p>
          </p:txBody>
        </p:sp>
        <p:sp>
          <p:nvSpPr>
            <p:cNvPr id="89" name="Rectangle 414">
              <a:extLst>
                <a:ext uri="{FF2B5EF4-FFF2-40B4-BE49-F238E27FC236}">
                  <a16:creationId xmlns:a16="http://schemas.microsoft.com/office/drawing/2014/main" id="{0478A4E7-E1E8-E646-7E09-232F9EE68287}"/>
                </a:ext>
              </a:extLst>
            </p:cNvPr>
            <p:cNvSpPr>
              <a:spLocks noChangeArrowheads="1"/>
            </p:cNvSpPr>
            <p:nvPr/>
          </p:nvSpPr>
          <p:spPr bwMode="auto">
            <a:xfrm rot="10800000">
              <a:off x="1026070" y="2804033"/>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0" name="Line 345">
              <a:extLst>
                <a:ext uri="{FF2B5EF4-FFF2-40B4-BE49-F238E27FC236}">
                  <a16:creationId xmlns:a16="http://schemas.microsoft.com/office/drawing/2014/main" id="{332A56C0-5752-5758-B136-B0CDDF5F42DB}"/>
                </a:ext>
              </a:extLst>
            </p:cNvPr>
            <p:cNvSpPr>
              <a:spLocks noChangeShapeType="1"/>
            </p:cNvSpPr>
            <p:nvPr/>
          </p:nvSpPr>
          <p:spPr bwMode="auto">
            <a:xfrm flipV="1">
              <a:off x="7511047" y="2863189"/>
              <a:ext cx="177441" cy="0"/>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1" name="Text Box 353">
              <a:extLst>
                <a:ext uri="{FF2B5EF4-FFF2-40B4-BE49-F238E27FC236}">
                  <a16:creationId xmlns:a16="http://schemas.microsoft.com/office/drawing/2014/main" id="{988CFDB0-61AF-1A92-FDB8-8FC0978DA1AD}"/>
                </a:ext>
              </a:extLst>
            </p:cNvPr>
            <p:cNvSpPr txBox="1">
              <a:spLocks noChangeArrowheads="1"/>
            </p:cNvSpPr>
            <p:nvPr/>
          </p:nvSpPr>
          <p:spPr bwMode="auto">
            <a:xfrm>
              <a:off x="6712980" y="2919880"/>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sp>
          <p:nvSpPr>
            <p:cNvPr id="92" name="Rectangle 414">
              <a:extLst>
                <a:ext uri="{FF2B5EF4-FFF2-40B4-BE49-F238E27FC236}">
                  <a16:creationId xmlns:a16="http://schemas.microsoft.com/office/drawing/2014/main" id="{87EC9CE4-84F7-B868-F9D0-6F77A244C1BF}"/>
                </a:ext>
              </a:extLst>
            </p:cNvPr>
            <p:cNvSpPr>
              <a:spLocks noChangeArrowheads="1"/>
            </p:cNvSpPr>
            <p:nvPr/>
          </p:nvSpPr>
          <p:spPr bwMode="auto">
            <a:xfrm rot="10800000">
              <a:off x="7035074" y="2792941"/>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3" name="Line 345">
              <a:extLst>
                <a:ext uri="{FF2B5EF4-FFF2-40B4-BE49-F238E27FC236}">
                  <a16:creationId xmlns:a16="http://schemas.microsoft.com/office/drawing/2014/main" id="{76F8B7C8-E7B7-FBF8-D405-030A6F1F2DC9}"/>
                </a:ext>
              </a:extLst>
            </p:cNvPr>
            <p:cNvSpPr>
              <a:spLocks noChangeShapeType="1"/>
            </p:cNvSpPr>
            <p:nvPr/>
          </p:nvSpPr>
          <p:spPr bwMode="auto">
            <a:xfrm flipV="1">
              <a:off x="2988708" y="2884140"/>
              <a:ext cx="177441" cy="1233"/>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4" name="AutoShape 357">
              <a:extLst>
                <a:ext uri="{FF2B5EF4-FFF2-40B4-BE49-F238E27FC236}">
                  <a16:creationId xmlns:a16="http://schemas.microsoft.com/office/drawing/2014/main" id="{6B944A2B-9EA1-5E29-5B53-5105FE6C1BE3}"/>
                </a:ext>
              </a:extLst>
            </p:cNvPr>
            <p:cNvSpPr>
              <a:spLocks noChangeArrowheads="1"/>
            </p:cNvSpPr>
            <p:nvPr/>
          </p:nvSpPr>
          <p:spPr bwMode="auto">
            <a:xfrm flipH="1">
              <a:off x="6802482" y="2097857"/>
              <a:ext cx="870418" cy="256343"/>
            </a:xfrm>
            <a:prstGeom prst="wedgeRoundRectCallout">
              <a:avLst>
                <a:gd name="adj1" fmla="val -26134"/>
                <a:gd name="adj2" fmla="val 251079"/>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95" name="Text Box 356">
              <a:extLst>
                <a:ext uri="{FF2B5EF4-FFF2-40B4-BE49-F238E27FC236}">
                  <a16:creationId xmlns:a16="http://schemas.microsoft.com/office/drawing/2014/main" id="{AB282929-4393-C889-F425-51B6D3FA2321}"/>
                </a:ext>
              </a:extLst>
            </p:cNvPr>
            <p:cNvSpPr txBox="1">
              <a:spLocks noChangeArrowheads="1"/>
            </p:cNvSpPr>
            <p:nvPr/>
          </p:nvSpPr>
          <p:spPr bwMode="auto">
            <a:xfrm>
              <a:off x="6734915" y="2101556"/>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 </a:t>
              </a:r>
              <a:r>
                <a:rPr lang="zh-CN" altLang="en-US" sz="1000" b="1">
                  <a:ea typeface="微软雅黑" panose="020B0503020204020204" pitchFamily="34" charset="-122"/>
                </a:rPr>
                <a:t>弹出标签</a:t>
              </a:r>
            </a:p>
          </p:txBody>
        </p:sp>
        <p:sp>
          <p:nvSpPr>
            <p:cNvPr id="96" name="Line 345">
              <a:extLst>
                <a:ext uri="{FF2B5EF4-FFF2-40B4-BE49-F238E27FC236}">
                  <a16:creationId xmlns:a16="http://schemas.microsoft.com/office/drawing/2014/main" id="{26DA9399-2A2D-39F1-08D3-3699B3DD1DD4}"/>
                </a:ext>
              </a:extLst>
            </p:cNvPr>
            <p:cNvSpPr>
              <a:spLocks noChangeShapeType="1"/>
            </p:cNvSpPr>
            <p:nvPr/>
          </p:nvSpPr>
          <p:spPr bwMode="auto">
            <a:xfrm flipV="1">
              <a:off x="6205419" y="2860724"/>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7" name="Text Box 411">
              <a:extLst>
                <a:ext uri="{FF2B5EF4-FFF2-40B4-BE49-F238E27FC236}">
                  <a16:creationId xmlns:a16="http://schemas.microsoft.com/office/drawing/2014/main" id="{C75DE369-6B1B-D1F1-1A4B-0B03689DFB8B}"/>
                </a:ext>
              </a:extLst>
            </p:cNvPr>
            <p:cNvSpPr txBox="1">
              <a:spLocks noChangeArrowheads="1"/>
            </p:cNvSpPr>
            <p:nvPr/>
          </p:nvSpPr>
          <p:spPr bwMode="auto">
            <a:xfrm>
              <a:off x="1800499" y="2850865"/>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grpSp>
          <p:nvGrpSpPr>
            <p:cNvPr id="98" name="组合 29">
              <a:extLst>
                <a:ext uri="{FF2B5EF4-FFF2-40B4-BE49-F238E27FC236}">
                  <a16:creationId xmlns:a16="http://schemas.microsoft.com/office/drawing/2014/main" id="{C7E1ED42-9725-C7A4-4E25-75A1BAB3FE35}"/>
                </a:ext>
              </a:extLst>
            </p:cNvPr>
            <p:cNvGrpSpPr>
              <a:grpSpLocks/>
            </p:cNvGrpSpPr>
            <p:nvPr/>
          </p:nvGrpSpPr>
          <p:grpSpPr bwMode="auto">
            <a:xfrm>
              <a:off x="728739" y="2418900"/>
              <a:ext cx="530426" cy="289671"/>
              <a:chOff x="4253264" y="3384673"/>
              <a:chExt cx="701744" cy="373591"/>
            </a:xfrm>
          </p:grpSpPr>
          <p:sp>
            <p:nvSpPr>
              <p:cNvPr id="117" name="矩形: 圆角 116">
                <a:extLst>
                  <a:ext uri="{FF2B5EF4-FFF2-40B4-BE49-F238E27FC236}">
                    <a16:creationId xmlns:a16="http://schemas.microsoft.com/office/drawing/2014/main" id="{33C4E1AC-2684-5F86-9A9B-768E8AF63355}"/>
                  </a:ext>
                </a:extLst>
              </p:cNvPr>
              <p:cNvSpPr/>
              <p:nvPr/>
            </p:nvSpPr>
            <p:spPr bwMode="auto">
              <a:xfrm>
                <a:off x="4253264" y="3429970"/>
                <a:ext cx="618600"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8" name="文本框 28">
                <a:extLst>
                  <a:ext uri="{FF2B5EF4-FFF2-40B4-BE49-F238E27FC236}">
                    <a16:creationId xmlns:a16="http://schemas.microsoft.com/office/drawing/2014/main" id="{0E875D96-9108-43CF-E09D-39E22A13E207}"/>
                  </a:ext>
                </a:extLst>
              </p:cNvPr>
              <p:cNvSpPr txBox="1">
                <a:spLocks noChangeArrowheads="1"/>
              </p:cNvSpPr>
              <p:nvPr/>
            </p:nvSpPr>
            <p:spPr bwMode="auto">
              <a:xfrm>
                <a:off x="4268386" y="3384673"/>
                <a:ext cx="686622"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dirty="0">
                    <a:ea typeface="微软雅黑" panose="020B0503020204020204" pitchFamily="34" charset="-122"/>
                  </a:rPr>
                  <a:t>上游</a:t>
                </a:r>
              </a:p>
            </p:txBody>
          </p:sp>
        </p:grpSp>
        <p:grpSp>
          <p:nvGrpSpPr>
            <p:cNvPr id="99" name="组合 31">
              <a:extLst>
                <a:ext uri="{FF2B5EF4-FFF2-40B4-BE49-F238E27FC236}">
                  <a16:creationId xmlns:a16="http://schemas.microsoft.com/office/drawing/2014/main" id="{50F7D13D-159F-A0C0-CFAB-66A5D7DA3E2B}"/>
                </a:ext>
              </a:extLst>
            </p:cNvPr>
            <p:cNvGrpSpPr>
              <a:grpSpLocks/>
            </p:cNvGrpSpPr>
            <p:nvPr/>
          </p:nvGrpSpPr>
          <p:grpSpPr bwMode="auto">
            <a:xfrm>
              <a:off x="7826362" y="2468814"/>
              <a:ext cx="518995" cy="289671"/>
              <a:chOff x="4253441" y="3397392"/>
              <a:chExt cx="688188" cy="373591"/>
            </a:xfrm>
          </p:grpSpPr>
          <p:sp>
            <p:nvSpPr>
              <p:cNvPr id="115" name="矩形: 圆角 114">
                <a:extLst>
                  <a:ext uri="{FF2B5EF4-FFF2-40B4-BE49-F238E27FC236}">
                    <a16:creationId xmlns:a16="http://schemas.microsoft.com/office/drawing/2014/main" id="{056378BA-81C0-B53E-5828-C1FFB420C465}"/>
                  </a:ext>
                </a:extLst>
              </p:cNvPr>
              <p:cNvSpPr/>
              <p:nvPr/>
            </p:nvSpPr>
            <p:spPr bwMode="auto">
              <a:xfrm>
                <a:off x="4253441" y="3429176"/>
                <a:ext cx="618423"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6" name="文本框 33">
                <a:extLst>
                  <a:ext uri="{FF2B5EF4-FFF2-40B4-BE49-F238E27FC236}">
                    <a16:creationId xmlns:a16="http://schemas.microsoft.com/office/drawing/2014/main" id="{F260AF34-DBA1-05B0-732F-D4D11544DFB5}"/>
                  </a:ext>
                </a:extLst>
              </p:cNvPr>
              <p:cNvSpPr txBox="1">
                <a:spLocks noChangeArrowheads="1"/>
              </p:cNvSpPr>
              <p:nvPr/>
            </p:nvSpPr>
            <p:spPr bwMode="auto">
              <a:xfrm>
                <a:off x="4253441" y="3397392"/>
                <a:ext cx="688188"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a:ea typeface="微软雅黑" panose="020B0503020204020204" pitchFamily="34" charset="-122"/>
                  </a:rPr>
                  <a:t>下游</a:t>
                </a:r>
              </a:p>
            </p:txBody>
          </p:sp>
        </p:grpSp>
        <p:sp>
          <p:nvSpPr>
            <p:cNvPr id="100" name="文本框 34">
              <a:extLst>
                <a:ext uri="{FF2B5EF4-FFF2-40B4-BE49-F238E27FC236}">
                  <a16:creationId xmlns:a16="http://schemas.microsoft.com/office/drawing/2014/main" id="{7DDB7721-0261-9D3E-10B1-125643E06A8B}"/>
                </a:ext>
              </a:extLst>
            </p:cNvPr>
            <p:cNvSpPr txBox="1">
              <a:spLocks noChangeArrowheads="1"/>
            </p:cNvSpPr>
            <p:nvPr/>
          </p:nvSpPr>
          <p:spPr bwMode="auto">
            <a:xfrm>
              <a:off x="1243076" y="1026887"/>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1" name="文本框 35">
              <a:extLst>
                <a:ext uri="{FF2B5EF4-FFF2-40B4-BE49-F238E27FC236}">
                  <a16:creationId xmlns:a16="http://schemas.microsoft.com/office/drawing/2014/main" id="{CA54051C-8407-BE30-D460-8F94E779962B}"/>
                </a:ext>
              </a:extLst>
            </p:cNvPr>
            <p:cNvSpPr txBox="1">
              <a:spLocks noChangeArrowheads="1"/>
            </p:cNvSpPr>
            <p:nvPr/>
          </p:nvSpPr>
          <p:spPr bwMode="auto">
            <a:xfrm>
              <a:off x="3799180" y="992379"/>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2" name="文本框 36">
              <a:extLst>
                <a:ext uri="{FF2B5EF4-FFF2-40B4-BE49-F238E27FC236}">
                  <a16:creationId xmlns:a16="http://schemas.microsoft.com/office/drawing/2014/main" id="{C7E690EB-DB18-1016-66C9-69F4BC9D2A74}"/>
                </a:ext>
              </a:extLst>
            </p:cNvPr>
            <p:cNvSpPr txBox="1">
              <a:spLocks noChangeArrowheads="1"/>
            </p:cNvSpPr>
            <p:nvPr/>
          </p:nvSpPr>
          <p:spPr bwMode="auto">
            <a:xfrm>
              <a:off x="6137080" y="1001006"/>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cxnSp>
          <p:nvCxnSpPr>
            <p:cNvPr id="103" name="直接箭头连接符 2">
              <a:extLst>
                <a:ext uri="{FF2B5EF4-FFF2-40B4-BE49-F238E27FC236}">
                  <a16:creationId xmlns:a16="http://schemas.microsoft.com/office/drawing/2014/main" id="{35266796-9DA9-9CDC-86CB-8C300BB49522}"/>
                </a:ext>
              </a:extLst>
            </p:cNvPr>
            <p:cNvCxnSpPr>
              <a:cxnSpLocks/>
            </p:cNvCxnSpPr>
            <p:nvPr/>
          </p:nvCxnSpPr>
          <p:spPr bwMode="auto">
            <a:xfrm>
              <a:off x="1609946" y="4525720"/>
              <a:ext cx="5941864" cy="0"/>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104" name="Text Box 355">
              <a:extLst>
                <a:ext uri="{FF2B5EF4-FFF2-40B4-BE49-F238E27FC236}">
                  <a16:creationId xmlns:a16="http://schemas.microsoft.com/office/drawing/2014/main" id="{8048CD80-0C67-B48E-0D5D-2F08CBA063AD}"/>
                </a:ext>
              </a:extLst>
            </p:cNvPr>
            <p:cNvSpPr txBox="1">
              <a:spLocks noChangeArrowheads="1"/>
            </p:cNvSpPr>
            <p:nvPr/>
          </p:nvSpPr>
          <p:spPr bwMode="auto">
            <a:xfrm>
              <a:off x="4040162" y="4391388"/>
              <a:ext cx="875985" cy="289672"/>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a:t>
              </a:r>
            </a:p>
          </p:txBody>
        </p:sp>
        <p:sp>
          <p:nvSpPr>
            <p:cNvPr id="105" name="AutoShape 354">
              <a:extLst>
                <a:ext uri="{FF2B5EF4-FFF2-40B4-BE49-F238E27FC236}">
                  <a16:creationId xmlns:a16="http://schemas.microsoft.com/office/drawing/2014/main" id="{A2A3EAC3-9E25-D28E-D212-6E5191E71B96}"/>
                </a:ext>
              </a:extLst>
            </p:cNvPr>
            <p:cNvSpPr>
              <a:spLocks noChangeArrowheads="1"/>
            </p:cNvSpPr>
            <p:nvPr/>
          </p:nvSpPr>
          <p:spPr bwMode="auto">
            <a:xfrm>
              <a:off x="3234487" y="3023403"/>
              <a:ext cx="890800" cy="262505"/>
            </a:xfrm>
            <a:prstGeom prst="wedgeRoundRectCallout">
              <a:avLst>
                <a:gd name="adj1" fmla="val 73259"/>
                <a:gd name="adj2" fmla="val -122694"/>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106" name="Text Box 355">
              <a:extLst>
                <a:ext uri="{FF2B5EF4-FFF2-40B4-BE49-F238E27FC236}">
                  <a16:creationId xmlns:a16="http://schemas.microsoft.com/office/drawing/2014/main" id="{F06B099A-3198-449F-B257-C1C8746D2A3C}"/>
                </a:ext>
              </a:extLst>
            </p:cNvPr>
            <p:cNvSpPr txBox="1">
              <a:spLocks noChangeArrowheads="1"/>
            </p:cNvSpPr>
            <p:nvPr/>
          </p:nvSpPr>
          <p:spPr bwMode="auto">
            <a:xfrm>
              <a:off x="3170517" y="3041889"/>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 </a:t>
              </a:r>
              <a:r>
                <a:rPr lang="zh-CN" altLang="en-US" sz="1000" b="1">
                  <a:ea typeface="微软雅黑" panose="020B0503020204020204" pitchFamily="34" charset="-122"/>
                </a:rPr>
                <a:t>标签交换</a:t>
              </a:r>
            </a:p>
          </p:txBody>
        </p:sp>
        <p:sp>
          <p:nvSpPr>
            <p:cNvPr id="108" name="Text Box 358">
              <a:extLst>
                <a:ext uri="{FF2B5EF4-FFF2-40B4-BE49-F238E27FC236}">
                  <a16:creationId xmlns:a16="http://schemas.microsoft.com/office/drawing/2014/main" id="{519C9F7D-5A51-30C6-5350-C7B0E9B70BD7}"/>
                </a:ext>
              </a:extLst>
            </p:cNvPr>
            <p:cNvSpPr txBox="1">
              <a:spLocks noChangeArrowheads="1"/>
            </p:cNvSpPr>
            <p:nvPr/>
          </p:nvSpPr>
          <p:spPr bwMode="auto">
            <a:xfrm>
              <a:off x="627262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09" name="Text Box 358">
              <a:extLst>
                <a:ext uri="{FF2B5EF4-FFF2-40B4-BE49-F238E27FC236}">
                  <a16:creationId xmlns:a16="http://schemas.microsoft.com/office/drawing/2014/main" id="{83482D45-6C22-718F-3A75-CA5F6B5473FD}"/>
                </a:ext>
              </a:extLst>
            </p:cNvPr>
            <p:cNvSpPr txBox="1">
              <a:spLocks noChangeArrowheads="1"/>
            </p:cNvSpPr>
            <p:nvPr/>
          </p:nvSpPr>
          <p:spPr bwMode="auto">
            <a:xfrm>
              <a:off x="666347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110" name="Text Box 358">
              <a:extLst>
                <a:ext uri="{FF2B5EF4-FFF2-40B4-BE49-F238E27FC236}">
                  <a16:creationId xmlns:a16="http://schemas.microsoft.com/office/drawing/2014/main" id="{11DB68BF-71D1-2489-C1F6-EA676A4283BB}"/>
                </a:ext>
              </a:extLst>
            </p:cNvPr>
            <p:cNvSpPr txBox="1">
              <a:spLocks noChangeArrowheads="1"/>
            </p:cNvSpPr>
            <p:nvPr/>
          </p:nvSpPr>
          <p:spPr bwMode="auto">
            <a:xfrm>
              <a:off x="7003972" y="3846658"/>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12" name="Text Box 353">
              <a:extLst>
                <a:ext uri="{FF2B5EF4-FFF2-40B4-BE49-F238E27FC236}">
                  <a16:creationId xmlns:a16="http://schemas.microsoft.com/office/drawing/2014/main" id="{85D280B2-FC36-BA85-6AC0-A26B06990BCF}"/>
                </a:ext>
              </a:extLst>
            </p:cNvPr>
            <p:cNvSpPr txBox="1">
              <a:spLocks noChangeArrowheads="1"/>
            </p:cNvSpPr>
            <p:nvPr/>
          </p:nvSpPr>
          <p:spPr bwMode="auto">
            <a:xfrm>
              <a:off x="7101774" y="4153529"/>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113" name="Text Box 355">
              <a:extLst>
                <a:ext uri="{FF2B5EF4-FFF2-40B4-BE49-F238E27FC236}">
                  <a16:creationId xmlns:a16="http://schemas.microsoft.com/office/drawing/2014/main" id="{4F20699E-EB73-DAEB-74BC-7001323DC3C1}"/>
                </a:ext>
              </a:extLst>
            </p:cNvPr>
            <p:cNvSpPr txBox="1">
              <a:spLocks noChangeArrowheads="1"/>
            </p:cNvSpPr>
            <p:nvPr/>
          </p:nvSpPr>
          <p:spPr bwMode="auto">
            <a:xfrm>
              <a:off x="1138336" y="3738205"/>
              <a:ext cx="2502883" cy="28967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域包含了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1</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2</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3</a:t>
              </a:r>
              <a:r>
                <a:rPr lang="en-US" altLang="zh-CN" sz="1000" b="1" dirty="0">
                  <a:ea typeface="微软雅黑" panose="020B0503020204020204" pitchFamily="34" charset="-122"/>
                </a:rPr>
                <a:t> </a:t>
              </a:r>
              <a:r>
                <a:rPr lang="zh-CN" altLang="en-US" sz="1000" b="1" dirty="0">
                  <a:ea typeface="微软雅黑" panose="020B0503020204020204" pitchFamily="34" charset="-122"/>
                </a:rPr>
                <a:t>和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4</a:t>
              </a:r>
              <a:r>
                <a:rPr lang="zh-CN" altLang="en-US" sz="1000" b="1" dirty="0">
                  <a:ea typeface="微软雅黑" panose="020B0503020204020204" pitchFamily="34" charset="-122"/>
                </a:rPr>
                <a:t>。</a:t>
              </a:r>
            </a:p>
          </p:txBody>
        </p:sp>
        <p:sp>
          <p:nvSpPr>
            <p:cNvPr id="114" name="文本框 35">
              <a:extLst>
                <a:ext uri="{FF2B5EF4-FFF2-40B4-BE49-F238E27FC236}">
                  <a16:creationId xmlns:a16="http://schemas.microsoft.com/office/drawing/2014/main" id="{4FA581D5-EF9B-99A0-D04E-53A481D5901A}"/>
                </a:ext>
              </a:extLst>
            </p:cNvPr>
            <p:cNvSpPr txBox="1">
              <a:spLocks noChangeArrowheads="1"/>
            </p:cNvSpPr>
            <p:nvPr/>
          </p:nvSpPr>
          <p:spPr bwMode="auto">
            <a:xfrm>
              <a:off x="6249779" y="3613731"/>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grpSp>
      <p:sp>
        <p:nvSpPr>
          <p:cNvPr id="7" name="矩形 6">
            <a:extLst>
              <a:ext uri="{FF2B5EF4-FFF2-40B4-BE49-F238E27FC236}">
                <a16:creationId xmlns:a16="http://schemas.microsoft.com/office/drawing/2014/main" id="{02352A7C-11C7-E835-97CE-36E6D3FA33C2}"/>
              </a:ext>
            </a:extLst>
          </p:cNvPr>
          <p:cNvSpPr/>
          <p:nvPr/>
        </p:nvSpPr>
        <p:spPr>
          <a:xfrm>
            <a:off x="645539" y="3767328"/>
            <a:ext cx="8021370" cy="709810"/>
          </a:xfrm>
          <a:prstGeom prst="rect">
            <a:avLst/>
          </a:prstGeom>
        </p:spPr>
        <p:txBody>
          <a:bodyPr wrap="square">
            <a:spAutoFit/>
          </a:bodyPr>
          <a:lstStyle/>
          <a:p>
            <a:pPr>
              <a:lnSpc>
                <a:spcPts val="2500"/>
              </a:lnSpc>
            </a:pPr>
            <a:r>
              <a:rPr lang="zh-CN" altLang="zh-CN" sz="1600" b="1" dirty="0">
                <a:latin typeface="微软雅黑" panose="020B0503020204020204" pitchFamily="34" charset="-122"/>
                <a:ea typeface="微软雅黑" panose="020B0503020204020204" pitchFamily="34" charset="-122"/>
              </a:rPr>
              <a:t>标签的分配是</a:t>
            </a:r>
            <a:r>
              <a:rPr lang="zh-CN" altLang="zh-CN" sz="1600" b="1" dirty="0">
                <a:solidFill>
                  <a:srgbClr val="C00000"/>
                </a:solidFill>
                <a:latin typeface="微软雅黑" panose="020B0503020204020204" pitchFamily="34" charset="-122"/>
                <a:ea typeface="微软雅黑" panose="020B0503020204020204" pitchFamily="34" charset="-122"/>
              </a:rPr>
              <a:t>从下游开始</a:t>
            </a:r>
            <a:r>
              <a:rPr lang="zh-CN" altLang="zh-CN" sz="1600" b="1" dirty="0">
                <a:latin typeface="微软雅黑" panose="020B0503020204020204" pitchFamily="34" charset="-122"/>
                <a:ea typeface="微软雅黑" panose="020B0503020204020204" pitchFamily="34" charset="-122"/>
              </a:rPr>
              <a:t>的。假定在下游离目的网络最近的</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3</a:t>
            </a:r>
            <a:r>
              <a:rPr lang="zh-CN" altLang="zh-CN" sz="1600" b="1" dirty="0">
                <a:latin typeface="微软雅黑" panose="020B0503020204020204" pitchFamily="34" charset="-122"/>
                <a:ea typeface="微软雅黑" panose="020B0503020204020204" pitchFamily="34" charset="-122"/>
              </a:rPr>
              <a:t>为前缀</a:t>
            </a:r>
            <a:r>
              <a:rPr lang="en-US" altLang="zh-CN" sz="1600" b="1" dirty="0">
                <a:latin typeface="微软雅黑" panose="020B0503020204020204" pitchFamily="34" charset="-122"/>
                <a:ea typeface="微软雅黑" panose="020B0503020204020204" pitchFamily="34" charset="-122"/>
              </a:rPr>
              <a:t>128.70/16</a:t>
            </a:r>
            <a:r>
              <a:rPr lang="zh-CN" altLang="zh-CN" sz="1600" b="1" dirty="0">
                <a:latin typeface="微软雅黑" panose="020B0503020204020204" pitchFamily="34" charset="-122"/>
                <a:ea typeface="微软雅黑" panose="020B0503020204020204" pitchFamily="34" charset="-122"/>
              </a:rPr>
              <a:t>分配本地标签值为</a:t>
            </a:r>
            <a:r>
              <a:rPr lang="en-US" altLang="zh-CN" sz="1600" b="1" dirty="0">
                <a:latin typeface="微软雅黑" panose="020B0503020204020204" pitchFamily="34" charset="-122"/>
                <a:ea typeface="微软雅黑" panose="020B0503020204020204" pitchFamily="34" charset="-122"/>
              </a:rPr>
              <a:t>80</a:t>
            </a:r>
            <a:r>
              <a:rPr lang="zh-CN" altLang="zh-CN" sz="1600" b="1" dirty="0">
                <a:latin typeface="微软雅黑" panose="020B0503020204020204" pitchFamily="34" charset="-122"/>
                <a:ea typeface="微软雅黑" panose="020B0503020204020204" pitchFamily="34" charset="-122"/>
              </a:rPr>
              <a:t>，然后将此标签值告诉其上游</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r>
              <a:rPr lang="zh-CN" altLang="en-US" sz="1400" b="1" dirty="0">
                <a:latin typeface="微软雅黑" panose="020B0503020204020204" pitchFamily="34" charset="-122"/>
                <a:ea typeface="微软雅黑" panose="020B0503020204020204" pitchFamily="34" charset="-122"/>
              </a:rPr>
              <a:t> 。</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766350809"/>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A07F9B-8BDA-2AA7-67DA-055C0EBC25B1}"/>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0A26BCB1-89A7-FBDA-A5FA-248F58F6655D}"/>
              </a:ext>
            </a:extLst>
          </p:cNvPr>
          <p:cNvSpPr/>
          <p:nvPr/>
        </p:nvSpPr>
        <p:spPr>
          <a:xfrm>
            <a:off x="545144" y="582235"/>
            <a:ext cx="8053712" cy="318509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107" name="文本框 3344">
            <a:extLst>
              <a:ext uri="{FF2B5EF4-FFF2-40B4-BE49-F238E27FC236}">
                <a16:creationId xmlns:a16="http://schemas.microsoft.com/office/drawing/2014/main" id="{5F9FCB1C-210B-1FA8-B959-92CDECDC8177}"/>
              </a:ext>
            </a:extLst>
          </p:cNvPr>
          <p:cNvSpPr txBox="1">
            <a:spLocks noChangeArrowheads="1"/>
          </p:cNvSpPr>
          <p:nvPr/>
        </p:nvSpPr>
        <p:spPr bwMode="auto">
          <a:xfrm>
            <a:off x="6390054" y="4416035"/>
            <a:ext cx="216703" cy="2986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400" b="1">
                <a:ea typeface="微软雅黑" panose="020B0503020204020204" pitchFamily="34" charset="-122"/>
                <a:sym typeface="Symbol" panose="05050102010706020507" pitchFamily="18" charset="2"/>
              </a:rPr>
              <a:t> </a:t>
            </a:r>
            <a:endParaRPr lang="zh-CN" altLang="en-US" sz="1400" b="1">
              <a:ea typeface="微软雅黑" panose="020B0503020204020204" pitchFamily="34" charset="-122"/>
            </a:endParaRPr>
          </a:p>
        </p:txBody>
      </p:sp>
      <p:grpSp>
        <p:nvGrpSpPr>
          <p:cNvPr id="3" name="组合 2">
            <a:extLst>
              <a:ext uri="{FF2B5EF4-FFF2-40B4-BE49-F238E27FC236}">
                <a16:creationId xmlns:a16="http://schemas.microsoft.com/office/drawing/2014/main" id="{248E0438-E353-00FF-91BA-FE80F6F54FEF}"/>
              </a:ext>
            </a:extLst>
          </p:cNvPr>
          <p:cNvGrpSpPr/>
          <p:nvPr/>
        </p:nvGrpSpPr>
        <p:grpSpPr>
          <a:xfrm>
            <a:off x="1101908" y="580438"/>
            <a:ext cx="6726624" cy="3135379"/>
            <a:chOff x="621252" y="992379"/>
            <a:chExt cx="7913675" cy="3688681"/>
          </a:xfrm>
        </p:grpSpPr>
        <p:sp>
          <p:nvSpPr>
            <p:cNvPr id="57" name="矩形 3302">
              <a:extLst>
                <a:ext uri="{FF2B5EF4-FFF2-40B4-BE49-F238E27FC236}">
                  <a16:creationId xmlns:a16="http://schemas.microsoft.com/office/drawing/2014/main" id="{ABA42374-4D8E-501D-A061-B5A48910F3AE}"/>
                </a:ext>
              </a:extLst>
            </p:cNvPr>
            <p:cNvSpPr>
              <a:spLocks noChangeArrowheads="1"/>
            </p:cNvSpPr>
            <p:nvPr/>
          </p:nvSpPr>
          <p:spPr bwMode="auto">
            <a:xfrm>
              <a:off x="3871115" y="1240095"/>
              <a:ext cx="1129386"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9" name="矩形 3283">
              <a:extLst>
                <a:ext uri="{FF2B5EF4-FFF2-40B4-BE49-F238E27FC236}">
                  <a16:creationId xmlns:a16="http://schemas.microsoft.com/office/drawing/2014/main" id="{B5E61873-1848-8281-6D06-7B387267B1C5}"/>
                </a:ext>
              </a:extLst>
            </p:cNvPr>
            <p:cNvSpPr>
              <a:spLocks noChangeArrowheads="1"/>
            </p:cNvSpPr>
            <p:nvPr/>
          </p:nvSpPr>
          <p:spPr bwMode="auto">
            <a:xfrm>
              <a:off x="6231795" y="1240095"/>
              <a:ext cx="1100612"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111" name="矩形 3283">
              <a:extLst>
                <a:ext uri="{FF2B5EF4-FFF2-40B4-BE49-F238E27FC236}">
                  <a16:creationId xmlns:a16="http://schemas.microsoft.com/office/drawing/2014/main" id="{97F2251A-5D87-78E3-84E2-E8C205FC32EC}"/>
                </a:ext>
              </a:extLst>
            </p:cNvPr>
            <p:cNvSpPr>
              <a:spLocks noChangeArrowheads="1"/>
            </p:cNvSpPr>
            <p:nvPr/>
          </p:nvSpPr>
          <p:spPr bwMode="auto">
            <a:xfrm>
              <a:off x="6346892" y="3844193"/>
              <a:ext cx="1100612" cy="61127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68" name="矩形 3318">
              <a:extLst>
                <a:ext uri="{FF2B5EF4-FFF2-40B4-BE49-F238E27FC236}">
                  <a16:creationId xmlns:a16="http://schemas.microsoft.com/office/drawing/2014/main" id="{2732DFD3-5458-98E3-2B7D-8CE12D6E82BD}"/>
                </a:ext>
              </a:extLst>
            </p:cNvPr>
            <p:cNvSpPr>
              <a:spLocks noChangeArrowheads="1"/>
            </p:cNvSpPr>
            <p:nvPr/>
          </p:nvSpPr>
          <p:spPr bwMode="auto">
            <a:xfrm>
              <a:off x="1340188" y="1267208"/>
              <a:ext cx="1081429"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 name="矩形 2">
              <a:extLst>
                <a:ext uri="{FF2B5EF4-FFF2-40B4-BE49-F238E27FC236}">
                  <a16:creationId xmlns:a16="http://schemas.microsoft.com/office/drawing/2014/main" id="{41FAF226-1EB0-7DF9-0E38-405CD31FD0F9}"/>
                </a:ext>
              </a:extLst>
            </p:cNvPr>
            <p:cNvSpPr>
              <a:spLocks noChangeArrowheads="1"/>
            </p:cNvSpPr>
            <p:nvPr/>
          </p:nvSpPr>
          <p:spPr bwMode="auto">
            <a:xfrm>
              <a:off x="1133973" y="3735741"/>
              <a:ext cx="2500954" cy="283456"/>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5" name="任意多边形: 形状 4">
              <a:extLst>
                <a:ext uri="{FF2B5EF4-FFF2-40B4-BE49-F238E27FC236}">
                  <a16:creationId xmlns:a16="http://schemas.microsoft.com/office/drawing/2014/main" id="{D7922202-4C20-AAA2-C2E5-74C8D26A29EE}"/>
                </a:ext>
              </a:extLst>
            </p:cNvPr>
            <p:cNvSpPr/>
            <p:nvPr/>
          </p:nvSpPr>
          <p:spPr bwMode="auto">
            <a:xfrm>
              <a:off x="6356483" y="3520068"/>
              <a:ext cx="1092219" cy="307288"/>
            </a:xfrm>
            <a:custGeom>
              <a:avLst/>
              <a:gdLst>
                <a:gd name="connsiteX0" fmla="*/ 645459 w 1446306"/>
                <a:gd name="connsiteY0" fmla="*/ 0 h 256988"/>
                <a:gd name="connsiteX1" fmla="*/ 0 w 1446306"/>
                <a:gd name="connsiteY1" fmla="*/ 256988 h 256988"/>
                <a:gd name="connsiteX2" fmla="*/ 1446306 w 1446306"/>
                <a:gd name="connsiteY2" fmla="*/ 256988 h 256988"/>
                <a:gd name="connsiteX3" fmla="*/ 818777 w 1446306"/>
                <a:gd name="connsiteY3" fmla="*/ 11953 h 256988"/>
                <a:gd name="connsiteX4" fmla="*/ 645459 w 1446306"/>
                <a:gd name="connsiteY4" fmla="*/ 0 h 256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06" h="256988">
                  <a:moveTo>
                    <a:pt x="645459" y="0"/>
                  </a:moveTo>
                  <a:lnTo>
                    <a:pt x="0" y="256988"/>
                  </a:lnTo>
                  <a:lnTo>
                    <a:pt x="1446306" y="256988"/>
                  </a:lnTo>
                  <a:lnTo>
                    <a:pt x="818777" y="11953"/>
                  </a:lnTo>
                  <a:lnTo>
                    <a:pt x="645459" y="0"/>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5400000" scaled="0"/>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6" name="Text Box 358">
              <a:extLst>
                <a:ext uri="{FF2B5EF4-FFF2-40B4-BE49-F238E27FC236}">
                  <a16:creationId xmlns:a16="http://schemas.microsoft.com/office/drawing/2014/main" id="{10272ADD-E2BD-6FB1-EC9F-D25E94D7992C}"/>
                </a:ext>
              </a:extLst>
            </p:cNvPr>
            <p:cNvSpPr txBox="1">
              <a:spLocks noChangeArrowheads="1"/>
            </p:cNvSpPr>
            <p:nvPr/>
          </p:nvSpPr>
          <p:spPr bwMode="auto">
            <a:xfrm>
              <a:off x="6369288" y="4234869"/>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70       0 </a:t>
              </a:r>
              <a:endParaRPr lang="zh-CN" altLang="en-US" sz="1000" b="1">
                <a:ea typeface="微软雅黑" panose="020B0503020204020204" pitchFamily="34" charset="-122"/>
              </a:endParaRPr>
            </a:p>
          </p:txBody>
        </p:sp>
        <p:cxnSp>
          <p:nvCxnSpPr>
            <p:cNvPr id="10" name="直接连接符 3288">
              <a:extLst>
                <a:ext uri="{FF2B5EF4-FFF2-40B4-BE49-F238E27FC236}">
                  <a16:creationId xmlns:a16="http://schemas.microsoft.com/office/drawing/2014/main" id="{36646999-CFF1-E60A-749C-FB70C7A82BCA}"/>
                </a:ext>
              </a:extLst>
            </p:cNvPr>
            <p:cNvCxnSpPr>
              <a:cxnSpLocks/>
            </p:cNvCxnSpPr>
            <p:nvPr/>
          </p:nvCxnSpPr>
          <p:spPr bwMode="auto">
            <a:xfrm>
              <a:off x="6728149" y="3858982"/>
              <a:ext cx="1199" cy="59156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 name="直接连接符 3289">
              <a:extLst>
                <a:ext uri="{FF2B5EF4-FFF2-40B4-BE49-F238E27FC236}">
                  <a16:creationId xmlns:a16="http://schemas.microsoft.com/office/drawing/2014/main" id="{B0781D09-43C4-4060-FB8A-AF0435141DBE}"/>
                </a:ext>
              </a:extLst>
            </p:cNvPr>
            <p:cNvCxnSpPr>
              <a:cxnSpLocks/>
            </p:cNvCxnSpPr>
            <p:nvPr/>
          </p:nvCxnSpPr>
          <p:spPr bwMode="auto">
            <a:xfrm flipH="1">
              <a:off x="7078235" y="3833101"/>
              <a:ext cx="4796" cy="61004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 name="直接连接符 3285">
              <a:extLst>
                <a:ext uri="{FF2B5EF4-FFF2-40B4-BE49-F238E27FC236}">
                  <a16:creationId xmlns:a16="http://schemas.microsoft.com/office/drawing/2014/main" id="{097B5719-69FB-862A-1F33-54CBADB5E03E}"/>
                </a:ext>
              </a:extLst>
            </p:cNvPr>
            <p:cNvCxnSpPr>
              <a:cxnSpLocks/>
            </p:cNvCxnSpPr>
            <p:nvPr/>
          </p:nvCxnSpPr>
          <p:spPr bwMode="auto">
            <a:xfrm>
              <a:off x="6346892" y="4234869"/>
              <a:ext cx="1095816"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sp>
          <p:nvSpPr>
            <p:cNvPr id="13" name="Text Box 410">
              <a:extLst>
                <a:ext uri="{FF2B5EF4-FFF2-40B4-BE49-F238E27FC236}">
                  <a16:creationId xmlns:a16="http://schemas.microsoft.com/office/drawing/2014/main" id="{29B1AD23-FB7E-7C8C-A2C1-9D91E54FAE9C}"/>
                </a:ext>
              </a:extLst>
            </p:cNvPr>
            <p:cNvSpPr txBox="1">
              <a:spLocks noChangeArrowheads="1"/>
            </p:cNvSpPr>
            <p:nvPr/>
          </p:nvSpPr>
          <p:spPr bwMode="auto">
            <a:xfrm>
              <a:off x="4458512" y="254029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14" name="文本框 3344">
              <a:extLst>
                <a:ext uri="{FF2B5EF4-FFF2-40B4-BE49-F238E27FC236}">
                  <a16:creationId xmlns:a16="http://schemas.microsoft.com/office/drawing/2014/main" id="{EEEB7630-148A-DC13-6024-86CF2CEDA447}"/>
                </a:ext>
              </a:extLst>
            </p:cNvPr>
            <p:cNvSpPr txBox="1">
              <a:spLocks noChangeArrowheads="1"/>
            </p:cNvSpPr>
            <p:nvPr/>
          </p:nvSpPr>
          <p:spPr bwMode="auto">
            <a:xfrm>
              <a:off x="6274957" y="1715808"/>
              <a:ext cx="4247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 </a:t>
              </a:r>
              <a:endParaRPr lang="zh-CN" altLang="en-US" sz="1100" b="1">
                <a:ea typeface="微软雅黑" panose="020B0503020204020204" pitchFamily="34" charset="-122"/>
              </a:endParaRPr>
            </a:p>
          </p:txBody>
        </p:sp>
        <p:sp>
          <p:nvSpPr>
            <p:cNvPr id="15" name="任意多边形: 形状 14">
              <a:extLst>
                <a:ext uri="{FF2B5EF4-FFF2-40B4-BE49-F238E27FC236}">
                  <a16:creationId xmlns:a16="http://schemas.microsoft.com/office/drawing/2014/main" id="{A3028C11-7B37-E8D0-0248-62B33C466739}"/>
                </a:ext>
              </a:extLst>
            </p:cNvPr>
            <p:cNvSpPr/>
            <p:nvPr/>
          </p:nvSpPr>
          <p:spPr bwMode="auto">
            <a:xfrm>
              <a:off x="1335392" y="2087533"/>
              <a:ext cx="1086224" cy="539031"/>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cxnSp>
          <p:nvCxnSpPr>
            <p:cNvPr id="16" name="直接连接符 22">
              <a:extLst>
                <a:ext uri="{FF2B5EF4-FFF2-40B4-BE49-F238E27FC236}">
                  <a16:creationId xmlns:a16="http://schemas.microsoft.com/office/drawing/2014/main" id="{16C5EDB4-7AFB-F926-68CE-C068D904B753}"/>
                </a:ext>
              </a:extLst>
            </p:cNvPr>
            <p:cNvCxnSpPr>
              <a:cxnSpLocks/>
            </p:cNvCxnSpPr>
            <p:nvPr/>
          </p:nvCxnSpPr>
          <p:spPr bwMode="auto">
            <a:xfrm>
              <a:off x="1910876" y="2836076"/>
              <a:ext cx="149866" cy="109685"/>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sp>
          <p:nvSpPr>
            <p:cNvPr id="17" name="任意多边形: 形状 16">
              <a:extLst>
                <a:ext uri="{FF2B5EF4-FFF2-40B4-BE49-F238E27FC236}">
                  <a16:creationId xmlns:a16="http://schemas.microsoft.com/office/drawing/2014/main" id="{DC096D13-BF35-75B3-83C1-D6FCB3A379B9}"/>
                </a:ext>
              </a:extLst>
            </p:cNvPr>
            <p:cNvSpPr/>
            <p:nvPr/>
          </p:nvSpPr>
          <p:spPr bwMode="auto">
            <a:xfrm>
              <a:off x="6247381" y="2052258"/>
              <a:ext cx="1091020" cy="568144"/>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18" name="Line 227">
              <a:extLst>
                <a:ext uri="{FF2B5EF4-FFF2-40B4-BE49-F238E27FC236}">
                  <a16:creationId xmlns:a16="http://schemas.microsoft.com/office/drawing/2014/main" id="{114E097A-38EA-2624-9182-A3DEBCEAF8EF}"/>
                </a:ext>
              </a:extLst>
            </p:cNvPr>
            <p:cNvSpPr>
              <a:spLocks noChangeShapeType="1"/>
            </p:cNvSpPr>
            <p:nvPr/>
          </p:nvSpPr>
          <p:spPr bwMode="auto">
            <a:xfrm>
              <a:off x="6807278" y="3406685"/>
              <a:ext cx="744532" cy="4313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19" name="Line 94">
              <a:extLst>
                <a:ext uri="{FF2B5EF4-FFF2-40B4-BE49-F238E27FC236}">
                  <a16:creationId xmlns:a16="http://schemas.microsoft.com/office/drawing/2014/main" id="{D737B5C6-E88F-D27A-E110-AC60D036AED1}"/>
                </a:ext>
              </a:extLst>
            </p:cNvPr>
            <p:cNvSpPr>
              <a:spLocks noChangeShapeType="1"/>
            </p:cNvSpPr>
            <p:nvPr/>
          </p:nvSpPr>
          <p:spPr bwMode="auto">
            <a:xfrm>
              <a:off x="4506545" y="2815124"/>
              <a:ext cx="2300733" cy="59156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0" name="Line 227">
              <a:extLst>
                <a:ext uri="{FF2B5EF4-FFF2-40B4-BE49-F238E27FC236}">
                  <a16:creationId xmlns:a16="http://schemas.microsoft.com/office/drawing/2014/main" id="{3A5C3C95-C198-F8B9-7B8F-B5A4737CA6E2}"/>
                </a:ext>
              </a:extLst>
            </p:cNvPr>
            <p:cNvSpPr>
              <a:spLocks noChangeShapeType="1"/>
            </p:cNvSpPr>
            <p:nvPr/>
          </p:nvSpPr>
          <p:spPr bwMode="auto">
            <a:xfrm flipV="1">
              <a:off x="6790493" y="2741179"/>
              <a:ext cx="761317" cy="98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1" name="Line 89">
              <a:extLst>
                <a:ext uri="{FF2B5EF4-FFF2-40B4-BE49-F238E27FC236}">
                  <a16:creationId xmlns:a16="http://schemas.microsoft.com/office/drawing/2014/main" id="{4E30723F-136C-9038-7ACD-DDA7C1E3C629}"/>
                </a:ext>
              </a:extLst>
            </p:cNvPr>
            <p:cNvSpPr>
              <a:spLocks noChangeShapeType="1"/>
            </p:cNvSpPr>
            <p:nvPr/>
          </p:nvSpPr>
          <p:spPr bwMode="auto">
            <a:xfrm>
              <a:off x="1010485" y="2736250"/>
              <a:ext cx="7661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2" name="Line 94">
              <a:extLst>
                <a:ext uri="{FF2B5EF4-FFF2-40B4-BE49-F238E27FC236}">
                  <a16:creationId xmlns:a16="http://schemas.microsoft.com/office/drawing/2014/main" id="{4D0D9662-D89D-5903-BDAE-DDC102C800DA}"/>
                </a:ext>
              </a:extLst>
            </p:cNvPr>
            <p:cNvSpPr>
              <a:spLocks noChangeShapeType="1"/>
            </p:cNvSpPr>
            <p:nvPr/>
          </p:nvSpPr>
          <p:spPr bwMode="auto">
            <a:xfrm>
              <a:off x="4558098" y="2737482"/>
              <a:ext cx="2249180" cy="739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3" name="Line 98">
              <a:extLst>
                <a:ext uri="{FF2B5EF4-FFF2-40B4-BE49-F238E27FC236}">
                  <a16:creationId xmlns:a16="http://schemas.microsoft.com/office/drawing/2014/main" id="{A0097934-B0C4-DBE2-00E3-4A3B920D153D}"/>
                </a:ext>
              </a:extLst>
            </p:cNvPr>
            <p:cNvSpPr>
              <a:spLocks noChangeShapeType="1"/>
            </p:cNvSpPr>
            <p:nvPr/>
          </p:nvSpPr>
          <p:spPr bwMode="auto">
            <a:xfrm flipH="1">
              <a:off x="1958832" y="2741179"/>
              <a:ext cx="2355885" cy="1232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4" name="Line 345">
              <a:extLst>
                <a:ext uri="{FF2B5EF4-FFF2-40B4-BE49-F238E27FC236}">
                  <a16:creationId xmlns:a16="http://schemas.microsoft.com/office/drawing/2014/main" id="{C93F122F-8FFD-BC00-6F16-85D2217FC072}"/>
                </a:ext>
              </a:extLst>
            </p:cNvPr>
            <p:cNvSpPr>
              <a:spLocks noChangeShapeType="1"/>
            </p:cNvSpPr>
            <p:nvPr/>
          </p:nvSpPr>
          <p:spPr bwMode="auto">
            <a:xfrm flipV="1">
              <a:off x="1306618" y="2887837"/>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5" name="Text Box 350">
              <a:extLst>
                <a:ext uri="{FF2B5EF4-FFF2-40B4-BE49-F238E27FC236}">
                  <a16:creationId xmlns:a16="http://schemas.microsoft.com/office/drawing/2014/main" id="{A0753150-DDC3-2116-6648-2E3718E1935B}"/>
                </a:ext>
              </a:extLst>
            </p:cNvPr>
            <p:cNvSpPr txBox="1">
              <a:spLocks noChangeArrowheads="1"/>
            </p:cNvSpPr>
            <p:nvPr/>
          </p:nvSpPr>
          <p:spPr bwMode="auto">
            <a:xfrm>
              <a:off x="2877208" y="2067047"/>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26" name="AutoShape 354">
              <a:extLst>
                <a:ext uri="{FF2B5EF4-FFF2-40B4-BE49-F238E27FC236}">
                  <a16:creationId xmlns:a16="http://schemas.microsoft.com/office/drawing/2014/main" id="{820794EF-55BF-4A95-C7EC-B178F6944E6D}"/>
                </a:ext>
              </a:extLst>
            </p:cNvPr>
            <p:cNvSpPr>
              <a:spLocks noChangeArrowheads="1"/>
            </p:cNvSpPr>
            <p:nvPr/>
          </p:nvSpPr>
          <p:spPr bwMode="auto">
            <a:xfrm>
              <a:off x="1817359" y="3182385"/>
              <a:ext cx="890800" cy="262505"/>
            </a:xfrm>
            <a:prstGeom prst="wedgeRoundRectCallout">
              <a:avLst>
                <a:gd name="adj1" fmla="val 73259"/>
                <a:gd name="adj2" fmla="val -135176"/>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27" name="Text Box 355">
              <a:extLst>
                <a:ext uri="{FF2B5EF4-FFF2-40B4-BE49-F238E27FC236}">
                  <a16:creationId xmlns:a16="http://schemas.microsoft.com/office/drawing/2014/main" id="{4496EF8B-E855-A568-C5FC-4C2FF54D5C68}"/>
                </a:ext>
              </a:extLst>
            </p:cNvPr>
            <p:cNvSpPr txBox="1">
              <a:spLocks noChangeArrowheads="1"/>
            </p:cNvSpPr>
            <p:nvPr/>
          </p:nvSpPr>
          <p:spPr bwMode="auto">
            <a:xfrm>
              <a:off x="1753390" y="3200871"/>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 </a:t>
              </a:r>
              <a:r>
                <a:rPr lang="zh-CN" altLang="en-US" sz="1000" b="1">
                  <a:ea typeface="微软雅黑" panose="020B0503020204020204" pitchFamily="34" charset="-122"/>
                </a:rPr>
                <a:t>压入标签</a:t>
              </a:r>
            </a:p>
          </p:txBody>
        </p:sp>
        <p:sp>
          <p:nvSpPr>
            <p:cNvPr id="28" name="Text Box 370">
              <a:extLst>
                <a:ext uri="{FF2B5EF4-FFF2-40B4-BE49-F238E27FC236}">
                  <a16:creationId xmlns:a16="http://schemas.microsoft.com/office/drawing/2014/main" id="{66BACB19-4CA5-81E8-8627-7207283C27BA}"/>
                </a:ext>
              </a:extLst>
            </p:cNvPr>
            <p:cNvSpPr txBox="1">
              <a:spLocks noChangeArrowheads="1"/>
            </p:cNvSpPr>
            <p:nvPr/>
          </p:nvSpPr>
          <p:spPr bwMode="auto">
            <a:xfrm>
              <a:off x="1421169" y="2507020"/>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a:t>
              </a:r>
            </a:p>
          </p:txBody>
        </p:sp>
        <p:sp>
          <p:nvSpPr>
            <p:cNvPr id="29" name="Text Box 411">
              <a:extLst>
                <a:ext uri="{FF2B5EF4-FFF2-40B4-BE49-F238E27FC236}">
                  <a16:creationId xmlns:a16="http://schemas.microsoft.com/office/drawing/2014/main" id="{2F127B34-1473-CB81-C80A-CB5A4DE3242A}"/>
                </a:ext>
              </a:extLst>
            </p:cNvPr>
            <p:cNvSpPr txBox="1">
              <a:spLocks noChangeArrowheads="1"/>
            </p:cNvSpPr>
            <p:nvPr/>
          </p:nvSpPr>
          <p:spPr bwMode="auto">
            <a:xfrm>
              <a:off x="4451319" y="2818822"/>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sp>
          <p:nvSpPr>
            <p:cNvPr id="30" name="Rectangle 414">
              <a:extLst>
                <a:ext uri="{FF2B5EF4-FFF2-40B4-BE49-F238E27FC236}">
                  <a16:creationId xmlns:a16="http://schemas.microsoft.com/office/drawing/2014/main" id="{15E65548-14C6-9DAF-1FA3-A5C2F2600A87}"/>
                </a:ext>
              </a:extLst>
            </p:cNvPr>
            <p:cNvSpPr>
              <a:spLocks noChangeArrowheads="1"/>
            </p:cNvSpPr>
            <p:nvPr/>
          </p:nvSpPr>
          <p:spPr bwMode="auto">
            <a:xfrm rot="10800000">
              <a:off x="2385649" y="2811427"/>
              <a:ext cx="451994"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31" name="Rectangle 415">
              <a:extLst>
                <a:ext uri="{FF2B5EF4-FFF2-40B4-BE49-F238E27FC236}">
                  <a16:creationId xmlns:a16="http://schemas.microsoft.com/office/drawing/2014/main" id="{0920C45C-AB90-F14E-C8FE-166BE6AA9792}"/>
                </a:ext>
              </a:extLst>
            </p:cNvPr>
            <p:cNvSpPr>
              <a:spLocks noChangeArrowheads="1"/>
            </p:cNvSpPr>
            <p:nvPr/>
          </p:nvSpPr>
          <p:spPr bwMode="auto">
            <a:xfrm>
              <a:off x="2834046" y="2811427"/>
              <a:ext cx="153462"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81</a:t>
              </a:r>
            </a:p>
          </p:txBody>
        </p:sp>
        <p:sp>
          <p:nvSpPr>
            <p:cNvPr id="32" name="Line 420">
              <a:extLst>
                <a:ext uri="{FF2B5EF4-FFF2-40B4-BE49-F238E27FC236}">
                  <a16:creationId xmlns:a16="http://schemas.microsoft.com/office/drawing/2014/main" id="{70A9DEB0-B7B7-6D97-A5CE-F0529C7A0160}"/>
                </a:ext>
              </a:extLst>
            </p:cNvPr>
            <p:cNvSpPr>
              <a:spLocks noChangeShapeType="1"/>
            </p:cNvSpPr>
            <p:nvPr/>
          </p:nvSpPr>
          <p:spPr bwMode="auto">
            <a:xfrm rot="17283846">
              <a:off x="4708858" y="2478189"/>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33" name="Text Box 370">
              <a:extLst>
                <a:ext uri="{FF2B5EF4-FFF2-40B4-BE49-F238E27FC236}">
                  <a16:creationId xmlns:a16="http://schemas.microsoft.com/office/drawing/2014/main" id="{696CB765-8031-6737-C918-8FEB2BC6728E}"/>
                </a:ext>
              </a:extLst>
            </p:cNvPr>
            <p:cNvSpPr txBox="1">
              <a:spLocks noChangeArrowheads="1"/>
            </p:cNvSpPr>
            <p:nvPr/>
          </p:nvSpPr>
          <p:spPr bwMode="auto">
            <a:xfrm>
              <a:off x="6482422" y="3119532"/>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4</a:t>
              </a:r>
            </a:p>
          </p:txBody>
        </p:sp>
        <p:sp>
          <p:nvSpPr>
            <p:cNvPr id="34" name="Text Box 370">
              <a:extLst>
                <a:ext uri="{FF2B5EF4-FFF2-40B4-BE49-F238E27FC236}">
                  <a16:creationId xmlns:a16="http://schemas.microsoft.com/office/drawing/2014/main" id="{7B421C7A-F3AC-9C16-F15E-9CC97B273B92}"/>
                </a:ext>
              </a:extLst>
            </p:cNvPr>
            <p:cNvSpPr txBox="1">
              <a:spLocks noChangeArrowheads="1"/>
            </p:cNvSpPr>
            <p:nvPr/>
          </p:nvSpPr>
          <p:spPr bwMode="auto">
            <a:xfrm>
              <a:off x="6362531" y="2515647"/>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a:t>
              </a:r>
            </a:p>
          </p:txBody>
        </p:sp>
        <p:sp>
          <p:nvSpPr>
            <p:cNvPr id="35" name="Text Box 370">
              <a:extLst>
                <a:ext uri="{FF2B5EF4-FFF2-40B4-BE49-F238E27FC236}">
                  <a16:creationId xmlns:a16="http://schemas.microsoft.com/office/drawing/2014/main" id="{54DDFB1D-E33C-F946-04BE-63C7F51C241E}"/>
                </a:ext>
              </a:extLst>
            </p:cNvPr>
            <p:cNvSpPr txBox="1">
              <a:spLocks noChangeArrowheads="1"/>
            </p:cNvSpPr>
            <p:nvPr/>
          </p:nvSpPr>
          <p:spPr bwMode="auto">
            <a:xfrm>
              <a:off x="3959290" y="2492231"/>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a:t>
              </a:r>
            </a:p>
          </p:txBody>
        </p:sp>
        <p:sp>
          <p:nvSpPr>
            <p:cNvPr id="36" name="Text Box 353">
              <a:extLst>
                <a:ext uri="{FF2B5EF4-FFF2-40B4-BE49-F238E27FC236}">
                  <a16:creationId xmlns:a16="http://schemas.microsoft.com/office/drawing/2014/main" id="{6C568688-BD95-67B5-B585-413B00396DFC}"/>
                </a:ext>
              </a:extLst>
            </p:cNvPr>
            <p:cNvSpPr txBox="1">
              <a:spLocks noChangeArrowheads="1"/>
            </p:cNvSpPr>
            <p:nvPr/>
          </p:nvSpPr>
          <p:spPr bwMode="auto">
            <a:xfrm>
              <a:off x="621252" y="2930971"/>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grpSp>
          <p:nvGrpSpPr>
            <p:cNvPr id="37" name="组合 3255">
              <a:extLst>
                <a:ext uri="{FF2B5EF4-FFF2-40B4-BE49-F238E27FC236}">
                  <a16:creationId xmlns:a16="http://schemas.microsoft.com/office/drawing/2014/main" id="{32566E19-D5F3-AC03-1B00-2D12E297396C}"/>
                </a:ext>
              </a:extLst>
            </p:cNvPr>
            <p:cNvGrpSpPr>
              <a:grpSpLocks/>
            </p:cNvGrpSpPr>
            <p:nvPr/>
          </p:nvGrpSpPr>
          <p:grpSpPr bwMode="auto">
            <a:xfrm>
              <a:off x="7545815" y="2592057"/>
              <a:ext cx="989112" cy="547193"/>
              <a:chOff x="9866202" y="1510266"/>
              <a:chExt cx="1309687" cy="703263"/>
            </a:xfrm>
          </p:grpSpPr>
          <p:pic>
            <p:nvPicPr>
              <p:cNvPr id="217" name="Picture 226">
                <a:extLst>
                  <a:ext uri="{FF2B5EF4-FFF2-40B4-BE49-F238E27FC236}">
                    <a16:creationId xmlns:a16="http://schemas.microsoft.com/office/drawing/2014/main" id="{C8422399-97F9-9908-0D9A-2F054A0F969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8" name="Text Box 353">
                <a:extLst>
                  <a:ext uri="{FF2B5EF4-FFF2-40B4-BE49-F238E27FC236}">
                    <a16:creationId xmlns:a16="http://schemas.microsoft.com/office/drawing/2014/main" id="{C3A68E16-7C4A-591F-8B55-9F1B7D8F44F8}"/>
                  </a:ext>
                </a:extLst>
              </p:cNvPr>
              <p:cNvSpPr txBox="1">
                <a:spLocks noChangeArrowheads="1"/>
              </p:cNvSpPr>
              <p:nvPr/>
            </p:nvSpPr>
            <p:spPr bwMode="auto">
              <a:xfrm>
                <a:off x="10012484" y="1711881"/>
                <a:ext cx="1091736" cy="34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a:t>
                </a:r>
                <a:endParaRPr lang="zh-CN" altLang="en-US" sz="1000" b="1">
                  <a:ea typeface="微软雅黑" panose="020B0503020204020204" pitchFamily="34" charset="-122"/>
                </a:endParaRPr>
              </a:p>
            </p:txBody>
          </p:sp>
        </p:grpSp>
        <p:grpSp>
          <p:nvGrpSpPr>
            <p:cNvPr id="38" name="组合 3161">
              <a:extLst>
                <a:ext uri="{FF2B5EF4-FFF2-40B4-BE49-F238E27FC236}">
                  <a16:creationId xmlns:a16="http://schemas.microsoft.com/office/drawing/2014/main" id="{3367D190-071F-4916-C1BA-E49A628AC60C}"/>
                </a:ext>
              </a:extLst>
            </p:cNvPr>
            <p:cNvGrpSpPr>
              <a:grpSpLocks/>
            </p:cNvGrpSpPr>
            <p:nvPr/>
          </p:nvGrpSpPr>
          <p:grpSpPr bwMode="auto">
            <a:xfrm>
              <a:off x="6629838" y="2582198"/>
              <a:ext cx="302129" cy="361098"/>
              <a:chOff x="829150" y="1370013"/>
              <a:chExt cx="399575" cy="465137"/>
            </a:xfrm>
          </p:grpSpPr>
          <p:sp>
            <p:nvSpPr>
              <p:cNvPr id="187" name="AutoShape 86">
                <a:extLst>
                  <a:ext uri="{FF2B5EF4-FFF2-40B4-BE49-F238E27FC236}">
                    <a16:creationId xmlns:a16="http://schemas.microsoft.com/office/drawing/2014/main" id="{33BB38CB-E90C-D0F7-91B5-1D639DB7B223}"/>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88" name="Oval 88">
                <a:extLst>
                  <a:ext uri="{FF2B5EF4-FFF2-40B4-BE49-F238E27FC236}">
                    <a16:creationId xmlns:a16="http://schemas.microsoft.com/office/drawing/2014/main" id="{86F7FDD4-F929-C323-047C-BD5EBF0A4A96}"/>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89" name="Rectangle 89">
                <a:extLst>
                  <a:ext uri="{FF2B5EF4-FFF2-40B4-BE49-F238E27FC236}">
                    <a16:creationId xmlns:a16="http://schemas.microsoft.com/office/drawing/2014/main" id="{63F0EDB9-E462-546D-2754-29A785E4C0C6}"/>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90" name="Oval 91">
                <a:extLst>
                  <a:ext uri="{FF2B5EF4-FFF2-40B4-BE49-F238E27FC236}">
                    <a16:creationId xmlns:a16="http://schemas.microsoft.com/office/drawing/2014/main" id="{6518C52D-CC1D-0E94-F143-CFF7059C3C13}"/>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91" name="Group 110">
                <a:extLst>
                  <a:ext uri="{FF2B5EF4-FFF2-40B4-BE49-F238E27FC236}">
                    <a16:creationId xmlns:a16="http://schemas.microsoft.com/office/drawing/2014/main" id="{EAA525DD-1DB3-7027-8741-6F1CE34A70E7}"/>
                  </a:ext>
                </a:extLst>
              </p:cNvPr>
              <p:cNvGrpSpPr>
                <a:grpSpLocks/>
              </p:cNvGrpSpPr>
              <p:nvPr/>
            </p:nvGrpSpPr>
            <p:grpSpPr bwMode="auto">
              <a:xfrm>
                <a:off x="898525" y="1389063"/>
                <a:ext cx="268287" cy="112712"/>
                <a:chOff x="566" y="875"/>
                <a:chExt cx="169" cy="71"/>
              </a:xfrm>
            </p:grpSpPr>
            <p:grpSp>
              <p:nvGrpSpPr>
                <p:cNvPr id="199" name="Group 100">
                  <a:extLst>
                    <a:ext uri="{FF2B5EF4-FFF2-40B4-BE49-F238E27FC236}">
                      <a16:creationId xmlns:a16="http://schemas.microsoft.com/office/drawing/2014/main" id="{EEFB45BC-0E55-70DF-F83F-FEFA2B18A75B}"/>
                    </a:ext>
                  </a:extLst>
                </p:cNvPr>
                <p:cNvGrpSpPr>
                  <a:grpSpLocks/>
                </p:cNvGrpSpPr>
                <p:nvPr/>
              </p:nvGrpSpPr>
              <p:grpSpPr bwMode="auto">
                <a:xfrm>
                  <a:off x="566" y="875"/>
                  <a:ext cx="168" cy="69"/>
                  <a:chOff x="566" y="875"/>
                  <a:chExt cx="168" cy="69"/>
                </a:xfrm>
              </p:grpSpPr>
              <p:sp>
                <p:nvSpPr>
                  <p:cNvPr id="209" name="Freeform 92">
                    <a:extLst>
                      <a:ext uri="{FF2B5EF4-FFF2-40B4-BE49-F238E27FC236}">
                        <a16:creationId xmlns:a16="http://schemas.microsoft.com/office/drawing/2014/main" id="{1C37781E-78B0-FD6B-270D-66AF042DCB4F}"/>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0" name="Freeform 93">
                    <a:extLst>
                      <a:ext uri="{FF2B5EF4-FFF2-40B4-BE49-F238E27FC236}">
                        <a16:creationId xmlns:a16="http://schemas.microsoft.com/office/drawing/2014/main" id="{766F5CF8-B5C5-4EA0-BA68-F8A7C09FB806}"/>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1" name="Freeform 94">
                    <a:extLst>
                      <a:ext uri="{FF2B5EF4-FFF2-40B4-BE49-F238E27FC236}">
                        <a16:creationId xmlns:a16="http://schemas.microsoft.com/office/drawing/2014/main" id="{82935042-CA6D-4888-A1CC-3D517CB4A907}"/>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2" name="Freeform 95">
                    <a:extLst>
                      <a:ext uri="{FF2B5EF4-FFF2-40B4-BE49-F238E27FC236}">
                        <a16:creationId xmlns:a16="http://schemas.microsoft.com/office/drawing/2014/main" id="{5059A6AF-EAAD-3B83-DC25-033AC1676149}"/>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3" name="Freeform 96">
                    <a:extLst>
                      <a:ext uri="{FF2B5EF4-FFF2-40B4-BE49-F238E27FC236}">
                        <a16:creationId xmlns:a16="http://schemas.microsoft.com/office/drawing/2014/main" id="{E8AF3DE4-430C-4E9E-E159-68EB34A43B75}"/>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4" name="Freeform 97">
                    <a:extLst>
                      <a:ext uri="{FF2B5EF4-FFF2-40B4-BE49-F238E27FC236}">
                        <a16:creationId xmlns:a16="http://schemas.microsoft.com/office/drawing/2014/main" id="{44C9F85D-4485-7747-3E51-5CCEB472EC2D}"/>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5" name="Freeform 98">
                    <a:extLst>
                      <a:ext uri="{FF2B5EF4-FFF2-40B4-BE49-F238E27FC236}">
                        <a16:creationId xmlns:a16="http://schemas.microsoft.com/office/drawing/2014/main" id="{D5DCA0B1-59DD-D785-0549-66ED44F9F830}"/>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6" name="Freeform 99">
                    <a:extLst>
                      <a:ext uri="{FF2B5EF4-FFF2-40B4-BE49-F238E27FC236}">
                        <a16:creationId xmlns:a16="http://schemas.microsoft.com/office/drawing/2014/main" id="{45D3FA0F-5E65-3E4F-FF54-BA9F1F501D15}"/>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200" name="Group 109">
                  <a:extLst>
                    <a:ext uri="{FF2B5EF4-FFF2-40B4-BE49-F238E27FC236}">
                      <a16:creationId xmlns:a16="http://schemas.microsoft.com/office/drawing/2014/main" id="{8138F510-4593-C48A-FEFF-34C118DEB59B}"/>
                    </a:ext>
                  </a:extLst>
                </p:cNvPr>
                <p:cNvGrpSpPr>
                  <a:grpSpLocks/>
                </p:cNvGrpSpPr>
                <p:nvPr/>
              </p:nvGrpSpPr>
              <p:grpSpPr bwMode="auto">
                <a:xfrm>
                  <a:off x="568" y="876"/>
                  <a:ext cx="167" cy="70"/>
                  <a:chOff x="568" y="876"/>
                  <a:chExt cx="167" cy="70"/>
                </a:xfrm>
              </p:grpSpPr>
              <p:sp>
                <p:nvSpPr>
                  <p:cNvPr id="201" name="Freeform 101">
                    <a:extLst>
                      <a:ext uri="{FF2B5EF4-FFF2-40B4-BE49-F238E27FC236}">
                        <a16:creationId xmlns:a16="http://schemas.microsoft.com/office/drawing/2014/main" id="{D2A4CEEF-6312-8866-A082-877B6833010A}"/>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2" name="Freeform 102">
                    <a:extLst>
                      <a:ext uri="{FF2B5EF4-FFF2-40B4-BE49-F238E27FC236}">
                        <a16:creationId xmlns:a16="http://schemas.microsoft.com/office/drawing/2014/main" id="{DD9D48C1-85E6-39F5-56AE-13FAD2EF8EB3}"/>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3" name="Freeform 103">
                    <a:extLst>
                      <a:ext uri="{FF2B5EF4-FFF2-40B4-BE49-F238E27FC236}">
                        <a16:creationId xmlns:a16="http://schemas.microsoft.com/office/drawing/2014/main" id="{B57B62E2-0358-E972-6265-988A567522CD}"/>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4" name="Freeform 104">
                    <a:extLst>
                      <a:ext uri="{FF2B5EF4-FFF2-40B4-BE49-F238E27FC236}">
                        <a16:creationId xmlns:a16="http://schemas.microsoft.com/office/drawing/2014/main" id="{70E242FD-BCC6-F833-AD91-E7746086F892}"/>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5" name="Freeform 105">
                    <a:extLst>
                      <a:ext uri="{FF2B5EF4-FFF2-40B4-BE49-F238E27FC236}">
                        <a16:creationId xmlns:a16="http://schemas.microsoft.com/office/drawing/2014/main" id="{ABE2714F-DE91-8D7E-6538-EB9ACFA1123F}"/>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6" name="Freeform 106">
                    <a:extLst>
                      <a:ext uri="{FF2B5EF4-FFF2-40B4-BE49-F238E27FC236}">
                        <a16:creationId xmlns:a16="http://schemas.microsoft.com/office/drawing/2014/main" id="{7ED0C3F4-0907-6CAF-0503-A5C64CFB6F6A}"/>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7" name="Freeform 107">
                    <a:extLst>
                      <a:ext uri="{FF2B5EF4-FFF2-40B4-BE49-F238E27FC236}">
                        <a16:creationId xmlns:a16="http://schemas.microsoft.com/office/drawing/2014/main" id="{6356EA91-CE9A-F771-8852-2800B5572A08}"/>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8" name="Freeform 108">
                    <a:extLst>
                      <a:ext uri="{FF2B5EF4-FFF2-40B4-BE49-F238E27FC236}">
                        <a16:creationId xmlns:a16="http://schemas.microsoft.com/office/drawing/2014/main" id="{493A0D70-92A3-8F0A-526D-FC8E5AB9A4CA}"/>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92" name="Line 111">
                <a:extLst>
                  <a:ext uri="{FF2B5EF4-FFF2-40B4-BE49-F238E27FC236}">
                    <a16:creationId xmlns:a16="http://schemas.microsoft.com/office/drawing/2014/main" id="{1520A26D-F746-9F94-C719-A7662E377B09}"/>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93" name="Line 112">
                <a:extLst>
                  <a:ext uri="{FF2B5EF4-FFF2-40B4-BE49-F238E27FC236}">
                    <a16:creationId xmlns:a16="http://schemas.microsoft.com/office/drawing/2014/main" id="{BFA2B9A2-FBF5-1687-5B96-793C8A355FB2}"/>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94" name="Group 150">
                <a:extLst>
                  <a:ext uri="{FF2B5EF4-FFF2-40B4-BE49-F238E27FC236}">
                    <a16:creationId xmlns:a16="http://schemas.microsoft.com/office/drawing/2014/main" id="{F5237362-8437-C4ED-930B-F00F8A4314FE}"/>
                  </a:ext>
                </a:extLst>
              </p:cNvPr>
              <p:cNvGrpSpPr>
                <a:grpSpLocks/>
              </p:cNvGrpSpPr>
              <p:nvPr/>
            </p:nvGrpSpPr>
            <p:grpSpPr bwMode="auto">
              <a:xfrm>
                <a:off x="871778" y="1539380"/>
                <a:ext cx="298450" cy="168771"/>
                <a:chOff x="465" y="2127"/>
                <a:chExt cx="188" cy="171"/>
              </a:xfrm>
            </p:grpSpPr>
            <p:sp>
              <p:nvSpPr>
                <p:cNvPr id="195" name="Freeform 146">
                  <a:extLst>
                    <a:ext uri="{FF2B5EF4-FFF2-40B4-BE49-F238E27FC236}">
                      <a16:creationId xmlns:a16="http://schemas.microsoft.com/office/drawing/2014/main" id="{4A8AB779-0BD6-D45F-F6C9-E98A508FFB3F}"/>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6" name="Freeform 147">
                  <a:extLst>
                    <a:ext uri="{FF2B5EF4-FFF2-40B4-BE49-F238E27FC236}">
                      <a16:creationId xmlns:a16="http://schemas.microsoft.com/office/drawing/2014/main" id="{BFE6AC0D-0900-8A26-390A-8FBABFDB7C0E}"/>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7" name="Freeform 148">
                  <a:extLst>
                    <a:ext uri="{FF2B5EF4-FFF2-40B4-BE49-F238E27FC236}">
                      <a16:creationId xmlns:a16="http://schemas.microsoft.com/office/drawing/2014/main" id="{F7E20EF6-0924-FF6A-E411-2344258C0E3D}"/>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8" name="Freeform 149">
                  <a:extLst>
                    <a:ext uri="{FF2B5EF4-FFF2-40B4-BE49-F238E27FC236}">
                      <a16:creationId xmlns:a16="http://schemas.microsoft.com/office/drawing/2014/main" id="{A7007B43-7252-8790-929C-BD4D1BE1EBDE}"/>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39" name="组合 3163">
              <a:extLst>
                <a:ext uri="{FF2B5EF4-FFF2-40B4-BE49-F238E27FC236}">
                  <a16:creationId xmlns:a16="http://schemas.microsoft.com/office/drawing/2014/main" id="{24F1B340-FEAE-5538-3D50-BC84B815B7B6}"/>
                </a:ext>
              </a:extLst>
            </p:cNvPr>
            <p:cNvGrpSpPr>
              <a:grpSpLocks/>
            </p:cNvGrpSpPr>
            <p:nvPr/>
          </p:nvGrpSpPr>
          <p:grpSpPr bwMode="auto">
            <a:xfrm>
              <a:off x="1705860" y="2610543"/>
              <a:ext cx="300929" cy="361099"/>
              <a:chOff x="829150" y="1370013"/>
              <a:chExt cx="399575" cy="465137"/>
            </a:xfrm>
          </p:grpSpPr>
          <p:sp>
            <p:nvSpPr>
              <p:cNvPr id="157" name="AutoShape 86">
                <a:extLst>
                  <a:ext uri="{FF2B5EF4-FFF2-40B4-BE49-F238E27FC236}">
                    <a16:creationId xmlns:a16="http://schemas.microsoft.com/office/drawing/2014/main" id="{5FCBC916-7F45-59E8-AB46-816E945311B9}"/>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58" name="Oval 88">
                <a:extLst>
                  <a:ext uri="{FF2B5EF4-FFF2-40B4-BE49-F238E27FC236}">
                    <a16:creationId xmlns:a16="http://schemas.microsoft.com/office/drawing/2014/main" id="{6F2F734A-16A3-AEDB-83FB-01509CD6939C}"/>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59" name="Rectangle 89">
                <a:extLst>
                  <a:ext uri="{FF2B5EF4-FFF2-40B4-BE49-F238E27FC236}">
                    <a16:creationId xmlns:a16="http://schemas.microsoft.com/office/drawing/2014/main" id="{A08FBE2E-8825-8DB7-756A-7DDA44F90E72}"/>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60" name="Oval 91">
                <a:extLst>
                  <a:ext uri="{FF2B5EF4-FFF2-40B4-BE49-F238E27FC236}">
                    <a16:creationId xmlns:a16="http://schemas.microsoft.com/office/drawing/2014/main" id="{21AB32DE-72F2-A807-E071-036B7BC848C0}"/>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61" name="Group 110">
                <a:extLst>
                  <a:ext uri="{FF2B5EF4-FFF2-40B4-BE49-F238E27FC236}">
                    <a16:creationId xmlns:a16="http://schemas.microsoft.com/office/drawing/2014/main" id="{4589731C-20B8-3555-1099-D64A78AE446F}"/>
                  </a:ext>
                </a:extLst>
              </p:cNvPr>
              <p:cNvGrpSpPr>
                <a:grpSpLocks/>
              </p:cNvGrpSpPr>
              <p:nvPr/>
            </p:nvGrpSpPr>
            <p:grpSpPr bwMode="auto">
              <a:xfrm>
                <a:off x="898525" y="1389063"/>
                <a:ext cx="268287" cy="112712"/>
                <a:chOff x="566" y="875"/>
                <a:chExt cx="169" cy="71"/>
              </a:xfrm>
            </p:grpSpPr>
            <p:grpSp>
              <p:nvGrpSpPr>
                <p:cNvPr id="169" name="Group 100">
                  <a:extLst>
                    <a:ext uri="{FF2B5EF4-FFF2-40B4-BE49-F238E27FC236}">
                      <a16:creationId xmlns:a16="http://schemas.microsoft.com/office/drawing/2014/main" id="{25A63F10-3EAC-C7A1-A6CE-FF289A5ABC0B}"/>
                    </a:ext>
                  </a:extLst>
                </p:cNvPr>
                <p:cNvGrpSpPr>
                  <a:grpSpLocks/>
                </p:cNvGrpSpPr>
                <p:nvPr/>
              </p:nvGrpSpPr>
              <p:grpSpPr bwMode="auto">
                <a:xfrm>
                  <a:off x="566" y="875"/>
                  <a:ext cx="168" cy="69"/>
                  <a:chOff x="566" y="875"/>
                  <a:chExt cx="168" cy="69"/>
                </a:xfrm>
              </p:grpSpPr>
              <p:sp>
                <p:nvSpPr>
                  <p:cNvPr id="179" name="Freeform 92">
                    <a:extLst>
                      <a:ext uri="{FF2B5EF4-FFF2-40B4-BE49-F238E27FC236}">
                        <a16:creationId xmlns:a16="http://schemas.microsoft.com/office/drawing/2014/main" id="{F6556C28-E10C-79C0-0F8A-78E293D5676E}"/>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0" name="Freeform 93">
                    <a:extLst>
                      <a:ext uri="{FF2B5EF4-FFF2-40B4-BE49-F238E27FC236}">
                        <a16:creationId xmlns:a16="http://schemas.microsoft.com/office/drawing/2014/main" id="{D3F54A2B-EBD1-EF54-6D4A-F0194E252130}"/>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1" name="Freeform 94">
                    <a:extLst>
                      <a:ext uri="{FF2B5EF4-FFF2-40B4-BE49-F238E27FC236}">
                        <a16:creationId xmlns:a16="http://schemas.microsoft.com/office/drawing/2014/main" id="{A0CBF944-8432-122A-1CE9-D9CD2654024C}"/>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2" name="Freeform 95">
                    <a:extLst>
                      <a:ext uri="{FF2B5EF4-FFF2-40B4-BE49-F238E27FC236}">
                        <a16:creationId xmlns:a16="http://schemas.microsoft.com/office/drawing/2014/main" id="{48810845-FA73-1042-0E9A-849DF780B1F1}"/>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3" name="Freeform 96">
                    <a:extLst>
                      <a:ext uri="{FF2B5EF4-FFF2-40B4-BE49-F238E27FC236}">
                        <a16:creationId xmlns:a16="http://schemas.microsoft.com/office/drawing/2014/main" id="{41F6F536-6883-5B4D-8285-8D0D5804BD00}"/>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4" name="Freeform 97">
                    <a:extLst>
                      <a:ext uri="{FF2B5EF4-FFF2-40B4-BE49-F238E27FC236}">
                        <a16:creationId xmlns:a16="http://schemas.microsoft.com/office/drawing/2014/main" id="{58F1CB42-1FBC-69FA-6131-42FA4012B53A}"/>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5" name="Freeform 98">
                    <a:extLst>
                      <a:ext uri="{FF2B5EF4-FFF2-40B4-BE49-F238E27FC236}">
                        <a16:creationId xmlns:a16="http://schemas.microsoft.com/office/drawing/2014/main" id="{91E8BD44-39A7-2BE7-92FD-943BB384CB3B}"/>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6" name="Freeform 99">
                    <a:extLst>
                      <a:ext uri="{FF2B5EF4-FFF2-40B4-BE49-F238E27FC236}">
                        <a16:creationId xmlns:a16="http://schemas.microsoft.com/office/drawing/2014/main" id="{6C371783-CA51-AA38-A618-555BC4AA9D09}"/>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70" name="Group 109">
                  <a:extLst>
                    <a:ext uri="{FF2B5EF4-FFF2-40B4-BE49-F238E27FC236}">
                      <a16:creationId xmlns:a16="http://schemas.microsoft.com/office/drawing/2014/main" id="{77BCF926-42CD-6023-05AD-FCA43DAD7F4F}"/>
                    </a:ext>
                  </a:extLst>
                </p:cNvPr>
                <p:cNvGrpSpPr>
                  <a:grpSpLocks/>
                </p:cNvGrpSpPr>
                <p:nvPr/>
              </p:nvGrpSpPr>
              <p:grpSpPr bwMode="auto">
                <a:xfrm>
                  <a:off x="568" y="876"/>
                  <a:ext cx="167" cy="70"/>
                  <a:chOff x="568" y="876"/>
                  <a:chExt cx="167" cy="70"/>
                </a:xfrm>
              </p:grpSpPr>
              <p:sp>
                <p:nvSpPr>
                  <p:cNvPr id="171" name="Freeform 101">
                    <a:extLst>
                      <a:ext uri="{FF2B5EF4-FFF2-40B4-BE49-F238E27FC236}">
                        <a16:creationId xmlns:a16="http://schemas.microsoft.com/office/drawing/2014/main" id="{7F5EB4E6-EE4D-0311-D7AC-161B1DB17E81}"/>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2" name="Freeform 102">
                    <a:extLst>
                      <a:ext uri="{FF2B5EF4-FFF2-40B4-BE49-F238E27FC236}">
                        <a16:creationId xmlns:a16="http://schemas.microsoft.com/office/drawing/2014/main" id="{F80C59F5-836C-722F-1ED4-4143CA6DC28B}"/>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3" name="Freeform 103">
                    <a:extLst>
                      <a:ext uri="{FF2B5EF4-FFF2-40B4-BE49-F238E27FC236}">
                        <a16:creationId xmlns:a16="http://schemas.microsoft.com/office/drawing/2014/main" id="{F4123F21-8BE3-4693-9F20-882D1530BB91}"/>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4" name="Freeform 104">
                    <a:extLst>
                      <a:ext uri="{FF2B5EF4-FFF2-40B4-BE49-F238E27FC236}">
                        <a16:creationId xmlns:a16="http://schemas.microsoft.com/office/drawing/2014/main" id="{75BF4477-4D29-680B-3AB8-726F013AC8C7}"/>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5" name="Freeform 105">
                    <a:extLst>
                      <a:ext uri="{FF2B5EF4-FFF2-40B4-BE49-F238E27FC236}">
                        <a16:creationId xmlns:a16="http://schemas.microsoft.com/office/drawing/2014/main" id="{B688E003-F759-5F14-5726-1698B337A09D}"/>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6" name="Freeform 106">
                    <a:extLst>
                      <a:ext uri="{FF2B5EF4-FFF2-40B4-BE49-F238E27FC236}">
                        <a16:creationId xmlns:a16="http://schemas.microsoft.com/office/drawing/2014/main" id="{20ADFE22-735C-5870-55ED-5B1DBDFA9F19}"/>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7" name="Freeform 107">
                    <a:extLst>
                      <a:ext uri="{FF2B5EF4-FFF2-40B4-BE49-F238E27FC236}">
                        <a16:creationId xmlns:a16="http://schemas.microsoft.com/office/drawing/2014/main" id="{1228AEE4-16D1-88A9-1171-1F26468CB7F7}"/>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8" name="Freeform 108">
                    <a:extLst>
                      <a:ext uri="{FF2B5EF4-FFF2-40B4-BE49-F238E27FC236}">
                        <a16:creationId xmlns:a16="http://schemas.microsoft.com/office/drawing/2014/main" id="{E845BCC8-C582-ED90-2C15-12F55281895A}"/>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62" name="Line 111">
                <a:extLst>
                  <a:ext uri="{FF2B5EF4-FFF2-40B4-BE49-F238E27FC236}">
                    <a16:creationId xmlns:a16="http://schemas.microsoft.com/office/drawing/2014/main" id="{B2E8C3C0-BFEF-FE9B-97F3-4884490C2FE8}"/>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63" name="Line 112">
                <a:extLst>
                  <a:ext uri="{FF2B5EF4-FFF2-40B4-BE49-F238E27FC236}">
                    <a16:creationId xmlns:a16="http://schemas.microsoft.com/office/drawing/2014/main" id="{9767DF42-FDC5-BC86-60C3-74523FA6984D}"/>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64" name="Group 150">
                <a:extLst>
                  <a:ext uri="{FF2B5EF4-FFF2-40B4-BE49-F238E27FC236}">
                    <a16:creationId xmlns:a16="http://schemas.microsoft.com/office/drawing/2014/main" id="{10DF50A8-C196-0468-78C0-3F54CEA51637}"/>
                  </a:ext>
                </a:extLst>
              </p:cNvPr>
              <p:cNvGrpSpPr>
                <a:grpSpLocks/>
              </p:cNvGrpSpPr>
              <p:nvPr/>
            </p:nvGrpSpPr>
            <p:grpSpPr bwMode="auto">
              <a:xfrm>
                <a:off x="871778" y="1539380"/>
                <a:ext cx="298450" cy="168771"/>
                <a:chOff x="465" y="2127"/>
                <a:chExt cx="188" cy="171"/>
              </a:xfrm>
            </p:grpSpPr>
            <p:sp>
              <p:nvSpPr>
                <p:cNvPr id="165" name="Freeform 146">
                  <a:extLst>
                    <a:ext uri="{FF2B5EF4-FFF2-40B4-BE49-F238E27FC236}">
                      <a16:creationId xmlns:a16="http://schemas.microsoft.com/office/drawing/2014/main" id="{9F13B022-A881-B0E0-D38C-B4E076E7B180}"/>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6" name="Freeform 147">
                  <a:extLst>
                    <a:ext uri="{FF2B5EF4-FFF2-40B4-BE49-F238E27FC236}">
                      <a16:creationId xmlns:a16="http://schemas.microsoft.com/office/drawing/2014/main" id="{0B900DD0-0DAD-B2E1-B5A2-22ED22BD5D3C}"/>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7" name="Freeform 148">
                  <a:extLst>
                    <a:ext uri="{FF2B5EF4-FFF2-40B4-BE49-F238E27FC236}">
                      <a16:creationId xmlns:a16="http://schemas.microsoft.com/office/drawing/2014/main" id="{2C1383EC-C9B0-F14C-4A55-7BE8BFC8DB40}"/>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8" name="Freeform 149">
                  <a:extLst>
                    <a:ext uri="{FF2B5EF4-FFF2-40B4-BE49-F238E27FC236}">
                      <a16:creationId xmlns:a16="http://schemas.microsoft.com/office/drawing/2014/main" id="{34CAC181-986C-DE1F-A6FD-157FACE65A2F}"/>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0" name="组合 3223">
              <a:extLst>
                <a:ext uri="{FF2B5EF4-FFF2-40B4-BE49-F238E27FC236}">
                  <a16:creationId xmlns:a16="http://schemas.microsoft.com/office/drawing/2014/main" id="{2DF1EE83-CD20-BC85-E9CC-9378666A1AE2}"/>
                </a:ext>
              </a:extLst>
            </p:cNvPr>
            <p:cNvGrpSpPr>
              <a:grpSpLocks/>
            </p:cNvGrpSpPr>
            <p:nvPr/>
          </p:nvGrpSpPr>
          <p:grpSpPr bwMode="auto">
            <a:xfrm>
              <a:off x="6765316" y="3260027"/>
              <a:ext cx="300929" cy="361098"/>
              <a:chOff x="829150" y="1370013"/>
              <a:chExt cx="399575" cy="465137"/>
            </a:xfrm>
          </p:grpSpPr>
          <p:sp>
            <p:nvSpPr>
              <p:cNvPr id="127" name="AutoShape 86">
                <a:extLst>
                  <a:ext uri="{FF2B5EF4-FFF2-40B4-BE49-F238E27FC236}">
                    <a16:creationId xmlns:a16="http://schemas.microsoft.com/office/drawing/2014/main" id="{58236729-448D-8F62-3599-4BE8F9E42004}"/>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28" name="Oval 88">
                <a:extLst>
                  <a:ext uri="{FF2B5EF4-FFF2-40B4-BE49-F238E27FC236}">
                    <a16:creationId xmlns:a16="http://schemas.microsoft.com/office/drawing/2014/main" id="{ABC620D1-2A63-661E-AE13-152D2A15D4C3}"/>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29" name="Rectangle 89">
                <a:extLst>
                  <a:ext uri="{FF2B5EF4-FFF2-40B4-BE49-F238E27FC236}">
                    <a16:creationId xmlns:a16="http://schemas.microsoft.com/office/drawing/2014/main" id="{8A796955-8480-51C1-52FA-EFD3E6EA7E10}"/>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30" name="Oval 91">
                <a:extLst>
                  <a:ext uri="{FF2B5EF4-FFF2-40B4-BE49-F238E27FC236}">
                    <a16:creationId xmlns:a16="http://schemas.microsoft.com/office/drawing/2014/main" id="{D7B0F29B-8951-540A-BEBC-8B28101E4793}"/>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31" name="Group 110">
                <a:extLst>
                  <a:ext uri="{FF2B5EF4-FFF2-40B4-BE49-F238E27FC236}">
                    <a16:creationId xmlns:a16="http://schemas.microsoft.com/office/drawing/2014/main" id="{F07D9513-AD5C-EEAF-35EE-BD09F082429D}"/>
                  </a:ext>
                </a:extLst>
              </p:cNvPr>
              <p:cNvGrpSpPr>
                <a:grpSpLocks/>
              </p:cNvGrpSpPr>
              <p:nvPr/>
            </p:nvGrpSpPr>
            <p:grpSpPr bwMode="auto">
              <a:xfrm>
                <a:off x="898525" y="1389063"/>
                <a:ext cx="268287" cy="112712"/>
                <a:chOff x="566" y="875"/>
                <a:chExt cx="169" cy="71"/>
              </a:xfrm>
            </p:grpSpPr>
            <p:grpSp>
              <p:nvGrpSpPr>
                <p:cNvPr id="139" name="Group 100">
                  <a:extLst>
                    <a:ext uri="{FF2B5EF4-FFF2-40B4-BE49-F238E27FC236}">
                      <a16:creationId xmlns:a16="http://schemas.microsoft.com/office/drawing/2014/main" id="{9196C0B4-7FAA-BF12-FC0F-2A91C9DCF19E}"/>
                    </a:ext>
                  </a:extLst>
                </p:cNvPr>
                <p:cNvGrpSpPr>
                  <a:grpSpLocks/>
                </p:cNvGrpSpPr>
                <p:nvPr/>
              </p:nvGrpSpPr>
              <p:grpSpPr bwMode="auto">
                <a:xfrm>
                  <a:off x="566" y="875"/>
                  <a:ext cx="168" cy="69"/>
                  <a:chOff x="566" y="875"/>
                  <a:chExt cx="168" cy="69"/>
                </a:xfrm>
              </p:grpSpPr>
              <p:sp>
                <p:nvSpPr>
                  <p:cNvPr id="149" name="Freeform 92">
                    <a:extLst>
                      <a:ext uri="{FF2B5EF4-FFF2-40B4-BE49-F238E27FC236}">
                        <a16:creationId xmlns:a16="http://schemas.microsoft.com/office/drawing/2014/main" id="{5D7E6B4C-71F1-087C-6DC3-2486D5FB6B75}"/>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0" name="Freeform 93">
                    <a:extLst>
                      <a:ext uri="{FF2B5EF4-FFF2-40B4-BE49-F238E27FC236}">
                        <a16:creationId xmlns:a16="http://schemas.microsoft.com/office/drawing/2014/main" id="{052F69F8-E861-344F-FFB7-40D057C2ABDD}"/>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1" name="Freeform 94">
                    <a:extLst>
                      <a:ext uri="{FF2B5EF4-FFF2-40B4-BE49-F238E27FC236}">
                        <a16:creationId xmlns:a16="http://schemas.microsoft.com/office/drawing/2014/main" id="{4F83B567-EC5E-088D-3C40-F156D2302D24}"/>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2" name="Freeform 95">
                    <a:extLst>
                      <a:ext uri="{FF2B5EF4-FFF2-40B4-BE49-F238E27FC236}">
                        <a16:creationId xmlns:a16="http://schemas.microsoft.com/office/drawing/2014/main" id="{3C64E764-9C95-FE5A-C7DF-CE275D14C45B}"/>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3" name="Freeform 96">
                    <a:extLst>
                      <a:ext uri="{FF2B5EF4-FFF2-40B4-BE49-F238E27FC236}">
                        <a16:creationId xmlns:a16="http://schemas.microsoft.com/office/drawing/2014/main" id="{C81519C3-78F8-4E0B-96BD-6A85B1EC64D5}"/>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4" name="Freeform 97">
                    <a:extLst>
                      <a:ext uri="{FF2B5EF4-FFF2-40B4-BE49-F238E27FC236}">
                        <a16:creationId xmlns:a16="http://schemas.microsoft.com/office/drawing/2014/main" id="{931F43FB-B84A-48DC-927E-9E9B020ADFE8}"/>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5" name="Freeform 98">
                    <a:extLst>
                      <a:ext uri="{FF2B5EF4-FFF2-40B4-BE49-F238E27FC236}">
                        <a16:creationId xmlns:a16="http://schemas.microsoft.com/office/drawing/2014/main" id="{863B7479-D1E3-FE75-D285-94C7A4DC4E73}"/>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6" name="Freeform 99">
                    <a:extLst>
                      <a:ext uri="{FF2B5EF4-FFF2-40B4-BE49-F238E27FC236}">
                        <a16:creationId xmlns:a16="http://schemas.microsoft.com/office/drawing/2014/main" id="{F80DB6A7-BB8E-0CDA-131A-A3D0F0E38761}"/>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40" name="Group 109">
                  <a:extLst>
                    <a:ext uri="{FF2B5EF4-FFF2-40B4-BE49-F238E27FC236}">
                      <a16:creationId xmlns:a16="http://schemas.microsoft.com/office/drawing/2014/main" id="{B5C1A4E6-0248-DC99-87F1-F4006598E25B}"/>
                    </a:ext>
                  </a:extLst>
                </p:cNvPr>
                <p:cNvGrpSpPr>
                  <a:grpSpLocks/>
                </p:cNvGrpSpPr>
                <p:nvPr/>
              </p:nvGrpSpPr>
              <p:grpSpPr bwMode="auto">
                <a:xfrm>
                  <a:off x="568" y="876"/>
                  <a:ext cx="167" cy="70"/>
                  <a:chOff x="568" y="876"/>
                  <a:chExt cx="167" cy="70"/>
                </a:xfrm>
              </p:grpSpPr>
              <p:sp>
                <p:nvSpPr>
                  <p:cNvPr id="141" name="Freeform 101">
                    <a:extLst>
                      <a:ext uri="{FF2B5EF4-FFF2-40B4-BE49-F238E27FC236}">
                        <a16:creationId xmlns:a16="http://schemas.microsoft.com/office/drawing/2014/main" id="{1E2568E4-0C41-D4CF-0144-70AAE1990ABF}"/>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2" name="Freeform 102">
                    <a:extLst>
                      <a:ext uri="{FF2B5EF4-FFF2-40B4-BE49-F238E27FC236}">
                        <a16:creationId xmlns:a16="http://schemas.microsoft.com/office/drawing/2014/main" id="{668A1D8E-11D6-1DC7-8AB4-F93EFAC7383F}"/>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3" name="Freeform 103">
                    <a:extLst>
                      <a:ext uri="{FF2B5EF4-FFF2-40B4-BE49-F238E27FC236}">
                        <a16:creationId xmlns:a16="http://schemas.microsoft.com/office/drawing/2014/main" id="{AAF50B13-BDD5-08F4-776F-64C802336C32}"/>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4" name="Freeform 104">
                    <a:extLst>
                      <a:ext uri="{FF2B5EF4-FFF2-40B4-BE49-F238E27FC236}">
                        <a16:creationId xmlns:a16="http://schemas.microsoft.com/office/drawing/2014/main" id="{EE754AA3-25A6-386F-0745-D42C28E74FD5}"/>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5" name="Freeform 105">
                    <a:extLst>
                      <a:ext uri="{FF2B5EF4-FFF2-40B4-BE49-F238E27FC236}">
                        <a16:creationId xmlns:a16="http://schemas.microsoft.com/office/drawing/2014/main" id="{A5DEC474-02D8-B417-B3C4-2FA7AB5664DF}"/>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6" name="Freeform 106">
                    <a:extLst>
                      <a:ext uri="{FF2B5EF4-FFF2-40B4-BE49-F238E27FC236}">
                        <a16:creationId xmlns:a16="http://schemas.microsoft.com/office/drawing/2014/main" id="{EDFF3A35-0128-121A-2E8D-F54E38E86F5D}"/>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7" name="Freeform 107">
                    <a:extLst>
                      <a:ext uri="{FF2B5EF4-FFF2-40B4-BE49-F238E27FC236}">
                        <a16:creationId xmlns:a16="http://schemas.microsoft.com/office/drawing/2014/main" id="{497FD93E-F4B9-89D8-72F4-E0BC455BA851}"/>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8" name="Freeform 108">
                    <a:extLst>
                      <a:ext uri="{FF2B5EF4-FFF2-40B4-BE49-F238E27FC236}">
                        <a16:creationId xmlns:a16="http://schemas.microsoft.com/office/drawing/2014/main" id="{2A732D76-0419-7E60-065A-7D281D72F48D}"/>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32" name="Line 111">
                <a:extLst>
                  <a:ext uri="{FF2B5EF4-FFF2-40B4-BE49-F238E27FC236}">
                    <a16:creationId xmlns:a16="http://schemas.microsoft.com/office/drawing/2014/main" id="{60C10AB8-281B-5467-CD5A-5FA6B36DB239}"/>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33" name="Line 112">
                <a:extLst>
                  <a:ext uri="{FF2B5EF4-FFF2-40B4-BE49-F238E27FC236}">
                    <a16:creationId xmlns:a16="http://schemas.microsoft.com/office/drawing/2014/main" id="{DD68CBFA-A000-5836-7B88-D6EE772C089B}"/>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34" name="Group 150">
                <a:extLst>
                  <a:ext uri="{FF2B5EF4-FFF2-40B4-BE49-F238E27FC236}">
                    <a16:creationId xmlns:a16="http://schemas.microsoft.com/office/drawing/2014/main" id="{33138053-4645-311F-D06C-E65A33B29EA6}"/>
                  </a:ext>
                </a:extLst>
              </p:cNvPr>
              <p:cNvGrpSpPr>
                <a:grpSpLocks/>
              </p:cNvGrpSpPr>
              <p:nvPr/>
            </p:nvGrpSpPr>
            <p:grpSpPr bwMode="auto">
              <a:xfrm>
                <a:off x="871778" y="1539380"/>
                <a:ext cx="298450" cy="168771"/>
                <a:chOff x="465" y="2127"/>
                <a:chExt cx="188" cy="171"/>
              </a:xfrm>
            </p:grpSpPr>
            <p:sp>
              <p:nvSpPr>
                <p:cNvPr id="135" name="Freeform 146">
                  <a:extLst>
                    <a:ext uri="{FF2B5EF4-FFF2-40B4-BE49-F238E27FC236}">
                      <a16:creationId xmlns:a16="http://schemas.microsoft.com/office/drawing/2014/main" id="{E57A27A3-C4C9-956F-B0FA-80CD95663F60}"/>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6" name="Freeform 147">
                  <a:extLst>
                    <a:ext uri="{FF2B5EF4-FFF2-40B4-BE49-F238E27FC236}">
                      <a16:creationId xmlns:a16="http://schemas.microsoft.com/office/drawing/2014/main" id="{384F6AAC-55A0-F929-EAB5-22D2DB04D734}"/>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7" name="Freeform 148">
                  <a:extLst>
                    <a:ext uri="{FF2B5EF4-FFF2-40B4-BE49-F238E27FC236}">
                      <a16:creationId xmlns:a16="http://schemas.microsoft.com/office/drawing/2014/main" id="{E0F9789A-D738-7A09-D29B-83644D9C3A82}"/>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8" name="Freeform 149">
                  <a:extLst>
                    <a:ext uri="{FF2B5EF4-FFF2-40B4-BE49-F238E27FC236}">
                      <a16:creationId xmlns:a16="http://schemas.microsoft.com/office/drawing/2014/main" id="{7FBC24DB-B732-5DF4-1620-0BF701FC5C63}"/>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1" name="组合 3256">
              <a:extLst>
                <a:ext uri="{FF2B5EF4-FFF2-40B4-BE49-F238E27FC236}">
                  <a16:creationId xmlns:a16="http://schemas.microsoft.com/office/drawing/2014/main" id="{FAFF5624-AEA0-F283-8CA8-037E03C8AFE5}"/>
                </a:ext>
              </a:extLst>
            </p:cNvPr>
            <p:cNvGrpSpPr>
              <a:grpSpLocks/>
            </p:cNvGrpSpPr>
            <p:nvPr/>
          </p:nvGrpSpPr>
          <p:grpSpPr bwMode="auto">
            <a:xfrm>
              <a:off x="7531428" y="3202103"/>
              <a:ext cx="989112" cy="545961"/>
              <a:chOff x="9866202" y="1510266"/>
              <a:chExt cx="1309687" cy="703263"/>
            </a:xfrm>
          </p:grpSpPr>
          <p:pic>
            <p:nvPicPr>
              <p:cNvPr id="125" name="Picture 226">
                <a:extLst>
                  <a:ext uri="{FF2B5EF4-FFF2-40B4-BE49-F238E27FC236}">
                    <a16:creationId xmlns:a16="http://schemas.microsoft.com/office/drawing/2014/main" id="{D4664732-0165-0CB3-AB09-9502B466834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6" name="Text Box 353">
                <a:extLst>
                  <a:ext uri="{FF2B5EF4-FFF2-40B4-BE49-F238E27FC236}">
                    <a16:creationId xmlns:a16="http://schemas.microsoft.com/office/drawing/2014/main" id="{431018A9-6102-A111-7C79-CD007D8E4947}"/>
                  </a:ext>
                </a:extLst>
              </p:cNvPr>
              <p:cNvSpPr txBox="1">
                <a:spLocks noChangeArrowheads="1"/>
              </p:cNvSpPr>
              <p:nvPr/>
            </p:nvSpPr>
            <p:spPr bwMode="auto">
              <a:xfrm>
                <a:off x="10012484" y="1711879"/>
                <a:ext cx="1091736" cy="34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a:t>
                </a:r>
                <a:endParaRPr lang="zh-CN" altLang="en-US" sz="1000" b="1">
                  <a:ea typeface="微软雅黑" panose="020B0503020204020204" pitchFamily="34" charset="-122"/>
                </a:endParaRPr>
              </a:p>
            </p:txBody>
          </p:sp>
        </p:grpSp>
        <p:sp>
          <p:nvSpPr>
            <p:cNvPr id="42" name="Text Box 358">
              <a:extLst>
                <a:ext uri="{FF2B5EF4-FFF2-40B4-BE49-F238E27FC236}">
                  <a16:creationId xmlns:a16="http://schemas.microsoft.com/office/drawing/2014/main" id="{1A0D451C-5C61-DBA8-92C1-880BA7E55358}"/>
                </a:ext>
              </a:extLst>
            </p:cNvPr>
            <p:cNvSpPr txBox="1">
              <a:spLocks noChangeArrowheads="1"/>
            </p:cNvSpPr>
            <p:nvPr/>
          </p:nvSpPr>
          <p:spPr bwMode="auto">
            <a:xfrm>
              <a:off x="4815975" y="2431843"/>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43" name="Text Box 358">
              <a:extLst>
                <a:ext uri="{FF2B5EF4-FFF2-40B4-BE49-F238E27FC236}">
                  <a16:creationId xmlns:a16="http://schemas.microsoft.com/office/drawing/2014/main" id="{1ABDB3FF-32DE-F764-6BB5-BC35532083A2}"/>
                </a:ext>
              </a:extLst>
            </p:cNvPr>
            <p:cNvSpPr txBox="1">
              <a:spLocks noChangeArrowheads="1"/>
            </p:cNvSpPr>
            <p:nvPr/>
          </p:nvSpPr>
          <p:spPr bwMode="auto">
            <a:xfrm rot="859865">
              <a:off x="4817175" y="3135336"/>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 </a:t>
              </a:r>
              <a:r>
                <a:rPr lang="zh-CN" altLang="en-US" sz="1000" b="1">
                  <a:ea typeface="微软雅黑" panose="020B0503020204020204" pitchFamily="34" charset="-122"/>
                </a:rPr>
                <a:t>的标签是 </a:t>
              </a: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44" name="Line 420">
              <a:extLst>
                <a:ext uri="{FF2B5EF4-FFF2-40B4-BE49-F238E27FC236}">
                  <a16:creationId xmlns:a16="http://schemas.microsoft.com/office/drawing/2014/main" id="{A196F5E1-F043-70B0-439F-B375B006AFE9}"/>
                </a:ext>
              </a:extLst>
            </p:cNvPr>
            <p:cNvSpPr>
              <a:spLocks noChangeShapeType="1"/>
            </p:cNvSpPr>
            <p:nvPr/>
          </p:nvSpPr>
          <p:spPr bwMode="auto">
            <a:xfrm rot="17283846">
              <a:off x="4759966" y="2928406"/>
              <a:ext cx="11092" cy="21340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45" name="Text Box 358">
              <a:extLst>
                <a:ext uri="{FF2B5EF4-FFF2-40B4-BE49-F238E27FC236}">
                  <a16:creationId xmlns:a16="http://schemas.microsoft.com/office/drawing/2014/main" id="{E77BA84B-BF95-1400-CF0F-C670CEA7B2B0}"/>
                </a:ext>
              </a:extLst>
            </p:cNvPr>
            <p:cNvSpPr txBox="1">
              <a:spLocks noChangeArrowheads="1"/>
            </p:cNvSpPr>
            <p:nvPr/>
          </p:nvSpPr>
          <p:spPr bwMode="auto">
            <a:xfrm>
              <a:off x="6254191" y="1624608"/>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80       0 </a:t>
              </a:r>
              <a:endParaRPr lang="zh-CN" altLang="en-US" sz="1000" b="1">
                <a:ea typeface="微软雅黑" panose="020B0503020204020204" pitchFamily="34" charset="-122"/>
              </a:endParaRPr>
            </a:p>
          </p:txBody>
        </p:sp>
        <p:sp>
          <p:nvSpPr>
            <p:cNvPr id="46" name="Text Box 358">
              <a:extLst>
                <a:ext uri="{FF2B5EF4-FFF2-40B4-BE49-F238E27FC236}">
                  <a16:creationId xmlns:a16="http://schemas.microsoft.com/office/drawing/2014/main" id="{0B6D7EBD-5C24-67E2-D06D-9BED018850F2}"/>
                </a:ext>
              </a:extLst>
            </p:cNvPr>
            <p:cNvSpPr txBox="1">
              <a:spLocks noChangeArrowheads="1"/>
            </p:cNvSpPr>
            <p:nvPr/>
          </p:nvSpPr>
          <p:spPr bwMode="auto">
            <a:xfrm>
              <a:off x="6157532"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47" name="Text Box 358">
              <a:extLst>
                <a:ext uri="{FF2B5EF4-FFF2-40B4-BE49-F238E27FC236}">
                  <a16:creationId xmlns:a16="http://schemas.microsoft.com/office/drawing/2014/main" id="{2FE6A136-6439-6DA5-65E5-047010F3A005}"/>
                </a:ext>
              </a:extLst>
            </p:cNvPr>
            <p:cNvSpPr txBox="1">
              <a:spLocks noChangeArrowheads="1"/>
            </p:cNvSpPr>
            <p:nvPr/>
          </p:nvSpPr>
          <p:spPr bwMode="auto">
            <a:xfrm>
              <a:off x="6548380"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48" name="Text Box 358">
              <a:extLst>
                <a:ext uri="{FF2B5EF4-FFF2-40B4-BE49-F238E27FC236}">
                  <a16:creationId xmlns:a16="http://schemas.microsoft.com/office/drawing/2014/main" id="{7A9F8601-F6F0-BDC4-9A0E-286F77834794}"/>
                </a:ext>
              </a:extLst>
            </p:cNvPr>
            <p:cNvSpPr txBox="1">
              <a:spLocks noChangeArrowheads="1"/>
            </p:cNvSpPr>
            <p:nvPr/>
          </p:nvSpPr>
          <p:spPr bwMode="auto">
            <a:xfrm>
              <a:off x="6888875"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0" name="组合 1">
              <a:extLst>
                <a:ext uri="{FF2B5EF4-FFF2-40B4-BE49-F238E27FC236}">
                  <a16:creationId xmlns:a16="http://schemas.microsoft.com/office/drawing/2014/main" id="{D914D055-A549-AED5-FBA8-4442A3D6CF46}"/>
                </a:ext>
              </a:extLst>
            </p:cNvPr>
            <p:cNvGrpSpPr>
              <a:grpSpLocks/>
            </p:cNvGrpSpPr>
            <p:nvPr/>
          </p:nvGrpSpPr>
          <p:grpSpPr bwMode="auto">
            <a:xfrm>
              <a:off x="6226999" y="1624609"/>
              <a:ext cx="1100612" cy="215673"/>
              <a:chOff x="8213725" y="1520825"/>
              <a:chExt cx="2092325" cy="277813"/>
            </a:xfrm>
          </p:grpSpPr>
          <p:cxnSp>
            <p:nvCxnSpPr>
              <p:cNvPr id="123" name="直接连接符 3285">
                <a:extLst>
                  <a:ext uri="{FF2B5EF4-FFF2-40B4-BE49-F238E27FC236}">
                    <a16:creationId xmlns:a16="http://schemas.microsoft.com/office/drawing/2014/main" id="{6E569007-76F6-32C9-05DC-00F0D64E1176}"/>
                  </a:ext>
                </a:extLst>
              </p:cNvPr>
              <p:cNvCxnSpPr>
                <a:cxnSpLocks/>
              </p:cNvCxnSpPr>
              <p:nvPr/>
            </p:nvCxnSpPr>
            <p:spPr bwMode="auto">
              <a:xfrm>
                <a:off x="8223250" y="1520825"/>
                <a:ext cx="208280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4" name="直接连接符 3286">
                <a:extLst>
                  <a:ext uri="{FF2B5EF4-FFF2-40B4-BE49-F238E27FC236}">
                    <a16:creationId xmlns:a16="http://schemas.microsoft.com/office/drawing/2014/main" id="{5BED701C-2CB6-72DE-654A-C4F51BE80C88}"/>
                  </a:ext>
                </a:extLst>
              </p:cNvPr>
              <p:cNvCxnSpPr>
                <a:cxnSpLocks/>
              </p:cNvCxnSpPr>
              <p:nvPr/>
            </p:nvCxnSpPr>
            <p:spPr bwMode="auto">
              <a:xfrm>
                <a:off x="8213725" y="1798638"/>
                <a:ext cx="208280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1" name="直接连接符 3288">
              <a:extLst>
                <a:ext uri="{FF2B5EF4-FFF2-40B4-BE49-F238E27FC236}">
                  <a16:creationId xmlns:a16="http://schemas.microsoft.com/office/drawing/2014/main" id="{798B5B18-B3A8-15E6-0578-1FF32903C104}"/>
                </a:ext>
              </a:extLst>
            </p:cNvPr>
            <p:cNvCxnSpPr>
              <a:cxnSpLocks/>
            </p:cNvCxnSpPr>
            <p:nvPr/>
          </p:nvCxnSpPr>
          <p:spPr bwMode="auto">
            <a:xfrm>
              <a:off x="6613053" y="1254884"/>
              <a:ext cx="1199"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2" name="直接连接符 3289">
              <a:extLst>
                <a:ext uri="{FF2B5EF4-FFF2-40B4-BE49-F238E27FC236}">
                  <a16:creationId xmlns:a16="http://schemas.microsoft.com/office/drawing/2014/main" id="{3828D685-EA2E-1F8B-7D5A-85E5255096C4}"/>
                </a:ext>
              </a:extLst>
            </p:cNvPr>
            <p:cNvCxnSpPr>
              <a:cxnSpLocks/>
            </p:cNvCxnSpPr>
            <p:nvPr/>
          </p:nvCxnSpPr>
          <p:spPr bwMode="auto">
            <a:xfrm>
              <a:off x="6958343" y="1254884"/>
              <a:ext cx="47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53" name="Text Box 358">
              <a:extLst>
                <a:ext uri="{FF2B5EF4-FFF2-40B4-BE49-F238E27FC236}">
                  <a16:creationId xmlns:a16="http://schemas.microsoft.com/office/drawing/2014/main" id="{8749DDD4-E805-7C16-EFCA-90B21C172BB4}"/>
                </a:ext>
              </a:extLst>
            </p:cNvPr>
            <p:cNvSpPr txBox="1">
              <a:spLocks noChangeArrowheads="1"/>
            </p:cNvSpPr>
            <p:nvPr/>
          </p:nvSpPr>
          <p:spPr bwMode="auto">
            <a:xfrm>
              <a:off x="3903374" y="162214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81       0</a:t>
              </a:r>
              <a:endParaRPr lang="zh-CN" altLang="en-US" sz="1000" b="1">
                <a:ea typeface="微软雅黑" panose="020B0503020204020204" pitchFamily="34" charset="-122"/>
              </a:endParaRPr>
            </a:p>
          </p:txBody>
        </p:sp>
        <p:sp>
          <p:nvSpPr>
            <p:cNvPr id="54" name="Text Box 358">
              <a:extLst>
                <a:ext uri="{FF2B5EF4-FFF2-40B4-BE49-F238E27FC236}">
                  <a16:creationId xmlns:a16="http://schemas.microsoft.com/office/drawing/2014/main" id="{F6884944-0DF0-DA8F-0CC2-F1B1BB102B57}"/>
                </a:ext>
              </a:extLst>
            </p:cNvPr>
            <p:cNvSpPr txBox="1">
              <a:spLocks noChangeArrowheads="1"/>
            </p:cNvSpPr>
            <p:nvPr/>
          </p:nvSpPr>
          <p:spPr bwMode="auto">
            <a:xfrm>
              <a:off x="3818431" y="124132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55" name="Text Box 358">
              <a:extLst>
                <a:ext uri="{FF2B5EF4-FFF2-40B4-BE49-F238E27FC236}">
                  <a16:creationId xmlns:a16="http://schemas.microsoft.com/office/drawing/2014/main" id="{0B38013C-4551-459A-A65C-CC1A672A53EA}"/>
                </a:ext>
              </a:extLst>
            </p:cNvPr>
            <p:cNvSpPr txBox="1">
              <a:spLocks noChangeArrowheads="1"/>
            </p:cNvSpPr>
            <p:nvPr/>
          </p:nvSpPr>
          <p:spPr bwMode="auto">
            <a:xfrm>
              <a:off x="4215277"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56" name="Text Box 358">
              <a:extLst>
                <a:ext uri="{FF2B5EF4-FFF2-40B4-BE49-F238E27FC236}">
                  <a16:creationId xmlns:a16="http://schemas.microsoft.com/office/drawing/2014/main" id="{9F484395-B6E0-7C5F-A52D-D75B240A9A90}"/>
                </a:ext>
              </a:extLst>
            </p:cNvPr>
            <p:cNvSpPr txBox="1">
              <a:spLocks noChangeArrowheads="1"/>
            </p:cNvSpPr>
            <p:nvPr/>
          </p:nvSpPr>
          <p:spPr bwMode="auto">
            <a:xfrm>
              <a:off x="4555771"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8" name="组合 3303">
              <a:extLst>
                <a:ext uri="{FF2B5EF4-FFF2-40B4-BE49-F238E27FC236}">
                  <a16:creationId xmlns:a16="http://schemas.microsoft.com/office/drawing/2014/main" id="{9743F5BE-1326-0B67-8BC4-51DE6DAEAF98}"/>
                </a:ext>
              </a:extLst>
            </p:cNvPr>
            <p:cNvGrpSpPr>
              <a:grpSpLocks/>
            </p:cNvGrpSpPr>
            <p:nvPr/>
          </p:nvGrpSpPr>
          <p:grpSpPr bwMode="auto">
            <a:xfrm>
              <a:off x="3861524" y="1617214"/>
              <a:ext cx="1140176" cy="205814"/>
              <a:chOff x="374152" y="5167871"/>
              <a:chExt cx="2069011" cy="264309"/>
            </a:xfrm>
          </p:grpSpPr>
          <p:cxnSp>
            <p:nvCxnSpPr>
              <p:cNvPr id="121" name="直接连接符 3307">
                <a:extLst>
                  <a:ext uri="{FF2B5EF4-FFF2-40B4-BE49-F238E27FC236}">
                    <a16:creationId xmlns:a16="http://schemas.microsoft.com/office/drawing/2014/main" id="{BCB00DB7-FB44-ADAE-9CAE-20411FB6AB36}"/>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2" name="直接连接符 3308">
                <a:extLst>
                  <a:ext uri="{FF2B5EF4-FFF2-40B4-BE49-F238E27FC236}">
                    <a16:creationId xmlns:a16="http://schemas.microsoft.com/office/drawing/2014/main" id="{0A9BB109-53A9-E721-78AE-D0A697486802}"/>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9" name="直接连接符 3305">
              <a:extLst>
                <a:ext uri="{FF2B5EF4-FFF2-40B4-BE49-F238E27FC236}">
                  <a16:creationId xmlns:a16="http://schemas.microsoft.com/office/drawing/2014/main" id="{EBE6162E-4C93-EC8B-01DF-9C94A24124BB}"/>
                </a:ext>
              </a:extLst>
            </p:cNvPr>
            <p:cNvCxnSpPr>
              <a:cxnSpLocks/>
            </p:cNvCxnSpPr>
            <p:nvPr/>
          </p:nvCxnSpPr>
          <p:spPr bwMode="auto">
            <a:xfrm>
              <a:off x="4281147" y="1254884"/>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60" name="直接连接符 3306">
              <a:extLst>
                <a:ext uri="{FF2B5EF4-FFF2-40B4-BE49-F238E27FC236}">
                  <a16:creationId xmlns:a16="http://schemas.microsoft.com/office/drawing/2014/main" id="{E9008812-160D-2001-3754-2E71CAA7E5AF}"/>
                </a:ext>
              </a:extLst>
            </p:cNvPr>
            <p:cNvCxnSpPr>
              <a:cxnSpLocks/>
            </p:cNvCxnSpPr>
            <p:nvPr/>
          </p:nvCxnSpPr>
          <p:spPr bwMode="auto">
            <a:xfrm>
              <a:off x="4626437" y="1254884"/>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61" name="Text Box 358">
              <a:extLst>
                <a:ext uri="{FF2B5EF4-FFF2-40B4-BE49-F238E27FC236}">
                  <a16:creationId xmlns:a16="http://schemas.microsoft.com/office/drawing/2014/main" id="{647E5E46-2878-4AFE-6EB2-F6C3B6E4226A}"/>
                </a:ext>
              </a:extLst>
            </p:cNvPr>
            <p:cNvSpPr txBox="1">
              <a:spLocks noChangeArrowheads="1"/>
            </p:cNvSpPr>
            <p:nvPr/>
          </p:nvSpPr>
          <p:spPr bwMode="auto">
            <a:xfrm>
              <a:off x="3906973" y="181563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40       1</a:t>
              </a:r>
              <a:endParaRPr lang="zh-CN" altLang="en-US" sz="1000" b="1">
                <a:ea typeface="微软雅黑" panose="020B0503020204020204" pitchFamily="34" charset="-122"/>
              </a:endParaRPr>
            </a:p>
          </p:txBody>
        </p:sp>
        <p:sp>
          <p:nvSpPr>
            <p:cNvPr id="62" name="Text Box 358">
              <a:extLst>
                <a:ext uri="{FF2B5EF4-FFF2-40B4-BE49-F238E27FC236}">
                  <a16:creationId xmlns:a16="http://schemas.microsoft.com/office/drawing/2014/main" id="{8D02BE8C-AF5F-51C7-2AFB-912969E0887E}"/>
                </a:ext>
              </a:extLst>
            </p:cNvPr>
            <p:cNvSpPr txBox="1">
              <a:spLocks noChangeArrowheads="1"/>
            </p:cNvSpPr>
            <p:nvPr/>
          </p:nvSpPr>
          <p:spPr bwMode="auto">
            <a:xfrm>
              <a:off x="4642595" y="1618447"/>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63" name="Text Box 358">
              <a:extLst>
                <a:ext uri="{FF2B5EF4-FFF2-40B4-BE49-F238E27FC236}">
                  <a16:creationId xmlns:a16="http://schemas.microsoft.com/office/drawing/2014/main" id="{6998CD55-5E69-7BD6-2232-DA672F6E1746}"/>
                </a:ext>
              </a:extLst>
            </p:cNvPr>
            <p:cNvSpPr txBox="1">
              <a:spLocks noChangeArrowheads="1"/>
            </p:cNvSpPr>
            <p:nvPr/>
          </p:nvSpPr>
          <p:spPr bwMode="auto">
            <a:xfrm>
              <a:off x="4624013" y="1814401"/>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64" name="Text Box 358">
              <a:extLst>
                <a:ext uri="{FF2B5EF4-FFF2-40B4-BE49-F238E27FC236}">
                  <a16:creationId xmlns:a16="http://schemas.microsoft.com/office/drawing/2014/main" id="{A35D3A56-32B8-2889-313F-B1F9F3193AEE}"/>
                </a:ext>
              </a:extLst>
            </p:cNvPr>
            <p:cNvSpPr txBox="1">
              <a:spLocks noChangeArrowheads="1"/>
            </p:cNvSpPr>
            <p:nvPr/>
          </p:nvSpPr>
          <p:spPr bwMode="auto">
            <a:xfrm>
              <a:off x="1738754" y="1618447"/>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65" name="Text Box 358">
              <a:extLst>
                <a:ext uri="{FF2B5EF4-FFF2-40B4-BE49-F238E27FC236}">
                  <a16:creationId xmlns:a16="http://schemas.microsoft.com/office/drawing/2014/main" id="{4A978195-E3F5-A6A8-85F5-7A7B88F540EE}"/>
                </a:ext>
              </a:extLst>
            </p:cNvPr>
            <p:cNvSpPr txBox="1">
              <a:spLocks noChangeArrowheads="1"/>
            </p:cNvSpPr>
            <p:nvPr/>
          </p:nvSpPr>
          <p:spPr bwMode="auto">
            <a:xfrm>
              <a:off x="1263526"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66" name="Text Box 358">
              <a:extLst>
                <a:ext uri="{FF2B5EF4-FFF2-40B4-BE49-F238E27FC236}">
                  <a16:creationId xmlns:a16="http://schemas.microsoft.com/office/drawing/2014/main" id="{4293EBB1-E08A-E4AB-E3CA-6B1BE9A043B3}"/>
                </a:ext>
              </a:extLst>
            </p:cNvPr>
            <p:cNvSpPr txBox="1">
              <a:spLocks noChangeArrowheads="1"/>
            </p:cNvSpPr>
            <p:nvPr/>
          </p:nvSpPr>
          <p:spPr bwMode="auto">
            <a:xfrm>
              <a:off x="1637591"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67" name="Text Box 358">
              <a:extLst>
                <a:ext uri="{FF2B5EF4-FFF2-40B4-BE49-F238E27FC236}">
                  <a16:creationId xmlns:a16="http://schemas.microsoft.com/office/drawing/2014/main" id="{820DB018-E1B1-435B-D563-FA62137C6DA8}"/>
                </a:ext>
              </a:extLst>
            </p:cNvPr>
            <p:cNvSpPr txBox="1">
              <a:spLocks noChangeArrowheads="1"/>
            </p:cNvSpPr>
            <p:nvPr/>
          </p:nvSpPr>
          <p:spPr bwMode="auto">
            <a:xfrm>
              <a:off x="1978085" y="1264743"/>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69" name="组合 3319">
              <a:extLst>
                <a:ext uri="{FF2B5EF4-FFF2-40B4-BE49-F238E27FC236}">
                  <a16:creationId xmlns:a16="http://schemas.microsoft.com/office/drawing/2014/main" id="{CE5E35F1-7BEF-B2F9-B69E-6038AE015768}"/>
                </a:ext>
              </a:extLst>
            </p:cNvPr>
            <p:cNvGrpSpPr>
              <a:grpSpLocks/>
            </p:cNvGrpSpPr>
            <p:nvPr/>
          </p:nvGrpSpPr>
          <p:grpSpPr bwMode="auto">
            <a:xfrm>
              <a:off x="1329398" y="1638166"/>
              <a:ext cx="1091020" cy="205813"/>
              <a:chOff x="374152" y="5167871"/>
              <a:chExt cx="2069011" cy="264309"/>
            </a:xfrm>
          </p:grpSpPr>
          <p:cxnSp>
            <p:nvCxnSpPr>
              <p:cNvPr id="119" name="直接连接符 3320">
                <a:extLst>
                  <a:ext uri="{FF2B5EF4-FFF2-40B4-BE49-F238E27FC236}">
                    <a16:creationId xmlns:a16="http://schemas.microsoft.com/office/drawing/2014/main" id="{7EB837CB-9277-732B-3F54-1E9AC721B977}"/>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0" name="直接连接符 3321">
                <a:extLst>
                  <a:ext uri="{FF2B5EF4-FFF2-40B4-BE49-F238E27FC236}">
                    <a16:creationId xmlns:a16="http://schemas.microsoft.com/office/drawing/2014/main" id="{EE480FBD-8E2D-974B-329F-3AEE78FD91ED}"/>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70" name="直接连接符 3323">
              <a:extLst>
                <a:ext uri="{FF2B5EF4-FFF2-40B4-BE49-F238E27FC236}">
                  <a16:creationId xmlns:a16="http://schemas.microsoft.com/office/drawing/2014/main" id="{3D5F91FF-33E0-F271-EB86-E7F2961FDB4D}"/>
                </a:ext>
              </a:extLst>
            </p:cNvPr>
            <p:cNvCxnSpPr>
              <a:cxnSpLocks/>
            </p:cNvCxnSpPr>
            <p:nvPr/>
          </p:nvCxnSpPr>
          <p:spPr bwMode="auto">
            <a:xfrm>
              <a:off x="1703462" y="1269673"/>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1" name="直接连接符 3324">
              <a:extLst>
                <a:ext uri="{FF2B5EF4-FFF2-40B4-BE49-F238E27FC236}">
                  <a16:creationId xmlns:a16="http://schemas.microsoft.com/office/drawing/2014/main" id="{865BDC73-CFA6-D577-A569-435C35D4A372}"/>
                </a:ext>
              </a:extLst>
            </p:cNvPr>
            <p:cNvCxnSpPr>
              <a:cxnSpLocks/>
            </p:cNvCxnSpPr>
            <p:nvPr/>
          </p:nvCxnSpPr>
          <p:spPr bwMode="auto">
            <a:xfrm>
              <a:off x="2048752" y="1269673"/>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72" name="Text Box 358">
              <a:extLst>
                <a:ext uri="{FF2B5EF4-FFF2-40B4-BE49-F238E27FC236}">
                  <a16:creationId xmlns:a16="http://schemas.microsoft.com/office/drawing/2014/main" id="{CE4150C8-950E-6128-DFF9-2F2C8B49BC98}"/>
                </a:ext>
              </a:extLst>
            </p:cNvPr>
            <p:cNvSpPr txBox="1">
              <a:spLocks noChangeArrowheads="1"/>
            </p:cNvSpPr>
            <p:nvPr/>
          </p:nvSpPr>
          <p:spPr bwMode="auto">
            <a:xfrm>
              <a:off x="1733959" y="1829190"/>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73" name="Text Box 358">
              <a:extLst>
                <a:ext uri="{FF2B5EF4-FFF2-40B4-BE49-F238E27FC236}">
                  <a16:creationId xmlns:a16="http://schemas.microsoft.com/office/drawing/2014/main" id="{87A84082-B288-66DC-74DB-3A135FE80CA9}"/>
                </a:ext>
              </a:extLst>
            </p:cNvPr>
            <p:cNvSpPr txBox="1">
              <a:spLocks noChangeArrowheads="1"/>
            </p:cNvSpPr>
            <p:nvPr/>
          </p:nvSpPr>
          <p:spPr bwMode="auto">
            <a:xfrm>
              <a:off x="2063712" y="1633236"/>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a:t>
              </a:r>
              <a:endParaRPr lang="zh-CN" altLang="en-US" sz="1000" b="1">
                <a:ea typeface="微软雅黑" panose="020B0503020204020204" pitchFamily="34" charset="-122"/>
              </a:endParaRPr>
            </a:p>
          </p:txBody>
        </p:sp>
        <p:sp>
          <p:nvSpPr>
            <p:cNvPr id="74" name="Text Box 358">
              <a:extLst>
                <a:ext uri="{FF2B5EF4-FFF2-40B4-BE49-F238E27FC236}">
                  <a16:creationId xmlns:a16="http://schemas.microsoft.com/office/drawing/2014/main" id="{C854C634-58BF-9C88-0FE7-BA0361BD2600}"/>
                </a:ext>
              </a:extLst>
            </p:cNvPr>
            <p:cNvSpPr txBox="1">
              <a:spLocks noChangeArrowheads="1"/>
            </p:cNvSpPr>
            <p:nvPr/>
          </p:nvSpPr>
          <p:spPr bwMode="auto">
            <a:xfrm>
              <a:off x="2045727" y="1829190"/>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a:t>
              </a:r>
              <a:endParaRPr lang="zh-CN" altLang="en-US" sz="1000" b="1">
                <a:ea typeface="微软雅黑" panose="020B0503020204020204" pitchFamily="34" charset="-122"/>
              </a:endParaRPr>
            </a:p>
          </p:txBody>
        </p:sp>
        <p:sp>
          <p:nvSpPr>
            <p:cNvPr id="75" name="Text Box 410">
              <a:extLst>
                <a:ext uri="{FF2B5EF4-FFF2-40B4-BE49-F238E27FC236}">
                  <a16:creationId xmlns:a16="http://schemas.microsoft.com/office/drawing/2014/main" id="{84BC6B88-5D29-D246-2F86-A6D161A56FA2}"/>
                </a:ext>
              </a:extLst>
            </p:cNvPr>
            <p:cNvSpPr txBox="1">
              <a:spLocks noChangeArrowheads="1"/>
            </p:cNvSpPr>
            <p:nvPr/>
          </p:nvSpPr>
          <p:spPr bwMode="auto">
            <a:xfrm>
              <a:off x="1947966" y="255015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76" name="Text Box 353">
              <a:extLst>
                <a:ext uri="{FF2B5EF4-FFF2-40B4-BE49-F238E27FC236}">
                  <a16:creationId xmlns:a16="http://schemas.microsoft.com/office/drawing/2014/main" id="{7347CE41-9858-F342-AB89-785E476D2912}"/>
                </a:ext>
              </a:extLst>
            </p:cNvPr>
            <p:cNvSpPr txBox="1">
              <a:spLocks noChangeArrowheads="1"/>
            </p:cNvSpPr>
            <p:nvPr/>
          </p:nvSpPr>
          <p:spPr bwMode="auto">
            <a:xfrm>
              <a:off x="1356534" y="1761408"/>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7" name="Text Box 353">
              <a:extLst>
                <a:ext uri="{FF2B5EF4-FFF2-40B4-BE49-F238E27FC236}">
                  <a16:creationId xmlns:a16="http://schemas.microsoft.com/office/drawing/2014/main" id="{0EBBB649-8EE3-F0E8-66E8-7397191285B9}"/>
                </a:ext>
              </a:extLst>
            </p:cNvPr>
            <p:cNvSpPr txBox="1">
              <a:spLocks noChangeArrowheads="1"/>
            </p:cNvSpPr>
            <p:nvPr/>
          </p:nvSpPr>
          <p:spPr bwMode="auto">
            <a:xfrm>
              <a:off x="1361331" y="1551897"/>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8" name="Text Box 353">
              <a:extLst>
                <a:ext uri="{FF2B5EF4-FFF2-40B4-BE49-F238E27FC236}">
                  <a16:creationId xmlns:a16="http://schemas.microsoft.com/office/drawing/2014/main" id="{B3A9EEF6-2F3F-6758-CA47-27BA38B71F4F}"/>
                </a:ext>
              </a:extLst>
            </p:cNvPr>
            <p:cNvSpPr txBox="1">
              <a:spLocks noChangeArrowheads="1"/>
            </p:cNvSpPr>
            <p:nvPr/>
          </p:nvSpPr>
          <p:spPr bwMode="auto">
            <a:xfrm>
              <a:off x="6986679" y="1549432"/>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9" name="任意多边形: 形状 78">
              <a:extLst>
                <a:ext uri="{FF2B5EF4-FFF2-40B4-BE49-F238E27FC236}">
                  <a16:creationId xmlns:a16="http://schemas.microsoft.com/office/drawing/2014/main" id="{081ED0B2-5E17-90D9-CB30-EDB72637E2E3}"/>
                </a:ext>
              </a:extLst>
            </p:cNvPr>
            <p:cNvSpPr/>
            <p:nvPr/>
          </p:nvSpPr>
          <p:spPr bwMode="auto">
            <a:xfrm>
              <a:off x="3867518" y="2048560"/>
              <a:ext cx="1126988" cy="568145"/>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pic>
          <p:nvPicPr>
            <p:cNvPr id="80" name="Picture 377">
              <a:extLst>
                <a:ext uri="{FF2B5EF4-FFF2-40B4-BE49-F238E27FC236}">
                  <a16:creationId xmlns:a16="http://schemas.microsoft.com/office/drawing/2014/main" id="{8E76577E-9790-FB5B-69DF-C5D8092F917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67959" y="2606846"/>
              <a:ext cx="293737" cy="36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 Box 358">
              <a:extLst>
                <a:ext uri="{FF2B5EF4-FFF2-40B4-BE49-F238E27FC236}">
                  <a16:creationId xmlns:a16="http://schemas.microsoft.com/office/drawing/2014/main" id="{F83A230C-0024-1F7F-6BEE-E0AC9C834CDA}"/>
                </a:ext>
              </a:extLst>
            </p:cNvPr>
            <p:cNvSpPr txBox="1">
              <a:spLocks noChangeArrowheads="1"/>
            </p:cNvSpPr>
            <p:nvPr/>
          </p:nvSpPr>
          <p:spPr bwMode="auto">
            <a:xfrm>
              <a:off x="2288093" y="2291347"/>
              <a:ext cx="1729734" cy="434508"/>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81</a:t>
              </a:r>
            </a:p>
            <a:p>
              <a:pPr algn="ctr" eaLnBrk="1" hangingPunct="1">
                <a:lnSpc>
                  <a:spcPct val="90000"/>
                </a:lnSpc>
                <a:spcBef>
                  <a:spcPct val="0"/>
                </a:spcBef>
                <a:buFontTx/>
                <a:buNone/>
              </a:pPr>
              <a:r>
                <a:rPr lang="en-US" altLang="zh-CN" sz="1000" b="1">
                  <a:ea typeface="微软雅黑" panose="020B0503020204020204" pitchFamily="34" charset="-122"/>
                </a:rPr>
                <a:t> 165.60/16 </a:t>
              </a:r>
              <a:r>
                <a:rPr lang="zh-CN" altLang="en-US" sz="1000" b="1">
                  <a:ea typeface="微软雅黑" panose="020B0503020204020204" pitchFamily="34" charset="-122"/>
                </a:rPr>
                <a:t>的标签是 </a:t>
              </a:r>
              <a:r>
                <a:rPr lang="en-US" altLang="zh-CN" sz="1000" b="1">
                  <a:ea typeface="微软雅黑" panose="020B0503020204020204" pitchFamily="34" charset="-122"/>
                </a:rPr>
                <a:t>40</a:t>
              </a:r>
              <a:r>
                <a:rPr lang="zh-CN" altLang="en-US" sz="1000" b="1">
                  <a:ea typeface="微软雅黑" panose="020B0503020204020204" pitchFamily="34" charset="-122"/>
                </a:rPr>
                <a:t> </a:t>
              </a:r>
            </a:p>
          </p:txBody>
        </p:sp>
        <p:sp>
          <p:nvSpPr>
            <p:cNvPr id="82" name="Line 420">
              <a:extLst>
                <a:ext uri="{FF2B5EF4-FFF2-40B4-BE49-F238E27FC236}">
                  <a16:creationId xmlns:a16="http://schemas.microsoft.com/office/drawing/2014/main" id="{53CA61D8-8847-9571-2788-DF72611738F0}"/>
                </a:ext>
              </a:extLst>
            </p:cNvPr>
            <p:cNvSpPr>
              <a:spLocks noChangeShapeType="1"/>
            </p:cNvSpPr>
            <p:nvPr/>
          </p:nvSpPr>
          <p:spPr bwMode="auto">
            <a:xfrm rot="17283846">
              <a:off x="2177930" y="2435055"/>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83" name="Text Box 410">
              <a:extLst>
                <a:ext uri="{FF2B5EF4-FFF2-40B4-BE49-F238E27FC236}">
                  <a16:creationId xmlns:a16="http://schemas.microsoft.com/office/drawing/2014/main" id="{4703A6FE-1654-2894-27AB-FAA8808256AA}"/>
                </a:ext>
              </a:extLst>
            </p:cNvPr>
            <p:cNvSpPr txBox="1">
              <a:spLocks noChangeArrowheads="1"/>
            </p:cNvSpPr>
            <p:nvPr/>
          </p:nvSpPr>
          <p:spPr bwMode="auto">
            <a:xfrm>
              <a:off x="6867148" y="2534133"/>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84" name="文本框 3342">
              <a:extLst>
                <a:ext uri="{FF2B5EF4-FFF2-40B4-BE49-F238E27FC236}">
                  <a16:creationId xmlns:a16="http://schemas.microsoft.com/office/drawing/2014/main" id="{D5D4C1CE-6DD0-F506-2DB3-04F0B95304B7}"/>
                </a:ext>
              </a:extLst>
            </p:cNvPr>
            <p:cNvSpPr txBox="1">
              <a:spLocks noChangeArrowheads="1"/>
            </p:cNvSpPr>
            <p:nvPr/>
          </p:nvSpPr>
          <p:spPr bwMode="auto">
            <a:xfrm>
              <a:off x="6633435" y="1714576"/>
              <a:ext cx="3832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a:t>
              </a:r>
              <a:endParaRPr lang="zh-CN" altLang="en-US" sz="1100" b="1">
                <a:ea typeface="微软雅黑" panose="020B0503020204020204" pitchFamily="34" charset="-122"/>
              </a:endParaRPr>
            </a:p>
          </p:txBody>
        </p:sp>
        <p:sp>
          <p:nvSpPr>
            <p:cNvPr id="85" name="Text Box 353">
              <a:extLst>
                <a:ext uri="{FF2B5EF4-FFF2-40B4-BE49-F238E27FC236}">
                  <a16:creationId xmlns:a16="http://schemas.microsoft.com/office/drawing/2014/main" id="{18768754-2DA0-2B5F-474A-728CABD4B454}"/>
                </a:ext>
              </a:extLst>
            </p:cNvPr>
            <p:cNvSpPr txBox="1">
              <a:spLocks noChangeArrowheads="1"/>
            </p:cNvSpPr>
            <p:nvPr/>
          </p:nvSpPr>
          <p:spPr bwMode="auto">
            <a:xfrm>
              <a:off x="6994472" y="1744154"/>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86" name="Text Box 350">
              <a:extLst>
                <a:ext uri="{FF2B5EF4-FFF2-40B4-BE49-F238E27FC236}">
                  <a16:creationId xmlns:a16="http://schemas.microsoft.com/office/drawing/2014/main" id="{8096A059-1AE6-AAFB-B40F-BFE645E66C90}"/>
                </a:ext>
              </a:extLst>
            </p:cNvPr>
            <p:cNvSpPr txBox="1">
              <a:spLocks noChangeArrowheads="1"/>
            </p:cNvSpPr>
            <p:nvPr/>
          </p:nvSpPr>
          <p:spPr bwMode="auto">
            <a:xfrm>
              <a:off x="5199522" y="2202613"/>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87" name="Rectangle 414">
              <a:extLst>
                <a:ext uri="{FF2B5EF4-FFF2-40B4-BE49-F238E27FC236}">
                  <a16:creationId xmlns:a16="http://schemas.microsoft.com/office/drawing/2014/main" id="{FBB865C0-9409-87F4-649D-EED4E31F1F99}"/>
                </a:ext>
              </a:extLst>
            </p:cNvPr>
            <p:cNvSpPr>
              <a:spLocks noChangeArrowheads="1"/>
            </p:cNvSpPr>
            <p:nvPr/>
          </p:nvSpPr>
          <p:spPr bwMode="auto">
            <a:xfrm rot="10800000">
              <a:off x="5599963" y="2794174"/>
              <a:ext cx="449596"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88" name="Rectangle 415">
              <a:extLst>
                <a:ext uri="{FF2B5EF4-FFF2-40B4-BE49-F238E27FC236}">
                  <a16:creationId xmlns:a16="http://schemas.microsoft.com/office/drawing/2014/main" id="{2FA711A9-C472-A667-FC78-39C3D24EB71F}"/>
                </a:ext>
              </a:extLst>
            </p:cNvPr>
            <p:cNvSpPr>
              <a:spLocks noChangeArrowheads="1"/>
            </p:cNvSpPr>
            <p:nvPr/>
          </p:nvSpPr>
          <p:spPr bwMode="auto">
            <a:xfrm>
              <a:off x="6049559" y="2794174"/>
              <a:ext cx="152264"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80</a:t>
              </a:r>
            </a:p>
          </p:txBody>
        </p:sp>
        <p:sp>
          <p:nvSpPr>
            <p:cNvPr id="89" name="Rectangle 414">
              <a:extLst>
                <a:ext uri="{FF2B5EF4-FFF2-40B4-BE49-F238E27FC236}">
                  <a16:creationId xmlns:a16="http://schemas.microsoft.com/office/drawing/2014/main" id="{ED41E6E1-6321-275D-262A-299395C58BB3}"/>
                </a:ext>
              </a:extLst>
            </p:cNvPr>
            <p:cNvSpPr>
              <a:spLocks noChangeArrowheads="1"/>
            </p:cNvSpPr>
            <p:nvPr/>
          </p:nvSpPr>
          <p:spPr bwMode="auto">
            <a:xfrm rot="10800000">
              <a:off x="1026070" y="2804033"/>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0" name="Line 345">
              <a:extLst>
                <a:ext uri="{FF2B5EF4-FFF2-40B4-BE49-F238E27FC236}">
                  <a16:creationId xmlns:a16="http://schemas.microsoft.com/office/drawing/2014/main" id="{47F5BCAB-3C67-4D3E-57D6-0D0051A3106A}"/>
                </a:ext>
              </a:extLst>
            </p:cNvPr>
            <p:cNvSpPr>
              <a:spLocks noChangeShapeType="1"/>
            </p:cNvSpPr>
            <p:nvPr/>
          </p:nvSpPr>
          <p:spPr bwMode="auto">
            <a:xfrm flipV="1">
              <a:off x="7511047" y="2863189"/>
              <a:ext cx="177441" cy="0"/>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1" name="Text Box 353">
              <a:extLst>
                <a:ext uri="{FF2B5EF4-FFF2-40B4-BE49-F238E27FC236}">
                  <a16:creationId xmlns:a16="http://schemas.microsoft.com/office/drawing/2014/main" id="{20429E56-4716-7099-F781-AA2F7F8BE993}"/>
                </a:ext>
              </a:extLst>
            </p:cNvPr>
            <p:cNvSpPr txBox="1">
              <a:spLocks noChangeArrowheads="1"/>
            </p:cNvSpPr>
            <p:nvPr/>
          </p:nvSpPr>
          <p:spPr bwMode="auto">
            <a:xfrm>
              <a:off x="6712980" y="2919880"/>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sp>
          <p:nvSpPr>
            <p:cNvPr id="92" name="Rectangle 414">
              <a:extLst>
                <a:ext uri="{FF2B5EF4-FFF2-40B4-BE49-F238E27FC236}">
                  <a16:creationId xmlns:a16="http://schemas.microsoft.com/office/drawing/2014/main" id="{A3DDCA06-403B-8084-AB2E-BD35D59F2F94}"/>
                </a:ext>
              </a:extLst>
            </p:cNvPr>
            <p:cNvSpPr>
              <a:spLocks noChangeArrowheads="1"/>
            </p:cNvSpPr>
            <p:nvPr/>
          </p:nvSpPr>
          <p:spPr bwMode="auto">
            <a:xfrm rot="10800000">
              <a:off x="7035074" y="2792941"/>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3" name="Line 345">
              <a:extLst>
                <a:ext uri="{FF2B5EF4-FFF2-40B4-BE49-F238E27FC236}">
                  <a16:creationId xmlns:a16="http://schemas.microsoft.com/office/drawing/2014/main" id="{55FED05A-7D80-8F22-3DFF-717E8600C0F2}"/>
                </a:ext>
              </a:extLst>
            </p:cNvPr>
            <p:cNvSpPr>
              <a:spLocks noChangeShapeType="1"/>
            </p:cNvSpPr>
            <p:nvPr/>
          </p:nvSpPr>
          <p:spPr bwMode="auto">
            <a:xfrm flipV="1">
              <a:off x="2988708" y="2884140"/>
              <a:ext cx="177441" cy="1233"/>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4" name="AutoShape 357">
              <a:extLst>
                <a:ext uri="{FF2B5EF4-FFF2-40B4-BE49-F238E27FC236}">
                  <a16:creationId xmlns:a16="http://schemas.microsoft.com/office/drawing/2014/main" id="{6059B87A-2BFB-AD1B-87CF-A4B8D8D398C9}"/>
                </a:ext>
              </a:extLst>
            </p:cNvPr>
            <p:cNvSpPr>
              <a:spLocks noChangeArrowheads="1"/>
            </p:cNvSpPr>
            <p:nvPr/>
          </p:nvSpPr>
          <p:spPr bwMode="auto">
            <a:xfrm flipH="1">
              <a:off x="6802482" y="2097857"/>
              <a:ext cx="870418" cy="256343"/>
            </a:xfrm>
            <a:prstGeom prst="wedgeRoundRectCallout">
              <a:avLst>
                <a:gd name="adj1" fmla="val -26134"/>
                <a:gd name="adj2" fmla="val 251079"/>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95" name="Text Box 356">
              <a:extLst>
                <a:ext uri="{FF2B5EF4-FFF2-40B4-BE49-F238E27FC236}">
                  <a16:creationId xmlns:a16="http://schemas.microsoft.com/office/drawing/2014/main" id="{430E693E-3FB3-F6C3-6CB0-31D2748C0F66}"/>
                </a:ext>
              </a:extLst>
            </p:cNvPr>
            <p:cNvSpPr txBox="1">
              <a:spLocks noChangeArrowheads="1"/>
            </p:cNvSpPr>
            <p:nvPr/>
          </p:nvSpPr>
          <p:spPr bwMode="auto">
            <a:xfrm>
              <a:off x="6734915" y="2101556"/>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 </a:t>
              </a:r>
              <a:r>
                <a:rPr lang="zh-CN" altLang="en-US" sz="1000" b="1">
                  <a:ea typeface="微软雅黑" panose="020B0503020204020204" pitchFamily="34" charset="-122"/>
                </a:rPr>
                <a:t>弹出标签</a:t>
              </a:r>
            </a:p>
          </p:txBody>
        </p:sp>
        <p:sp>
          <p:nvSpPr>
            <p:cNvPr id="96" name="Line 345">
              <a:extLst>
                <a:ext uri="{FF2B5EF4-FFF2-40B4-BE49-F238E27FC236}">
                  <a16:creationId xmlns:a16="http://schemas.microsoft.com/office/drawing/2014/main" id="{0939FC24-05AD-81DC-98B5-738C8C285E9F}"/>
                </a:ext>
              </a:extLst>
            </p:cNvPr>
            <p:cNvSpPr>
              <a:spLocks noChangeShapeType="1"/>
            </p:cNvSpPr>
            <p:nvPr/>
          </p:nvSpPr>
          <p:spPr bwMode="auto">
            <a:xfrm flipV="1">
              <a:off x="6205419" y="2860724"/>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7" name="Text Box 411">
              <a:extLst>
                <a:ext uri="{FF2B5EF4-FFF2-40B4-BE49-F238E27FC236}">
                  <a16:creationId xmlns:a16="http://schemas.microsoft.com/office/drawing/2014/main" id="{C54871FE-E61A-4DB0-2E30-F1294B289B47}"/>
                </a:ext>
              </a:extLst>
            </p:cNvPr>
            <p:cNvSpPr txBox="1">
              <a:spLocks noChangeArrowheads="1"/>
            </p:cNvSpPr>
            <p:nvPr/>
          </p:nvSpPr>
          <p:spPr bwMode="auto">
            <a:xfrm>
              <a:off x="1800499" y="2850865"/>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grpSp>
          <p:nvGrpSpPr>
            <p:cNvPr id="98" name="组合 29">
              <a:extLst>
                <a:ext uri="{FF2B5EF4-FFF2-40B4-BE49-F238E27FC236}">
                  <a16:creationId xmlns:a16="http://schemas.microsoft.com/office/drawing/2014/main" id="{16C4E439-D900-E219-4A2B-007BA17350AC}"/>
                </a:ext>
              </a:extLst>
            </p:cNvPr>
            <p:cNvGrpSpPr>
              <a:grpSpLocks/>
            </p:cNvGrpSpPr>
            <p:nvPr/>
          </p:nvGrpSpPr>
          <p:grpSpPr bwMode="auto">
            <a:xfrm>
              <a:off x="728739" y="2418900"/>
              <a:ext cx="530426" cy="289671"/>
              <a:chOff x="4253264" y="3384673"/>
              <a:chExt cx="701744" cy="373591"/>
            </a:xfrm>
          </p:grpSpPr>
          <p:sp>
            <p:nvSpPr>
              <p:cNvPr id="117" name="矩形: 圆角 116">
                <a:extLst>
                  <a:ext uri="{FF2B5EF4-FFF2-40B4-BE49-F238E27FC236}">
                    <a16:creationId xmlns:a16="http://schemas.microsoft.com/office/drawing/2014/main" id="{9F68573C-0ED8-5323-0908-1E0126B160A2}"/>
                  </a:ext>
                </a:extLst>
              </p:cNvPr>
              <p:cNvSpPr/>
              <p:nvPr/>
            </p:nvSpPr>
            <p:spPr bwMode="auto">
              <a:xfrm>
                <a:off x="4253264" y="3429970"/>
                <a:ext cx="618600"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8" name="文本框 28">
                <a:extLst>
                  <a:ext uri="{FF2B5EF4-FFF2-40B4-BE49-F238E27FC236}">
                    <a16:creationId xmlns:a16="http://schemas.microsoft.com/office/drawing/2014/main" id="{CA9CAE6F-BE0C-41E4-811F-98634E05BA90}"/>
                  </a:ext>
                </a:extLst>
              </p:cNvPr>
              <p:cNvSpPr txBox="1">
                <a:spLocks noChangeArrowheads="1"/>
              </p:cNvSpPr>
              <p:nvPr/>
            </p:nvSpPr>
            <p:spPr bwMode="auto">
              <a:xfrm>
                <a:off x="4268386" y="3384673"/>
                <a:ext cx="686622"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dirty="0">
                    <a:ea typeface="微软雅黑" panose="020B0503020204020204" pitchFamily="34" charset="-122"/>
                  </a:rPr>
                  <a:t>上游</a:t>
                </a:r>
              </a:p>
            </p:txBody>
          </p:sp>
        </p:grpSp>
        <p:grpSp>
          <p:nvGrpSpPr>
            <p:cNvPr id="99" name="组合 31">
              <a:extLst>
                <a:ext uri="{FF2B5EF4-FFF2-40B4-BE49-F238E27FC236}">
                  <a16:creationId xmlns:a16="http://schemas.microsoft.com/office/drawing/2014/main" id="{232939B4-03F7-84A7-BD40-D31DFF90884D}"/>
                </a:ext>
              </a:extLst>
            </p:cNvPr>
            <p:cNvGrpSpPr>
              <a:grpSpLocks/>
            </p:cNvGrpSpPr>
            <p:nvPr/>
          </p:nvGrpSpPr>
          <p:grpSpPr bwMode="auto">
            <a:xfrm>
              <a:off x="7826362" y="2468814"/>
              <a:ext cx="518995" cy="289671"/>
              <a:chOff x="4253441" y="3397392"/>
              <a:chExt cx="688188" cy="373591"/>
            </a:xfrm>
          </p:grpSpPr>
          <p:sp>
            <p:nvSpPr>
              <p:cNvPr id="115" name="矩形: 圆角 114">
                <a:extLst>
                  <a:ext uri="{FF2B5EF4-FFF2-40B4-BE49-F238E27FC236}">
                    <a16:creationId xmlns:a16="http://schemas.microsoft.com/office/drawing/2014/main" id="{BF3CF591-85A4-C6B2-7770-4844BDF1F21C}"/>
                  </a:ext>
                </a:extLst>
              </p:cNvPr>
              <p:cNvSpPr/>
              <p:nvPr/>
            </p:nvSpPr>
            <p:spPr bwMode="auto">
              <a:xfrm>
                <a:off x="4253441" y="3429176"/>
                <a:ext cx="618423"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6" name="文本框 33">
                <a:extLst>
                  <a:ext uri="{FF2B5EF4-FFF2-40B4-BE49-F238E27FC236}">
                    <a16:creationId xmlns:a16="http://schemas.microsoft.com/office/drawing/2014/main" id="{BDFC38A8-135C-5517-980C-0C03E6250C3F}"/>
                  </a:ext>
                </a:extLst>
              </p:cNvPr>
              <p:cNvSpPr txBox="1">
                <a:spLocks noChangeArrowheads="1"/>
              </p:cNvSpPr>
              <p:nvPr/>
            </p:nvSpPr>
            <p:spPr bwMode="auto">
              <a:xfrm>
                <a:off x="4253441" y="3397392"/>
                <a:ext cx="688188"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a:ea typeface="微软雅黑" panose="020B0503020204020204" pitchFamily="34" charset="-122"/>
                  </a:rPr>
                  <a:t>下游</a:t>
                </a:r>
              </a:p>
            </p:txBody>
          </p:sp>
        </p:grpSp>
        <p:sp>
          <p:nvSpPr>
            <p:cNvPr id="100" name="文本框 34">
              <a:extLst>
                <a:ext uri="{FF2B5EF4-FFF2-40B4-BE49-F238E27FC236}">
                  <a16:creationId xmlns:a16="http://schemas.microsoft.com/office/drawing/2014/main" id="{E1C42E94-9E9D-877C-7D81-D9231EAF4363}"/>
                </a:ext>
              </a:extLst>
            </p:cNvPr>
            <p:cNvSpPr txBox="1">
              <a:spLocks noChangeArrowheads="1"/>
            </p:cNvSpPr>
            <p:nvPr/>
          </p:nvSpPr>
          <p:spPr bwMode="auto">
            <a:xfrm>
              <a:off x="1243076" y="1026887"/>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1" name="文本框 35">
              <a:extLst>
                <a:ext uri="{FF2B5EF4-FFF2-40B4-BE49-F238E27FC236}">
                  <a16:creationId xmlns:a16="http://schemas.microsoft.com/office/drawing/2014/main" id="{DAC6BEC9-4ECF-7621-BDE8-033A4DABF5AE}"/>
                </a:ext>
              </a:extLst>
            </p:cNvPr>
            <p:cNvSpPr txBox="1">
              <a:spLocks noChangeArrowheads="1"/>
            </p:cNvSpPr>
            <p:nvPr/>
          </p:nvSpPr>
          <p:spPr bwMode="auto">
            <a:xfrm>
              <a:off x="3799180" y="992379"/>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2" name="文本框 36">
              <a:extLst>
                <a:ext uri="{FF2B5EF4-FFF2-40B4-BE49-F238E27FC236}">
                  <a16:creationId xmlns:a16="http://schemas.microsoft.com/office/drawing/2014/main" id="{043E111D-CACD-9994-8578-349009F5B3A1}"/>
                </a:ext>
              </a:extLst>
            </p:cNvPr>
            <p:cNvSpPr txBox="1">
              <a:spLocks noChangeArrowheads="1"/>
            </p:cNvSpPr>
            <p:nvPr/>
          </p:nvSpPr>
          <p:spPr bwMode="auto">
            <a:xfrm>
              <a:off x="6137080" y="1001006"/>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cxnSp>
          <p:nvCxnSpPr>
            <p:cNvPr id="103" name="直接箭头连接符 2">
              <a:extLst>
                <a:ext uri="{FF2B5EF4-FFF2-40B4-BE49-F238E27FC236}">
                  <a16:creationId xmlns:a16="http://schemas.microsoft.com/office/drawing/2014/main" id="{90A24507-3270-69FC-89F8-DCEF2A736C71}"/>
                </a:ext>
              </a:extLst>
            </p:cNvPr>
            <p:cNvCxnSpPr>
              <a:cxnSpLocks/>
            </p:cNvCxnSpPr>
            <p:nvPr/>
          </p:nvCxnSpPr>
          <p:spPr bwMode="auto">
            <a:xfrm>
              <a:off x="1609946" y="4525720"/>
              <a:ext cx="5941864" cy="0"/>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104" name="Text Box 355">
              <a:extLst>
                <a:ext uri="{FF2B5EF4-FFF2-40B4-BE49-F238E27FC236}">
                  <a16:creationId xmlns:a16="http://schemas.microsoft.com/office/drawing/2014/main" id="{1A751ADA-BDC4-BFA7-04A4-CBA150A381ED}"/>
                </a:ext>
              </a:extLst>
            </p:cNvPr>
            <p:cNvSpPr txBox="1">
              <a:spLocks noChangeArrowheads="1"/>
            </p:cNvSpPr>
            <p:nvPr/>
          </p:nvSpPr>
          <p:spPr bwMode="auto">
            <a:xfrm>
              <a:off x="4040162" y="4391388"/>
              <a:ext cx="875985" cy="289672"/>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a:t>
              </a:r>
            </a:p>
          </p:txBody>
        </p:sp>
        <p:sp>
          <p:nvSpPr>
            <p:cNvPr id="105" name="AutoShape 354">
              <a:extLst>
                <a:ext uri="{FF2B5EF4-FFF2-40B4-BE49-F238E27FC236}">
                  <a16:creationId xmlns:a16="http://schemas.microsoft.com/office/drawing/2014/main" id="{3BBFA377-F956-C66F-BE3C-48C51C376DD5}"/>
                </a:ext>
              </a:extLst>
            </p:cNvPr>
            <p:cNvSpPr>
              <a:spLocks noChangeArrowheads="1"/>
            </p:cNvSpPr>
            <p:nvPr/>
          </p:nvSpPr>
          <p:spPr bwMode="auto">
            <a:xfrm>
              <a:off x="3234487" y="3023403"/>
              <a:ext cx="890800" cy="262505"/>
            </a:xfrm>
            <a:prstGeom prst="wedgeRoundRectCallout">
              <a:avLst>
                <a:gd name="adj1" fmla="val 73259"/>
                <a:gd name="adj2" fmla="val -122694"/>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106" name="Text Box 355">
              <a:extLst>
                <a:ext uri="{FF2B5EF4-FFF2-40B4-BE49-F238E27FC236}">
                  <a16:creationId xmlns:a16="http://schemas.microsoft.com/office/drawing/2014/main" id="{BD1C129E-EB4B-AA0C-EEAF-5A8DE62C4047}"/>
                </a:ext>
              </a:extLst>
            </p:cNvPr>
            <p:cNvSpPr txBox="1">
              <a:spLocks noChangeArrowheads="1"/>
            </p:cNvSpPr>
            <p:nvPr/>
          </p:nvSpPr>
          <p:spPr bwMode="auto">
            <a:xfrm>
              <a:off x="3170517" y="3041889"/>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 </a:t>
              </a:r>
              <a:r>
                <a:rPr lang="zh-CN" altLang="en-US" sz="1000" b="1">
                  <a:ea typeface="微软雅黑" panose="020B0503020204020204" pitchFamily="34" charset="-122"/>
                </a:rPr>
                <a:t>标签交换</a:t>
              </a:r>
            </a:p>
          </p:txBody>
        </p:sp>
        <p:sp>
          <p:nvSpPr>
            <p:cNvPr id="108" name="Text Box 358">
              <a:extLst>
                <a:ext uri="{FF2B5EF4-FFF2-40B4-BE49-F238E27FC236}">
                  <a16:creationId xmlns:a16="http://schemas.microsoft.com/office/drawing/2014/main" id="{9E77613D-AD37-37AF-9B1B-B1ACFD788175}"/>
                </a:ext>
              </a:extLst>
            </p:cNvPr>
            <p:cNvSpPr txBox="1">
              <a:spLocks noChangeArrowheads="1"/>
            </p:cNvSpPr>
            <p:nvPr/>
          </p:nvSpPr>
          <p:spPr bwMode="auto">
            <a:xfrm>
              <a:off x="627262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09" name="Text Box 358">
              <a:extLst>
                <a:ext uri="{FF2B5EF4-FFF2-40B4-BE49-F238E27FC236}">
                  <a16:creationId xmlns:a16="http://schemas.microsoft.com/office/drawing/2014/main" id="{DE51A822-CFE0-2373-9744-79F11235F6B1}"/>
                </a:ext>
              </a:extLst>
            </p:cNvPr>
            <p:cNvSpPr txBox="1">
              <a:spLocks noChangeArrowheads="1"/>
            </p:cNvSpPr>
            <p:nvPr/>
          </p:nvSpPr>
          <p:spPr bwMode="auto">
            <a:xfrm>
              <a:off x="666347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110" name="Text Box 358">
              <a:extLst>
                <a:ext uri="{FF2B5EF4-FFF2-40B4-BE49-F238E27FC236}">
                  <a16:creationId xmlns:a16="http://schemas.microsoft.com/office/drawing/2014/main" id="{8041458A-BEB6-3CDE-EA7E-42C5AF7BFB85}"/>
                </a:ext>
              </a:extLst>
            </p:cNvPr>
            <p:cNvSpPr txBox="1">
              <a:spLocks noChangeArrowheads="1"/>
            </p:cNvSpPr>
            <p:nvPr/>
          </p:nvSpPr>
          <p:spPr bwMode="auto">
            <a:xfrm>
              <a:off x="7003972" y="3846658"/>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12" name="Text Box 353">
              <a:extLst>
                <a:ext uri="{FF2B5EF4-FFF2-40B4-BE49-F238E27FC236}">
                  <a16:creationId xmlns:a16="http://schemas.microsoft.com/office/drawing/2014/main" id="{209295A2-F77F-0BA3-991D-EFAC13DD337D}"/>
                </a:ext>
              </a:extLst>
            </p:cNvPr>
            <p:cNvSpPr txBox="1">
              <a:spLocks noChangeArrowheads="1"/>
            </p:cNvSpPr>
            <p:nvPr/>
          </p:nvSpPr>
          <p:spPr bwMode="auto">
            <a:xfrm>
              <a:off x="7101774" y="4153529"/>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113" name="Text Box 355">
              <a:extLst>
                <a:ext uri="{FF2B5EF4-FFF2-40B4-BE49-F238E27FC236}">
                  <a16:creationId xmlns:a16="http://schemas.microsoft.com/office/drawing/2014/main" id="{D0DC2E29-A284-5BBD-D9FB-A460995AB2A4}"/>
                </a:ext>
              </a:extLst>
            </p:cNvPr>
            <p:cNvSpPr txBox="1">
              <a:spLocks noChangeArrowheads="1"/>
            </p:cNvSpPr>
            <p:nvPr/>
          </p:nvSpPr>
          <p:spPr bwMode="auto">
            <a:xfrm>
              <a:off x="1138336" y="3738205"/>
              <a:ext cx="2502883" cy="28967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域包含了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1</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2</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3</a:t>
              </a:r>
              <a:r>
                <a:rPr lang="en-US" altLang="zh-CN" sz="1000" b="1" dirty="0">
                  <a:ea typeface="微软雅黑" panose="020B0503020204020204" pitchFamily="34" charset="-122"/>
                </a:rPr>
                <a:t> </a:t>
              </a:r>
              <a:r>
                <a:rPr lang="zh-CN" altLang="en-US" sz="1000" b="1" dirty="0">
                  <a:ea typeface="微软雅黑" panose="020B0503020204020204" pitchFamily="34" charset="-122"/>
                </a:rPr>
                <a:t>和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4</a:t>
              </a:r>
              <a:r>
                <a:rPr lang="zh-CN" altLang="en-US" sz="1000" b="1" dirty="0">
                  <a:ea typeface="微软雅黑" panose="020B0503020204020204" pitchFamily="34" charset="-122"/>
                </a:rPr>
                <a:t>。</a:t>
              </a:r>
            </a:p>
          </p:txBody>
        </p:sp>
        <p:sp>
          <p:nvSpPr>
            <p:cNvPr id="114" name="文本框 35">
              <a:extLst>
                <a:ext uri="{FF2B5EF4-FFF2-40B4-BE49-F238E27FC236}">
                  <a16:creationId xmlns:a16="http://schemas.microsoft.com/office/drawing/2014/main" id="{56F3CEA1-71A8-B6B2-5E52-6126EBB8FC24}"/>
                </a:ext>
              </a:extLst>
            </p:cNvPr>
            <p:cNvSpPr txBox="1">
              <a:spLocks noChangeArrowheads="1"/>
            </p:cNvSpPr>
            <p:nvPr/>
          </p:nvSpPr>
          <p:spPr bwMode="auto">
            <a:xfrm>
              <a:off x="6249779" y="3613731"/>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grpSp>
      <p:sp>
        <p:nvSpPr>
          <p:cNvPr id="7" name="矩形 6">
            <a:extLst>
              <a:ext uri="{FF2B5EF4-FFF2-40B4-BE49-F238E27FC236}">
                <a16:creationId xmlns:a16="http://schemas.microsoft.com/office/drawing/2014/main" id="{01AA3C1F-4E92-7332-EEC6-61051478E5CA}"/>
              </a:ext>
            </a:extLst>
          </p:cNvPr>
          <p:cNvSpPr/>
          <p:nvPr/>
        </p:nvSpPr>
        <p:spPr>
          <a:xfrm>
            <a:off x="645539" y="3767328"/>
            <a:ext cx="8021370" cy="709810"/>
          </a:xfrm>
          <a:prstGeom prst="rect">
            <a:avLst/>
          </a:prstGeom>
        </p:spPr>
        <p:txBody>
          <a:bodyPr wrap="square">
            <a:spAutoFit/>
          </a:bodyPr>
          <a:lstStyle/>
          <a:p>
            <a:pPr>
              <a:lnSpc>
                <a:spcPts val="2500"/>
              </a:lnSpc>
            </a:pPr>
            <a:r>
              <a:rPr lang="en-US" altLang="zh-CN" sz="1600" b="1" dirty="0">
                <a:latin typeface="微软雅黑" panose="020B0503020204020204" pitchFamily="34" charset="-122"/>
                <a:ea typeface="微软雅黑" panose="020B0503020204020204" pitchFamily="34" charset="-122"/>
              </a:rPr>
              <a:t>(3) </a:t>
            </a:r>
            <a:r>
              <a:rPr lang="zh-CN" altLang="en-US" sz="1600" b="1" dirty="0">
                <a:latin typeface="微软雅黑" panose="020B0503020204020204" pitchFamily="34" charset="-122"/>
                <a:ea typeface="微软雅黑" panose="020B0503020204020204" pitchFamily="34" charset="-122"/>
              </a:rPr>
              <a:t>用同样方式，</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r>
              <a:rPr lang="zh-CN" altLang="en-US" sz="1600" b="1" dirty="0">
                <a:latin typeface="微软雅黑" panose="020B0503020204020204" pitchFamily="34" charset="-122"/>
                <a:ea typeface="微软雅黑" panose="020B0503020204020204" pitchFamily="34" charset="-122"/>
              </a:rPr>
              <a:t>把前缀</a:t>
            </a:r>
            <a:r>
              <a:rPr lang="en-US" altLang="zh-CN" sz="1600" b="1" dirty="0">
                <a:latin typeface="微软雅黑" panose="020B0503020204020204" pitchFamily="34" charset="-122"/>
                <a:ea typeface="微软雅黑" panose="020B0503020204020204" pitchFamily="34" charset="-122"/>
              </a:rPr>
              <a:t>128.70/16</a:t>
            </a:r>
            <a:r>
              <a:rPr lang="zh-CN" altLang="en-US" sz="1600" b="1" dirty="0">
                <a:latin typeface="微软雅黑" panose="020B0503020204020204" pitchFamily="34" charset="-122"/>
                <a:ea typeface="微软雅黑" panose="020B0503020204020204" pitchFamily="34" charset="-122"/>
              </a:rPr>
              <a:t>和前缀</a:t>
            </a:r>
            <a:r>
              <a:rPr lang="en-US" altLang="zh-CN" sz="1600" b="1" dirty="0">
                <a:latin typeface="微软雅黑" panose="020B0503020204020204" pitchFamily="34" charset="-122"/>
                <a:ea typeface="微软雅黑" panose="020B0503020204020204" pitchFamily="34" charset="-122"/>
              </a:rPr>
              <a:t>165.60/16</a:t>
            </a:r>
            <a:r>
              <a:rPr lang="zh-CN" altLang="en-US" sz="1600" b="1" dirty="0">
                <a:latin typeface="微软雅黑" panose="020B0503020204020204" pitchFamily="34" charset="-122"/>
                <a:ea typeface="微软雅黑" panose="020B0503020204020204" pitchFamily="34" charset="-122"/>
              </a:rPr>
              <a:t>的标签值分别设置为</a:t>
            </a:r>
            <a:r>
              <a:rPr lang="en-US" altLang="zh-CN" sz="1600" b="1" dirty="0">
                <a:latin typeface="微软雅黑" panose="020B0503020204020204" pitchFamily="34" charset="-122"/>
                <a:ea typeface="微软雅黑" panose="020B0503020204020204" pitchFamily="34" charset="-122"/>
              </a:rPr>
              <a:t>81</a:t>
            </a:r>
            <a:r>
              <a:rPr lang="zh-CN" altLang="en-US" sz="1600" b="1" dirty="0">
                <a:latin typeface="微软雅黑" panose="020B0503020204020204" pitchFamily="34" charset="-122"/>
                <a:ea typeface="微软雅黑" panose="020B0503020204020204" pitchFamily="34" charset="-122"/>
              </a:rPr>
              <a:t>和</a:t>
            </a:r>
            <a:r>
              <a:rPr lang="en-US" altLang="zh-CN" sz="1600" b="1" dirty="0">
                <a:latin typeface="微软雅黑" panose="020B0503020204020204" pitchFamily="34" charset="-122"/>
                <a:ea typeface="微软雅黑" panose="020B0503020204020204" pitchFamily="34" charset="-122"/>
              </a:rPr>
              <a:t>40</a:t>
            </a:r>
            <a:r>
              <a:rPr lang="zh-CN" altLang="en-US" sz="1600" b="1" dirty="0">
                <a:latin typeface="微软雅黑" panose="020B0503020204020204" pitchFamily="34" charset="-122"/>
                <a:ea typeface="微软雅黑" panose="020B0503020204020204" pitchFamily="34" charset="-122"/>
              </a:rPr>
              <a:t>，然后告诉其上游的边界</a:t>
            </a:r>
            <a:r>
              <a:rPr lang="en-US" altLang="zh-CN" sz="1600" b="1" dirty="0">
                <a:latin typeface="微软雅黑" panose="020B0503020204020204" pitchFamily="34" charset="-122"/>
                <a:ea typeface="微软雅黑" panose="020B0503020204020204" pitchFamily="34" charset="-122"/>
              </a:rPr>
              <a:t>LSR R</a:t>
            </a:r>
            <a:r>
              <a:rPr lang="en-US" altLang="zh-CN" sz="1600" b="1" baseline="-25000" dirty="0">
                <a:latin typeface="微软雅黑" panose="020B0503020204020204" pitchFamily="34" charset="-122"/>
                <a:ea typeface="微软雅黑" panose="020B0503020204020204" pitchFamily="34" charset="-122"/>
              </a:rPr>
              <a:t>1</a:t>
            </a:r>
            <a:r>
              <a:rPr lang="zh-CN" altLang="en-US" sz="1600" b="1" dirty="0">
                <a:latin typeface="微软雅黑" panose="020B0503020204020204" pitchFamily="34" charset="-122"/>
                <a:ea typeface="微软雅黑" panose="020B0503020204020204" pitchFamily="34" charset="-122"/>
              </a:rPr>
              <a:t>。这两个标签值也仅在</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r>
              <a:rPr lang="zh-CN" altLang="en-US" sz="1600" b="1" dirty="0">
                <a:latin typeface="微软雅黑" panose="020B0503020204020204" pitchFamily="34" charset="-122"/>
                <a:ea typeface="微软雅黑" panose="020B0503020204020204" pitchFamily="34" charset="-122"/>
              </a:rPr>
              <a:t>它的上游</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r>
              <a:rPr lang="zh-CN" altLang="en-US" sz="1600" b="1" dirty="0">
                <a:latin typeface="微软雅黑" panose="020B0503020204020204" pitchFamily="34" charset="-122"/>
                <a:ea typeface="微软雅黑" panose="020B0503020204020204" pitchFamily="34" charset="-122"/>
              </a:rPr>
              <a:t>之间有意义。</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406661007"/>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43C4D3-9C90-BAC1-6608-7A587C39AD01}"/>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9B7B2FFD-AF8B-A5EC-3B1C-3D06C0513981}"/>
              </a:ext>
            </a:extLst>
          </p:cNvPr>
          <p:cNvSpPr/>
          <p:nvPr/>
        </p:nvSpPr>
        <p:spPr>
          <a:xfrm>
            <a:off x="545144" y="582235"/>
            <a:ext cx="8053712" cy="318509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107" name="文本框 3344">
            <a:extLst>
              <a:ext uri="{FF2B5EF4-FFF2-40B4-BE49-F238E27FC236}">
                <a16:creationId xmlns:a16="http://schemas.microsoft.com/office/drawing/2014/main" id="{9C3C7505-F361-6BEE-1FA4-52405EE5ACA2}"/>
              </a:ext>
            </a:extLst>
          </p:cNvPr>
          <p:cNvSpPr txBox="1">
            <a:spLocks noChangeArrowheads="1"/>
          </p:cNvSpPr>
          <p:nvPr/>
        </p:nvSpPr>
        <p:spPr bwMode="auto">
          <a:xfrm>
            <a:off x="6390054" y="4416035"/>
            <a:ext cx="216703" cy="2986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400" b="1">
                <a:ea typeface="微软雅黑" panose="020B0503020204020204" pitchFamily="34" charset="-122"/>
                <a:sym typeface="Symbol" panose="05050102010706020507" pitchFamily="18" charset="2"/>
              </a:rPr>
              <a:t> </a:t>
            </a:r>
            <a:endParaRPr lang="zh-CN" altLang="en-US" sz="1400" b="1">
              <a:ea typeface="微软雅黑" panose="020B0503020204020204" pitchFamily="34" charset="-122"/>
            </a:endParaRPr>
          </a:p>
        </p:txBody>
      </p:sp>
      <p:grpSp>
        <p:nvGrpSpPr>
          <p:cNvPr id="3" name="组合 2">
            <a:extLst>
              <a:ext uri="{FF2B5EF4-FFF2-40B4-BE49-F238E27FC236}">
                <a16:creationId xmlns:a16="http://schemas.microsoft.com/office/drawing/2014/main" id="{1179563A-7CC9-F9DA-14CF-8113E75EC5AF}"/>
              </a:ext>
            </a:extLst>
          </p:cNvPr>
          <p:cNvGrpSpPr/>
          <p:nvPr/>
        </p:nvGrpSpPr>
        <p:grpSpPr>
          <a:xfrm>
            <a:off x="1101908" y="580438"/>
            <a:ext cx="6726624" cy="3135379"/>
            <a:chOff x="621252" y="992379"/>
            <a:chExt cx="7913675" cy="3688681"/>
          </a:xfrm>
        </p:grpSpPr>
        <p:sp>
          <p:nvSpPr>
            <p:cNvPr id="57" name="矩形 3302">
              <a:extLst>
                <a:ext uri="{FF2B5EF4-FFF2-40B4-BE49-F238E27FC236}">
                  <a16:creationId xmlns:a16="http://schemas.microsoft.com/office/drawing/2014/main" id="{2578975B-578A-7331-0128-3DBD14999CA9}"/>
                </a:ext>
              </a:extLst>
            </p:cNvPr>
            <p:cNvSpPr>
              <a:spLocks noChangeArrowheads="1"/>
            </p:cNvSpPr>
            <p:nvPr/>
          </p:nvSpPr>
          <p:spPr bwMode="auto">
            <a:xfrm>
              <a:off x="3871115" y="1240095"/>
              <a:ext cx="1129386"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9" name="矩形 3283">
              <a:extLst>
                <a:ext uri="{FF2B5EF4-FFF2-40B4-BE49-F238E27FC236}">
                  <a16:creationId xmlns:a16="http://schemas.microsoft.com/office/drawing/2014/main" id="{52D776F7-9021-EFD7-1F11-B91A4C8395DF}"/>
                </a:ext>
              </a:extLst>
            </p:cNvPr>
            <p:cNvSpPr>
              <a:spLocks noChangeArrowheads="1"/>
            </p:cNvSpPr>
            <p:nvPr/>
          </p:nvSpPr>
          <p:spPr bwMode="auto">
            <a:xfrm>
              <a:off x="6231795" y="1240095"/>
              <a:ext cx="1100612"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111" name="矩形 3283">
              <a:extLst>
                <a:ext uri="{FF2B5EF4-FFF2-40B4-BE49-F238E27FC236}">
                  <a16:creationId xmlns:a16="http://schemas.microsoft.com/office/drawing/2014/main" id="{6EFDE286-AB1B-43A7-F28C-D0DC667A7F5C}"/>
                </a:ext>
              </a:extLst>
            </p:cNvPr>
            <p:cNvSpPr>
              <a:spLocks noChangeArrowheads="1"/>
            </p:cNvSpPr>
            <p:nvPr/>
          </p:nvSpPr>
          <p:spPr bwMode="auto">
            <a:xfrm>
              <a:off x="6346892" y="3844193"/>
              <a:ext cx="1100612" cy="61127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68" name="矩形 3318">
              <a:extLst>
                <a:ext uri="{FF2B5EF4-FFF2-40B4-BE49-F238E27FC236}">
                  <a16:creationId xmlns:a16="http://schemas.microsoft.com/office/drawing/2014/main" id="{85F17D48-D21A-56C3-8132-BB84E1FC8CEE}"/>
                </a:ext>
              </a:extLst>
            </p:cNvPr>
            <p:cNvSpPr>
              <a:spLocks noChangeArrowheads="1"/>
            </p:cNvSpPr>
            <p:nvPr/>
          </p:nvSpPr>
          <p:spPr bwMode="auto">
            <a:xfrm>
              <a:off x="1340188" y="1267208"/>
              <a:ext cx="1081429"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 name="矩形 2">
              <a:extLst>
                <a:ext uri="{FF2B5EF4-FFF2-40B4-BE49-F238E27FC236}">
                  <a16:creationId xmlns:a16="http://schemas.microsoft.com/office/drawing/2014/main" id="{53397316-3070-51E6-3869-A073F963F28C}"/>
                </a:ext>
              </a:extLst>
            </p:cNvPr>
            <p:cNvSpPr>
              <a:spLocks noChangeArrowheads="1"/>
            </p:cNvSpPr>
            <p:nvPr/>
          </p:nvSpPr>
          <p:spPr bwMode="auto">
            <a:xfrm>
              <a:off x="1133973" y="3735741"/>
              <a:ext cx="2500954" cy="283456"/>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5" name="任意多边形: 形状 4">
              <a:extLst>
                <a:ext uri="{FF2B5EF4-FFF2-40B4-BE49-F238E27FC236}">
                  <a16:creationId xmlns:a16="http://schemas.microsoft.com/office/drawing/2014/main" id="{5F94FC12-BCFD-74D4-2FAC-AE5985AA829C}"/>
                </a:ext>
              </a:extLst>
            </p:cNvPr>
            <p:cNvSpPr/>
            <p:nvPr/>
          </p:nvSpPr>
          <p:spPr bwMode="auto">
            <a:xfrm>
              <a:off x="6356483" y="3520068"/>
              <a:ext cx="1092219" cy="307288"/>
            </a:xfrm>
            <a:custGeom>
              <a:avLst/>
              <a:gdLst>
                <a:gd name="connsiteX0" fmla="*/ 645459 w 1446306"/>
                <a:gd name="connsiteY0" fmla="*/ 0 h 256988"/>
                <a:gd name="connsiteX1" fmla="*/ 0 w 1446306"/>
                <a:gd name="connsiteY1" fmla="*/ 256988 h 256988"/>
                <a:gd name="connsiteX2" fmla="*/ 1446306 w 1446306"/>
                <a:gd name="connsiteY2" fmla="*/ 256988 h 256988"/>
                <a:gd name="connsiteX3" fmla="*/ 818777 w 1446306"/>
                <a:gd name="connsiteY3" fmla="*/ 11953 h 256988"/>
                <a:gd name="connsiteX4" fmla="*/ 645459 w 1446306"/>
                <a:gd name="connsiteY4" fmla="*/ 0 h 256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06" h="256988">
                  <a:moveTo>
                    <a:pt x="645459" y="0"/>
                  </a:moveTo>
                  <a:lnTo>
                    <a:pt x="0" y="256988"/>
                  </a:lnTo>
                  <a:lnTo>
                    <a:pt x="1446306" y="256988"/>
                  </a:lnTo>
                  <a:lnTo>
                    <a:pt x="818777" y="11953"/>
                  </a:lnTo>
                  <a:lnTo>
                    <a:pt x="645459" y="0"/>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5400000" scaled="0"/>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6" name="Text Box 358">
              <a:extLst>
                <a:ext uri="{FF2B5EF4-FFF2-40B4-BE49-F238E27FC236}">
                  <a16:creationId xmlns:a16="http://schemas.microsoft.com/office/drawing/2014/main" id="{B84B67C5-211F-DE18-0CA8-1540A19D9EEF}"/>
                </a:ext>
              </a:extLst>
            </p:cNvPr>
            <p:cNvSpPr txBox="1">
              <a:spLocks noChangeArrowheads="1"/>
            </p:cNvSpPr>
            <p:nvPr/>
          </p:nvSpPr>
          <p:spPr bwMode="auto">
            <a:xfrm>
              <a:off x="6369288" y="4234869"/>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70       0 </a:t>
              </a:r>
              <a:endParaRPr lang="zh-CN" altLang="en-US" sz="1000" b="1">
                <a:ea typeface="微软雅黑" panose="020B0503020204020204" pitchFamily="34" charset="-122"/>
              </a:endParaRPr>
            </a:p>
          </p:txBody>
        </p:sp>
        <p:cxnSp>
          <p:nvCxnSpPr>
            <p:cNvPr id="10" name="直接连接符 3288">
              <a:extLst>
                <a:ext uri="{FF2B5EF4-FFF2-40B4-BE49-F238E27FC236}">
                  <a16:creationId xmlns:a16="http://schemas.microsoft.com/office/drawing/2014/main" id="{C0F23154-1A72-2F83-5B91-0E5EC21017A5}"/>
                </a:ext>
              </a:extLst>
            </p:cNvPr>
            <p:cNvCxnSpPr>
              <a:cxnSpLocks/>
            </p:cNvCxnSpPr>
            <p:nvPr/>
          </p:nvCxnSpPr>
          <p:spPr bwMode="auto">
            <a:xfrm>
              <a:off x="6728149" y="3858982"/>
              <a:ext cx="1199" cy="59156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 name="直接连接符 3289">
              <a:extLst>
                <a:ext uri="{FF2B5EF4-FFF2-40B4-BE49-F238E27FC236}">
                  <a16:creationId xmlns:a16="http://schemas.microsoft.com/office/drawing/2014/main" id="{135E1B58-A7C8-3C53-24FC-EA2FE5299687}"/>
                </a:ext>
              </a:extLst>
            </p:cNvPr>
            <p:cNvCxnSpPr>
              <a:cxnSpLocks/>
            </p:cNvCxnSpPr>
            <p:nvPr/>
          </p:nvCxnSpPr>
          <p:spPr bwMode="auto">
            <a:xfrm flipH="1">
              <a:off x="7078235" y="3833101"/>
              <a:ext cx="4796" cy="61004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 name="直接连接符 3285">
              <a:extLst>
                <a:ext uri="{FF2B5EF4-FFF2-40B4-BE49-F238E27FC236}">
                  <a16:creationId xmlns:a16="http://schemas.microsoft.com/office/drawing/2014/main" id="{BCFAA5A5-A3CC-AA3A-8929-2AA7A73E67F7}"/>
                </a:ext>
              </a:extLst>
            </p:cNvPr>
            <p:cNvCxnSpPr>
              <a:cxnSpLocks/>
            </p:cNvCxnSpPr>
            <p:nvPr/>
          </p:nvCxnSpPr>
          <p:spPr bwMode="auto">
            <a:xfrm>
              <a:off x="6346892" y="4234869"/>
              <a:ext cx="1095816"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sp>
          <p:nvSpPr>
            <p:cNvPr id="13" name="Text Box 410">
              <a:extLst>
                <a:ext uri="{FF2B5EF4-FFF2-40B4-BE49-F238E27FC236}">
                  <a16:creationId xmlns:a16="http://schemas.microsoft.com/office/drawing/2014/main" id="{B03BCF36-664D-5DC5-7878-1DB8F65AD7F3}"/>
                </a:ext>
              </a:extLst>
            </p:cNvPr>
            <p:cNvSpPr txBox="1">
              <a:spLocks noChangeArrowheads="1"/>
            </p:cNvSpPr>
            <p:nvPr/>
          </p:nvSpPr>
          <p:spPr bwMode="auto">
            <a:xfrm>
              <a:off x="4458512" y="254029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14" name="文本框 3344">
              <a:extLst>
                <a:ext uri="{FF2B5EF4-FFF2-40B4-BE49-F238E27FC236}">
                  <a16:creationId xmlns:a16="http://schemas.microsoft.com/office/drawing/2014/main" id="{61C62A3F-5123-1D7C-43FB-8896F6370999}"/>
                </a:ext>
              </a:extLst>
            </p:cNvPr>
            <p:cNvSpPr txBox="1">
              <a:spLocks noChangeArrowheads="1"/>
            </p:cNvSpPr>
            <p:nvPr/>
          </p:nvSpPr>
          <p:spPr bwMode="auto">
            <a:xfrm>
              <a:off x="6274957" y="1715808"/>
              <a:ext cx="4247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 </a:t>
              </a:r>
              <a:endParaRPr lang="zh-CN" altLang="en-US" sz="1100" b="1">
                <a:ea typeface="微软雅黑" panose="020B0503020204020204" pitchFamily="34" charset="-122"/>
              </a:endParaRPr>
            </a:p>
          </p:txBody>
        </p:sp>
        <p:sp>
          <p:nvSpPr>
            <p:cNvPr id="15" name="任意多边形: 形状 14">
              <a:extLst>
                <a:ext uri="{FF2B5EF4-FFF2-40B4-BE49-F238E27FC236}">
                  <a16:creationId xmlns:a16="http://schemas.microsoft.com/office/drawing/2014/main" id="{D781B437-0130-2F5F-7097-B77A52877C67}"/>
                </a:ext>
              </a:extLst>
            </p:cNvPr>
            <p:cNvSpPr/>
            <p:nvPr/>
          </p:nvSpPr>
          <p:spPr bwMode="auto">
            <a:xfrm>
              <a:off x="1335392" y="2087533"/>
              <a:ext cx="1086224" cy="539031"/>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cxnSp>
          <p:nvCxnSpPr>
            <p:cNvPr id="16" name="直接连接符 22">
              <a:extLst>
                <a:ext uri="{FF2B5EF4-FFF2-40B4-BE49-F238E27FC236}">
                  <a16:creationId xmlns:a16="http://schemas.microsoft.com/office/drawing/2014/main" id="{D3F58B52-B66C-2915-65F9-C652CAED25E1}"/>
                </a:ext>
              </a:extLst>
            </p:cNvPr>
            <p:cNvCxnSpPr>
              <a:cxnSpLocks/>
            </p:cNvCxnSpPr>
            <p:nvPr/>
          </p:nvCxnSpPr>
          <p:spPr bwMode="auto">
            <a:xfrm>
              <a:off x="1910876" y="2836076"/>
              <a:ext cx="149866" cy="109685"/>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sp>
          <p:nvSpPr>
            <p:cNvPr id="17" name="任意多边形: 形状 16">
              <a:extLst>
                <a:ext uri="{FF2B5EF4-FFF2-40B4-BE49-F238E27FC236}">
                  <a16:creationId xmlns:a16="http://schemas.microsoft.com/office/drawing/2014/main" id="{92315C0D-0843-68D2-F78C-DC30D9FFFB5D}"/>
                </a:ext>
              </a:extLst>
            </p:cNvPr>
            <p:cNvSpPr/>
            <p:nvPr/>
          </p:nvSpPr>
          <p:spPr bwMode="auto">
            <a:xfrm>
              <a:off x="6247381" y="2052258"/>
              <a:ext cx="1091020" cy="568144"/>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18" name="Line 227">
              <a:extLst>
                <a:ext uri="{FF2B5EF4-FFF2-40B4-BE49-F238E27FC236}">
                  <a16:creationId xmlns:a16="http://schemas.microsoft.com/office/drawing/2014/main" id="{2651924B-DD83-6283-96BD-290CE0A2EDDB}"/>
                </a:ext>
              </a:extLst>
            </p:cNvPr>
            <p:cNvSpPr>
              <a:spLocks noChangeShapeType="1"/>
            </p:cNvSpPr>
            <p:nvPr/>
          </p:nvSpPr>
          <p:spPr bwMode="auto">
            <a:xfrm>
              <a:off x="6807278" y="3406685"/>
              <a:ext cx="744532" cy="4313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19" name="Line 94">
              <a:extLst>
                <a:ext uri="{FF2B5EF4-FFF2-40B4-BE49-F238E27FC236}">
                  <a16:creationId xmlns:a16="http://schemas.microsoft.com/office/drawing/2014/main" id="{6558C8B3-4BFB-0700-437C-60C6F4E12174}"/>
                </a:ext>
              </a:extLst>
            </p:cNvPr>
            <p:cNvSpPr>
              <a:spLocks noChangeShapeType="1"/>
            </p:cNvSpPr>
            <p:nvPr/>
          </p:nvSpPr>
          <p:spPr bwMode="auto">
            <a:xfrm>
              <a:off x="4506545" y="2815124"/>
              <a:ext cx="2300733" cy="59156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0" name="Line 227">
              <a:extLst>
                <a:ext uri="{FF2B5EF4-FFF2-40B4-BE49-F238E27FC236}">
                  <a16:creationId xmlns:a16="http://schemas.microsoft.com/office/drawing/2014/main" id="{C5AB917C-9D7C-CF08-C45D-1C65097D96BB}"/>
                </a:ext>
              </a:extLst>
            </p:cNvPr>
            <p:cNvSpPr>
              <a:spLocks noChangeShapeType="1"/>
            </p:cNvSpPr>
            <p:nvPr/>
          </p:nvSpPr>
          <p:spPr bwMode="auto">
            <a:xfrm flipV="1">
              <a:off x="6790493" y="2741179"/>
              <a:ext cx="761317" cy="98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1" name="Line 89">
              <a:extLst>
                <a:ext uri="{FF2B5EF4-FFF2-40B4-BE49-F238E27FC236}">
                  <a16:creationId xmlns:a16="http://schemas.microsoft.com/office/drawing/2014/main" id="{73681934-F6B4-3861-29A8-4F650004A08D}"/>
                </a:ext>
              </a:extLst>
            </p:cNvPr>
            <p:cNvSpPr>
              <a:spLocks noChangeShapeType="1"/>
            </p:cNvSpPr>
            <p:nvPr/>
          </p:nvSpPr>
          <p:spPr bwMode="auto">
            <a:xfrm>
              <a:off x="1010485" y="2736250"/>
              <a:ext cx="7661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2" name="Line 94">
              <a:extLst>
                <a:ext uri="{FF2B5EF4-FFF2-40B4-BE49-F238E27FC236}">
                  <a16:creationId xmlns:a16="http://schemas.microsoft.com/office/drawing/2014/main" id="{3EBB4CF8-7FC8-A7C6-2C4A-0C8F190A3608}"/>
                </a:ext>
              </a:extLst>
            </p:cNvPr>
            <p:cNvSpPr>
              <a:spLocks noChangeShapeType="1"/>
            </p:cNvSpPr>
            <p:nvPr/>
          </p:nvSpPr>
          <p:spPr bwMode="auto">
            <a:xfrm>
              <a:off x="4558098" y="2737482"/>
              <a:ext cx="2249180" cy="739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3" name="Line 98">
              <a:extLst>
                <a:ext uri="{FF2B5EF4-FFF2-40B4-BE49-F238E27FC236}">
                  <a16:creationId xmlns:a16="http://schemas.microsoft.com/office/drawing/2014/main" id="{8024C3E8-DC4E-CF25-F5EE-9E613B7C2522}"/>
                </a:ext>
              </a:extLst>
            </p:cNvPr>
            <p:cNvSpPr>
              <a:spLocks noChangeShapeType="1"/>
            </p:cNvSpPr>
            <p:nvPr/>
          </p:nvSpPr>
          <p:spPr bwMode="auto">
            <a:xfrm flipH="1">
              <a:off x="1958832" y="2741179"/>
              <a:ext cx="2355885" cy="1232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4" name="Line 345">
              <a:extLst>
                <a:ext uri="{FF2B5EF4-FFF2-40B4-BE49-F238E27FC236}">
                  <a16:creationId xmlns:a16="http://schemas.microsoft.com/office/drawing/2014/main" id="{2505DC52-72DD-E1C5-B5D3-C5B97C75BFBC}"/>
                </a:ext>
              </a:extLst>
            </p:cNvPr>
            <p:cNvSpPr>
              <a:spLocks noChangeShapeType="1"/>
            </p:cNvSpPr>
            <p:nvPr/>
          </p:nvSpPr>
          <p:spPr bwMode="auto">
            <a:xfrm flipV="1">
              <a:off x="1306618" y="2887837"/>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5" name="Text Box 350">
              <a:extLst>
                <a:ext uri="{FF2B5EF4-FFF2-40B4-BE49-F238E27FC236}">
                  <a16:creationId xmlns:a16="http://schemas.microsoft.com/office/drawing/2014/main" id="{AF68C363-D7D3-458A-BCCB-C6B2D0B0784D}"/>
                </a:ext>
              </a:extLst>
            </p:cNvPr>
            <p:cNvSpPr txBox="1">
              <a:spLocks noChangeArrowheads="1"/>
            </p:cNvSpPr>
            <p:nvPr/>
          </p:nvSpPr>
          <p:spPr bwMode="auto">
            <a:xfrm>
              <a:off x="2877208" y="2067047"/>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26" name="AutoShape 354">
              <a:extLst>
                <a:ext uri="{FF2B5EF4-FFF2-40B4-BE49-F238E27FC236}">
                  <a16:creationId xmlns:a16="http://schemas.microsoft.com/office/drawing/2014/main" id="{A7D05225-DFE9-FF4B-6C0E-039BC4BEA3AB}"/>
                </a:ext>
              </a:extLst>
            </p:cNvPr>
            <p:cNvSpPr>
              <a:spLocks noChangeArrowheads="1"/>
            </p:cNvSpPr>
            <p:nvPr/>
          </p:nvSpPr>
          <p:spPr bwMode="auto">
            <a:xfrm>
              <a:off x="1817359" y="3182385"/>
              <a:ext cx="890800" cy="262505"/>
            </a:xfrm>
            <a:prstGeom prst="wedgeRoundRectCallout">
              <a:avLst>
                <a:gd name="adj1" fmla="val 73259"/>
                <a:gd name="adj2" fmla="val -135176"/>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27" name="Text Box 355">
              <a:extLst>
                <a:ext uri="{FF2B5EF4-FFF2-40B4-BE49-F238E27FC236}">
                  <a16:creationId xmlns:a16="http://schemas.microsoft.com/office/drawing/2014/main" id="{2D96A2C1-1457-9228-A114-42CBC2194D91}"/>
                </a:ext>
              </a:extLst>
            </p:cNvPr>
            <p:cNvSpPr txBox="1">
              <a:spLocks noChangeArrowheads="1"/>
            </p:cNvSpPr>
            <p:nvPr/>
          </p:nvSpPr>
          <p:spPr bwMode="auto">
            <a:xfrm>
              <a:off x="1753390" y="3200871"/>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 </a:t>
              </a:r>
              <a:r>
                <a:rPr lang="zh-CN" altLang="en-US" sz="1000" b="1">
                  <a:ea typeface="微软雅黑" panose="020B0503020204020204" pitchFamily="34" charset="-122"/>
                </a:rPr>
                <a:t>压入标签</a:t>
              </a:r>
            </a:p>
          </p:txBody>
        </p:sp>
        <p:sp>
          <p:nvSpPr>
            <p:cNvPr id="28" name="Text Box 370">
              <a:extLst>
                <a:ext uri="{FF2B5EF4-FFF2-40B4-BE49-F238E27FC236}">
                  <a16:creationId xmlns:a16="http://schemas.microsoft.com/office/drawing/2014/main" id="{8F7EF1F6-4FE8-C7A9-63B4-D41092B541DC}"/>
                </a:ext>
              </a:extLst>
            </p:cNvPr>
            <p:cNvSpPr txBox="1">
              <a:spLocks noChangeArrowheads="1"/>
            </p:cNvSpPr>
            <p:nvPr/>
          </p:nvSpPr>
          <p:spPr bwMode="auto">
            <a:xfrm>
              <a:off x="1421169" y="2507020"/>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a:t>
              </a:r>
            </a:p>
          </p:txBody>
        </p:sp>
        <p:sp>
          <p:nvSpPr>
            <p:cNvPr id="29" name="Text Box 411">
              <a:extLst>
                <a:ext uri="{FF2B5EF4-FFF2-40B4-BE49-F238E27FC236}">
                  <a16:creationId xmlns:a16="http://schemas.microsoft.com/office/drawing/2014/main" id="{C00A91D3-CA4D-175C-0269-0084FEF2CB92}"/>
                </a:ext>
              </a:extLst>
            </p:cNvPr>
            <p:cNvSpPr txBox="1">
              <a:spLocks noChangeArrowheads="1"/>
            </p:cNvSpPr>
            <p:nvPr/>
          </p:nvSpPr>
          <p:spPr bwMode="auto">
            <a:xfrm>
              <a:off x="4451319" y="2818822"/>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sp>
          <p:nvSpPr>
            <p:cNvPr id="30" name="Rectangle 414">
              <a:extLst>
                <a:ext uri="{FF2B5EF4-FFF2-40B4-BE49-F238E27FC236}">
                  <a16:creationId xmlns:a16="http://schemas.microsoft.com/office/drawing/2014/main" id="{EEF05132-9D9F-A0DA-B7DF-D59B52495343}"/>
                </a:ext>
              </a:extLst>
            </p:cNvPr>
            <p:cNvSpPr>
              <a:spLocks noChangeArrowheads="1"/>
            </p:cNvSpPr>
            <p:nvPr/>
          </p:nvSpPr>
          <p:spPr bwMode="auto">
            <a:xfrm rot="10800000">
              <a:off x="2385649" y="2811427"/>
              <a:ext cx="451994"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31" name="Rectangle 415">
              <a:extLst>
                <a:ext uri="{FF2B5EF4-FFF2-40B4-BE49-F238E27FC236}">
                  <a16:creationId xmlns:a16="http://schemas.microsoft.com/office/drawing/2014/main" id="{7AFF06DC-8B98-E9EE-B25D-D42C198FE39E}"/>
                </a:ext>
              </a:extLst>
            </p:cNvPr>
            <p:cNvSpPr>
              <a:spLocks noChangeArrowheads="1"/>
            </p:cNvSpPr>
            <p:nvPr/>
          </p:nvSpPr>
          <p:spPr bwMode="auto">
            <a:xfrm>
              <a:off x="2834046" y="2811427"/>
              <a:ext cx="153462"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81</a:t>
              </a:r>
            </a:p>
          </p:txBody>
        </p:sp>
        <p:sp>
          <p:nvSpPr>
            <p:cNvPr id="32" name="Line 420">
              <a:extLst>
                <a:ext uri="{FF2B5EF4-FFF2-40B4-BE49-F238E27FC236}">
                  <a16:creationId xmlns:a16="http://schemas.microsoft.com/office/drawing/2014/main" id="{35D468AD-F235-3C0B-0D71-E46941BB9E17}"/>
                </a:ext>
              </a:extLst>
            </p:cNvPr>
            <p:cNvSpPr>
              <a:spLocks noChangeShapeType="1"/>
            </p:cNvSpPr>
            <p:nvPr/>
          </p:nvSpPr>
          <p:spPr bwMode="auto">
            <a:xfrm rot="17283846">
              <a:off x="4708858" y="2478189"/>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33" name="Text Box 370">
              <a:extLst>
                <a:ext uri="{FF2B5EF4-FFF2-40B4-BE49-F238E27FC236}">
                  <a16:creationId xmlns:a16="http://schemas.microsoft.com/office/drawing/2014/main" id="{E16B106B-CB63-7AEB-F34A-2860A404AE68}"/>
                </a:ext>
              </a:extLst>
            </p:cNvPr>
            <p:cNvSpPr txBox="1">
              <a:spLocks noChangeArrowheads="1"/>
            </p:cNvSpPr>
            <p:nvPr/>
          </p:nvSpPr>
          <p:spPr bwMode="auto">
            <a:xfrm>
              <a:off x="6482422" y="3119532"/>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4</a:t>
              </a:r>
            </a:p>
          </p:txBody>
        </p:sp>
        <p:sp>
          <p:nvSpPr>
            <p:cNvPr id="34" name="Text Box 370">
              <a:extLst>
                <a:ext uri="{FF2B5EF4-FFF2-40B4-BE49-F238E27FC236}">
                  <a16:creationId xmlns:a16="http://schemas.microsoft.com/office/drawing/2014/main" id="{5CC45168-6E2D-2576-F219-93095350B691}"/>
                </a:ext>
              </a:extLst>
            </p:cNvPr>
            <p:cNvSpPr txBox="1">
              <a:spLocks noChangeArrowheads="1"/>
            </p:cNvSpPr>
            <p:nvPr/>
          </p:nvSpPr>
          <p:spPr bwMode="auto">
            <a:xfrm>
              <a:off x="6362531" y="2515647"/>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a:t>
              </a:r>
            </a:p>
          </p:txBody>
        </p:sp>
        <p:sp>
          <p:nvSpPr>
            <p:cNvPr id="35" name="Text Box 370">
              <a:extLst>
                <a:ext uri="{FF2B5EF4-FFF2-40B4-BE49-F238E27FC236}">
                  <a16:creationId xmlns:a16="http://schemas.microsoft.com/office/drawing/2014/main" id="{D6557780-9CD2-3B96-E0E6-4DA0CB4F7B5C}"/>
                </a:ext>
              </a:extLst>
            </p:cNvPr>
            <p:cNvSpPr txBox="1">
              <a:spLocks noChangeArrowheads="1"/>
            </p:cNvSpPr>
            <p:nvPr/>
          </p:nvSpPr>
          <p:spPr bwMode="auto">
            <a:xfrm>
              <a:off x="3959290" y="2492231"/>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a:t>
              </a:r>
            </a:p>
          </p:txBody>
        </p:sp>
        <p:sp>
          <p:nvSpPr>
            <p:cNvPr id="36" name="Text Box 353">
              <a:extLst>
                <a:ext uri="{FF2B5EF4-FFF2-40B4-BE49-F238E27FC236}">
                  <a16:creationId xmlns:a16="http://schemas.microsoft.com/office/drawing/2014/main" id="{B2042BB9-598D-F2EE-A0FD-C29B5BA6A54C}"/>
                </a:ext>
              </a:extLst>
            </p:cNvPr>
            <p:cNvSpPr txBox="1">
              <a:spLocks noChangeArrowheads="1"/>
            </p:cNvSpPr>
            <p:nvPr/>
          </p:nvSpPr>
          <p:spPr bwMode="auto">
            <a:xfrm>
              <a:off x="621252" y="2930971"/>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grpSp>
          <p:nvGrpSpPr>
            <p:cNvPr id="37" name="组合 3255">
              <a:extLst>
                <a:ext uri="{FF2B5EF4-FFF2-40B4-BE49-F238E27FC236}">
                  <a16:creationId xmlns:a16="http://schemas.microsoft.com/office/drawing/2014/main" id="{34D49692-AEDE-5342-1282-138A84577089}"/>
                </a:ext>
              </a:extLst>
            </p:cNvPr>
            <p:cNvGrpSpPr>
              <a:grpSpLocks/>
            </p:cNvGrpSpPr>
            <p:nvPr/>
          </p:nvGrpSpPr>
          <p:grpSpPr bwMode="auto">
            <a:xfrm>
              <a:off x="7545815" y="2592057"/>
              <a:ext cx="989112" cy="547193"/>
              <a:chOff x="9866202" y="1510266"/>
              <a:chExt cx="1309687" cy="703263"/>
            </a:xfrm>
          </p:grpSpPr>
          <p:pic>
            <p:nvPicPr>
              <p:cNvPr id="217" name="Picture 226">
                <a:extLst>
                  <a:ext uri="{FF2B5EF4-FFF2-40B4-BE49-F238E27FC236}">
                    <a16:creationId xmlns:a16="http://schemas.microsoft.com/office/drawing/2014/main" id="{328B7AEF-543E-D70F-9009-3C18EE01049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8" name="Text Box 353">
                <a:extLst>
                  <a:ext uri="{FF2B5EF4-FFF2-40B4-BE49-F238E27FC236}">
                    <a16:creationId xmlns:a16="http://schemas.microsoft.com/office/drawing/2014/main" id="{75F70519-4E9B-739F-7014-5010A81BD57A}"/>
                  </a:ext>
                </a:extLst>
              </p:cNvPr>
              <p:cNvSpPr txBox="1">
                <a:spLocks noChangeArrowheads="1"/>
              </p:cNvSpPr>
              <p:nvPr/>
            </p:nvSpPr>
            <p:spPr bwMode="auto">
              <a:xfrm>
                <a:off x="10012484" y="1711881"/>
                <a:ext cx="1091736" cy="34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a:t>
                </a:r>
                <a:endParaRPr lang="zh-CN" altLang="en-US" sz="1000" b="1">
                  <a:ea typeface="微软雅黑" panose="020B0503020204020204" pitchFamily="34" charset="-122"/>
                </a:endParaRPr>
              </a:p>
            </p:txBody>
          </p:sp>
        </p:grpSp>
        <p:grpSp>
          <p:nvGrpSpPr>
            <p:cNvPr id="38" name="组合 3161">
              <a:extLst>
                <a:ext uri="{FF2B5EF4-FFF2-40B4-BE49-F238E27FC236}">
                  <a16:creationId xmlns:a16="http://schemas.microsoft.com/office/drawing/2014/main" id="{2AFEE1EC-064E-9CE2-2CDD-3BBE399BC62A}"/>
                </a:ext>
              </a:extLst>
            </p:cNvPr>
            <p:cNvGrpSpPr>
              <a:grpSpLocks/>
            </p:cNvGrpSpPr>
            <p:nvPr/>
          </p:nvGrpSpPr>
          <p:grpSpPr bwMode="auto">
            <a:xfrm>
              <a:off x="6629838" y="2582198"/>
              <a:ext cx="302129" cy="361098"/>
              <a:chOff x="829150" y="1370013"/>
              <a:chExt cx="399575" cy="465137"/>
            </a:xfrm>
          </p:grpSpPr>
          <p:sp>
            <p:nvSpPr>
              <p:cNvPr id="187" name="AutoShape 86">
                <a:extLst>
                  <a:ext uri="{FF2B5EF4-FFF2-40B4-BE49-F238E27FC236}">
                    <a16:creationId xmlns:a16="http://schemas.microsoft.com/office/drawing/2014/main" id="{BC131852-147B-197A-7BE6-77415671BAC2}"/>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88" name="Oval 88">
                <a:extLst>
                  <a:ext uri="{FF2B5EF4-FFF2-40B4-BE49-F238E27FC236}">
                    <a16:creationId xmlns:a16="http://schemas.microsoft.com/office/drawing/2014/main" id="{09AF5A3C-E183-7CEE-A6DE-3DEC7848BE08}"/>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89" name="Rectangle 89">
                <a:extLst>
                  <a:ext uri="{FF2B5EF4-FFF2-40B4-BE49-F238E27FC236}">
                    <a16:creationId xmlns:a16="http://schemas.microsoft.com/office/drawing/2014/main" id="{10F1A88F-0981-D8A3-04F6-6604EE8D828D}"/>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90" name="Oval 91">
                <a:extLst>
                  <a:ext uri="{FF2B5EF4-FFF2-40B4-BE49-F238E27FC236}">
                    <a16:creationId xmlns:a16="http://schemas.microsoft.com/office/drawing/2014/main" id="{2E32D737-7829-2591-B0B2-82F3FDFF161C}"/>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91" name="Group 110">
                <a:extLst>
                  <a:ext uri="{FF2B5EF4-FFF2-40B4-BE49-F238E27FC236}">
                    <a16:creationId xmlns:a16="http://schemas.microsoft.com/office/drawing/2014/main" id="{8152CFEC-4883-27E0-60B0-A96CA186F51B}"/>
                  </a:ext>
                </a:extLst>
              </p:cNvPr>
              <p:cNvGrpSpPr>
                <a:grpSpLocks/>
              </p:cNvGrpSpPr>
              <p:nvPr/>
            </p:nvGrpSpPr>
            <p:grpSpPr bwMode="auto">
              <a:xfrm>
                <a:off x="898525" y="1389063"/>
                <a:ext cx="268287" cy="112712"/>
                <a:chOff x="566" y="875"/>
                <a:chExt cx="169" cy="71"/>
              </a:xfrm>
            </p:grpSpPr>
            <p:grpSp>
              <p:nvGrpSpPr>
                <p:cNvPr id="199" name="Group 100">
                  <a:extLst>
                    <a:ext uri="{FF2B5EF4-FFF2-40B4-BE49-F238E27FC236}">
                      <a16:creationId xmlns:a16="http://schemas.microsoft.com/office/drawing/2014/main" id="{9AEE516D-719F-A0AC-A83F-D35E12742640}"/>
                    </a:ext>
                  </a:extLst>
                </p:cNvPr>
                <p:cNvGrpSpPr>
                  <a:grpSpLocks/>
                </p:cNvGrpSpPr>
                <p:nvPr/>
              </p:nvGrpSpPr>
              <p:grpSpPr bwMode="auto">
                <a:xfrm>
                  <a:off x="566" y="875"/>
                  <a:ext cx="168" cy="69"/>
                  <a:chOff x="566" y="875"/>
                  <a:chExt cx="168" cy="69"/>
                </a:xfrm>
              </p:grpSpPr>
              <p:sp>
                <p:nvSpPr>
                  <p:cNvPr id="209" name="Freeform 92">
                    <a:extLst>
                      <a:ext uri="{FF2B5EF4-FFF2-40B4-BE49-F238E27FC236}">
                        <a16:creationId xmlns:a16="http://schemas.microsoft.com/office/drawing/2014/main" id="{CB09A5C4-9510-F980-07B2-7C2B92C3799E}"/>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0" name="Freeform 93">
                    <a:extLst>
                      <a:ext uri="{FF2B5EF4-FFF2-40B4-BE49-F238E27FC236}">
                        <a16:creationId xmlns:a16="http://schemas.microsoft.com/office/drawing/2014/main" id="{0504DD16-15FF-913B-DA4A-8B236E92F742}"/>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1" name="Freeform 94">
                    <a:extLst>
                      <a:ext uri="{FF2B5EF4-FFF2-40B4-BE49-F238E27FC236}">
                        <a16:creationId xmlns:a16="http://schemas.microsoft.com/office/drawing/2014/main" id="{B2195EB9-F5F0-DA5D-D10D-59B4AA55A548}"/>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2" name="Freeform 95">
                    <a:extLst>
                      <a:ext uri="{FF2B5EF4-FFF2-40B4-BE49-F238E27FC236}">
                        <a16:creationId xmlns:a16="http://schemas.microsoft.com/office/drawing/2014/main" id="{8C7355C3-49A6-195A-AB59-61918DF60EA6}"/>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3" name="Freeform 96">
                    <a:extLst>
                      <a:ext uri="{FF2B5EF4-FFF2-40B4-BE49-F238E27FC236}">
                        <a16:creationId xmlns:a16="http://schemas.microsoft.com/office/drawing/2014/main" id="{8C547E02-05CA-61E1-F95D-E6632939FEB3}"/>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4" name="Freeform 97">
                    <a:extLst>
                      <a:ext uri="{FF2B5EF4-FFF2-40B4-BE49-F238E27FC236}">
                        <a16:creationId xmlns:a16="http://schemas.microsoft.com/office/drawing/2014/main" id="{62066D2E-AF84-870D-3D17-27C25D781E5F}"/>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5" name="Freeform 98">
                    <a:extLst>
                      <a:ext uri="{FF2B5EF4-FFF2-40B4-BE49-F238E27FC236}">
                        <a16:creationId xmlns:a16="http://schemas.microsoft.com/office/drawing/2014/main" id="{846E4741-28AF-18BA-7A56-F0B0443C6F35}"/>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6" name="Freeform 99">
                    <a:extLst>
                      <a:ext uri="{FF2B5EF4-FFF2-40B4-BE49-F238E27FC236}">
                        <a16:creationId xmlns:a16="http://schemas.microsoft.com/office/drawing/2014/main" id="{83D7CDEA-B7FD-922A-01DA-BF358A65A621}"/>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200" name="Group 109">
                  <a:extLst>
                    <a:ext uri="{FF2B5EF4-FFF2-40B4-BE49-F238E27FC236}">
                      <a16:creationId xmlns:a16="http://schemas.microsoft.com/office/drawing/2014/main" id="{44A0AF69-58DD-D463-D593-09BF03726A6F}"/>
                    </a:ext>
                  </a:extLst>
                </p:cNvPr>
                <p:cNvGrpSpPr>
                  <a:grpSpLocks/>
                </p:cNvGrpSpPr>
                <p:nvPr/>
              </p:nvGrpSpPr>
              <p:grpSpPr bwMode="auto">
                <a:xfrm>
                  <a:off x="568" y="876"/>
                  <a:ext cx="167" cy="70"/>
                  <a:chOff x="568" y="876"/>
                  <a:chExt cx="167" cy="70"/>
                </a:xfrm>
              </p:grpSpPr>
              <p:sp>
                <p:nvSpPr>
                  <p:cNvPr id="201" name="Freeform 101">
                    <a:extLst>
                      <a:ext uri="{FF2B5EF4-FFF2-40B4-BE49-F238E27FC236}">
                        <a16:creationId xmlns:a16="http://schemas.microsoft.com/office/drawing/2014/main" id="{3BA58947-CD2B-CE68-33DC-C4B53EFB64A3}"/>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2" name="Freeform 102">
                    <a:extLst>
                      <a:ext uri="{FF2B5EF4-FFF2-40B4-BE49-F238E27FC236}">
                        <a16:creationId xmlns:a16="http://schemas.microsoft.com/office/drawing/2014/main" id="{19A9F08F-1141-0A49-D582-4FEAB0F8CD4B}"/>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3" name="Freeform 103">
                    <a:extLst>
                      <a:ext uri="{FF2B5EF4-FFF2-40B4-BE49-F238E27FC236}">
                        <a16:creationId xmlns:a16="http://schemas.microsoft.com/office/drawing/2014/main" id="{28051838-4C2C-B664-21EA-0A0C68D6BF80}"/>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4" name="Freeform 104">
                    <a:extLst>
                      <a:ext uri="{FF2B5EF4-FFF2-40B4-BE49-F238E27FC236}">
                        <a16:creationId xmlns:a16="http://schemas.microsoft.com/office/drawing/2014/main" id="{88414A77-10B5-7AD3-F240-DAEA86BD32D5}"/>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5" name="Freeform 105">
                    <a:extLst>
                      <a:ext uri="{FF2B5EF4-FFF2-40B4-BE49-F238E27FC236}">
                        <a16:creationId xmlns:a16="http://schemas.microsoft.com/office/drawing/2014/main" id="{00C19623-0693-0278-24FF-2A313FF34714}"/>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6" name="Freeform 106">
                    <a:extLst>
                      <a:ext uri="{FF2B5EF4-FFF2-40B4-BE49-F238E27FC236}">
                        <a16:creationId xmlns:a16="http://schemas.microsoft.com/office/drawing/2014/main" id="{798868D1-C07B-29CB-64DA-43879A26618F}"/>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7" name="Freeform 107">
                    <a:extLst>
                      <a:ext uri="{FF2B5EF4-FFF2-40B4-BE49-F238E27FC236}">
                        <a16:creationId xmlns:a16="http://schemas.microsoft.com/office/drawing/2014/main" id="{9BC9DCA5-393C-5144-7DC4-C0ED4176C359}"/>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8" name="Freeform 108">
                    <a:extLst>
                      <a:ext uri="{FF2B5EF4-FFF2-40B4-BE49-F238E27FC236}">
                        <a16:creationId xmlns:a16="http://schemas.microsoft.com/office/drawing/2014/main" id="{90A9FCFE-8A49-1624-94E5-38C06E9CC7D1}"/>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92" name="Line 111">
                <a:extLst>
                  <a:ext uri="{FF2B5EF4-FFF2-40B4-BE49-F238E27FC236}">
                    <a16:creationId xmlns:a16="http://schemas.microsoft.com/office/drawing/2014/main" id="{3426A05C-2379-05B3-EA3B-23C81B7384F4}"/>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93" name="Line 112">
                <a:extLst>
                  <a:ext uri="{FF2B5EF4-FFF2-40B4-BE49-F238E27FC236}">
                    <a16:creationId xmlns:a16="http://schemas.microsoft.com/office/drawing/2014/main" id="{F6944167-A8F3-DCEC-3404-94AC8ECCC7F7}"/>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94" name="Group 150">
                <a:extLst>
                  <a:ext uri="{FF2B5EF4-FFF2-40B4-BE49-F238E27FC236}">
                    <a16:creationId xmlns:a16="http://schemas.microsoft.com/office/drawing/2014/main" id="{3156DA46-095B-711B-A05F-2F2C98B4D843}"/>
                  </a:ext>
                </a:extLst>
              </p:cNvPr>
              <p:cNvGrpSpPr>
                <a:grpSpLocks/>
              </p:cNvGrpSpPr>
              <p:nvPr/>
            </p:nvGrpSpPr>
            <p:grpSpPr bwMode="auto">
              <a:xfrm>
                <a:off x="871778" y="1539380"/>
                <a:ext cx="298450" cy="168771"/>
                <a:chOff x="465" y="2127"/>
                <a:chExt cx="188" cy="171"/>
              </a:xfrm>
            </p:grpSpPr>
            <p:sp>
              <p:nvSpPr>
                <p:cNvPr id="195" name="Freeform 146">
                  <a:extLst>
                    <a:ext uri="{FF2B5EF4-FFF2-40B4-BE49-F238E27FC236}">
                      <a16:creationId xmlns:a16="http://schemas.microsoft.com/office/drawing/2014/main" id="{9567E4DC-A876-48CB-A0EA-619753967C8F}"/>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6" name="Freeform 147">
                  <a:extLst>
                    <a:ext uri="{FF2B5EF4-FFF2-40B4-BE49-F238E27FC236}">
                      <a16:creationId xmlns:a16="http://schemas.microsoft.com/office/drawing/2014/main" id="{17F8564A-9CF6-1328-E7A7-F36D0896B34C}"/>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7" name="Freeform 148">
                  <a:extLst>
                    <a:ext uri="{FF2B5EF4-FFF2-40B4-BE49-F238E27FC236}">
                      <a16:creationId xmlns:a16="http://schemas.microsoft.com/office/drawing/2014/main" id="{1D164D37-4347-2E09-B7DE-BA79435AC80B}"/>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8" name="Freeform 149">
                  <a:extLst>
                    <a:ext uri="{FF2B5EF4-FFF2-40B4-BE49-F238E27FC236}">
                      <a16:creationId xmlns:a16="http://schemas.microsoft.com/office/drawing/2014/main" id="{3BC4E3FE-90CA-6ECB-3B51-2E7372B6169B}"/>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39" name="组合 3163">
              <a:extLst>
                <a:ext uri="{FF2B5EF4-FFF2-40B4-BE49-F238E27FC236}">
                  <a16:creationId xmlns:a16="http://schemas.microsoft.com/office/drawing/2014/main" id="{DAD097C6-2C54-7DA7-D5F0-D39B750A1B39}"/>
                </a:ext>
              </a:extLst>
            </p:cNvPr>
            <p:cNvGrpSpPr>
              <a:grpSpLocks/>
            </p:cNvGrpSpPr>
            <p:nvPr/>
          </p:nvGrpSpPr>
          <p:grpSpPr bwMode="auto">
            <a:xfrm>
              <a:off x="1705860" y="2610543"/>
              <a:ext cx="300929" cy="361099"/>
              <a:chOff x="829150" y="1370013"/>
              <a:chExt cx="399575" cy="465137"/>
            </a:xfrm>
          </p:grpSpPr>
          <p:sp>
            <p:nvSpPr>
              <p:cNvPr id="157" name="AutoShape 86">
                <a:extLst>
                  <a:ext uri="{FF2B5EF4-FFF2-40B4-BE49-F238E27FC236}">
                    <a16:creationId xmlns:a16="http://schemas.microsoft.com/office/drawing/2014/main" id="{C3E41C9C-D08F-E756-7F8A-440AA96CAC2E}"/>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58" name="Oval 88">
                <a:extLst>
                  <a:ext uri="{FF2B5EF4-FFF2-40B4-BE49-F238E27FC236}">
                    <a16:creationId xmlns:a16="http://schemas.microsoft.com/office/drawing/2014/main" id="{56DC3364-6A7E-B592-AB81-76DFAEB8D906}"/>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59" name="Rectangle 89">
                <a:extLst>
                  <a:ext uri="{FF2B5EF4-FFF2-40B4-BE49-F238E27FC236}">
                    <a16:creationId xmlns:a16="http://schemas.microsoft.com/office/drawing/2014/main" id="{89DF30B6-B096-A5EA-72D9-9D9EE15E5C94}"/>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60" name="Oval 91">
                <a:extLst>
                  <a:ext uri="{FF2B5EF4-FFF2-40B4-BE49-F238E27FC236}">
                    <a16:creationId xmlns:a16="http://schemas.microsoft.com/office/drawing/2014/main" id="{30615F23-9BA2-FF9A-DEC9-E16541921C5A}"/>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61" name="Group 110">
                <a:extLst>
                  <a:ext uri="{FF2B5EF4-FFF2-40B4-BE49-F238E27FC236}">
                    <a16:creationId xmlns:a16="http://schemas.microsoft.com/office/drawing/2014/main" id="{D9D9010C-5FCD-340B-6D72-91100A712C7C}"/>
                  </a:ext>
                </a:extLst>
              </p:cNvPr>
              <p:cNvGrpSpPr>
                <a:grpSpLocks/>
              </p:cNvGrpSpPr>
              <p:nvPr/>
            </p:nvGrpSpPr>
            <p:grpSpPr bwMode="auto">
              <a:xfrm>
                <a:off x="898525" y="1389063"/>
                <a:ext cx="268287" cy="112712"/>
                <a:chOff x="566" y="875"/>
                <a:chExt cx="169" cy="71"/>
              </a:xfrm>
            </p:grpSpPr>
            <p:grpSp>
              <p:nvGrpSpPr>
                <p:cNvPr id="169" name="Group 100">
                  <a:extLst>
                    <a:ext uri="{FF2B5EF4-FFF2-40B4-BE49-F238E27FC236}">
                      <a16:creationId xmlns:a16="http://schemas.microsoft.com/office/drawing/2014/main" id="{0E5E53E9-C506-3924-E61D-923EA5DABBC5}"/>
                    </a:ext>
                  </a:extLst>
                </p:cNvPr>
                <p:cNvGrpSpPr>
                  <a:grpSpLocks/>
                </p:cNvGrpSpPr>
                <p:nvPr/>
              </p:nvGrpSpPr>
              <p:grpSpPr bwMode="auto">
                <a:xfrm>
                  <a:off x="566" y="875"/>
                  <a:ext cx="168" cy="69"/>
                  <a:chOff x="566" y="875"/>
                  <a:chExt cx="168" cy="69"/>
                </a:xfrm>
              </p:grpSpPr>
              <p:sp>
                <p:nvSpPr>
                  <p:cNvPr id="179" name="Freeform 92">
                    <a:extLst>
                      <a:ext uri="{FF2B5EF4-FFF2-40B4-BE49-F238E27FC236}">
                        <a16:creationId xmlns:a16="http://schemas.microsoft.com/office/drawing/2014/main" id="{85471D09-A912-44DA-BE88-4D93B741E8AB}"/>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0" name="Freeform 93">
                    <a:extLst>
                      <a:ext uri="{FF2B5EF4-FFF2-40B4-BE49-F238E27FC236}">
                        <a16:creationId xmlns:a16="http://schemas.microsoft.com/office/drawing/2014/main" id="{B6602F01-3DE8-32A4-36B5-4142E0037468}"/>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1" name="Freeform 94">
                    <a:extLst>
                      <a:ext uri="{FF2B5EF4-FFF2-40B4-BE49-F238E27FC236}">
                        <a16:creationId xmlns:a16="http://schemas.microsoft.com/office/drawing/2014/main" id="{AF5B9054-A568-ABC2-2441-10536C9D14A4}"/>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2" name="Freeform 95">
                    <a:extLst>
                      <a:ext uri="{FF2B5EF4-FFF2-40B4-BE49-F238E27FC236}">
                        <a16:creationId xmlns:a16="http://schemas.microsoft.com/office/drawing/2014/main" id="{5E477756-ADCE-E902-37E9-AD1004A11D26}"/>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3" name="Freeform 96">
                    <a:extLst>
                      <a:ext uri="{FF2B5EF4-FFF2-40B4-BE49-F238E27FC236}">
                        <a16:creationId xmlns:a16="http://schemas.microsoft.com/office/drawing/2014/main" id="{C80D3C4A-990A-7EDB-4CB1-E447A7EEDE44}"/>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4" name="Freeform 97">
                    <a:extLst>
                      <a:ext uri="{FF2B5EF4-FFF2-40B4-BE49-F238E27FC236}">
                        <a16:creationId xmlns:a16="http://schemas.microsoft.com/office/drawing/2014/main" id="{40E46D57-13A9-025B-5783-38A05191B403}"/>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5" name="Freeform 98">
                    <a:extLst>
                      <a:ext uri="{FF2B5EF4-FFF2-40B4-BE49-F238E27FC236}">
                        <a16:creationId xmlns:a16="http://schemas.microsoft.com/office/drawing/2014/main" id="{50570186-D23D-64A8-3F0D-7EF7A156BDA8}"/>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6" name="Freeform 99">
                    <a:extLst>
                      <a:ext uri="{FF2B5EF4-FFF2-40B4-BE49-F238E27FC236}">
                        <a16:creationId xmlns:a16="http://schemas.microsoft.com/office/drawing/2014/main" id="{3FF3A253-1D73-2BA2-4B3B-524F25D6D753}"/>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70" name="Group 109">
                  <a:extLst>
                    <a:ext uri="{FF2B5EF4-FFF2-40B4-BE49-F238E27FC236}">
                      <a16:creationId xmlns:a16="http://schemas.microsoft.com/office/drawing/2014/main" id="{8918F93C-B31F-9AA6-382D-B7B3A2229AA2}"/>
                    </a:ext>
                  </a:extLst>
                </p:cNvPr>
                <p:cNvGrpSpPr>
                  <a:grpSpLocks/>
                </p:cNvGrpSpPr>
                <p:nvPr/>
              </p:nvGrpSpPr>
              <p:grpSpPr bwMode="auto">
                <a:xfrm>
                  <a:off x="568" y="876"/>
                  <a:ext cx="167" cy="70"/>
                  <a:chOff x="568" y="876"/>
                  <a:chExt cx="167" cy="70"/>
                </a:xfrm>
              </p:grpSpPr>
              <p:sp>
                <p:nvSpPr>
                  <p:cNvPr id="171" name="Freeform 101">
                    <a:extLst>
                      <a:ext uri="{FF2B5EF4-FFF2-40B4-BE49-F238E27FC236}">
                        <a16:creationId xmlns:a16="http://schemas.microsoft.com/office/drawing/2014/main" id="{26819FC3-22A0-00BF-0126-B2AFA642835A}"/>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2" name="Freeform 102">
                    <a:extLst>
                      <a:ext uri="{FF2B5EF4-FFF2-40B4-BE49-F238E27FC236}">
                        <a16:creationId xmlns:a16="http://schemas.microsoft.com/office/drawing/2014/main" id="{69C4D96E-6235-C6DA-788A-4406F20AF217}"/>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3" name="Freeform 103">
                    <a:extLst>
                      <a:ext uri="{FF2B5EF4-FFF2-40B4-BE49-F238E27FC236}">
                        <a16:creationId xmlns:a16="http://schemas.microsoft.com/office/drawing/2014/main" id="{B196D39D-6618-4B5B-AF16-E5900F4691EC}"/>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4" name="Freeform 104">
                    <a:extLst>
                      <a:ext uri="{FF2B5EF4-FFF2-40B4-BE49-F238E27FC236}">
                        <a16:creationId xmlns:a16="http://schemas.microsoft.com/office/drawing/2014/main" id="{C2842612-F733-D063-8035-D6B2199E27FD}"/>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5" name="Freeform 105">
                    <a:extLst>
                      <a:ext uri="{FF2B5EF4-FFF2-40B4-BE49-F238E27FC236}">
                        <a16:creationId xmlns:a16="http://schemas.microsoft.com/office/drawing/2014/main" id="{0358932C-0A45-1223-2E42-B6ECC0930742}"/>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6" name="Freeform 106">
                    <a:extLst>
                      <a:ext uri="{FF2B5EF4-FFF2-40B4-BE49-F238E27FC236}">
                        <a16:creationId xmlns:a16="http://schemas.microsoft.com/office/drawing/2014/main" id="{C30C45F7-10B1-B6F9-1FB5-045325F5F28F}"/>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7" name="Freeform 107">
                    <a:extLst>
                      <a:ext uri="{FF2B5EF4-FFF2-40B4-BE49-F238E27FC236}">
                        <a16:creationId xmlns:a16="http://schemas.microsoft.com/office/drawing/2014/main" id="{B12350A1-3261-D993-6617-78B04668474E}"/>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8" name="Freeform 108">
                    <a:extLst>
                      <a:ext uri="{FF2B5EF4-FFF2-40B4-BE49-F238E27FC236}">
                        <a16:creationId xmlns:a16="http://schemas.microsoft.com/office/drawing/2014/main" id="{A82B162D-4FDE-EE09-496E-BA128B6E6056}"/>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62" name="Line 111">
                <a:extLst>
                  <a:ext uri="{FF2B5EF4-FFF2-40B4-BE49-F238E27FC236}">
                    <a16:creationId xmlns:a16="http://schemas.microsoft.com/office/drawing/2014/main" id="{B1294903-6CD3-DA43-6E82-0D9751703B37}"/>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63" name="Line 112">
                <a:extLst>
                  <a:ext uri="{FF2B5EF4-FFF2-40B4-BE49-F238E27FC236}">
                    <a16:creationId xmlns:a16="http://schemas.microsoft.com/office/drawing/2014/main" id="{7E2FE9AC-BEC5-4984-3308-C6F7A15D65A8}"/>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64" name="Group 150">
                <a:extLst>
                  <a:ext uri="{FF2B5EF4-FFF2-40B4-BE49-F238E27FC236}">
                    <a16:creationId xmlns:a16="http://schemas.microsoft.com/office/drawing/2014/main" id="{50C1085C-8E5A-5410-9246-B90A74E646B7}"/>
                  </a:ext>
                </a:extLst>
              </p:cNvPr>
              <p:cNvGrpSpPr>
                <a:grpSpLocks/>
              </p:cNvGrpSpPr>
              <p:nvPr/>
            </p:nvGrpSpPr>
            <p:grpSpPr bwMode="auto">
              <a:xfrm>
                <a:off x="871778" y="1539380"/>
                <a:ext cx="298450" cy="168771"/>
                <a:chOff x="465" y="2127"/>
                <a:chExt cx="188" cy="171"/>
              </a:xfrm>
            </p:grpSpPr>
            <p:sp>
              <p:nvSpPr>
                <p:cNvPr id="165" name="Freeform 146">
                  <a:extLst>
                    <a:ext uri="{FF2B5EF4-FFF2-40B4-BE49-F238E27FC236}">
                      <a16:creationId xmlns:a16="http://schemas.microsoft.com/office/drawing/2014/main" id="{03B827C4-D936-7667-08E8-84A5FB62483D}"/>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6" name="Freeform 147">
                  <a:extLst>
                    <a:ext uri="{FF2B5EF4-FFF2-40B4-BE49-F238E27FC236}">
                      <a16:creationId xmlns:a16="http://schemas.microsoft.com/office/drawing/2014/main" id="{BCC5A02B-B48C-EB31-72BE-4135CD2AA3F7}"/>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7" name="Freeform 148">
                  <a:extLst>
                    <a:ext uri="{FF2B5EF4-FFF2-40B4-BE49-F238E27FC236}">
                      <a16:creationId xmlns:a16="http://schemas.microsoft.com/office/drawing/2014/main" id="{E9EB64D7-156D-4F6C-A46D-11C179522E64}"/>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8" name="Freeform 149">
                  <a:extLst>
                    <a:ext uri="{FF2B5EF4-FFF2-40B4-BE49-F238E27FC236}">
                      <a16:creationId xmlns:a16="http://schemas.microsoft.com/office/drawing/2014/main" id="{6BE6D734-9EAF-0164-21FA-92E76AE62C1E}"/>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0" name="组合 3223">
              <a:extLst>
                <a:ext uri="{FF2B5EF4-FFF2-40B4-BE49-F238E27FC236}">
                  <a16:creationId xmlns:a16="http://schemas.microsoft.com/office/drawing/2014/main" id="{A94D1082-5390-FBE1-8095-07DCCE5CCF87}"/>
                </a:ext>
              </a:extLst>
            </p:cNvPr>
            <p:cNvGrpSpPr>
              <a:grpSpLocks/>
            </p:cNvGrpSpPr>
            <p:nvPr/>
          </p:nvGrpSpPr>
          <p:grpSpPr bwMode="auto">
            <a:xfrm>
              <a:off x="6765316" y="3260027"/>
              <a:ext cx="300929" cy="361098"/>
              <a:chOff x="829150" y="1370013"/>
              <a:chExt cx="399575" cy="465137"/>
            </a:xfrm>
          </p:grpSpPr>
          <p:sp>
            <p:nvSpPr>
              <p:cNvPr id="127" name="AutoShape 86">
                <a:extLst>
                  <a:ext uri="{FF2B5EF4-FFF2-40B4-BE49-F238E27FC236}">
                    <a16:creationId xmlns:a16="http://schemas.microsoft.com/office/drawing/2014/main" id="{1182E711-9DAC-EB49-7D4C-4016BCD1897D}"/>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28" name="Oval 88">
                <a:extLst>
                  <a:ext uri="{FF2B5EF4-FFF2-40B4-BE49-F238E27FC236}">
                    <a16:creationId xmlns:a16="http://schemas.microsoft.com/office/drawing/2014/main" id="{1D59E2A4-0D71-AA95-4F75-7EB0745A5295}"/>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29" name="Rectangle 89">
                <a:extLst>
                  <a:ext uri="{FF2B5EF4-FFF2-40B4-BE49-F238E27FC236}">
                    <a16:creationId xmlns:a16="http://schemas.microsoft.com/office/drawing/2014/main" id="{ED51473A-9EA2-C6B5-B8A3-EDF317E759E3}"/>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30" name="Oval 91">
                <a:extLst>
                  <a:ext uri="{FF2B5EF4-FFF2-40B4-BE49-F238E27FC236}">
                    <a16:creationId xmlns:a16="http://schemas.microsoft.com/office/drawing/2014/main" id="{EE77D5D1-FEB7-0A9E-AF3A-A56B5FAE80A7}"/>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31" name="Group 110">
                <a:extLst>
                  <a:ext uri="{FF2B5EF4-FFF2-40B4-BE49-F238E27FC236}">
                    <a16:creationId xmlns:a16="http://schemas.microsoft.com/office/drawing/2014/main" id="{AC8546BD-87D6-3424-60B7-BDAD6C4CFEB0}"/>
                  </a:ext>
                </a:extLst>
              </p:cNvPr>
              <p:cNvGrpSpPr>
                <a:grpSpLocks/>
              </p:cNvGrpSpPr>
              <p:nvPr/>
            </p:nvGrpSpPr>
            <p:grpSpPr bwMode="auto">
              <a:xfrm>
                <a:off x="898525" y="1389063"/>
                <a:ext cx="268287" cy="112712"/>
                <a:chOff x="566" y="875"/>
                <a:chExt cx="169" cy="71"/>
              </a:xfrm>
            </p:grpSpPr>
            <p:grpSp>
              <p:nvGrpSpPr>
                <p:cNvPr id="139" name="Group 100">
                  <a:extLst>
                    <a:ext uri="{FF2B5EF4-FFF2-40B4-BE49-F238E27FC236}">
                      <a16:creationId xmlns:a16="http://schemas.microsoft.com/office/drawing/2014/main" id="{63644376-62C5-9A3B-BF6D-ADC6AB7B1AC7}"/>
                    </a:ext>
                  </a:extLst>
                </p:cNvPr>
                <p:cNvGrpSpPr>
                  <a:grpSpLocks/>
                </p:cNvGrpSpPr>
                <p:nvPr/>
              </p:nvGrpSpPr>
              <p:grpSpPr bwMode="auto">
                <a:xfrm>
                  <a:off x="566" y="875"/>
                  <a:ext cx="168" cy="69"/>
                  <a:chOff x="566" y="875"/>
                  <a:chExt cx="168" cy="69"/>
                </a:xfrm>
              </p:grpSpPr>
              <p:sp>
                <p:nvSpPr>
                  <p:cNvPr id="149" name="Freeform 92">
                    <a:extLst>
                      <a:ext uri="{FF2B5EF4-FFF2-40B4-BE49-F238E27FC236}">
                        <a16:creationId xmlns:a16="http://schemas.microsoft.com/office/drawing/2014/main" id="{14CFB698-2ABC-C79B-D3A7-6F716A845B02}"/>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0" name="Freeform 93">
                    <a:extLst>
                      <a:ext uri="{FF2B5EF4-FFF2-40B4-BE49-F238E27FC236}">
                        <a16:creationId xmlns:a16="http://schemas.microsoft.com/office/drawing/2014/main" id="{366752F5-E67F-4464-3352-27DA40C8948C}"/>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1" name="Freeform 94">
                    <a:extLst>
                      <a:ext uri="{FF2B5EF4-FFF2-40B4-BE49-F238E27FC236}">
                        <a16:creationId xmlns:a16="http://schemas.microsoft.com/office/drawing/2014/main" id="{E7FA8E31-D618-DC39-64C0-944981A6950B}"/>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2" name="Freeform 95">
                    <a:extLst>
                      <a:ext uri="{FF2B5EF4-FFF2-40B4-BE49-F238E27FC236}">
                        <a16:creationId xmlns:a16="http://schemas.microsoft.com/office/drawing/2014/main" id="{3516080D-3599-3201-AF28-D1334811CF78}"/>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3" name="Freeform 96">
                    <a:extLst>
                      <a:ext uri="{FF2B5EF4-FFF2-40B4-BE49-F238E27FC236}">
                        <a16:creationId xmlns:a16="http://schemas.microsoft.com/office/drawing/2014/main" id="{D0846855-DE34-D06D-D784-BBF668B77458}"/>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4" name="Freeform 97">
                    <a:extLst>
                      <a:ext uri="{FF2B5EF4-FFF2-40B4-BE49-F238E27FC236}">
                        <a16:creationId xmlns:a16="http://schemas.microsoft.com/office/drawing/2014/main" id="{979C0962-5B3A-D5AC-7ECC-44B15B52FCA6}"/>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5" name="Freeform 98">
                    <a:extLst>
                      <a:ext uri="{FF2B5EF4-FFF2-40B4-BE49-F238E27FC236}">
                        <a16:creationId xmlns:a16="http://schemas.microsoft.com/office/drawing/2014/main" id="{96DCABEC-0BE4-D836-CB66-6501CF648983}"/>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6" name="Freeform 99">
                    <a:extLst>
                      <a:ext uri="{FF2B5EF4-FFF2-40B4-BE49-F238E27FC236}">
                        <a16:creationId xmlns:a16="http://schemas.microsoft.com/office/drawing/2014/main" id="{51DA8CD9-7BC0-E8D0-7643-2B4922459A8A}"/>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40" name="Group 109">
                  <a:extLst>
                    <a:ext uri="{FF2B5EF4-FFF2-40B4-BE49-F238E27FC236}">
                      <a16:creationId xmlns:a16="http://schemas.microsoft.com/office/drawing/2014/main" id="{1BA56FE2-0077-7511-F05A-B1F45458312F}"/>
                    </a:ext>
                  </a:extLst>
                </p:cNvPr>
                <p:cNvGrpSpPr>
                  <a:grpSpLocks/>
                </p:cNvGrpSpPr>
                <p:nvPr/>
              </p:nvGrpSpPr>
              <p:grpSpPr bwMode="auto">
                <a:xfrm>
                  <a:off x="568" y="876"/>
                  <a:ext cx="167" cy="70"/>
                  <a:chOff x="568" y="876"/>
                  <a:chExt cx="167" cy="70"/>
                </a:xfrm>
              </p:grpSpPr>
              <p:sp>
                <p:nvSpPr>
                  <p:cNvPr id="141" name="Freeform 101">
                    <a:extLst>
                      <a:ext uri="{FF2B5EF4-FFF2-40B4-BE49-F238E27FC236}">
                        <a16:creationId xmlns:a16="http://schemas.microsoft.com/office/drawing/2014/main" id="{34D40F29-CDB0-1E02-FF27-976BA25023FE}"/>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2" name="Freeform 102">
                    <a:extLst>
                      <a:ext uri="{FF2B5EF4-FFF2-40B4-BE49-F238E27FC236}">
                        <a16:creationId xmlns:a16="http://schemas.microsoft.com/office/drawing/2014/main" id="{19664874-596F-C3BD-F4C1-54AE32C9FAAD}"/>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3" name="Freeform 103">
                    <a:extLst>
                      <a:ext uri="{FF2B5EF4-FFF2-40B4-BE49-F238E27FC236}">
                        <a16:creationId xmlns:a16="http://schemas.microsoft.com/office/drawing/2014/main" id="{FF1582A5-DBF2-23A5-ED6F-C8CAA7204D96}"/>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4" name="Freeform 104">
                    <a:extLst>
                      <a:ext uri="{FF2B5EF4-FFF2-40B4-BE49-F238E27FC236}">
                        <a16:creationId xmlns:a16="http://schemas.microsoft.com/office/drawing/2014/main" id="{1BA4FFE7-DF51-4769-92E9-65A857C694DB}"/>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5" name="Freeform 105">
                    <a:extLst>
                      <a:ext uri="{FF2B5EF4-FFF2-40B4-BE49-F238E27FC236}">
                        <a16:creationId xmlns:a16="http://schemas.microsoft.com/office/drawing/2014/main" id="{EADC88B9-495B-2720-3EF4-0E9049224629}"/>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6" name="Freeform 106">
                    <a:extLst>
                      <a:ext uri="{FF2B5EF4-FFF2-40B4-BE49-F238E27FC236}">
                        <a16:creationId xmlns:a16="http://schemas.microsoft.com/office/drawing/2014/main" id="{76F0ED64-2A85-1F76-8CA5-E99DEEE49285}"/>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7" name="Freeform 107">
                    <a:extLst>
                      <a:ext uri="{FF2B5EF4-FFF2-40B4-BE49-F238E27FC236}">
                        <a16:creationId xmlns:a16="http://schemas.microsoft.com/office/drawing/2014/main" id="{7A77196B-C03E-FE95-740D-27A264BBA735}"/>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8" name="Freeform 108">
                    <a:extLst>
                      <a:ext uri="{FF2B5EF4-FFF2-40B4-BE49-F238E27FC236}">
                        <a16:creationId xmlns:a16="http://schemas.microsoft.com/office/drawing/2014/main" id="{B840A195-6FF9-B7E8-81F0-0B4885A35C3C}"/>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32" name="Line 111">
                <a:extLst>
                  <a:ext uri="{FF2B5EF4-FFF2-40B4-BE49-F238E27FC236}">
                    <a16:creationId xmlns:a16="http://schemas.microsoft.com/office/drawing/2014/main" id="{7EE7D0E5-6D4B-A27B-A6ED-D68C7B7AF1D1}"/>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33" name="Line 112">
                <a:extLst>
                  <a:ext uri="{FF2B5EF4-FFF2-40B4-BE49-F238E27FC236}">
                    <a16:creationId xmlns:a16="http://schemas.microsoft.com/office/drawing/2014/main" id="{11A636F0-ED37-2E08-863B-AF3900EB1E9C}"/>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34" name="Group 150">
                <a:extLst>
                  <a:ext uri="{FF2B5EF4-FFF2-40B4-BE49-F238E27FC236}">
                    <a16:creationId xmlns:a16="http://schemas.microsoft.com/office/drawing/2014/main" id="{1BE70FCA-142D-6D97-9D62-652FE188B269}"/>
                  </a:ext>
                </a:extLst>
              </p:cNvPr>
              <p:cNvGrpSpPr>
                <a:grpSpLocks/>
              </p:cNvGrpSpPr>
              <p:nvPr/>
            </p:nvGrpSpPr>
            <p:grpSpPr bwMode="auto">
              <a:xfrm>
                <a:off x="871778" y="1539380"/>
                <a:ext cx="298450" cy="168771"/>
                <a:chOff x="465" y="2127"/>
                <a:chExt cx="188" cy="171"/>
              </a:xfrm>
            </p:grpSpPr>
            <p:sp>
              <p:nvSpPr>
                <p:cNvPr id="135" name="Freeform 146">
                  <a:extLst>
                    <a:ext uri="{FF2B5EF4-FFF2-40B4-BE49-F238E27FC236}">
                      <a16:creationId xmlns:a16="http://schemas.microsoft.com/office/drawing/2014/main" id="{F2AAF02A-724A-3B30-CF9E-F3DDE148808A}"/>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6" name="Freeform 147">
                  <a:extLst>
                    <a:ext uri="{FF2B5EF4-FFF2-40B4-BE49-F238E27FC236}">
                      <a16:creationId xmlns:a16="http://schemas.microsoft.com/office/drawing/2014/main" id="{915CB804-0EC0-3006-3613-1B0BE5F7EFF8}"/>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7" name="Freeform 148">
                  <a:extLst>
                    <a:ext uri="{FF2B5EF4-FFF2-40B4-BE49-F238E27FC236}">
                      <a16:creationId xmlns:a16="http://schemas.microsoft.com/office/drawing/2014/main" id="{6D0BA134-3E26-3B0C-1C60-8C1051DC7A06}"/>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8" name="Freeform 149">
                  <a:extLst>
                    <a:ext uri="{FF2B5EF4-FFF2-40B4-BE49-F238E27FC236}">
                      <a16:creationId xmlns:a16="http://schemas.microsoft.com/office/drawing/2014/main" id="{5D389268-25D3-CA8A-1885-5397EBEF8B2B}"/>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1" name="组合 3256">
              <a:extLst>
                <a:ext uri="{FF2B5EF4-FFF2-40B4-BE49-F238E27FC236}">
                  <a16:creationId xmlns:a16="http://schemas.microsoft.com/office/drawing/2014/main" id="{64F5237E-5F37-FF8B-3C9B-1CB759C57F82}"/>
                </a:ext>
              </a:extLst>
            </p:cNvPr>
            <p:cNvGrpSpPr>
              <a:grpSpLocks/>
            </p:cNvGrpSpPr>
            <p:nvPr/>
          </p:nvGrpSpPr>
          <p:grpSpPr bwMode="auto">
            <a:xfrm>
              <a:off x="7531428" y="3202103"/>
              <a:ext cx="989112" cy="545961"/>
              <a:chOff x="9866202" y="1510266"/>
              <a:chExt cx="1309687" cy="703263"/>
            </a:xfrm>
          </p:grpSpPr>
          <p:pic>
            <p:nvPicPr>
              <p:cNvPr id="125" name="Picture 226">
                <a:extLst>
                  <a:ext uri="{FF2B5EF4-FFF2-40B4-BE49-F238E27FC236}">
                    <a16:creationId xmlns:a16="http://schemas.microsoft.com/office/drawing/2014/main" id="{6C0C018D-5B5D-EC62-B375-098A6C5CA4C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6" name="Text Box 353">
                <a:extLst>
                  <a:ext uri="{FF2B5EF4-FFF2-40B4-BE49-F238E27FC236}">
                    <a16:creationId xmlns:a16="http://schemas.microsoft.com/office/drawing/2014/main" id="{3245400E-7EAA-1926-4AAA-276B862A6EB7}"/>
                  </a:ext>
                </a:extLst>
              </p:cNvPr>
              <p:cNvSpPr txBox="1">
                <a:spLocks noChangeArrowheads="1"/>
              </p:cNvSpPr>
              <p:nvPr/>
            </p:nvSpPr>
            <p:spPr bwMode="auto">
              <a:xfrm>
                <a:off x="10012484" y="1711879"/>
                <a:ext cx="1091736" cy="34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a:t>
                </a:r>
                <a:endParaRPr lang="zh-CN" altLang="en-US" sz="1000" b="1">
                  <a:ea typeface="微软雅黑" panose="020B0503020204020204" pitchFamily="34" charset="-122"/>
                </a:endParaRPr>
              </a:p>
            </p:txBody>
          </p:sp>
        </p:grpSp>
        <p:sp>
          <p:nvSpPr>
            <p:cNvPr id="42" name="Text Box 358">
              <a:extLst>
                <a:ext uri="{FF2B5EF4-FFF2-40B4-BE49-F238E27FC236}">
                  <a16:creationId xmlns:a16="http://schemas.microsoft.com/office/drawing/2014/main" id="{A53117C8-EDFB-357A-9D72-278A0CEAD04B}"/>
                </a:ext>
              </a:extLst>
            </p:cNvPr>
            <p:cNvSpPr txBox="1">
              <a:spLocks noChangeArrowheads="1"/>
            </p:cNvSpPr>
            <p:nvPr/>
          </p:nvSpPr>
          <p:spPr bwMode="auto">
            <a:xfrm>
              <a:off x="4815975" y="2431843"/>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43" name="Text Box 358">
              <a:extLst>
                <a:ext uri="{FF2B5EF4-FFF2-40B4-BE49-F238E27FC236}">
                  <a16:creationId xmlns:a16="http://schemas.microsoft.com/office/drawing/2014/main" id="{C222347D-4805-2C70-1375-D42E90B76A7E}"/>
                </a:ext>
              </a:extLst>
            </p:cNvPr>
            <p:cNvSpPr txBox="1">
              <a:spLocks noChangeArrowheads="1"/>
            </p:cNvSpPr>
            <p:nvPr/>
          </p:nvSpPr>
          <p:spPr bwMode="auto">
            <a:xfrm rot="859865">
              <a:off x="4817175" y="3135336"/>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 </a:t>
              </a:r>
              <a:r>
                <a:rPr lang="zh-CN" altLang="en-US" sz="1000" b="1">
                  <a:ea typeface="微软雅黑" panose="020B0503020204020204" pitchFamily="34" charset="-122"/>
                </a:rPr>
                <a:t>的标签是 </a:t>
              </a: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44" name="Line 420">
              <a:extLst>
                <a:ext uri="{FF2B5EF4-FFF2-40B4-BE49-F238E27FC236}">
                  <a16:creationId xmlns:a16="http://schemas.microsoft.com/office/drawing/2014/main" id="{A5C8F405-57CC-7F36-2043-25159C815AF4}"/>
                </a:ext>
              </a:extLst>
            </p:cNvPr>
            <p:cNvSpPr>
              <a:spLocks noChangeShapeType="1"/>
            </p:cNvSpPr>
            <p:nvPr/>
          </p:nvSpPr>
          <p:spPr bwMode="auto">
            <a:xfrm rot="17283846">
              <a:off x="4759966" y="2928406"/>
              <a:ext cx="11092" cy="21340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45" name="Text Box 358">
              <a:extLst>
                <a:ext uri="{FF2B5EF4-FFF2-40B4-BE49-F238E27FC236}">
                  <a16:creationId xmlns:a16="http://schemas.microsoft.com/office/drawing/2014/main" id="{8EA3C465-CA0C-ED54-A84C-9D7A9B6BA6D5}"/>
                </a:ext>
              </a:extLst>
            </p:cNvPr>
            <p:cNvSpPr txBox="1">
              <a:spLocks noChangeArrowheads="1"/>
            </p:cNvSpPr>
            <p:nvPr/>
          </p:nvSpPr>
          <p:spPr bwMode="auto">
            <a:xfrm>
              <a:off x="6254191" y="1624608"/>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80       0 </a:t>
              </a:r>
              <a:endParaRPr lang="zh-CN" altLang="en-US" sz="1000" b="1">
                <a:ea typeface="微软雅黑" panose="020B0503020204020204" pitchFamily="34" charset="-122"/>
              </a:endParaRPr>
            </a:p>
          </p:txBody>
        </p:sp>
        <p:sp>
          <p:nvSpPr>
            <p:cNvPr id="46" name="Text Box 358">
              <a:extLst>
                <a:ext uri="{FF2B5EF4-FFF2-40B4-BE49-F238E27FC236}">
                  <a16:creationId xmlns:a16="http://schemas.microsoft.com/office/drawing/2014/main" id="{3A13829D-7461-16EA-9EBC-9F788DDBF228}"/>
                </a:ext>
              </a:extLst>
            </p:cNvPr>
            <p:cNvSpPr txBox="1">
              <a:spLocks noChangeArrowheads="1"/>
            </p:cNvSpPr>
            <p:nvPr/>
          </p:nvSpPr>
          <p:spPr bwMode="auto">
            <a:xfrm>
              <a:off x="6157532"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47" name="Text Box 358">
              <a:extLst>
                <a:ext uri="{FF2B5EF4-FFF2-40B4-BE49-F238E27FC236}">
                  <a16:creationId xmlns:a16="http://schemas.microsoft.com/office/drawing/2014/main" id="{BCCF5C79-6E42-02BE-B6E8-E4263CFC5FB6}"/>
                </a:ext>
              </a:extLst>
            </p:cNvPr>
            <p:cNvSpPr txBox="1">
              <a:spLocks noChangeArrowheads="1"/>
            </p:cNvSpPr>
            <p:nvPr/>
          </p:nvSpPr>
          <p:spPr bwMode="auto">
            <a:xfrm>
              <a:off x="6548380"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48" name="Text Box 358">
              <a:extLst>
                <a:ext uri="{FF2B5EF4-FFF2-40B4-BE49-F238E27FC236}">
                  <a16:creationId xmlns:a16="http://schemas.microsoft.com/office/drawing/2014/main" id="{93511E15-9A37-E7B0-8ACA-4039536645E3}"/>
                </a:ext>
              </a:extLst>
            </p:cNvPr>
            <p:cNvSpPr txBox="1">
              <a:spLocks noChangeArrowheads="1"/>
            </p:cNvSpPr>
            <p:nvPr/>
          </p:nvSpPr>
          <p:spPr bwMode="auto">
            <a:xfrm>
              <a:off x="6888875"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0" name="组合 1">
              <a:extLst>
                <a:ext uri="{FF2B5EF4-FFF2-40B4-BE49-F238E27FC236}">
                  <a16:creationId xmlns:a16="http://schemas.microsoft.com/office/drawing/2014/main" id="{AACB1221-8D89-4A60-8E09-CE3138AC6D46}"/>
                </a:ext>
              </a:extLst>
            </p:cNvPr>
            <p:cNvGrpSpPr>
              <a:grpSpLocks/>
            </p:cNvGrpSpPr>
            <p:nvPr/>
          </p:nvGrpSpPr>
          <p:grpSpPr bwMode="auto">
            <a:xfrm>
              <a:off x="6226999" y="1624609"/>
              <a:ext cx="1100612" cy="215673"/>
              <a:chOff x="8213725" y="1520825"/>
              <a:chExt cx="2092325" cy="277813"/>
            </a:xfrm>
          </p:grpSpPr>
          <p:cxnSp>
            <p:nvCxnSpPr>
              <p:cNvPr id="123" name="直接连接符 3285">
                <a:extLst>
                  <a:ext uri="{FF2B5EF4-FFF2-40B4-BE49-F238E27FC236}">
                    <a16:creationId xmlns:a16="http://schemas.microsoft.com/office/drawing/2014/main" id="{67E11832-D1E7-4A3E-4650-54A9D72F365D}"/>
                  </a:ext>
                </a:extLst>
              </p:cNvPr>
              <p:cNvCxnSpPr>
                <a:cxnSpLocks/>
              </p:cNvCxnSpPr>
              <p:nvPr/>
            </p:nvCxnSpPr>
            <p:spPr bwMode="auto">
              <a:xfrm>
                <a:off x="8223250" y="1520825"/>
                <a:ext cx="208280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4" name="直接连接符 3286">
                <a:extLst>
                  <a:ext uri="{FF2B5EF4-FFF2-40B4-BE49-F238E27FC236}">
                    <a16:creationId xmlns:a16="http://schemas.microsoft.com/office/drawing/2014/main" id="{6D6CEA5F-6183-89FC-C378-238383CBD55F}"/>
                  </a:ext>
                </a:extLst>
              </p:cNvPr>
              <p:cNvCxnSpPr>
                <a:cxnSpLocks/>
              </p:cNvCxnSpPr>
              <p:nvPr/>
            </p:nvCxnSpPr>
            <p:spPr bwMode="auto">
              <a:xfrm>
                <a:off x="8213725" y="1798638"/>
                <a:ext cx="208280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1" name="直接连接符 3288">
              <a:extLst>
                <a:ext uri="{FF2B5EF4-FFF2-40B4-BE49-F238E27FC236}">
                  <a16:creationId xmlns:a16="http://schemas.microsoft.com/office/drawing/2014/main" id="{9F745E7F-B5D1-9971-BCA7-55077845C3FE}"/>
                </a:ext>
              </a:extLst>
            </p:cNvPr>
            <p:cNvCxnSpPr>
              <a:cxnSpLocks/>
            </p:cNvCxnSpPr>
            <p:nvPr/>
          </p:nvCxnSpPr>
          <p:spPr bwMode="auto">
            <a:xfrm>
              <a:off x="6613053" y="1254884"/>
              <a:ext cx="1199"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2" name="直接连接符 3289">
              <a:extLst>
                <a:ext uri="{FF2B5EF4-FFF2-40B4-BE49-F238E27FC236}">
                  <a16:creationId xmlns:a16="http://schemas.microsoft.com/office/drawing/2014/main" id="{71FE2EB2-D2EA-26D4-0076-B26602CB39A5}"/>
                </a:ext>
              </a:extLst>
            </p:cNvPr>
            <p:cNvCxnSpPr>
              <a:cxnSpLocks/>
            </p:cNvCxnSpPr>
            <p:nvPr/>
          </p:nvCxnSpPr>
          <p:spPr bwMode="auto">
            <a:xfrm>
              <a:off x="6958343" y="1254884"/>
              <a:ext cx="47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53" name="Text Box 358">
              <a:extLst>
                <a:ext uri="{FF2B5EF4-FFF2-40B4-BE49-F238E27FC236}">
                  <a16:creationId xmlns:a16="http://schemas.microsoft.com/office/drawing/2014/main" id="{70B454CD-8FE1-A1A8-4FA9-68F3EBF344BC}"/>
                </a:ext>
              </a:extLst>
            </p:cNvPr>
            <p:cNvSpPr txBox="1">
              <a:spLocks noChangeArrowheads="1"/>
            </p:cNvSpPr>
            <p:nvPr/>
          </p:nvSpPr>
          <p:spPr bwMode="auto">
            <a:xfrm>
              <a:off x="3903374" y="162214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81       0</a:t>
              </a:r>
              <a:endParaRPr lang="zh-CN" altLang="en-US" sz="1000" b="1">
                <a:ea typeface="微软雅黑" panose="020B0503020204020204" pitchFamily="34" charset="-122"/>
              </a:endParaRPr>
            </a:p>
          </p:txBody>
        </p:sp>
        <p:sp>
          <p:nvSpPr>
            <p:cNvPr id="54" name="Text Box 358">
              <a:extLst>
                <a:ext uri="{FF2B5EF4-FFF2-40B4-BE49-F238E27FC236}">
                  <a16:creationId xmlns:a16="http://schemas.microsoft.com/office/drawing/2014/main" id="{3D32B451-F7CD-93E2-CD5A-A05B93E90132}"/>
                </a:ext>
              </a:extLst>
            </p:cNvPr>
            <p:cNvSpPr txBox="1">
              <a:spLocks noChangeArrowheads="1"/>
            </p:cNvSpPr>
            <p:nvPr/>
          </p:nvSpPr>
          <p:spPr bwMode="auto">
            <a:xfrm>
              <a:off x="3818431" y="124132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55" name="Text Box 358">
              <a:extLst>
                <a:ext uri="{FF2B5EF4-FFF2-40B4-BE49-F238E27FC236}">
                  <a16:creationId xmlns:a16="http://schemas.microsoft.com/office/drawing/2014/main" id="{FE60EF5C-FAF2-7993-1329-6B0DC7CD4EFC}"/>
                </a:ext>
              </a:extLst>
            </p:cNvPr>
            <p:cNvSpPr txBox="1">
              <a:spLocks noChangeArrowheads="1"/>
            </p:cNvSpPr>
            <p:nvPr/>
          </p:nvSpPr>
          <p:spPr bwMode="auto">
            <a:xfrm>
              <a:off x="4215277"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56" name="Text Box 358">
              <a:extLst>
                <a:ext uri="{FF2B5EF4-FFF2-40B4-BE49-F238E27FC236}">
                  <a16:creationId xmlns:a16="http://schemas.microsoft.com/office/drawing/2014/main" id="{DEDF61F1-3D49-605E-9171-067250738D53}"/>
                </a:ext>
              </a:extLst>
            </p:cNvPr>
            <p:cNvSpPr txBox="1">
              <a:spLocks noChangeArrowheads="1"/>
            </p:cNvSpPr>
            <p:nvPr/>
          </p:nvSpPr>
          <p:spPr bwMode="auto">
            <a:xfrm>
              <a:off x="4555771"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8" name="组合 3303">
              <a:extLst>
                <a:ext uri="{FF2B5EF4-FFF2-40B4-BE49-F238E27FC236}">
                  <a16:creationId xmlns:a16="http://schemas.microsoft.com/office/drawing/2014/main" id="{9DB7D05E-B6E9-0FCB-20E9-2924D3BE8506}"/>
                </a:ext>
              </a:extLst>
            </p:cNvPr>
            <p:cNvGrpSpPr>
              <a:grpSpLocks/>
            </p:cNvGrpSpPr>
            <p:nvPr/>
          </p:nvGrpSpPr>
          <p:grpSpPr bwMode="auto">
            <a:xfrm>
              <a:off x="3861524" y="1617214"/>
              <a:ext cx="1140176" cy="205814"/>
              <a:chOff x="374152" y="5167871"/>
              <a:chExt cx="2069011" cy="264309"/>
            </a:xfrm>
          </p:grpSpPr>
          <p:cxnSp>
            <p:nvCxnSpPr>
              <p:cNvPr id="121" name="直接连接符 3307">
                <a:extLst>
                  <a:ext uri="{FF2B5EF4-FFF2-40B4-BE49-F238E27FC236}">
                    <a16:creationId xmlns:a16="http://schemas.microsoft.com/office/drawing/2014/main" id="{FCA3A459-F6EE-BD52-5815-D3A4B3506B7B}"/>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2" name="直接连接符 3308">
                <a:extLst>
                  <a:ext uri="{FF2B5EF4-FFF2-40B4-BE49-F238E27FC236}">
                    <a16:creationId xmlns:a16="http://schemas.microsoft.com/office/drawing/2014/main" id="{444DD629-FEDA-92C6-AC42-AC75C4DF608E}"/>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9" name="直接连接符 3305">
              <a:extLst>
                <a:ext uri="{FF2B5EF4-FFF2-40B4-BE49-F238E27FC236}">
                  <a16:creationId xmlns:a16="http://schemas.microsoft.com/office/drawing/2014/main" id="{CD1619F7-E05A-B32C-2E98-E3B6C39C6146}"/>
                </a:ext>
              </a:extLst>
            </p:cNvPr>
            <p:cNvCxnSpPr>
              <a:cxnSpLocks/>
            </p:cNvCxnSpPr>
            <p:nvPr/>
          </p:nvCxnSpPr>
          <p:spPr bwMode="auto">
            <a:xfrm>
              <a:off x="4281147" y="1254884"/>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60" name="直接连接符 3306">
              <a:extLst>
                <a:ext uri="{FF2B5EF4-FFF2-40B4-BE49-F238E27FC236}">
                  <a16:creationId xmlns:a16="http://schemas.microsoft.com/office/drawing/2014/main" id="{0492C441-933C-2D22-CDBB-36908D5ADA52}"/>
                </a:ext>
              </a:extLst>
            </p:cNvPr>
            <p:cNvCxnSpPr>
              <a:cxnSpLocks/>
            </p:cNvCxnSpPr>
            <p:nvPr/>
          </p:nvCxnSpPr>
          <p:spPr bwMode="auto">
            <a:xfrm>
              <a:off x="4626437" y="1254884"/>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61" name="Text Box 358">
              <a:extLst>
                <a:ext uri="{FF2B5EF4-FFF2-40B4-BE49-F238E27FC236}">
                  <a16:creationId xmlns:a16="http://schemas.microsoft.com/office/drawing/2014/main" id="{BA75E60F-EA42-F8B3-F885-E86EDD4BF854}"/>
                </a:ext>
              </a:extLst>
            </p:cNvPr>
            <p:cNvSpPr txBox="1">
              <a:spLocks noChangeArrowheads="1"/>
            </p:cNvSpPr>
            <p:nvPr/>
          </p:nvSpPr>
          <p:spPr bwMode="auto">
            <a:xfrm>
              <a:off x="3906973" y="181563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40       1</a:t>
              </a:r>
              <a:endParaRPr lang="zh-CN" altLang="en-US" sz="1000" b="1">
                <a:ea typeface="微软雅黑" panose="020B0503020204020204" pitchFamily="34" charset="-122"/>
              </a:endParaRPr>
            </a:p>
          </p:txBody>
        </p:sp>
        <p:sp>
          <p:nvSpPr>
            <p:cNvPr id="62" name="Text Box 358">
              <a:extLst>
                <a:ext uri="{FF2B5EF4-FFF2-40B4-BE49-F238E27FC236}">
                  <a16:creationId xmlns:a16="http://schemas.microsoft.com/office/drawing/2014/main" id="{C74C1B81-EAA0-5E86-D808-83C6D2AD6984}"/>
                </a:ext>
              </a:extLst>
            </p:cNvPr>
            <p:cNvSpPr txBox="1">
              <a:spLocks noChangeArrowheads="1"/>
            </p:cNvSpPr>
            <p:nvPr/>
          </p:nvSpPr>
          <p:spPr bwMode="auto">
            <a:xfrm>
              <a:off x="4642595" y="1618447"/>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63" name="Text Box 358">
              <a:extLst>
                <a:ext uri="{FF2B5EF4-FFF2-40B4-BE49-F238E27FC236}">
                  <a16:creationId xmlns:a16="http://schemas.microsoft.com/office/drawing/2014/main" id="{41B8AD5E-60E8-4875-4C41-D10B054AD1FF}"/>
                </a:ext>
              </a:extLst>
            </p:cNvPr>
            <p:cNvSpPr txBox="1">
              <a:spLocks noChangeArrowheads="1"/>
            </p:cNvSpPr>
            <p:nvPr/>
          </p:nvSpPr>
          <p:spPr bwMode="auto">
            <a:xfrm>
              <a:off x="4624013" y="1814401"/>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64" name="Text Box 358">
              <a:extLst>
                <a:ext uri="{FF2B5EF4-FFF2-40B4-BE49-F238E27FC236}">
                  <a16:creationId xmlns:a16="http://schemas.microsoft.com/office/drawing/2014/main" id="{963F2954-FDF6-6487-57F8-347D23DAD34B}"/>
                </a:ext>
              </a:extLst>
            </p:cNvPr>
            <p:cNvSpPr txBox="1">
              <a:spLocks noChangeArrowheads="1"/>
            </p:cNvSpPr>
            <p:nvPr/>
          </p:nvSpPr>
          <p:spPr bwMode="auto">
            <a:xfrm>
              <a:off x="1738754" y="1618447"/>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65" name="Text Box 358">
              <a:extLst>
                <a:ext uri="{FF2B5EF4-FFF2-40B4-BE49-F238E27FC236}">
                  <a16:creationId xmlns:a16="http://schemas.microsoft.com/office/drawing/2014/main" id="{877AD687-D742-DC67-DD5E-B40713C2F87B}"/>
                </a:ext>
              </a:extLst>
            </p:cNvPr>
            <p:cNvSpPr txBox="1">
              <a:spLocks noChangeArrowheads="1"/>
            </p:cNvSpPr>
            <p:nvPr/>
          </p:nvSpPr>
          <p:spPr bwMode="auto">
            <a:xfrm>
              <a:off x="1263526"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66" name="Text Box 358">
              <a:extLst>
                <a:ext uri="{FF2B5EF4-FFF2-40B4-BE49-F238E27FC236}">
                  <a16:creationId xmlns:a16="http://schemas.microsoft.com/office/drawing/2014/main" id="{34AC8366-1262-9889-48F3-62BC3D08C0D3}"/>
                </a:ext>
              </a:extLst>
            </p:cNvPr>
            <p:cNvSpPr txBox="1">
              <a:spLocks noChangeArrowheads="1"/>
            </p:cNvSpPr>
            <p:nvPr/>
          </p:nvSpPr>
          <p:spPr bwMode="auto">
            <a:xfrm>
              <a:off x="1637591"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67" name="Text Box 358">
              <a:extLst>
                <a:ext uri="{FF2B5EF4-FFF2-40B4-BE49-F238E27FC236}">
                  <a16:creationId xmlns:a16="http://schemas.microsoft.com/office/drawing/2014/main" id="{A674029F-42B2-AA9D-DA8C-C36ABC2D4D9E}"/>
                </a:ext>
              </a:extLst>
            </p:cNvPr>
            <p:cNvSpPr txBox="1">
              <a:spLocks noChangeArrowheads="1"/>
            </p:cNvSpPr>
            <p:nvPr/>
          </p:nvSpPr>
          <p:spPr bwMode="auto">
            <a:xfrm>
              <a:off x="1978085" y="1264743"/>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69" name="组合 3319">
              <a:extLst>
                <a:ext uri="{FF2B5EF4-FFF2-40B4-BE49-F238E27FC236}">
                  <a16:creationId xmlns:a16="http://schemas.microsoft.com/office/drawing/2014/main" id="{FEC1E92C-E2B6-8A14-A4BD-F23D26634AE8}"/>
                </a:ext>
              </a:extLst>
            </p:cNvPr>
            <p:cNvGrpSpPr>
              <a:grpSpLocks/>
            </p:cNvGrpSpPr>
            <p:nvPr/>
          </p:nvGrpSpPr>
          <p:grpSpPr bwMode="auto">
            <a:xfrm>
              <a:off x="1329398" y="1638166"/>
              <a:ext cx="1091020" cy="205813"/>
              <a:chOff x="374152" y="5167871"/>
              <a:chExt cx="2069011" cy="264309"/>
            </a:xfrm>
          </p:grpSpPr>
          <p:cxnSp>
            <p:nvCxnSpPr>
              <p:cNvPr id="119" name="直接连接符 3320">
                <a:extLst>
                  <a:ext uri="{FF2B5EF4-FFF2-40B4-BE49-F238E27FC236}">
                    <a16:creationId xmlns:a16="http://schemas.microsoft.com/office/drawing/2014/main" id="{CD1B2C19-10FE-357D-BA66-BF71759813ED}"/>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0" name="直接连接符 3321">
                <a:extLst>
                  <a:ext uri="{FF2B5EF4-FFF2-40B4-BE49-F238E27FC236}">
                    <a16:creationId xmlns:a16="http://schemas.microsoft.com/office/drawing/2014/main" id="{5DFE2F91-6DA9-A521-A8AD-B156E1C76A19}"/>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70" name="直接连接符 3323">
              <a:extLst>
                <a:ext uri="{FF2B5EF4-FFF2-40B4-BE49-F238E27FC236}">
                  <a16:creationId xmlns:a16="http://schemas.microsoft.com/office/drawing/2014/main" id="{F0471C75-16C6-B6FD-6A3B-4BF20CBD67A2}"/>
                </a:ext>
              </a:extLst>
            </p:cNvPr>
            <p:cNvCxnSpPr>
              <a:cxnSpLocks/>
            </p:cNvCxnSpPr>
            <p:nvPr/>
          </p:nvCxnSpPr>
          <p:spPr bwMode="auto">
            <a:xfrm>
              <a:off x="1703462" y="1269673"/>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1" name="直接连接符 3324">
              <a:extLst>
                <a:ext uri="{FF2B5EF4-FFF2-40B4-BE49-F238E27FC236}">
                  <a16:creationId xmlns:a16="http://schemas.microsoft.com/office/drawing/2014/main" id="{5A36B94B-3014-0D51-0CEF-96D1214860EF}"/>
                </a:ext>
              </a:extLst>
            </p:cNvPr>
            <p:cNvCxnSpPr>
              <a:cxnSpLocks/>
            </p:cNvCxnSpPr>
            <p:nvPr/>
          </p:nvCxnSpPr>
          <p:spPr bwMode="auto">
            <a:xfrm>
              <a:off x="2048752" y="1269673"/>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72" name="Text Box 358">
              <a:extLst>
                <a:ext uri="{FF2B5EF4-FFF2-40B4-BE49-F238E27FC236}">
                  <a16:creationId xmlns:a16="http://schemas.microsoft.com/office/drawing/2014/main" id="{77B64C65-8DA8-0082-6A6E-F5E59792F34F}"/>
                </a:ext>
              </a:extLst>
            </p:cNvPr>
            <p:cNvSpPr txBox="1">
              <a:spLocks noChangeArrowheads="1"/>
            </p:cNvSpPr>
            <p:nvPr/>
          </p:nvSpPr>
          <p:spPr bwMode="auto">
            <a:xfrm>
              <a:off x="1733959" y="1829190"/>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73" name="Text Box 358">
              <a:extLst>
                <a:ext uri="{FF2B5EF4-FFF2-40B4-BE49-F238E27FC236}">
                  <a16:creationId xmlns:a16="http://schemas.microsoft.com/office/drawing/2014/main" id="{A66AB9C0-C9B7-261B-C21F-0502E25FDE3D}"/>
                </a:ext>
              </a:extLst>
            </p:cNvPr>
            <p:cNvSpPr txBox="1">
              <a:spLocks noChangeArrowheads="1"/>
            </p:cNvSpPr>
            <p:nvPr/>
          </p:nvSpPr>
          <p:spPr bwMode="auto">
            <a:xfrm>
              <a:off x="2063712" y="1633236"/>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a:t>
              </a:r>
              <a:endParaRPr lang="zh-CN" altLang="en-US" sz="1000" b="1">
                <a:ea typeface="微软雅黑" panose="020B0503020204020204" pitchFamily="34" charset="-122"/>
              </a:endParaRPr>
            </a:p>
          </p:txBody>
        </p:sp>
        <p:sp>
          <p:nvSpPr>
            <p:cNvPr id="74" name="Text Box 358">
              <a:extLst>
                <a:ext uri="{FF2B5EF4-FFF2-40B4-BE49-F238E27FC236}">
                  <a16:creationId xmlns:a16="http://schemas.microsoft.com/office/drawing/2014/main" id="{906444DB-06E0-EE86-EE4E-A11EBBA496ED}"/>
                </a:ext>
              </a:extLst>
            </p:cNvPr>
            <p:cNvSpPr txBox="1">
              <a:spLocks noChangeArrowheads="1"/>
            </p:cNvSpPr>
            <p:nvPr/>
          </p:nvSpPr>
          <p:spPr bwMode="auto">
            <a:xfrm>
              <a:off x="2045727" y="1829190"/>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a:t>
              </a:r>
              <a:endParaRPr lang="zh-CN" altLang="en-US" sz="1000" b="1">
                <a:ea typeface="微软雅黑" panose="020B0503020204020204" pitchFamily="34" charset="-122"/>
              </a:endParaRPr>
            </a:p>
          </p:txBody>
        </p:sp>
        <p:sp>
          <p:nvSpPr>
            <p:cNvPr id="75" name="Text Box 410">
              <a:extLst>
                <a:ext uri="{FF2B5EF4-FFF2-40B4-BE49-F238E27FC236}">
                  <a16:creationId xmlns:a16="http://schemas.microsoft.com/office/drawing/2014/main" id="{09B4C77F-E232-26A2-9A62-0D8094B5B9A1}"/>
                </a:ext>
              </a:extLst>
            </p:cNvPr>
            <p:cNvSpPr txBox="1">
              <a:spLocks noChangeArrowheads="1"/>
            </p:cNvSpPr>
            <p:nvPr/>
          </p:nvSpPr>
          <p:spPr bwMode="auto">
            <a:xfrm>
              <a:off x="1947966" y="255015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76" name="Text Box 353">
              <a:extLst>
                <a:ext uri="{FF2B5EF4-FFF2-40B4-BE49-F238E27FC236}">
                  <a16:creationId xmlns:a16="http://schemas.microsoft.com/office/drawing/2014/main" id="{C51A756D-155C-0254-58F2-F621ABA6D3B9}"/>
                </a:ext>
              </a:extLst>
            </p:cNvPr>
            <p:cNvSpPr txBox="1">
              <a:spLocks noChangeArrowheads="1"/>
            </p:cNvSpPr>
            <p:nvPr/>
          </p:nvSpPr>
          <p:spPr bwMode="auto">
            <a:xfrm>
              <a:off x="1356534" y="1761408"/>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7" name="Text Box 353">
              <a:extLst>
                <a:ext uri="{FF2B5EF4-FFF2-40B4-BE49-F238E27FC236}">
                  <a16:creationId xmlns:a16="http://schemas.microsoft.com/office/drawing/2014/main" id="{DB53844D-24FD-18EE-4BFF-CDFC9C31D948}"/>
                </a:ext>
              </a:extLst>
            </p:cNvPr>
            <p:cNvSpPr txBox="1">
              <a:spLocks noChangeArrowheads="1"/>
            </p:cNvSpPr>
            <p:nvPr/>
          </p:nvSpPr>
          <p:spPr bwMode="auto">
            <a:xfrm>
              <a:off x="1361331" y="1551897"/>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8" name="Text Box 353">
              <a:extLst>
                <a:ext uri="{FF2B5EF4-FFF2-40B4-BE49-F238E27FC236}">
                  <a16:creationId xmlns:a16="http://schemas.microsoft.com/office/drawing/2014/main" id="{197440BD-3780-141A-09A3-E0A48D656CD1}"/>
                </a:ext>
              </a:extLst>
            </p:cNvPr>
            <p:cNvSpPr txBox="1">
              <a:spLocks noChangeArrowheads="1"/>
            </p:cNvSpPr>
            <p:nvPr/>
          </p:nvSpPr>
          <p:spPr bwMode="auto">
            <a:xfrm>
              <a:off x="6986679" y="1549432"/>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9" name="任意多边形: 形状 78">
              <a:extLst>
                <a:ext uri="{FF2B5EF4-FFF2-40B4-BE49-F238E27FC236}">
                  <a16:creationId xmlns:a16="http://schemas.microsoft.com/office/drawing/2014/main" id="{C4422676-94C1-D5BD-F37C-A664DB7DF16F}"/>
                </a:ext>
              </a:extLst>
            </p:cNvPr>
            <p:cNvSpPr/>
            <p:nvPr/>
          </p:nvSpPr>
          <p:spPr bwMode="auto">
            <a:xfrm>
              <a:off x="3867518" y="2048560"/>
              <a:ext cx="1126988" cy="568145"/>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pic>
          <p:nvPicPr>
            <p:cNvPr id="80" name="Picture 377">
              <a:extLst>
                <a:ext uri="{FF2B5EF4-FFF2-40B4-BE49-F238E27FC236}">
                  <a16:creationId xmlns:a16="http://schemas.microsoft.com/office/drawing/2014/main" id="{C5AE0242-186B-E9E6-3196-7AC8E62E338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67959" y="2606846"/>
              <a:ext cx="293737" cy="36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 Box 358">
              <a:extLst>
                <a:ext uri="{FF2B5EF4-FFF2-40B4-BE49-F238E27FC236}">
                  <a16:creationId xmlns:a16="http://schemas.microsoft.com/office/drawing/2014/main" id="{7A67D25F-CCB8-C029-0D57-BC5E0CACC8FD}"/>
                </a:ext>
              </a:extLst>
            </p:cNvPr>
            <p:cNvSpPr txBox="1">
              <a:spLocks noChangeArrowheads="1"/>
            </p:cNvSpPr>
            <p:nvPr/>
          </p:nvSpPr>
          <p:spPr bwMode="auto">
            <a:xfrm>
              <a:off x="2288093" y="2291347"/>
              <a:ext cx="1729734" cy="434508"/>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81</a:t>
              </a:r>
            </a:p>
            <a:p>
              <a:pPr algn="ctr" eaLnBrk="1" hangingPunct="1">
                <a:lnSpc>
                  <a:spcPct val="90000"/>
                </a:lnSpc>
                <a:spcBef>
                  <a:spcPct val="0"/>
                </a:spcBef>
                <a:buFontTx/>
                <a:buNone/>
              </a:pPr>
              <a:r>
                <a:rPr lang="en-US" altLang="zh-CN" sz="1000" b="1">
                  <a:ea typeface="微软雅黑" panose="020B0503020204020204" pitchFamily="34" charset="-122"/>
                </a:rPr>
                <a:t> 165.60/16 </a:t>
              </a:r>
              <a:r>
                <a:rPr lang="zh-CN" altLang="en-US" sz="1000" b="1">
                  <a:ea typeface="微软雅黑" panose="020B0503020204020204" pitchFamily="34" charset="-122"/>
                </a:rPr>
                <a:t>的标签是 </a:t>
              </a:r>
              <a:r>
                <a:rPr lang="en-US" altLang="zh-CN" sz="1000" b="1">
                  <a:ea typeface="微软雅黑" panose="020B0503020204020204" pitchFamily="34" charset="-122"/>
                </a:rPr>
                <a:t>40</a:t>
              </a:r>
              <a:r>
                <a:rPr lang="zh-CN" altLang="en-US" sz="1000" b="1">
                  <a:ea typeface="微软雅黑" panose="020B0503020204020204" pitchFamily="34" charset="-122"/>
                </a:rPr>
                <a:t> </a:t>
              </a:r>
            </a:p>
          </p:txBody>
        </p:sp>
        <p:sp>
          <p:nvSpPr>
            <p:cNvPr id="82" name="Line 420">
              <a:extLst>
                <a:ext uri="{FF2B5EF4-FFF2-40B4-BE49-F238E27FC236}">
                  <a16:creationId xmlns:a16="http://schemas.microsoft.com/office/drawing/2014/main" id="{805C1A6A-3D26-643F-544E-B0AC7825F9CA}"/>
                </a:ext>
              </a:extLst>
            </p:cNvPr>
            <p:cNvSpPr>
              <a:spLocks noChangeShapeType="1"/>
            </p:cNvSpPr>
            <p:nvPr/>
          </p:nvSpPr>
          <p:spPr bwMode="auto">
            <a:xfrm rot="17283846">
              <a:off x="2177930" y="2435055"/>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83" name="Text Box 410">
              <a:extLst>
                <a:ext uri="{FF2B5EF4-FFF2-40B4-BE49-F238E27FC236}">
                  <a16:creationId xmlns:a16="http://schemas.microsoft.com/office/drawing/2014/main" id="{EB100340-15AD-C423-B6DB-506B02B0AF08}"/>
                </a:ext>
              </a:extLst>
            </p:cNvPr>
            <p:cNvSpPr txBox="1">
              <a:spLocks noChangeArrowheads="1"/>
            </p:cNvSpPr>
            <p:nvPr/>
          </p:nvSpPr>
          <p:spPr bwMode="auto">
            <a:xfrm>
              <a:off x="6867148" y="2534133"/>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84" name="文本框 3342">
              <a:extLst>
                <a:ext uri="{FF2B5EF4-FFF2-40B4-BE49-F238E27FC236}">
                  <a16:creationId xmlns:a16="http://schemas.microsoft.com/office/drawing/2014/main" id="{B3DE888C-1311-B065-3E68-4BBC69D47411}"/>
                </a:ext>
              </a:extLst>
            </p:cNvPr>
            <p:cNvSpPr txBox="1">
              <a:spLocks noChangeArrowheads="1"/>
            </p:cNvSpPr>
            <p:nvPr/>
          </p:nvSpPr>
          <p:spPr bwMode="auto">
            <a:xfrm>
              <a:off x="6633435" y="1714576"/>
              <a:ext cx="3832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a:t>
              </a:r>
              <a:endParaRPr lang="zh-CN" altLang="en-US" sz="1100" b="1">
                <a:ea typeface="微软雅黑" panose="020B0503020204020204" pitchFamily="34" charset="-122"/>
              </a:endParaRPr>
            </a:p>
          </p:txBody>
        </p:sp>
        <p:sp>
          <p:nvSpPr>
            <p:cNvPr id="85" name="Text Box 353">
              <a:extLst>
                <a:ext uri="{FF2B5EF4-FFF2-40B4-BE49-F238E27FC236}">
                  <a16:creationId xmlns:a16="http://schemas.microsoft.com/office/drawing/2014/main" id="{D02A3DC8-9187-43A3-3528-49FEE448B1CA}"/>
                </a:ext>
              </a:extLst>
            </p:cNvPr>
            <p:cNvSpPr txBox="1">
              <a:spLocks noChangeArrowheads="1"/>
            </p:cNvSpPr>
            <p:nvPr/>
          </p:nvSpPr>
          <p:spPr bwMode="auto">
            <a:xfrm>
              <a:off x="6994472" y="1744154"/>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86" name="Text Box 350">
              <a:extLst>
                <a:ext uri="{FF2B5EF4-FFF2-40B4-BE49-F238E27FC236}">
                  <a16:creationId xmlns:a16="http://schemas.microsoft.com/office/drawing/2014/main" id="{CFDEE85B-7CBA-E20B-6AFB-FBD17728BAB8}"/>
                </a:ext>
              </a:extLst>
            </p:cNvPr>
            <p:cNvSpPr txBox="1">
              <a:spLocks noChangeArrowheads="1"/>
            </p:cNvSpPr>
            <p:nvPr/>
          </p:nvSpPr>
          <p:spPr bwMode="auto">
            <a:xfrm>
              <a:off x="5199522" y="2202613"/>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87" name="Rectangle 414">
              <a:extLst>
                <a:ext uri="{FF2B5EF4-FFF2-40B4-BE49-F238E27FC236}">
                  <a16:creationId xmlns:a16="http://schemas.microsoft.com/office/drawing/2014/main" id="{E41D4D2C-30A2-EB13-890A-92F014ADCF3F}"/>
                </a:ext>
              </a:extLst>
            </p:cNvPr>
            <p:cNvSpPr>
              <a:spLocks noChangeArrowheads="1"/>
            </p:cNvSpPr>
            <p:nvPr/>
          </p:nvSpPr>
          <p:spPr bwMode="auto">
            <a:xfrm rot="10800000">
              <a:off x="5599963" y="2794174"/>
              <a:ext cx="449596"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88" name="Rectangle 415">
              <a:extLst>
                <a:ext uri="{FF2B5EF4-FFF2-40B4-BE49-F238E27FC236}">
                  <a16:creationId xmlns:a16="http://schemas.microsoft.com/office/drawing/2014/main" id="{33AF7283-300D-F2A3-3A95-6DD89355C12C}"/>
                </a:ext>
              </a:extLst>
            </p:cNvPr>
            <p:cNvSpPr>
              <a:spLocks noChangeArrowheads="1"/>
            </p:cNvSpPr>
            <p:nvPr/>
          </p:nvSpPr>
          <p:spPr bwMode="auto">
            <a:xfrm>
              <a:off x="6049559" y="2794174"/>
              <a:ext cx="152264"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80</a:t>
              </a:r>
            </a:p>
          </p:txBody>
        </p:sp>
        <p:sp>
          <p:nvSpPr>
            <p:cNvPr id="89" name="Rectangle 414">
              <a:extLst>
                <a:ext uri="{FF2B5EF4-FFF2-40B4-BE49-F238E27FC236}">
                  <a16:creationId xmlns:a16="http://schemas.microsoft.com/office/drawing/2014/main" id="{440BF1E6-A611-4372-61F0-E4BE52979FF6}"/>
                </a:ext>
              </a:extLst>
            </p:cNvPr>
            <p:cNvSpPr>
              <a:spLocks noChangeArrowheads="1"/>
            </p:cNvSpPr>
            <p:nvPr/>
          </p:nvSpPr>
          <p:spPr bwMode="auto">
            <a:xfrm rot="10800000">
              <a:off x="1026070" y="2804033"/>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0" name="Line 345">
              <a:extLst>
                <a:ext uri="{FF2B5EF4-FFF2-40B4-BE49-F238E27FC236}">
                  <a16:creationId xmlns:a16="http://schemas.microsoft.com/office/drawing/2014/main" id="{90F2A71A-2E7E-EF29-712B-8190EB257DBE}"/>
                </a:ext>
              </a:extLst>
            </p:cNvPr>
            <p:cNvSpPr>
              <a:spLocks noChangeShapeType="1"/>
            </p:cNvSpPr>
            <p:nvPr/>
          </p:nvSpPr>
          <p:spPr bwMode="auto">
            <a:xfrm flipV="1">
              <a:off x="7511047" y="2863189"/>
              <a:ext cx="177441" cy="0"/>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1" name="Text Box 353">
              <a:extLst>
                <a:ext uri="{FF2B5EF4-FFF2-40B4-BE49-F238E27FC236}">
                  <a16:creationId xmlns:a16="http://schemas.microsoft.com/office/drawing/2014/main" id="{98A548E3-6D49-8BF2-BCF7-C43E70FAF38F}"/>
                </a:ext>
              </a:extLst>
            </p:cNvPr>
            <p:cNvSpPr txBox="1">
              <a:spLocks noChangeArrowheads="1"/>
            </p:cNvSpPr>
            <p:nvPr/>
          </p:nvSpPr>
          <p:spPr bwMode="auto">
            <a:xfrm>
              <a:off x="6712980" y="2919880"/>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sp>
          <p:nvSpPr>
            <p:cNvPr id="92" name="Rectangle 414">
              <a:extLst>
                <a:ext uri="{FF2B5EF4-FFF2-40B4-BE49-F238E27FC236}">
                  <a16:creationId xmlns:a16="http://schemas.microsoft.com/office/drawing/2014/main" id="{56D0FC23-4F4E-039C-8291-73D1C64B8826}"/>
                </a:ext>
              </a:extLst>
            </p:cNvPr>
            <p:cNvSpPr>
              <a:spLocks noChangeArrowheads="1"/>
            </p:cNvSpPr>
            <p:nvPr/>
          </p:nvSpPr>
          <p:spPr bwMode="auto">
            <a:xfrm rot="10800000">
              <a:off x="7035074" y="2792941"/>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3" name="Line 345">
              <a:extLst>
                <a:ext uri="{FF2B5EF4-FFF2-40B4-BE49-F238E27FC236}">
                  <a16:creationId xmlns:a16="http://schemas.microsoft.com/office/drawing/2014/main" id="{2AC814CC-1DA2-AF82-2758-CF43A664B1D3}"/>
                </a:ext>
              </a:extLst>
            </p:cNvPr>
            <p:cNvSpPr>
              <a:spLocks noChangeShapeType="1"/>
            </p:cNvSpPr>
            <p:nvPr/>
          </p:nvSpPr>
          <p:spPr bwMode="auto">
            <a:xfrm flipV="1">
              <a:off x="2988708" y="2884140"/>
              <a:ext cx="177441" cy="1233"/>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4" name="AutoShape 357">
              <a:extLst>
                <a:ext uri="{FF2B5EF4-FFF2-40B4-BE49-F238E27FC236}">
                  <a16:creationId xmlns:a16="http://schemas.microsoft.com/office/drawing/2014/main" id="{DCE31CBB-C653-0F3F-998A-176934C5711B}"/>
                </a:ext>
              </a:extLst>
            </p:cNvPr>
            <p:cNvSpPr>
              <a:spLocks noChangeArrowheads="1"/>
            </p:cNvSpPr>
            <p:nvPr/>
          </p:nvSpPr>
          <p:spPr bwMode="auto">
            <a:xfrm flipH="1">
              <a:off x="6802482" y="2097857"/>
              <a:ext cx="870418" cy="256343"/>
            </a:xfrm>
            <a:prstGeom prst="wedgeRoundRectCallout">
              <a:avLst>
                <a:gd name="adj1" fmla="val -26134"/>
                <a:gd name="adj2" fmla="val 251079"/>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95" name="Text Box 356">
              <a:extLst>
                <a:ext uri="{FF2B5EF4-FFF2-40B4-BE49-F238E27FC236}">
                  <a16:creationId xmlns:a16="http://schemas.microsoft.com/office/drawing/2014/main" id="{08F2BA63-7575-BBAF-DCD5-8E5F26804C97}"/>
                </a:ext>
              </a:extLst>
            </p:cNvPr>
            <p:cNvSpPr txBox="1">
              <a:spLocks noChangeArrowheads="1"/>
            </p:cNvSpPr>
            <p:nvPr/>
          </p:nvSpPr>
          <p:spPr bwMode="auto">
            <a:xfrm>
              <a:off x="6734915" y="2101556"/>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 </a:t>
              </a:r>
              <a:r>
                <a:rPr lang="zh-CN" altLang="en-US" sz="1000" b="1">
                  <a:ea typeface="微软雅黑" panose="020B0503020204020204" pitchFamily="34" charset="-122"/>
                </a:rPr>
                <a:t>弹出标签</a:t>
              </a:r>
            </a:p>
          </p:txBody>
        </p:sp>
        <p:sp>
          <p:nvSpPr>
            <p:cNvPr id="96" name="Line 345">
              <a:extLst>
                <a:ext uri="{FF2B5EF4-FFF2-40B4-BE49-F238E27FC236}">
                  <a16:creationId xmlns:a16="http://schemas.microsoft.com/office/drawing/2014/main" id="{DD317DF2-FFFF-C0E6-E037-010F1E31DFD8}"/>
                </a:ext>
              </a:extLst>
            </p:cNvPr>
            <p:cNvSpPr>
              <a:spLocks noChangeShapeType="1"/>
            </p:cNvSpPr>
            <p:nvPr/>
          </p:nvSpPr>
          <p:spPr bwMode="auto">
            <a:xfrm flipV="1">
              <a:off x="6205419" y="2860724"/>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7" name="Text Box 411">
              <a:extLst>
                <a:ext uri="{FF2B5EF4-FFF2-40B4-BE49-F238E27FC236}">
                  <a16:creationId xmlns:a16="http://schemas.microsoft.com/office/drawing/2014/main" id="{FCC02B57-2B17-32A7-0208-BAAB93B764E5}"/>
                </a:ext>
              </a:extLst>
            </p:cNvPr>
            <p:cNvSpPr txBox="1">
              <a:spLocks noChangeArrowheads="1"/>
            </p:cNvSpPr>
            <p:nvPr/>
          </p:nvSpPr>
          <p:spPr bwMode="auto">
            <a:xfrm>
              <a:off x="1800499" y="2850865"/>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grpSp>
          <p:nvGrpSpPr>
            <p:cNvPr id="98" name="组合 29">
              <a:extLst>
                <a:ext uri="{FF2B5EF4-FFF2-40B4-BE49-F238E27FC236}">
                  <a16:creationId xmlns:a16="http://schemas.microsoft.com/office/drawing/2014/main" id="{28F81EF6-FE1A-C029-1C98-C3BBC623E9E5}"/>
                </a:ext>
              </a:extLst>
            </p:cNvPr>
            <p:cNvGrpSpPr>
              <a:grpSpLocks/>
            </p:cNvGrpSpPr>
            <p:nvPr/>
          </p:nvGrpSpPr>
          <p:grpSpPr bwMode="auto">
            <a:xfrm>
              <a:off x="728739" y="2418900"/>
              <a:ext cx="530426" cy="289671"/>
              <a:chOff x="4253264" y="3384673"/>
              <a:chExt cx="701744" cy="373591"/>
            </a:xfrm>
          </p:grpSpPr>
          <p:sp>
            <p:nvSpPr>
              <p:cNvPr id="117" name="矩形: 圆角 116">
                <a:extLst>
                  <a:ext uri="{FF2B5EF4-FFF2-40B4-BE49-F238E27FC236}">
                    <a16:creationId xmlns:a16="http://schemas.microsoft.com/office/drawing/2014/main" id="{92CA4A16-449C-B513-5046-C4E6ECBC9DAB}"/>
                  </a:ext>
                </a:extLst>
              </p:cNvPr>
              <p:cNvSpPr/>
              <p:nvPr/>
            </p:nvSpPr>
            <p:spPr bwMode="auto">
              <a:xfrm>
                <a:off x="4253264" y="3429970"/>
                <a:ext cx="618600"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8" name="文本框 28">
                <a:extLst>
                  <a:ext uri="{FF2B5EF4-FFF2-40B4-BE49-F238E27FC236}">
                    <a16:creationId xmlns:a16="http://schemas.microsoft.com/office/drawing/2014/main" id="{722FB653-FC8C-B140-2234-6AADCCBA6482}"/>
                  </a:ext>
                </a:extLst>
              </p:cNvPr>
              <p:cNvSpPr txBox="1">
                <a:spLocks noChangeArrowheads="1"/>
              </p:cNvSpPr>
              <p:nvPr/>
            </p:nvSpPr>
            <p:spPr bwMode="auto">
              <a:xfrm>
                <a:off x="4268386" y="3384673"/>
                <a:ext cx="686622"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dirty="0">
                    <a:ea typeface="微软雅黑" panose="020B0503020204020204" pitchFamily="34" charset="-122"/>
                  </a:rPr>
                  <a:t>上游</a:t>
                </a:r>
              </a:p>
            </p:txBody>
          </p:sp>
        </p:grpSp>
        <p:grpSp>
          <p:nvGrpSpPr>
            <p:cNvPr id="99" name="组合 31">
              <a:extLst>
                <a:ext uri="{FF2B5EF4-FFF2-40B4-BE49-F238E27FC236}">
                  <a16:creationId xmlns:a16="http://schemas.microsoft.com/office/drawing/2014/main" id="{8C923458-B22C-1FF3-1F7D-C440570D1487}"/>
                </a:ext>
              </a:extLst>
            </p:cNvPr>
            <p:cNvGrpSpPr>
              <a:grpSpLocks/>
            </p:cNvGrpSpPr>
            <p:nvPr/>
          </p:nvGrpSpPr>
          <p:grpSpPr bwMode="auto">
            <a:xfrm>
              <a:off x="7826362" y="2468814"/>
              <a:ext cx="518995" cy="289671"/>
              <a:chOff x="4253441" y="3397392"/>
              <a:chExt cx="688188" cy="373591"/>
            </a:xfrm>
          </p:grpSpPr>
          <p:sp>
            <p:nvSpPr>
              <p:cNvPr id="115" name="矩形: 圆角 114">
                <a:extLst>
                  <a:ext uri="{FF2B5EF4-FFF2-40B4-BE49-F238E27FC236}">
                    <a16:creationId xmlns:a16="http://schemas.microsoft.com/office/drawing/2014/main" id="{02933A11-5C5C-4180-2F39-42FDDC73BB36}"/>
                  </a:ext>
                </a:extLst>
              </p:cNvPr>
              <p:cNvSpPr/>
              <p:nvPr/>
            </p:nvSpPr>
            <p:spPr bwMode="auto">
              <a:xfrm>
                <a:off x="4253441" y="3429176"/>
                <a:ext cx="618423"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6" name="文本框 33">
                <a:extLst>
                  <a:ext uri="{FF2B5EF4-FFF2-40B4-BE49-F238E27FC236}">
                    <a16:creationId xmlns:a16="http://schemas.microsoft.com/office/drawing/2014/main" id="{3251DAE1-39D4-8EFA-4209-76576B253622}"/>
                  </a:ext>
                </a:extLst>
              </p:cNvPr>
              <p:cNvSpPr txBox="1">
                <a:spLocks noChangeArrowheads="1"/>
              </p:cNvSpPr>
              <p:nvPr/>
            </p:nvSpPr>
            <p:spPr bwMode="auto">
              <a:xfrm>
                <a:off x="4253441" y="3397392"/>
                <a:ext cx="688188"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a:ea typeface="微软雅黑" panose="020B0503020204020204" pitchFamily="34" charset="-122"/>
                  </a:rPr>
                  <a:t>下游</a:t>
                </a:r>
              </a:p>
            </p:txBody>
          </p:sp>
        </p:grpSp>
        <p:sp>
          <p:nvSpPr>
            <p:cNvPr id="100" name="文本框 34">
              <a:extLst>
                <a:ext uri="{FF2B5EF4-FFF2-40B4-BE49-F238E27FC236}">
                  <a16:creationId xmlns:a16="http://schemas.microsoft.com/office/drawing/2014/main" id="{3DB6ADC0-9594-341E-17B5-E0EC2BEBFA47}"/>
                </a:ext>
              </a:extLst>
            </p:cNvPr>
            <p:cNvSpPr txBox="1">
              <a:spLocks noChangeArrowheads="1"/>
            </p:cNvSpPr>
            <p:nvPr/>
          </p:nvSpPr>
          <p:spPr bwMode="auto">
            <a:xfrm>
              <a:off x="1243076" y="1026887"/>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1" name="文本框 35">
              <a:extLst>
                <a:ext uri="{FF2B5EF4-FFF2-40B4-BE49-F238E27FC236}">
                  <a16:creationId xmlns:a16="http://schemas.microsoft.com/office/drawing/2014/main" id="{D4537B14-2D8D-5C45-FE6E-B8A8EE6573AA}"/>
                </a:ext>
              </a:extLst>
            </p:cNvPr>
            <p:cNvSpPr txBox="1">
              <a:spLocks noChangeArrowheads="1"/>
            </p:cNvSpPr>
            <p:nvPr/>
          </p:nvSpPr>
          <p:spPr bwMode="auto">
            <a:xfrm>
              <a:off x="3799180" y="992379"/>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2" name="文本框 36">
              <a:extLst>
                <a:ext uri="{FF2B5EF4-FFF2-40B4-BE49-F238E27FC236}">
                  <a16:creationId xmlns:a16="http://schemas.microsoft.com/office/drawing/2014/main" id="{A450BA88-BFB0-A11C-7E74-70A9FC100B59}"/>
                </a:ext>
              </a:extLst>
            </p:cNvPr>
            <p:cNvSpPr txBox="1">
              <a:spLocks noChangeArrowheads="1"/>
            </p:cNvSpPr>
            <p:nvPr/>
          </p:nvSpPr>
          <p:spPr bwMode="auto">
            <a:xfrm>
              <a:off x="6137080" y="1001006"/>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cxnSp>
          <p:nvCxnSpPr>
            <p:cNvPr id="103" name="直接箭头连接符 2">
              <a:extLst>
                <a:ext uri="{FF2B5EF4-FFF2-40B4-BE49-F238E27FC236}">
                  <a16:creationId xmlns:a16="http://schemas.microsoft.com/office/drawing/2014/main" id="{B5A5188E-E4AE-EBA6-E826-51D7120AEBDA}"/>
                </a:ext>
              </a:extLst>
            </p:cNvPr>
            <p:cNvCxnSpPr>
              <a:cxnSpLocks/>
            </p:cNvCxnSpPr>
            <p:nvPr/>
          </p:nvCxnSpPr>
          <p:spPr bwMode="auto">
            <a:xfrm>
              <a:off x="1609946" y="4525720"/>
              <a:ext cx="5941864" cy="0"/>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104" name="Text Box 355">
              <a:extLst>
                <a:ext uri="{FF2B5EF4-FFF2-40B4-BE49-F238E27FC236}">
                  <a16:creationId xmlns:a16="http://schemas.microsoft.com/office/drawing/2014/main" id="{38D88411-E9F6-3675-48F1-6F60CB07A670}"/>
                </a:ext>
              </a:extLst>
            </p:cNvPr>
            <p:cNvSpPr txBox="1">
              <a:spLocks noChangeArrowheads="1"/>
            </p:cNvSpPr>
            <p:nvPr/>
          </p:nvSpPr>
          <p:spPr bwMode="auto">
            <a:xfrm>
              <a:off x="4040162" y="4391388"/>
              <a:ext cx="875985" cy="289672"/>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a:t>
              </a:r>
            </a:p>
          </p:txBody>
        </p:sp>
        <p:sp>
          <p:nvSpPr>
            <p:cNvPr id="105" name="AutoShape 354">
              <a:extLst>
                <a:ext uri="{FF2B5EF4-FFF2-40B4-BE49-F238E27FC236}">
                  <a16:creationId xmlns:a16="http://schemas.microsoft.com/office/drawing/2014/main" id="{18131B30-1FAC-DEA7-B7E5-2C67F125FC68}"/>
                </a:ext>
              </a:extLst>
            </p:cNvPr>
            <p:cNvSpPr>
              <a:spLocks noChangeArrowheads="1"/>
            </p:cNvSpPr>
            <p:nvPr/>
          </p:nvSpPr>
          <p:spPr bwMode="auto">
            <a:xfrm>
              <a:off x="3234487" y="3023403"/>
              <a:ext cx="890800" cy="262505"/>
            </a:xfrm>
            <a:prstGeom prst="wedgeRoundRectCallout">
              <a:avLst>
                <a:gd name="adj1" fmla="val 73259"/>
                <a:gd name="adj2" fmla="val -122694"/>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106" name="Text Box 355">
              <a:extLst>
                <a:ext uri="{FF2B5EF4-FFF2-40B4-BE49-F238E27FC236}">
                  <a16:creationId xmlns:a16="http://schemas.microsoft.com/office/drawing/2014/main" id="{C1378FCA-2A2D-9E88-2832-5DD72482B179}"/>
                </a:ext>
              </a:extLst>
            </p:cNvPr>
            <p:cNvSpPr txBox="1">
              <a:spLocks noChangeArrowheads="1"/>
            </p:cNvSpPr>
            <p:nvPr/>
          </p:nvSpPr>
          <p:spPr bwMode="auto">
            <a:xfrm>
              <a:off x="3170517" y="3041889"/>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 </a:t>
              </a:r>
              <a:r>
                <a:rPr lang="zh-CN" altLang="en-US" sz="1000" b="1">
                  <a:ea typeface="微软雅黑" panose="020B0503020204020204" pitchFamily="34" charset="-122"/>
                </a:rPr>
                <a:t>标签交换</a:t>
              </a:r>
            </a:p>
          </p:txBody>
        </p:sp>
        <p:sp>
          <p:nvSpPr>
            <p:cNvPr id="108" name="Text Box 358">
              <a:extLst>
                <a:ext uri="{FF2B5EF4-FFF2-40B4-BE49-F238E27FC236}">
                  <a16:creationId xmlns:a16="http://schemas.microsoft.com/office/drawing/2014/main" id="{0A8651C6-2C3A-866B-C34A-BBFF5C0B4A26}"/>
                </a:ext>
              </a:extLst>
            </p:cNvPr>
            <p:cNvSpPr txBox="1">
              <a:spLocks noChangeArrowheads="1"/>
            </p:cNvSpPr>
            <p:nvPr/>
          </p:nvSpPr>
          <p:spPr bwMode="auto">
            <a:xfrm>
              <a:off x="627262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09" name="Text Box 358">
              <a:extLst>
                <a:ext uri="{FF2B5EF4-FFF2-40B4-BE49-F238E27FC236}">
                  <a16:creationId xmlns:a16="http://schemas.microsoft.com/office/drawing/2014/main" id="{C4AE01D4-572D-D987-C7F0-25411ECF3C38}"/>
                </a:ext>
              </a:extLst>
            </p:cNvPr>
            <p:cNvSpPr txBox="1">
              <a:spLocks noChangeArrowheads="1"/>
            </p:cNvSpPr>
            <p:nvPr/>
          </p:nvSpPr>
          <p:spPr bwMode="auto">
            <a:xfrm>
              <a:off x="666347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110" name="Text Box 358">
              <a:extLst>
                <a:ext uri="{FF2B5EF4-FFF2-40B4-BE49-F238E27FC236}">
                  <a16:creationId xmlns:a16="http://schemas.microsoft.com/office/drawing/2014/main" id="{44F2A72D-383A-CE2B-D8BA-9D42EAEE350B}"/>
                </a:ext>
              </a:extLst>
            </p:cNvPr>
            <p:cNvSpPr txBox="1">
              <a:spLocks noChangeArrowheads="1"/>
            </p:cNvSpPr>
            <p:nvPr/>
          </p:nvSpPr>
          <p:spPr bwMode="auto">
            <a:xfrm>
              <a:off x="7003972" y="3846658"/>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12" name="Text Box 353">
              <a:extLst>
                <a:ext uri="{FF2B5EF4-FFF2-40B4-BE49-F238E27FC236}">
                  <a16:creationId xmlns:a16="http://schemas.microsoft.com/office/drawing/2014/main" id="{7E7A642C-6A7E-7428-8F5B-CF4D99E48BA7}"/>
                </a:ext>
              </a:extLst>
            </p:cNvPr>
            <p:cNvSpPr txBox="1">
              <a:spLocks noChangeArrowheads="1"/>
            </p:cNvSpPr>
            <p:nvPr/>
          </p:nvSpPr>
          <p:spPr bwMode="auto">
            <a:xfrm>
              <a:off x="7101774" y="4153529"/>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113" name="Text Box 355">
              <a:extLst>
                <a:ext uri="{FF2B5EF4-FFF2-40B4-BE49-F238E27FC236}">
                  <a16:creationId xmlns:a16="http://schemas.microsoft.com/office/drawing/2014/main" id="{D3A7D2AE-99BD-5F9D-0489-39A25992DE83}"/>
                </a:ext>
              </a:extLst>
            </p:cNvPr>
            <p:cNvSpPr txBox="1">
              <a:spLocks noChangeArrowheads="1"/>
            </p:cNvSpPr>
            <p:nvPr/>
          </p:nvSpPr>
          <p:spPr bwMode="auto">
            <a:xfrm>
              <a:off x="1138336" y="3738205"/>
              <a:ext cx="2502883" cy="28967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域包含了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1</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2</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3</a:t>
              </a:r>
              <a:r>
                <a:rPr lang="en-US" altLang="zh-CN" sz="1000" b="1" dirty="0">
                  <a:ea typeface="微软雅黑" panose="020B0503020204020204" pitchFamily="34" charset="-122"/>
                </a:rPr>
                <a:t> </a:t>
              </a:r>
              <a:r>
                <a:rPr lang="zh-CN" altLang="en-US" sz="1000" b="1" dirty="0">
                  <a:ea typeface="微软雅黑" panose="020B0503020204020204" pitchFamily="34" charset="-122"/>
                </a:rPr>
                <a:t>和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4</a:t>
              </a:r>
              <a:r>
                <a:rPr lang="zh-CN" altLang="en-US" sz="1000" b="1" dirty="0">
                  <a:ea typeface="微软雅黑" panose="020B0503020204020204" pitchFamily="34" charset="-122"/>
                </a:rPr>
                <a:t>。</a:t>
              </a:r>
            </a:p>
          </p:txBody>
        </p:sp>
        <p:sp>
          <p:nvSpPr>
            <p:cNvPr id="114" name="文本框 35">
              <a:extLst>
                <a:ext uri="{FF2B5EF4-FFF2-40B4-BE49-F238E27FC236}">
                  <a16:creationId xmlns:a16="http://schemas.microsoft.com/office/drawing/2014/main" id="{9763D2E2-4562-CFF7-3A09-9E4BE410CACB}"/>
                </a:ext>
              </a:extLst>
            </p:cNvPr>
            <p:cNvSpPr txBox="1">
              <a:spLocks noChangeArrowheads="1"/>
            </p:cNvSpPr>
            <p:nvPr/>
          </p:nvSpPr>
          <p:spPr bwMode="auto">
            <a:xfrm>
              <a:off x="6249779" y="3613731"/>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grpSp>
      <p:sp>
        <p:nvSpPr>
          <p:cNvPr id="7" name="矩形 6">
            <a:extLst>
              <a:ext uri="{FF2B5EF4-FFF2-40B4-BE49-F238E27FC236}">
                <a16:creationId xmlns:a16="http://schemas.microsoft.com/office/drawing/2014/main" id="{824AD435-1BA6-70C1-C209-3A7E510B4DB3}"/>
              </a:ext>
            </a:extLst>
          </p:cNvPr>
          <p:cNvSpPr/>
          <p:nvPr/>
        </p:nvSpPr>
        <p:spPr>
          <a:xfrm>
            <a:off x="645539" y="3767328"/>
            <a:ext cx="8021370" cy="702244"/>
          </a:xfrm>
          <a:prstGeom prst="rect">
            <a:avLst/>
          </a:prstGeom>
        </p:spPr>
        <p:txBody>
          <a:bodyPr wrap="square">
            <a:spAutoFit/>
          </a:bodyPr>
          <a:lstStyle/>
          <a:p>
            <a:pPr>
              <a:lnSpc>
                <a:spcPts val="2500"/>
              </a:lnSpc>
            </a:pPr>
            <a:r>
              <a:rPr lang="en-US" altLang="zh-CN" sz="1600" b="1" dirty="0">
                <a:latin typeface="微软雅黑" panose="020B0503020204020204" pitchFamily="34" charset="-122"/>
                <a:ea typeface="微软雅黑" panose="020B0503020204020204" pitchFamily="34" charset="-122"/>
              </a:rPr>
              <a:t>(4) </a:t>
            </a:r>
            <a:r>
              <a:rPr lang="zh-CN" altLang="en-US" sz="1600" b="1" dirty="0">
                <a:latin typeface="微软雅黑" panose="020B0503020204020204" pitchFamily="34" charset="-122"/>
                <a:ea typeface="微软雅黑" panose="020B0503020204020204" pitchFamily="34" charset="-122"/>
              </a:rPr>
              <a:t>假定边界</a:t>
            </a:r>
            <a:r>
              <a:rPr lang="en-US" altLang="zh-CN" sz="1600" b="1" dirty="0">
                <a:latin typeface="微软雅黑" panose="020B0503020204020204" pitchFamily="34" charset="-122"/>
                <a:ea typeface="微软雅黑" panose="020B0503020204020204" pitchFamily="34" charset="-122"/>
              </a:rPr>
              <a:t>LSR R</a:t>
            </a:r>
            <a:r>
              <a:rPr lang="en-US" altLang="zh-CN" sz="1600" b="1" baseline="-25000" dirty="0">
                <a:latin typeface="微软雅黑" panose="020B0503020204020204" pitchFamily="34" charset="-122"/>
                <a:ea typeface="微软雅黑" panose="020B0503020204020204" pitchFamily="34" charset="-122"/>
              </a:rPr>
              <a:t>1</a:t>
            </a:r>
            <a:r>
              <a:rPr lang="zh-CN" altLang="en-US" sz="1600" b="1" dirty="0">
                <a:latin typeface="微软雅黑" panose="020B0503020204020204" pitchFamily="34" charset="-122"/>
                <a:ea typeface="微软雅黑" panose="020B0503020204020204" pitchFamily="34" charset="-122"/>
              </a:rPr>
              <a:t>收到一个</a:t>
            </a:r>
            <a:r>
              <a:rPr lang="en-US" altLang="zh-CN" sz="1600" b="1" dirty="0">
                <a:latin typeface="微软雅黑" panose="020B0503020204020204" pitchFamily="34" charset="-122"/>
                <a:ea typeface="微软雅黑" panose="020B0503020204020204" pitchFamily="34" charset="-122"/>
              </a:rPr>
              <a:t>IP</a:t>
            </a:r>
            <a:r>
              <a:rPr lang="zh-CN" altLang="en-US" sz="1600" b="1" dirty="0">
                <a:latin typeface="微软雅黑" panose="020B0503020204020204" pitchFamily="34" charset="-122"/>
                <a:ea typeface="微软雅黑" panose="020B0503020204020204" pitchFamily="34" charset="-122"/>
              </a:rPr>
              <a:t>分组，要发往的目的</a:t>
            </a:r>
            <a:r>
              <a:rPr lang="en-US" altLang="zh-CN" sz="1600" b="1" dirty="0">
                <a:latin typeface="微软雅黑" panose="020B0503020204020204" pitchFamily="34" charset="-122"/>
                <a:ea typeface="微软雅黑" panose="020B0503020204020204" pitchFamily="34" charset="-122"/>
              </a:rPr>
              <a:t>IP</a:t>
            </a:r>
            <a:r>
              <a:rPr lang="zh-CN" altLang="en-US" sz="1600" b="1" dirty="0">
                <a:latin typeface="微软雅黑" panose="020B0503020204020204" pitchFamily="34" charset="-122"/>
                <a:ea typeface="微软雅黑" panose="020B0503020204020204" pitchFamily="34" charset="-122"/>
              </a:rPr>
              <a:t>地址是</a:t>
            </a:r>
            <a:r>
              <a:rPr lang="en-US" altLang="zh-CN" sz="1600" b="1" dirty="0">
                <a:latin typeface="微软雅黑" panose="020B0503020204020204" pitchFamily="34" charset="-122"/>
                <a:ea typeface="微软雅黑" panose="020B0503020204020204" pitchFamily="34" charset="-122"/>
              </a:rPr>
              <a:t>128.70.1.2</a:t>
            </a:r>
            <a:r>
              <a:rPr lang="zh-CN" altLang="en-US" sz="1600" b="1" dirty="0">
                <a:latin typeface="微软雅黑" panose="020B0503020204020204" pitchFamily="34" charset="-122"/>
                <a:ea typeface="微软雅黑" panose="020B0503020204020204" pitchFamily="34" charset="-122"/>
              </a:rPr>
              <a:t>。边界</a:t>
            </a:r>
            <a:r>
              <a:rPr lang="en-US" altLang="zh-CN" sz="1600" b="1" dirty="0">
                <a:latin typeface="微软雅黑" panose="020B0503020204020204" pitchFamily="34" charset="-122"/>
                <a:ea typeface="微软雅黑" panose="020B0503020204020204" pitchFamily="34" charset="-122"/>
              </a:rPr>
              <a:t>LSR</a:t>
            </a:r>
            <a:r>
              <a:rPr lang="zh-CN" altLang="en-US" sz="1600" b="1" dirty="0">
                <a:latin typeface="微软雅黑" panose="020B0503020204020204" pitchFamily="34" charset="-122"/>
                <a:ea typeface="微软雅黑" panose="020B0503020204020204" pitchFamily="34" charset="-122"/>
              </a:rPr>
              <a:t>要为每个</a:t>
            </a:r>
            <a:r>
              <a:rPr lang="en-US" altLang="zh-CN" sz="1600" b="1" dirty="0">
                <a:latin typeface="微软雅黑" panose="020B0503020204020204" pitchFamily="34" charset="-122"/>
                <a:ea typeface="微软雅黑" panose="020B0503020204020204" pitchFamily="34" charset="-122"/>
              </a:rPr>
              <a:t>FEC</a:t>
            </a:r>
            <a:r>
              <a:rPr lang="zh-CN" altLang="en-US" sz="1600" b="1" dirty="0">
                <a:latin typeface="微软雅黑" panose="020B0503020204020204" pitchFamily="34" charset="-122"/>
                <a:ea typeface="微软雅黑" panose="020B0503020204020204" pitchFamily="34" charset="-122"/>
              </a:rPr>
              <a:t>维护一表项（未画在此图中），即应压入什么标签以及从哪个接口转发出去。</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883274142"/>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8A8A15-7E4C-21ED-FD7D-1CCB85DCDFEF}"/>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BA30C6D8-8865-DCE9-621D-452FBE1EEBC3}"/>
              </a:ext>
            </a:extLst>
          </p:cNvPr>
          <p:cNvSpPr/>
          <p:nvPr/>
        </p:nvSpPr>
        <p:spPr>
          <a:xfrm>
            <a:off x="545144" y="582235"/>
            <a:ext cx="8053712" cy="318509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107" name="文本框 3344">
            <a:extLst>
              <a:ext uri="{FF2B5EF4-FFF2-40B4-BE49-F238E27FC236}">
                <a16:creationId xmlns:a16="http://schemas.microsoft.com/office/drawing/2014/main" id="{74885734-5477-862F-843E-9208795DE153}"/>
              </a:ext>
            </a:extLst>
          </p:cNvPr>
          <p:cNvSpPr txBox="1">
            <a:spLocks noChangeArrowheads="1"/>
          </p:cNvSpPr>
          <p:nvPr/>
        </p:nvSpPr>
        <p:spPr bwMode="auto">
          <a:xfrm>
            <a:off x="6390054" y="4416035"/>
            <a:ext cx="216703" cy="2986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400" b="1">
                <a:ea typeface="微软雅黑" panose="020B0503020204020204" pitchFamily="34" charset="-122"/>
                <a:sym typeface="Symbol" panose="05050102010706020507" pitchFamily="18" charset="2"/>
              </a:rPr>
              <a:t> </a:t>
            </a:r>
            <a:endParaRPr lang="zh-CN" altLang="en-US" sz="1400" b="1">
              <a:ea typeface="微软雅黑" panose="020B0503020204020204" pitchFamily="34" charset="-122"/>
            </a:endParaRPr>
          </a:p>
        </p:txBody>
      </p:sp>
      <p:grpSp>
        <p:nvGrpSpPr>
          <p:cNvPr id="3" name="组合 2">
            <a:extLst>
              <a:ext uri="{FF2B5EF4-FFF2-40B4-BE49-F238E27FC236}">
                <a16:creationId xmlns:a16="http://schemas.microsoft.com/office/drawing/2014/main" id="{69711DA8-B986-4034-B35F-093F8ABF161F}"/>
              </a:ext>
            </a:extLst>
          </p:cNvPr>
          <p:cNvGrpSpPr/>
          <p:nvPr/>
        </p:nvGrpSpPr>
        <p:grpSpPr>
          <a:xfrm>
            <a:off x="1101908" y="580438"/>
            <a:ext cx="6726624" cy="3135379"/>
            <a:chOff x="621252" y="992379"/>
            <a:chExt cx="7913675" cy="3688681"/>
          </a:xfrm>
        </p:grpSpPr>
        <p:sp>
          <p:nvSpPr>
            <p:cNvPr id="57" name="矩形 3302">
              <a:extLst>
                <a:ext uri="{FF2B5EF4-FFF2-40B4-BE49-F238E27FC236}">
                  <a16:creationId xmlns:a16="http://schemas.microsoft.com/office/drawing/2014/main" id="{F6CAE5EC-44DB-5ECD-3087-1E810EE1BBD3}"/>
                </a:ext>
              </a:extLst>
            </p:cNvPr>
            <p:cNvSpPr>
              <a:spLocks noChangeArrowheads="1"/>
            </p:cNvSpPr>
            <p:nvPr/>
          </p:nvSpPr>
          <p:spPr bwMode="auto">
            <a:xfrm>
              <a:off x="3871115" y="1240095"/>
              <a:ext cx="1129386"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9" name="矩形 3283">
              <a:extLst>
                <a:ext uri="{FF2B5EF4-FFF2-40B4-BE49-F238E27FC236}">
                  <a16:creationId xmlns:a16="http://schemas.microsoft.com/office/drawing/2014/main" id="{4A433950-1B15-ACBF-177E-100D2DFC9D56}"/>
                </a:ext>
              </a:extLst>
            </p:cNvPr>
            <p:cNvSpPr>
              <a:spLocks noChangeArrowheads="1"/>
            </p:cNvSpPr>
            <p:nvPr/>
          </p:nvSpPr>
          <p:spPr bwMode="auto">
            <a:xfrm>
              <a:off x="6231795" y="1240095"/>
              <a:ext cx="1100612"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111" name="矩形 3283">
              <a:extLst>
                <a:ext uri="{FF2B5EF4-FFF2-40B4-BE49-F238E27FC236}">
                  <a16:creationId xmlns:a16="http://schemas.microsoft.com/office/drawing/2014/main" id="{FC2E9F0B-C957-A672-7891-7C9B68EC0585}"/>
                </a:ext>
              </a:extLst>
            </p:cNvPr>
            <p:cNvSpPr>
              <a:spLocks noChangeArrowheads="1"/>
            </p:cNvSpPr>
            <p:nvPr/>
          </p:nvSpPr>
          <p:spPr bwMode="auto">
            <a:xfrm>
              <a:off x="6346892" y="3844193"/>
              <a:ext cx="1100612" cy="61127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68" name="矩形 3318">
              <a:extLst>
                <a:ext uri="{FF2B5EF4-FFF2-40B4-BE49-F238E27FC236}">
                  <a16:creationId xmlns:a16="http://schemas.microsoft.com/office/drawing/2014/main" id="{367D2965-9822-1EAB-8628-A37B393E9762}"/>
                </a:ext>
              </a:extLst>
            </p:cNvPr>
            <p:cNvSpPr>
              <a:spLocks noChangeArrowheads="1"/>
            </p:cNvSpPr>
            <p:nvPr/>
          </p:nvSpPr>
          <p:spPr bwMode="auto">
            <a:xfrm>
              <a:off x="1340188" y="1267208"/>
              <a:ext cx="1081429"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 name="矩形 2">
              <a:extLst>
                <a:ext uri="{FF2B5EF4-FFF2-40B4-BE49-F238E27FC236}">
                  <a16:creationId xmlns:a16="http://schemas.microsoft.com/office/drawing/2014/main" id="{E5297A3B-87C2-7B5A-0AE8-0C3747C30E52}"/>
                </a:ext>
              </a:extLst>
            </p:cNvPr>
            <p:cNvSpPr>
              <a:spLocks noChangeArrowheads="1"/>
            </p:cNvSpPr>
            <p:nvPr/>
          </p:nvSpPr>
          <p:spPr bwMode="auto">
            <a:xfrm>
              <a:off x="1133973" y="3735741"/>
              <a:ext cx="2500954" cy="283456"/>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5" name="任意多边形: 形状 4">
              <a:extLst>
                <a:ext uri="{FF2B5EF4-FFF2-40B4-BE49-F238E27FC236}">
                  <a16:creationId xmlns:a16="http://schemas.microsoft.com/office/drawing/2014/main" id="{D35336E6-3D9E-C79A-10A0-844E578A8360}"/>
                </a:ext>
              </a:extLst>
            </p:cNvPr>
            <p:cNvSpPr/>
            <p:nvPr/>
          </p:nvSpPr>
          <p:spPr bwMode="auto">
            <a:xfrm>
              <a:off x="6356483" y="3520068"/>
              <a:ext cx="1092219" cy="307288"/>
            </a:xfrm>
            <a:custGeom>
              <a:avLst/>
              <a:gdLst>
                <a:gd name="connsiteX0" fmla="*/ 645459 w 1446306"/>
                <a:gd name="connsiteY0" fmla="*/ 0 h 256988"/>
                <a:gd name="connsiteX1" fmla="*/ 0 w 1446306"/>
                <a:gd name="connsiteY1" fmla="*/ 256988 h 256988"/>
                <a:gd name="connsiteX2" fmla="*/ 1446306 w 1446306"/>
                <a:gd name="connsiteY2" fmla="*/ 256988 h 256988"/>
                <a:gd name="connsiteX3" fmla="*/ 818777 w 1446306"/>
                <a:gd name="connsiteY3" fmla="*/ 11953 h 256988"/>
                <a:gd name="connsiteX4" fmla="*/ 645459 w 1446306"/>
                <a:gd name="connsiteY4" fmla="*/ 0 h 256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06" h="256988">
                  <a:moveTo>
                    <a:pt x="645459" y="0"/>
                  </a:moveTo>
                  <a:lnTo>
                    <a:pt x="0" y="256988"/>
                  </a:lnTo>
                  <a:lnTo>
                    <a:pt x="1446306" y="256988"/>
                  </a:lnTo>
                  <a:lnTo>
                    <a:pt x="818777" y="11953"/>
                  </a:lnTo>
                  <a:lnTo>
                    <a:pt x="645459" y="0"/>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5400000" scaled="0"/>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6" name="Text Box 358">
              <a:extLst>
                <a:ext uri="{FF2B5EF4-FFF2-40B4-BE49-F238E27FC236}">
                  <a16:creationId xmlns:a16="http://schemas.microsoft.com/office/drawing/2014/main" id="{8BA97B97-D3F5-E655-1364-9F11ADED9ED8}"/>
                </a:ext>
              </a:extLst>
            </p:cNvPr>
            <p:cNvSpPr txBox="1">
              <a:spLocks noChangeArrowheads="1"/>
            </p:cNvSpPr>
            <p:nvPr/>
          </p:nvSpPr>
          <p:spPr bwMode="auto">
            <a:xfrm>
              <a:off x="6369288" y="4234869"/>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70       0 </a:t>
              </a:r>
              <a:endParaRPr lang="zh-CN" altLang="en-US" sz="1000" b="1">
                <a:ea typeface="微软雅黑" panose="020B0503020204020204" pitchFamily="34" charset="-122"/>
              </a:endParaRPr>
            </a:p>
          </p:txBody>
        </p:sp>
        <p:cxnSp>
          <p:nvCxnSpPr>
            <p:cNvPr id="10" name="直接连接符 3288">
              <a:extLst>
                <a:ext uri="{FF2B5EF4-FFF2-40B4-BE49-F238E27FC236}">
                  <a16:creationId xmlns:a16="http://schemas.microsoft.com/office/drawing/2014/main" id="{896487BC-BB5E-08BE-2118-2104EAE9F9AB}"/>
                </a:ext>
              </a:extLst>
            </p:cNvPr>
            <p:cNvCxnSpPr>
              <a:cxnSpLocks/>
            </p:cNvCxnSpPr>
            <p:nvPr/>
          </p:nvCxnSpPr>
          <p:spPr bwMode="auto">
            <a:xfrm>
              <a:off x="6728149" y="3858982"/>
              <a:ext cx="1199" cy="59156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 name="直接连接符 3289">
              <a:extLst>
                <a:ext uri="{FF2B5EF4-FFF2-40B4-BE49-F238E27FC236}">
                  <a16:creationId xmlns:a16="http://schemas.microsoft.com/office/drawing/2014/main" id="{8C30BF48-0F26-28D1-E3D2-2E987D0EDCE0}"/>
                </a:ext>
              </a:extLst>
            </p:cNvPr>
            <p:cNvCxnSpPr>
              <a:cxnSpLocks/>
            </p:cNvCxnSpPr>
            <p:nvPr/>
          </p:nvCxnSpPr>
          <p:spPr bwMode="auto">
            <a:xfrm flipH="1">
              <a:off x="7078235" y="3833101"/>
              <a:ext cx="4796" cy="61004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 name="直接连接符 3285">
              <a:extLst>
                <a:ext uri="{FF2B5EF4-FFF2-40B4-BE49-F238E27FC236}">
                  <a16:creationId xmlns:a16="http://schemas.microsoft.com/office/drawing/2014/main" id="{D1F6F888-C85C-1F42-A62B-5D31C48E679C}"/>
                </a:ext>
              </a:extLst>
            </p:cNvPr>
            <p:cNvCxnSpPr>
              <a:cxnSpLocks/>
            </p:cNvCxnSpPr>
            <p:nvPr/>
          </p:nvCxnSpPr>
          <p:spPr bwMode="auto">
            <a:xfrm>
              <a:off x="6346892" y="4234869"/>
              <a:ext cx="1095816"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sp>
          <p:nvSpPr>
            <p:cNvPr id="13" name="Text Box 410">
              <a:extLst>
                <a:ext uri="{FF2B5EF4-FFF2-40B4-BE49-F238E27FC236}">
                  <a16:creationId xmlns:a16="http://schemas.microsoft.com/office/drawing/2014/main" id="{2766EBBC-B955-3FEE-3D89-AE56D680F036}"/>
                </a:ext>
              </a:extLst>
            </p:cNvPr>
            <p:cNvSpPr txBox="1">
              <a:spLocks noChangeArrowheads="1"/>
            </p:cNvSpPr>
            <p:nvPr/>
          </p:nvSpPr>
          <p:spPr bwMode="auto">
            <a:xfrm>
              <a:off x="4458512" y="254029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14" name="文本框 3344">
              <a:extLst>
                <a:ext uri="{FF2B5EF4-FFF2-40B4-BE49-F238E27FC236}">
                  <a16:creationId xmlns:a16="http://schemas.microsoft.com/office/drawing/2014/main" id="{6954B623-7E90-A398-85BF-A13EFEEBF5ED}"/>
                </a:ext>
              </a:extLst>
            </p:cNvPr>
            <p:cNvSpPr txBox="1">
              <a:spLocks noChangeArrowheads="1"/>
            </p:cNvSpPr>
            <p:nvPr/>
          </p:nvSpPr>
          <p:spPr bwMode="auto">
            <a:xfrm>
              <a:off x="6274957" y="1715808"/>
              <a:ext cx="4247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 </a:t>
              </a:r>
              <a:endParaRPr lang="zh-CN" altLang="en-US" sz="1100" b="1">
                <a:ea typeface="微软雅黑" panose="020B0503020204020204" pitchFamily="34" charset="-122"/>
              </a:endParaRPr>
            </a:p>
          </p:txBody>
        </p:sp>
        <p:sp>
          <p:nvSpPr>
            <p:cNvPr id="15" name="任意多边形: 形状 14">
              <a:extLst>
                <a:ext uri="{FF2B5EF4-FFF2-40B4-BE49-F238E27FC236}">
                  <a16:creationId xmlns:a16="http://schemas.microsoft.com/office/drawing/2014/main" id="{1291226F-7BAD-CD81-6AE2-19A2C1CAC3AB}"/>
                </a:ext>
              </a:extLst>
            </p:cNvPr>
            <p:cNvSpPr/>
            <p:nvPr/>
          </p:nvSpPr>
          <p:spPr bwMode="auto">
            <a:xfrm>
              <a:off x="1335392" y="2087533"/>
              <a:ext cx="1086224" cy="539031"/>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cxnSp>
          <p:nvCxnSpPr>
            <p:cNvPr id="16" name="直接连接符 22">
              <a:extLst>
                <a:ext uri="{FF2B5EF4-FFF2-40B4-BE49-F238E27FC236}">
                  <a16:creationId xmlns:a16="http://schemas.microsoft.com/office/drawing/2014/main" id="{36D0A054-F6A4-3643-372B-BECF0916A9F0}"/>
                </a:ext>
              </a:extLst>
            </p:cNvPr>
            <p:cNvCxnSpPr>
              <a:cxnSpLocks/>
            </p:cNvCxnSpPr>
            <p:nvPr/>
          </p:nvCxnSpPr>
          <p:spPr bwMode="auto">
            <a:xfrm>
              <a:off x="1910876" y="2836076"/>
              <a:ext cx="149866" cy="109685"/>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sp>
          <p:nvSpPr>
            <p:cNvPr id="17" name="任意多边形: 形状 16">
              <a:extLst>
                <a:ext uri="{FF2B5EF4-FFF2-40B4-BE49-F238E27FC236}">
                  <a16:creationId xmlns:a16="http://schemas.microsoft.com/office/drawing/2014/main" id="{A1FFB7B9-EA31-AEDB-BEFD-842BF7C3C45D}"/>
                </a:ext>
              </a:extLst>
            </p:cNvPr>
            <p:cNvSpPr/>
            <p:nvPr/>
          </p:nvSpPr>
          <p:spPr bwMode="auto">
            <a:xfrm>
              <a:off x="6247381" y="2052258"/>
              <a:ext cx="1091020" cy="568144"/>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18" name="Line 227">
              <a:extLst>
                <a:ext uri="{FF2B5EF4-FFF2-40B4-BE49-F238E27FC236}">
                  <a16:creationId xmlns:a16="http://schemas.microsoft.com/office/drawing/2014/main" id="{B6D92FF4-742D-DA4A-19B1-5324B5571604}"/>
                </a:ext>
              </a:extLst>
            </p:cNvPr>
            <p:cNvSpPr>
              <a:spLocks noChangeShapeType="1"/>
            </p:cNvSpPr>
            <p:nvPr/>
          </p:nvSpPr>
          <p:spPr bwMode="auto">
            <a:xfrm>
              <a:off x="6807278" y="3406685"/>
              <a:ext cx="744532" cy="4313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19" name="Line 94">
              <a:extLst>
                <a:ext uri="{FF2B5EF4-FFF2-40B4-BE49-F238E27FC236}">
                  <a16:creationId xmlns:a16="http://schemas.microsoft.com/office/drawing/2014/main" id="{EFDC2ED2-B6AF-1CA9-D753-3D870AF6B354}"/>
                </a:ext>
              </a:extLst>
            </p:cNvPr>
            <p:cNvSpPr>
              <a:spLocks noChangeShapeType="1"/>
            </p:cNvSpPr>
            <p:nvPr/>
          </p:nvSpPr>
          <p:spPr bwMode="auto">
            <a:xfrm>
              <a:off x="4506545" y="2815124"/>
              <a:ext cx="2300733" cy="59156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0" name="Line 227">
              <a:extLst>
                <a:ext uri="{FF2B5EF4-FFF2-40B4-BE49-F238E27FC236}">
                  <a16:creationId xmlns:a16="http://schemas.microsoft.com/office/drawing/2014/main" id="{9E5CBDD9-A1E6-13BA-7093-1920F7AC8C27}"/>
                </a:ext>
              </a:extLst>
            </p:cNvPr>
            <p:cNvSpPr>
              <a:spLocks noChangeShapeType="1"/>
            </p:cNvSpPr>
            <p:nvPr/>
          </p:nvSpPr>
          <p:spPr bwMode="auto">
            <a:xfrm flipV="1">
              <a:off x="6790493" y="2741179"/>
              <a:ext cx="761317" cy="98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1" name="Line 89">
              <a:extLst>
                <a:ext uri="{FF2B5EF4-FFF2-40B4-BE49-F238E27FC236}">
                  <a16:creationId xmlns:a16="http://schemas.microsoft.com/office/drawing/2014/main" id="{EDE230E7-5F29-34CE-2453-7BECC7A594DE}"/>
                </a:ext>
              </a:extLst>
            </p:cNvPr>
            <p:cNvSpPr>
              <a:spLocks noChangeShapeType="1"/>
            </p:cNvSpPr>
            <p:nvPr/>
          </p:nvSpPr>
          <p:spPr bwMode="auto">
            <a:xfrm>
              <a:off x="1010485" y="2736250"/>
              <a:ext cx="7661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2" name="Line 94">
              <a:extLst>
                <a:ext uri="{FF2B5EF4-FFF2-40B4-BE49-F238E27FC236}">
                  <a16:creationId xmlns:a16="http://schemas.microsoft.com/office/drawing/2014/main" id="{F7737227-9F05-8874-BA06-8A557ADD574A}"/>
                </a:ext>
              </a:extLst>
            </p:cNvPr>
            <p:cNvSpPr>
              <a:spLocks noChangeShapeType="1"/>
            </p:cNvSpPr>
            <p:nvPr/>
          </p:nvSpPr>
          <p:spPr bwMode="auto">
            <a:xfrm>
              <a:off x="4558098" y="2737482"/>
              <a:ext cx="2249180" cy="739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3" name="Line 98">
              <a:extLst>
                <a:ext uri="{FF2B5EF4-FFF2-40B4-BE49-F238E27FC236}">
                  <a16:creationId xmlns:a16="http://schemas.microsoft.com/office/drawing/2014/main" id="{7CFBB37C-C81B-B502-1207-B92225F87D09}"/>
                </a:ext>
              </a:extLst>
            </p:cNvPr>
            <p:cNvSpPr>
              <a:spLocks noChangeShapeType="1"/>
            </p:cNvSpPr>
            <p:nvPr/>
          </p:nvSpPr>
          <p:spPr bwMode="auto">
            <a:xfrm flipH="1">
              <a:off x="1958832" y="2741179"/>
              <a:ext cx="2355885" cy="1232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4" name="Line 345">
              <a:extLst>
                <a:ext uri="{FF2B5EF4-FFF2-40B4-BE49-F238E27FC236}">
                  <a16:creationId xmlns:a16="http://schemas.microsoft.com/office/drawing/2014/main" id="{71BE008A-2ECA-C046-5EB5-1CEFDE6D378F}"/>
                </a:ext>
              </a:extLst>
            </p:cNvPr>
            <p:cNvSpPr>
              <a:spLocks noChangeShapeType="1"/>
            </p:cNvSpPr>
            <p:nvPr/>
          </p:nvSpPr>
          <p:spPr bwMode="auto">
            <a:xfrm flipV="1">
              <a:off x="1306618" y="2887837"/>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5" name="Text Box 350">
              <a:extLst>
                <a:ext uri="{FF2B5EF4-FFF2-40B4-BE49-F238E27FC236}">
                  <a16:creationId xmlns:a16="http://schemas.microsoft.com/office/drawing/2014/main" id="{ABD61C4D-F661-52A0-3C0F-18B06F59252E}"/>
                </a:ext>
              </a:extLst>
            </p:cNvPr>
            <p:cNvSpPr txBox="1">
              <a:spLocks noChangeArrowheads="1"/>
            </p:cNvSpPr>
            <p:nvPr/>
          </p:nvSpPr>
          <p:spPr bwMode="auto">
            <a:xfrm>
              <a:off x="2877208" y="2067047"/>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26" name="AutoShape 354">
              <a:extLst>
                <a:ext uri="{FF2B5EF4-FFF2-40B4-BE49-F238E27FC236}">
                  <a16:creationId xmlns:a16="http://schemas.microsoft.com/office/drawing/2014/main" id="{A51C214A-A4ED-1748-E634-368630EEE079}"/>
                </a:ext>
              </a:extLst>
            </p:cNvPr>
            <p:cNvSpPr>
              <a:spLocks noChangeArrowheads="1"/>
            </p:cNvSpPr>
            <p:nvPr/>
          </p:nvSpPr>
          <p:spPr bwMode="auto">
            <a:xfrm>
              <a:off x="1817359" y="3182385"/>
              <a:ext cx="890800" cy="262505"/>
            </a:xfrm>
            <a:prstGeom prst="wedgeRoundRectCallout">
              <a:avLst>
                <a:gd name="adj1" fmla="val 73259"/>
                <a:gd name="adj2" fmla="val -135176"/>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27" name="Text Box 355">
              <a:extLst>
                <a:ext uri="{FF2B5EF4-FFF2-40B4-BE49-F238E27FC236}">
                  <a16:creationId xmlns:a16="http://schemas.microsoft.com/office/drawing/2014/main" id="{87723BCF-7D81-3F00-4ED4-B38EF16C0293}"/>
                </a:ext>
              </a:extLst>
            </p:cNvPr>
            <p:cNvSpPr txBox="1">
              <a:spLocks noChangeArrowheads="1"/>
            </p:cNvSpPr>
            <p:nvPr/>
          </p:nvSpPr>
          <p:spPr bwMode="auto">
            <a:xfrm>
              <a:off x="1753390" y="3200871"/>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 </a:t>
              </a:r>
              <a:r>
                <a:rPr lang="zh-CN" altLang="en-US" sz="1000" b="1">
                  <a:ea typeface="微软雅黑" panose="020B0503020204020204" pitchFamily="34" charset="-122"/>
                </a:rPr>
                <a:t>压入标签</a:t>
              </a:r>
            </a:p>
          </p:txBody>
        </p:sp>
        <p:sp>
          <p:nvSpPr>
            <p:cNvPr id="28" name="Text Box 370">
              <a:extLst>
                <a:ext uri="{FF2B5EF4-FFF2-40B4-BE49-F238E27FC236}">
                  <a16:creationId xmlns:a16="http://schemas.microsoft.com/office/drawing/2014/main" id="{F8E34015-9BE8-C287-FF0C-C2E1E4081570}"/>
                </a:ext>
              </a:extLst>
            </p:cNvPr>
            <p:cNvSpPr txBox="1">
              <a:spLocks noChangeArrowheads="1"/>
            </p:cNvSpPr>
            <p:nvPr/>
          </p:nvSpPr>
          <p:spPr bwMode="auto">
            <a:xfrm>
              <a:off x="1421169" y="2507020"/>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a:t>
              </a:r>
            </a:p>
          </p:txBody>
        </p:sp>
        <p:sp>
          <p:nvSpPr>
            <p:cNvPr id="29" name="Text Box 411">
              <a:extLst>
                <a:ext uri="{FF2B5EF4-FFF2-40B4-BE49-F238E27FC236}">
                  <a16:creationId xmlns:a16="http://schemas.microsoft.com/office/drawing/2014/main" id="{F5691226-2634-2AA7-754B-E8C84ABA4DAE}"/>
                </a:ext>
              </a:extLst>
            </p:cNvPr>
            <p:cNvSpPr txBox="1">
              <a:spLocks noChangeArrowheads="1"/>
            </p:cNvSpPr>
            <p:nvPr/>
          </p:nvSpPr>
          <p:spPr bwMode="auto">
            <a:xfrm>
              <a:off x="4451319" y="2818822"/>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sp>
          <p:nvSpPr>
            <p:cNvPr id="30" name="Rectangle 414">
              <a:extLst>
                <a:ext uri="{FF2B5EF4-FFF2-40B4-BE49-F238E27FC236}">
                  <a16:creationId xmlns:a16="http://schemas.microsoft.com/office/drawing/2014/main" id="{40CF2D7E-6991-07AF-9CFC-465C2B6251C5}"/>
                </a:ext>
              </a:extLst>
            </p:cNvPr>
            <p:cNvSpPr>
              <a:spLocks noChangeArrowheads="1"/>
            </p:cNvSpPr>
            <p:nvPr/>
          </p:nvSpPr>
          <p:spPr bwMode="auto">
            <a:xfrm rot="10800000">
              <a:off x="2385649" y="2811427"/>
              <a:ext cx="451994"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31" name="Rectangle 415">
              <a:extLst>
                <a:ext uri="{FF2B5EF4-FFF2-40B4-BE49-F238E27FC236}">
                  <a16:creationId xmlns:a16="http://schemas.microsoft.com/office/drawing/2014/main" id="{53D2B9FA-49C0-F3B8-10C4-6F14BB8DAC7B}"/>
                </a:ext>
              </a:extLst>
            </p:cNvPr>
            <p:cNvSpPr>
              <a:spLocks noChangeArrowheads="1"/>
            </p:cNvSpPr>
            <p:nvPr/>
          </p:nvSpPr>
          <p:spPr bwMode="auto">
            <a:xfrm>
              <a:off x="2834046" y="2811427"/>
              <a:ext cx="153462"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81</a:t>
              </a:r>
            </a:p>
          </p:txBody>
        </p:sp>
        <p:sp>
          <p:nvSpPr>
            <p:cNvPr id="32" name="Line 420">
              <a:extLst>
                <a:ext uri="{FF2B5EF4-FFF2-40B4-BE49-F238E27FC236}">
                  <a16:creationId xmlns:a16="http://schemas.microsoft.com/office/drawing/2014/main" id="{2320FD1F-653B-55F8-5B99-FE928539878E}"/>
                </a:ext>
              </a:extLst>
            </p:cNvPr>
            <p:cNvSpPr>
              <a:spLocks noChangeShapeType="1"/>
            </p:cNvSpPr>
            <p:nvPr/>
          </p:nvSpPr>
          <p:spPr bwMode="auto">
            <a:xfrm rot="17283846">
              <a:off x="4708858" y="2478189"/>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33" name="Text Box 370">
              <a:extLst>
                <a:ext uri="{FF2B5EF4-FFF2-40B4-BE49-F238E27FC236}">
                  <a16:creationId xmlns:a16="http://schemas.microsoft.com/office/drawing/2014/main" id="{CB86A423-455E-3DBA-BAD9-87A9076F3C14}"/>
                </a:ext>
              </a:extLst>
            </p:cNvPr>
            <p:cNvSpPr txBox="1">
              <a:spLocks noChangeArrowheads="1"/>
            </p:cNvSpPr>
            <p:nvPr/>
          </p:nvSpPr>
          <p:spPr bwMode="auto">
            <a:xfrm>
              <a:off x="6482422" y="3119532"/>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4</a:t>
              </a:r>
            </a:p>
          </p:txBody>
        </p:sp>
        <p:sp>
          <p:nvSpPr>
            <p:cNvPr id="34" name="Text Box 370">
              <a:extLst>
                <a:ext uri="{FF2B5EF4-FFF2-40B4-BE49-F238E27FC236}">
                  <a16:creationId xmlns:a16="http://schemas.microsoft.com/office/drawing/2014/main" id="{1DF269EB-1EDE-7BD7-6BEC-5A5BB39A88DB}"/>
                </a:ext>
              </a:extLst>
            </p:cNvPr>
            <p:cNvSpPr txBox="1">
              <a:spLocks noChangeArrowheads="1"/>
            </p:cNvSpPr>
            <p:nvPr/>
          </p:nvSpPr>
          <p:spPr bwMode="auto">
            <a:xfrm>
              <a:off x="6362531" y="2515647"/>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a:t>
              </a:r>
            </a:p>
          </p:txBody>
        </p:sp>
        <p:sp>
          <p:nvSpPr>
            <p:cNvPr id="35" name="Text Box 370">
              <a:extLst>
                <a:ext uri="{FF2B5EF4-FFF2-40B4-BE49-F238E27FC236}">
                  <a16:creationId xmlns:a16="http://schemas.microsoft.com/office/drawing/2014/main" id="{7DEAE8E6-FF0E-2A29-0B4A-0B6DD14A245C}"/>
                </a:ext>
              </a:extLst>
            </p:cNvPr>
            <p:cNvSpPr txBox="1">
              <a:spLocks noChangeArrowheads="1"/>
            </p:cNvSpPr>
            <p:nvPr/>
          </p:nvSpPr>
          <p:spPr bwMode="auto">
            <a:xfrm>
              <a:off x="3959290" y="2492231"/>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a:t>
              </a:r>
            </a:p>
          </p:txBody>
        </p:sp>
        <p:sp>
          <p:nvSpPr>
            <p:cNvPr id="36" name="Text Box 353">
              <a:extLst>
                <a:ext uri="{FF2B5EF4-FFF2-40B4-BE49-F238E27FC236}">
                  <a16:creationId xmlns:a16="http://schemas.microsoft.com/office/drawing/2014/main" id="{3B4AFE0D-56AB-E608-23E7-2CAA1561430E}"/>
                </a:ext>
              </a:extLst>
            </p:cNvPr>
            <p:cNvSpPr txBox="1">
              <a:spLocks noChangeArrowheads="1"/>
            </p:cNvSpPr>
            <p:nvPr/>
          </p:nvSpPr>
          <p:spPr bwMode="auto">
            <a:xfrm>
              <a:off x="621252" y="2930971"/>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grpSp>
          <p:nvGrpSpPr>
            <p:cNvPr id="37" name="组合 3255">
              <a:extLst>
                <a:ext uri="{FF2B5EF4-FFF2-40B4-BE49-F238E27FC236}">
                  <a16:creationId xmlns:a16="http://schemas.microsoft.com/office/drawing/2014/main" id="{953B9901-4C60-2C2E-077A-0B5EC39B7155}"/>
                </a:ext>
              </a:extLst>
            </p:cNvPr>
            <p:cNvGrpSpPr>
              <a:grpSpLocks/>
            </p:cNvGrpSpPr>
            <p:nvPr/>
          </p:nvGrpSpPr>
          <p:grpSpPr bwMode="auto">
            <a:xfrm>
              <a:off x="7545815" y="2592057"/>
              <a:ext cx="989112" cy="547193"/>
              <a:chOff x="9866202" y="1510266"/>
              <a:chExt cx="1309687" cy="703263"/>
            </a:xfrm>
          </p:grpSpPr>
          <p:pic>
            <p:nvPicPr>
              <p:cNvPr id="217" name="Picture 226">
                <a:extLst>
                  <a:ext uri="{FF2B5EF4-FFF2-40B4-BE49-F238E27FC236}">
                    <a16:creationId xmlns:a16="http://schemas.microsoft.com/office/drawing/2014/main" id="{A75B44A2-857E-287D-03D0-E7C709DD7B1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8" name="Text Box 353">
                <a:extLst>
                  <a:ext uri="{FF2B5EF4-FFF2-40B4-BE49-F238E27FC236}">
                    <a16:creationId xmlns:a16="http://schemas.microsoft.com/office/drawing/2014/main" id="{9AB0B2A0-D944-42A0-36E5-E79DD31E41AD}"/>
                  </a:ext>
                </a:extLst>
              </p:cNvPr>
              <p:cNvSpPr txBox="1">
                <a:spLocks noChangeArrowheads="1"/>
              </p:cNvSpPr>
              <p:nvPr/>
            </p:nvSpPr>
            <p:spPr bwMode="auto">
              <a:xfrm>
                <a:off x="10012484" y="1711881"/>
                <a:ext cx="1091736" cy="34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a:t>
                </a:r>
                <a:endParaRPr lang="zh-CN" altLang="en-US" sz="1000" b="1">
                  <a:ea typeface="微软雅黑" panose="020B0503020204020204" pitchFamily="34" charset="-122"/>
                </a:endParaRPr>
              </a:p>
            </p:txBody>
          </p:sp>
        </p:grpSp>
        <p:grpSp>
          <p:nvGrpSpPr>
            <p:cNvPr id="38" name="组合 3161">
              <a:extLst>
                <a:ext uri="{FF2B5EF4-FFF2-40B4-BE49-F238E27FC236}">
                  <a16:creationId xmlns:a16="http://schemas.microsoft.com/office/drawing/2014/main" id="{83783380-912B-46C5-6433-F30B0E322B61}"/>
                </a:ext>
              </a:extLst>
            </p:cNvPr>
            <p:cNvGrpSpPr>
              <a:grpSpLocks/>
            </p:cNvGrpSpPr>
            <p:nvPr/>
          </p:nvGrpSpPr>
          <p:grpSpPr bwMode="auto">
            <a:xfrm>
              <a:off x="6629838" y="2582198"/>
              <a:ext cx="302129" cy="361098"/>
              <a:chOff x="829150" y="1370013"/>
              <a:chExt cx="399575" cy="465137"/>
            </a:xfrm>
          </p:grpSpPr>
          <p:sp>
            <p:nvSpPr>
              <p:cNvPr id="187" name="AutoShape 86">
                <a:extLst>
                  <a:ext uri="{FF2B5EF4-FFF2-40B4-BE49-F238E27FC236}">
                    <a16:creationId xmlns:a16="http://schemas.microsoft.com/office/drawing/2014/main" id="{B3F1EBA9-3B09-DB09-C570-6807E37763F1}"/>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88" name="Oval 88">
                <a:extLst>
                  <a:ext uri="{FF2B5EF4-FFF2-40B4-BE49-F238E27FC236}">
                    <a16:creationId xmlns:a16="http://schemas.microsoft.com/office/drawing/2014/main" id="{83511249-3854-0E48-BEB4-E521FD99D7EF}"/>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89" name="Rectangle 89">
                <a:extLst>
                  <a:ext uri="{FF2B5EF4-FFF2-40B4-BE49-F238E27FC236}">
                    <a16:creationId xmlns:a16="http://schemas.microsoft.com/office/drawing/2014/main" id="{5F5628EB-48DD-98A6-71AA-403CE2C2E4CA}"/>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90" name="Oval 91">
                <a:extLst>
                  <a:ext uri="{FF2B5EF4-FFF2-40B4-BE49-F238E27FC236}">
                    <a16:creationId xmlns:a16="http://schemas.microsoft.com/office/drawing/2014/main" id="{B7CB34B7-40FC-2642-01DB-E09786A69CEC}"/>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91" name="Group 110">
                <a:extLst>
                  <a:ext uri="{FF2B5EF4-FFF2-40B4-BE49-F238E27FC236}">
                    <a16:creationId xmlns:a16="http://schemas.microsoft.com/office/drawing/2014/main" id="{20C2D9B6-5A0F-1E94-F6FB-BC3AD7A93E40}"/>
                  </a:ext>
                </a:extLst>
              </p:cNvPr>
              <p:cNvGrpSpPr>
                <a:grpSpLocks/>
              </p:cNvGrpSpPr>
              <p:nvPr/>
            </p:nvGrpSpPr>
            <p:grpSpPr bwMode="auto">
              <a:xfrm>
                <a:off x="898525" y="1389063"/>
                <a:ext cx="268287" cy="112712"/>
                <a:chOff x="566" y="875"/>
                <a:chExt cx="169" cy="71"/>
              </a:xfrm>
            </p:grpSpPr>
            <p:grpSp>
              <p:nvGrpSpPr>
                <p:cNvPr id="199" name="Group 100">
                  <a:extLst>
                    <a:ext uri="{FF2B5EF4-FFF2-40B4-BE49-F238E27FC236}">
                      <a16:creationId xmlns:a16="http://schemas.microsoft.com/office/drawing/2014/main" id="{4F3B5E0A-3C6A-A3AB-4B4A-5438AC5D619A}"/>
                    </a:ext>
                  </a:extLst>
                </p:cNvPr>
                <p:cNvGrpSpPr>
                  <a:grpSpLocks/>
                </p:cNvGrpSpPr>
                <p:nvPr/>
              </p:nvGrpSpPr>
              <p:grpSpPr bwMode="auto">
                <a:xfrm>
                  <a:off x="566" y="875"/>
                  <a:ext cx="168" cy="69"/>
                  <a:chOff x="566" y="875"/>
                  <a:chExt cx="168" cy="69"/>
                </a:xfrm>
              </p:grpSpPr>
              <p:sp>
                <p:nvSpPr>
                  <p:cNvPr id="209" name="Freeform 92">
                    <a:extLst>
                      <a:ext uri="{FF2B5EF4-FFF2-40B4-BE49-F238E27FC236}">
                        <a16:creationId xmlns:a16="http://schemas.microsoft.com/office/drawing/2014/main" id="{5707B772-0B9F-C1E7-9E8F-8CC352911A1A}"/>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0" name="Freeform 93">
                    <a:extLst>
                      <a:ext uri="{FF2B5EF4-FFF2-40B4-BE49-F238E27FC236}">
                        <a16:creationId xmlns:a16="http://schemas.microsoft.com/office/drawing/2014/main" id="{E56C9B9D-5D63-6D88-0DAF-DD9F5769F457}"/>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1" name="Freeform 94">
                    <a:extLst>
                      <a:ext uri="{FF2B5EF4-FFF2-40B4-BE49-F238E27FC236}">
                        <a16:creationId xmlns:a16="http://schemas.microsoft.com/office/drawing/2014/main" id="{7F321F87-8B0E-C409-185F-B5D82F6A84B4}"/>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2" name="Freeform 95">
                    <a:extLst>
                      <a:ext uri="{FF2B5EF4-FFF2-40B4-BE49-F238E27FC236}">
                        <a16:creationId xmlns:a16="http://schemas.microsoft.com/office/drawing/2014/main" id="{CBACCBF9-BFCE-B8B6-B935-9630174B0057}"/>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3" name="Freeform 96">
                    <a:extLst>
                      <a:ext uri="{FF2B5EF4-FFF2-40B4-BE49-F238E27FC236}">
                        <a16:creationId xmlns:a16="http://schemas.microsoft.com/office/drawing/2014/main" id="{9D387551-0BE8-113E-4885-017DA31A9D88}"/>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4" name="Freeform 97">
                    <a:extLst>
                      <a:ext uri="{FF2B5EF4-FFF2-40B4-BE49-F238E27FC236}">
                        <a16:creationId xmlns:a16="http://schemas.microsoft.com/office/drawing/2014/main" id="{A100D8E2-61E4-14C0-FDDE-F54E0A710572}"/>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5" name="Freeform 98">
                    <a:extLst>
                      <a:ext uri="{FF2B5EF4-FFF2-40B4-BE49-F238E27FC236}">
                        <a16:creationId xmlns:a16="http://schemas.microsoft.com/office/drawing/2014/main" id="{072A41F5-DCDE-F102-1A09-BA338F75F0A7}"/>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6" name="Freeform 99">
                    <a:extLst>
                      <a:ext uri="{FF2B5EF4-FFF2-40B4-BE49-F238E27FC236}">
                        <a16:creationId xmlns:a16="http://schemas.microsoft.com/office/drawing/2014/main" id="{0BC8A1B7-C4C2-A555-B34A-E0AF62639A48}"/>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200" name="Group 109">
                  <a:extLst>
                    <a:ext uri="{FF2B5EF4-FFF2-40B4-BE49-F238E27FC236}">
                      <a16:creationId xmlns:a16="http://schemas.microsoft.com/office/drawing/2014/main" id="{E36776CA-2B23-C08E-CA34-990E01A48664}"/>
                    </a:ext>
                  </a:extLst>
                </p:cNvPr>
                <p:cNvGrpSpPr>
                  <a:grpSpLocks/>
                </p:cNvGrpSpPr>
                <p:nvPr/>
              </p:nvGrpSpPr>
              <p:grpSpPr bwMode="auto">
                <a:xfrm>
                  <a:off x="568" y="876"/>
                  <a:ext cx="167" cy="70"/>
                  <a:chOff x="568" y="876"/>
                  <a:chExt cx="167" cy="70"/>
                </a:xfrm>
              </p:grpSpPr>
              <p:sp>
                <p:nvSpPr>
                  <p:cNvPr id="201" name="Freeform 101">
                    <a:extLst>
                      <a:ext uri="{FF2B5EF4-FFF2-40B4-BE49-F238E27FC236}">
                        <a16:creationId xmlns:a16="http://schemas.microsoft.com/office/drawing/2014/main" id="{7DAC09FA-71DC-A87E-7364-DBBCAD3BB867}"/>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2" name="Freeform 102">
                    <a:extLst>
                      <a:ext uri="{FF2B5EF4-FFF2-40B4-BE49-F238E27FC236}">
                        <a16:creationId xmlns:a16="http://schemas.microsoft.com/office/drawing/2014/main" id="{F6A25E74-5251-C251-DC1F-75CD937D4D21}"/>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3" name="Freeform 103">
                    <a:extLst>
                      <a:ext uri="{FF2B5EF4-FFF2-40B4-BE49-F238E27FC236}">
                        <a16:creationId xmlns:a16="http://schemas.microsoft.com/office/drawing/2014/main" id="{564386C9-B09D-7F30-757B-E8CF46B82F24}"/>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4" name="Freeform 104">
                    <a:extLst>
                      <a:ext uri="{FF2B5EF4-FFF2-40B4-BE49-F238E27FC236}">
                        <a16:creationId xmlns:a16="http://schemas.microsoft.com/office/drawing/2014/main" id="{AC6EC58A-A754-2A3E-C53B-D450C84AF883}"/>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5" name="Freeform 105">
                    <a:extLst>
                      <a:ext uri="{FF2B5EF4-FFF2-40B4-BE49-F238E27FC236}">
                        <a16:creationId xmlns:a16="http://schemas.microsoft.com/office/drawing/2014/main" id="{D8C85B3C-9BE3-69E6-C6AA-2699602A2A1A}"/>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6" name="Freeform 106">
                    <a:extLst>
                      <a:ext uri="{FF2B5EF4-FFF2-40B4-BE49-F238E27FC236}">
                        <a16:creationId xmlns:a16="http://schemas.microsoft.com/office/drawing/2014/main" id="{05AB5501-CFC3-A281-FF96-4B5EE3EE3D56}"/>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7" name="Freeform 107">
                    <a:extLst>
                      <a:ext uri="{FF2B5EF4-FFF2-40B4-BE49-F238E27FC236}">
                        <a16:creationId xmlns:a16="http://schemas.microsoft.com/office/drawing/2014/main" id="{E3EB52D8-E75F-0EB3-266C-1E0C659F943D}"/>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8" name="Freeform 108">
                    <a:extLst>
                      <a:ext uri="{FF2B5EF4-FFF2-40B4-BE49-F238E27FC236}">
                        <a16:creationId xmlns:a16="http://schemas.microsoft.com/office/drawing/2014/main" id="{DF7447F9-96EF-7C22-2118-356610B206DD}"/>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92" name="Line 111">
                <a:extLst>
                  <a:ext uri="{FF2B5EF4-FFF2-40B4-BE49-F238E27FC236}">
                    <a16:creationId xmlns:a16="http://schemas.microsoft.com/office/drawing/2014/main" id="{AABAEF52-DCBB-23E7-8B57-935DD795A9E3}"/>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93" name="Line 112">
                <a:extLst>
                  <a:ext uri="{FF2B5EF4-FFF2-40B4-BE49-F238E27FC236}">
                    <a16:creationId xmlns:a16="http://schemas.microsoft.com/office/drawing/2014/main" id="{E78B9F05-8315-EFD6-C691-4681A380BB01}"/>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94" name="Group 150">
                <a:extLst>
                  <a:ext uri="{FF2B5EF4-FFF2-40B4-BE49-F238E27FC236}">
                    <a16:creationId xmlns:a16="http://schemas.microsoft.com/office/drawing/2014/main" id="{0AAB1521-8D06-6C85-04AC-CC99ABB5CF20}"/>
                  </a:ext>
                </a:extLst>
              </p:cNvPr>
              <p:cNvGrpSpPr>
                <a:grpSpLocks/>
              </p:cNvGrpSpPr>
              <p:nvPr/>
            </p:nvGrpSpPr>
            <p:grpSpPr bwMode="auto">
              <a:xfrm>
                <a:off x="871778" y="1539380"/>
                <a:ext cx="298450" cy="168771"/>
                <a:chOff x="465" y="2127"/>
                <a:chExt cx="188" cy="171"/>
              </a:xfrm>
            </p:grpSpPr>
            <p:sp>
              <p:nvSpPr>
                <p:cNvPr id="195" name="Freeform 146">
                  <a:extLst>
                    <a:ext uri="{FF2B5EF4-FFF2-40B4-BE49-F238E27FC236}">
                      <a16:creationId xmlns:a16="http://schemas.microsoft.com/office/drawing/2014/main" id="{C7253419-3C60-CC1B-E22E-64E70B86FADA}"/>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6" name="Freeform 147">
                  <a:extLst>
                    <a:ext uri="{FF2B5EF4-FFF2-40B4-BE49-F238E27FC236}">
                      <a16:creationId xmlns:a16="http://schemas.microsoft.com/office/drawing/2014/main" id="{1DB9FDA6-778F-E4B8-B920-235CFD780936}"/>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7" name="Freeform 148">
                  <a:extLst>
                    <a:ext uri="{FF2B5EF4-FFF2-40B4-BE49-F238E27FC236}">
                      <a16:creationId xmlns:a16="http://schemas.microsoft.com/office/drawing/2014/main" id="{7D20955B-F696-1F8A-50CC-AF8779466A8C}"/>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8" name="Freeform 149">
                  <a:extLst>
                    <a:ext uri="{FF2B5EF4-FFF2-40B4-BE49-F238E27FC236}">
                      <a16:creationId xmlns:a16="http://schemas.microsoft.com/office/drawing/2014/main" id="{84B42240-B77F-09A0-5ABA-0CCF67856F5D}"/>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39" name="组合 3163">
              <a:extLst>
                <a:ext uri="{FF2B5EF4-FFF2-40B4-BE49-F238E27FC236}">
                  <a16:creationId xmlns:a16="http://schemas.microsoft.com/office/drawing/2014/main" id="{59604748-8D83-D66E-28D5-16835E880553}"/>
                </a:ext>
              </a:extLst>
            </p:cNvPr>
            <p:cNvGrpSpPr>
              <a:grpSpLocks/>
            </p:cNvGrpSpPr>
            <p:nvPr/>
          </p:nvGrpSpPr>
          <p:grpSpPr bwMode="auto">
            <a:xfrm>
              <a:off x="1705860" y="2610543"/>
              <a:ext cx="300929" cy="361099"/>
              <a:chOff x="829150" y="1370013"/>
              <a:chExt cx="399575" cy="465137"/>
            </a:xfrm>
          </p:grpSpPr>
          <p:sp>
            <p:nvSpPr>
              <p:cNvPr id="157" name="AutoShape 86">
                <a:extLst>
                  <a:ext uri="{FF2B5EF4-FFF2-40B4-BE49-F238E27FC236}">
                    <a16:creationId xmlns:a16="http://schemas.microsoft.com/office/drawing/2014/main" id="{B4A4DCBB-F59C-39E9-A934-35BA917B76AA}"/>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58" name="Oval 88">
                <a:extLst>
                  <a:ext uri="{FF2B5EF4-FFF2-40B4-BE49-F238E27FC236}">
                    <a16:creationId xmlns:a16="http://schemas.microsoft.com/office/drawing/2014/main" id="{15F2098D-63DB-4387-D62A-0A7CC42F17A5}"/>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59" name="Rectangle 89">
                <a:extLst>
                  <a:ext uri="{FF2B5EF4-FFF2-40B4-BE49-F238E27FC236}">
                    <a16:creationId xmlns:a16="http://schemas.microsoft.com/office/drawing/2014/main" id="{7D7E9FB9-462C-FB5E-D224-907BF723B636}"/>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60" name="Oval 91">
                <a:extLst>
                  <a:ext uri="{FF2B5EF4-FFF2-40B4-BE49-F238E27FC236}">
                    <a16:creationId xmlns:a16="http://schemas.microsoft.com/office/drawing/2014/main" id="{53B72D13-7205-FBF9-A2B1-ABC620398073}"/>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61" name="Group 110">
                <a:extLst>
                  <a:ext uri="{FF2B5EF4-FFF2-40B4-BE49-F238E27FC236}">
                    <a16:creationId xmlns:a16="http://schemas.microsoft.com/office/drawing/2014/main" id="{80CB5DD4-0EDE-F72C-DF97-4F3BF84D933F}"/>
                  </a:ext>
                </a:extLst>
              </p:cNvPr>
              <p:cNvGrpSpPr>
                <a:grpSpLocks/>
              </p:cNvGrpSpPr>
              <p:nvPr/>
            </p:nvGrpSpPr>
            <p:grpSpPr bwMode="auto">
              <a:xfrm>
                <a:off x="898525" y="1389063"/>
                <a:ext cx="268287" cy="112712"/>
                <a:chOff x="566" y="875"/>
                <a:chExt cx="169" cy="71"/>
              </a:xfrm>
            </p:grpSpPr>
            <p:grpSp>
              <p:nvGrpSpPr>
                <p:cNvPr id="169" name="Group 100">
                  <a:extLst>
                    <a:ext uri="{FF2B5EF4-FFF2-40B4-BE49-F238E27FC236}">
                      <a16:creationId xmlns:a16="http://schemas.microsoft.com/office/drawing/2014/main" id="{1B53950B-3AE2-EF1D-40EA-A28CC2CAEBC1}"/>
                    </a:ext>
                  </a:extLst>
                </p:cNvPr>
                <p:cNvGrpSpPr>
                  <a:grpSpLocks/>
                </p:cNvGrpSpPr>
                <p:nvPr/>
              </p:nvGrpSpPr>
              <p:grpSpPr bwMode="auto">
                <a:xfrm>
                  <a:off x="566" y="875"/>
                  <a:ext cx="168" cy="69"/>
                  <a:chOff x="566" y="875"/>
                  <a:chExt cx="168" cy="69"/>
                </a:xfrm>
              </p:grpSpPr>
              <p:sp>
                <p:nvSpPr>
                  <p:cNvPr id="179" name="Freeform 92">
                    <a:extLst>
                      <a:ext uri="{FF2B5EF4-FFF2-40B4-BE49-F238E27FC236}">
                        <a16:creationId xmlns:a16="http://schemas.microsoft.com/office/drawing/2014/main" id="{992A94A6-B950-AA84-7C75-A47A66F85B01}"/>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0" name="Freeform 93">
                    <a:extLst>
                      <a:ext uri="{FF2B5EF4-FFF2-40B4-BE49-F238E27FC236}">
                        <a16:creationId xmlns:a16="http://schemas.microsoft.com/office/drawing/2014/main" id="{6D262755-BE61-5DCF-4E54-62949197E2ED}"/>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1" name="Freeform 94">
                    <a:extLst>
                      <a:ext uri="{FF2B5EF4-FFF2-40B4-BE49-F238E27FC236}">
                        <a16:creationId xmlns:a16="http://schemas.microsoft.com/office/drawing/2014/main" id="{453976FB-4DC9-58B7-DA03-671BF86C1C0C}"/>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2" name="Freeform 95">
                    <a:extLst>
                      <a:ext uri="{FF2B5EF4-FFF2-40B4-BE49-F238E27FC236}">
                        <a16:creationId xmlns:a16="http://schemas.microsoft.com/office/drawing/2014/main" id="{FD3CE943-2E56-1A82-8090-8ED466DE2760}"/>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3" name="Freeform 96">
                    <a:extLst>
                      <a:ext uri="{FF2B5EF4-FFF2-40B4-BE49-F238E27FC236}">
                        <a16:creationId xmlns:a16="http://schemas.microsoft.com/office/drawing/2014/main" id="{BD12843B-4303-684C-F5EE-2470FA1F527E}"/>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4" name="Freeform 97">
                    <a:extLst>
                      <a:ext uri="{FF2B5EF4-FFF2-40B4-BE49-F238E27FC236}">
                        <a16:creationId xmlns:a16="http://schemas.microsoft.com/office/drawing/2014/main" id="{3DDC5BD8-9761-7AF1-8E41-F0A8D3F43856}"/>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5" name="Freeform 98">
                    <a:extLst>
                      <a:ext uri="{FF2B5EF4-FFF2-40B4-BE49-F238E27FC236}">
                        <a16:creationId xmlns:a16="http://schemas.microsoft.com/office/drawing/2014/main" id="{657A5CFE-FDB3-EDEE-9F01-FE40BBC78D14}"/>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6" name="Freeform 99">
                    <a:extLst>
                      <a:ext uri="{FF2B5EF4-FFF2-40B4-BE49-F238E27FC236}">
                        <a16:creationId xmlns:a16="http://schemas.microsoft.com/office/drawing/2014/main" id="{D8159648-A7B6-16B8-C096-511BD21C5A75}"/>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70" name="Group 109">
                  <a:extLst>
                    <a:ext uri="{FF2B5EF4-FFF2-40B4-BE49-F238E27FC236}">
                      <a16:creationId xmlns:a16="http://schemas.microsoft.com/office/drawing/2014/main" id="{9BB86A68-0D01-3672-D406-30DCE06E7EE1}"/>
                    </a:ext>
                  </a:extLst>
                </p:cNvPr>
                <p:cNvGrpSpPr>
                  <a:grpSpLocks/>
                </p:cNvGrpSpPr>
                <p:nvPr/>
              </p:nvGrpSpPr>
              <p:grpSpPr bwMode="auto">
                <a:xfrm>
                  <a:off x="568" y="876"/>
                  <a:ext cx="167" cy="70"/>
                  <a:chOff x="568" y="876"/>
                  <a:chExt cx="167" cy="70"/>
                </a:xfrm>
              </p:grpSpPr>
              <p:sp>
                <p:nvSpPr>
                  <p:cNvPr id="171" name="Freeform 101">
                    <a:extLst>
                      <a:ext uri="{FF2B5EF4-FFF2-40B4-BE49-F238E27FC236}">
                        <a16:creationId xmlns:a16="http://schemas.microsoft.com/office/drawing/2014/main" id="{22820794-EDC4-CFBE-D76F-C0DDA4DAF7CA}"/>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2" name="Freeform 102">
                    <a:extLst>
                      <a:ext uri="{FF2B5EF4-FFF2-40B4-BE49-F238E27FC236}">
                        <a16:creationId xmlns:a16="http://schemas.microsoft.com/office/drawing/2014/main" id="{6114C11B-D263-B7FD-BD28-2BB67E6195D3}"/>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3" name="Freeform 103">
                    <a:extLst>
                      <a:ext uri="{FF2B5EF4-FFF2-40B4-BE49-F238E27FC236}">
                        <a16:creationId xmlns:a16="http://schemas.microsoft.com/office/drawing/2014/main" id="{EE3081B7-379D-81A3-0FFA-180DE9301E61}"/>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4" name="Freeform 104">
                    <a:extLst>
                      <a:ext uri="{FF2B5EF4-FFF2-40B4-BE49-F238E27FC236}">
                        <a16:creationId xmlns:a16="http://schemas.microsoft.com/office/drawing/2014/main" id="{C204BCB1-2CD3-7BA7-1B98-0FFD37BBBC0C}"/>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5" name="Freeform 105">
                    <a:extLst>
                      <a:ext uri="{FF2B5EF4-FFF2-40B4-BE49-F238E27FC236}">
                        <a16:creationId xmlns:a16="http://schemas.microsoft.com/office/drawing/2014/main" id="{0363C802-5475-E57A-2D58-7A7EC0FE5710}"/>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6" name="Freeform 106">
                    <a:extLst>
                      <a:ext uri="{FF2B5EF4-FFF2-40B4-BE49-F238E27FC236}">
                        <a16:creationId xmlns:a16="http://schemas.microsoft.com/office/drawing/2014/main" id="{7197F2E1-2C94-E54C-6557-897347BF125B}"/>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7" name="Freeform 107">
                    <a:extLst>
                      <a:ext uri="{FF2B5EF4-FFF2-40B4-BE49-F238E27FC236}">
                        <a16:creationId xmlns:a16="http://schemas.microsoft.com/office/drawing/2014/main" id="{48CFC310-B5DE-2F98-AD3F-01AA94D06104}"/>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8" name="Freeform 108">
                    <a:extLst>
                      <a:ext uri="{FF2B5EF4-FFF2-40B4-BE49-F238E27FC236}">
                        <a16:creationId xmlns:a16="http://schemas.microsoft.com/office/drawing/2014/main" id="{5487F208-0952-8382-6FB8-22B5E5C3E7FE}"/>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62" name="Line 111">
                <a:extLst>
                  <a:ext uri="{FF2B5EF4-FFF2-40B4-BE49-F238E27FC236}">
                    <a16:creationId xmlns:a16="http://schemas.microsoft.com/office/drawing/2014/main" id="{033CE082-519C-8EBF-9894-B1187C61A3D3}"/>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63" name="Line 112">
                <a:extLst>
                  <a:ext uri="{FF2B5EF4-FFF2-40B4-BE49-F238E27FC236}">
                    <a16:creationId xmlns:a16="http://schemas.microsoft.com/office/drawing/2014/main" id="{5F560FBF-8916-AD81-7EAA-989AE739E9EA}"/>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64" name="Group 150">
                <a:extLst>
                  <a:ext uri="{FF2B5EF4-FFF2-40B4-BE49-F238E27FC236}">
                    <a16:creationId xmlns:a16="http://schemas.microsoft.com/office/drawing/2014/main" id="{23A694F7-3D00-88B5-AD3A-F8A81994EC61}"/>
                  </a:ext>
                </a:extLst>
              </p:cNvPr>
              <p:cNvGrpSpPr>
                <a:grpSpLocks/>
              </p:cNvGrpSpPr>
              <p:nvPr/>
            </p:nvGrpSpPr>
            <p:grpSpPr bwMode="auto">
              <a:xfrm>
                <a:off x="871778" y="1539380"/>
                <a:ext cx="298450" cy="168771"/>
                <a:chOff x="465" y="2127"/>
                <a:chExt cx="188" cy="171"/>
              </a:xfrm>
            </p:grpSpPr>
            <p:sp>
              <p:nvSpPr>
                <p:cNvPr id="165" name="Freeform 146">
                  <a:extLst>
                    <a:ext uri="{FF2B5EF4-FFF2-40B4-BE49-F238E27FC236}">
                      <a16:creationId xmlns:a16="http://schemas.microsoft.com/office/drawing/2014/main" id="{A11B850C-233F-4AFD-4843-E9A0AC21BF6B}"/>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6" name="Freeform 147">
                  <a:extLst>
                    <a:ext uri="{FF2B5EF4-FFF2-40B4-BE49-F238E27FC236}">
                      <a16:creationId xmlns:a16="http://schemas.microsoft.com/office/drawing/2014/main" id="{4D5333E3-2958-4BFE-40D2-FD9CDB1C6A80}"/>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7" name="Freeform 148">
                  <a:extLst>
                    <a:ext uri="{FF2B5EF4-FFF2-40B4-BE49-F238E27FC236}">
                      <a16:creationId xmlns:a16="http://schemas.microsoft.com/office/drawing/2014/main" id="{1CA4936F-3DB7-5DCE-09E3-D0EE99C048E6}"/>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8" name="Freeform 149">
                  <a:extLst>
                    <a:ext uri="{FF2B5EF4-FFF2-40B4-BE49-F238E27FC236}">
                      <a16:creationId xmlns:a16="http://schemas.microsoft.com/office/drawing/2014/main" id="{A0F63C77-C7A2-D97F-C7F8-A64B5C58AC07}"/>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0" name="组合 3223">
              <a:extLst>
                <a:ext uri="{FF2B5EF4-FFF2-40B4-BE49-F238E27FC236}">
                  <a16:creationId xmlns:a16="http://schemas.microsoft.com/office/drawing/2014/main" id="{685346F8-28D0-7C70-6080-59CD12FC1D79}"/>
                </a:ext>
              </a:extLst>
            </p:cNvPr>
            <p:cNvGrpSpPr>
              <a:grpSpLocks/>
            </p:cNvGrpSpPr>
            <p:nvPr/>
          </p:nvGrpSpPr>
          <p:grpSpPr bwMode="auto">
            <a:xfrm>
              <a:off x="6765316" y="3260027"/>
              <a:ext cx="300929" cy="361098"/>
              <a:chOff x="829150" y="1370013"/>
              <a:chExt cx="399575" cy="465137"/>
            </a:xfrm>
          </p:grpSpPr>
          <p:sp>
            <p:nvSpPr>
              <p:cNvPr id="127" name="AutoShape 86">
                <a:extLst>
                  <a:ext uri="{FF2B5EF4-FFF2-40B4-BE49-F238E27FC236}">
                    <a16:creationId xmlns:a16="http://schemas.microsoft.com/office/drawing/2014/main" id="{A3623B8C-3A64-D691-CF7E-586CC717D4A4}"/>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28" name="Oval 88">
                <a:extLst>
                  <a:ext uri="{FF2B5EF4-FFF2-40B4-BE49-F238E27FC236}">
                    <a16:creationId xmlns:a16="http://schemas.microsoft.com/office/drawing/2014/main" id="{E1FC9E53-DBC0-EBA7-8847-023DE3ADA348}"/>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29" name="Rectangle 89">
                <a:extLst>
                  <a:ext uri="{FF2B5EF4-FFF2-40B4-BE49-F238E27FC236}">
                    <a16:creationId xmlns:a16="http://schemas.microsoft.com/office/drawing/2014/main" id="{EA8B30A9-FB5D-F288-1C17-C60E43E3265A}"/>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30" name="Oval 91">
                <a:extLst>
                  <a:ext uri="{FF2B5EF4-FFF2-40B4-BE49-F238E27FC236}">
                    <a16:creationId xmlns:a16="http://schemas.microsoft.com/office/drawing/2014/main" id="{D9FAD7C1-6561-CEB0-4943-6A045E90CC24}"/>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31" name="Group 110">
                <a:extLst>
                  <a:ext uri="{FF2B5EF4-FFF2-40B4-BE49-F238E27FC236}">
                    <a16:creationId xmlns:a16="http://schemas.microsoft.com/office/drawing/2014/main" id="{FDB312C5-CABA-23FF-4510-84999EF02CA7}"/>
                  </a:ext>
                </a:extLst>
              </p:cNvPr>
              <p:cNvGrpSpPr>
                <a:grpSpLocks/>
              </p:cNvGrpSpPr>
              <p:nvPr/>
            </p:nvGrpSpPr>
            <p:grpSpPr bwMode="auto">
              <a:xfrm>
                <a:off x="898525" y="1389063"/>
                <a:ext cx="268287" cy="112712"/>
                <a:chOff x="566" y="875"/>
                <a:chExt cx="169" cy="71"/>
              </a:xfrm>
            </p:grpSpPr>
            <p:grpSp>
              <p:nvGrpSpPr>
                <p:cNvPr id="139" name="Group 100">
                  <a:extLst>
                    <a:ext uri="{FF2B5EF4-FFF2-40B4-BE49-F238E27FC236}">
                      <a16:creationId xmlns:a16="http://schemas.microsoft.com/office/drawing/2014/main" id="{5E69D475-149E-2B93-7FC7-9A1762342E2C}"/>
                    </a:ext>
                  </a:extLst>
                </p:cNvPr>
                <p:cNvGrpSpPr>
                  <a:grpSpLocks/>
                </p:cNvGrpSpPr>
                <p:nvPr/>
              </p:nvGrpSpPr>
              <p:grpSpPr bwMode="auto">
                <a:xfrm>
                  <a:off x="566" y="875"/>
                  <a:ext cx="168" cy="69"/>
                  <a:chOff x="566" y="875"/>
                  <a:chExt cx="168" cy="69"/>
                </a:xfrm>
              </p:grpSpPr>
              <p:sp>
                <p:nvSpPr>
                  <p:cNvPr id="149" name="Freeform 92">
                    <a:extLst>
                      <a:ext uri="{FF2B5EF4-FFF2-40B4-BE49-F238E27FC236}">
                        <a16:creationId xmlns:a16="http://schemas.microsoft.com/office/drawing/2014/main" id="{8CEBFC35-C6F8-9601-1C46-3322A9764DEA}"/>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0" name="Freeform 93">
                    <a:extLst>
                      <a:ext uri="{FF2B5EF4-FFF2-40B4-BE49-F238E27FC236}">
                        <a16:creationId xmlns:a16="http://schemas.microsoft.com/office/drawing/2014/main" id="{F30246D5-E982-193A-0502-139BE27A358B}"/>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1" name="Freeform 94">
                    <a:extLst>
                      <a:ext uri="{FF2B5EF4-FFF2-40B4-BE49-F238E27FC236}">
                        <a16:creationId xmlns:a16="http://schemas.microsoft.com/office/drawing/2014/main" id="{A050AF15-99F9-83F2-9338-1E5EC6FF562C}"/>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2" name="Freeform 95">
                    <a:extLst>
                      <a:ext uri="{FF2B5EF4-FFF2-40B4-BE49-F238E27FC236}">
                        <a16:creationId xmlns:a16="http://schemas.microsoft.com/office/drawing/2014/main" id="{DE6E7039-F506-3BFB-1494-5DC56298630B}"/>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3" name="Freeform 96">
                    <a:extLst>
                      <a:ext uri="{FF2B5EF4-FFF2-40B4-BE49-F238E27FC236}">
                        <a16:creationId xmlns:a16="http://schemas.microsoft.com/office/drawing/2014/main" id="{C4DB453D-A390-79A1-4116-183D5CCAD778}"/>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4" name="Freeform 97">
                    <a:extLst>
                      <a:ext uri="{FF2B5EF4-FFF2-40B4-BE49-F238E27FC236}">
                        <a16:creationId xmlns:a16="http://schemas.microsoft.com/office/drawing/2014/main" id="{C5337DBE-F167-C975-176B-8F17AEDA94D3}"/>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5" name="Freeform 98">
                    <a:extLst>
                      <a:ext uri="{FF2B5EF4-FFF2-40B4-BE49-F238E27FC236}">
                        <a16:creationId xmlns:a16="http://schemas.microsoft.com/office/drawing/2014/main" id="{D48C5152-9EEB-870C-A9DA-0E5F2D18B70B}"/>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6" name="Freeform 99">
                    <a:extLst>
                      <a:ext uri="{FF2B5EF4-FFF2-40B4-BE49-F238E27FC236}">
                        <a16:creationId xmlns:a16="http://schemas.microsoft.com/office/drawing/2014/main" id="{CF05099C-3865-4526-8CD8-744C466DB743}"/>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40" name="Group 109">
                  <a:extLst>
                    <a:ext uri="{FF2B5EF4-FFF2-40B4-BE49-F238E27FC236}">
                      <a16:creationId xmlns:a16="http://schemas.microsoft.com/office/drawing/2014/main" id="{2A448274-8A8A-0C0A-22F8-894F6E9EB068}"/>
                    </a:ext>
                  </a:extLst>
                </p:cNvPr>
                <p:cNvGrpSpPr>
                  <a:grpSpLocks/>
                </p:cNvGrpSpPr>
                <p:nvPr/>
              </p:nvGrpSpPr>
              <p:grpSpPr bwMode="auto">
                <a:xfrm>
                  <a:off x="568" y="876"/>
                  <a:ext cx="167" cy="70"/>
                  <a:chOff x="568" y="876"/>
                  <a:chExt cx="167" cy="70"/>
                </a:xfrm>
              </p:grpSpPr>
              <p:sp>
                <p:nvSpPr>
                  <p:cNvPr id="141" name="Freeform 101">
                    <a:extLst>
                      <a:ext uri="{FF2B5EF4-FFF2-40B4-BE49-F238E27FC236}">
                        <a16:creationId xmlns:a16="http://schemas.microsoft.com/office/drawing/2014/main" id="{9627E90E-8B2E-9598-5254-C7C577FCCAF2}"/>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2" name="Freeform 102">
                    <a:extLst>
                      <a:ext uri="{FF2B5EF4-FFF2-40B4-BE49-F238E27FC236}">
                        <a16:creationId xmlns:a16="http://schemas.microsoft.com/office/drawing/2014/main" id="{2C63DD3A-E8E2-F6E2-0394-C5F9C905F4D6}"/>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3" name="Freeform 103">
                    <a:extLst>
                      <a:ext uri="{FF2B5EF4-FFF2-40B4-BE49-F238E27FC236}">
                        <a16:creationId xmlns:a16="http://schemas.microsoft.com/office/drawing/2014/main" id="{4057382E-4520-E0E4-E9C3-26ECAB137C28}"/>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4" name="Freeform 104">
                    <a:extLst>
                      <a:ext uri="{FF2B5EF4-FFF2-40B4-BE49-F238E27FC236}">
                        <a16:creationId xmlns:a16="http://schemas.microsoft.com/office/drawing/2014/main" id="{2CE1F699-72D5-85BB-7153-D48DC732775A}"/>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5" name="Freeform 105">
                    <a:extLst>
                      <a:ext uri="{FF2B5EF4-FFF2-40B4-BE49-F238E27FC236}">
                        <a16:creationId xmlns:a16="http://schemas.microsoft.com/office/drawing/2014/main" id="{7546F1FA-97D6-878C-1C05-48D8769AE2C1}"/>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6" name="Freeform 106">
                    <a:extLst>
                      <a:ext uri="{FF2B5EF4-FFF2-40B4-BE49-F238E27FC236}">
                        <a16:creationId xmlns:a16="http://schemas.microsoft.com/office/drawing/2014/main" id="{4124E7A6-5AF2-9766-4B10-F56F1D223A29}"/>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7" name="Freeform 107">
                    <a:extLst>
                      <a:ext uri="{FF2B5EF4-FFF2-40B4-BE49-F238E27FC236}">
                        <a16:creationId xmlns:a16="http://schemas.microsoft.com/office/drawing/2014/main" id="{D1CCB895-DABD-4A8C-BA73-0342F943EF82}"/>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8" name="Freeform 108">
                    <a:extLst>
                      <a:ext uri="{FF2B5EF4-FFF2-40B4-BE49-F238E27FC236}">
                        <a16:creationId xmlns:a16="http://schemas.microsoft.com/office/drawing/2014/main" id="{4026D6DF-90A7-740D-299D-B08EA16AA5FF}"/>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32" name="Line 111">
                <a:extLst>
                  <a:ext uri="{FF2B5EF4-FFF2-40B4-BE49-F238E27FC236}">
                    <a16:creationId xmlns:a16="http://schemas.microsoft.com/office/drawing/2014/main" id="{AA3F1E8C-DDB5-2168-1264-7D94B91024D3}"/>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33" name="Line 112">
                <a:extLst>
                  <a:ext uri="{FF2B5EF4-FFF2-40B4-BE49-F238E27FC236}">
                    <a16:creationId xmlns:a16="http://schemas.microsoft.com/office/drawing/2014/main" id="{F17DE993-4403-D568-D569-7CD1C717F97C}"/>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34" name="Group 150">
                <a:extLst>
                  <a:ext uri="{FF2B5EF4-FFF2-40B4-BE49-F238E27FC236}">
                    <a16:creationId xmlns:a16="http://schemas.microsoft.com/office/drawing/2014/main" id="{086DB876-3F27-346B-E13C-9F12499EA497}"/>
                  </a:ext>
                </a:extLst>
              </p:cNvPr>
              <p:cNvGrpSpPr>
                <a:grpSpLocks/>
              </p:cNvGrpSpPr>
              <p:nvPr/>
            </p:nvGrpSpPr>
            <p:grpSpPr bwMode="auto">
              <a:xfrm>
                <a:off x="871778" y="1539380"/>
                <a:ext cx="298450" cy="168771"/>
                <a:chOff x="465" y="2127"/>
                <a:chExt cx="188" cy="171"/>
              </a:xfrm>
            </p:grpSpPr>
            <p:sp>
              <p:nvSpPr>
                <p:cNvPr id="135" name="Freeform 146">
                  <a:extLst>
                    <a:ext uri="{FF2B5EF4-FFF2-40B4-BE49-F238E27FC236}">
                      <a16:creationId xmlns:a16="http://schemas.microsoft.com/office/drawing/2014/main" id="{5BDDC215-9D2B-CC77-20E3-D5571E3D5254}"/>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6" name="Freeform 147">
                  <a:extLst>
                    <a:ext uri="{FF2B5EF4-FFF2-40B4-BE49-F238E27FC236}">
                      <a16:creationId xmlns:a16="http://schemas.microsoft.com/office/drawing/2014/main" id="{56AF3ADD-3B12-420E-831D-C5B1BA7F7E6B}"/>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7" name="Freeform 148">
                  <a:extLst>
                    <a:ext uri="{FF2B5EF4-FFF2-40B4-BE49-F238E27FC236}">
                      <a16:creationId xmlns:a16="http://schemas.microsoft.com/office/drawing/2014/main" id="{0297ECAE-84E4-C10D-BA8A-983D415870E8}"/>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8" name="Freeform 149">
                  <a:extLst>
                    <a:ext uri="{FF2B5EF4-FFF2-40B4-BE49-F238E27FC236}">
                      <a16:creationId xmlns:a16="http://schemas.microsoft.com/office/drawing/2014/main" id="{E0AA1DD9-B0C4-52B0-3B81-DAF9CE1446FE}"/>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1" name="组合 3256">
              <a:extLst>
                <a:ext uri="{FF2B5EF4-FFF2-40B4-BE49-F238E27FC236}">
                  <a16:creationId xmlns:a16="http://schemas.microsoft.com/office/drawing/2014/main" id="{F0E355CF-3840-55CF-DE9B-88F5C6102C1B}"/>
                </a:ext>
              </a:extLst>
            </p:cNvPr>
            <p:cNvGrpSpPr>
              <a:grpSpLocks/>
            </p:cNvGrpSpPr>
            <p:nvPr/>
          </p:nvGrpSpPr>
          <p:grpSpPr bwMode="auto">
            <a:xfrm>
              <a:off x="7531428" y="3202103"/>
              <a:ext cx="989112" cy="545961"/>
              <a:chOff x="9866202" y="1510266"/>
              <a:chExt cx="1309687" cy="703263"/>
            </a:xfrm>
          </p:grpSpPr>
          <p:pic>
            <p:nvPicPr>
              <p:cNvPr id="125" name="Picture 226">
                <a:extLst>
                  <a:ext uri="{FF2B5EF4-FFF2-40B4-BE49-F238E27FC236}">
                    <a16:creationId xmlns:a16="http://schemas.microsoft.com/office/drawing/2014/main" id="{93F4D05D-EE15-97B4-1C11-A275BC80F00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6" name="Text Box 353">
                <a:extLst>
                  <a:ext uri="{FF2B5EF4-FFF2-40B4-BE49-F238E27FC236}">
                    <a16:creationId xmlns:a16="http://schemas.microsoft.com/office/drawing/2014/main" id="{EC443E76-69C7-B032-1EA2-C4D648B3A5D0}"/>
                  </a:ext>
                </a:extLst>
              </p:cNvPr>
              <p:cNvSpPr txBox="1">
                <a:spLocks noChangeArrowheads="1"/>
              </p:cNvSpPr>
              <p:nvPr/>
            </p:nvSpPr>
            <p:spPr bwMode="auto">
              <a:xfrm>
                <a:off x="10012484" y="1711879"/>
                <a:ext cx="1091736" cy="34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a:t>
                </a:r>
                <a:endParaRPr lang="zh-CN" altLang="en-US" sz="1000" b="1">
                  <a:ea typeface="微软雅黑" panose="020B0503020204020204" pitchFamily="34" charset="-122"/>
                </a:endParaRPr>
              </a:p>
            </p:txBody>
          </p:sp>
        </p:grpSp>
        <p:sp>
          <p:nvSpPr>
            <p:cNvPr id="42" name="Text Box 358">
              <a:extLst>
                <a:ext uri="{FF2B5EF4-FFF2-40B4-BE49-F238E27FC236}">
                  <a16:creationId xmlns:a16="http://schemas.microsoft.com/office/drawing/2014/main" id="{A0C69355-C110-F931-DDB0-F5CF617EB1A9}"/>
                </a:ext>
              </a:extLst>
            </p:cNvPr>
            <p:cNvSpPr txBox="1">
              <a:spLocks noChangeArrowheads="1"/>
            </p:cNvSpPr>
            <p:nvPr/>
          </p:nvSpPr>
          <p:spPr bwMode="auto">
            <a:xfrm>
              <a:off x="4815975" y="2431843"/>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43" name="Text Box 358">
              <a:extLst>
                <a:ext uri="{FF2B5EF4-FFF2-40B4-BE49-F238E27FC236}">
                  <a16:creationId xmlns:a16="http://schemas.microsoft.com/office/drawing/2014/main" id="{23522C84-8738-34D1-CFE9-E0CFFAD0CAC6}"/>
                </a:ext>
              </a:extLst>
            </p:cNvPr>
            <p:cNvSpPr txBox="1">
              <a:spLocks noChangeArrowheads="1"/>
            </p:cNvSpPr>
            <p:nvPr/>
          </p:nvSpPr>
          <p:spPr bwMode="auto">
            <a:xfrm rot="859865">
              <a:off x="4817175" y="3135336"/>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 </a:t>
              </a:r>
              <a:r>
                <a:rPr lang="zh-CN" altLang="en-US" sz="1000" b="1">
                  <a:ea typeface="微软雅黑" panose="020B0503020204020204" pitchFamily="34" charset="-122"/>
                </a:rPr>
                <a:t>的标签是 </a:t>
              </a: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44" name="Line 420">
              <a:extLst>
                <a:ext uri="{FF2B5EF4-FFF2-40B4-BE49-F238E27FC236}">
                  <a16:creationId xmlns:a16="http://schemas.microsoft.com/office/drawing/2014/main" id="{8637721F-5BDE-6D4F-4B82-8F22B70839EB}"/>
                </a:ext>
              </a:extLst>
            </p:cNvPr>
            <p:cNvSpPr>
              <a:spLocks noChangeShapeType="1"/>
            </p:cNvSpPr>
            <p:nvPr/>
          </p:nvSpPr>
          <p:spPr bwMode="auto">
            <a:xfrm rot="17283846">
              <a:off x="4759966" y="2928406"/>
              <a:ext cx="11092" cy="21340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45" name="Text Box 358">
              <a:extLst>
                <a:ext uri="{FF2B5EF4-FFF2-40B4-BE49-F238E27FC236}">
                  <a16:creationId xmlns:a16="http://schemas.microsoft.com/office/drawing/2014/main" id="{69EEE012-9865-C192-0B7F-1A4C896EC28E}"/>
                </a:ext>
              </a:extLst>
            </p:cNvPr>
            <p:cNvSpPr txBox="1">
              <a:spLocks noChangeArrowheads="1"/>
            </p:cNvSpPr>
            <p:nvPr/>
          </p:nvSpPr>
          <p:spPr bwMode="auto">
            <a:xfrm>
              <a:off x="6254191" y="1624608"/>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80       0 </a:t>
              </a:r>
              <a:endParaRPr lang="zh-CN" altLang="en-US" sz="1000" b="1">
                <a:ea typeface="微软雅黑" panose="020B0503020204020204" pitchFamily="34" charset="-122"/>
              </a:endParaRPr>
            </a:p>
          </p:txBody>
        </p:sp>
        <p:sp>
          <p:nvSpPr>
            <p:cNvPr id="46" name="Text Box 358">
              <a:extLst>
                <a:ext uri="{FF2B5EF4-FFF2-40B4-BE49-F238E27FC236}">
                  <a16:creationId xmlns:a16="http://schemas.microsoft.com/office/drawing/2014/main" id="{4EC3E57E-63D6-CEA7-8C19-B70A6570B288}"/>
                </a:ext>
              </a:extLst>
            </p:cNvPr>
            <p:cNvSpPr txBox="1">
              <a:spLocks noChangeArrowheads="1"/>
            </p:cNvSpPr>
            <p:nvPr/>
          </p:nvSpPr>
          <p:spPr bwMode="auto">
            <a:xfrm>
              <a:off x="6157532"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47" name="Text Box 358">
              <a:extLst>
                <a:ext uri="{FF2B5EF4-FFF2-40B4-BE49-F238E27FC236}">
                  <a16:creationId xmlns:a16="http://schemas.microsoft.com/office/drawing/2014/main" id="{1DF36143-143F-10C3-2CCB-387E7872F9AC}"/>
                </a:ext>
              </a:extLst>
            </p:cNvPr>
            <p:cNvSpPr txBox="1">
              <a:spLocks noChangeArrowheads="1"/>
            </p:cNvSpPr>
            <p:nvPr/>
          </p:nvSpPr>
          <p:spPr bwMode="auto">
            <a:xfrm>
              <a:off x="6548380"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48" name="Text Box 358">
              <a:extLst>
                <a:ext uri="{FF2B5EF4-FFF2-40B4-BE49-F238E27FC236}">
                  <a16:creationId xmlns:a16="http://schemas.microsoft.com/office/drawing/2014/main" id="{2175D884-81F8-15DD-433C-B1B26A2AC525}"/>
                </a:ext>
              </a:extLst>
            </p:cNvPr>
            <p:cNvSpPr txBox="1">
              <a:spLocks noChangeArrowheads="1"/>
            </p:cNvSpPr>
            <p:nvPr/>
          </p:nvSpPr>
          <p:spPr bwMode="auto">
            <a:xfrm>
              <a:off x="6888875"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0" name="组合 1">
              <a:extLst>
                <a:ext uri="{FF2B5EF4-FFF2-40B4-BE49-F238E27FC236}">
                  <a16:creationId xmlns:a16="http://schemas.microsoft.com/office/drawing/2014/main" id="{910A0B76-B42C-1BFB-3C08-F7EC1CA6FF6D}"/>
                </a:ext>
              </a:extLst>
            </p:cNvPr>
            <p:cNvGrpSpPr>
              <a:grpSpLocks/>
            </p:cNvGrpSpPr>
            <p:nvPr/>
          </p:nvGrpSpPr>
          <p:grpSpPr bwMode="auto">
            <a:xfrm>
              <a:off x="6226999" y="1624609"/>
              <a:ext cx="1100612" cy="215673"/>
              <a:chOff x="8213725" y="1520825"/>
              <a:chExt cx="2092325" cy="277813"/>
            </a:xfrm>
          </p:grpSpPr>
          <p:cxnSp>
            <p:nvCxnSpPr>
              <p:cNvPr id="123" name="直接连接符 3285">
                <a:extLst>
                  <a:ext uri="{FF2B5EF4-FFF2-40B4-BE49-F238E27FC236}">
                    <a16:creationId xmlns:a16="http://schemas.microsoft.com/office/drawing/2014/main" id="{63783F97-24EB-51EB-E474-0882D6E9B073}"/>
                  </a:ext>
                </a:extLst>
              </p:cNvPr>
              <p:cNvCxnSpPr>
                <a:cxnSpLocks/>
              </p:cNvCxnSpPr>
              <p:nvPr/>
            </p:nvCxnSpPr>
            <p:spPr bwMode="auto">
              <a:xfrm>
                <a:off x="8223250" y="1520825"/>
                <a:ext cx="208280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4" name="直接连接符 3286">
                <a:extLst>
                  <a:ext uri="{FF2B5EF4-FFF2-40B4-BE49-F238E27FC236}">
                    <a16:creationId xmlns:a16="http://schemas.microsoft.com/office/drawing/2014/main" id="{33128F18-8340-7954-0410-538DFE7F4F65}"/>
                  </a:ext>
                </a:extLst>
              </p:cNvPr>
              <p:cNvCxnSpPr>
                <a:cxnSpLocks/>
              </p:cNvCxnSpPr>
              <p:nvPr/>
            </p:nvCxnSpPr>
            <p:spPr bwMode="auto">
              <a:xfrm>
                <a:off x="8213725" y="1798638"/>
                <a:ext cx="208280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1" name="直接连接符 3288">
              <a:extLst>
                <a:ext uri="{FF2B5EF4-FFF2-40B4-BE49-F238E27FC236}">
                  <a16:creationId xmlns:a16="http://schemas.microsoft.com/office/drawing/2014/main" id="{0119B557-D3E7-08DA-3A69-41274B4F0916}"/>
                </a:ext>
              </a:extLst>
            </p:cNvPr>
            <p:cNvCxnSpPr>
              <a:cxnSpLocks/>
            </p:cNvCxnSpPr>
            <p:nvPr/>
          </p:nvCxnSpPr>
          <p:spPr bwMode="auto">
            <a:xfrm>
              <a:off x="6613053" y="1254884"/>
              <a:ext cx="1199"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2" name="直接连接符 3289">
              <a:extLst>
                <a:ext uri="{FF2B5EF4-FFF2-40B4-BE49-F238E27FC236}">
                  <a16:creationId xmlns:a16="http://schemas.microsoft.com/office/drawing/2014/main" id="{439235F2-9B75-DC62-6B40-F9BB249155F9}"/>
                </a:ext>
              </a:extLst>
            </p:cNvPr>
            <p:cNvCxnSpPr>
              <a:cxnSpLocks/>
            </p:cNvCxnSpPr>
            <p:nvPr/>
          </p:nvCxnSpPr>
          <p:spPr bwMode="auto">
            <a:xfrm>
              <a:off x="6958343" y="1254884"/>
              <a:ext cx="47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53" name="Text Box 358">
              <a:extLst>
                <a:ext uri="{FF2B5EF4-FFF2-40B4-BE49-F238E27FC236}">
                  <a16:creationId xmlns:a16="http://schemas.microsoft.com/office/drawing/2014/main" id="{D9422954-1280-B684-CF7E-89BF90105EBE}"/>
                </a:ext>
              </a:extLst>
            </p:cNvPr>
            <p:cNvSpPr txBox="1">
              <a:spLocks noChangeArrowheads="1"/>
            </p:cNvSpPr>
            <p:nvPr/>
          </p:nvSpPr>
          <p:spPr bwMode="auto">
            <a:xfrm>
              <a:off x="3903374" y="162214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81       0</a:t>
              </a:r>
              <a:endParaRPr lang="zh-CN" altLang="en-US" sz="1000" b="1">
                <a:ea typeface="微软雅黑" panose="020B0503020204020204" pitchFamily="34" charset="-122"/>
              </a:endParaRPr>
            </a:p>
          </p:txBody>
        </p:sp>
        <p:sp>
          <p:nvSpPr>
            <p:cNvPr id="54" name="Text Box 358">
              <a:extLst>
                <a:ext uri="{FF2B5EF4-FFF2-40B4-BE49-F238E27FC236}">
                  <a16:creationId xmlns:a16="http://schemas.microsoft.com/office/drawing/2014/main" id="{1E67F393-AD51-44D6-3120-A91907D29D09}"/>
                </a:ext>
              </a:extLst>
            </p:cNvPr>
            <p:cNvSpPr txBox="1">
              <a:spLocks noChangeArrowheads="1"/>
            </p:cNvSpPr>
            <p:nvPr/>
          </p:nvSpPr>
          <p:spPr bwMode="auto">
            <a:xfrm>
              <a:off x="3818431" y="124132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55" name="Text Box 358">
              <a:extLst>
                <a:ext uri="{FF2B5EF4-FFF2-40B4-BE49-F238E27FC236}">
                  <a16:creationId xmlns:a16="http://schemas.microsoft.com/office/drawing/2014/main" id="{F29166FE-C02B-20E0-AF55-2C3007B2AD0A}"/>
                </a:ext>
              </a:extLst>
            </p:cNvPr>
            <p:cNvSpPr txBox="1">
              <a:spLocks noChangeArrowheads="1"/>
            </p:cNvSpPr>
            <p:nvPr/>
          </p:nvSpPr>
          <p:spPr bwMode="auto">
            <a:xfrm>
              <a:off x="4215277"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56" name="Text Box 358">
              <a:extLst>
                <a:ext uri="{FF2B5EF4-FFF2-40B4-BE49-F238E27FC236}">
                  <a16:creationId xmlns:a16="http://schemas.microsoft.com/office/drawing/2014/main" id="{36CF5BF7-C903-B18E-4D6F-2FA0F807D394}"/>
                </a:ext>
              </a:extLst>
            </p:cNvPr>
            <p:cNvSpPr txBox="1">
              <a:spLocks noChangeArrowheads="1"/>
            </p:cNvSpPr>
            <p:nvPr/>
          </p:nvSpPr>
          <p:spPr bwMode="auto">
            <a:xfrm>
              <a:off x="4555771"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8" name="组合 3303">
              <a:extLst>
                <a:ext uri="{FF2B5EF4-FFF2-40B4-BE49-F238E27FC236}">
                  <a16:creationId xmlns:a16="http://schemas.microsoft.com/office/drawing/2014/main" id="{1168FE43-9DE0-1910-58D4-2AA73B32F5C3}"/>
                </a:ext>
              </a:extLst>
            </p:cNvPr>
            <p:cNvGrpSpPr>
              <a:grpSpLocks/>
            </p:cNvGrpSpPr>
            <p:nvPr/>
          </p:nvGrpSpPr>
          <p:grpSpPr bwMode="auto">
            <a:xfrm>
              <a:off x="3861524" y="1617214"/>
              <a:ext cx="1140176" cy="205814"/>
              <a:chOff x="374152" y="5167871"/>
              <a:chExt cx="2069011" cy="264309"/>
            </a:xfrm>
          </p:grpSpPr>
          <p:cxnSp>
            <p:nvCxnSpPr>
              <p:cNvPr id="121" name="直接连接符 3307">
                <a:extLst>
                  <a:ext uri="{FF2B5EF4-FFF2-40B4-BE49-F238E27FC236}">
                    <a16:creationId xmlns:a16="http://schemas.microsoft.com/office/drawing/2014/main" id="{5B49D473-26E6-F703-117F-61D72F03C5AB}"/>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2" name="直接连接符 3308">
                <a:extLst>
                  <a:ext uri="{FF2B5EF4-FFF2-40B4-BE49-F238E27FC236}">
                    <a16:creationId xmlns:a16="http://schemas.microsoft.com/office/drawing/2014/main" id="{1FE3130C-9713-CC3F-AE73-AE731FA56CE7}"/>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9" name="直接连接符 3305">
              <a:extLst>
                <a:ext uri="{FF2B5EF4-FFF2-40B4-BE49-F238E27FC236}">
                  <a16:creationId xmlns:a16="http://schemas.microsoft.com/office/drawing/2014/main" id="{44FA65E4-AFE3-99A0-5BB0-F4F5EDC38EB4}"/>
                </a:ext>
              </a:extLst>
            </p:cNvPr>
            <p:cNvCxnSpPr>
              <a:cxnSpLocks/>
            </p:cNvCxnSpPr>
            <p:nvPr/>
          </p:nvCxnSpPr>
          <p:spPr bwMode="auto">
            <a:xfrm>
              <a:off x="4281147" y="1254884"/>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60" name="直接连接符 3306">
              <a:extLst>
                <a:ext uri="{FF2B5EF4-FFF2-40B4-BE49-F238E27FC236}">
                  <a16:creationId xmlns:a16="http://schemas.microsoft.com/office/drawing/2014/main" id="{2483D151-B4D8-CFA3-8802-3AC0D4F44C49}"/>
                </a:ext>
              </a:extLst>
            </p:cNvPr>
            <p:cNvCxnSpPr>
              <a:cxnSpLocks/>
            </p:cNvCxnSpPr>
            <p:nvPr/>
          </p:nvCxnSpPr>
          <p:spPr bwMode="auto">
            <a:xfrm>
              <a:off x="4626437" y="1254884"/>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61" name="Text Box 358">
              <a:extLst>
                <a:ext uri="{FF2B5EF4-FFF2-40B4-BE49-F238E27FC236}">
                  <a16:creationId xmlns:a16="http://schemas.microsoft.com/office/drawing/2014/main" id="{8DB347A7-1833-CEC8-F01C-5DDAE3677282}"/>
                </a:ext>
              </a:extLst>
            </p:cNvPr>
            <p:cNvSpPr txBox="1">
              <a:spLocks noChangeArrowheads="1"/>
            </p:cNvSpPr>
            <p:nvPr/>
          </p:nvSpPr>
          <p:spPr bwMode="auto">
            <a:xfrm>
              <a:off x="3906973" y="181563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40       1</a:t>
              </a:r>
              <a:endParaRPr lang="zh-CN" altLang="en-US" sz="1000" b="1">
                <a:ea typeface="微软雅黑" panose="020B0503020204020204" pitchFamily="34" charset="-122"/>
              </a:endParaRPr>
            </a:p>
          </p:txBody>
        </p:sp>
        <p:sp>
          <p:nvSpPr>
            <p:cNvPr id="62" name="Text Box 358">
              <a:extLst>
                <a:ext uri="{FF2B5EF4-FFF2-40B4-BE49-F238E27FC236}">
                  <a16:creationId xmlns:a16="http://schemas.microsoft.com/office/drawing/2014/main" id="{082A3461-592B-6B65-EFF3-101103263913}"/>
                </a:ext>
              </a:extLst>
            </p:cNvPr>
            <p:cNvSpPr txBox="1">
              <a:spLocks noChangeArrowheads="1"/>
            </p:cNvSpPr>
            <p:nvPr/>
          </p:nvSpPr>
          <p:spPr bwMode="auto">
            <a:xfrm>
              <a:off x="4642595" y="1618447"/>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63" name="Text Box 358">
              <a:extLst>
                <a:ext uri="{FF2B5EF4-FFF2-40B4-BE49-F238E27FC236}">
                  <a16:creationId xmlns:a16="http://schemas.microsoft.com/office/drawing/2014/main" id="{7CCCEE19-FBCC-4C27-C197-91269B283BC1}"/>
                </a:ext>
              </a:extLst>
            </p:cNvPr>
            <p:cNvSpPr txBox="1">
              <a:spLocks noChangeArrowheads="1"/>
            </p:cNvSpPr>
            <p:nvPr/>
          </p:nvSpPr>
          <p:spPr bwMode="auto">
            <a:xfrm>
              <a:off x="4624013" y="1814401"/>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64" name="Text Box 358">
              <a:extLst>
                <a:ext uri="{FF2B5EF4-FFF2-40B4-BE49-F238E27FC236}">
                  <a16:creationId xmlns:a16="http://schemas.microsoft.com/office/drawing/2014/main" id="{43F55BEE-3583-EDB0-C9B3-75293EF3815D}"/>
                </a:ext>
              </a:extLst>
            </p:cNvPr>
            <p:cNvSpPr txBox="1">
              <a:spLocks noChangeArrowheads="1"/>
            </p:cNvSpPr>
            <p:nvPr/>
          </p:nvSpPr>
          <p:spPr bwMode="auto">
            <a:xfrm>
              <a:off x="1738754" y="1618447"/>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65" name="Text Box 358">
              <a:extLst>
                <a:ext uri="{FF2B5EF4-FFF2-40B4-BE49-F238E27FC236}">
                  <a16:creationId xmlns:a16="http://schemas.microsoft.com/office/drawing/2014/main" id="{13B6E8DD-AF38-49F2-8A49-DC825C7130D5}"/>
                </a:ext>
              </a:extLst>
            </p:cNvPr>
            <p:cNvSpPr txBox="1">
              <a:spLocks noChangeArrowheads="1"/>
            </p:cNvSpPr>
            <p:nvPr/>
          </p:nvSpPr>
          <p:spPr bwMode="auto">
            <a:xfrm>
              <a:off x="1263526"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66" name="Text Box 358">
              <a:extLst>
                <a:ext uri="{FF2B5EF4-FFF2-40B4-BE49-F238E27FC236}">
                  <a16:creationId xmlns:a16="http://schemas.microsoft.com/office/drawing/2014/main" id="{441C1B7C-86EB-4559-E7F9-8AF0B381F2F8}"/>
                </a:ext>
              </a:extLst>
            </p:cNvPr>
            <p:cNvSpPr txBox="1">
              <a:spLocks noChangeArrowheads="1"/>
            </p:cNvSpPr>
            <p:nvPr/>
          </p:nvSpPr>
          <p:spPr bwMode="auto">
            <a:xfrm>
              <a:off x="1637591"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67" name="Text Box 358">
              <a:extLst>
                <a:ext uri="{FF2B5EF4-FFF2-40B4-BE49-F238E27FC236}">
                  <a16:creationId xmlns:a16="http://schemas.microsoft.com/office/drawing/2014/main" id="{E233465B-4DC2-924B-76DB-4575DF7E54B0}"/>
                </a:ext>
              </a:extLst>
            </p:cNvPr>
            <p:cNvSpPr txBox="1">
              <a:spLocks noChangeArrowheads="1"/>
            </p:cNvSpPr>
            <p:nvPr/>
          </p:nvSpPr>
          <p:spPr bwMode="auto">
            <a:xfrm>
              <a:off x="1978085" y="1264743"/>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69" name="组合 3319">
              <a:extLst>
                <a:ext uri="{FF2B5EF4-FFF2-40B4-BE49-F238E27FC236}">
                  <a16:creationId xmlns:a16="http://schemas.microsoft.com/office/drawing/2014/main" id="{B3BFCB9A-DF2B-F9B7-2046-DD7454F65128}"/>
                </a:ext>
              </a:extLst>
            </p:cNvPr>
            <p:cNvGrpSpPr>
              <a:grpSpLocks/>
            </p:cNvGrpSpPr>
            <p:nvPr/>
          </p:nvGrpSpPr>
          <p:grpSpPr bwMode="auto">
            <a:xfrm>
              <a:off x="1329398" y="1638166"/>
              <a:ext cx="1091020" cy="205813"/>
              <a:chOff x="374152" y="5167871"/>
              <a:chExt cx="2069011" cy="264309"/>
            </a:xfrm>
          </p:grpSpPr>
          <p:cxnSp>
            <p:nvCxnSpPr>
              <p:cNvPr id="119" name="直接连接符 3320">
                <a:extLst>
                  <a:ext uri="{FF2B5EF4-FFF2-40B4-BE49-F238E27FC236}">
                    <a16:creationId xmlns:a16="http://schemas.microsoft.com/office/drawing/2014/main" id="{64F7499E-167A-D73D-D1F7-20B7746BD490}"/>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0" name="直接连接符 3321">
                <a:extLst>
                  <a:ext uri="{FF2B5EF4-FFF2-40B4-BE49-F238E27FC236}">
                    <a16:creationId xmlns:a16="http://schemas.microsoft.com/office/drawing/2014/main" id="{9BF0121A-3A27-85E6-F127-CE414AEB81A5}"/>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70" name="直接连接符 3323">
              <a:extLst>
                <a:ext uri="{FF2B5EF4-FFF2-40B4-BE49-F238E27FC236}">
                  <a16:creationId xmlns:a16="http://schemas.microsoft.com/office/drawing/2014/main" id="{3FFADAA0-0D20-6550-F359-32BDCC875A4D}"/>
                </a:ext>
              </a:extLst>
            </p:cNvPr>
            <p:cNvCxnSpPr>
              <a:cxnSpLocks/>
            </p:cNvCxnSpPr>
            <p:nvPr/>
          </p:nvCxnSpPr>
          <p:spPr bwMode="auto">
            <a:xfrm>
              <a:off x="1703462" y="1269673"/>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1" name="直接连接符 3324">
              <a:extLst>
                <a:ext uri="{FF2B5EF4-FFF2-40B4-BE49-F238E27FC236}">
                  <a16:creationId xmlns:a16="http://schemas.microsoft.com/office/drawing/2014/main" id="{29F76307-B3B8-BEBB-489F-F912D0A3DE8B}"/>
                </a:ext>
              </a:extLst>
            </p:cNvPr>
            <p:cNvCxnSpPr>
              <a:cxnSpLocks/>
            </p:cNvCxnSpPr>
            <p:nvPr/>
          </p:nvCxnSpPr>
          <p:spPr bwMode="auto">
            <a:xfrm>
              <a:off x="2048752" y="1269673"/>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72" name="Text Box 358">
              <a:extLst>
                <a:ext uri="{FF2B5EF4-FFF2-40B4-BE49-F238E27FC236}">
                  <a16:creationId xmlns:a16="http://schemas.microsoft.com/office/drawing/2014/main" id="{D83C98F7-C3C8-A5E7-AD68-F6FE3D402BD7}"/>
                </a:ext>
              </a:extLst>
            </p:cNvPr>
            <p:cNvSpPr txBox="1">
              <a:spLocks noChangeArrowheads="1"/>
            </p:cNvSpPr>
            <p:nvPr/>
          </p:nvSpPr>
          <p:spPr bwMode="auto">
            <a:xfrm>
              <a:off x="1733959" y="1829190"/>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73" name="Text Box 358">
              <a:extLst>
                <a:ext uri="{FF2B5EF4-FFF2-40B4-BE49-F238E27FC236}">
                  <a16:creationId xmlns:a16="http://schemas.microsoft.com/office/drawing/2014/main" id="{B8D3D2B6-DA29-F68A-D341-326C9EFC9620}"/>
                </a:ext>
              </a:extLst>
            </p:cNvPr>
            <p:cNvSpPr txBox="1">
              <a:spLocks noChangeArrowheads="1"/>
            </p:cNvSpPr>
            <p:nvPr/>
          </p:nvSpPr>
          <p:spPr bwMode="auto">
            <a:xfrm>
              <a:off x="2063712" y="1633236"/>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a:t>
              </a:r>
              <a:endParaRPr lang="zh-CN" altLang="en-US" sz="1000" b="1">
                <a:ea typeface="微软雅黑" panose="020B0503020204020204" pitchFamily="34" charset="-122"/>
              </a:endParaRPr>
            </a:p>
          </p:txBody>
        </p:sp>
        <p:sp>
          <p:nvSpPr>
            <p:cNvPr id="74" name="Text Box 358">
              <a:extLst>
                <a:ext uri="{FF2B5EF4-FFF2-40B4-BE49-F238E27FC236}">
                  <a16:creationId xmlns:a16="http://schemas.microsoft.com/office/drawing/2014/main" id="{406D8CDA-590F-E335-70DE-61A386141A87}"/>
                </a:ext>
              </a:extLst>
            </p:cNvPr>
            <p:cNvSpPr txBox="1">
              <a:spLocks noChangeArrowheads="1"/>
            </p:cNvSpPr>
            <p:nvPr/>
          </p:nvSpPr>
          <p:spPr bwMode="auto">
            <a:xfrm>
              <a:off x="2045727" y="1829190"/>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a:t>
              </a:r>
              <a:endParaRPr lang="zh-CN" altLang="en-US" sz="1000" b="1">
                <a:ea typeface="微软雅黑" panose="020B0503020204020204" pitchFamily="34" charset="-122"/>
              </a:endParaRPr>
            </a:p>
          </p:txBody>
        </p:sp>
        <p:sp>
          <p:nvSpPr>
            <p:cNvPr id="75" name="Text Box 410">
              <a:extLst>
                <a:ext uri="{FF2B5EF4-FFF2-40B4-BE49-F238E27FC236}">
                  <a16:creationId xmlns:a16="http://schemas.microsoft.com/office/drawing/2014/main" id="{1F3AED41-A822-18A7-36A1-DB98D04342A0}"/>
                </a:ext>
              </a:extLst>
            </p:cNvPr>
            <p:cNvSpPr txBox="1">
              <a:spLocks noChangeArrowheads="1"/>
            </p:cNvSpPr>
            <p:nvPr/>
          </p:nvSpPr>
          <p:spPr bwMode="auto">
            <a:xfrm>
              <a:off x="1947966" y="255015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76" name="Text Box 353">
              <a:extLst>
                <a:ext uri="{FF2B5EF4-FFF2-40B4-BE49-F238E27FC236}">
                  <a16:creationId xmlns:a16="http://schemas.microsoft.com/office/drawing/2014/main" id="{B0144C7D-E74C-3391-477E-B060533B439C}"/>
                </a:ext>
              </a:extLst>
            </p:cNvPr>
            <p:cNvSpPr txBox="1">
              <a:spLocks noChangeArrowheads="1"/>
            </p:cNvSpPr>
            <p:nvPr/>
          </p:nvSpPr>
          <p:spPr bwMode="auto">
            <a:xfrm>
              <a:off x="1356534" y="1761408"/>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7" name="Text Box 353">
              <a:extLst>
                <a:ext uri="{FF2B5EF4-FFF2-40B4-BE49-F238E27FC236}">
                  <a16:creationId xmlns:a16="http://schemas.microsoft.com/office/drawing/2014/main" id="{B154EF0B-95A1-F4E3-A19A-FED7C0D44358}"/>
                </a:ext>
              </a:extLst>
            </p:cNvPr>
            <p:cNvSpPr txBox="1">
              <a:spLocks noChangeArrowheads="1"/>
            </p:cNvSpPr>
            <p:nvPr/>
          </p:nvSpPr>
          <p:spPr bwMode="auto">
            <a:xfrm>
              <a:off x="1361331" y="1551897"/>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8" name="Text Box 353">
              <a:extLst>
                <a:ext uri="{FF2B5EF4-FFF2-40B4-BE49-F238E27FC236}">
                  <a16:creationId xmlns:a16="http://schemas.microsoft.com/office/drawing/2014/main" id="{C1E08F5B-E34C-1ED7-448D-8C46B6CA61B1}"/>
                </a:ext>
              </a:extLst>
            </p:cNvPr>
            <p:cNvSpPr txBox="1">
              <a:spLocks noChangeArrowheads="1"/>
            </p:cNvSpPr>
            <p:nvPr/>
          </p:nvSpPr>
          <p:spPr bwMode="auto">
            <a:xfrm>
              <a:off x="6986679" y="1549432"/>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9" name="任意多边形: 形状 78">
              <a:extLst>
                <a:ext uri="{FF2B5EF4-FFF2-40B4-BE49-F238E27FC236}">
                  <a16:creationId xmlns:a16="http://schemas.microsoft.com/office/drawing/2014/main" id="{7F151B8F-710E-3D9C-C0D6-6CF0D06D10F5}"/>
                </a:ext>
              </a:extLst>
            </p:cNvPr>
            <p:cNvSpPr/>
            <p:nvPr/>
          </p:nvSpPr>
          <p:spPr bwMode="auto">
            <a:xfrm>
              <a:off x="3867518" y="2048560"/>
              <a:ext cx="1126988" cy="568145"/>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pic>
          <p:nvPicPr>
            <p:cNvPr id="80" name="Picture 377">
              <a:extLst>
                <a:ext uri="{FF2B5EF4-FFF2-40B4-BE49-F238E27FC236}">
                  <a16:creationId xmlns:a16="http://schemas.microsoft.com/office/drawing/2014/main" id="{DE3CF4DF-10B7-8BA4-3EF8-AF09A713FF3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67959" y="2606846"/>
              <a:ext cx="293737" cy="36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 Box 358">
              <a:extLst>
                <a:ext uri="{FF2B5EF4-FFF2-40B4-BE49-F238E27FC236}">
                  <a16:creationId xmlns:a16="http://schemas.microsoft.com/office/drawing/2014/main" id="{95FDE6AE-1E1D-3E81-4B7E-4BAECF1DA2C5}"/>
                </a:ext>
              </a:extLst>
            </p:cNvPr>
            <p:cNvSpPr txBox="1">
              <a:spLocks noChangeArrowheads="1"/>
            </p:cNvSpPr>
            <p:nvPr/>
          </p:nvSpPr>
          <p:spPr bwMode="auto">
            <a:xfrm>
              <a:off x="2288093" y="2291347"/>
              <a:ext cx="1729734" cy="434508"/>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81</a:t>
              </a:r>
            </a:p>
            <a:p>
              <a:pPr algn="ctr" eaLnBrk="1" hangingPunct="1">
                <a:lnSpc>
                  <a:spcPct val="90000"/>
                </a:lnSpc>
                <a:spcBef>
                  <a:spcPct val="0"/>
                </a:spcBef>
                <a:buFontTx/>
                <a:buNone/>
              </a:pPr>
              <a:r>
                <a:rPr lang="en-US" altLang="zh-CN" sz="1000" b="1">
                  <a:ea typeface="微软雅黑" panose="020B0503020204020204" pitchFamily="34" charset="-122"/>
                </a:rPr>
                <a:t> 165.60/16 </a:t>
              </a:r>
              <a:r>
                <a:rPr lang="zh-CN" altLang="en-US" sz="1000" b="1">
                  <a:ea typeface="微软雅黑" panose="020B0503020204020204" pitchFamily="34" charset="-122"/>
                </a:rPr>
                <a:t>的标签是 </a:t>
              </a:r>
              <a:r>
                <a:rPr lang="en-US" altLang="zh-CN" sz="1000" b="1">
                  <a:ea typeface="微软雅黑" panose="020B0503020204020204" pitchFamily="34" charset="-122"/>
                </a:rPr>
                <a:t>40</a:t>
              </a:r>
              <a:r>
                <a:rPr lang="zh-CN" altLang="en-US" sz="1000" b="1">
                  <a:ea typeface="微软雅黑" panose="020B0503020204020204" pitchFamily="34" charset="-122"/>
                </a:rPr>
                <a:t> </a:t>
              </a:r>
            </a:p>
          </p:txBody>
        </p:sp>
        <p:sp>
          <p:nvSpPr>
            <p:cNvPr id="82" name="Line 420">
              <a:extLst>
                <a:ext uri="{FF2B5EF4-FFF2-40B4-BE49-F238E27FC236}">
                  <a16:creationId xmlns:a16="http://schemas.microsoft.com/office/drawing/2014/main" id="{B55F5659-5DE0-9B6E-75D3-D876F189E8DA}"/>
                </a:ext>
              </a:extLst>
            </p:cNvPr>
            <p:cNvSpPr>
              <a:spLocks noChangeShapeType="1"/>
            </p:cNvSpPr>
            <p:nvPr/>
          </p:nvSpPr>
          <p:spPr bwMode="auto">
            <a:xfrm rot="17283846">
              <a:off x="2177930" y="2435055"/>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83" name="Text Box 410">
              <a:extLst>
                <a:ext uri="{FF2B5EF4-FFF2-40B4-BE49-F238E27FC236}">
                  <a16:creationId xmlns:a16="http://schemas.microsoft.com/office/drawing/2014/main" id="{56E09D49-56F1-F6CC-FB0B-26465DDB5D51}"/>
                </a:ext>
              </a:extLst>
            </p:cNvPr>
            <p:cNvSpPr txBox="1">
              <a:spLocks noChangeArrowheads="1"/>
            </p:cNvSpPr>
            <p:nvPr/>
          </p:nvSpPr>
          <p:spPr bwMode="auto">
            <a:xfrm>
              <a:off x="6867148" y="2534133"/>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84" name="文本框 3342">
              <a:extLst>
                <a:ext uri="{FF2B5EF4-FFF2-40B4-BE49-F238E27FC236}">
                  <a16:creationId xmlns:a16="http://schemas.microsoft.com/office/drawing/2014/main" id="{53323312-9865-5E5B-AD85-60502626641F}"/>
                </a:ext>
              </a:extLst>
            </p:cNvPr>
            <p:cNvSpPr txBox="1">
              <a:spLocks noChangeArrowheads="1"/>
            </p:cNvSpPr>
            <p:nvPr/>
          </p:nvSpPr>
          <p:spPr bwMode="auto">
            <a:xfrm>
              <a:off x="6633435" y="1714576"/>
              <a:ext cx="3832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a:t>
              </a:r>
              <a:endParaRPr lang="zh-CN" altLang="en-US" sz="1100" b="1">
                <a:ea typeface="微软雅黑" panose="020B0503020204020204" pitchFamily="34" charset="-122"/>
              </a:endParaRPr>
            </a:p>
          </p:txBody>
        </p:sp>
        <p:sp>
          <p:nvSpPr>
            <p:cNvPr id="85" name="Text Box 353">
              <a:extLst>
                <a:ext uri="{FF2B5EF4-FFF2-40B4-BE49-F238E27FC236}">
                  <a16:creationId xmlns:a16="http://schemas.microsoft.com/office/drawing/2014/main" id="{F44A9EC3-DAE6-7AC2-1AF2-661CC5A033BF}"/>
                </a:ext>
              </a:extLst>
            </p:cNvPr>
            <p:cNvSpPr txBox="1">
              <a:spLocks noChangeArrowheads="1"/>
            </p:cNvSpPr>
            <p:nvPr/>
          </p:nvSpPr>
          <p:spPr bwMode="auto">
            <a:xfrm>
              <a:off x="6994472" y="1744154"/>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86" name="Text Box 350">
              <a:extLst>
                <a:ext uri="{FF2B5EF4-FFF2-40B4-BE49-F238E27FC236}">
                  <a16:creationId xmlns:a16="http://schemas.microsoft.com/office/drawing/2014/main" id="{8692E5EF-1E5A-D28B-86E6-03ABA068109F}"/>
                </a:ext>
              </a:extLst>
            </p:cNvPr>
            <p:cNvSpPr txBox="1">
              <a:spLocks noChangeArrowheads="1"/>
            </p:cNvSpPr>
            <p:nvPr/>
          </p:nvSpPr>
          <p:spPr bwMode="auto">
            <a:xfrm>
              <a:off x="5199522" y="2202613"/>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87" name="Rectangle 414">
              <a:extLst>
                <a:ext uri="{FF2B5EF4-FFF2-40B4-BE49-F238E27FC236}">
                  <a16:creationId xmlns:a16="http://schemas.microsoft.com/office/drawing/2014/main" id="{1D2DA8AD-369A-C0CA-F23E-D68BED748CF7}"/>
                </a:ext>
              </a:extLst>
            </p:cNvPr>
            <p:cNvSpPr>
              <a:spLocks noChangeArrowheads="1"/>
            </p:cNvSpPr>
            <p:nvPr/>
          </p:nvSpPr>
          <p:spPr bwMode="auto">
            <a:xfrm rot="10800000">
              <a:off x="5599963" y="2794174"/>
              <a:ext cx="449596"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88" name="Rectangle 415">
              <a:extLst>
                <a:ext uri="{FF2B5EF4-FFF2-40B4-BE49-F238E27FC236}">
                  <a16:creationId xmlns:a16="http://schemas.microsoft.com/office/drawing/2014/main" id="{4A2A3ECF-B8A8-E50A-A3DA-C908D52F2C58}"/>
                </a:ext>
              </a:extLst>
            </p:cNvPr>
            <p:cNvSpPr>
              <a:spLocks noChangeArrowheads="1"/>
            </p:cNvSpPr>
            <p:nvPr/>
          </p:nvSpPr>
          <p:spPr bwMode="auto">
            <a:xfrm>
              <a:off x="6049559" y="2794174"/>
              <a:ext cx="152264"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80</a:t>
              </a:r>
            </a:p>
          </p:txBody>
        </p:sp>
        <p:sp>
          <p:nvSpPr>
            <p:cNvPr id="89" name="Rectangle 414">
              <a:extLst>
                <a:ext uri="{FF2B5EF4-FFF2-40B4-BE49-F238E27FC236}">
                  <a16:creationId xmlns:a16="http://schemas.microsoft.com/office/drawing/2014/main" id="{57741FEF-2851-0124-2AFC-6411A31325ED}"/>
                </a:ext>
              </a:extLst>
            </p:cNvPr>
            <p:cNvSpPr>
              <a:spLocks noChangeArrowheads="1"/>
            </p:cNvSpPr>
            <p:nvPr/>
          </p:nvSpPr>
          <p:spPr bwMode="auto">
            <a:xfrm rot="10800000">
              <a:off x="1026070" y="2804033"/>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0" name="Line 345">
              <a:extLst>
                <a:ext uri="{FF2B5EF4-FFF2-40B4-BE49-F238E27FC236}">
                  <a16:creationId xmlns:a16="http://schemas.microsoft.com/office/drawing/2014/main" id="{7A4D9C9B-D8F9-8A9A-4A33-273AF08FDD82}"/>
                </a:ext>
              </a:extLst>
            </p:cNvPr>
            <p:cNvSpPr>
              <a:spLocks noChangeShapeType="1"/>
            </p:cNvSpPr>
            <p:nvPr/>
          </p:nvSpPr>
          <p:spPr bwMode="auto">
            <a:xfrm flipV="1">
              <a:off x="7511047" y="2863189"/>
              <a:ext cx="177441" cy="0"/>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1" name="Text Box 353">
              <a:extLst>
                <a:ext uri="{FF2B5EF4-FFF2-40B4-BE49-F238E27FC236}">
                  <a16:creationId xmlns:a16="http://schemas.microsoft.com/office/drawing/2014/main" id="{7BF39CBF-C2BB-D3A1-0338-50A791B357B5}"/>
                </a:ext>
              </a:extLst>
            </p:cNvPr>
            <p:cNvSpPr txBox="1">
              <a:spLocks noChangeArrowheads="1"/>
            </p:cNvSpPr>
            <p:nvPr/>
          </p:nvSpPr>
          <p:spPr bwMode="auto">
            <a:xfrm>
              <a:off x="6712980" y="2919880"/>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sp>
          <p:nvSpPr>
            <p:cNvPr id="92" name="Rectangle 414">
              <a:extLst>
                <a:ext uri="{FF2B5EF4-FFF2-40B4-BE49-F238E27FC236}">
                  <a16:creationId xmlns:a16="http://schemas.microsoft.com/office/drawing/2014/main" id="{B794508D-FBBD-B689-1BDF-E85003D669E8}"/>
                </a:ext>
              </a:extLst>
            </p:cNvPr>
            <p:cNvSpPr>
              <a:spLocks noChangeArrowheads="1"/>
            </p:cNvSpPr>
            <p:nvPr/>
          </p:nvSpPr>
          <p:spPr bwMode="auto">
            <a:xfrm rot="10800000">
              <a:off x="7035074" y="2792941"/>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3" name="Line 345">
              <a:extLst>
                <a:ext uri="{FF2B5EF4-FFF2-40B4-BE49-F238E27FC236}">
                  <a16:creationId xmlns:a16="http://schemas.microsoft.com/office/drawing/2014/main" id="{DC3E3674-2EA8-4ED9-63AB-52C94DC507AE}"/>
                </a:ext>
              </a:extLst>
            </p:cNvPr>
            <p:cNvSpPr>
              <a:spLocks noChangeShapeType="1"/>
            </p:cNvSpPr>
            <p:nvPr/>
          </p:nvSpPr>
          <p:spPr bwMode="auto">
            <a:xfrm flipV="1">
              <a:off x="2988708" y="2884140"/>
              <a:ext cx="177441" cy="1233"/>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4" name="AutoShape 357">
              <a:extLst>
                <a:ext uri="{FF2B5EF4-FFF2-40B4-BE49-F238E27FC236}">
                  <a16:creationId xmlns:a16="http://schemas.microsoft.com/office/drawing/2014/main" id="{8C2F9C3F-7527-9FB8-B667-261317FED247}"/>
                </a:ext>
              </a:extLst>
            </p:cNvPr>
            <p:cNvSpPr>
              <a:spLocks noChangeArrowheads="1"/>
            </p:cNvSpPr>
            <p:nvPr/>
          </p:nvSpPr>
          <p:spPr bwMode="auto">
            <a:xfrm flipH="1">
              <a:off x="6802482" y="2097857"/>
              <a:ext cx="870418" cy="256343"/>
            </a:xfrm>
            <a:prstGeom prst="wedgeRoundRectCallout">
              <a:avLst>
                <a:gd name="adj1" fmla="val -26134"/>
                <a:gd name="adj2" fmla="val 251079"/>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95" name="Text Box 356">
              <a:extLst>
                <a:ext uri="{FF2B5EF4-FFF2-40B4-BE49-F238E27FC236}">
                  <a16:creationId xmlns:a16="http://schemas.microsoft.com/office/drawing/2014/main" id="{96E04CBB-94F7-CDC9-2B5B-D7354E00C98D}"/>
                </a:ext>
              </a:extLst>
            </p:cNvPr>
            <p:cNvSpPr txBox="1">
              <a:spLocks noChangeArrowheads="1"/>
            </p:cNvSpPr>
            <p:nvPr/>
          </p:nvSpPr>
          <p:spPr bwMode="auto">
            <a:xfrm>
              <a:off x="6734915" y="2101556"/>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 </a:t>
              </a:r>
              <a:r>
                <a:rPr lang="zh-CN" altLang="en-US" sz="1000" b="1">
                  <a:ea typeface="微软雅黑" panose="020B0503020204020204" pitchFamily="34" charset="-122"/>
                </a:rPr>
                <a:t>弹出标签</a:t>
              </a:r>
            </a:p>
          </p:txBody>
        </p:sp>
        <p:sp>
          <p:nvSpPr>
            <p:cNvPr id="96" name="Line 345">
              <a:extLst>
                <a:ext uri="{FF2B5EF4-FFF2-40B4-BE49-F238E27FC236}">
                  <a16:creationId xmlns:a16="http://schemas.microsoft.com/office/drawing/2014/main" id="{672C31A0-6981-83A0-BFA8-BA4596DB3DEC}"/>
                </a:ext>
              </a:extLst>
            </p:cNvPr>
            <p:cNvSpPr>
              <a:spLocks noChangeShapeType="1"/>
            </p:cNvSpPr>
            <p:nvPr/>
          </p:nvSpPr>
          <p:spPr bwMode="auto">
            <a:xfrm flipV="1">
              <a:off x="6205419" y="2860724"/>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7" name="Text Box 411">
              <a:extLst>
                <a:ext uri="{FF2B5EF4-FFF2-40B4-BE49-F238E27FC236}">
                  <a16:creationId xmlns:a16="http://schemas.microsoft.com/office/drawing/2014/main" id="{BE39A657-30CF-71CF-B406-E47D09629490}"/>
                </a:ext>
              </a:extLst>
            </p:cNvPr>
            <p:cNvSpPr txBox="1">
              <a:spLocks noChangeArrowheads="1"/>
            </p:cNvSpPr>
            <p:nvPr/>
          </p:nvSpPr>
          <p:spPr bwMode="auto">
            <a:xfrm>
              <a:off x="1800499" y="2850865"/>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grpSp>
          <p:nvGrpSpPr>
            <p:cNvPr id="98" name="组合 29">
              <a:extLst>
                <a:ext uri="{FF2B5EF4-FFF2-40B4-BE49-F238E27FC236}">
                  <a16:creationId xmlns:a16="http://schemas.microsoft.com/office/drawing/2014/main" id="{0C66230B-853A-5B77-3C14-329C025B03FD}"/>
                </a:ext>
              </a:extLst>
            </p:cNvPr>
            <p:cNvGrpSpPr>
              <a:grpSpLocks/>
            </p:cNvGrpSpPr>
            <p:nvPr/>
          </p:nvGrpSpPr>
          <p:grpSpPr bwMode="auto">
            <a:xfrm>
              <a:off x="728739" y="2418900"/>
              <a:ext cx="530426" cy="289671"/>
              <a:chOff x="4253264" y="3384673"/>
              <a:chExt cx="701744" cy="373591"/>
            </a:xfrm>
          </p:grpSpPr>
          <p:sp>
            <p:nvSpPr>
              <p:cNvPr id="117" name="矩形: 圆角 116">
                <a:extLst>
                  <a:ext uri="{FF2B5EF4-FFF2-40B4-BE49-F238E27FC236}">
                    <a16:creationId xmlns:a16="http://schemas.microsoft.com/office/drawing/2014/main" id="{FD20C496-401D-F893-5621-EA3053D4E41D}"/>
                  </a:ext>
                </a:extLst>
              </p:cNvPr>
              <p:cNvSpPr/>
              <p:nvPr/>
            </p:nvSpPr>
            <p:spPr bwMode="auto">
              <a:xfrm>
                <a:off x="4253264" y="3429970"/>
                <a:ext cx="618600"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8" name="文本框 28">
                <a:extLst>
                  <a:ext uri="{FF2B5EF4-FFF2-40B4-BE49-F238E27FC236}">
                    <a16:creationId xmlns:a16="http://schemas.microsoft.com/office/drawing/2014/main" id="{AB0E68FD-7973-AD96-A4AD-325CE574C6FC}"/>
                  </a:ext>
                </a:extLst>
              </p:cNvPr>
              <p:cNvSpPr txBox="1">
                <a:spLocks noChangeArrowheads="1"/>
              </p:cNvSpPr>
              <p:nvPr/>
            </p:nvSpPr>
            <p:spPr bwMode="auto">
              <a:xfrm>
                <a:off x="4268386" y="3384673"/>
                <a:ext cx="686622"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dirty="0">
                    <a:ea typeface="微软雅黑" panose="020B0503020204020204" pitchFamily="34" charset="-122"/>
                  </a:rPr>
                  <a:t>上游</a:t>
                </a:r>
              </a:p>
            </p:txBody>
          </p:sp>
        </p:grpSp>
        <p:grpSp>
          <p:nvGrpSpPr>
            <p:cNvPr id="99" name="组合 31">
              <a:extLst>
                <a:ext uri="{FF2B5EF4-FFF2-40B4-BE49-F238E27FC236}">
                  <a16:creationId xmlns:a16="http://schemas.microsoft.com/office/drawing/2014/main" id="{EED9C71C-27BC-D733-32C4-6C8B4A3192D0}"/>
                </a:ext>
              </a:extLst>
            </p:cNvPr>
            <p:cNvGrpSpPr>
              <a:grpSpLocks/>
            </p:cNvGrpSpPr>
            <p:nvPr/>
          </p:nvGrpSpPr>
          <p:grpSpPr bwMode="auto">
            <a:xfrm>
              <a:off x="7826362" y="2468814"/>
              <a:ext cx="518995" cy="289671"/>
              <a:chOff x="4253441" y="3397392"/>
              <a:chExt cx="688188" cy="373591"/>
            </a:xfrm>
          </p:grpSpPr>
          <p:sp>
            <p:nvSpPr>
              <p:cNvPr id="115" name="矩形: 圆角 114">
                <a:extLst>
                  <a:ext uri="{FF2B5EF4-FFF2-40B4-BE49-F238E27FC236}">
                    <a16:creationId xmlns:a16="http://schemas.microsoft.com/office/drawing/2014/main" id="{97338BA1-5E3C-CE29-2EB6-5F7935842784}"/>
                  </a:ext>
                </a:extLst>
              </p:cNvPr>
              <p:cNvSpPr/>
              <p:nvPr/>
            </p:nvSpPr>
            <p:spPr bwMode="auto">
              <a:xfrm>
                <a:off x="4253441" y="3429176"/>
                <a:ext cx="618423"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6" name="文本框 33">
                <a:extLst>
                  <a:ext uri="{FF2B5EF4-FFF2-40B4-BE49-F238E27FC236}">
                    <a16:creationId xmlns:a16="http://schemas.microsoft.com/office/drawing/2014/main" id="{FEAA9858-C968-AA04-E99A-F04021CBA27F}"/>
                  </a:ext>
                </a:extLst>
              </p:cNvPr>
              <p:cNvSpPr txBox="1">
                <a:spLocks noChangeArrowheads="1"/>
              </p:cNvSpPr>
              <p:nvPr/>
            </p:nvSpPr>
            <p:spPr bwMode="auto">
              <a:xfrm>
                <a:off x="4253441" y="3397392"/>
                <a:ext cx="688188"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a:ea typeface="微软雅黑" panose="020B0503020204020204" pitchFamily="34" charset="-122"/>
                  </a:rPr>
                  <a:t>下游</a:t>
                </a:r>
              </a:p>
            </p:txBody>
          </p:sp>
        </p:grpSp>
        <p:sp>
          <p:nvSpPr>
            <p:cNvPr id="100" name="文本框 34">
              <a:extLst>
                <a:ext uri="{FF2B5EF4-FFF2-40B4-BE49-F238E27FC236}">
                  <a16:creationId xmlns:a16="http://schemas.microsoft.com/office/drawing/2014/main" id="{07F71DED-8DD0-ED91-7315-C68C25DC91A5}"/>
                </a:ext>
              </a:extLst>
            </p:cNvPr>
            <p:cNvSpPr txBox="1">
              <a:spLocks noChangeArrowheads="1"/>
            </p:cNvSpPr>
            <p:nvPr/>
          </p:nvSpPr>
          <p:spPr bwMode="auto">
            <a:xfrm>
              <a:off x="1243076" y="1026887"/>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1" name="文本框 35">
              <a:extLst>
                <a:ext uri="{FF2B5EF4-FFF2-40B4-BE49-F238E27FC236}">
                  <a16:creationId xmlns:a16="http://schemas.microsoft.com/office/drawing/2014/main" id="{5CFED248-47A9-7F20-7FC7-5FF61992B1AF}"/>
                </a:ext>
              </a:extLst>
            </p:cNvPr>
            <p:cNvSpPr txBox="1">
              <a:spLocks noChangeArrowheads="1"/>
            </p:cNvSpPr>
            <p:nvPr/>
          </p:nvSpPr>
          <p:spPr bwMode="auto">
            <a:xfrm>
              <a:off x="3799180" y="992379"/>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2" name="文本框 36">
              <a:extLst>
                <a:ext uri="{FF2B5EF4-FFF2-40B4-BE49-F238E27FC236}">
                  <a16:creationId xmlns:a16="http://schemas.microsoft.com/office/drawing/2014/main" id="{05EAD111-E5A5-857B-7A69-4A82AB35AF42}"/>
                </a:ext>
              </a:extLst>
            </p:cNvPr>
            <p:cNvSpPr txBox="1">
              <a:spLocks noChangeArrowheads="1"/>
            </p:cNvSpPr>
            <p:nvPr/>
          </p:nvSpPr>
          <p:spPr bwMode="auto">
            <a:xfrm>
              <a:off x="6137080" y="1001006"/>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cxnSp>
          <p:nvCxnSpPr>
            <p:cNvPr id="103" name="直接箭头连接符 2">
              <a:extLst>
                <a:ext uri="{FF2B5EF4-FFF2-40B4-BE49-F238E27FC236}">
                  <a16:creationId xmlns:a16="http://schemas.microsoft.com/office/drawing/2014/main" id="{752B5ABF-200E-45B3-8207-915E2A92BF0F}"/>
                </a:ext>
              </a:extLst>
            </p:cNvPr>
            <p:cNvCxnSpPr>
              <a:cxnSpLocks/>
            </p:cNvCxnSpPr>
            <p:nvPr/>
          </p:nvCxnSpPr>
          <p:spPr bwMode="auto">
            <a:xfrm>
              <a:off x="1609946" y="4525720"/>
              <a:ext cx="5941864" cy="0"/>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104" name="Text Box 355">
              <a:extLst>
                <a:ext uri="{FF2B5EF4-FFF2-40B4-BE49-F238E27FC236}">
                  <a16:creationId xmlns:a16="http://schemas.microsoft.com/office/drawing/2014/main" id="{74889F89-DDD8-7FA1-2A06-29C7873F77B1}"/>
                </a:ext>
              </a:extLst>
            </p:cNvPr>
            <p:cNvSpPr txBox="1">
              <a:spLocks noChangeArrowheads="1"/>
            </p:cNvSpPr>
            <p:nvPr/>
          </p:nvSpPr>
          <p:spPr bwMode="auto">
            <a:xfrm>
              <a:off x="4040162" y="4391388"/>
              <a:ext cx="875985" cy="289672"/>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a:t>
              </a:r>
            </a:p>
          </p:txBody>
        </p:sp>
        <p:sp>
          <p:nvSpPr>
            <p:cNvPr id="105" name="AutoShape 354">
              <a:extLst>
                <a:ext uri="{FF2B5EF4-FFF2-40B4-BE49-F238E27FC236}">
                  <a16:creationId xmlns:a16="http://schemas.microsoft.com/office/drawing/2014/main" id="{F1363F6D-9453-21AA-2220-F8CC7DE79BC5}"/>
                </a:ext>
              </a:extLst>
            </p:cNvPr>
            <p:cNvSpPr>
              <a:spLocks noChangeArrowheads="1"/>
            </p:cNvSpPr>
            <p:nvPr/>
          </p:nvSpPr>
          <p:spPr bwMode="auto">
            <a:xfrm>
              <a:off x="3234487" y="3023403"/>
              <a:ext cx="890800" cy="262505"/>
            </a:xfrm>
            <a:prstGeom prst="wedgeRoundRectCallout">
              <a:avLst>
                <a:gd name="adj1" fmla="val 73259"/>
                <a:gd name="adj2" fmla="val -122694"/>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106" name="Text Box 355">
              <a:extLst>
                <a:ext uri="{FF2B5EF4-FFF2-40B4-BE49-F238E27FC236}">
                  <a16:creationId xmlns:a16="http://schemas.microsoft.com/office/drawing/2014/main" id="{0B25AA69-04DF-17B9-8584-8D15A8420A9C}"/>
                </a:ext>
              </a:extLst>
            </p:cNvPr>
            <p:cNvSpPr txBox="1">
              <a:spLocks noChangeArrowheads="1"/>
            </p:cNvSpPr>
            <p:nvPr/>
          </p:nvSpPr>
          <p:spPr bwMode="auto">
            <a:xfrm>
              <a:off x="3170517" y="3041889"/>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 </a:t>
              </a:r>
              <a:r>
                <a:rPr lang="zh-CN" altLang="en-US" sz="1000" b="1">
                  <a:ea typeface="微软雅黑" panose="020B0503020204020204" pitchFamily="34" charset="-122"/>
                </a:rPr>
                <a:t>标签交换</a:t>
              </a:r>
            </a:p>
          </p:txBody>
        </p:sp>
        <p:sp>
          <p:nvSpPr>
            <p:cNvPr id="108" name="Text Box 358">
              <a:extLst>
                <a:ext uri="{FF2B5EF4-FFF2-40B4-BE49-F238E27FC236}">
                  <a16:creationId xmlns:a16="http://schemas.microsoft.com/office/drawing/2014/main" id="{BBD2F8C1-D972-F37B-7C40-946259F87968}"/>
                </a:ext>
              </a:extLst>
            </p:cNvPr>
            <p:cNvSpPr txBox="1">
              <a:spLocks noChangeArrowheads="1"/>
            </p:cNvSpPr>
            <p:nvPr/>
          </p:nvSpPr>
          <p:spPr bwMode="auto">
            <a:xfrm>
              <a:off x="627262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09" name="Text Box 358">
              <a:extLst>
                <a:ext uri="{FF2B5EF4-FFF2-40B4-BE49-F238E27FC236}">
                  <a16:creationId xmlns:a16="http://schemas.microsoft.com/office/drawing/2014/main" id="{6EF031E3-FF94-778F-06CB-D55C0088F1DA}"/>
                </a:ext>
              </a:extLst>
            </p:cNvPr>
            <p:cNvSpPr txBox="1">
              <a:spLocks noChangeArrowheads="1"/>
            </p:cNvSpPr>
            <p:nvPr/>
          </p:nvSpPr>
          <p:spPr bwMode="auto">
            <a:xfrm>
              <a:off x="666347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110" name="Text Box 358">
              <a:extLst>
                <a:ext uri="{FF2B5EF4-FFF2-40B4-BE49-F238E27FC236}">
                  <a16:creationId xmlns:a16="http://schemas.microsoft.com/office/drawing/2014/main" id="{6956AE64-FF28-09C0-9A66-5B94C41C84EF}"/>
                </a:ext>
              </a:extLst>
            </p:cNvPr>
            <p:cNvSpPr txBox="1">
              <a:spLocks noChangeArrowheads="1"/>
            </p:cNvSpPr>
            <p:nvPr/>
          </p:nvSpPr>
          <p:spPr bwMode="auto">
            <a:xfrm>
              <a:off x="7003972" y="3846658"/>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12" name="Text Box 353">
              <a:extLst>
                <a:ext uri="{FF2B5EF4-FFF2-40B4-BE49-F238E27FC236}">
                  <a16:creationId xmlns:a16="http://schemas.microsoft.com/office/drawing/2014/main" id="{3246838C-111C-0794-1926-4258F57D610F}"/>
                </a:ext>
              </a:extLst>
            </p:cNvPr>
            <p:cNvSpPr txBox="1">
              <a:spLocks noChangeArrowheads="1"/>
            </p:cNvSpPr>
            <p:nvPr/>
          </p:nvSpPr>
          <p:spPr bwMode="auto">
            <a:xfrm>
              <a:off x="7101774" y="4153529"/>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113" name="Text Box 355">
              <a:extLst>
                <a:ext uri="{FF2B5EF4-FFF2-40B4-BE49-F238E27FC236}">
                  <a16:creationId xmlns:a16="http://schemas.microsoft.com/office/drawing/2014/main" id="{E60AFE8D-B96E-C260-A9F7-BF52893FDA02}"/>
                </a:ext>
              </a:extLst>
            </p:cNvPr>
            <p:cNvSpPr txBox="1">
              <a:spLocks noChangeArrowheads="1"/>
            </p:cNvSpPr>
            <p:nvPr/>
          </p:nvSpPr>
          <p:spPr bwMode="auto">
            <a:xfrm>
              <a:off x="1138336" y="3738205"/>
              <a:ext cx="2502883" cy="28967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域包含了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1</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2</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3</a:t>
              </a:r>
              <a:r>
                <a:rPr lang="en-US" altLang="zh-CN" sz="1000" b="1" dirty="0">
                  <a:ea typeface="微软雅黑" panose="020B0503020204020204" pitchFamily="34" charset="-122"/>
                </a:rPr>
                <a:t> </a:t>
              </a:r>
              <a:r>
                <a:rPr lang="zh-CN" altLang="en-US" sz="1000" b="1" dirty="0">
                  <a:ea typeface="微软雅黑" panose="020B0503020204020204" pitchFamily="34" charset="-122"/>
                </a:rPr>
                <a:t>和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4</a:t>
              </a:r>
              <a:r>
                <a:rPr lang="zh-CN" altLang="en-US" sz="1000" b="1" dirty="0">
                  <a:ea typeface="微软雅黑" panose="020B0503020204020204" pitchFamily="34" charset="-122"/>
                </a:rPr>
                <a:t>。</a:t>
              </a:r>
            </a:p>
          </p:txBody>
        </p:sp>
        <p:sp>
          <p:nvSpPr>
            <p:cNvPr id="114" name="文本框 35">
              <a:extLst>
                <a:ext uri="{FF2B5EF4-FFF2-40B4-BE49-F238E27FC236}">
                  <a16:creationId xmlns:a16="http://schemas.microsoft.com/office/drawing/2014/main" id="{DD090E03-C13A-DECD-75D5-6D3564BCA4BB}"/>
                </a:ext>
              </a:extLst>
            </p:cNvPr>
            <p:cNvSpPr txBox="1">
              <a:spLocks noChangeArrowheads="1"/>
            </p:cNvSpPr>
            <p:nvPr/>
          </p:nvSpPr>
          <p:spPr bwMode="auto">
            <a:xfrm>
              <a:off x="6249779" y="3613731"/>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grpSp>
      <p:sp>
        <p:nvSpPr>
          <p:cNvPr id="7" name="矩形 6">
            <a:extLst>
              <a:ext uri="{FF2B5EF4-FFF2-40B4-BE49-F238E27FC236}">
                <a16:creationId xmlns:a16="http://schemas.microsoft.com/office/drawing/2014/main" id="{9D3416BC-41F8-344F-25CA-F5F5373D657D}"/>
              </a:ext>
            </a:extLst>
          </p:cNvPr>
          <p:cNvSpPr/>
          <p:nvPr/>
        </p:nvSpPr>
        <p:spPr>
          <a:xfrm>
            <a:off x="645539" y="3767328"/>
            <a:ext cx="8021370" cy="702244"/>
          </a:xfrm>
          <a:prstGeom prst="rect">
            <a:avLst/>
          </a:prstGeom>
        </p:spPr>
        <p:txBody>
          <a:bodyPr wrap="square">
            <a:spAutoFit/>
          </a:bodyPr>
          <a:lstStyle/>
          <a:p>
            <a:pPr>
              <a:lnSpc>
                <a:spcPts val="2500"/>
              </a:lnSpc>
            </a:pPr>
            <a:r>
              <a:rPr lang="zh-CN" altLang="en-US" sz="1600" b="1" dirty="0">
                <a:latin typeface="微软雅黑" panose="020B0503020204020204" pitchFamily="34" charset="-122"/>
                <a:ea typeface="微软雅黑" panose="020B0503020204020204" pitchFamily="34" charset="-122"/>
              </a:rPr>
              <a:t>当发往</a:t>
            </a:r>
            <a:r>
              <a:rPr lang="en-US" altLang="zh-CN" sz="1600" b="1" dirty="0">
                <a:latin typeface="微软雅黑" panose="020B0503020204020204" pitchFamily="34" charset="-122"/>
                <a:ea typeface="微软雅黑" panose="020B0503020204020204" pitchFamily="34" charset="-122"/>
              </a:rPr>
              <a:t>128.70/16</a:t>
            </a:r>
            <a:r>
              <a:rPr lang="zh-CN" altLang="en-US" sz="1600" b="1" dirty="0">
                <a:latin typeface="微软雅黑" panose="020B0503020204020204" pitchFamily="34" charset="-122"/>
                <a:ea typeface="微软雅黑" panose="020B0503020204020204" pitchFamily="34" charset="-122"/>
              </a:rPr>
              <a:t>的分组进入</a:t>
            </a:r>
            <a:r>
              <a:rPr lang="en-US" altLang="zh-CN" sz="1600" b="1" dirty="0">
                <a:latin typeface="微软雅黑" panose="020B0503020204020204" pitchFamily="34" charset="-122"/>
                <a:ea typeface="微软雅黑" panose="020B0503020204020204" pitchFamily="34" charset="-122"/>
              </a:rPr>
              <a:t>MPLS</a:t>
            </a:r>
            <a:r>
              <a:rPr lang="zh-CN" altLang="en-US" sz="1600" b="1" dirty="0">
                <a:latin typeface="微软雅黑" panose="020B0503020204020204" pitchFamily="34" charset="-122"/>
                <a:ea typeface="微软雅黑" panose="020B0503020204020204" pitchFamily="34" charset="-122"/>
              </a:rPr>
              <a:t>域时，入口的</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1</a:t>
            </a:r>
            <a:r>
              <a:rPr lang="zh-CN" altLang="en-US" sz="1600" b="1" dirty="0">
                <a:latin typeface="微软雅黑" panose="020B0503020204020204" pitchFamily="34" charset="-122"/>
                <a:ea typeface="微软雅黑" panose="020B0503020204020204" pitchFamily="34" charset="-122"/>
              </a:rPr>
              <a:t>从该表项查出这是属于</a:t>
            </a:r>
            <a:r>
              <a:rPr lang="en-US" altLang="zh-CN" sz="1600" b="1" dirty="0">
                <a:latin typeface="微软雅黑" panose="020B0503020204020204" pitchFamily="34" charset="-122"/>
                <a:ea typeface="微软雅黑" panose="020B0503020204020204" pitchFamily="34" charset="-122"/>
              </a:rPr>
              <a:t>FEC-1</a:t>
            </a:r>
            <a:r>
              <a:rPr lang="zh-CN" altLang="en-US" sz="1600" b="1" dirty="0">
                <a:latin typeface="微软雅黑" panose="020B0503020204020204" pitchFamily="34" charset="-122"/>
                <a:ea typeface="微软雅黑" panose="020B0503020204020204" pitchFamily="34" charset="-122"/>
              </a:rPr>
              <a:t>的分组（仅查这一次），因此压入标签</a:t>
            </a:r>
            <a:r>
              <a:rPr lang="en-US" altLang="zh-CN" sz="1600" b="1" dirty="0">
                <a:latin typeface="微软雅黑" panose="020B0503020204020204" pitchFamily="34" charset="-122"/>
                <a:ea typeface="微软雅黑" panose="020B0503020204020204" pitchFamily="34" charset="-122"/>
              </a:rPr>
              <a:t>81</a:t>
            </a:r>
            <a:r>
              <a:rPr lang="zh-CN" altLang="en-US" sz="1600" b="1" dirty="0">
                <a:latin typeface="微软雅黑" panose="020B0503020204020204" pitchFamily="34" charset="-122"/>
                <a:ea typeface="微软雅黑" panose="020B0503020204020204" pitchFamily="34" charset="-122"/>
              </a:rPr>
              <a:t>，并按标签转发表从接口</a:t>
            </a:r>
            <a:r>
              <a:rPr lang="en-US" altLang="zh-CN" sz="1600" b="1" dirty="0">
                <a:latin typeface="微软雅黑" panose="020B0503020204020204" pitchFamily="34" charset="-122"/>
                <a:ea typeface="微软雅黑" panose="020B0503020204020204" pitchFamily="34" charset="-122"/>
              </a:rPr>
              <a:t>0</a:t>
            </a:r>
            <a:r>
              <a:rPr lang="zh-CN" altLang="en-US" sz="1600" b="1" dirty="0">
                <a:latin typeface="微软雅黑" panose="020B0503020204020204" pitchFamily="34" charset="-122"/>
                <a:ea typeface="微软雅黑" panose="020B0503020204020204" pitchFamily="34" charset="-122"/>
              </a:rPr>
              <a:t>转发给</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r>
              <a:rPr lang="zh-CN" altLang="en-US" sz="1600" b="1" dirty="0">
                <a:latin typeface="微软雅黑" panose="020B0503020204020204" pitchFamily="34" charset="-122"/>
                <a:ea typeface="微软雅黑" panose="020B0503020204020204" pitchFamily="34" charset="-122"/>
              </a:rPr>
              <a:t>。</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866502220"/>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D6C9D7-8C61-8857-01E9-F5F7D9D43923}"/>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8E5F4EC7-1CEC-DE5A-986B-8E51C3940A4F}"/>
              </a:ext>
            </a:extLst>
          </p:cNvPr>
          <p:cNvSpPr/>
          <p:nvPr/>
        </p:nvSpPr>
        <p:spPr>
          <a:xfrm>
            <a:off x="545144" y="582235"/>
            <a:ext cx="8053712" cy="318509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107" name="文本框 3344">
            <a:extLst>
              <a:ext uri="{FF2B5EF4-FFF2-40B4-BE49-F238E27FC236}">
                <a16:creationId xmlns:a16="http://schemas.microsoft.com/office/drawing/2014/main" id="{A94BBB77-16D3-3C5B-49F6-C4B92E484414}"/>
              </a:ext>
            </a:extLst>
          </p:cNvPr>
          <p:cNvSpPr txBox="1">
            <a:spLocks noChangeArrowheads="1"/>
          </p:cNvSpPr>
          <p:nvPr/>
        </p:nvSpPr>
        <p:spPr bwMode="auto">
          <a:xfrm>
            <a:off x="6390054" y="4416035"/>
            <a:ext cx="216703" cy="2986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400" b="1">
                <a:ea typeface="微软雅黑" panose="020B0503020204020204" pitchFamily="34" charset="-122"/>
                <a:sym typeface="Symbol" panose="05050102010706020507" pitchFamily="18" charset="2"/>
              </a:rPr>
              <a:t> </a:t>
            </a:r>
            <a:endParaRPr lang="zh-CN" altLang="en-US" sz="1400" b="1">
              <a:ea typeface="微软雅黑" panose="020B0503020204020204" pitchFamily="34" charset="-122"/>
            </a:endParaRPr>
          </a:p>
        </p:txBody>
      </p:sp>
      <p:grpSp>
        <p:nvGrpSpPr>
          <p:cNvPr id="3" name="组合 2">
            <a:extLst>
              <a:ext uri="{FF2B5EF4-FFF2-40B4-BE49-F238E27FC236}">
                <a16:creationId xmlns:a16="http://schemas.microsoft.com/office/drawing/2014/main" id="{8E6928D2-C771-6682-041A-1FCD665F338F}"/>
              </a:ext>
            </a:extLst>
          </p:cNvPr>
          <p:cNvGrpSpPr/>
          <p:nvPr/>
        </p:nvGrpSpPr>
        <p:grpSpPr>
          <a:xfrm>
            <a:off x="1101908" y="580438"/>
            <a:ext cx="6726624" cy="3135379"/>
            <a:chOff x="621252" y="992379"/>
            <a:chExt cx="7913675" cy="3688681"/>
          </a:xfrm>
        </p:grpSpPr>
        <p:sp>
          <p:nvSpPr>
            <p:cNvPr id="57" name="矩形 3302">
              <a:extLst>
                <a:ext uri="{FF2B5EF4-FFF2-40B4-BE49-F238E27FC236}">
                  <a16:creationId xmlns:a16="http://schemas.microsoft.com/office/drawing/2014/main" id="{B13F0CDD-3BF9-C77B-4D4B-BA671D78C2A7}"/>
                </a:ext>
              </a:extLst>
            </p:cNvPr>
            <p:cNvSpPr>
              <a:spLocks noChangeArrowheads="1"/>
            </p:cNvSpPr>
            <p:nvPr/>
          </p:nvSpPr>
          <p:spPr bwMode="auto">
            <a:xfrm>
              <a:off x="3871115" y="1240095"/>
              <a:ext cx="1129386"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9" name="矩形 3283">
              <a:extLst>
                <a:ext uri="{FF2B5EF4-FFF2-40B4-BE49-F238E27FC236}">
                  <a16:creationId xmlns:a16="http://schemas.microsoft.com/office/drawing/2014/main" id="{EAFD2FD5-47DC-B8EE-73A3-4A26E30A6513}"/>
                </a:ext>
              </a:extLst>
            </p:cNvPr>
            <p:cNvSpPr>
              <a:spLocks noChangeArrowheads="1"/>
            </p:cNvSpPr>
            <p:nvPr/>
          </p:nvSpPr>
          <p:spPr bwMode="auto">
            <a:xfrm>
              <a:off x="6231795" y="1240095"/>
              <a:ext cx="1100612"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111" name="矩形 3283">
              <a:extLst>
                <a:ext uri="{FF2B5EF4-FFF2-40B4-BE49-F238E27FC236}">
                  <a16:creationId xmlns:a16="http://schemas.microsoft.com/office/drawing/2014/main" id="{4F8E028E-DE8F-680D-66D5-FBCB88468B88}"/>
                </a:ext>
              </a:extLst>
            </p:cNvPr>
            <p:cNvSpPr>
              <a:spLocks noChangeArrowheads="1"/>
            </p:cNvSpPr>
            <p:nvPr/>
          </p:nvSpPr>
          <p:spPr bwMode="auto">
            <a:xfrm>
              <a:off x="6346892" y="3844193"/>
              <a:ext cx="1100612" cy="61127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68" name="矩形 3318">
              <a:extLst>
                <a:ext uri="{FF2B5EF4-FFF2-40B4-BE49-F238E27FC236}">
                  <a16:creationId xmlns:a16="http://schemas.microsoft.com/office/drawing/2014/main" id="{AD3C0072-4130-42AF-059F-5727249F40B5}"/>
                </a:ext>
              </a:extLst>
            </p:cNvPr>
            <p:cNvSpPr>
              <a:spLocks noChangeArrowheads="1"/>
            </p:cNvSpPr>
            <p:nvPr/>
          </p:nvSpPr>
          <p:spPr bwMode="auto">
            <a:xfrm>
              <a:off x="1340188" y="1267208"/>
              <a:ext cx="1081429"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 name="矩形 2">
              <a:extLst>
                <a:ext uri="{FF2B5EF4-FFF2-40B4-BE49-F238E27FC236}">
                  <a16:creationId xmlns:a16="http://schemas.microsoft.com/office/drawing/2014/main" id="{20C1ECA8-6962-F7E9-9D96-4741005B730F}"/>
                </a:ext>
              </a:extLst>
            </p:cNvPr>
            <p:cNvSpPr>
              <a:spLocks noChangeArrowheads="1"/>
            </p:cNvSpPr>
            <p:nvPr/>
          </p:nvSpPr>
          <p:spPr bwMode="auto">
            <a:xfrm>
              <a:off x="1133973" y="3735741"/>
              <a:ext cx="2500954" cy="283456"/>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5" name="任意多边形: 形状 4">
              <a:extLst>
                <a:ext uri="{FF2B5EF4-FFF2-40B4-BE49-F238E27FC236}">
                  <a16:creationId xmlns:a16="http://schemas.microsoft.com/office/drawing/2014/main" id="{E31FD285-2446-D771-279F-105AD6DE6885}"/>
                </a:ext>
              </a:extLst>
            </p:cNvPr>
            <p:cNvSpPr/>
            <p:nvPr/>
          </p:nvSpPr>
          <p:spPr bwMode="auto">
            <a:xfrm>
              <a:off x="6356483" y="3520068"/>
              <a:ext cx="1092219" cy="307288"/>
            </a:xfrm>
            <a:custGeom>
              <a:avLst/>
              <a:gdLst>
                <a:gd name="connsiteX0" fmla="*/ 645459 w 1446306"/>
                <a:gd name="connsiteY0" fmla="*/ 0 h 256988"/>
                <a:gd name="connsiteX1" fmla="*/ 0 w 1446306"/>
                <a:gd name="connsiteY1" fmla="*/ 256988 h 256988"/>
                <a:gd name="connsiteX2" fmla="*/ 1446306 w 1446306"/>
                <a:gd name="connsiteY2" fmla="*/ 256988 h 256988"/>
                <a:gd name="connsiteX3" fmla="*/ 818777 w 1446306"/>
                <a:gd name="connsiteY3" fmla="*/ 11953 h 256988"/>
                <a:gd name="connsiteX4" fmla="*/ 645459 w 1446306"/>
                <a:gd name="connsiteY4" fmla="*/ 0 h 256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06" h="256988">
                  <a:moveTo>
                    <a:pt x="645459" y="0"/>
                  </a:moveTo>
                  <a:lnTo>
                    <a:pt x="0" y="256988"/>
                  </a:lnTo>
                  <a:lnTo>
                    <a:pt x="1446306" y="256988"/>
                  </a:lnTo>
                  <a:lnTo>
                    <a:pt x="818777" y="11953"/>
                  </a:lnTo>
                  <a:lnTo>
                    <a:pt x="645459" y="0"/>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5400000" scaled="0"/>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6" name="Text Box 358">
              <a:extLst>
                <a:ext uri="{FF2B5EF4-FFF2-40B4-BE49-F238E27FC236}">
                  <a16:creationId xmlns:a16="http://schemas.microsoft.com/office/drawing/2014/main" id="{94A4C4A6-B772-6B4F-26C4-46D6822F0446}"/>
                </a:ext>
              </a:extLst>
            </p:cNvPr>
            <p:cNvSpPr txBox="1">
              <a:spLocks noChangeArrowheads="1"/>
            </p:cNvSpPr>
            <p:nvPr/>
          </p:nvSpPr>
          <p:spPr bwMode="auto">
            <a:xfrm>
              <a:off x="6369288" y="4234869"/>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70       0 </a:t>
              </a:r>
              <a:endParaRPr lang="zh-CN" altLang="en-US" sz="1000" b="1">
                <a:ea typeface="微软雅黑" panose="020B0503020204020204" pitchFamily="34" charset="-122"/>
              </a:endParaRPr>
            </a:p>
          </p:txBody>
        </p:sp>
        <p:cxnSp>
          <p:nvCxnSpPr>
            <p:cNvPr id="10" name="直接连接符 3288">
              <a:extLst>
                <a:ext uri="{FF2B5EF4-FFF2-40B4-BE49-F238E27FC236}">
                  <a16:creationId xmlns:a16="http://schemas.microsoft.com/office/drawing/2014/main" id="{D55C3EF6-1EDE-FFED-A4A2-8AF2CED64671}"/>
                </a:ext>
              </a:extLst>
            </p:cNvPr>
            <p:cNvCxnSpPr>
              <a:cxnSpLocks/>
            </p:cNvCxnSpPr>
            <p:nvPr/>
          </p:nvCxnSpPr>
          <p:spPr bwMode="auto">
            <a:xfrm>
              <a:off x="6728149" y="3858982"/>
              <a:ext cx="1199" cy="59156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 name="直接连接符 3289">
              <a:extLst>
                <a:ext uri="{FF2B5EF4-FFF2-40B4-BE49-F238E27FC236}">
                  <a16:creationId xmlns:a16="http://schemas.microsoft.com/office/drawing/2014/main" id="{0302D720-E8F4-AA67-3AFB-BB7AF9578BE4}"/>
                </a:ext>
              </a:extLst>
            </p:cNvPr>
            <p:cNvCxnSpPr>
              <a:cxnSpLocks/>
            </p:cNvCxnSpPr>
            <p:nvPr/>
          </p:nvCxnSpPr>
          <p:spPr bwMode="auto">
            <a:xfrm flipH="1">
              <a:off x="7078235" y="3833101"/>
              <a:ext cx="4796" cy="61004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 name="直接连接符 3285">
              <a:extLst>
                <a:ext uri="{FF2B5EF4-FFF2-40B4-BE49-F238E27FC236}">
                  <a16:creationId xmlns:a16="http://schemas.microsoft.com/office/drawing/2014/main" id="{59E85B87-5781-3BC0-0BE5-9474FBF27525}"/>
                </a:ext>
              </a:extLst>
            </p:cNvPr>
            <p:cNvCxnSpPr>
              <a:cxnSpLocks/>
            </p:cNvCxnSpPr>
            <p:nvPr/>
          </p:nvCxnSpPr>
          <p:spPr bwMode="auto">
            <a:xfrm>
              <a:off x="6346892" y="4234869"/>
              <a:ext cx="1095816"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sp>
          <p:nvSpPr>
            <p:cNvPr id="13" name="Text Box 410">
              <a:extLst>
                <a:ext uri="{FF2B5EF4-FFF2-40B4-BE49-F238E27FC236}">
                  <a16:creationId xmlns:a16="http://schemas.microsoft.com/office/drawing/2014/main" id="{5C077A09-A2D7-DC1D-A03B-F05DF2A20999}"/>
                </a:ext>
              </a:extLst>
            </p:cNvPr>
            <p:cNvSpPr txBox="1">
              <a:spLocks noChangeArrowheads="1"/>
            </p:cNvSpPr>
            <p:nvPr/>
          </p:nvSpPr>
          <p:spPr bwMode="auto">
            <a:xfrm>
              <a:off x="4458512" y="254029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14" name="文本框 3344">
              <a:extLst>
                <a:ext uri="{FF2B5EF4-FFF2-40B4-BE49-F238E27FC236}">
                  <a16:creationId xmlns:a16="http://schemas.microsoft.com/office/drawing/2014/main" id="{66C55481-002C-23ED-2217-81FC5DA822D3}"/>
                </a:ext>
              </a:extLst>
            </p:cNvPr>
            <p:cNvSpPr txBox="1">
              <a:spLocks noChangeArrowheads="1"/>
            </p:cNvSpPr>
            <p:nvPr/>
          </p:nvSpPr>
          <p:spPr bwMode="auto">
            <a:xfrm>
              <a:off x="6274957" y="1715808"/>
              <a:ext cx="4247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 </a:t>
              </a:r>
              <a:endParaRPr lang="zh-CN" altLang="en-US" sz="1100" b="1">
                <a:ea typeface="微软雅黑" panose="020B0503020204020204" pitchFamily="34" charset="-122"/>
              </a:endParaRPr>
            </a:p>
          </p:txBody>
        </p:sp>
        <p:sp>
          <p:nvSpPr>
            <p:cNvPr id="15" name="任意多边形: 形状 14">
              <a:extLst>
                <a:ext uri="{FF2B5EF4-FFF2-40B4-BE49-F238E27FC236}">
                  <a16:creationId xmlns:a16="http://schemas.microsoft.com/office/drawing/2014/main" id="{F7C9FAEC-E61C-FB4A-E14C-9E5D4FE0C5CF}"/>
                </a:ext>
              </a:extLst>
            </p:cNvPr>
            <p:cNvSpPr/>
            <p:nvPr/>
          </p:nvSpPr>
          <p:spPr bwMode="auto">
            <a:xfrm>
              <a:off x="1335392" y="2087533"/>
              <a:ext cx="1086224" cy="539031"/>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cxnSp>
          <p:nvCxnSpPr>
            <p:cNvPr id="16" name="直接连接符 22">
              <a:extLst>
                <a:ext uri="{FF2B5EF4-FFF2-40B4-BE49-F238E27FC236}">
                  <a16:creationId xmlns:a16="http://schemas.microsoft.com/office/drawing/2014/main" id="{17A75818-72F4-46DD-8A23-1452C7F678A8}"/>
                </a:ext>
              </a:extLst>
            </p:cNvPr>
            <p:cNvCxnSpPr>
              <a:cxnSpLocks/>
            </p:cNvCxnSpPr>
            <p:nvPr/>
          </p:nvCxnSpPr>
          <p:spPr bwMode="auto">
            <a:xfrm>
              <a:off x="1910876" y="2836076"/>
              <a:ext cx="149866" cy="109685"/>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sp>
          <p:nvSpPr>
            <p:cNvPr id="17" name="任意多边形: 形状 16">
              <a:extLst>
                <a:ext uri="{FF2B5EF4-FFF2-40B4-BE49-F238E27FC236}">
                  <a16:creationId xmlns:a16="http://schemas.microsoft.com/office/drawing/2014/main" id="{BDCCF5B7-BB99-D46F-23AE-3F5991B9D18A}"/>
                </a:ext>
              </a:extLst>
            </p:cNvPr>
            <p:cNvSpPr/>
            <p:nvPr/>
          </p:nvSpPr>
          <p:spPr bwMode="auto">
            <a:xfrm>
              <a:off x="6247381" y="2052258"/>
              <a:ext cx="1091020" cy="568144"/>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18" name="Line 227">
              <a:extLst>
                <a:ext uri="{FF2B5EF4-FFF2-40B4-BE49-F238E27FC236}">
                  <a16:creationId xmlns:a16="http://schemas.microsoft.com/office/drawing/2014/main" id="{D9BBA466-D2A1-B09E-7D9B-B08EA18CA6D0}"/>
                </a:ext>
              </a:extLst>
            </p:cNvPr>
            <p:cNvSpPr>
              <a:spLocks noChangeShapeType="1"/>
            </p:cNvSpPr>
            <p:nvPr/>
          </p:nvSpPr>
          <p:spPr bwMode="auto">
            <a:xfrm>
              <a:off x="6807278" y="3406685"/>
              <a:ext cx="744532" cy="4313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19" name="Line 94">
              <a:extLst>
                <a:ext uri="{FF2B5EF4-FFF2-40B4-BE49-F238E27FC236}">
                  <a16:creationId xmlns:a16="http://schemas.microsoft.com/office/drawing/2014/main" id="{79369F07-89EE-C1CE-955C-026C5A1D80F6}"/>
                </a:ext>
              </a:extLst>
            </p:cNvPr>
            <p:cNvSpPr>
              <a:spLocks noChangeShapeType="1"/>
            </p:cNvSpPr>
            <p:nvPr/>
          </p:nvSpPr>
          <p:spPr bwMode="auto">
            <a:xfrm>
              <a:off x="4506545" y="2815124"/>
              <a:ext cx="2300733" cy="59156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0" name="Line 227">
              <a:extLst>
                <a:ext uri="{FF2B5EF4-FFF2-40B4-BE49-F238E27FC236}">
                  <a16:creationId xmlns:a16="http://schemas.microsoft.com/office/drawing/2014/main" id="{242EF5DD-5B26-CAF7-5D49-9B65F8AF2327}"/>
                </a:ext>
              </a:extLst>
            </p:cNvPr>
            <p:cNvSpPr>
              <a:spLocks noChangeShapeType="1"/>
            </p:cNvSpPr>
            <p:nvPr/>
          </p:nvSpPr>
          <p:spPr bwMode="auto">
            <a:xfrm flipV="1">
              <a:off x="6790493" y="2741179"/>
              <a:ext cx="761317" cy="98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1" name="Line 89">
              <a:extLst>
                <a:ext uri="{FF2B5EF4-FFF2-40B4-BE49-F238E27FC236}">
                  <a16:creationId xmlns:a16="http://schemas.microsoft.com/office/drawing/2014/main" id="{55657A51-DEF4-4745-92E3-0C6BB0691FB9}"/>
                </a:ext>
              </a:extLst>
            </p:cNvPr>
            <p:cNvSpPr>
              <a:spLocks noChangeShapeType="1"/>
            </p:cNvSpPr>
            <p:nvPr/>
          </p:nvSpPr>
          <p:spPr bwMode="auto">
            <a:xfrm>
              <a:off x="1010485" y="2736250"/>
              <a:ext cx="7661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2" name="Line 94">
              <a:extLst>
                <a:ext uri="{FF2B5EF4-FFF2-40B4-BE49-F238E27FC236}">
                  <a16:creationId xmlns:a16="http://schemas.microsoft.com/office/drawing/2014/main" id="{9F38A8E5-40C7-60DD-FCC1-6595FDFF54C7}"/>
                </a:ext>
              </a:extLst>
            </p:cNvPr>
            <p:cNvSpPr>
              <a:spLocks noChangeShapeType="1"/>
            </p:cNvSpPr>
            <p:nvPr/>
          </p:nvSpPr>
          <p:spPr bwMode="auto">
            <a:xfrm>
              <a:off x="4558098" y="2737482"/>
              <a:ext cx="2249180" cy="739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3" name="Line 98">
              <a:extLst>
                <a:ext uri="{FF2B5EF4-FFF2-40B4-BE49-F238E27FC236}">
                  <a16:creationId xmlns:a16="http://schemas.microsoft.com/office/drawing/2014/main" id="{7877D2F3-ECF2-FAB6-C109-8E94E4801888}"/>
                </a:ext>
              </a:extLst>
            </p:cNvPr>
            <p:cNvSpPr>
              <a:spLocks noChangeShapeType="1"/>
            </p:cNvSpPr>
            <p:nvPr/>
          </p:nvSpPr>
          <p:spPr bwMode="auto">
            <a:xfrm flipH="1">
              <a:off x="1958832" y="2741179"/>
              <a:ext cx="2355885" cy="1232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4" name="Line 345">
              <a:extLst>
                <a:ext uri="{FF2B5EF4-FFF2-40B4-BE49-F238E27FC236}">
                  <a16:creationId xmlns:a16="http://schemas.microsoft.com/office/drawing/2014/main" id="{C3A7E39F-FB93-7FEB-7203-9B29BE8C3D8A}"/>
                </a:ext>
              </a:extLst>
            </p:cNvPr>
            <p:cNvSpPr>
              <a:spLocks noChangeShapeType="1"/>
            </p:cNvSpPr>
            <p:nvPr/>
          </p:nvSpPr>
          <p:spPr bwMode="auto">
            <a:xfrm flipV="1">
              <a:off x="1306618" y="2887837"/>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5" name="Text Box 350">
              <a:extLst>
                <a:ext uri="{FF2B5EF4-FFF2-40B4-BE49-F238E27FC236}">
                  <a16:creationId xmlns:a16="http://schemas.microsoft.com/office/drawing/2014/main" id="{493960D2-6C23-5390-4F72-4AD858F2DD87}"/>
                </a:ext>
              </a:extLst>
            </p:cNvPr>
            <p:cNvSpPr txBox="1">
              <a:spLocks noChangeArrowheads="1"/>
            </p:cNvSpPr>
            <p:nvPr/>
          </p:nvSpPr>
          <p:spPr bwMode="auto">
            <a:xfrm>
              <a:off x="2877208" y="2067047"/>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26" name="AutoShape 354">
              <a:extLst>
                <a:ext uri="{FF2B5EF4-FFF2-40B4-BE49-F238E27FC236}">
                  <a16:creationId xmlns:a16="http://schemas.microsoft.com/office/drawing/2014/main" id="{D503DFBC-6636-DA48-C083-D97265839D9A}"/>
                </a:ext>
              </a:extLst>
            </p:cNvPr>
            <p:cNvSpPr>
              <a:spLocks noChangeArrowheads="1"/>
            </p:cNvSpPr>
            <p:nvPr/>
          </p:nvSpPr>
          <p:spPr bwMode="auto">
            <a:xfrm>
              <a:off x="1817359" y="3182385"/>
              <a:ext cx="890800" cy="262505"/>
            </a:xfrm>
            <a:prstGeom prst="wedgeRoundRectCallout">
              <a:avLst>
                <a:gd name="adj1" fmla="val 73259"/>
                <a:gd name="adj2" fmla="val -135176"/>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27" name="Text Box 355">
              <a:extLst>
                <a:ext uri="{FF2B5EF4-FFF2-40B4-BE49-F238E27FC236}">
                  <a16:creationId xmlns:a16="http://schemas.microsoft.com/office/drawing/2014/main" id="{E37AF0A8-ECC5-5C7D-56B5-BF17C8C6EA3A}"/>
                </a:ext>
              </a:extLst>
            </p:cNvPr>
            <p:cNvSpPr txBox="1">
              <a:spLocks noChangeArrowheads="1"/>
            </p:cNvSpPr>
            <p:nvPr/>
          </p:nvSpPr>
          <p:spPr bwMode="auto">
            <a:xfrm>
              <a:off x="1753390" y="3200871"/>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 </a:t>
              </a:r>
              <a:r>
                <a:rPr lang="zh-CN" altLang="en-US" sz="1000" b="1">
                  <a:ea typeface="微软雅黑" panose="020B0503020204020204" pitchFamily="34" charset="-122"/>
                </a:rPr>
                <a:t>压入标签</a:t>
              </a:r>
            </a:p>
          </p:txBody>
        </p:sp>
        <p:sp>
          <p:nvSpPr>
            <p:cNvPr id="28" name="Text Box 370">
              <a:extLst>
                <a:ext uri="{FF2B5EF4-FFF2-40B4-BE49-F238E27FC236}">
                  <a16:creationId xmlns:a16="http://schemas.microsoft.com/office/drawing/2014/main" id="{B15DBD92-5DF3-0155-73D9-413D75FDD08A}"/>
                </a:ext>
              </a:extLst>
            </p:cNvPr>
            <p:cNvSpPr txBox="1">
              <a:spLocks noChangeArrowheads="1"/>
            </p:cNvSpPr>
            <p:nvPr/>
          </p:nvSpPr>
          <p:spPr bwMode="auto">
            <a:xfrm>
              <a:off x="1421169" y="2507020"/>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a:t>
              </a:r>
            </a:p>
          </p:txBody>
        </p:sp>
        <p:sp>
          <p:nvSpPr>
            <p:cNvPr id="29" name="Text Box 411">
              <a:extLst>
                <a:ext uri="{FF2B5EF4-FFF2-40B4-BE49-F238E27FC236}">
                  <a16:creationId xmlns:a16="http://schemas.microsoft.com/office/drawing/2014/main" id="{0E295222-B053-E723-0C82-3AE6CC4CDBB7}"/>
                </a:ext>
              </a:extLst>
            </p:cNvPr>
            <p:cNvSpPr txBox="1">
              <a:spLocks noChangeArrowheads="1"/>
            </p:cNvSpPr>
            <p:nvPr/>
          </p:nvSpPr>
          <p:spPr bwMode="auto">
            <a:xfrm>
              <a:off x="4451319" y="2818822"/>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sp>
          <p:nvSpPr>
            <p:cNvPr id="30" name="Rectangle 414">
              <a:extLst>
                <a:ext uri="{FF2B5EF4-FFF2-40B4-BE49-F238E27FC236}">
                  <a16:creationId xmlns:a16="http://schemas.microsoft.com/office/drawing/2014/main" id="{4932820E-3735-A628-29F0-1B88AEF3492B}"/>
                </a:ext>
              </a:extLst>
            </p:cNvPr>
            <p:cNvSpPr>
              <a:spLocks noChangeArrowheads="1"/>
            </p:cNvSpPr>
            <p:nvPr/>
          </p:nvSpPr>
          <p:spPr bwMode="auto">
            <a:xfrm rot="10800000">
              <a:off x="2385649" y="2811427"/>
              <a:ext cx="451994"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31" name="Rectangle 415">
              <a:extLst>
                <a:ext uri="{FF2B5EF4-FFF2-40B4-BE49-F238E27FC236}">
                  <a16:creationId xmlns:a16="http://schemas.microsoft.com/office/drawing/2014/main" id="{38AD0704-EB64-D543-A0C7-582A6CC1DD0C}"/>
                </a:ext>
              </a:extLst>
            </p:cNvPr>
            <p:cNvSpPr>
              <a:spLocks noChangeArrowheads="1"/>
            </p:cNvSpPr>
            <p:nvPr/>
          </p:nvSpPr>
          <p:spPr bwMode="auto">
            <a:xfrm>
              <a:off x="2834046" y="2811427"/>
              <a:ext cx="153462"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81</a:t>
              </a:r>
            </a:p>
          </p:txBody>
        </p:sp>
        <p:sp>
          <p:nvSpPr>
            <p:cNvPr id="32" name="Line 420">
              <a:extLst>
                <a:ext uri="{FF2B5EF4-FFF2-40B4-BE49-F238E27FC236}">
                  <a16:creationId xmlns:a16="http://schemas.microsoft.com/office/drawing/2014/main" id="{DD8BB299-65B4-367D-6870-349510F57D22}"/>
                </a:ext>
              </a:extLst>
            </p:cNvPr>
            <p:cNvSpPr>
              <a:spLocks noChangeShapeType="1"/>
            </p:cNvSpPr>
            <p:nvPr/>
          </p:nvSpPr>
          <p:spPr bwMode="auto">
            <a:xfrm rot="17283846">
              <a:off x="4708858" y="2478189"/>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33" name="Text Box 370">
              <a:extLst>
                <a:ext uri="{FF2B5EF4-FFF2-40B4-BE49-F238E27FC236}">
                  <a16:creationId xmlns:a16="http://schemas.microsoft.com/office/drawing/2014/main" id="{1ACCC14A-E952-5234-4473-E391CFECD8EE}"/>
                </a:ext>
              </a:extLst>
            </p:cNvPr>
            <p:cNvSpPr txBox="1">
              <a:spLocks noChangeArrowheads="1"/>
            </p:cNvSpPr>
            <p:nvPr/>
          </p:nvSpPr>
          <p:spPr bwMode="auto">
            <a:xfrm>
              <a:off x="6482422" y="3119532"/>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4</a:t>
              </a:r>
            </a:p>
          </p:txBody>
        </p:sp>
        <p:sp>
          <p:nvSpPr>
            <p:cNvPr id="34" name="Text Box 370">
              <a:extLst>
                <a:ext uri="{FF2B5EF4-FFF2-40B4-BE49-F238E27FC236}">
                  <a16:creationId xmlns:a16="http://schemas.microsoft.com/office/drawing/2014/main" id="{470F5E5C-9AC1-A155-2AF5-4C4E5E96B994}"/>
                </a:ext>
              </a:extLst>
            </p:cNvPr>
            <p:cNvSpPr txBox="1">
              <a:spLocks noChangeArrowheads="1"/>
            </p:cNvSpPr>
            <p:nvPr/>
          </p:nvSpPr>
          <p:spPr bwMode="auto">
            <a:xfrm>
              <a:off x="6362531" y="2515647"/>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a:t>
              </a:r>
            </a:p>
          </p:txBody>
        </p:sp>
        <p:sp>
          <p:nvSpPr>
            <p:cNvPr id="35" name="Text Box 370">
              <a:extLst>
                <a:ext uri="{FF2B5EF4-FFF2-40B4-BE49-F238E27FC236}">
                  <a16:creationId xmlns:a16="http://schemas.microsoft.com/office/drawing/2014/main" id="{A72358EC-6775-53E9-5F3F-BECFB13A9001}"/>
                </a:ext>
              </a:extLst>
            </p:cNvPr>
            <p:cNvSpPr txBox="1">
              <a:spLocks noChangeArrowheads="1"/>
            </p:cNvSpPr>
            <p:nvPr/>
          </p:nvSpPr>
          <p:spPr bwMode="auto">
            <a:xfrm>
              <a:off x="3959290" y="2492231"/>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a:t>
              </a:r>
            </a:p>
          </p:txBody>
        </p:sp>
        <p:sp>
          <p:nvSpPr>
            <p:cNvPr id="36" name="Text Box 353">
              <a:extLst>
                <a:ext uri="{FF2B5EF4-FFF2-40B4-BE49-F238E27FC236}">
                  <a16:creationId xmlns:a16="http://schemas.microsoft.com/office/drawing/2014/main" id="{E9D129CD-BD10-DA94-EAA3-931E52EC1EB6}"/>
                </a:ext>
              </a:extLst>
            </p:cNvPr>
            <p:cNvSpPr txBox="1">
              <a:spLocks noChangeArrowheads="1"/>
            </p:cNvSpPr>
            <p:nvPr/>
          </p:nvSpPr>
          <p:spPr bwMode="auto">
            <a:xfrm>
              <a:off x="621252" y="2930971"/>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grpSp>
          <p:nvGrpSpPr>
            <p:cNvPr id="37" name="组合 3255">
              <a:extLst>
                <a:ext uri="{FF2B5EF4-FFF2-40B4-BE49-F238E27FC236}">
                  <a16:creationId xmlns:a16="http://schemas.microsoft.com/office/drawing/2014/main" id="{289DBB3D-5DA0-AE7B-299E-FB837C659C88}"/>
                </a:ext>
              </a:extLst>
            </p:cNvPr>
            <p:cNvGrpSpPr>
              <a:grpSpLocks/>
            </p:cNvGrpSpPr>
            <p:nvPr/>
          </p:nvGrpSpPr>
          <p:grpSpPr bwMode="auto">
            <a:xfrm>
              <a:off x="7545815" y="2592057"/>
              <a:ext cx="989112" cy="547193"/>
              <a:chOff x="9866202" y="1510266"/>
              <a:chExt cx="1309687" cy="703263"/>
            </a:xfrm>
          </p:grpSpPr>
          <p:pic>
            <p:nvPicPr>
              <p:cNvPr id="217" name="Picture 226">
                <a:extLst>
                  <a:ext uri="{FF2B5EF4-FFF2-40B4-BE49-F238E27FC236}">
                    <a16:creationId xmlns:a16="http://schemas.microsoft.com/office/drawing/2014/main" id="{C90B3A8D-A3E8-96ED-93FF-43F3D4DE709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8" name="Text Box 353">
                <a:extLst>
                  <a:ext uri="{FF2B5EF4-FFF2-40B4-BE49-F238E27FC236}">
                    <a16:creationId xmlns:a16="http://schemas.microsoft.com/office/drawing/2014/main" id="{D6223A3B-7711-B1C4-B8FF-1C56A61525CC}"/>
                  </a:ext>
                </a:extLst>
              </p:cNvPr>
              <p:cNvSpPr txBox="1">
                <a:spLocks noChangeArrowheads="1"/>
              </p:cNvSpPr>
              <p:nvPr/>
            </p:nvSpPr>
            <p:spPr bwMode="auto">
              <a:xfrm>
                <a:off x="10012484" y="1711881"/>
                <a:ext cx="1091736" cy="34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a:t>
                </a:r>
                <a:endParaRPr lang="zh-CN" altLang="en-US" sz="1000" b="1">
                  <a:ea typeface="微软雅黑" panose="020B0503020204020204" pitchFamily="34" charset="-122"/>
                </a:endParaRPr>
              </a:p>
            </p:txBody>
          </p:sp>
        </p:grpSp>
        <p:grpSp>
          <p:nvGrpSpPr>
            <p:cNvPr id="38" name="组合 3161">
              <a:extLst>
                <a:ext uri="{FF2B5EF4-FFF2-40B4-BE49-F238E27FC236}">
                  <a16:creationId xmlns:a16="http://schemas.microsoft.com/office/drawing/2014/main" id="{0878FF13-FFB4-1CFB-F77C-B4EC6AE859ED}"/>
                </a:ext>
              </a:extLst>
            </p:cNvPr>
            <p:cNvGrpSpPr>
              <a:grpSpLocks/>
            </p:cNvGrpSpPr>
            <p:nvPr/>
          </p:nvGrpSpPr>
          <p:grpSpPr bwMode="auto">
            <a:xfrm>
              <a:off x="6629838" y="2582198"/>
              <a:ext cx="302129" cy="361098"/>
              <a:chOff x="829150" y="1370013"/>
              <a:chExt cx="399575" cy="465137"/>
            </a:xfrm>
          </p:grpSpPr>
          <p:sp>
            <p:nvSpPr>
              <p:cNvPr id="187" name="AutoShape 86">
                <a:extLst>
                  <a:ext uri="{FF2B5EF4-FFF2-40B4-BE49-F238E27FC236}">
                    <a16:creationId xmlns:a16="http://schemas.microsoft.com/office/drawing/2014/main" id="{906F57CE-D906-9C10-BCA9-5AE95FE19D81}"/>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88" name="Oval 88">
                <a:extLst>
                  <a:ext uri="{FF2B5EF4-FFF2-40B4-BE49-F238E27FC236}">
                    <a16:creationId xmlns:a16="http://schemas.microsoft.com/office/drawing/2014/main" id="{B3B3B96B-E182-BE4C-FCD6-D4194D1BA9A6}"/>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89" name="Rectangle 89">
                <a:extLst>
                  <a:ext uri="{FF2B5EF4-FFF2-40B4-BE49-F238E27FC236}">
                    <a16:creationId xmlns:a16="http://schemas.microsoft.com/office/drawing/2014/main" id="{A0A7F7AB-F35F-60B8-CA71-22448A3A1B97}"/>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90" name="Oval 91">
                <a:extLst>
                  <a:ext uri="{FF2B5EF4-FFF2-40B4-BE49-F238E27FC236}">
                    <a16:creationId xmlns:a16="http://schemas.microsoft.com/office/drawing/2014/main" id="{F51F6B6F-97C5-AF7E-619F-B6EAFF8DB061}"/>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91" name="Group 110">
                <a:extLst>
                  <a:ext uri="{FF2B5EF4-FFF2-40B4-BE49-F238E27FC236}">
                    <a16:creationId xmlns:a16="http://schemas.microsoft.com/office/drawing/2014/main" id="{68DA0BD0-D2E6-95EA-173B-398CC12201BB}"/>
                  </a:ext>
                </a:extLst>
              </p:cNvPr>
              <p:cNvGrpSpPr>
                <a:grpSpLocks/>
              </p:cNvGrpSpPr>
              <p:nvPr/>
            </p:nvGrpSpPr>
            <p:grpSpPr bwMode="auto">
              <a:xfrm>
                <a:off x="898525" y="1389063"/>
                <a:ext cx="268287" cy="112712"/>
                <a:chOff x="566" y="875"/>
                <a:chExt cx="169" cy="71"/>
              </a:xfrm>
            </p:grpSpPr>
            <p:grpSp>
              <p:nvGrpSpPr>
                <p:cNvPr id="199" name="Group 100">
                  <a:extLst>
                    <a:ext uri="{FF2B5EF4-FFF2-40B4-BE49-F238E27FC236}">
                      <a16:creationId xmlns:a16="http://schemas.microsoft.com/office/drawing/2014/main" id="{73DCB6D5-9470-AD52-F096-120DDC38A94C}"/>
                    </a:ext>
                  </a:extLst>
                </p:cNvPr>
                <p:cNvGrpSpPr>
                  <a:grpSpLocks/>
                </p:cNvGrpSpPr>
                <p:nvPr/>
              </p:nvGrpSpPr>
              <p:grpSpPr bwMode="auto">
                <a:xfrm>
                  <a:off x="566" y="875"/>
                  <a:ext cx="168" cy="69"/>
                  <a:chOff x="566" y="875"/>
                  <a:chExt cx="168" cy="69"/>
                </a:xfrm>
              </p:grpSpPr>
              <p:sp>
                <p:nvSpPr>
                  <p:cNvPr id="209" name="Freeform 92">
                    <a:extLst>
                      <a:ext uri="{FF2B5EF4-FFF2-40B4-BE49-F238E27FC236}">
                        <a16:creationId xmlns:a16="http://schemas.microsoft.com/office/drawing/2014/main" id="{4D456227-4439-0DD0-E27C-99DD7F23B166}"/>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0" name="Freeform 93">
                    <a:extLst>
                      <a:ext uri="{FF2B5EF4-FFF2-40B4-BE49-F238E27FC236}">
                        <a16:creationId xmlns:a16="http://schemas.microsoft.com/office/drawing/2014/main" id="{015F667C-9431-03D3-0F71-D57A15F73F84}"/>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1" name="Freeform 94">
                    <a:extLst>
                      <a:ext uri="{FF2B5EF4-FFF2-40B4-BE49-F238E27FC236}">
                        <a16:creationId xmlns:a16="http://schemas.microsoft.com/office/drawing/2014/main" id="{6240862F-3C6C-B616-33AC-40FC944AFF32}"/>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2" name="Freeform 95">
                    <a:extLst>
                      <a:ext uri="{FF2B5EF4-FFF2-40B4-BE49-F238E27FC236}">
                        <a16:creationId xmlns:a16="http://schemas.microsoft.com/office/drawing/2014/main" id="{F2B5B688-B487-BA13-D2DA-2D3D91CE4128}"/>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3" name="Freeform 96">
                    <a:extLst>
                      <a:ext uri="{FF2B5EF4-FFF2-40B4-BE49-F238E27FC236}">
                        <a16:creationId xmlns:a16="http://schemas.microsoft.com/office/drawing/2014/main" id="{C9CA43BA-AA3B-336F-28C1-121CDAA2EBD1}"/>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4" name="Freeform 97">
                    <a:extLst>
                      <a:ext uri="{FF2B5EF4-FFF2-40B4-BE49-F238E27FC236}">
                        <a16:creationId xmlns:a16="http://schemas.microsoft.com/office/drawing/2014/main" id="{0978091F-269A-6DD5-FD01-0660D23A6907}"/>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5" name="Freeform 98">
                    <a:extLst>
                      <a:ext uri="{FF2B5EF4-FFF2-40B4-BE49-F238E27FC236}">
                        <a16:creationId xmlns:a16="http://schemas.microsoft.com/office/drawing/2014/main" id="{2AF855C0-D2ED-40D6-A213-5E80B9BCBDB8}"/>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6" name="Freeform 99">
                    <a:extLst>
                      <a:ext uri="{FF2B5EF4-FFF2-40B4-BE49-F238E27FC236}">
                        <a16:creationId xmlns:a16="http://schemas.microsoft.com/office/drawing/2014/main" id="{91314A4F-3018-0F35-603C-154A6CB2FAEA}"/>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200" name="Group 109">
                  <a:extLst>
                    <a:ext uri="{FF2B5EF4-FFF2-40B4-BE49-F238E27FC236}">
                      <a16:creationId xmlns:a16="http://schemas.microsoft.com/office/drawing/2014/main" id="{9AFF5731-ACEF-4214-4511-36F90673E046}"/>
                    </a:ext>
                  </a:extLst>
                </p:cNvPr>
                <p:cNvGrpSpPr>
                  <a:grpSpLocks/>
                </p:cNvGrpSpPr>
                <p:nvPr/>
              </p:nvGrpSpPr>
              <p:grpSpPr bwMode="auto">
                <a:xfrm>
                  <a:off x="568" y="876"/>
                  <a:ext cx="167" cy="70"/>
                  <a:chOff x="568" y="876"/>
                  <a:chExt cx="167" cy="70"/>
                </a:xfrm>
              </p:grpSpPr>
              <p:sp>
                <p:nvSpPr>
                  <p:cNvPr id="201" name="Freeform 101">
                    <a:extLst>
                      <a:ext uri="{FF2B5EF4-FFF2-40B4-BE49-F238E27FC236}">
                        <a16:creationId xmlns:a16="http://schemas.microsoft.com/office/drawing/2014/main" id="{98030131-BFF9-3BD8-5878-14D025BBDDD5}"/>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2" name="Freeform 102">
                    <a:extLst>
                      <a:ext uri="{FF2B5EF4-FFF2-40B4-BE49-F238E27FC236}">
                        <a16:creationId xmlns:a16="http://schemas.microsoft.com/office/drawing/2014/main" id="{7C8A2709-D1C9-00DB-0DEA-2AF0DDBC6352}"/>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3" name="Freeform 103">
                    <a:extLst>
                      <a:ext uri="{FF2B5EF4-FFF2-40B4-BE49-F238E27FC236}">
                        <a16:creationId xmlns:a16="http://schemas.microsoft.com/office/drawing/2014/main" id="{E066E77B-344D-D71F-D95B-8AE8748F5F15}"/>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4" name="Freeform 104">
                    <a:extLst>
                      <a:ext uri="{FF2B5EF4-FFF2-40B4-BE49-F238E27FC236}">
                        <a16:creationId xmlns:a16="http://schemas.microsoft.com/office/drawing/2014/main" id="{E0A0CA5E-5B3E-B493-E4D0-750DEACD6E28}"/>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5" name="Freeform 105">
                    <a:extLst>
                      <a:ext uri="{FF2B5EF4-FFF2-40B4-BE49-F238E27FC236}">
                        <a16:creationId xmlns:a16="http://schemas.microsoft.com/office/drawing/2014/main" id="{FCE1CF25-8D8A-3984-72FE-39751E423B86}"/>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6" name="Freeform 106">
                    <a:extLst>
                      <a:ext uri="{FF2B5EF4-FFF2-40B4-BE49-F238E27FC236}">
                        <a16:creationId xmlns:a16="http://schemas.microsoft.com/office/drawing/2014/main" id="{0981DAC4-E604-87C3-C3A2-DA8624EF17C0}"/>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7" name="Freeform 107">
                    <a:extLst>
                      <a:ext uri="{FF2B5EF4-FFF2-40B4-BE49-F238E27FC236}">
                        <a16:creationId xmlns:a16="http://schemas.microsoft.com/office/drawing/2014/main" id="{A24B04DE-923F-7863-2B40-D726201D8619}"/>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8" name="Freeform 108">
                    <a:extLst>
                      <a:ext uri="{FF2B5EF4-FFF2-40B4-BE49-F238E27FC236}">
                        <a16:creationId xmlns:a16="http://schemas.microsoft.com/office/drawing/2014/main" id="{35C0E34F-2CB6-4469-17AB-62DC7B808FE5}"/>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92" name="Line 111">
                <a:extLst>
                  <a:ext uri="{FF2B5EF4-FFF2-40B4-BE49-F238E27FC236}">
                    <a16:creationId xmlns:a16="http://schemas.microsoft.com/office/drawing/2014/main" id="{3E398BEB-DC50-96EB-0CAB-AA643EC654D3}"/>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93" name="Line 112">
                <a:extLst>
                  <a:ext uri="{FF2B5EF4-FFF2-40B4-BE49-F238E27FC236}">
                    <a16:creationId xmlns:a16="http://schemas.microsoft.com/office/drawing/2014/main" id="{2A8E4D22-2935-B6D9-880A-1F184EDE908F}"/>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94" name="Group 150">
                <a:extLst>
                  <a:ext uri="{FF2B5EF4-FFF2-40B4-BE49-F238E27FC236}">
                    <a16:creationId xmlns:a16="http://schemas.microsoft.com/office/drawing/2014/main" id="{EC176CE6-44CD-42C9-5CFC-B274CFC85EAE}"/>
                  </a:ext>
                </a:extLst>
              </p:cNvPr>
              <p:cNvGrpSpPr>
                <a:grpSpLocks/>
              </p:cNvGrpSpPr>
              <p:nvPr/>
            </p:nvGrpSpPr>
            <p:grpSpPr bwMode="auto">
              <a:xfrm>
                <a:off x="871778" y="1539380"/>
                <a:ext cx="298450" cy="168771"/>
                <a:chOff x="465" y="2127"/>
                <a:chExt cx="188" cy="171"/>
              </a:xfrm>
            </p:grpSpPr>
            <p:sp>
              <p:nvSpPr>
                <p:cNvPr id="195" name="Freeform 146">
                  <a:extLst>
                    <a:ext uri="{FF2B5EF4-FFF2-40B4-BE49-F238E27FC236}">
                      <a16:creationId xmlns:a16="http://schemas.microsoft.com/office/drawing/2014/main" id="{C26E09A0-3D0B-F7B8-0652-72D93D992FCB}"/>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6" name="Freeform 147">
                  <a:extLst>
                    <a:ext uri="{FF2B5EF4-FFF2-40B4-BE49-F238E27FC236}">
                      <a16:creationId xmlns:a16="http://schemas.microsoft.com/office/drawing/2014/main" id="{A29F77BD-C9ED-689E-A1DD-B8DEB9EABB59}"/>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7" name="Freeform 148">
                  <a:extLst>
                    <a:ext uri="{FF2B5EF4-FFF2-40B4-BE49-F238E27FC236}">
                      <a16:creationId xmlns:a16="http://schemas.microsoft.com/office/drawing/2014/main" id="{C9F255F0-6F32-404D-CF0A-A1EDBB58BD62}"/>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8" name="Freeform 149">
                  <a:extLst>
                    <a:ext uri="{FF2B5EF4-FFF2-40B4-BE49-F238E27FC236}">
                      <a16:creationId xmlns:a16="http://schemas.microsoft.com/office/drawing/2014/main" id="{3FA4DB98-812F-D59C-D578-C3BE365F28E6}"/>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39" name="组合 3163">
              <a:extLst>
                <a:ext uri="{FF2B5EF4-FFF2-40B4-BE49-F238E27FC236}">
                  <a16:creationId xmlns:a16="http://schemas.microsoft.com/office/drawing/2014/main" id="{1BF4CE30-CF0E-1273-E500-147DC5580DCE}"/>
                </a:ext>
              </a:extLst>
            </p:cNvPr>
            <p:cNvGrpSpPr>
              <a:grpSpLocks/>
            </p:cNvGrpSpPr>
            <p:nvPr/>
          </p:nvGrpSpPr>
          <p:grpSpPr bwMode="auto">
            <a:xfrm>
              <a:off x="1705860" y="2610543"/>
              <a:ext cx="300929" cy="361099"/>
              <a:chOff x="829150" y="1370013"/>
              <a:chExt cx="399575" cy="465137"/>
            </a:xfrm>
          </p:grpSpPr>
          <p:sp>
            <p:nvSpPr>
              <p:cNvPr id="157" name="AutoShape 86">
                <a:extLst>
                  <a:ext uri="{FF2B5EF4-FFF2-40B4-BE49-F238E27FC236}">
                    <a16:creationId xmlns:a16="http://schemas.microsoft.com/office/drawing/2014/main" id="{9A871C57-D55D-9D8C-E9B0-3A70118A346F}"/>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58" name="Oval 88">
                <a:extLst>
                  <a:ext uri="{FF2B5EF4-FFF2-40B4-BE49-F238E27FC236}">
                    <a16:creationId xmlns:a16="http://schemas.microsoft.com/office/drawing/2014/main" id="{D3EA32FE-1ED1-55CB-32EF-644EC7DBBEA1}"/>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59" name="Rectangle 89">
                <a:extLst>
                  <a:ext uri="{FF2B5EF4-FFF2-40B4-BE49-F238E27FC236}">
                    <a16:creationId xmlns:a16="http://schemas.microsoft.com/office/drawing/2014/main" id="{75ECEBED-0F71-1B1B-BA19-BA62AF8E26F2}"/>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60" name="Oval 91">
                <a:extLst>
                  <a:ext uri="{FF2B5EF4-FFF2-40B4-BE49-F238E27FC236}">
                    <a16:creationId xmlns:a16="http://schemas.microsoft.com/office/drawing/2014/main" id="{BE15A76D-058F-BF26-F035-F1E96BCD351C}"/>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61" name="Group 110">
                <a:extLst>
                  <a:ext uri="{FF2B5EF4-FFF2-40B4-BE49-F238E27FC236}">
                    <a16:creationId xmlns:a16="http://schemas.microsoft.com/office/drawing/2014/main" id="{5716E6E3-A190-1462-64EF-C286D7DB625A}"/>
                  </a:ext>
                </a:extLst>
              </p:cNvPr>
              <p:cNvGrpSpPr>
                <a:grpSpLocks/>
              </p:cNvGrpSpPr>
              <p:nvPr/>
            </p:nvGrpSpPr>
            <p:grpSpPr bwMode="auto">
              <a:xfrm>
                <a:off x="898525" y="1389063"/>
                <a:ext cx="268287" cy="112712"/>
                <a:chOff x="566" y="875"/>
                <a:chExt cx="169" cy="71"/>
              </a:xfrm>
            </p:grpSpPr>
            <p:grpSp>
              <p:nvGrpSpPr>
                <p:cNvPr id="169" name="Group 100">
                  <a:extLst>
                    <a:ext uri="{FF2B5EF4-FFF2-40B4-BE49-F238E27FC236}">
                      <a16:creationId xmlns:a16="http://schemas.microsoft.com/office/drawing/2014/main" id="{1F079728-723D-FD2F-0594-9A4A35EFF916}"/>
                    </a:ext>
                  </a:extLst>
                </p:cNvPr>
                <p:cNvGrpSpPr>
                  <a:grpSpLocks/>
                </p:cNvGrpSpPr>
                <p:nvPr/>
              </p:nvGrpSpPr>
              <p:grpSpPr bwMode="auto">
                <a:xfrm>
                  <a:off x="566" y="875"/>
                  <a:ext cx="168" cy="69"/>
                  <a:chOff x="566" y="875"/>
                  <a:chExt cx="168" cy="69"/>
                </a:xfrm>
              </p:grpSpPr>
              <p:sp>
                <p:nvSpPr>
                  <p:cNvPr id="179" name="Freeform 92">
                    <a:extLst>
                      <a:ext uri="{FF2B5EF4-FFF2-40B4-BE49-F238E27FC236}">
                        <a16:creationId xmlns:a16="http://schemas.microsoft.com/office/drawing/2014/main" id="{6276BF25-3685-7D6E-B533-060697E6C433}"/>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0" name="Freeform 93">
                    <a:extLst>
                      <a:ext uri="{FF2B5EF4-FFF2-40B4-BE49-F238E27FC236}">
                        <a16:creationId xmlns:a16="http://schemas.microsoft.com/office/drawing/2014/main" id="{5D76E498-2C07-4107-22DB-5427DE960D69}"/>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1" name="Freeform 94">
                    <a:extLst>
                      <a:ext uri="{FF2B5EF4-FFF2-40B4-BE49-F238E27FC236}">
                        <a16:creationId xmlns:a16="http://schemas.microsoft.com/office/drawing/2014/main" id="{EBE08122-C7DA-1304-4136-E060456D1F8A}"/>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2" name="Freeform 95">
                    <a:extLst>
                      <a:ext uri="{FF2B5EF4-FFF2-40B4-BE49-F238E27FC236}">
                        <a16:creationId xmlns:a16="http://schemas.microsoft.com/office/drawing/2014/main" id="{D9D39DB3-A217-3827-45C5-3746E7E97A18}"/>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3" name="Freeform 96">
                    <a:extLst>
                      <a:ext uri="{FF2B5EF4-FFF2-40B4-BE49-F238E27FC236}">
                        <a16:creationId xmlns:a16="http://schemas.microsoft.com/office/drawing/2014/main" id="{FD8F9288-8858-CE74-347E-220CE9EF5B48}"/>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4" name="Freeform 97">
                    <a:extLst>
                      <a:ext uri="{FF2B5EF4-FFF2-40B4-BE49-F238E27FC236}">
                        <a16:creationId xmlns:a16="http://schemas.microsoft.com/office/drawing/2014/main" id="{5026A333-E8B0-A4C3-B19C-9C4DEB9933EB}"/>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5" name="Freeform 98">
                    <a:extLst>
                      <a:ext uri="{FF2B5EF4-FFF2-40B4-BE49-F238E27FC236}">
                        <a16:creationId xmlns:a16="http://schemas.microsoft.com/office/drawing/2014/main" id="{FE1597A5-3431-B0D7-845D-27A0A36D059D}"/>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6" name="Freeform 99">
                    <a:extLst>
                      <a:ext uri="{FF2B5EF4-FFF2-40B4-BE49-F238E27FC236}">
                        <a16:creationId xmlns:a16="http://schemas.microsoft.com/office/drawing/2014/main" id="{C51C6D53-F49D-3411-5069-8237B00C2C7D}"/>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70" name="Group 109">
                  <a:extLst>
                    <a:ext uri="{FF2B5EF4-FFF2-40B4-BE49-F238E27FC236}">
                      <a16:creationId xmlns:a16="http://schemas.microsoft.com/office/drawing/2014/main" id="{6B15FAD4-C830-6CA7-194A-A5606BCE6785}"/>
                    </a:ext>
                  </a:extLst>
                </p:cNvPr>
                <p:cNvGrpSpPr>
                  <a:grpSpLocks/>
                </p:cNvGrpSpPr>
                <p:nvPr/>
              </p:nvGrpSpPr>
              <p:grpSpPr bwMode="auto">
                <a:xfrm>
                  <a:off x="568" y="876"/>
                  <a:ext cx="167" cy="70"/>
                  <a:chOff x="568" y="876"/>
                  <a:chExt cx="167" cy="70"/>
                </a:xfrm>
              </p:grpSpPr>
              <p:sp>
                <p:nvSpPr>
                  <p:cNvPr id="171" name="Freeform 101">
                    <a:extLst>
                      <a:ext uri="{FF2B5EF4-FFF2-40B4-BE49-F238E27FC236}">
                        <a16:creationId xmlns:a16="http://schemas.microsoft.com/office/drawing/2014/main" id="{6DF522F8-EC11-2EB6-661B-4DA8E5501F8B}"/>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2" name="Freeform 102">
                    <a:extLst>
                      <a:ext uri="{FF2B5EF4-FFF2-40B4-BE49-F238E27FC236}">
                        <a16:creationId xmlns:a16="http://schemas.microsoft.com/office/drawing/2014/main" id="{422E48E1-C8A2-3715-2757-9A08CD740667}"/>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3" name="Freeform 103">
                    <a:extLst>
                      <a:ext uri="{FF2B5EF4-FFF2-40B4-BE49-F238E27FC236}">
                        <a16:creationId xmlns:a16="http://schemas.microsoft.com/office/drawing/2014/main" id="{087EA33F-743E-8CE2-4FD4-5ED082AFF7BE}"/>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4" name="Freeform 104">
                    <a:extLst>
                      <a:ext uri="{FF2B5EF4-FFF2-40B4-BE49-F238E27FC236}">
                        <a16:creationId xmlns:a16="http://schemas.microsoft.com/office/drawing/2014/main" id="{402C94BC-AF70-14B4-1F5C-15180F0D3546}"/>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5" name="Freeform 105">
                    <a:extLst>
                      <a:ext uri="{FF2B5EF4-FFF2-40B4-BE49-F238E27FC236}">
                        <a16:creationId xmlns:a16="http://schemas.microsoft.com/office/drawing/2014/main" id="{27210D8C-E094-B6E7-E251-E31CEB7773B0}"/>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6" name="Freeform 106">
                    <a:extLst>
                      <a:ext uri="{FF2B5EF4-FFF2-40B4-BE49-F238E27FC236}">
                        <a16:creationId xmlns:a16="http://schemas.microsoft.com/office/drawing/2014/main" id="{D05B30B2-1924-F4D1-24CC-DC9895743CAC}"/>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7" name="Freeform 107">
                    <a:extLst>
                      <a:ext uri="{FF2B5EF4-FFF2-40B4-BE49-F238E27FC236}">
                        <a16:creationId xmlns:a16="http://schemas.microsoft.com/office/drawing/2014/main" id="{9D1AF639-BB93-D438-6080-8E3CAD328219}"/>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8" name="Freeform 108">
                    <a:extLst>
                      <a:ext uri="{FF2B5EF4-FFF2-40B4-BE49-F238E27FC236}">
                        <a16:creationId xmlns:a16="http://schemas.microsoft.com/office/drawing/2014/main" id="{BEB4DA2B-C03E-02ED-6222-1ECDD2D0EB54}"/>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62" name="Line 111">
                <a:extLst>
                  <a:ext uri="{FF2B5EF4-FFF2-40B4-BE49-F238E27FC236}">
                    <a16:creationId xmlns:a16="http://schemas.microsoft.com/office/drawing/2014/main" id="{979307C7-E768-294A-ADB2-82699D93AD5E}"/>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63" name="Line 112">
                <a:extLst>
                  <a:ext uri="{FF2B5EF4-FFF2-40B4-BE49-F238E27FC236}">
                    <a16:creationId xmlns:a16="http://schemas.microsoft.com/office/drawing/2014/main" id="{3E0DA754-FB84-027A-8297-23D4DD04C919}"/>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64" name="Group 150">
                <a:extLst>
                  <a:ext uri="{FF2B5EF4-FFF2-40B4-BE49-F238E27FC236}">
                    <a16:creationId xmlns:a16="http://schemas.microsoft.com/office/drawing/2014/main" id="{EC0AC724-14F7-F029-BE09-7A6150C36DB0}"/>
                  </a:ext>
                </a:extLst>
              </p:cNvPr>
              <p:cNvGrpSpPr>
                <a:grpSpLocks/>
              </p:cNvGrpSpPr>
              <p:nvPr/>
            </p:nvGrpSpPr>
            <p:grpSpPr bwMode="auto">
              <a:xfrm>
                <a:off x="871778" y="1539380"/>
                <a:ext cx="298450" cy="168771"/>
                <a:chOff x="465" y="2127"/>
                <a:chExt cx="188" cy="171"/>
              </a:xfrm>
            </p:grpSpPr>
            <p:sp>
              <p:nvSpPr>
                <p:cNvPr id="165" name="Freeform 146">
                  <a:extLst>
                    <a:ext uri="{FF2B5EF4-FFF2-40B4-BE49-F238E27FC236}">
                      <a16:creationId xmlns:a16="http://schemas.microsoft.com/office/drawing/2014/main" id="{3F45478A-5CAC-9744-3176-91698FD36596}"/>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6" name="Freeform 147">
                  <a:extLst>
                    <a:ext uri="{FF2B5EF4-FFF2-40B4-BE49-F238E27FC236}">
                      <a16:creationId xmlns:a16="http://schemas.microsoft.com/office/drawing/2014/main" id="{7643F7C7-2ED5-CE93-A3DC-685CA117F6A3}"/>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7" name="Freeform 148">
                  <a:extLst>
                    <a:ext uri="{FF2B5EF4-FFF2-40B4-BE49-F238E27FC236}">
                      <a16:creationId xmlns:a16="http://schemas.microsoft.com/office/drawing/2014/main" id="{2157F81D-8572-146C-6FD2-DDE7979CC0DE}"/>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8" name="Freeform 149">
                  <a:extLst>
                    <a:ext uri="{FF2B5EF4-FFF2-40B4-BE49-F238E27FC236}">
                      <a16:creationId xmlns:a16="http://schemas.microsoft.com/office/drawing/2014/main" id="{B65E4636-AECD-B1DC-1BBF-D417718BA1EC}"/>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0" name="组合 3223">
              <a:extLst>
                <a:ext uri="{FF2B5EF4-FFF2-40B4-BE49-F238E27FC236}">
                  <a16:creationId xmlns:a16="http://schemas.microsoft.com/office/drawing/2014/main" id="{26D2F060-BB07-E440-02AD-32C5372716F9}"/>
                </a:ext>
              </a:extLst>
            </p:cNvPr>
            <p:cNvGrpSpPr>
              <a:grpSpLocks/>
            </p:cNvGrpSpPr>
            <p:nvPr/>
          </p:nvGrpSpPr>
          <p:grpSpPr bwMode="auto">
            <a:xfrm>
              <a:off x="6765316" y="3260027"/>
              <a:ext cx="300929" cy="361098"/>
              <a:chOff x="829150" y="1370013"/>
              <a:chExt cx="399575" cy="465137"/>
            </a:xfrm>
          </p:grpSpPr>
          <p:sp>
            <p:nvSpPr>
              <p:cNvPr id="127" name="AutoShape 86">
                <a:extLst>
                  <a:ext uri="{FF2B5EF4-FFF2-40B4-BE49-F238E27FC236}">
                    <a16:creationId xmlns:a16="http://schemas.microsoft.com/office/drawing/2014/main" id="{D6E310EA-C342-607C-F42F-45158AFE8C3E}"/>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28" name="Oval 88">
                <a:extLst>
                  <a:ext uri="{FF2B5EF4-FFF2-40B4-BE49-F238E27FC236}">
                    <a16:creationId xmlns:a16="http://schemas.microsoft.com/office/drawing/2014/main" id="{6AEC2A6F-F450-FBAC-2D33-75ADC9CB2356}"/>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29" name="Rectangle 89">
                <a:extLst>
                  <a:ext uri="{FF2B5EF4-FFF2-40B4-BE49-F238E27FC236}">
                    <a16:creationId xmlns:a16="http://schemas.microsoft.com/office/drawing/2014/main" id="{C94B16DF-9F2A-B218-76FE-F9CBA841F7F6}"/>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30" name="Oval 91">
                <a:extLst>
                  <a:ext uri="{FF2B5EF4-FFF2-40B4-BE49-F238E27FC236}">
                    <a16:creationId xmlns:a16="http://schemas.microsoft.com/office/drawing/2014/main" id="{632AEAEC-3A77-190B-E214-7D4E1B440C43}"/>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31" name="Group 110">
                <a:extLst>
                  <a:ext uri="{FF2B5EF4-FFF2-40B4-BE49-F238E27FC236}">
                    <a16:creationId xmlns:a16="http://schemas.microsoft.com/office/drawing/2014/main" id="{2ACC5877-79BA-D089-9A0E-DECC5BB04BA4}"/>
                  </a:ext>
                </a:extLst>
              </p:cNvPr>
              <p:cNvGrpSpPr>
                <a:grpSpLocks/>
              </p:cNvGrpSpPr>
              <p:nvPr/>
            </p:nvGrpSpPr>
            <p:grpSpPr bwMode="auto">
              <a:xfrm>
                <a:off x="898525" y="1389063"/>
                <a:ext cx="268287" cy="112712"/>
                <a:chOff x="566" y="875"/>
                <a:chExt cx="169" cy="71"/>
              </a:xfrm>
            </p:grpSpPr>
            <p:grpSp>
              <p:nvGrpSpPr>
                <p:cNvPr id="139" name="Group 100">
                  <a:extLst>
                    <a:ext uri="{FF2B5EF4-FFF2-40B4-BE49-F238E27FC236}">
                      <a16:creationId xmlns:a16="http://schemas.microsoft.com/office/drawing/2014/main" id="{5E5E5A0F-2D38-9109-195C-A2682E833729}"/>
                    </a:ext>
                  </a:extLst>
                </p:cNvPr>
                <p:cNvGrpSpPr>
                  <a:grpSpLocks/>
                </p:cNvGrpSpPr>
                <p:nvPr/>
              </p:nvGrpSpPr>
              <p:grpSpPr bwMode="auto">
                <a:xfrm>
                  <a:off x="566" y="875"/>
                  <a:ext cx="168" cy="69"/>
                  <a:chOff x="566" y="875"/>
                  <a:chExt cx="168" cy="69"/>
                </a:xfrm>
              </p:grpSpPr>
              <p:sp>
                <p:nvSpPr>
                  <p:cNvPr id="149" name="Freeform 92">
                    <a:extLst>
                      <a:ext uri="{FF2B5EF4-FFF2-40B4-BE49-F238E27FC236}">
                        <a16:creationId xmlns:a16="http://schemas.microsoft.com/office/drawing/2014/main" id="{E832DCB3-6CD7-BCA1-5A10-3B82E491505B}"/>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0" name="Freeform 93">
                    <a:extLst>
                      <a:ext uri="{FF2B5EF4-FFF2-40B4-BE49-F238E27FC236}">
                        <a16:creationId xmlns:a16="http://schemas.microsoft.com/office/drawing/2014/main" id="{02C69A68-C509-F60E-6631-9EF6F3DEDA4C}"/>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1" name="Freeform 94">
                    <a:extLst>
                      <a:ext uri="{FF2B5EF4-FFF2-40B4-BE49-F238E27FC236}">
                        <a16:creationId xmlns:a16="http://schemas.microsoft.com/office/drawing/2014/main" id="{A587A200-A145-8ED8-6A8B-E23EB6438BDF}"/>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2" name="Freeform 95">
                    <a:extLst>
                      <a:ext uri="{FF2B5EF4-FFF2-40B4-BE49-F238E27FC236}">
                        <a16:creationId xmlns:a16="http://schemas.microsoft.com/office/drawing/2014/main" id="{341C7247-EF06-C3A9-6262-E8D562020B9F}"/>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3" name="Freeform 96">
                    <a:extLst>
                      <a:ext uri="{FF2B5EF4-FFF2-40B4-BE49-F238E27FC236}">
                        <a16:creationId xmlns:a16="http://schemas.microsoft.com/office/drawing/2014/main" id="{0910F6B9-DDDD-3FBC-01E6-D357C56B8AA1}"/>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4" name="Freeform 97">
                    <a:extLst>
                      <a:ext uri="{FF2B5EF4-FFF2-40B4-BE49-F238E27FC236}">
                        <a16:creationId xmlns:a16="http://schemas.microsoft.com/office/drawing/2014/main" id="{3F6C2FEA-D631-8A65-F0A8-6AC359A0E2A2}"/>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5" name="Freeform 98">
                    <a:extLst>
                      <a:ext uri="{FF2B5EF4-FFF2-40B4-BE49-F238E27FC236}">
                        <a16:creationId xmlns:a16="http://schemas.microsoft.com/office/drawing/2014/main" id="{68445936-C8CA-FB3B-F2BB-84E0DFBD2069}"/>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6" name="Freeform 99">
                    <a:extLst>
                      <a:ext uri="{FF2B5EF4-FFF2-40B4-BE49-F238E27FC236}">
                        <a16:creationId xmlns:a16="http://schemas.microsoft.com/office/drawing/2014/main" id="{2F550232-5038-04F2-F7DE-859F751E2595}"/>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40" name="Group 109">
                  <a:extLst>
                    <a:ext uri="{FF2B5EF4-FFF2-40B4-BE49-F238E27FC236}">
                      <a16:creationId xmlns:a16="http://schemas.microsoft.com/office/drawing/2014/main" id="{D35B54FA-1836-A273-694A-A71E3D675006}"/>
                    </a:ext>
                  </a:extLst>
                </p:cNvPr>
                <p:cNvGrpSpPr>
                  <a:grpSpLocks/>
                </p:cNvGrpSpPr>
                <p:nvPr/>
              </p:nvGrpSpPr>
              <p:grpSpPr bwMode="auto">
                <a:xfrm>
                  <a:off x="568" y="876"/>
                  <a:ext cx="167" cy="70"/>
                  <a:chOff x="568" y="876"/>
                  <a:chExt cx="167" cy="70"/>
                </a:xfrm>
              </p:grpSpPr>
              <p:sp>
                <p:nvSpPr>
                  <p:cNvPr id="141" name="Freeform 101">
                    <a:extLst>
                      <a:ext uri="{FF2B5EF4-FFF2-40B4-BE49-F238E27FC236}">
                        <a16:creationId xmlns:a16="http://schemas.microsoft.com/office/drawing/2014/main" id="{9387E4A3-672E-4E05-7CF5-2224045442E2}"/>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2" name="Freeform 102">
                    <a:extLst>
                      <a:ext uri="{FF2B5EF4-FFF2-40B4-BE49-F238E27FC236}">
                        <a16:creationId xmlns:a16="http://schemas.microsoft.com/office/drawing/2014/main" id="{EB8FA8C5-9CD9-FE4B-38D2-58203D1884E6}"/>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3" name="Freeform 103">
                    <a:extLst>
                      <a:ext uri="{FF2B5EF4-FFF2-40B4-BE49-F238E27FC236}">
                        <a16:creationId xmlns:a16="http://schemas.microsoft.com/office/drawing/2014/main" id="{51AAB8D6-5BF4-9760-CC15-0D46A6A2DC41}"/>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4" name="Freeform 104">
                    <a:extLst>
                      <a:ext uri="{FF2B5EF4-FFF2-40B4-BE49-F238E27FC236}">
                        <a16:creationId xmlns:a16="http://schemas.microsoft.com/office/drawing/2014/main" id="{B4357D68-A07E-446F-4B41-D43FFB7CCA7E}"/>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5" name="Freeform 105">
                    <a:extLst>
                      <a:ext uri="{FF2B5EF4-FFF2-40B4-BE49-F238E27FC236}">
                        <a16:creationId xmlns:a16="http://schemas.microsoft.com/office/drawing/2014/main" id="{A60E03F7-6BFA-49D6-EF9F-FA3DD1B17825}"/>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6" name="Freeform 106">
                    <a:extLst>
                      <a:ext uri="{FF2B5EF4-FFF2-40B4-BE49-F238E27FC236}">
                        <a16:creationId xmlns:a16="http://schemas.microsoft.com/office/drawing/2014/main" id="{FFBA6A2A-7F76-A885-5377-A7FC8FE873CC}"/>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7" name="Freeform 107">
                    <a:extLst>
                      <a:ext uri="{FF2B5EF4-FFF2-40B4-BE49-F238E27FC236}">
                        <a16:creationId xmlns:a16="http://schemas.microsoft.com/office/drawing/2014/main" id="{D3D91221-C873-3751-C22E-D3444A9BD2EF}"/>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8" name="Freeform 108">
                    <a:extLst>
                      <a:ext uri="{FF2B5EF4-FFF2-40B4-BE49-F238E27FC236}">
                        <a16:creationId xmlns:a16="http://schemas.microsoft.com/office/drawing/2014/main" id="{5AAFED8C-54EB-364F-05E9-04EDAF3B4CDA}"/>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32" name="Line 111">
                <a:extLst>
                  <a:ext uri="{FF2B5EF4-FFF2-40B4-BE49-F238E27FC236}">
                    <a16:creationId xmlns:a16="http://schemas.microsoft.com/office/drawing/2014/main" id="{AE5B8E96-3071-F83C-A302-65ACBC1541CF}"/>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33" name="Line 112">
                <a:extLst>
                  <a:ext uri="{FF2B5EF4-FFF2-40B4-BE49-F238E27FC236}">
                    <a16:creationId xmlns:a16="http://schemas.microsoft.com/office/drawing/2014/main" id="{23FB131F-54F8-5F91-6CD0-77F1657C7F8A}"/>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34" name="Group 150">
                <a:extLst>
                  <a:ext uri="{FF2B5EF4-FFF2-40B4-BE49-F238E27FC236}">
                    <a16:creationId xmlns:a16="http://schemas.microsoft.com/office/drawing/2014/main" id="{DBB13B43-8DC1-1FD9-7B9F-CA0B6967F06D}"/>
                  </a:ext>
                </a:extLst>
              </p:cNvPr>
              <p:cNvGrpSpPr>
                <a:grpSpLocks/>
              </p:cNvGrpSpPr>
              <p:nvPr/>
            </p:nvGrpSpPr>
            <p:grpSpPr bwMode="auto">
              <a:xfrm>
                <a:off x="871778" y="1539380"/>
                <a:ext cx="298450" cy="168771"/>
                <a:chOff x="465" y="2127"/>
                <a:chExt cx="188" cy="171"/>
              </a:xfrm>
            </p:grpSpPr>
            <p:sp>
              <p:nvSpPr>
                <p:cNvPr id="135" name="Freeform 146">
                  <a:extLst>
                    <a:ext uri="{FF2B5EF4-FFF2-40B4-BE49-F238E27FC236}">
                      <a16:creationId xmlns:a16="http://schemas.microsoft.com/office/drawing/2014/main" id="{C7976F08-B125-3A75-EA48-07397A70979E}"/>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6" name="Freeform 147">
                  <a:extLst>
                    <a:ext uri="{FF2B5EF4-FFF2-40B4-BE49-F238E27FC236}">
                      <a16:creationId xmlns:a16="http://schemas.microsoft.com/office/drawing/2014/main" id="{2E2618D9-9E86-5F7A-34A6-C69DA55EA86D}"/>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7" name="Freeform 148">
                  <a:extLst>
                    <a:ext uri="{FF2B5EF4-FFF2-40B4-BE49-F238E27FC236}">
                      <a16:creationId xmlns:a16="http://schemas.microsoft.com/office/drawing/2014/main" id="{D1005396-0F2D-DFD6-BCE4-BD934D76E9F6}"/>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8" name="Freeform 149">
                  <a:extLst>
                    <a:ext uri="{FF2B5EF4-FFF2-40B4-BE49-F238E27FC236}">
                      <a16:creationId xmlns:a16="http://schemas.microsoft.com/office/drawing/2014/main" id="{AEB4AC7D-71DA-64FE-995D-3375E20E6314}"/>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1" name="组合 3256">
              <a:extLst>
                <a:ext uri="{FF2B5EF4-FFF2-40B4-BE49-F238E27FC236}">
                  <a16:creationId xmlns:a16="http://schemas.microsoft.com/office/drawing/2014/main" id="{770E2CD5-A7CD-0010-76BD-2E8F36BFE496}"/>
                </a:ext>
              </a:extLst>
            </p:cNvPr>
            <p:cNvGrpSpPr>
              <a:grpSpLocks/>
            </p:cNvGrpSpPr>
            <p:nvPr/>
          </p:nvGrpSpPr>
          <p:grpSpPr bwMode="auto">
            <a:xfrm>
              <a:off x="7531428" y="3202103"/>
              <a:ext cx="989112" cy="545961"/>
              <a:chOff x="9866202" y="1510266"/>
              <a:chExt cx="1309687" cy="703263"/>
            </a:xfrm>
          </p:grpSpPr>
          <p:pic>
            <p:nvPicPr>
              <p:cNvPr id="125" name="Picture 226">
                <a:extLst>
                  <a:ext uri="{FF2B5EF4-FFF2-40B4-BE49-F238E27FC236}">
                    <a16:creationId xmlns:a16="http://schemas.microsoft.com/office/drawing/2014/main" id="{E871D951-4411-294B-B0D4-77EC3D1F9A5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6" name="Text Box 353">
                <a:extLst>
                  <a:ext uri="{FF2B5EF4-FFF2-40B4-BE49-F238E27FC236}">
                    <a16:creationId xmlns:a16="http://schemas.microsoft.com/office/drawing/2014/main" id="{0838282A-459E-DE35-DC79-143DD383DB51}"/>
                  </a:ext>
                </a:extLst>
              </p:cNvPr>
              <p:cNvSpPr txBox="1">
                <a:spLocks noChangeArrowheads="1"/>
              </p:cNvSpPr>
              <p:nvPr/>
            </p:nvSpPr>
            <p:spPr bwMode="auto">
              <a:xfrm>
                <a:off x="10012484" y="1711879"/>
                <a:ext cx="1091736" cy="34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a:t>
                </a:r>
                <a:endParaRPr lang="zh-CN" altLang="en-US" sz="1000" b="1">
                  <a:ea typeface="微软雅黑" panose="020B0503020204020204" pitchFamily="34" charset="-122"/>
                </a:endParaRPr>
              </a:p>
            </p:txBody>
          </p:sp>
        </p:grpSp>
        <p:sp>
          <p:nvSpPr>
            <p:cNvPr id="42" name="Text Box 358">
              <a:extLst>
                <a:ext uri="{FF2B5EF4-FFF2-40B4-BE49-F238E27FC236}">
                  <a16:creationId xmlns:a16="http://schemas.microsoft.com/office/drawing/2014/main" id="{3A4DCB55-C865-058C-5535-64244EED10EB}"/>
                </a:ext>
              </a:extLst>
            </p:cNvPr>
            <p:cNvSpPr txBox="1">
              <a:spLocks noChangeArrowheads="1"/>
            </p:cNvSpPr>
            <p:nvPr/>
          </p:nvSpPr>
          <p:spPr bwMode="auto">
            <a:xfrm>
              <a:off x="4815975" y="2431843"/>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43" name="Text Box 358">
              <a:extLst>
                <a:ext uri="{FF2B5EF4-FFF2-40B4-BE49-F238E27FC236}">
                  <a16:creationId xmlns:a16="http://schemas.microsoft.com/office/drawing/2014/main" id="{6804A49C-DEE7-FDB6-C341-60304740E45C}"/>
                </a:ext>
              </a:extLst>
            </p:cNvPr>
            <p:cNvSpPr txBox="1">
              <a:spLocks noChangeArrowheads="1"/>
            </p:cNvSpPr>
            <p:nvPr/>
          </p:nvSpPr>
          <p:spPr bwMode="auto">
            <a:xfrm rot="859865">
              <a:off x="4817175" y="3135336"/>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 </a:t>
              </a:r>
              <a:r>
                <a:rPr lang="zh-CN" altLang="en-US" sz="1000" b="1">
                  <a:ea typeface="微软雅黑" panose="020B0503020204020204" pitchFamily="34" charset="-122"/>
                </a:rPr>
                <a:t>的标签是 </a:t>
              </a: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44" name="Line 420">
              <a:extLst>
                <a:ext uri="{FF2B5EF4-FFF2-40B4-BE49-F238E27FC236}">
                  <a16:creationId xmlns:a16="http://schemas.microsoft.com/office/drawing/2014/main" id="{2413FBCF-8D8D-545C-DAB1-85B5C5F89AE8}"/>
                </a:ext>
              </a:extLst>
            </p:cNvPr>
            <p:cNvSpPr>
              <a:spLocks noChangeShapeType="1"/>
            </p:cNvSpPr>
            <p:nvPr/>
          </p:nvSpPr>
          <p:spPr bwMode="auto">
            <a:xfrm rot="17283846">
              <a:off x="4759966" y="2928406"/>
              <a:ext cx="11092" cy="21340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45" name="Text Box 358">
              <a:extLst>
                <a:ext uri="{FF2B5EF4-FFF2-40B4-BE49-F238E27FC236}">
                  <a16:creationId xmlns:a16="http://schemas.microsoft.com/office/drawing/2014/main" id="{8C03E0FE-35ED-82C4-553B-B60D9542339A}"/>
                </a:ext>
              </a:extLst>
            </p:cNvPr>
            <p:cNvSpPr txBox="1">
              <a:spLocks noChangeArrowheads="1"/>
            </p:cNvSpPr>
            <p:nvPr/>
          </p:nvSpPr>
          <p:spPr bwMode="auto">
            <a:xfrm>
              <a:off x="6254191" y="1624608"/>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80       0 </a:t>
              </a:r>
              <a:endParaRPr lang="zh-CN" altLang="en-US" sz="1000" b="1">
                <a:ea typeface="微软雅黑" panose="020B0503020204020204" pitchFamily="34" charset="-122"/>
              </a:endParaRPr>
            </a:p>
          </p:txBody>
        </p:sp>
        <p:sp>
          <p:nvSpPr>
            <p:cNvPr id="46" name="Text Box 358">
              <a:extLst>
                <a:ext uri="{FF2B5EF4-FFF2-40B4-BE49-F238E27FC236}">
                  <a16:creationId xmlns:a16="http://schemas.microsoft.com/office/drawing/2014/main" id="{C36BA53D-011D-C226-05D9-F06610BC2CD4}"/>
                </a:ext>
              </a:extLst>
            </p:cNvPr>
            <p:cNvSpPr txBox="1">
              <a:spLocks noChangeArrowheads="1"/>
            </p:cNvSpPr>
            <p:nvPr/>
          </p:nvSpPr>
          <p:spPr bwMode="auto">
            <a:xfrm>
              <a:off x="6157532"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47" name="Text Box 358">
              <a:extLst>
                <a:ext uri="{FF2B5EF4-FFF2-40B4-BE49-F238E27FC236}">
                  <a16:creationId xmlns:a16="http://schemas.microsoft.com/office/drawing/2014/main" id="{CD008BC5-9BE8-0830-487C-FF7CA36428DE}"/>
                </a:ext>
              </a:extLst>
            </p:cNvPr>
            <p:cNvSpPr txBox="1">
              <a:spLocks noChangeArrowheads="1"/>
            </p:cNvSpPr>
            <p:nvPr/>
          </p:nvSpPr>
          <p:spPr bwMode="auto">
            <a:xfrm>
              <a:off x="6548380"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48" name="Text Box 358">
              <a:extLst>
                <a:ext uri="{FF2B5EF4-FFF2-40B4-BE49-F238E27FC236}">
                  <a16:creationId xmlns:a16="http://schemas.microsoft.com/office/drawing/2014/main" id="{636203EE-FE36-C9B8-119F-B5B317812A9E}"/>
                </a:ext>
              </a:extLst>
            </p:cNvPr>
            <p:cNvSpPr txBox="1">
              <a:spLocks noChangeArrowheads="1"/>
            </p:cNvSpPr>
            <p:nvPr/>
          </p:nvSpPr>
          <p:spPr bwMode="auto">
            <a:xfrm>
              <a:off x="6888875"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0" name="组合 1">
              <a:extLst>
                <a:ext uri="{FF2B5EF4-FFF2-40B4-BE49-F238E27FC236}">
                  <a16:creationId xmlns:a16="http://schemas.microsoft.com/office/drawing/2014/main" id="{C141620F-5C03-C85E-6F2C-E73140FF421B}"/>
                </a:ext>
              </a:extLst>
            </p:cNvPr>
            <p:cNvGrpSpPr>
              <a:grpSpLocks/>
            </p:cNvGrpSpPr>
            <p:nvPr/>
          </p:nvGrpSpPr>
          <p:grpSpPr bwMode="auto">
            <a:xfrm>
              <a:off x="6226999" y="1624609"/>
              <a:ext cx="1100612" cy="215673"/>
              <a:chOff x="8213725" y="1520825"/>
              <a:chExt cx="2092325" cy="277813"/>
            </a:xfrm>
          </p:grpSpPr>
          <p:cxnSp>
            <p:nvCxnSpPr>
              <p:cNvPr id="123" name="直接连接符 3285">
                <a:extLst>
                  <a:ext uri="{FF2B5EF4-FFF2-40B4-BE49-F238E27FC236}">
                    <a16:creationId xmlns:a16="http://schemas.microsoft.com/office/drawing/2014/main" id="{F1B315A1-3210-654C-7121-E6F122FA50B0}"/>
                  </a:ext>
                </a:extLst>
              </p:cNvPr>
              <p:cNvCxnSpPr>
                <a:cxnSpLocks/>
              </p:cNvCxnSpPr>
              <p:nvPr/>
            </p:nvCxnSpPr>
            <p:spPr bwMode="auto">
              <a:xfrm>
                <a:off x="8223250" y="1520825"/>
                <a:ext cx="208280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4" name="直接连接符 3286">
                <a:extLst>
                  <a:ext uri="{FF2B5EF4-FFF2-40B4-BE49-F238E27FC236}">
                    <a16:creationId xmlns:a16="http://schemas.microsoft.com/office/drawing/2014/main" id="{75B95869-62DE-DFA3-EA9B-2BAF3807D360}"/>
                  </a:ext>
                </a:extLst>
              </p:cNvPr>
              <p:cNvCxnSpPr>
                <a:cxnSpLocks/>
              </p:cNvCxnSpPr>
              <p:nvPr/>
            </p:nvCxnSpPr>
            <p:spPr bwMode="auto">
              <a:xfrm>
                <a:off x="8213725" y="1798638"/>
                <a:ext cx="208280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1" name="直接连接符 3288">
              <a:extLst>
                <a:ext uri="{FF2B5EF4-FFF2-40B4-BE49-F238E27FC236}">
                  <a16:creationId xmlns:a16="http://schemas.microsoft.com/office/drawing/2014/main" id="{25B030F2-8C29-903A-B938-3DE3A35F8E15}"/>
                </a:ext>
              </a:extLst>
            </p:cNvPr>
            <p:cNvCxnSpPr>
              <a:cxnSpLocks/>
            </p:cNvCxnSpPr>
            <p:nvPr/>
          </p:nvCxnSpPr>
          <p:spPr bwMode="auto">
            <a:xfrm>
              <a:off x="6613053" y="1254884"/>
              <a:ext cx="1199"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2" name="直接连接符 3289">
              <a:extLst>
                <a:ext uri="{FF2B5EF4-FFF2-40B4-BE49-F238E27FC236}">
                  <a16:creationId xmlns:a16="http://schemas.microsoft.com/office/drawing/2014/main" id="{0D61B5A9-A0CC-9378-B39A-4B98C035BE16}"/>
                </a:ext>
              </a:extLst>
            </p:cNvPr>
            <p:cNvCxnSpPr>
              <a:cxnSpLocks/>
            </p:cNvCxnSpPr>
            <p:nvPr/>
          </p:nvCxnSpPr>
          <p:spPr bwMode="auto">
            <a:xfrm>
              <a:off x="6958343" y="1254884"/>
              <a:ext cx="47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53" name="Text Box 358">
              <a:extLst>
                <a:ext uri="{FF2B5EF4-FFF2-40B4-BE49-F238E27FC236}">
                  <a16:creationId xmlns:a16="http://schemas.microsoft.com/office/drawing/2014/main" id="{B7223053-DDE5-1868-0D9C-0EF846962D79}"/>
                </a:ext>
              </a:extLst>
            </p:cNvPr>
            <p:cNvSpPr txBox="1">
              <a:spLocks noChangeArrowheads="1"/>
            </p:cNvSpPr>
            <p:nvPr/>
          </p:nvSpPr>
          <p:spPr bwMode="auto">
            <a:xfrm>
              <a:off x="3903374" y="162214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81       0</a:t>
              </a:r>
              <a:endParaRPr lang="zh-CN" altLang="en-US" sz="1000" b="1">
                <a:ea typeface="微软雅黑" panose="020B0503020204020204" pitchFamily="34" charset="-122"/>
              </a:endParaRPr>
            </a:p>
          </p:txBody>
        </p:sp>
        <p:sp>
          <p:nvSpPr>
            <p:cNvPr id="54" name="Text Box 358">
              <a:extLst>
                <a:ext uri="{FF2B5EF4-FFF2-40B4-BE49-F238E27FC236}">
                  <a16:creationId xmlns:a16="http://schemas.microsoft.com/office/drawing/2014/main" id="{2660A65E-153A-BCFD-FC7D-C78E794F000A}"/>
                </a:ext>
              </a:extLst>
            </p:cNvPr>
            <p:cNvSpPr txBox="1">
              <a:spLocks noChangeArrowheads="1"/>
            </p:cNvSpPr>
            <p:nvPr/>
          </p:nvSpPr>
          <p:spPr bwMode="auto">
            <a:xfrm>
              <a:off x="3818431" y="124132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55" name="Text Box 358">
              <a:extLst>
                <a:ext uri="{FF2B5EF4-FFF2-40B4-BE49-F238E27FC236}">
                  <a16:creationId xmlns:a16="http://schemas.microsoft.com/office/drawing/2014/main" id="{35510FB2-C99D-671C-5B09-4E9962601477}"/>
                </a:ext>
              </a:extLst>
            </p:cNvPr>
            <p:cNvSpPr txBox="1">
              <a:spLocks noChangeArrowheads="1"/>
            </p:cNvSpPr>
            <p:nvPr/>
          </p:nvSpPr>
          <p:spPr bwMode="auto">
            <a:xfrm>
              <a:off x="4215277"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56" name="Text Box 358">
              <a:extLst>
                <a:ext uri="{FF2B5EF4-FFF2-40B4-BE49-F238E27FC236}">
                  <a16:creationId xmlns:a16="http://schemas.microsoft.com/office/drawing/2014/main" id="{A5CEC01A-E716-8846-F299-CF64D6F0EBFC}"/>
                </a:ext>
              </a:extLst>
            </p:cNvPr>
            <p:cNvSpPr txBox="1">
              <a:spLocks noChangeArrowheads="1"/>
            </p:cNvSpPr>
            <p:nvPr/>
          </p:nvSpPr>
          <p:spPr bwMode="auto">
            <a:xfrm>
              <a:off x="4555771"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8" name="组合 3303">
              <a:extLst>
                <a:ext uri="{FF2B5EF4-FFF2-40B4-BE49-F238E27FC236}">
                  <a16:creationId xmlns:a16="http://schemas.microsoft.com/office/drawing/2014/main" id="{0BC0BABE-864F-E71E-B442-8C31EC836D6F}"/>
                </a:ext>
              </a:extLst>
            </p:cNvPr>
            <p:cNvGrpSpPr>
              <a:grpSpLocks/>
            </p:cNvGrpSpPr>
            <p:nvPr/>
          </p:nvGrpSpPr>
          <p:grpSpPr bwMode="auto">
            <a:xfrm>
              <a:off x="3861524" y="1617214"/>
              <a:ext cx="1140176" cy="205814"/>
              <a:chOff x="374152" y="5167871"/>
              <a:chExt cx="2069011" cy="264309"/>
            </a:xfrm>
          </p:grpSpPr>
          <p:cxnSp>
            <p:nvCxnSpPr>
              <p:cNvPr id="121" name="直接连接符 3307">
                <a:extLst>
                  <a:ext uri="{FF2B5EF4-FFF2-40B4-BE49-F238E27FC236}">
                    <a16:creationId xmlns:a16="http://schemas.microsoft.com/office/drawing/2014/main" id="{7446C5D7-D143-D07B-8516-EBB2DEE991DB}"/>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2" name="直接连接符 3308">
                <a:extLst>
                  <a:ext uri="{FF2B5EF4-FFF2-40B4-BE49-F238E27FC236}">
                    <a16:creationId xmlns:a16="http://schemas.microsoft.com/office/drawing/2014/main" id="{7D3B5FB9-0D9E-9065-9A59-0B6BC9BDCBA3}"/>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9" name="直接连接符 3305">
              <a:extLst>
                <a:ext uri="{FF2B5EF4-FFF2-40B4-BE49-F238E27FC236}">
                  <a16:creationId xmlns:a16="http://schemas.microsoft.com/office/drawing/2014/main" id="{C7862208-294F-C774-BA40-B506545ABB1C}"/>
                </a:ext>
              </a:extLst>
            </p:cNvPr>
            <p:cNvCxnSpPr>
              <a:cxnSpLocks/>
            </p:cNvCxnSpPr>
            <p:nvPr/>
          </p:nvCxnSpPr>
          <p:spPr bwMode="auto">
            <a:xfrm>
              <a:off x="4281147" y="1254884"/>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60" name="直接连接符 3306">
              <a:extLst>
                <a:ext uri="{FF2B5EF4-FFF2-40B4-BE49-F238E27FC236}">
                  <a16:creationId xmlns:a16="http://schemas.microsoft.com/office/drawing/2014/main" id="{42D9E0A8-4EB2-898D-F869-1D0AD55267FF}"/>
                </a:ext>
              </a:extLst>
            </p:cNvPr>
            <p:cNvCxnSpPr>
              <a:cxnSpLocks/>
            </p:cNvCxnSpPr>
            <p:nvPr/>
          </p:nvCxnSpPr>
          <p:spPr bwMode="auto">
            <a:xfrm>
              <a:off x="4626437" y="1254884"/>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61" name="Text Box 358">
              <a:extLst>
                <a:ext uri="{FF2B5EF4-FFF2-40B4-BE49-F238E27FC236}">
                  <a16:creationId xmlns:a16="http://schemas.microsoft.com/office/drawing/2014/main" id="{3CE80077-BC45-3DEB-021E-01F2199E901F}"/>
                </a:ext>
              </a:extLst>
            </p:cNvPr>
            <p:cNvSpPr txBox="1">
              <a:spLocks noChangeArrowheads="1"/>
            </p:cNvSpPr>
            <p:nvPr/>
          </p:nvSpPr>
          <p:spPr bwMode="auto">
            <a:xfrm>
              <a:off x="3906973" y="181563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40       1</a:t>
              </a:r>
              <a:endParaRPr lang="zh-CN" altLang="en-US" sz="1000" b="1">
                <a:ea typeface="微软雅黑" panose="020B0503020204020204" pitchFamily="34" charset="-122"/>
              </a:endParaRPr>
            </a:p>
          </p:txBody>
        </p:sp>
        <p:sp>
          <p:nvSpPr>
            <p:cNvPr id="62" name="Text Box 358">
              <a:extLst>
                <a:ext uri="{FF2B5EF4-FFF2-40B4-BE49-F238E27FC236}">
                  <a16:creationId xmlns:a16="http://schemas.microsoft.com/office/drawing/2014/main" id="{E1CCFCA3-2938-E6CB-D5DF-307C3494C0E8}"/>
                </a:ext>
              </a:extLst>
            </p:cNvPr>
            <p:cNvSpPr txBox="1">
              <a:spLocks noChangeArrowheads="1"/>
            </p:cNvSpPr>
            <p:nvPr/>
          </p:nvSpPr>
          <p:spPr bwMode="auto">
            <a:xfrm>
              <a:off x="4642595" y="1618447"/>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63" name="Text Box 358">
              <a:extLst>
                <a:ext uri="{FF2B5EF4-FFF2-40B4-BE49-F238E27FC236}">
                  <a16:creationId xmlns:a16="http://schemas.microsoft.com/office/drawing/2014/main" id="{BCC8C852-9D0F-F1F1-769A-4C1E1E865060}"/>
                </a:ext>
              </a:extLst>
            </p:cNvPr>
            <p:cNvSpPr txBox="1">
              <a:spLocks noChangeArrowheads="1"/>
            </p:cNvSpPr>
            <p:nvPr/>
          </p:nvSpPr>
          <p:spPr bwMode="auto">
            <a:xfrm>
              <a:off x="4624013" y="1814401"/>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64" name="Text Box 358">
              <a:extLst>
                <a:ext uri="{FF2B5EF4-FFF2-40B4-BE49-F238E27FC236}">
                  <a16:creationId xmlns:a16="http://schemas.microsoft.com/office/drawing/2014/main" id="{020204A1-9692-66E2-5E52-B5B05D3CD64C}"/>
                </a:ext>
              </a:extLst>
            </p:cNvPr>
            <p:cNvSpPr txBox="1">
              <a:spLocks noChangeArrowheads="1"/>
            </p:cNvSpPr>
            <p:nvPr/>
          </p:nvSpPr>
          <p:spPr bwMode="auto">
            <a:xfrm>
              <a:off x="1738754" y="1618447"/>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65" name="Text Box 358">
              <a:extLst>
                <a:ext uri="{FF2B5EF4-FFF2-40B4-BE49-F238E27FC236}">
                  <a16:creationId xmlns:a16="http://schemas.microsoft.com/office/drawing/2014/main" id="{0FFE4E8C-E3CC-525C-772B-6A074DDFC119}"/>
                </a:ext>
              </a:extLst>
            </p:cNvPr>
            <p:cNvSpPr txBox="1">
              <a:spLocks noChangeArrowheads="1"/>
            </p:cNvSpPr>
            <p:nvPr/>
          </p:nvSpPr>
          <p:spPr bwMode="auto">
            <a:xfrm>
              <a:off x="1263526"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66" name="Text Box 358">
              <a:extLst>
                <a:ext uri="{FF2B5EF4-FFF2-40B4-BE49-F238E27FC236}">
                  <a16:creationId xmlns:a16="http://schemas.microsoft.com/office/drawing/2014/main" id="{28438C37-EFA9-7916-8FEB-47078B087BA6}"/>
                </a:ext>
              </a:extLst>
            </p:cNvPr>
            <p:cNvSpPr txBox="1">
              <a:spLocks noChangeArrowheads="1"/>
            </p:cNvSpPr>
            <p:nvPr/>
          </p:nvSpPr>
          <p:spPr bwMode="auto">
            <a:xfrm>
              <a:off x="1637591"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67" name="Text Box 358">
              <a:extLst>
                <a:ext uri="{FF2B5EF4-FFF2-40B4-BE49-F238E27FC236}">
                  <a16:creationId xmlns:a16="http://schemas.microsoft.com/office/drawing/2014/main" id="{1A5B81F3-A592-E15F-8D0F-AE365BC5AD3A}"/>
                </a:ext>
              </a:extLst>
            </p:cNvPr>
            <p:cNvSpPr txBox="1">
              <a:spLocks noChangeArrowheads="1"/>
            </p:cNvSpPr>
            <p:nvPr/>
          </p:nvSpPr>
          <p:spPr bwMode="auto">
            <a:xfrm>
              <a:off x="1978085" y="1264743"/>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69" name="组合 3319">
              <a:extLst>
                <a:ext uri="{FF2B5EF4-FFF2-40B4-BE49-F238E27FC236}">
                  <a16:creationId xmlns:a16="http://schemas.microsoft.com/office/drawing/2014/main" id="{72BE7DE9-DC28-3B58-C618-92B3489EA1DF}"/>
                </a:ext>
              </a:extLst>
            </p:cNvPr>
            <p:cNvGrpSpPr>
              <a:grpSpLocks/>
            </p:cNvGrpSpPr>
            <p:nvPr/>
          </p:nvGrpSpPr>
          <p:grpSpPr bwMode="auto">
            <a:xfrm>
              <a:off x="1329398" y="1638166"/>
              <a:ext cx="1091020" cy="205813"/>
              <a:chOff x="374152" y="5167871"/>
              <a:chExt cx="2069011" cy="264309"/>
            </a:xfrm>
          </p:grpSpPr>
          <p:cxnSp>
            <p:nvCxnSpPr>
              <p:cNvPr id="119" name="直接连接符 3320">
                <a:extLst>
                  <a:ext uri="{FF2B5EF4-FFF2-40B4-BE49-F238E27FC236}">
                    <a16:creationId xmlns:a16="http://schemas.microsoft.com/office/drawing/2014/main" id="{E38A2761-CC65-B01A-6345-0A004D406C62}"/>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0" name="直接连接符 3321">
                <a:extLst>
                  <a:ext uri="{FF2B5EF4-FFF2-40B4-BE49-F238E27FC236}">
                    <a16:creationId xmlns:a16="http://schemas.microsoft.com/office/drawing/2014/main" id="{028577F4-38B6-45AE-5119-4507AB3BDA89}"/>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70" name="直接连接符 3323">
              <a:extLst>
                <a:ext uri="{FF2B5EF4-FFF2-40B4-BE49-F238E27FC236}">
                  <a16:creationId xmlns:a16="http://schemas.microsoft.com/office/drawing/2014/main" id="{315CBE3E-678C-5BB9-1819-759F168B8F27}"/>
                </a:ext>
              </a:extLst>
            </p:cNvPr>
            <p:cNvCxnSpPr>
              <a:cxnSpLocks/>
            </p:cNvCxnSpPr>
            <p:nvPr/>
          </p:nvCxnSpPr>
          <p:spPr bwMode="auto">
            <a:xfrm>
              <a:off x="1703462" y="1269673"/>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1" name="直接连接符 3324">
              <a:extLst>
                <a:ext uri="{FF2B5EF4-FFF2-40B4-BE49-F238E27FC236}">
                  <a16:creationId xmlns:a16="http://schemas.microsoft.com/office/drawing/2014/main" id="{7A58F54E-21A2-4D36-FED4-DB6D254EA850}"/>
                </a:ext>
              </a:extLst>
            </p:cNvPr>
            <p:cNvCxnSpPr>
              <a:cxnSpLocks/>
            </p:cNvCxnSpPr>
            <p:nvPr/>
          </p:nvCxnSpPr>
          <p:spPr bwMode="auto">
            <a:xfrm>
              <a:off x="2048752" y="1269673"/>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72" name="Text Box 358">
              <a:extLst>
                <a:ext uri="{FF2B5EF4-FFF2-40B4-BE49-F238E27FC236}">
                  <a16:creationId xmlns:a16="http://schemas.microsoft.com/office/drawing/2014/main" id="{EB58A78F-75E1-44F9-8259-B15D1B23C911}"/>
                </a:ext>
              </a:extLst>
            </p:cNvPr>
            <p:cNvSpPr txBox="1">
              <a:spLocks noChangeArrowheads="1"/>
            </p:cNvSpPr>
            <p:nvPr/>
          </p:nvSpPr>
          <p:spPr bwMode="auto">
            <a:xfrm>
              <a:off x="1733959" y="1829190"/>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73" name="Text Box 358">
              <a:extLst>
                <a:ext uri="{FF2B5EF4-FFF2-40B4-BE49-F238E27FC236}">
                  <a16:creationId xmlns:a16="http://schemas.microsoft.com/office/drawing/2014/main" id="{6403D79F-B3F0-E95F-4A85-F16B15EC36E6}"/>
                </a:ext>
              </a:extLst>
            </p:cNvPr>
            <p:cNvSpPr txBox="1">
              <a:spLocks noChangeArrowheads="1"/>
            </p:cNvSpPr>
            <p:nvPr/>
          </p:nvSpPr>
          <p:spPr bwMode="auto">
            <a:xfrm>
              <a:off x="2063712" y="1633236"/>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a:t>
              </a:r>
              <a:endParaRPr lang="zh-CN" altLang="en-US" sz="1000" b="1">
                <a:ea typeface="微软雅黑" panose="020B0503020204020204" pitchFamily="34" charset="-122"/>
              </a:endParaRPr>
            </a:p>
          </p:txBody>
        </p:sp>
        <p:sp>
          <p:nvSpPr>
            <p:cNvPr id="74" name="Text Box 358">
              <a:extLst>
                <a:ext uri="{FF2B5EF4-FFF2-40B4-BE49-F238E27FC236}">
                  <a16:creationId xmlns:a16="http://schemas.microsoft.com/office/drawing/2014/main" id="{D3192C26-A7FE-F63C-9C6B-AB18B75F7D6D}"/>
                </a:ext>
              </a:extLst>
            </p:cNvPr>
            <p:cNvSpPr txBox="1">
              <a:spLocks noChangeArrowheads="1"/>
            </p:cNvSpPr>
            <p:nvPr/>
          </p:nvSpPr>
          <p:spPr bwMode="auto">
            <a:xfrm>
              <a:off x="2045727" y="1829190"/>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a:t>
              </a:r>
              <a:endParaRPr lang="zh-CN" altLang="en-US" sz="1000" b="1">
                <a:ea typeface="微软雅黑" panose="020B0503020204020204" pitchFamily="34" charset="-122"/>
              </a:endParaRPr>
            </a:p>
          </p:txBody>
        </p:sp>
        <p:sp>
          <p:nvSpPr>
            <p:cNvPr id="75" name="Text Box 410">
              <a:extLst>
                <a:ext uri="{FF2B5EF4-FFF2-40B4-BE49-F238E27FC236}">
                  <a16:creationId xmlns:a16="http://schemas.microsoft.com/office/drawing/2014/main" id="{4F3D7736-C74B-34D4-B82A-D6A1598CCE64}"/>
                </a:ext>
              </a:extLst>
            </p:cNvPr>
            <p:cNvSpPr txBox="1">
              <a:spLocks noChangeArrowheads="1"/>
            </p:cNvSpPr>
            <p:nvPr/>
          </p:nvSpPr>
          <p:spPr bwMode="auto">
            <a:xfrm>
              <a:off x="1947966" y="255015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76" name="Text Box 353">
              <a:extLst>
                <a:ext uri="{FF2B5EF4-FFF2-40B4-BE49-F238E27FC236}">
                  <a16:creationId xmlns:a16="http://schemas.microsoft.com/office/drawing/2014/main" id="{EAC99384-E3D0-489B-B881-33EA355C26D6}"/>
                </a:ext>
              </a:extLst>
            </p:cNvPr>
            <p:cNvSpPr txBox="1">
              <a:spLocks noChangeArrowheads="1"/>
            </p:cNvSpPr>
            <p:nvPr/>
          </p:nvSpPr>
          <p:spPr bwMode="auto">
            <a:xfrm>
              <a:off x="1356534" y="1761408"/>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7" name="Text Box 353">
              <a:extLst>
                <a:ext uri="{FF2B5EF4-FFF2-40B4-BE49-F238E27FC236}">
                  <a16:creationId xmlns:a16="http://schemas.microsoft.com/office/drawing/2014/main" id="{E3107FBF-3B89-3DFA-BCCD-5423CB74D02F}"/>
                </a:ext>
              </a:extLst>
            </p:cNvPr>
            <p:cNvSpPr txBox="1">
              <a:spLocks noChangeArrowheads="1"/>
            </p:cNvSpPr>
            <p:nvPr/>
          </p:nvSpPr>
          <p:spPr bwMode="auto">
            <a:xfrm>
              <a:off x="1361331" y="1551897"/>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8" name="Text Box 353">
              <a:extLst>
                <a:ext uri="{FF2B5EF4-FFF2-40B4-BE49-F238E27FC236}">
                  <a16:creationId xmlns:a16="http://schemas.microsoft.com/office/drawing/2014/main" id="{5A9A3943-04EC-76EC-3D6E-E901B3DFCCAE}"/>
                </a:ext>
              </a:extLst>
            </p:cNvPr>
            <p:cNvSpPr txBox="1">
              <a:spLocks noChangeArrowheads="1"/>
            </p:cNvSpPr>
            <p:nvPr/>
          </p:nvSpPr>
          <p:spPr bwMode="auto">
            <a:xfrm>
              <a:off x="6986679" y="1549432"/>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9" name="任意多边形: 形状 78">
              <a:extLst>
                <a:ext uri="{FF2B5EF4-FFF2-40B4-BE49-F238E27FC236}">
                  <a16:creationId xmlns:a16="http://schemas.microsoft.com/office/drawing/2014/main" id="{A2699D92-6197-C830-BB8F-295F6ECD9B6D}"/>
                </a:ext>
              </a:extLst>
            </p:cNvPr>
            <p:cNvSpPr/>
            <p:nvPr/>
          </p:nvSpPr>
          <p:spPr bwMode="auto">
            <a:xfrm>
              <a:off x="3867518" y="2048560"/>
              <a:ext cx="1126988" cy="568145"/>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pic>
          <p:nvPicPr>
            <p:cNvPr id="80" name="Picture 377">
              <a:extLst>
                <a:ext uri="{FF2B5EF4-FFF2-40B4-BE49-F238E27FC236}">
                  <a16:creationId xmlns:a16="http://schemas.microsoft.com/office/drawing/2014/main" id="{405CADA1-6846-1C95-D842-D270D774E6A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67959" y="2606846"/>
              <a:ext cx="293737" cy="36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 Box 358">
              <a:extLst>
                <a:ext uri="{FF2B5EF4-FFF2-40B4-BE49-F238E27FC236}">
                  <a16:creationId xmlns:a16="http://schemas.microsoft.com/office/drawing/2014/main" id="{42E7D9F1-C9E9-3E9C-D915-3A162F4E6132}"/>
                </a:ext>
              </a:extLst>
            </p:cNvPr>
            <p:cNvSpPr txBox="1">
              <a:spLocks noChangeArrowheads="1"/>
            </p:cNvSpPr>
            <p:nvPr/>
          </p:nvSpPr>
          <p:spPr bwMode="auto">
            <a:xfrm>
              <a:off x="2288093" y="2291347"/>
              <a:ext cx="1729734" cy="434508"/>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81</a:t>
              </a:r>
            </a:p>
            <a:p>
              <a:pPr algn="ctr" eaLnBrk="1" hangingPunct="1">
                <a:lnSpc>
                  <a:spcPct val="90000"/>
                </a:lnSpc>
                <a:spcBef>
                  <a:spcPct val="0"/>
                </a:spcBef>
                <a:buFontTx/>
                <a:buNone/>
              </a:pPr>
              <a:r>
                <a:rPr lang="en-US" altLang="zh-CN" sz="1000" b="1">
                  <a:ea typeface="微软雅黑" panose="020B0503020204020204" pitchFamily="34" charset="-122"/>
                </a:rPr>
                <a:t> 165.60/16 </a:t>
              </a:r>
              <a:r>
                <a:rPr lang="zh-CN" altLang="en-US" sz="1000" b="1">
                  <a:ea typeface="微软雅黑" panose="020B0503020204020204" pitchFamily="34" charset="-122"/>
                </a:rPr>
                <a:t>的标签是 </a:t>
              </a:r>
              <a:r>
                <a:rPr lang="en-US" altLang="zh-CN" sz="1000" b="1">
                  <a:ea typeface="微软雅黑" panose="020B0503020204020204" pitchFamily="34" charset="-122"/>
                </a:rPr>
                <a:t>40</a:t>
              </a:r>
              <a:r>
                <a:rPr lang="zh-CN" altLang="en-US" sz="1000" b="1">
                  <a:ea typeface="微软雅黑" panose="020B0503020204020204" pitchFamily="34" charset="-122"/>
                </a:rPr>
                <a:t> </a:t>
              </a:r>
            </a:p>
          </p:txBody>
        </p:sp>
        <p:sp>
          <p:nvSpPr>
            <p:cNvPr id="82" name="Line 420">
              <a:extLst>
                <a:ext uri="{FF2B5EF4-FFF2-40B4-BE49-F238E27FC236}">
                  <a16:creationId xmlns:a16="http://schemas.microsoft.com/office/drawing/2014/main" id="{C9CB305F-52BD-9051-ECB5-751F854755D0}"/>
                </a:ext>
              </a:extLst>
            </p:cNvPr>
            <p:cNvSpPr>
              <a:spLocks noChangeShapeType="1"/>
            </p:cNvSpPr>
            <p:nvPr/>
          </p:nvSpPr>
          <p:spPr bwMode="auto">
            <a:xfrm rot="17283846">
              <a:off x="2177930" y="2435055"/>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83" name="Text Box 410">
              <a:extLst>
                <a:ext uri="{FF2B5EF4-FFF2-40B4-BE49-F238E27FC236}">
                  <a16:creationId xmlns:a16="http://schemas.microsoft.com/office/drawing/2014/main" id="{A1A959D7-CEB3-0432-5296-2567A6239706}"/>
                </a:ext>
              </a:extLst>
            </p:cNvPr>
            <p:cNvSpPr txBox="1">
              <a:spLocks noChangeArrowheads="1"/>
            </p:cNvSpPr>
            <p:nvPr/>
          </p:nvSpPr>
          <p:spPr bwMode="auto">
            <a:xfrm>
              <a:off x="6867148" y="2534133"/>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84" name="文本框 3342">
              <a:extLst>
                <a:ext uri="{FF2B5EF4-FFF2-40B4-BE49-F238E27FC236}">
                  <a16:creationId xmlns:a16="http://schemas.microsoft.com/office/drawing/2014/main" id="{C5DE7271-EBEA-3AE0-352F-26952C9707A5}"/>
                </a:ext>
              </a:extLst>
            </p:cNvPr>
            <p:cNvSpPr txBox="1">
              <a:spLocks noChangeArrowheads="1"/>
            </p:cNvSpPr>
            <p:nvPr/>
          </p:nvSpPr>
          <p:spPr bwMode="auto">
            <a:xfrm>
              <a:off x="6633435" y="1714576"/>
              <a:ext cx="3832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a:t>
              </a:r>
              <a:endParaRPr lang="zh-CN" altLang="en-US" sz="1100" b="1">
                <a:ea typeface="微软雅黑" panose="020B0503020204020204" pitchFamily="34" charset="-122"/>
              </a:endParaRPr>
            </a:p>
          </p:txBody>
        </p:sp>
        <p:sp>
          <p:nvSpPr>
            <p:cNvPr id="85" name="Text Box 353">
              <a:extLst>
                <a:ext uri="{FF2B5EF4-FFF2-40B4-BE49-F238E27FC236}">
                  <a16:creationId xmlns:a16="http://schemas.microsoft.com/office/drawing/2014/main" id="{9D798114-D151-8F57-6D5F-A5D7679BEBF0}"/>
                </a:ext>
              </a:extLst>
            </p:cNvPr>
            <p:cNvSpPr txBox="1">
              <a:spLocks noChangeArrowheads="1"/>
            </p:cNvSpPr>
            <p:nvPr/>
          </p:nvSpPr>
          <p:spPr bwMode="auto">
            <a:xfrm>
              <a:off x="6994472" y="1744154"/>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86" name="Text Box 350">
              <a:extLst>
                <a:ext uri="{FF2B5EF4-FFF2-40B4-BE49-F238E27FC236}">
                  <a16:creationId xmlns:a16="http://schemas.microsoft.com/office/drawing/2014/main" id="{885844EA-7B8F-B28B-32BE-CE0C04BA92B7}"/>
                </a:ext>
              </a:extLst>
            </p:cNvPr>
            <p:cNvSpPr txBox="1">
              <a:spLocks noChangeArrowheads="1"/>
            </p:cNvSpPr>
            <p:nvPr/>
          </p:nvSpPr>
          <p:spPr bwMode="auto">
            <a:xfrm>
              <a:off x="5199522" y="2202613"/>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87" name="Rectangle 414">
              <a:extLst>
                <a:ext uri="{FF2B5EF4-FFF2-40B4-BE49-F238E27FC236}">
                  <a16:creationId xmlns:a16="http://schemas.microsoft.com/office/drawing/2014/main" id="{AFC07F22-1225-5599-0C7F-E106264FD6D9}"/>
                </a:ext>
              </a:extLst>
            </p:cNvPr>
            <p:cNvSpPr>
              <a:spLocks noChangeArrowheads="1"/>
            </p:cNvSpPr>
            <p:nvPr/>
          </p:nvSpPr>
          <p:spPr bwMode="auto">
            <a:xfrm rot="10800000">
              <a:off x="5599963" y="2794174"/>
              <a:ext cx="449596"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88" name="Rectangle 415">
              <a:extLst>
                <a:ext uri="{FF2B5EF4-FFF2-40B4-BE49-F238E27FC236}">
                  <a16:creationId xmlns:a16="http://schemas.microsoft.com/office/drawing/2014/main" id="{43658646-2E05-E1EB-8FDE-CBEF20AC3CC0}"/>
                </a:ext>
              </a:extLst>
            </p:cNvPr>
            <p:cNvSpPr>
              <a:spLocks noChangeArrowheads="1"/>
            </p:cNvSpPr>
            <p:nvPr/>
          </p:nvSpPr>
          <p:spPr bwMode="auto">
            <a:xfrm>
              <a:off x="6049559" y="2794174"/>
              <a:ext cx="152264"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80</a:t>
              </a:r>
            </a:p>
          </p:txBody>
        </p:sp>
        <p:sp>
          <p:nvSpPr>
            <p:cNvPr id="89" name="Rectangle 414">
              <a:extLst>
                <a:ext uri="{FF2B5EF4-FFF2-40B4-BE49-F238E27FC236}">
                  <a16:creationId xmlns:a16="http://schemas.microsoft.com/office/drawing/2014/main" id="{D97E0E86-6EF1-7BEB-8E54-F47FD87C4F49}"/>
                </a:ext>
              </a:extLst>
            </p:cNvPr>
            <p:cNvSpPr>
              <a:spLocks noChangeArrowheads="1"/>
            </p:cNvSpPr>
            <p:nvPr/>
          </p:nvSpPr>
          <p:spPr bwMode="auto">
            <a:xfrm rot="10800000">
              <a:off x="1026070" y="2804033"/>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0" name="Line 345">
              <a:extLst>
                <a:ext uri="{FF2B5EF4-FFF2-40B4-BE49-F238E27FC236}">
                  <a16:creationId xmlns:a16="http://schemas.microsoft.com/office/drawing/2014/main" id="{6768A60C-60ED-BDA0-790C-6D2D38644376}"/>
                </a:ext>
              </a:extLst>
            </p:cNvPr>
            <p:cNvSpPr>
              <a:spLocks noChangeShapeType="1"/>
            </p:cNvSpPr>
            <p:nvPr/>
          </p:nvSpPr>
          <p:spPr bwMode="auto">
            <a:xfrm flipV="1">
              <a:off x="7511047" y="2863189"/>
              <a:ext cx="177441" cy="0"/>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1" name="Text Box 353">
              <a:extLst>
                <a:ext uri="{FF2B5EF4-FFF2-40B4-BE49-F238E27FC236}">
                  <a16:creationId xmlns:a16="http://schemas.microsoft.com/office/drawing/2014/main" id="{40D3A8E5-9C16-0454-8014-556A97A29726}"/>
                </a:ext>
              </a:extLst>
            </p:cNvPr>
            <p:cNvSpPr txBox="1">
              <a:spLocks noChangeArrowheads="1"/>
            </p:cNvSpPr>
            <p:nvPr/>
          </p:nvSpPr>
          <p:spPr bwMode="auto">
            <a:xfrm>
              <a:off x="6712980" y="2919880"/>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sp>
          <p:nvSpPr>
            <p:cNvPr id="92" name="Rectangle 414">
              <a:extLst>
                <a:ext uri="{FF2B5EF4-FFF2-40B4-BE49-F238E27FC236}">
                  <a16:creationId xmlns:a16="http://schemas.microsoft.com/office/drawing/2014/main" id="{8E3F0BE5-5BB7-1234-5AEF-CB09AF81D8B1}"/>
                </a:ext>
              </a:extLst>
            </p:cNvPr>
            <p:cNvSpPr>
              <a:spLocks noChangeArrowheads="1"/>
            </p:cNvSpPr>
            <p:nvPr/>
          </p:nvSpPr>
          <p:spPr bwMode="auto">
            <a:xfrm rot="10800000">
              <a:off x="7035074" y="2792941"/>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3" name="Line 345">
              <a:extLst>
                <a:ext uri="{FF2B5EF4-FFF2-40B4-BE49-F238E27FC236}">
                  <a16:creationId xmlns:a16="http://schemas.microsoft.com/office/drawing/2014/main" id="{4F173BAD-1C75-DD6E-E587-D6AA98DF9660}"/>
                </a:ext>
              </a:extLst>
            </p:cNvPr>
            <p:cNvSpPr>
              <a:spLocks noChangeShapeType="1"/>
            </p:cNvSpPr>
            <p:nvPr/>
          </p:nvSpPr>
          <p:spPr bwMode="auto">
            <a:xfrm flipV="1">
              <a:off x="2988708" y="2884140"/>
              <a:ext cx="177441" cy="1233"/>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4" name="AutoShape 357">
              <a:extLst>
                <a:ext uri="{FF2B5EF4-FFF2-40B4-BE49-F238E27FC236}">
                  <a16:creationId xmlns:a16="http://schemas.microsoft.com/office/drawing/2014/main" id="{2D8BD732-0201-AEE4-2E21-21C99E420C9B}"/>
                </a:ext>
              </a:extLst>
            </p:cNvPr>
            <p:cNvSpPr>
              <a:spLocks noChangeArrowheads="1"/>
            </p:cNvSpPr>
            <p:nvPr/>
          </p:nvSpPr>
          <p:spPr bwMode="auto">
            <a:xfrm flipH="1">
              <a:off x="6802482" y="2097857"/>
              <a:ext cx="870418" cy="256343"/>
            </a:xfrm>
            <a:prstGeom prst="wedgeRoundRectCallout">
              <a:avLst>
                <a:gd name="adj1" fmla="val -26134"/>
                <a:gd name="adj2" fmla="val 251079"/>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95" name="Text Box 356">
              <a:extLst>
                <a:ext uri="{FF2B5EF4-FFF2-40B4-BE49-F238E27FC236}">
                  <a16:creationId xmlns:a16="http://schemas.microsoft.com/office/drawing/2014/main" id="{28CE9B2F-236F-D2F1-DD19-A90B7AA14D43}"/>
                </a:ext>
              </a:extLst>
            </p:cNvPr>
            <p:cNvSpPr txBox="1">
              <a:spLocks noChangeArrowheads="1"/>
            </p:cNvSpPr>
            <p:nvPr/>
          </p:nvSpPr>
          <p:spPr bwMode="auto">
            <a:xfrm>
              <a:off x="6734915" y="2101556"/>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 </a:t>
              </a:r>
              <a:r>
                <a:rPr lang="zh-CN" altLang="en-US" sz="1000" b="1">
                  <a:ea typeface="微软雅黑" panose="020B0503020204020204" pitchFamily="34" charset="-122"/>
                </a:rPr>
                <a:t>弹出标签</a:t>
              </a:r>
            </a:p>
          </p:txBody>
        </p:sp>
        <p:sp>
          <p:nvSpPr>
            <p:cNvPr id="96" name="Line 345">
              <a:extLst>
                <a:ext uri="{FF2B5EF4-FFF2-40B4-BE49-F238E27FC236}">
                  <a16:creationId xmlns:a16="http://schemas.microsoft.com/office/drawing/2014/main" id="{46301230-05E6-533A-13D1-CA707C33A731}"/>
                </a:ext>
              </a:extLst>
            </p:cNvPr>
            <p:cNvSpPr>
              <a:spLocks noChangeShapeType="1"/>
            </p:cNvSpPr>
            <p:nvPr/>
          </p:nvSpPr>
          <p:spPr bwMode="auto">
            <a:xfrm flipV="1">
              <a:off x="6205419" y="2860724"/>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7" name="Text Box 411">
              <a:extLst>
                <a:ext uri="{FF2B5EF4-FFF2-40B4-BE49-F238E27FC236}">
                  <a16:creationId xmlns:a16="http://schemas.microsoft.com/office/drawing/2014/main" id="{20758AB1-9340-2656-5C9D-599CE4BFBEB7}"/>
                </a:ext>
              </a:extLst>
            </p:cNvPr>
            <p:cNvSpPr txBox="1">
              <a:spLocks noChangeArrowheads="1"/>
            </p:cNvSpPr>
            <p:nvPr/>
          </p:nvSpPr>
          <p:spPr bwMode="auto">
            <a:xfrm>
              <a:off x="1800499" y="2850865"/>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grpSp>
          <p:nvGrpSpPr>
            <p:cNvPr id="98" name="组合 29">
              <a:extLst>
                <a:ext uri="{FF2B5EF4-FFF2-40B4-BE49-F238E27FC236}">
                  <a16:creationId xmlns:a16="http://schemas.microsoft.com/office/drawing/2014/main" id="{B2AF7D85-7C51-1BA8-2525-39F668816ADD}"/>
                </a:ext>
              </a:extLst>
            </p:cNvPr>
            <p:cNvGrpSpPr>
              <a:grpSpLocks/>
            </p:cNvGrpSpPr>
            <p:nvPr/>
          </p:nvGrpSpPr>
          <p:grpSpPr bwMode="auto">
            <a:xfrm>
              <a:off x="728739" y="2418900"/>
              <a:ext cx="530426" cy="289671"/>
              <a:chOff x="4253264" y="3384673"/>
              <a:chExt cx="701744" cy="373591"/>
            </a:xfrm>
          </p:grpSpPr>
          <p:sp>
            <p:nvSpPr>
              <p:cNvPr id="117" name="矩形: 圆角 116">
                <a:extLst>
                  <a:ext uri="{FF2B5EF4-FFF2-40B4-BE49-F238E27FC236}">
                    <a16:creationId xmlns:a16="http://schemas.microsoft.com/office/drawing/2014/main" id="{0108632D-38CD-10AC-6745-3E4A31F40F95}"/>
                  </a:ext>
                </a:extLst>
              </p:cNvPr>
              <p:cNvSpPr/>
              <p:nvPr/>
            </p:nvSpPr>
            <p:spPr bwMode="auto">
              <a:xfrm>
                <a:off x="4253264" y="3429970"/>
                <a:ext cx="618600"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8" name="文本框 28">
                <a:extLst>
                  <a:ext uri="{FF2B5EF4-FFF2-40B4-BE49-F238E27FC236}">
                    <a16:creationId xmlns:a16="http://schemas.microsoft.com/office/drawing/2014/main" id="{8402F325-D338-E659-EFB0-AE0607CA25A1}"/>
                  </a:ext>
                </a:extLst>
              </p:cNvPr>
              <p:cNvSpPr txBox="1">
                <a:spLocks noChangeArrowheads="1"/>
              </p:cNvSpPr>
              <p:nvPr/>
            </p:nvSpPr>
            <p:spPr bwMode="auto">
              <a:xfrm>
                <a:off x="4268386" y="3384673"/>
                <a:ext cx="686622"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dirty="0">
                    <a:ea typeface="微软雅黑" panose="020B0503020204020204" pitchFamily="34" charset="-122"/>
                  </a:rPr>
                  <a:t>上游</a:t>
                </a:r>
              </a:p>
            </p:txBody>
          </p:sp>
        </p:grpSp>
        <p:grpSp>
          <p:nvGrpSpPr>
            <p:cNvPr id="99" name="组合 31">
              <a:extLst>
                <a:ext uri="{FF2B5EF4-FFF2-40B4-BE49-F238E27FC236}">
                  <a16:creationId xmlns:a16="http://schemas.microsoft.com/office/drawing/2014/main" id="{0E5724EF-E1D7-9EEA-5792-D8B3F90029BA}"/>
                </a:ext>
              </a:extLst>
            </p:cNvPr>
            <p:cNvGrpSpPr>
              <a:grpSpLocks/>
            </p:cNvGrpSpPr>
            <p:nvPr/>
          </p:nvGrpSpPr>
          <p:grpSpPr bwMode="auto">
            <a:xfrm>
              <a:off x="7826362" y="2468814"/>
              <a:ext cx="518995" cy="289671"/>
              <a:chOff x="4253441" y="3397392"/>
              <a:chExt cx="688188" cy="373591"/>
            </a:xfrm>
          </p:grpSpPr>
          <p:sp>
            <p:nvSpPr>
              <p:cNvPr id="115" name="矩形: 圆角 114">
                <a:extLst>
                  <a:ext uri="{FF2B5EF4-FFF2-40B4-BE49-F238E27FC236}">
                    <a16:creationId xmlns:a16="http://schemas.microsoft.com/office/drawing/2014/main" id="{E201BE5E-6E33-CB20-E3D7-A3CFABE67208}"/>
                  </a:ext>
                </a:extLst>
              </p:cNvPr>
              <p:cNvSpPr/>
              <p:nvPr/>
            </p:nvSpPr>
            <p:spPr bwMode="auto">
              <a:xfrm>
                <a:off x="4253441" y="3429176"/>
                <a:ext cx="618423"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6" name="文本框 33">
                <a:extLst>
                  <a:ext uri="{FF2B5EF4-FFF2-40B4-BE49-F238E27FC236}">
                    <a16:creationId xmlns:a16="http://schemas.microsoft.com/office/drawing/2014/main" id="{E7B05EBF-3084-ED42-9672-D858C0982F31}"/>
                  </a:ext>
                </a:extLst>
              </p:cNvPr>
              <p:cNvSpPr txBox="1">
                <a:spLocks noChangeArrowheads="1"/>
              </p:cNvSpPr>
              <p:nvPr/>
            </p:nvSpPr>
            <p:spPr bwMode="auto">
              <a:xfrm>
                <a:off x="4253441" y="3397392"/>
                <a:ext cx="688188"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a:ea typeface="微软雅黑" panose="020B0503020204020204" pitchFamily="34" charset="-122"/>
                  </a:rPr>
                  <a:t>下游</a:t>
                </a:r>
              </a:p>
            </p:txBody>
          </p:sp>
        </p:grpSp>
        <p:sp>
          <p:nvSpPr>
            <p:cNvPr id="100" name="文本框 34">
              <a:extLst>
                <a:ext uri="{FF2B5EF4-FFF2-40B4-BE49-F238E27FC236}">
                  <a16:creationId xmlns:a16="http://schemas.microsoft.com/office/drawing/2014/main" id="{6AF9C6CE-E33E-0D6A-D329-31B994709358}"/>
                </a:ext>
              </a:extLst>
            </p:cNvPr>
            <p:cNvSpPr txBox="1">
              <a:spLocks noChangeArrowheads="1"/>
            </p:cNvSpPr>
            <p:nvPr/>
          </p:nvSpPr>
          <p:spPr bwMode="auto">
            <a:xfrm>
              <a:off x="1243076" y="1026887"/>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1" name="文本框 35">
              <a:extLst>
                <a:ext uri="{FF2B5EF4-FFF2-40B4-BE49-F238E27FC236}">
                  <a16:creationId xmlns:a16="http://schemas.microsoft.com/office/drawing/2014/main" id="{4D35B8B5-D4C3-D4E4-AC13-FF15440D92B9}"/>
                </a:ext>
              </a:extLst>
            </p:cNvPr>
            <p:cNvSpPr txBox="1">
              <a:spLocks noChangeArrowheads="1"/>
            </p:cNvSpPr>
            <p:nvPr/>
          </p:nvSpPr>
          <p:spPr bwMode="auto">
            <a:xfrm>
              <a:off x="3799180" y="992379"/>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2" name="文本框 36">
              <a:extLst>
                <a:ext uri="{FF2B5EF4-FFF2-40B4-BE49-F238E27FC236}">
                  <a16:creationId xmlns:a16="http://schemas.microsoft.com/office/drawing/2014/main" id="{BD72592E-57E0-7BDB-901A-1EEF4148AD93}"/>
                </a:ext>
              </a:extLst>
            </p:cNvPr>
            <p:cNvSpPr txBox="1">
              <a:spLocks noChangeArrowheads="1"/>
            </p:cNvSpPr>
            <p:nvPr/>
          </p:nvSpPr>
          <p:spPr bwMode="auto">
            <a:xfrm>
              <a:off x="6137080" y="1001006"/>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cxnSp>
          <p:nvCxnSpPr>
            <p:cNvPr id="103" name="直接箭头连接符 2">
              <a:extLst>
                <a:ext uri="{FF2B5EF4-FFF2-40B4-BE49-F238E27FC236}">
                  <a16:creationId xmlns:a16="http://schemas.microsoft.com/office/drawing/2014/main" id="{41C9CF06-DB76-B823-5CAB-0027634CEE2E}"/>
                </a:ext>
              </a:extLst>
            </p:cNvPr>
            <p:cNvCxnSpPr>
              <a:cxnSpLocks/>
            </p:cNvCxnSpPr>
            <p:nvPr/>
          </p:nvCxnSpPr>
          <p:spPr bwMode="auto">
            <a:xfrm>
              <a:off x="1609946" y="4525720"/>
              <a:ext cx="5941864" cy="0"/>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104" name="Text Box 355">
              <a:extLst>
                <a:ext uri="{FF2B5EF4-FFF2-40B4-BE49-F238E27FC236}">
                  <a16:creationId xmlns:a16="http://schemas.microsoft.com/office/drawing/2014/main" id="{9E228404-EA26-6EDE-1DD1-CEDDAF602CDD}"/>
                </a:ext>
              </a:extLst>
            </p:cNvPr>
            <p:cNvSpPr txBox="1">
              <a:spLocks noChangeArrowheads="1"/>
            </p:cNvSpPr>
            <p:nvPr/>
          </p:nvSpPr>
          <p:spPr bwMode="auto">
            <a:xfrm>
              <a:off x="4040162" y="4391388"/>
              <a:ext cx="875985" cy="289672"/>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a:t>
              </a:r>
            </a:p>
          </p:txBody>
        </p:sp>
        <p:sp>
          <p:nvSpPr>
            <p:cNvPr id="105" name="AutoShape 354">
              <a:extLst>
                <a:ext uri="{FF2B5EF4-FFF2-40B4-BE49-F238E27FC236}">
                  <a16:creationId xmlns:a16="http://schemas.microsoft.com/office/drawing/2014/main" id="{81610756-35D2-F7FB-A3F4-DAD9BD7279C8}"/>
                </a:ext>
              </a:extLst>
            </p:cNvPr>
            <p:cNvSpPr>
              <a:spLocks noChangeArrowheads="1"/>
            </p:cNvSpPr>
            <p:nvPr/>
          </p:nvSpPr>
          <p:spPr bwMode="auto">
            <a:xfrm>
              <a:off x="3234487" y="3023403"/>
              <a:ext cx="890800" cy="262505"/>
            </a:xfrm>
            <a:prstGeom prst="wedgeRoundRectCallout">
              <a:avLst>
                <a:gd name="adj1" fmla="val 73259"/>
                <a:gd name="adj2" fmla="val -122694"/>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106" name="Text Box 355">
              <a:extLst>
                <a:ext uri="{FF2B5EF4-FFF2-40B4-BE49-F238E27FC236}">
                  <a16:creationId xmlns:a16="http://schemas.microsoft.com/office/drawing/2014/main" id="{794FAF96-2E6A-878A-7A41-3FE42B7C13C3}"/>
                </a:ext>
              </a:extLst>
            </p:cNvPr>
            <p:cNvSpPr txBox="1">
              <a:spLocks noChangeArrowheads="1"/>
            </p:cNvSpPr>
            <p:nvPr/>
          </p:nvSpPr>
          <p:spPr bwMode="auto">
            <a:xfrm>
              <a:off x="3170517" y="3041889"/>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 </a:t>
              </a:r>
              <a:r>
                <a:rPr lang="zh-CN" altLang="en-US" sz="1000" b="1">
                  <a:ea typeface="微软雅黑" panose="020B0503020204020204" pitchFamily="34" charset="-122"/>
                </a:rPr>
                <a:t>标签交换</a:t>
              </a:r>
            </a:p>
          </p:txBody>
        </p:sp>
        <p:sp>
          <p:nvSpPr>
            <p:cNvPr id="108" name="Text Box 358">
              <a:extLst>
                <a:ext uri="{FF2B5EF4-FFF2-40B4-BE49-F238E27FC236}">
                  <a16:creationId xmlns:a16="http://schemas.microsoft.com/office/drawing/2014/main" id="{DFAAE5DD-7931-9975-D748-A9792F79BC4B}"/>
                </a:ext>
              </a:extLst>
            </p:cNvPr>
            <p:cNvSpPr txBox="1">
              <a:spLocks noChangeArrowheads="1"/>
            </p:cNvSpPr>
            <p:nvPr/>
          </p:nvSpPr>
          <p:spPr bwMode="auto">
            <a:xfrm>
              <a:off x="627262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09" name="Text Box 358">
              <a:extLst>
                <a:ext uri="{FF2B5EF4-FFF2-40B4-BE49-F238E27FC236}">
                  <a16:creationId xmlns:a16="http://schemas.microsoft.com/office/drawing/2014/main" id="{9A782B55-D72C-9A0B-258D-7F488666DB6A}"/>
                </a:ext>
              </a:extLst>
            </p:cNvPr>
            <p:cNvSpPr txBox="1">
              <a:spLocks noChangeArrowheads="1"/>
            </p:cNvSpPr>
            <p:nvPr/>
          </p:nvSpPr>
          <p:spPr bwMode="auto">
            <a:xfrm>
              <a:off x="666347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110" name="Text Box 358">
              <a:extLst>
                <a:ext uri="{FF2B5EF4-FFF2-40B4-BE49-F238E27FC236}">
                  <a16:creationId xmlns:a16="http://schemas.microsoft.com/office/drawing/2014/main" id="{62BAB75B-9C3A-7FB8-932B-64F8478D7AD8}"/>
                </a:ext>
              </a:extLst>
            </p:cNvPr>
            <p:cNvSpPr txBox="1">
              <a:spLocks noChangeArrowheads="1"/>
            </p:cNvSpPr>
            <p:nvPr/>
          </p:nvSpPr>
          <p:spPr bwMode="auto">
            <a:xfrm>
              <a:off x="7003972" y="3846658"/>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12" name="Text Box 353">
              <a:extLst>
                <a:ext uri="{FF2B5EF4-FFF2-40B4-BE49-F238E27FC236}">
                  <a16:creationId xmlns:a16="http://schemas.microsoft.com/office/drawing/2014/main" id="{0D1F6BF7-B921-D874-642B-3172EAB6AAA6}"/>
                </a:ext>
              </a:extLst>
            </p:cNvPr>
            <p:cNvSpPr txBox="1">
              <a:spLocks noChangeArrowheads="1"/>
            </p:cNvSpPr>
            <p:nvPr/>
          </p:nvSpPr>
          <p:spPr bwMode="auto">
            <a:xfrm>
              <a:off x="7101774" y="4153529"/>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113" name="Text Box 355">
              <a:extLst>
                <a:ext uri="{FF2B5EF4-FFF2-40B4-BE49-F238E27FC236}">
                  <a16:creationId xmlns:a16="http://schemas.microsoft.com/office/drawing/2014/main" id="{1F37ED89-1485-9F13-2C2A-0B85D1C320A2}"/>
                </a:ext>
              </a:extLst>
            </p:cNvPr>
            <p:cNvSpPr txBox="1">
              <a:spLocks noChangeArrowheads="1"/>
            </p:cNvSpPr>
            <p:nvPr/>
          </p:nvSpPr>
          <p:spPr bwMode="auto">
            <a:xfrm>
              <a:off x="1138336" y="3738205"/>
              <a:ext cx="2502883" cy="28967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域包含了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1</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2</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3</a:t>
              </a:r>
              <a:r>
                <a:rPr lang="en-US" altLang="zh-CN" sz="1000" b="1" dirty="0">
                  <a:ea typeface="微软雅黑" panose="020B0503020204020204" pitchFamily="34" charset="-122"/>
                </a:rPr>
                <a:t> </a:t>
              </a:r>
              <a:r>
                <a:rPr lang="zh-CN" altLang="en-US" sz="1000" b="1" dirty="0">
                  <a:ea typeface="微软雅黑" panose="020B0503020204020204" pitchFamily="34" charset="-122"/>
                </a:rPr>
                <a:t>和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4</a:t>
              </a:r>
              <a:r>
                <a:rPr lang="zh-CN" altLang="en-US" sz="1000" b="1" dirty="0">
                  <a:ea typeface="微软雅黑" panose="020B0503020204020204" pitchFamily="34" charset="-122"/>
                </a:rPr>
                <a:t>。</a:t>
              </a:r>
            </a:p>
          </p:txBody>
        </p:sp>
        <p:sp>
          <p:nvSpPr>
            <p:cNvPr id="114" name="文本框 35">
              <a:extLst>
                <a:ext uri="{FF2B5EF4-FFF2-40B4-BE49-F238E27FC236}">
                  <a16:creationId xmlns:a16="http://schemas.microsoft.com/office/drawing/2014/main" id="{44392E09-8631-D746-7310-6746D419FAE5}"/>
                </a:ext>
              </a:extLst>
            </p:cNvPr>
            <p:cNvSpPr txBox="1">
              <a:spLocks noChangeArrowheads="1"/>
            </p:cNvSpPr>
            <p:nvPr/>
          </p:nvSpPr>
          <p:spPr bwMode="auto">
            <a:xfrm>
              <a:off x="6249779" y="3613731"/>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grpSp>
      <p:sp>
        <p:nvSpPr>
          <p:cNvPr id="7" name="矩形 6">
            <a:extLst>
              <a:ext uri="{FF2B5EF4-FFF2-40B4-BE49-F238E27FC236}">
                <a16:creationId xmlns:a16="http://schemas.microsoft.com/office/drawing/2014/main" id="{E1561049-9E2F-D1D0-9067-5BD2ED6B78AB}"/>
              </a:ext>
            </a:extLst>
          </p:cNvPr>
          <p:cNvSpPr/>
          <p:nvPr/>
        </p:nvSpPr>
        <p:spPr>
          <a:xfrm>
            <a:off x="645539" y="3767328"/>
            <a:ext cx="8021370" cy="702244"/>
          </a:xfrm>
          <a:prstGeom prst="rect">
            <a:avLst/>
          </a:prstGeom>
        </p:spPr>
        <p:txBody>
          <a:bodyPr wrap="square">
            <a:spAutoFit/>
          </a:bodyPr>
          <a:lstStyle/>
          <a:p>
            <a:pPr>
              <a:lnSpc>
                <a:spcPts val="2500"/>
              </a:lnSpc>
            </a:pP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2</a:t>
            </a:r>
            <a:r>
              <a:rPr lang="zh-CN" altLang="en-US" sz="1600" b="1" dirty="0">
                <a:latin typeface="微软雅黑" panose="020B0503020204020204" pitchFamily="34" charset="-122"/>
                <a:ea typeface="微软雅黑" panose="020B0503020204020204" pitchFamily="34" charset="-122"/>
              </a:rPr>
              <a:t>收到入标签</a:t>
            </a:r>
            <a:r>
              <a:rPr lang="en-US" altLang="zh-CN" sz="1600" b="1" dirty="0">
                <a:latin typeface="微软雅黑" panose="020B0503020204020204" pitchFamily="34" charset="-122"/>
                <a:ea typeface="微软雅黑" panose="020B0503020204020204" pitchFamily="34" charset="-122"/>
              </a:rPr>
              <a:t>81</a:t>
            </a:r>
            <a:r>
              <a:rPr lang="zh-CN" altLang="en-US" sz="1600" b="1" dirty="0">
                <a:latin typeface="微软雅黑" panose="020B0503020204020204" pitchFamily="34" charset="-122"/>
                <a:ea typeface="微软雅黑" panose="020B0503020204020204" pitchFamily="34" charset="-122"/>
              </a:rPr>
              <a:t>后，置换为出标签</a:t>
            </a:r>
            <a:r>
              <a:rPr lang="en-US" altLang="zh-CN" sz="1600" b="1" dirty="0">
                <a:latin typeface="微软雅黑" panose="020B0503020204020204" pitchFamily="34" charset="-122"/>
                <a:ea typeface="微软雅黑" panose="020B0503020204020204" pitchFamily="34" charset="-122"/>
              </a:rPr>
              <a:t>80</a:t>
            </a:r>
            <a:r>
              <a:rPr lang="zh-CN" altLang="en-US" sz="1600" b="1" dirty="0">
                <a:latin typeface="微软雅黑" panose="020B0503020204020204" pitchFamily="34" charset="-122"/>
                <a:ea typeface="微软雅黑" panose="020B0503020204020204" pitchFamily="34" charset="-122"/>
              </a:rPr>
              <a:t>（但不检查网络前缀）。然后从接口</a:t>
            </a:r>
            <a:r>
              <a:rPr lang="en-US" altLang="zh-CN" sz="1600" b="1" dirty="0">
                <a:latin typeface="微软雅黑" panose="020B0503020204020204" pitchFamily="34" charset="-122"/>
                <a:ea typeface="微软雅黑" panose="020B0503020204020204" pitchFamily="34" charset="-122"/>
              </a:rPr>
              <a:t>0</a:t>
            </a:r>
            <a:r>
              <a:rPr lang="zh-CN" altLang="en-US" sz="1600" b="1" dirty="0">
                <a:latin typeface="微软雅黑" panose="020B0503020204020204" pitchFamily="34" charset="-122"/>
                <a:ea typeface="微软雅黑" panose="020B0503020204020204" pitchFamily="34" charset="-122"/>
              </a:rPr>
              <a:t>转发给</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3</a:t>
            </a:r>
            <a:r>
              <a:rPr lang="zh-CN" altLang="en-US" sz="1600" b="1" dirty="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R</a:t>
            </a:r>
            <a:r>
              <a:rPr lang="en-US" altLang="zh-CN" sz="1600" b="1" baseline="-25000" dirty="0">
                <a:latin typeface="微软雅黑" panose="020B0503020204020204" pitchFamily="34" charset="-122"/>
                <a:ea typeface="微软雅黑" panose="020B0503020204020204" pitchFamily="34" charset="-122"/>
              </a:rPr>
              <a:t>3</a:t>
            </a:r>
            <a:r>
              <a:rPr lang="zh-CN" altLang="en-US" sz="1600" b="1" dirty="0">
                <a:latin typeface="微软雅黑" panose="020B0503020204020204" pitchFamily="34" charset="-122"/>
                <a:ea typeface="微软雅黑" panose="020B0503020204020204" pitchFamily="34" charset="-122"/>
              </a:rPr>
              <a:t>查找标签转发表后，把入标签</a:t>
            </a:r>
            <a:r>
              <a:rPr lang="en-US" altLang="zh-CN" sz="1600" b="1" dirty="0">
                <a:latin typeface="微软雅黑" panose="020B0503020204020204" pitchFamily="34" charset="-122"/>
                <a:ea typeface="微软雅黑" panose="020B0503020204020204" pitchFamily="34" charset="-122"/>
              </a:rPr>
              <a:t>80</a:t>
            </a:r>
            <a:r>
              <a:rPr lang="zh-CN" altLang="en-US" sz="1600" b="1" dirty="0">
                <a:latin typeface="微软雅黑" panose="020B0503020204020204" pitchFamily="34" charset="-122"/>
                <a:ea typeface="微软雅黑" panose="020B0503020204020204" pitchFamily="34" charset="-122"/>
              </a:rPr>
              <a:t>弹出。于是</a:t>
            </a:r>
            <a:r>
              <a:rPr lang="en-US" altLang="zh-CN" sz="1600" b="1" dirty="0">
                <a:latin typeface="微软雅黑" panose="020B0503020204020204" pitchFamily="34" charset="-122"/>
                <a:ea typeface="微软雅黑" panose="020B0503020204020204" pitchFamily="34" charset="-122"/>
              </a:rPr>
              <a:t>MPLS</a:t>
            </a:r>
            <a:r>
              <a:rPr lang="zh-CN" altLang="en-US" sz="1600" b="1" dirty="0">
                <a:latin typeface="微软雅黑" panose="020B0503020204020204" pitchFamily="34" charset="-122"/>
                <a:ea typeface="微软雅黑" panose="020B0503020204020204" pitchFamily="34" charset="-122"/>
              </a:rPr>
              <a:t>分组又变回为</a:t>
            </a:r>
            <a:r>
              <a:rPr lang="en-US" altLang="zh-CN" sz="1600" b="1" dirty="0">
                <a:latin typeface="微软雅黑" panose="020B0503020204020204" pitchFamily="34" charset="-122"/>
                <a:ea typeface="微软雅黑" panose="020B0503020204020204" pitchFamily="34" charset="-122"/>
              </a:rPr>
              <a:t>IP</a:t>
            </a:r>
            <a:r>
              <a:rPr lang="zh-CN" altLang="en-US" sz="1600" b="1" dirty="0">
                <a:latin typeface="微软雅黑" panose="020B0503020204020204" pitchFamily="34" charset="-122"/>
                <a:ea typeface="微软雅黑" panose="020B0503020204020204" pitchFamily="34" charset="-122"/>
              </a:rPr>
              <a:t>分组。</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854619756"/>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0F033B-43AB-E595-BC72-9363AB777FD7}"/>
            </a:ext>
          </a:extLst>
        </p:cNvPr>
        <p:cNvGrpSpPr/>
        <p:nvPr/>
      </p:nvGrpSpPr>
      <p:grpSpPr>
        <a:xfrm>
          <a:off x="0" y="0"/>
          <a:ext cx="0" cy="0"/>
          <a:chOff x="0" y="0"/>
          <a:chExt cx="0" cy="0"/>
        </a:xfrm>
      </p:grpSpPr>
      <p:sp>
        <p:nvSpPr>
          <p:cNvPr id="2" name="圆角矩形 1">
            <a:extLst>
              <a:ext uri="{FF2B5EF4-FFF2-40B4-BE49-F238E27FC236}">
                <a16:creationId xmlns:a16="http://schemas.microsoft.com/office/drawing/2014/main" id="{DF358CE9-5D40-726F-8B0F-D53E527E2C8E}"/>
              </a:ext>
            </a:extLst>
          </p:cNvPr>
          <p:cNvSpPr/>
          <p:nvPr/>
        </p:nvSpPr>
        <p:spPr>
          <a:xfrm>
            <a:off x="545144" y="582235"/>
            <a:ext cx="8053712" cy="318509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107" name="文本框 3344">
            <a:extLst>
              <a:ext uri="{FF2B5EF4-FFF2-40B4-BE49-F238E27FC236}">
                <a16:creationId xmlns:a16="http://schemas.microsoft.com/office/drawing/2014/main" id="{F6473028-CBDA-0E06-B496-777F18CFDAA5}"/>
              </a:ext>
            </a:extLst>
          </p:cNvPr>
          <p:cNvSpPr txBox="1">
            <a:spLocks noChangeArrowheads="1"/>
          </p:cNvSpPr>
          <p:nvPr/>
        </p:nvSpPr>
        <p:spPr bwMode="auto">
          <a:xfrm>
            <a:off x="6390054" y="4416035"/>
            <a:ext cx="216703" cy="2986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400" b="1">
                <a:ea typeface="微软雅黑" panose="020B0503020204020204" pitchFamily="34" charset="-122"/>
                <a:sym typeface="Symbol" panose="05050102010706020507" pitchFamily="18" charset="2"/>
              </a:rPr>
              <a:t> </a:t>
            </a:r>
            <a:endParaRPr lang="zh-CN" altLang="en-US" sz="1400" b="1">
              <a:ea typeface="微软雅黑" panose="020B0503020204020204" pitchFamily="34" charset="-122"/>
            </a:endParaRPr>
          </a:p>
        </p:txBody>
      </p:sp>
      <p:grpSp>
        <p:nvGrpSpPr>
          <p:cNvPr id="3" name="组合 2">
            <a:extLst>
              <a:ext uri="{FF2B5EF4-FFF2-40B4-BE49-F238E27FC236}">
                <a16:creationId xmlns:a16="http://schemas.microsoft.com/office/drawing/2014/main" id="{094EFFCC-9AB2-9F9C-EAF8-3952E3A4B28B}"/>
              </a:ext>
            </a:extLst>
          </p:cNvPr>
          <p:cNvGrpSpPr/>
          <p:nvPr/>
        </p:nvGrpSpPr>
        <p:grpSpPr>
          <a:xfrm>
            <a:off x="1101908" y="580438"/>
            <a:ext cx="6726624" cy="3135379"/>
            <a:chOff x="621252" y="992379"/>
            <a:chExt cx="7913675" cy="3688681"/>
          </a:xfrm>
        </p:grpSpPr>
        <p:sp>
          <p:nvSpPr>
            <p:cNvPr id="57" name="矩形 3302">
              <a:extLst>
                <a:ext uri="{FF2B5EF4-FFF2-40B4-BE49-F238E27FC236}">
                  <a16:creationId xmlns:a16="http://schemas.microsoft.com/office/drawing/2014/main" id="{72411820-317B-332A-DE94-E5D6CC2942C7}"/>
                </a:ext>
              </a:extLst>
            </p:cNvPr>
            <p:cNvSpPr>
              <a:spLocks noChangeArrowheads="1"/>
            </p:cNvSpPr>
            <p:nvPr/>
          </p:nvSpPr>
          <p:spPr bwMode="auto">
            <a:xfrm>
              <a:off x="3871115" y="1240095"/>
              <a:ext cx="1129386"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9" name="矩形 3283">
              <a:extLst>
                <a:ext uri="{FF2B5EF4-FFF2-40B4-BE49-F238E27FC236}">
                  <a16:creationId xmlns:a16="http://schemas.microsoft.com/office/drawing/2014/main" id="{F5D8DA6B-34E1-E04A-3861-9BF566362655}"/>
                </a:ext>
              </a:extLst>
            </p:cNvPr>
            <p:cNvSpPr>
              <a:spLocks noChangeArrowheads="1"/>
            </p:cNvSpPr>
            <p:nvPr/>
          </p:nvSpPr>
          <p:spPr bwMode="auto">
            <a:xfrm>
              <a:off x="6231795" y="1240095"/>
              <a:ext cx="1100612"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111" name="矩形 3283">
              <a:extLst>
                <a:ext uri="{FF2B5EF4-FFF2-40B4-BE49-F238E27FC236}">
                  <a16:creationId xmlns:a16="http://schemas.microsoft.com/office/drawing/2014/main" id="{15B869CD-9B7F-0D37-C310-675FA96E0942}"/>
                </a:ext>
              </a:extLst>
            </p:cNvPr>
            <p:cNvSpPr>
              <a:spLocks noChangeArrowheads="1"/>
            </p:cNvSpPr>
            <p:nvPr/>
          </p:nvSpPr>
          <p:spPr bwMode="auto">
            <a:xfrm>
              <a:off x="6346892" y="3844193"/>
              <a:ext cx="1100612" cy="61127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68" name="矩形 3318">
              <a:extLst>
                <a:ext uri="{FF2B5EF4-FFF2-40B4-BE49-F238E27FC236}">
                  <a16:creationId xmlns:a16="http://schemas.microsoft.com/office/drawing/2014/main" id="{8ED1990F-54AD-65AB-44B4-2B314D0AC230}"/>
                </a:ext>
              </a:extLst>
            </p:cNvPr>
            <p:cNvSpPr>
              <a:spLocks noChangeArrowheads="1"/>
            </p:cNvSpPr>
            <p:nvPr/>
          </p:nvSpPr>
          <p:spPr bwMode="auto">
            <a:xfrm>
              <a:off x="1340188" y="1267208"/>
              <a:ext cx="1081429" cy="804769"/>
            </a:xfrm>
            <a:prstGeom prst="rect">
              <a:avLst/>
            </a:prstGeom>
            <a:solidFill>
              <a:schemeClr val="bg1"/>
            </a:solidFill>
            <a:ln w="19050" algn="ctr">
              <a:solidFill>
                <a:schemeClr val="tx1"/>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4" name="矩形 2">
              <a:extLst>
                <a:ext uri="{FF2B5EF4-FFF2-40B4-BE49-F238E27FC236}">
                  <a16:creationId xmlns:a16="http://schemas.microsoft.com/office/drawing/2014/main" id="{A77FADC9-F5A6-ACAC-111B-73B609468A9D}"/>
                </a:ext>
              </a:extLst>
            </p:cNvPr>
            <p:cNvSpPr>
              <a:spLocks noChangeArrowheads="1"/>
            </p:cNvSpPr>
            <p:nvPr/>
          </p:nvSpPr>
          <p:spPr bwMode="auto">
            <a:xfrm>
              <a:off x="1133973" y="3735741"/>
              <a:ext cx="2500954" cy="283456"/>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en-US" sz="1200" b="1">
                <a:ea typeface="微软雅黑" panose="020B0503020204020204" pitchFamily="34" charset="-122"/>
              </a:endParaRPr>
            </a:p>
          </p:txBody>
        </p:sp>
        <p:sp>
          <p:nvSpPr>
            <p:cNvPr id="5" name="任意多边形: 形状 4">
              <a:extLst>
                <a:ext uri="{FF2B5EF4-FFF2-40B4-BE49-F238E27FC236}">
                  <a16:creationId xmlns:a16="http://schemas.microsoft.com/office/drawing/2014/main" id="{E448F358-E696-DD4C-5085-840AF4064EC9}"/>
                </a:ext>
              </a:extLst>
            </p:cNvPr>
            <p:cNvSpPr/>
            <p:nvPr/>
          </p:nvSpPr>
          <p:spPr bwMode="auto">
            <a:xfrm>
              <a:off x="6356483" y="3520068"/>
              <a:ext cx="1092219" cy="307288"/>
            </a:xfrm>
            <a:custGeom>
              <a:avLst/>
              <a:gdLst>
                <a:gd name="connsiteX0" fmla="*/ 645459 w 1446306"/>
                <a:gd name="connsiteY0" fmla="*/ 0 h 256988"/>
                <a:gd name="connsiteX1" fmla="*/ 0 w 1446306"/>
                <a:gd name="connsiteY1" fmla="*/ 256988 h 256988"/>
                <a:gd name="connsiteX2" fmla="*/ 1446306 w 1446306"/>
                <a:gd name="connsiteY2" fmla="*/ 256988 h 256988"/>
                <a:gd name="connsiteX3" fmla="*/ 818777 w 1446306"/>
                <a:gd name="connsiteY3" fmla="*/ 11953 h 256988"/>
                <a:gd name="connsiteX4" fmla="*/ 645459 w 1446306"/>
                <a:gd name="connsiteY4" fmla="*/ 0 h 256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06" h="256988">
                  <a:moveTo>
                    <a:pt x="645459" y="0"/>
                  </a:moveTo>
                  <a:lnTo>
                    <a:pt x="0" y="256988"/>
                  </a:lnTo>
                  <a:lnTo>
                    <a:pt x="1446306" y="256988"/>
                  </a:lnTo>
                  <a:lnTo>
                    <a:pt x="818777" y="11953"/>
                  </a:lnTo>
                  <a:lnTo>
                    <a:pt x="645459" y="0"/>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5400000" scaled="0"/>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6" name="Text Box 358">
              <a:extLst>
                <a:ext uri="{FF2B5EF4-FFF2-40B4-BE49-F238E27FC236}">
                  <a16:creationId xmlns:a16="http://schemas.microsoft.com/office/drawing/2014/main" id="{D564985C-016C-0E61-F251-6AEDD69E0B5E}"/>
                </a:ext>
              </a:extLst>
            </p:cNvPr>
            <p:cNvSpPr txBox="1">
              <a:spLocks noChangeArrowheads="1"/>
            </p:cNvSpPr>
            <p:nvPr/>
          </p:nvSpPr>
          <p:spPr bwMode="auto">
            <a:xfrm>
              <a:off x="6369288" y="4234869"/>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70       0 </a:t>
              </a:r>
              <a:endParaRPr lang="zh-CN" altLang="en-US" sz="1000" b="1">
                <a:ea typeface="微软雅黑" panose="020B0503020204020204" pitchFamily="34" charset="-122"/>
              </a:endParaRPr>
            </a:p>
          </p:txBody>
        </p:sp>
        <p:cxnSp>
          <p:nvCxnSpPr>
            <p:cNvPr id="10" name="直接连接符 3288">
              <a:extLst>
                <a:ext uri="{FF2B5EF4-FFF2-40B4-BE49-F238E27FC236}">
                  <a16:creationId xmlns:a16="http://schemas.microsoft.com/office/drawing/2014/main" id="{DABB547F-CAAC-22FD-4134-4E004CF42B0F}"/>
                </a:ext>
              </a:extLst>
            </p:cNvPr>
            <p:cNvCxnSpPr>
              <a:cxnSpLocks/>
            </p:cNvCxnSpPr>
            <p:nvPr/>
          </p:nvCxnSpPr>
          <p:spPr bwMode="auto">
            <a:xfrm>
              <a:off x="6728149" y="3858982"/>
              <a:ext cx="1199" cy="59156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1" name="直接连接符 3289">
              <a:extLst>
                <a:ext uri="{FF2B5EF4-FFF2-40B4-BE49-F238E27FC236}">
                  <a16:creationId xmlns:a16="http://schemas.microsoft.com/office/drawing/2014/main" id="{92846A81-B9BE-93C4-6089-787736349CB5}"/>
                </a:ext>
              </a:extLst>
            </p:cNvPr>
            <p:cNvCxnSpPr>
              <a:cxnSpLocks/>
            </p:cNvCxnSpPr>
            <p:nvPr/>
          </p:nvCxnSpPr>
          <p:spPr bwMode="auto">
            <a:xfrm flipH="1">
              <a:off x="7078235" y="3833101"/>
              <a:ext cx="4796" cy="61004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2" name="直接连接符 3285">
              <a:extLst>
                <a:ext uri="{FF2B5EF4-FFF2-40B4-BE49-F238E27FC236}">
                  <a16:creationId xmlns:a16="http://schemas.microsoft.com/office/drawing/2014/main" id="{16A5A3CA-F7C7-7B36-DC73-75E341A37DF3}"/>
                </a:ext>
              </a:extLst>
            </p:cNvPr>
            <p:cNvCxnSpPr>
              <a:cxnSpLocks/>
            </p:cNvCxnSpPr>
            <p:nvPr/>
          </p:nvCxnSpPr>
          <p:spPr bwMode="auto">
            <a:xfrm>
              <a:off x="6346892" y="4234869"/>
              <a:ext cx="1095816"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sp>
          <p:nvSpPr>
            <p:cNvPr id="13" name="Text Box 410">
              <a:extLst>
                <a:ext uri="{FF2B5EF4-FFF2-40B4-BE49-F238E27FC236}">
                  <a16:creationId xmlns:a16="http://schemas.microsoft.com/office/drawing/2014/main" id="{FC2D844A-2FEA-C78A-7A91-82C8632EE8C9}"/>
                </a:ext>
              </a:extLst>
            </p:cNvPr>
            <p:cNvSpPr txBox="1">
              <a:spLocks noChangeArrowheads="1"/>
            </p:cNvSpPr>
            <p:nvPr/>
          </p:nvSpPr>
          <p:spPr bwMode="auto">
            <a:xfrm>
              <a:off x="4458512" y="254029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14" name="文本框 3344">
              <a:extLst>
                <a:ext uri="{FF2B5EF4-FFF2-40B4-BE49-F238E27FC236}">
                  <a16:creationId xmlns:a16="http://schemas.microsoft.com/office/drawing/2014/main" id="{A9539DFE-9228-A042-F772-7AE21C14B164}"/>
                </a:ext>
              </a:extLst>
            </p:cNvPr>
            <p:cNvSpPr txBox="1">
              <a:spLocks noChangeArrowheads="1"/>
            </p:cNvSpPr>
            <p:nvPr/>
          </p:nvSpPr>
          <p:spPr bwMode="auto">
            <a:xfrm>
              <a:off x="6274957" y="1715808"/>
              <a:ext cx="4247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 </a:t>
              </a:r>
              <a:endParaRPr lang="zh-CN" altLang="en-US" sz="1100" b="1">
                <a:ea typeface="微软雅黑" panose="020B0503020204020204" pitchFamily="34" charset="-122"/>
              </a:endParaRPr>
            </a:p>
          </p:txBody>
        </p:sp>
        <p:sp>
          <p:nvSpPr>
            <p:cNvPr id="15" name="任意多边形: 形状 14">
              <a:extLst>
                <a:ext uri="{FF2B5EF4-FFF2-40B4-BE49-F238E27FC236}">
                  <a16:creationId xmlns:a16="http://schemas.microsoft.com/office/drawing/2014/main" id="{2EC3BE2E-BAE1-1BEB-19C4-1DC64DE30D6E}"/>
                </a:ext>
              </a:extLst>
            </p:cNvPr>
            <p:cNvSpPr/>
            <p:nvPr/>
          </p:nvSpPr>
          <p:spPr bwMode="auto">
            <a:xfrm>
              <a:off x="1335392" y="2087533"/>
              <a:ext cx="1086224" cy="539031"/>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cxnSp>
          <p:nvCxnSpPr>
            <p:cNvPr id="16" name="直接连接符 22">
              <a:extLst>
                <a:ext uri="{FF2B5EF4-FFF2-40B4-BE49-F238E27FC236}">
                  <a16:creationId xmlns:a16="http://schemas.microsoft.com/office/drawing/2014/main" id="{24BABF33-372A-5C85-B621-F995F77F48C9}"/>
                </a:ext>
              </a:extLst>
            </p:cNvPr>
            <p:cNvCxnSpPr>
              <a:cxnSpLocks/>
            </p:cNvCxnSpPr>
            <p:nvPr/>
          </p:nvCxnSpPr>
          <p:spPr bwMode="auto">
            <a:xfrm>
              <a:off x="1910876" y="2836076"/>
              <a:ext cx="149866" cy="109685"/>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sp>
          <p:nvSpPr>
            <p:cNvPr id="17" name="任意多边形: 形状 16">
              <a:extLst>
                <a:ext uri="{FF2B5EF4-FFF2-40B4-BE49-F238E27FC236}">
                  <a16:creationId xmlns:a16="http://schemas.microsoft.com/office/drawing/2014/main" id="{3EC29EC3-7799-5B52-6A9F-17F8AF97058C}"/>
                </a:ext>
              </a:extLst>
            </p:cNvPr>
            <p:cNvSpPr/>
            <p:nvPr/>
          </p:nvSpPr>
          <p:spPr bwMode="auto">
            <a:xfrm>
              <a:off x="6247381" y="2052258"/>
              <a:ext cx="1091020" cy="568144"/>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sp>
          <p:nvSpPr>
            <p:cNvPr id="18" name="Line 227">
              <a:extLst>
                <a:ext uri="{FF2B5EF4-FFF2-40B4-BE49-F238E27FC236}">
                  <a16:creationId xmlns:a16="http://schemas.microsoft.com/office/drawing/2014/main" id="{1F82A8E6-B1CD-514D-F617-37F0244CC65A}"/>
                </a:ext>
              </a:extLst>
            </p:cNvPr>
            <p:cNvSpPr>
              <a:spLocks noChangeShapeType="1"/>
            </p:cNvSpPr>
            <p:nvPr/>
          </p:nvSpPr>
          <p:spPr bwMode="auto">
            <a:xfrm>
              <a:off x="6807278" y="3406685"/>
              <a:ext cx="744532" cy="4313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19" name="Line 94">
              <a:extLst>
                <a:ext uri="{FF2B5EF4-FFF2-40B4-BE49-F238E27FC236}">
                  <a16:creationId xmlns:a16="http://schemas.microsoft.com/office/drawing/2014/main" id="{13E0B6A4-8815-D65C-166C-36F76360C303}"/>
                </a:ext>
              </a:extLst>
            </p:cNvPr>
            <p:cNvSpPr>
              <a:spLocks noChangeShapeType="1"/>
            </p:cNvSpPr>
            <p:nvPr/>
          </p:nvSpPr>
          <p:spPr bwMode="auto">
            <a:xfrm>
              <a:off x="4506545" y="2815124"/>
              <a:ext cx="2300733" cy="59156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0" name="Line 227">
              <a:extLst>
                <a:ext uri="{FF2B5EF4-FFF2-40B4-BE49-F238E27FC236}">
                  <a16:creationId xmlns:a16="http://schemas.microsoft.com/office/drawing/2014/main" id="{A5B8F0D2-B883-14B2-FFC5-D73C89F09FFC}"/>
                </a:ext>
              </a:extLst>
            </p:cNvPr>
            <p:cNvSpPr>
              <a:spLocks noChangeShapeType="1"/>
            </p:cNvSpPr>
            <p:nvPr/>
          </p:nvSpPr>
          <p:spPr bwMode="auto">
            <a:xfrm flipV="1">
              <a:off x="6790493" y="2741179"/>
              <a:ext cx="761317" cy="985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1" name="Line 89">
              <a:extLst>
                <a:ext uri="{FF2B5EF4-FFF2-40B4-BE49-F238E27FC236}">
                  <a16:creationId xmlns:a16="http://schemas.microsoft.com/office/drawing/2014/main" id="{0C3252B7-4B1A-119F-F5F0-92B249556AF1}"/>
                </a:ext>
              </a:extLst>
            </p:cNvPr>
            <p:cNvSpPr>
              <a:spLocks noChangeShapeType="1"/>
            </p:cNvSpPr>
            <p:nvPr/>
          </p:nvSpPr>
          <p:spPr bwMode="auto">
            <a:xfrm>
              <a:off x="1010485" y="2736250"/>
              <a:ext cx="7661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2" name="Line 94">
              <a:extLst>
                <a:ext uri="{FF2B5EF4-FFF2-40B4-BE49-F238E27FC236}">
                  <a16:creationId xmlns:a16="http://schemas.microsoft.com/office/drawing/2014/main" id="{164B8761-8B15-352D-B682-123343FFE2ED}"/>
                </a:ext>
              </a:extLst>
            </p:cNvPr>
            <p:cNvSpPr>
              <a:spLocks noChangeShapeType="1"/>
            </p:cNvSpPr>
            <p:nvPr/>
          </p:nvSpPr>
          <p:spPr bwMode="auto">
            <a:xfrm>
              <a:off x="4558098" y="2737482"/>
              <a:ext cx="2249180" cy="739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3" name="Line 98">
              <a:extLst>
                <a:ext uri="{FF2B5EF4-FFF2-40B4-BE49-F238E27FC236}">
                  <a16:creationId xmlns:a16="http://schemas.microsoft.com/office/drawing/2014/main" id="{102CF6F9-9381-39EA-8C72-84CBEE775874}"/>
                </a:ext>
              </a:extLst>
            </p:cNvPr>
            <p:cNvSpPr>
              <a:spLocks noChangeShapeType="1"/>
            </p:cNvSpPr>
            <p:nvPr/>
          </p:nvSpPr>
          <p:spPr bwMode="auto">
            <a:xfrm flipH="1">
              <a:off x="1958832" y="2741179"/>
              <a:ext cx="2355885" cy="1232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4" name="Line 345">
              <a:extLst>
                <a:ext uri="{FF2B5EF4-FFF2-40B4-BE49-F238E27FC236}">
                  <a16:creationId xmlns:a16="http://schemas.microsoft.com/office/drawing/2014/main" id="{FCF1B7C0-B046-C7FB-8E46-EC82289695E7}"/>
                </a:ext>
              </a:extLst>
            </p:cNvPr>
            <p:cNvSpPr>
              <a:spLocks noChangeShapeType="1"/>
            </p:cNvSpPr>
            <p:nvPr/>
          </p:nvSpPr>
          <p:spPr bwMode="auto">
            <a:xfrm flipV="1">
              <a:off x="1306618" y="2887837"/>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25" name="Text Box 350">
              <a:extLst>
                <a:ext uri="{FF2B5EF4-FFF2-40B4-BE49-F238E27FC236}">
                  <a16:creationId xmlns:a16="http://schemas.microsoft.com/office/drawing/2014/main" id="{7379DD47-F598-E25E-CC11-D0D6C58827BD}"/>
                </a:ext>
              </a:extLst>
            </p:cNvPr>
            <p:cNvSpPr txBox="1">
              <a:spLocks noChangeArrowheads="1"/>
            </p:cNvSpPr>
            <p:nvPr/>
          </p:nvSpPr>
          <p:spPr bwMode="auto">
            <a:xfrm>
              <a:off x="2877208" y="2067047"/>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26" name="AutoShape 354">
              <a:extLst>
                <a:ext uri="{FF2B5EF4-FFF2-40B4-BE49-F238E27FC236}">
                  <a16:creationId xmlns:a16="http://schemas.microsoft.com/office/drawing/2014/main" id="{CC47BB95-FDE0-BCE7-0A29-3D8C50270DF1}"/>
                </a:ext>
              </a:extLst>
            </p:cNvPr>
            <p:cNvSpPr>
              <a:spLocks noChangeArrowheads="1"/>
            </p:cNvSpPr>
            <p:nvPr/>
          </p:nvSpPr>
          <p:spPr bwMode="auto">
            <a:xfrm>
              <a:off x="1817359" y="3182385"/>
              <a:ext cx="890800" cy="262505"/>
            </a:xfrm>
            <a:prstGeom prst="wedgeRoundRectCallout">
              <a:avLst>
                <a:gd name="adj1" fmla="val 73259"/>
                <a:gd name="adj2" fmla="val -135176"/>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27" name="Text Box 355">
              <a:extLst>
                <a:ext uri="{FF2B5EF4-FFF2-40B4-BE49-F238E27FC236}">
                  <a16:creationId xmlns:a16="http://schemas.microsoft.com/office/drawing/2014/main" id="{5FAA78F3-F47C-197C-4BAA-0FAFEA0C7455}"/>
                </a:ext>
              </a:extLst>
            </p:cNvPr>
            <p:cNvSpPr txBox="1">
              <a:spLocks noChangeArrowheads="1"/>
            </p:cNvSpPr>
            <p:nvPr/>
          </p:nvSpPr>
          <p:spPr bwMode="auto">
            <a:xfrm>
              <a:off x="1753390" y="3200871"/>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 </a:t>
              </a:r>
              <a:r>
                <a:rPr lang="zh-CN" altLang="en-US" sz="1000" b="1">
                  <a:ea typeface="微软雅黑" panose="020B0503020204020204" pitchFamily="34" charset="-122"/>
                </a:rPr>
                <a:t>压入标签</a:t>
              </a:r>
            </a:p>
          </p:txBody>
        </p:sp>
        <p:sp>
          <p:nvSpPr>
            <p:cNvPr id="28" name="Text Box 370">
              <a:extLst>
                <a:ext uri="{FF2B5EF4-FFF2-40B4-BE49-F238E27FC236}">
                  <a16:creationId xmlns:a16="http://schemas.microsoft.com/office/drawing/2014/main" id="{32614B7A-D8A6-E78D-25F7-F0101F0F4FF9}"/>
                </a:ext>
              </a:extLst>
            </p:cNvPr>
            <p:cNvSpPr txBox="1">
              <a:spLocks noChangeArrowheads="1"/>
            </p:cNvSpPr>
            <p:nvPr/>
          </p:nvSpPr>
          <p:spPr bwMode="auto">
            <a:xfrm>
              <a:off x="1421169" y="2507020"/>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1</a:t>
              </a:r>
            </a:p>
          </p:txBody>
        </p:sp>
        <p:sp>
          <p:nvSpPr>
            <p:cNvPr id="29" name="Text Box 411">
              <a:extLst>
                <a:ext uri="{FF2B5EF4-FFF2-40B4-BE49-F238E27FC236}">
                  <a16:creationId xmlns:a16="http://schemas.microsoft.com/office/drawing/2014/main" id="{94DB4E13-7422-6FD0-7A86-61083DED738A}"/>
                </a:ext>
              </a:extLst>
            </p:cNvPr>
            <p:cNvSpPr txBox="1">
              <a:spLocks noChangeArrowheads="1"/>
            </p:cNvSpPr>
            <p:nvPr/>
          </p:nvSpPr>
          <p:spPr bwMode="auto">
            <a:xfrm>
              <a:off x="4451319" y="2818822"/>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sp>
          <p:nvSpPr>
            <p:cNvPr id="30" name="Rectangle 414">
              <a:extLst>
                <a:ext uri="{FF2B5EF4-FFF2-40B4-BE49-F238E27FC236}">
                  <a16:creationId xmlns:a16="http://schemas.microsoft.com/office/drawing/2014/main" id="{F63FB186-D893-815C-3D4E-010734561DD8}"/>
                </a:ext>
              </a:extLst>
            </p:cNvPr>
            <p:cNvSpPr>
              <a:spLocks noChangeArrowheads="1"/>
            </p:cNvSpPr>
            <p:nvPr/>
          </p:nvSpPr>
          <p:spPr bwMode="auto">
            <a:xfrm rot="10800000">
              <a:off x="2385649" y="2811427"/>
              <a:ext cx="451994"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31" name="Rectangle 415">
              <a:extLst>
                <a:ext uri="{FF2B5EF4-FFF2-40B4-BE49-F238E27FC236}">
                  <a16:creationId xmlns:a16="http://schemas.microsoft.com/office/drawing/2014/main" id="{E302D449-FEDA-8F2E-CC97-0740B25416DF}"/>
                </a:ext>
              </a:extLst>
            </p:cNvPr>
            <p:cNvSpPr>
              <a:spLocks noChangeArrowheads="1"/>
            </p:cNvSpPr>
            <p:nvPr/>
          </p:nvSpPr>
          <p:spPr bwMode="auto">
            <a:xfrm>
              <a:off x="2834046" y="2811427"/>
              <a:ext cx="153462"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81</a:t>
              </a:r>
            </a:p>
          </p:txBody>
        </p:sp>
        <p:sp>
          <p:nvSpPr>
            <p:cNvPr id="32" name="Line 420">
              <a:extLst>
                <a:ext uri="{FF2B5EF4-FFF2-40B4-BE49-F238E27FC236}">
                  <a16:creationId xmlns:a16="http://schemas.microsoft.com/office/drawing/2014/main" id="{67A0F081-EF17-9799-4944-360CF87E9AAA}"/>
                </a:ext>
              </a:extLst>
            </p:cNvPr>
            <p:cNvSpPr>
              <a:spLocks noChangeShapeType="1"/>
            </p:cNvSpPr>
            <p:nvPr/>
          </p:nvSpPr>
          <p:spPr bwMode="auto">
            <a:xfrm rot="17283846">
              <a:off x="4708858" y="2478189"/>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33" name="Text Box 370">
              <a:extLst>
                <a:ext uri="{FF2B5EF4-FFF2-40B4-BE49-F238E27FC236}">
                  <a16:creationId xmlns:a16="http://schemas.microsoft.com/office/drawing/2014/main" id="{90E570EA-7F9D-441A-68D2-0EE0469339D7}"/>
                </a:ext>
              </a:extLst>
            </p:cNvPr>
            <p:cNvSpPr txBox="1">
              <a:spLocks noChangeArrowheads="1"/>
            </p:cNvSpPr>
            <p:nvPr/>
          </p:nvSpPr>
          <p:spPr bwMode="auto">
            <a:xfrm>
              <a:off x="6482422" y="3119532"/>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4</a:t>
              </a:r>
            </a:p>
          </p:txBody>
        </p:sp>
        <p:sp>
          <p:nvSpPr>
            <p:cNvPr id="34" name="Text Box 370">
              <a:extLst>
                <a:ext uri="{FF2B5EF4-FFF2-40B4-BE49-F238E27FC236}">
                  <a16:creationId xmlns:a16="http://schemas.microsoft.com/office/drawing/2014/main" id="{EA26DB79-5A2F-3A68-1287-2BE5F6211FBF}"/>
                </a:ext>
              </a:extLst>
            </p:cNvPr>
            <p:cNvSpPr txBox="1">
              <a:spLocks noChangeArrowheads="1"/>
            </p:cNvSpPr>
            <p:nvPr/>
          </p:nvSpPr>
          <p:spPr bwMode="auto">
            <a:xfrm>
              <a:off x="6362531" y="2515647"/>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a:t>
              </a:r>
            </a:p>
          </p:txBody>
        </p:sp>
        <p:sp>
          <p:nvSpPr>
            <p:cNvPr id="35" name="Text Box 370">
              <a:extLst>
                <a:ext uri="{FF2B5EF4-FFF2-40B4-BE49-F238E27FC236}">
                  <a16:creationId xmlns:a16="http://schemas.microsoft.com/office/drawing/2014/main" id="{901BC3F8-C249-65BE-ABB7-18DB4F5F7770}"/>
                </a:ext>
              </a:extLst>
            </p:cNvPr>
            <p:cNvSpPr txBox="1">
              <a:spLocks noChangeArrowheads="1"/>
            </p:cNvSpPr>
            <p:nvPr/>
          </p:nvSpPr>
          <p:spPr bwMode="auto">
            <a:xfrm>
              <a:off x="3959290" y="2492231"/>
              <a:ext cx="3775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a:t>
              </a:r>
            </a:p>
          </p:txBody>
        </p:sp>
        <p:sp>
          <p:nvSpPr>
            <p:cNvPr id="36" name="Text Box 353">
              <a:extLst>
                <a:ext uri="{FF2B5EF4-FFF2-40B4-BE49-F238E27FC236}">
                  <a16:creationId xmlns:a16="http://schemas.microsoft.com/office/drawing/2014/main" id="{42793521-5758-0A08-4F0A-7AE42E34D696}"/>
                </a:ext>
              </a:extLst>
            </p:cNvPr>
            <p:cNvSpPr txBox="1">
              <a:spLocks noChangeArrowheads="1"/>
            </p:cNvSpPr>
            <p:nvPr/>
          </p:nvSpPr>
          <p:spPr bwMode="auto">
            <a:xfrm>
              <a:off x="621252" y="2930971"/>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grpSp>
          <p:nvGrpSpPr>
            <p:cNvPr id="37" name="组合 3255">
              <a:extLst>
                <a:ext uri="{FF2B5EF4-FFF2-40B4-BE49-F238E27FC236}">
                  <a16:creationId xmlns:a16="http://schemas.microsoft.com/office/drawing/2014/main" id="{0375C0A2-2000-16AA-BE52-58E8EF400E93}"/>
                </a:ext>
              </a:extLst>
            </p:cNvPr>
            <p:cNvGrpSpPr>
              <a:grpSpLocks/>
            </p:cNvGrpSpPr>
            <p:nvPr/>
          </p:nvGrpSpPr>
          <p:grpSpPr bwMode="auto">
            <a:xfrm>
              <a:off x="7545815" y="2592057"/>
              <a:ext cx="989112" cy="547193"/>
              <a:chOff x="9866202" y="1510266"/>
              <a:chExt cx="1309687" cy="703263"/>
            </a:xfrm>
          </p:grpSpPr>
          <p:pic>
            <p:nvPicPr>
              <p:cNvPr id="217" name="Picture 226">
                <a:extLst>
                  <a:ext uri="{FF2B5EF4-FFF2-40B4-BE49-F238E27FC236}">
                    <a16:creationId xmlns:a16="http://schemas.microsoft.com/office/drawing/2014/main" id="{70882D64-F26B-AB13-A1E5-24E322B8276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8" name="Text Box 353">
                <a:extLst>
                  <a:ext uri="{FF2B5EF4-FFF2-40B4-BE49-F238E27FC236}">
                    <a16:creationId xmlns:a16="http://schemas.microsoft.com/office/drawing/2014/main" id="{17B1AC30-96DF-E5DC-9DEB-869647075EA3}"/>
                  </a:ext>
                </a:extLst>
              </p:cNvPr>
              <p:cNvSpPr txBox="1">
                <a:spLocks noChangeArrowheads="1"/>
              </p:cNvSpPr>
              <p:nvPr/>
            </p:nvSpPr>
            <p:spPr bwMode="auto">
              <a:xfrm>
                <a:off x="10012484" y="1711881"/>
                <a:ext cx="1091736" cy="34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a:t>
                </a:r>
                <a:endParaRPr lang="zh-CN" altLang="en-US" sz="1000" b="1">
                  <a:ea typeface="微软雅黑" panose="020B0503020204020204" pitchFamily="34" charset="-122"/>
                </a:endParaRPr>
              </a:p>
            </p:txBody>
          </p:sp>
        </p:grpSp>
        <p:grpSp>
          <p:nvGrpSpPr>
            <p:cNvPr id="38" name="组合 3161">
              <a:extLst>
                <a:ext uri="{FF2B5EF4-FFF2-40B4-BE49-F238E27FC236}">
                  <a16:creationId xmlns:a16="http://schemas.microsoft.com/office/drawing/2014/main" id="{75D3670A-17A8-0B4E-86FE-4A3E8977DF97}"/>
                </a:ext>
              </a:extLst>
            </p:cNvPr>
            <p:cNvGrpSpPr>
              <a:grpSpLocks/>
            </p:cNvGrpSpPr>
            <p:nvPr/>
          </p:nvGrpSpPr>
          <p:grpSpPr bwMode="auto">
            <a:xfrm>
              <a:off x="6629838" y="2582198"/>
              <a:ext cx="302129" cy="361098"/>
              <a:chOff x="829150" y="1370013"/>
              <a:chExt cx="399575" cy="465137"/>
            </a:xfrm>
          </p:grpSpPr>
          <p:sp>
            <p:nvSpPr>
              <p:cNvPr id="187" name="AutoShape 86">
                <a:extLst>
                  <a:ext uri="{FF2B5EF4-FFF2-40B4-BE49-F238E27FC236}">
                    <a16:creationId xmlns:a16="http://schemas.microsoft.com/office/drawing/2014/main" id="{20CA2AF7-CCDD-3147-DD0A-6A2D4704B72A}"/>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88" name="Oval 88">
                <a:extLst>
                  <a:ext uri="{FF2B5EF4-FFF2-40B4-BE49-F238E27FC236}">
                    <a16:creationId xmlns:a16="http://schemas.microsoft.com/office/drawing/2014/main" id="{C061062B-F1D2-A8C5-02FE-5E3B3E42F63B}"/>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89" name="Rectangle 89">
                <a:extLst>
                  <a:ext uri="{FF2B5EF4-FFF2-40B4-BE49-F238E27FC236}">
                    <a16:creationId xmlns:a16="http://schemas.microsoft.com/office/drawing/2014/main" id="{73BC85D3-B27C-D706-C40B-D365B072D603}"/>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90" name="Oval 91">
                <a:extLst>
                  <a:ext uri="{FF2B5EF4-FFF2-40B4-BE49-F238E27FC236}">
                    <a16:creationId xmlns:a16="http://schemas.microsoft.com/office/drawing/2014/main" id="{F6F76A49-F693-3F81-AEFA-B3F90FC42E26}"/>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91" name="Group 110">
                <a:extLst>
                  <a:ext uri="{FF2B5EF4-FFF2-40B4-BE49-F238E27FC236}">
                    <a16:creationId xmlns:a16="http://schemas.microsoft.com/office/drawing/2014/main" id="{8BE80B05-4BB9-7AEC-2A57-D6B2D33D759F}"/>
                  </a:ext>
                </a:extLst>
              </p:cNvPr>
              <p:cNvGrpSpPr>
                <a:grpSpLocks/>
              </p:cNvGrpSpPr>
              <p:nvPr/>
            </p:nvGrpSpPr>
            <p:grpSpPr bwMode="auto">
              <a:xfrm>
                <a:off x="898525" y="1389063"/>
                <a:ext cx="268287" cy="112712"/>
                <a:chOff x="566" y="875"/>
                <a:chExt cx="169" cy="71"/>
              </a:xfrm>
            </p:grpSpPr>
            <p:grpSp>
              <p:nvGrpSpPr>
                <p:cNvPr id="199" name="Group 100">
                  <a:extLst>
                    <a:ext uri="{FF2B5EF4-FFF2-40B4-BE49-F238E27FC236}">
                      <a16:creationId xmlns:a16="http://schemas.microsoft.com/office/drawing/2014/main" id="{51ED6663-1C67-C2CB-180E-FB65791DAE94}"/>
                    </a:ext>
                  </a:extLst>
                </p:cNvPr>
                <p:cNvGrpSpPr>
                  <a:grpSpLocks/>
                </p:cNvGrpSpPr>
                <p:nvPr/>
              </p:nvGrpSpPr>
              <p:grpSpPr bwMode="auto">
                <a:xfrm>
                  <a:off x="566" y="875"/>
                  <a:ext cx="168" cy="69"/>
                  <a:chOff x="566" y="875"/>
                  <a:chExt cx="168" cy="69"/>
                </a:xfrm>
              </p:grpSpPr>
              <p:sp>
                <p:nvSpPr>
                  <p:cNvPr id="209" name="Freeform 92">
                    <a:extLst>
                      <a:ext uri="{FF2B5EF4-FFF2-40B4-BE49-F238E27FC236}">
                        <a16:creationId xmlns:a16="http://schemas.microsoft.com/office/drawing/2014/main" id="{BC7EAC0E-3D3C-9E2B-31C0-335A65668D16}"/>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0" name="Freeform 93">
                    <a:extLst>
                      <a:ext uri="{FF2B5EF4-FFF2-40B4-BE49-F238E27FC236}">
                        <a16:creationId xmlns:a16="http://schemas.microsoft.com/office/drawing/2014/main" id="{1AACA3E6-343E-DCCC-707F-ED8BA4ADBE56}"/>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1" name="Freeform 94">
                    <a:extLst>
                      <a:ext uri="{FF2B5EF4-FFF2-40B4-BE49-F238E27FC236}">
                        <a16:creationId xmlns:a16="http://schemas.microsoft.com/office/drawing/2014/main" id="{FB6B7239-4699-59F1-71EF-8CC5FCB3DA18}"/>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2" name="Freeform 95">
                    <a:extLst>
                      <a:ext uri="{FF2B5EF4-FFF2-40B4-BE49-F238E27FC236}">
                        <a16:creationId xmlns:a16="http://schemas.microsoft.com/office/drawing/2014/main" id="{BFC3D5DA-753D-20E3-5981-EB8A4FB92979}"/>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3" name="Freeform 96">
                    <a:extLst>
                      <a:ext uri="{FF2B5EF4-FFF2-40B4-BE49-F238E27FC236}">
                        <a16:creationId xmlns:a16="http://schemas.microsoft.com/office/drawing/2014/main" id="{7922BE44-B042-EE0E-A3B2-8031FC759367}"/>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4" name="Freeform 97">
                    <a:extLst>
                      <a:ext uri="{FF2B5EF4-FFF2-40B4-BE49-F238E27FC236}">
                        <a16:creationId xmlns:a16="http://schemas.microsoft.com/office/drawing/2014/main" id="{871B0188-36CD-4779-6D24-3AA7DE4143ED}"/>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5" name="Freeform 98">
                    <a:extLst>
                      <a:ext uri="{FF2B5EF4-FFF2-40B4-BE49-F238E27FC236}">
                        <a16:creationId xmlns:a16="http://schemas.microsoft.com/office/drawing/2014/main" id="{E9AF352D-F02A-FD8F-292D-793D7FF59CD2}"/>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16" name="Freeform 99">
                    <a:extLst>
                      <a:ext uri="{FF2B5EF4-FFF2-40B4-BE49-F238E27FC236}">
                        <a16:creationId xmlns:a16="http://schemas.microsoft.com/office/drawing/2014/main" id="{DB679FD3-9ECA-1F44-534C-EAA2F0F27968}"/>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200" name="Group 109">
                  <a:extLst>
                    <a:ext uri="{FF2B5EF4-FFF2-40B4-BE49-F238E27FC236}">
                      <a16:creationId xmlns:a16="http://schemas.microsoft.com/office/drawing/2014/main" id="{0B7BBB35-FE68-5183-CD93-6A7527B6A152}"/>
                    </a:ext>
                  </a:extLst>
                </p:cNvPr>
                <p:cNvGrpSpPr>
                  <a:grpSpLocks/>
                </p:cNvGrpSpPr>
                <p:nvPr/>
              </p:nvGrpSpPr>
              <p:grpSpPr bwMode="auto">
                <a:xfrm>
                  <a:off x="568" y="876"/>
                  <a:ext cx="167" cy="70"/>
                  <a:chOff x="568" y="876"/>
                  <a:chExt cx="167" cy="70"/>
                </a:xfrm>
              </p:grpSpPr>
              <p:sp>
                <p:nvSpPr>
                  <p:cNvPr id="201" name="Freeform 101">
                    <a:extLst>
                      <a:ext uri="{FF2B5EF4-FFF2-40B4-BE49-F238E27FC236}">
                        <a16:creationId xmlns:a16="http://schemas.microsoft.com/office/drawing/2014/main" id="{B9366E12-E0AC-8306-778C-9982DB8D1074}"/>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2" name="Freeform 102">
                    <a:extLst>
                      <a:ext uri="{FF2B5EF4-FFF2-40B4-BE49-F238E27FC236}">
                        <a16:creationId xmlns:a16="http://schemas.microsoft.com/office/drawing/2014/main" id="{CDDBFCD5-8983-A760-CB17-125678692E4C}"/>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3" name="Freeform 103">
                    <a:extLst>
                      <a:ext uri="{FF2B5EF4-FFF2-40B4-BE49-F238E27FC236}">
                        <a16:creationId xmlns:a16="http://schemas.microsoft.com/office/drawing/2014/main" id="{81F60A4B-74FF-0D46-08EF-52E947D8D971}"/>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4" name="Freeform 104">
                    <a:extLst>
                      <a:ext uri="{FF2B5EF4-FFF2-40B4-BE49-F238E27FC236}">
                        <a16:creationId xmlns:a16="http://schemas.microsoft.com/office/drawing/2014/main" id="{049CDC58-E788-7E5C-D70C-E8652F0A4244}"/>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5" name="Freeform 105">
                    <a:extLst>
                      <a:ext uri="{FF2B5EF4-FFF2-40B4-BE49-F238E27FC236}">
                        <a16:creationId xmlns:a16="http://schemas.microsoft.com/office/drawing/2014/main" id="{3C0DF996-2599-C307-6B29-32CFC04CC23A}"/>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6" name="Freeform 106">
                    <a:extLst>
                      <a:ext uri="{FF2B5EF4-FFF2-40B4-BE49-F238E27FC236}">
                        <a16:creationId xmlns:a16="http://schemas.microsoft.com/office/drawing/2014/main" id="{3641A1F5-4138-6D53-D5E0-79BBE4E50607}"/>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7" name="Freeform 107">
                    <a:extLst>
                      <a:ext uri="{FF2B5EF4-FFF2-40B4-BE49-F238E27FC236}">
                        <a16:creationId xmlns:a16="http://schemas.microsoft.com/office/drawing/2014/main" id="{FD68BEBE-4811-E6C3-7B37-F7BF55AC043E}"/>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208" name="Freeform 108">
                    <a:extLst>
                      <a:ext uri="{FF2B5EF4-FFF2-40B4-BE49-F238E27FC236}">
                        <a16:creationId xmlns:a16="http://schemas.microsoft.com/office/drawing/2014/main" id="{3904C909-54FA-22BB-3A76-3A131894DEAE}"/>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92" name="Line 111">
                <a:extLst>
                  <a:ext uri="{FF2B5EF4-FFF2-40B4-BE49-F238E27FC236}">
                    <a16:creationId xmlns:a16="http://schemas.microsoft.com/office/drawing/2014/main" id="{4B6CD117-1CE6-E483-7837-D680098957F7}"/>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93" name="Line 112">
                <a:extLst>
                  <a:ext uri="{FF2B5EF4-FFF2-40B4-BE49-F238E27FC236}">
                    <a16:creationId xmlns:a16="http://schemas.microsoft.com/office/drawing/2014/main" id="{D677A111-1D2F-0D67-AE0F-924276E2573B}"/>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94" name="Group 150">
                <a:extLst>
                  <a:ext uri="{FF2B5EF4-FFF2-40B4-BE49-F238E27FC236}">
                    <a16:creationId xmlns:a16="http://schemas.microsoft.com/office/drawing/2014/main" id="{8D41364F-5545-C17E-6B8D-2D27BC3CA3AE}"/>
                  </a:ext>
                </a:extLst>
              </p:cNvPr>
              <p:cNvGrpSpPr>
                <a:grpSpLocks/>
              </p:cNvGrpSpPr>
              <p:nvPr/>
            </p:nvGrpSpPr>
            <p:grpSpPr bwMode="auto">
              <a:xfrm>
                <a:off x="871778" y="1539380"/>
                <a:ext cx="298450" cy="168771"/>
                <a:chOff x="465" y="2127"/>
                <a:chExt cx="188" cy="171"/>
              </a:xfrm>
            </p:grpSpPr>
            <p:sp>
              <p:nvSpPr>
                <p:cNvPr id="195" name="Freeform 146">
                  <a:extLst>
                    <a:ext uri="{FF2B5EF4-FFF2-40B4-BE49-F238E27FC236}">
                      <a16:creationId xmlns:a16="http://schemas.microsoft.com/office/drawing/2014/main" id="{0580142D-0777-8941-F34A-853CC18BE822}"/>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6" name="Freeform 147">
                  <a:extLst>
                    <a:ext uri="{FF2B5EF4-FFF2-40B4-BE49-F238E27FC236}">
                      <a16:creationId xmlns:a16="http://schemas.microsoft.com/office/drawing/2014/main" id="{0085A3EE-EDDE-0CFB-B536-DBDA41EAA54D}"/>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7" name="Freeform 148">
                  <a:extLst>
                    <a:ext uri="{FF2B5EF4-FFF2-40B4-BE49-F238E27FC236}">
                      <a16:creationId xmlns:a16="http://schemas.microsoft.com/office/drawing/2014/main" id="{B5DBDF06-E605-181C-6AE6-ACE266C06DDA}"/>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98" name="Freeform 149">
                  <a:extLst>
                    <a:ext uri="{FF2B5EF4-FFF2-40B4-BE49-F238E27FC236}">
                      <a16:creationId xmlns:a16="http://schemas.microsoft.com/office/drawing/2014/main" id="{BD820D4A-EC89-D2DF-723D-5A5466275776}"/>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39" name="组合 3163">
              <a:extLst>
                <a:ext uri="{FF2B5EF4-FFF2-40B4-BE49-F238E27FC236}">
                  <a16:creationId xmlns:a16="http://schemas.microsoft.com/office/drawing/2014/main" id="{A28949D0-68DB-978C-FDEA-C758ED3AD76F}"/>
                </a:ext>
              </a:extLst>
            </p:cNvPr>
            <p:cNvGrpSpPr>
              <a:grpSpLocks/>
            </p:cNvGrpSpPr>
            <p:nvPr/>
          </p:nvGrpSpPr>
          <p:grpSpPr bwMode="auto">
            <a:xfrm>
              <a:off x="1705860" y="2610543"/>
              <a:ext cx="300929" cy="361099"/>
              <a:chOff x="829150" y="1370013"/>
              <a:chExt cx="399575" cy="465137"/>
            </a:xfrm>
          </p:grpSpPr>
          <p:sp>
            <p:nvSpPr>
              <p:cNvPr id="157" name="AutoShape 86">
                <a:extLst>
                  <a:ext uri="{FF2B5EF4-FFF2-40B4-BE49-F238E27FC236}">
                    <a16:creationId xmlns:a16="http://schemas.microsoft.com/office/drawing/2014/main" id="{01E4B59E-B8CB-EA90-51AA-8B21BE032435}"/>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58" name="Oval 88">
                <a:extLst>
                  <a:ext uri="{FF2B5EF4-FFF2-40B4-BE49-F238E27FC236}">
                    <a16:creationId xmlns:a16="http://schemas.microsoft.com/office/drawing/2014/main" id="{22D81FD9-D178-3D39-EF5C-D699DA0D0094}"/>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59" name="Rectangle 89">
                <a:extLst>
                  <a:ext uri="{FF2B5EF4-FFF2-40B4-BE49-F238E27FC236}">
                    <a16:creationId xmlns:a16="http://schemas.microsoft.com/office/drawing/2014/main" id="{64DBF8BC-5C77-412F-29BC-818C3FB5A492}"/>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60" name="Oval 91">
                <a:extLst>
                  <a:ext uri="{FF2B5EF4-FFF2-40B4-BE49-F238E27FC236}">
                    <a16:creationId xmlns:a16="http://schemas.microsoft.com/office/drawing/2014/main" id="{019ACD80-7707-BEBC-E4C1-32D27D15A6DB}"/>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61" name="Group 110">
                <a:extLst>
                  <a:ext uri="{FF2B5EF4-FFF2-40B4-BE49-F238E27FC236}">
                    <a16:creationId xmlns:a16="http://schemas.microsoft.com/office/drawing/2014/main" id="{5CF19526-82BC-DC40-9921-DF788FA83FD0}"/>
                  </a:ext>
                </a:extLst>
              </p:cNvPr>
              <p:cNvGrpSpPr>
                <a:grpSpLocks/>
              </p:cNvGrpSpPr>
              <p:nvPr/>
            </p:nvGrpSpPr>
            <p:grpSpPr bwMode="auto">
              <a:xfrm>
                <a:off x="898525" y="1389063"/>
                <a:ext cx="268287" cy="112712"/>
                <a:chOff x="566" y="875"/>
                <a:chExt cx="169" cy="71"/>
              </a:xfrm>
            </p:grpSpPr>
            <p:grpSp>
              <p:nvGrpSpPr>
                <p:cNvPr id="169" name="Group 100">
                  <a:extLst>
                    <a:ext uri="{FF2B5EF4-FFF2-40B4-BE49-F238E27FC236}">
                      <a16:creationId xmlns:a16="http://schemas.microsoft.com/office/drawing/2014/main" id="{BE2F4B08-1FCD-439E-C4B0-D15C330DB22C}"/>
                    </a:ext>
                  </a:extLst>
                </p:cNvPr>
                <p:cNvGrpSpPr>
                  <a:grpSpLocks/>
                </p:cNvGrpSpPr>
                <p:nvPr/>
              </p:nvGrpSpPr>
              <p:grpSpPr bwMode="auto">
                <a:xfrm>
                  <a:off x="566" y="875"/>
                  <a:ext cx="168" cy="69"/>
                  <a:chOff x="566" y="875"/>
                  <a:chExt cx="168" cy="69"/>
                </a:xfrm>
              </p:grpSpPr>
              <p:sp>
                <p:nvSpPr>
                  <p:cNvPr id="179" name="Freeform 92">
                    <a:extLst>
                      <a:ext uri="{FF2B5EF4-FFF2-40B4-BE49-F238E27FC236}">
                        <a16:creationId xmlns:a16="http://schemas.microsoft.com/office/drawing/2014/main" id="{E65E0C48-155F-FECE-F43E-17163765AC84}"/>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0" name="Freeform 93">
                    <a:extLst>
                      <a:ext uri="{FF2B5EF4-FFF2-40B4-BE49-F238E27FC236}">
                        <a16:creationId xmlns:a16="http://schemas.microsoft.com/office/drawing/2014/main" id="{330EF7C2-A552-3C61-CA59-F2C894241806}"/>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1" name="Freeform 94">
                    <a:extLst>
                      <a:ext uri="{FF2B5EF4-FFF2-40B4-BE49-F238E27FC236}">
                        <a16:creationId xmlns:a16="http://schemas.microsoft.com/office/drawing/2014/main" id="{02D40D1A-CD05-4415-522B-8F8B1F005755}"/>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2" name="Freeform 95">
                    <a:extLst>
                      <a:ext uri="{FF2B5EF4-FFF2-40B4-BE49-F238E27FC236}">
                        <a16:creationId xmlns:a16="http://schemas.microsoft.com/office/drawing/2014/main" id="{A118E31A-4CC1-3D2B-1440-B4B107627A51}"/>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3" name="Freeform 96">
                    <a:extLst>
                      <a:ext uri="{FF2B5EF4-FFF2-40B4-BE49-F238E27FC236}">
                        <a16:creationId xmlns:a16="http://schemas.microsoft.com/office/drawing/2014/main" id="{2B6D2E83-71E1-F90B-43CA-BF3ED352E5F8}"/>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4" name="Freeform 97">
                    <a:extLst>
                      <a:ext uri="{FF2B5EF4-FFF2-40B4-BE49-F238E27FC236}">
                        <a16:creationId xmlns:a16="http://schemas.microsoft.com/office/drawing/2014/main" id="{0756F54F-24C2-6397-4A9B-841ABD37EE4D}"/>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5" name="Freeform 98">
                    <a:extLst>
                      <a:ext uri="{FF2B5EF4-FFF2-40B4-BE49-F238E27FC236}">
                        <a16:creationId xmlns:a16="http://schemas.microsoft.com/office/drawing/2014/main" id="{EB6E47E0-AB24-86C9-D228-F9F2BA513751}"/>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86" name="Freeform 99">
                    <a:extLst>
                      <a:ext uri="{FF2B5EF4-FFF2-40B4-BE49-F238E27FC236}">
                        <a16:creationId xmlns:a16="http://schemas.microsoft.com/office/drawing/2014/main" id="{E5F9E133-29EB-0A02-9D32-B22A8FDC318E}"/>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70" name="Group 109">
                  <a:extLst>
                    <a:ext uri="{FF2B5EF4-FFF2-40B4-BE49-F238E27FC236}">
                      <a16:creationId xmlns:a16="http://schemas.microsoft.com/office/drawing/2014/main" id="{89043769-0672-3F62-331B-2A9D0F8DD2D6}"/>
                    </a:ext>
                  </a:extLst>
                </p:cNvPr>
                <p:cNvGrpSpPr>
                  <a:grpSpLocks/>
                </p:cNvGrpSpPr>
                <p:nvPr/>
              </p:nvGrpSpPr>
              <p:grpSpPr bwMode="auto">
                <a:xfrm>
                  <a:off x="568" y="876"/>
                  <a:ext cx="167" cy="70"/>
                  <a:chOff x="568" y="876"/>
                  <a:chExt cx="167" cy="70"/>
                </a:xfrm>
              </p:grpSpPr>
              <p:sp>
                <p:nvSpPr>
                  <p:cNvPr id="171" name="Freeform 101">
                    <a:extLst>
                      <a:ext uri="{FF2B5EF4-FFF2-40B4-BE49-F238E27FC236}">
                        <a16:creationId xmlns:a16="http://schemas.microsoft.com/office/drawing/2014/main" id="{8B74BED3-DD22-FA48-5A75-EA5825FAB433}"/>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2" name="Freeform 102">
                    <a:extLst>
                      <a:ext uri="{FF2B5EF4-FFF2-40B4-BE49-F238E27FC236}">
                        <a16:creationId xmlns:a16="http://schemas.microsoft.com/office/drawing/2014/main" id="{0FF583F1-0F81-49F4-1844-0D71606C28A8}"/>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3" name="Freeform 103">
                    <a:extLst>
                      <a:ext uri="{FF2B5EF4-FFF2-40B4-BE49-F238E27FC236}">
                        <a16:creationId xmlns:a16="http://schemas.microsoft.com/office/drawing/2014/main" id="{33C36704-054B-3B21-994E-C5D78079F399}"/>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4" name="Freeform 104">
                    <a:extLst>
                      <a:ext uri="{FF2B5EF4-FFF2-40B4-BE49-F238E27FC236}">
                        <a16:creationId xmlns:a16="http://schemas.microsoft.com/office/drawing/2014/main" id="{63906827-F08D-3DD2-92D5-43E804C29398}"/>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5" name="Freeform 105">
                    <a:extLst>
                      <a:ext uri="{FF2B5EF4-FFF2-40B4-BE49-F238E27FC236}">
                        <a16:creationId xmlns:a16="http://schemas.microsoft.com/office/drawing/2014/main" id="{E6A5DE79-D82E-E4A6-013A-9D0A17087473}"/>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6" name="Freeform 106">
                    <a:extLst>
                      <a:ext uri="{FF2B5EF4-FFF2-40B4-BE49-F238E27FC236}">
                        <a16:creationId xmlns:a16="http://schemas.microsoft.com/office/drawing/2014/main" id="{AB1E095C-05EF-7AF3-F640-9DE2D999CEE3}"/>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7" name="Freeform 107">
                    <a:extLst>
                      <a:ext uri="{FF2B5EF4-FFF2-40B4-BE49-F238E27FC236}">
                        <a16:creationId xmlns:a16="http://schemas.microsoft.com/office/drawing/2014/main" id="{29F8471E-E787-B40B-E306-732E421FBAB2}"/>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78" name="Freeform 108">
                    <a:extLst>
                      <a:ext uri="{FF2B5EF4-FFF2-40B4-BE49-F238E27FC236}">
                        <a16:creationId xmlns:a16="http://schemas.microsoft.com/office/drawing/2014/main" id="{CD30F534-0819-D609-D37F-56B22C404355}"/>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62" name="Line 111">
                <a:extLst>
                  <a:ext uri="{FF2B5EF4-FFF2-40B4-BE49-F238E27FC236}">
                    <a16:creationId xmlns:a16="http://schemas.microsoft.com/office/drawing/2014/main" id="{E7818A7F-46D6-A0AD-2404-A51D09E02E07}"/>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63" name="Line 112">
                <a:extLst>
                  <a:ext uri="{FF2B5EF4-FFF2-40B4-BE49-F238E27FC236}">
                    <a16:creationId xmlns:a16="http://schemas.microsoft.com/office/drawing/2014/main" id="{FC9D9465-E9C8-9703-CF24-4132CD2096B2}"/>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64" name="Group 150">
                <a:extLst>
                  <a:ext uri="{FF2B5EF4-FFF2-40B4-BE49-F238E27FC236}">
                    <a16:creationId xmlns:a16="http://schemas.microsoft.com/office/drawing/2014/main" id="{C37314E8-72FC-F6DD-DF58-1627D3BD0833}"/>
                  </a:ext>
                </a:extLst>
              </p:cNvPr>
              <p:cNvGrpSpPr>
                <a:grpSpLocks/>
              </p:cNvGrpSpPr>
              <p:nvPr/>
            </p:nvGrpSpPr>
            <p:grpSpPr bwMode="auto">
              <a:xfrm>
                <a:off x="871778" y="1539380"/>
                <a:ext cx="298450" cy="168771"/>
                <a:chOff x="465" y="2127"/>
                <a:chExt cx="188" cy="171"/>
              </a:xfrm>
            </p:grpSpPr>
            <p:sp>
              <p:nvSpPr>
                <p:cNvPr id="165" name="Freeform 146">
                  <a:extLst>
                    <a:ext uri="{FF2B5EF4-FFF2-40B4-BE49-F238E27FC236}">
                      <a16:creationId xmlns:a16="http://schemas.microsoft.com/office/drawing/2014/main" id="{ABED4D03-AF59-4932-92EC-76F96312E374}"/>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6" name="Freeform 147">
                  <a:extLst>
                    <a:ext uri="{FF2B5EF4-FFF2-40B4-BE49-F238E27FC236}">
                      <a16:creationId xmlns:a16="http://schemas.microsoft.com/office/drawing/2014/main" id="{C85E6979-12A0-15DB-3C7C-CD8E9E2D57A9}"/>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7" name="Freeform 148">
                  <a:extLst>
                    <a:ext uri="{FF2B5EF4-FFF2-40B4-BE49-F238E27FC236}">
                      <a16:creationId xmlns:a16="http://schemas.microsoft.com/office/drawing/2014/main" id="{83C77E6C-2155-6A63-D399-147152132F76}"/>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68" name="Freeform 149">
                  <a:extLst>
                    <a:ext uri="{FF2B5EF4-FFF2-40B4-BE49-F238E27FC236}">
                      <a16:creationId xmlns:a16="http://schemas.microsoft.com/office/drawing/2014/main" id="{858301B2-A796-D81E-95FD-6082D3796BC1}"/>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0" name="组合 3223">
              <a:extLst>
                <a:ext uri="{FF2B5EF4-FFF2-40B4-BE49-F238E27FC236}">
                  <a16:creationId xmlns:a16="http://schemas.microsoft.com/office/drawing/2014/main" id="{96EDC76D-2550-7131-8FFB-74D2067E5117}"/>
                </a:ext>
              </a:extLst>
            </p:cNvPr>
            <p:cNvGrpSpPr>
              <a:grpSpLocks/>
            </p:cNvGrpSpPr>
            <p:nvPr/>
          </p:nvGrpSpPr>
          <p:grpSpPr bwMode="auto">
            <a:xfrm>
              <a:off x="6765316" y="3260027"/>
              <a:ext cx="300929" cy="361098"/>
              <a:chOff x="829150" y="1370013"/>
              <a:chExt cx="399575" cy="465137"/>
            </a:xfrm>
          </p:grpSpPr>
          <p:sp>
            <p:nvSpPr>
              <p:cNvPr id="127" name="AutoShape 86">
                <a:extLst>
                  <a:ext uri="{FF2B5EF4-FFF2-40B4-BE49-F238E27FC236}">
                    <a16:creationId xmlns:a16="http://schemas.microsoft.com/office/drawing/2014/main" id="{FAFD9E47-7E0B-737B-1B2E-D1B09EBF71A0}"/>
                  </a:ext>
                </a:extLst>
              </p:cNvPr>
              <p:cNvSpPr>
                <a:spLocks noChangeAspect="1" noChangeArrowheads="1" noTextEdit="1"/>
              </p:cNvSpPr>
              <p:nvPr/>
            </p:nvSpPr>
            <p:spPr bwMode="auto">
              <a:xfrm>
                <a:off x="839788" y="1370013"/>
                <a:ext cx="388937"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28" name="Oval 88">
                <a:extLst>
                  <a:ext uri="{FF2B5EF4-FFF2-40B4-BE49-F238E27FC236}">
                    <a16:creationId xmlns:a16="http://schemas.microsoft.com/office/drawing/2014/main" id="{E6DD73EB-6888-1762-15C3-75CDB8715697}"/>
                  </a:ext>
                </a:extLst>
              </p:cNvPr>
              <p:cNvSpPr>
                <a:spLocks noChangeArrowheads="1"/>
              </p:cNvSpPr>
              <p:nvPr/>
            </p:nvSpPr>
            <p:spPr bwMode="auto">
              <a:xfrm>
                <a:off x="829150" y="1571625"/>
                <a:ext cx="388937" cy="149225"/>
              </a:xfrm>
              <a:prstGeom prst="ellipse">
                <a:avLst/>
              </a:prstGeom>
              <a:solidFill>
                <a:srgbClr val="0078AA"/>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29" name="Rectangle 89">
                <a:extLst>
                  <a:ext uri="{FF2B5EF4-FFF2-40B4-BE49-F238E27FC236}">
                    <a16:creationId xmlns:a16="http://schemas.microsoft.com/office/drawing/2014/main" id="{0780C8FA-9D43-9E66-2E28-586DB9E244BD}"/>
                  </a:ext>
                </a:extLst>
              </p:cNvPr>
              <p:cNvSpPr>
                <a:spLocks noChangeArrowheads="1"/>
              </p:cNvSpPr>
              <p:nvPr/>
            </p:nvSpPr>
            <p:spPr bwMode="auto">
              <a:xfrm>
                <a:off x="839788" y="1446213"/>
                <a:ext cx="387350" cy="207962"/>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sp>
            <p:nvSpPr>
              <p:cNvPr id="130" name="Oval 91">
                <a:extLst>
                  <a:ext uri="{FF2B5EF4-FFF2-40B4-BE49-F238E27FC236}">
                    <a16:creationId xmlns:a16="http://schemas.microsoft.com/office/drawing/2014/main" id="{8E559C3F-8FB9-5716-2D2A-F7D97283D355}"/>
                  </a:ext>
                </a:extLst>
              </p:cNvPr>
              <p:cNvSpPr>
                <a:spLocks noChangeArrowheads="1"/>
              </p:cNvSpPr>
              <p:nvPr/>
            </p:nvSpPr>
            <p:spPr bwMode="auto">
              <a:xfrm>
                <a:off x="839788" y="1370013"/>
                <a:ext cx="388937" cy="149225"/>
              </a:xfrm>
              <a:prstGeom prst="ellipse">
                <a:avLst/>
              </a:prstGeom>
              <a:solidFill>
                <a:srgbClr val="00B4FF"/>
              </a:solidFill>
              <a:ln w="1588">
                <a:solidFill>
                  <a:srgbClr val="AAE6FF"/>
                </a:solidFill>
                <a:round/>
                <a:headEnd/>
                <a:tailEnd/>
              </a:ln>
            </p:spPr>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endParaRPr lang="zh-CN" altLang="en-US" sz="1200" b="1">
                  <a:ea typeface="微软雅黑" panose="020B0503020204020204" pitchFamily="34" charset="-122"/>
                </a:endParaRPr>
              </a:p>
            </p:txBody>
          </p:sp>
          <p:grpSp>
            <p:nvGrpSpPr>
              <p:cNvPr id="131" name="Group 110">
                <a:extLst>
                  <a:ext uri="{FF2B5EF4-FFF2-40B4-BE49-F238E27FC236}">
                    <a16:creationId xmlns:a16="http://schemas.microsoft.com/office/drawing/2014/main" id="{E9876398-0371-E60F-5486-9C4676B4B56C}"/>
                  </a:ext>
                </a:extLst>
              </p:cNvPr>
              <p:cNvGrpSpPr>
                <a:grpSpLocks/>
              </p:cNvGrpSpPr>
              <p:nvPr/>
            </p:nvGrpSpPr>
            <p:grpSpPr bwMode="auto">
              <a:xfrm>
                <a:off x="898525" y="1389063"/>
                <a:ext cx="268287" cy="112712"/>
                <a:chOff x="566" y="875"/>
                <a:chExt cx="169" cy="71"/>
              </a:xfrm>
            </p:grpSpPr>
            <p:grpSp>
              <p:nvGrpSpPr>
                <p:cNvPr id="139" name="Group 100">
                  <a:extLst>
                    <a:ext uri="{FF2B5EF4-FFF2-40B4-BE49-F238E27FC236}">
                      <a16:creationId xmlns:a16="http://schemas.microsoft.com/office/drawing/2014/main" id="{F54D0E8C-3E40-3556-5D30-F5FE94AB9435}"/>
                    </a:ext>
                  </a:extLst>
                </p:cNvPr>
                <p:cNvGrpSpPr>
                  <a:grpSpLocks/>
                </p:cNvGrpSpPr>
                <p:nvPr/>
              </p:nvGrpSpPr>
              <p:grpSpPr bwMode="auto">
                <a:xfrm>
                  <a:off x="566" y="875"/>
                  <a:ext cx="168" cy="69"/>
                  <a:chOff x="566" y="875"/>
                  <a:chExt cx="168" cy="69"/>
                </a:xfrm>
              </p:grpSpPr>
              <p:sp>
                <p:nvSpPr>
                  <p:cNvPr id="149" name="Freeform 92">
                    <a:extLst>
                      <a:ext uri="{FF2B5EF4-FFF2-40B4-BE49-F238E27FC236}">
                        <a16:creationId xmlns:a16="http://schemas.microsoft.com/office/drawing/2014/main" id="{759AE1C6-B92E-CF24-766A-5F57AF9AD7CE}"/>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0" name="Freeform 93">
                    <a:extLst>
                      <a:ext uri="{FF2B5EF4-FFF2-40B4-BE49-F238E27FC236}">
                        <a16:creationId xmlns:a16="http://schemas.microsoft.com/office/drawing/2014/main" id="{E049B4BF-67AA-F5EE-5C7D-EC4CB12063D3}"/>
                      </a:ext>
                    </a:extLst>
                  </p:cNvPr>
                  <p:cNvSpPr>
                    <a:spLocks/>
                  </p:cNvSpPr>
                  <p:nvPr/>
                </p:nvSpPr>
                <p:spPr bwMode="auto">
                  <a:xfrm>
                    <a:off x="654" y="876"/>
                    <a:ext cx="80" cy="30"/>
                  </a:xfrm>
                  <a:custGeom>
                    <a:avLst/>
                    <a:gdLst>
                      <a:gd name="T0" fmla="*/ 0 w 80"/>
                      <a:gd name="T1" fmla="*/ 23 h 30"/>
                      <a:gd name="T2" fmla="*/ 18 w 80"/>
                      <a:gd name="T3" fmla="*/ 30 h 30"/>
                      <a:gd name="T4" fmla="*/ 61 w 80"/>
                      <a:gd name="T5" fmla="*/ 10 h 30"/>
                      <a:gd name="T6" fmla="*/ 80 w 80"/>
                      <a:gd name="T7" fmla="*/ 17 h 30"/>
                      <a:gd name="T8" fmla="*/ 70 w 80"/>
                      <a:gd name="T9" fmla="*/ 0 h 30"/>
                      <a:gd name="T10" fmla="*/ 19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7"/>
                        </a:lnTo>
                        <a:lnTo>
                          <a:pt x="70" y="0"/>
                        </a:lnTo>
                        <a:lnTo>
                          <a:pt x="19" y="0"/>
                        </a:lnTo>
                        <a:lnTo>
                          <a:pt x="40" y="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1" name="Freeform 94">
                    <a:extLst>
                      <a:ext uri="{FF2B5EF4-FFF2-40B4-BE49-F238E27FC236}">
                        <a16:creationId xmlns:a16="http://schemas.microsoft.com/office/drawing/2014/main" id="{77F2736F-3084-997C-B78F-0D4A1649B52F}"/>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2" name="Freeform 95">
                    <a:extLst>
                      <a:ext uri="{FF2B5EF4-FFF2-40B4-BE49-F238E27FC236}">
                        <a16:creationId xmlns:a16="http://schemas.microsoft.com/office/drawing/2014/main" id="{899E3903-F8F9-828C-35BF-372794B1DEA5}"/>
                      </a:ext>
                    </a:extLst>
                  </p:cNvPr>
                  <p:cNvSpPr>
                    <a:spLocks/>
                  </p:cNvSpPr>
                  <p:nvPr/>
                </p:nvSpPr>
                <p:spPr bwMode="auto">
                  <a:xfrm>
                    <a:off x="566" y="911"/>
                    <a:ext cx="80" cy="31"/>
                  </a:xfrm>
                  <a:custGeom>
                    <a:avLst/>
                    <a:gdLst>
                      <a:gd name="T0" fmla="*/ 80 w 80"/>
                      <a:gd name="T1" fmla="*/ 7 h 31"/>
                      <a:gd name="T2" fmla="*/ 62 w 80"/>
                      <a:gd name="T3" fmla="*/ 0 h 31"/>
                      <a:gd name="T4" fmla="*/ 21 w 80"/>
                      <a:gd name="T5" fmla="*/ 20 h 31"/>
                      <a:gd name="T6" fmla="*/ 0 w 80"/>
                      <a:gd name="T7" fmla="*/ 13 h 31"/>
                      <a:gd name="T8" fmla="*/ 11 w 80"/>
                      <a:gd name="T9" fmla="*/ 31 h 31"/>
                      <a:gd name="T10" fmla="*/ 62 w 80"/>
                      <a:gd name="T11" fmla="*/ 31 h 31"/>
                      <a:gd name="T12" fmla="*/ 40 w 80"/>
                      <a:gd name="T13" fmla="*/ 25 h 31"/>
                      <a:gd name="T14" fmla="*/ 80 w 80"/>
                      <a:gd name="T15" fmla="*/ 7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7"/>
                        </a:moveTo>
                        <a:lnTo>
                          <a:pt x="62" y="0"/>
                        </a:lnTo>
                        <a:lnTo>
                          <a:pt x="21" y="20"/>
                        </a:lnTo>
                        <a:lnTo>
                          <a:pt x="0" y="13"/>
                        </a:lnTo>
                        <a:lnTo>
                          <a:pt x="11" y="31"/>
                        </a:lnTo>
                        <a:lnTo>
                          <a:pt x="62" y="31"/>
                        </a:lnTo>
                        <a:lnTo>
                          <a:pt x="40" y="25"/>
                        </a:lnTo>
                        <a:lnTo>
                          <a:pt x="8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3" name="Freeform 96">
                    <a:extLst>
                      <a:ext uri="{FF2B5EF4-FFF2-40B4-BE49-F238E27FC236}">
                        <a16:creationId xmlns:a16="http://schemas.microsoft.com/office/drawing/2014/main" id="{4F55A207-84A1-3FC7-0555-5C37BDEA2799}"/>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4" name="Freeform 97">
                    <a:extLst>
                      <a:ext uri="{FF2B5EF4-FFF2-40B4-BE49-F238E27FC236}">
                        <a16:creationId xmlns:a16="http://schemas.microsoft.com/office/drawing/2014/main" id="{79E1A6A9-1DFF-9B12-47DB-49EA479639B6}"/>
                      </a:ext>
                    </a:extLst>
                  </p:cNvPr>
                  <p:cNvSpPr>
                    <a:spLocks/>
                  </p:cNvSpPr>
                  <p:nvPr/>
                </p:nvSpPr>
                <p:spPr bwMode="auto">
                  <a:xfrm>
                    <a:off x="571" y="875"/>
                    <a:ext cx="80" cy="29"/>
                  </a:xfrm>
                  <a:custGeom>
                    <a:avLst/>
                    <a:gdLst>
                      <a:gd name="T0" fmla="*/ 0 w 80"/>
                      <a:gd name="T1" fmla="*/ 6 h 29"/>
                      <a:gd name="T2" fmla="*/ 17 w 80"/>
                      <a:gd name="T3" fmla="*/ 0 h 29"/>
                      <a:gd name="T4" fmla="*/ 60 w 80"/>
                      <a:gd name="T5" fmla="*/ 18 h 29"/>
                      <a:gd name="T6" fmla="*/ 80 w 80"/>
                      <a:gd name="T7" fmla="*/ 13 h 29"/>
                      <a:gd name="T8" fmla="*/ 69 w 80"/>
                      <a:gd name="T9" fmla="*/ 29 h 29"/>
                      <a:gd name="T10" fmla="*/ 19 w 80"/>
                      <a:gd name="T11" fmla="*/ 29 h 29"/>
                      <a:gd name="T12" fmla="*/ 40 w 80"/>
                      <a:gd name="T13" fmla="*/ 24 h 29"/>
                      <a:gd name="T14" fmla="*/ 0 w 80"/>
                      <a:gd name="T15" fmla="*/ 6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29">
                        <a:moveTo>
                          <a:pt x="0" y="6"/>
                        </a:moveTo>
                        <a:lnTo>
                          <a:pt x="17" y="0"/>
                        </a:lnTo>
                        <a:lnTo>
                          <a:pt x="60" y="18"/>
                        </a:lnTo>
                        <a:lnTo>
                          <a:pt x="80" y="13"/>
                        </a:lnTo>
                        <a:lnTo>
                          <a:pt x="69" y="29"/>
                        </a:lnTo>
                        <a:lnTo>
                          <a:pt x="19" y="29"/>
                        </a:lnTo>
                        <a:lnTo>
                          <a:pt x="40" y="2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5" name="Freeform 98">
                    <a:extLst>
                      <a:ext uri="{FF2B5EF4-FFF2-40B4-BE49-F238E27FC236}">
                        <a16:creationId xmlns:a16="http://schemas.microsoft.com/office/drawing/2014/main" id="{FBF6571E-7562-FDE0-E436-EFEA9A842B3E}"/>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56" name="Freeform 99">
                    <a:extLst>
                      <a:ext uri="{FF2B5EF4-FFF2-40B4-BE49-F238E27FC236}">
                        <a16:creationId xmlns:a16="http://schemas.microsoft.com/office/drawing/2014/main" id="{D27EF5B6-1090-AC2C-E24F-2D925AD83E3C}"/>
                      </a:ext>
                    </a:extLst>
                  </p:cNvPr>
                  <p:cNvSpPr>
                    <a:spLocks/>
                  </p:cNvSpPr>
                  <p:nvPr/>
                </p:nvSpPr>
                <p:spPr bwMode="auto">
                  <a:xfrm>
                    <a:off x="651" y="914"/>
                    <a:ext cx="80" cy="30"/>
                  </a:xfrm>
                  <a:custGeom>
                    <a:avLst/>
                    <a:gdLst>
                      <a:gd name="T0" fmla="*/ 80 w 80"/>
                      <a:gd name="T1" fmla="*/ 23 h 30"/>
                      <a:gd name="T2" fmla="*/ 62 w 80"/>
                      <a:gd name="T3" fmla="*/ 30 h 30"/>
                      <a:gd name="T4" fmla="*/ 21 w 80"/>
                      <a:gd name="T5" fmla="*/ 10 h 30"/>
                      <a:gd name="T6" fmla="*/ 0 w 80"/>
                      <a:gd name="T7" fmla="*/ 17 h 30"/>
                      <a:gd name="T8" fmla="*/ 10 w 80"/>
                      <a:gd name="T9" fmla="*/ 0 h 30"/>
                      <a:gd name="T10" fmla="*/ 62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2" y="30"/>
                        </a:lnTo>
                        <a:lnTo>
                          <a:pt x="21" y="10"/>
                        </a:lnTo>
                        <a:lnTo>
                          <a:pt x="0" y="17"/>
                        </a:lnTo>
                        <a:lnTo>
                          <a:pt x="10" y="0"/>
                        </a:lnTo>
                        <a:lnTo>
                          <a:pt x="62" y="0"/>
                        </a:lnTo>
                        <a:lnTo>
                          <a:pt x="40" y="5"/>
                        </a:lnTo>
                        <a:lnTo>
                          <a:pt x="8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nvGrpSpPr>
                <p:cNvPr id="140" name="Group 109">
                  <a:extLst>
                    <a:ext uri="{FF2B5EF4-FFF2-40B4-BE49-F238E27FC236}">
                      <a16:creationId xmlns:a16="http://schemas.microsoft.com/office/drawing/2014/main" id="{E6517ABE-19C2-DB49-4001-F956E314B796}"/>
                    </a:ext>
                  </a:extLst>
                </p:cNvPr>
                <p:cNvGrpSpPr>
                  <a:grpSpLocks/>
                </p:cNvGrpSpPr>
                <p:nvPr/>
              </p:nvGrpSpPr>
              <p:grpSpPr bwMode="auto">
                <a:xfrm>
                  <a:off x="568" y="876"/>
                  <a:ext cx="167" cy="70"/>
                  <a:chOff x="568" y="876"/>
                  <a:chExt cx="167" cy="70"/>
                </a:xfrm>
              </p:grpSpPr>
              <p:sp>
                <p:nvSpPr>
                  <p:cNvPr id="141" name="Freeform 101">
                    <a:extLst>
                      <a:ext uri="{FF2B5EF4-FFF2-40B4-BE49-F238E27FC236}">
                        <a16:creationId xmlns:a16="http://schemas.microsoft.com/office/drawing/2014/main" id="{9E7B9513-A14D-A987-7D11-9C89BECAF3D5}"/>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2" name="Freeform 102">
                    <a:extLst>
                      <a:ext uri="{FF2B5EF4-FFF2-40B4-BE49-F238E27FC236}">
                        <a16:creationId xmlns:a16="http://schemas.microsoft.com/office/drawing/2014/main" id="{B5CA0A49-63B4-3CE6-E0E0-ECD4512E10DA}"/>
                      </a:ext>
                    </a:extLst>
                  </p:cNvPr>
                  <p:cNvSpPr>
                    <a:spLocks/>
                  </p:cNvSpPr>
                  <p:nvPr/>
                </p:nvSpPr>
                <p:spPr bwMode="auto">
                  <a:xfrm>
                    <a:off x="655" y="878"/>
                    <a:ext cx="80" cy="30"/>
                  </a:xfrm>
                  <a:custGeom>
                    <a:avLst/>
                    <a:gdLst>
                      <a:gd name="T0" fmla="*/ 0 w 80"/>
                      <a:gd name="T1" fmla="*/ 23 h 30"/>
                      <a:gd name="T2" fmla="*/ 18 w 80"/>
                      <a:gd name="T3" fmla="*/ 30 h 30"/>
                      <a:gd name="T4" fmla="*/ 61 w 80"/>
                      <a:gd name="T5" fmla="*/ 10 h 30"/>
                      <a:gd name="T6" fmla="*/ 80 w 80"/>
                      <a:gd name="T7" fmla="*/ 16 h 30"/>
                      <a:gd name="T8" fmla="*/ 70 w 80"/>
                      <a:gd name="T9" fmla="*/ 0 h 30"/>
                      <a:gd name="T10" fmla="*/ 20 w 80"/>
                      <a:gd name="T11" fmla="*/ 0 h 30"/>
                      <a:gd name="T12" fmla="*/ 40 w 80"/>
                      <a:gd name="T13" fmla="*/ 5 h 30"/>
                      <a:gd name="T14" fmla="*/ 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23"/>
                        </a:moveTo>
                        <a:lnTo>
                          <a:pt x="18" y="30"/>
                        </a:lnTo>
                        <a:lnTo>
                          <a:pt x="61" y="10"/>
                        </a:lnTo>
                        <a:lnTo>
                          <a:pt x="80" y="16"/>
                        </a:lnTo>
                        <a:lnTo>
                          <a:pt x="70" y="0"/>
                        </a:lnTo>
                        <a:lnTo>
                          <a:pt x="20" y="0"/>
                        </a:lnTo>
                        <a:lnTo>
                          <a:pt x="40" y="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3" name="Freeform 103">
                    <a:extLst>
                      <a:ext uri="{FF2B5EF4-FFF2-40B4-BE49-F238E27FC236}">
                        <a16:creationId xmlns:a16="http://schemas.microsoft.com/office/drawing/2014/main" id="{674C2482-501C-1991-9A34-0DB8883285F7}"/>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4" name="Freeform 104">
                    <a:extLst>
                      <a:ext uri="{FF2B5EF4-FFF2-40B4-BE49-F238E27FC236}">
                        <a16:creationId xmlns:a16="http://schemas.microsoft.com/office/drawing/2014/main" id="{982159B8-72C1-DA29-5418-8764DBDA99FA}"/>
                      </a:ext>
                    </a:extLst>
                  </p:cNvPr>
                  <p:cNvSpPr>
                    <a:spLocks/>
                  </p:cNvSpPr>
                  <p:nvPr/>
                </p:nvSpPr>
                <p:spPr bwMode="auto">
                  <a:xfrm>
                    <a:off x="568" y="913"/>
                    <a:ext cx="80" cy="31"/>
                  </a:xfrm>
                  <a:custGeom>
                    <a:avLst/>
                    <a:gdLst>
                      <a:gd name="T0" fmla="*/ 80 w 80"/>
                      <a:gd name="T1" fmla="*/ 6 h 31"/>
                      <a:gd name="T2" fmla="*/ 62 w 80"/>
                      <a:gd name="T3" fmla="*/ 0 h 31"/>
                      <a:gd name="T4" fmla="*/ 20 w 80"/>
                      <a:gd name="T5" fmla="*/ 20 h 31"/>
                      <a:gd name="T6" fmla="*/ 0 w 80"/>
                      <a:gd name="T7" fmla="*/ 13 h 31"/>
                      <a:gd name="T8" fmla="*/ 10 w 80"/>
                      <a:gd name="T9" fmla="*/ 31 h 31"/>
                      <a:gd name="T10" fmla="*/ 62 w 80"/>
                      <a:gd name="T11" fmla="*/ 31 h 31"/>
                      <a:gd name="T12" fmla="*/ 40 w 80"/>
                      <a:gd name="T13" fmla="*/ 24 h 31"/>
                      <a:gd name="T14" fmla="*/ 80 w 80"/>
                      <a:gd name="T15" fmla="*/ 6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1">
                        <a:moveTo>
                          <a:pt x="80" y="6"/>
                        </a:moveTo>
                        <a:lnTo>
                          <a:pt x="62" y="0"/>
                        </a:lnTo>
                        <a:lnTo>
                          <a:pt x="20" y="20"/>
                        </a:lnTo>
                        <a:lnTo>
                          <a:pt x="0" y="13"/>
                        </a:lnTo>
                        <a:lnTo>
                          <a:pt x="10" y="31"/>
                        </a:lnTo>
                        <a:lnTo>
                          <a:pt x="62" y="31"/>
                        </a:lnTo>
                        <a:lnTo>
                          <a:pt x="40" y="24"/>
                        </a:lnTo>
                        <a:lnTo>
                          <a:pt x="8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5" name="Freeform 105">
                    <a:extLst>
                      <a:ext uri="{FF2B5EF4-FFF2-40B4-BE49-F238E27FC236}">
                        <a16:creationId xmlns:a16="http://schemas.microsoft.com/office/drawing/2014/main" id="{F36BE8D1-C57E-B98E-3CCD-D1EEBB08D347}"/>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6" name="Freeform 106">
                    <a:extLst>
                      <a:ext uri="{FF2B5EF4-FFF2-40B4-BE49-F238E27FC236}">
                        <a16:creationId xmlns:a16="http://schemas.microsoft.com/office/drawing/2014/main" id="{B837F9ED-C192-730D-14AB-26B08748C059}"/>
                      </a:ext>
                    </a:extLst>
                  </p:cNvPr>
                  <p:cNvSpPr>
                    <a:spLocks/>
                  </p:cNvSpPr>
                  <p:nvPr/>
                </p:nvSpPr>
                <p:spPr bwMode="auto">
                  <a:xfrm>
                    <a:off x="572" y="876"/>
                    <a:ext cx="80" cy="30"/>
                  </a:xfrm>
                  <a:custGeom>
                    <a:avLst/>
                    <a:gdLst>
                      <a:gd name="T0" fmla="*/ 0 w 80"/>
                      <a:gd name="T1" fmla="*/ 7 h 30"/>
                      <a:gd name="T2" fmla="*/ 18 w 80"/>
                      <a:gd name="T3" fmla="*/ 0 h 30"/>
                      <a:gd name="T4" fmla="*/ 61 w 80"/>
                      <a:gd name="T5" fmla="*/ 18 h 30"/>
                      <a:gd name="T6" fmla="*/ 80 w 80"/>
                      <a:gd name="T7" fmla="*/ 13 h 30"/>
                      <a:gd name="T8" fmla="*/ 70 w 80"/>
                      <a:gd name="T9" fmla="*/ 30 h 30"/>
                      <a:gd name="T10" fmla="*/ 19 w 80"/>
                      <a:gd name="T11" fmla="*/ 30 h 30"/>
                      <a:gd name="T12" fmla="*/ 40 w 80"/>
                      <a:gd name="T13" fmla="*/ 25 h 30"/>
                      <a:gd name="T14" fmla="*/ 0 w 80"/>
                      <a:gd name="T15" fmla="*/ 7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0" y="7"/>
                        </a:moveTo>
                        <a:lnTo>
                          <a:pt x="18" y="0"/>
                        </a:lnTo>
                        <a:lnTo>
                          <a:pt x="61" y="18"/>
                        </a:lnTo>
                        <a:lnTo>
                          <a:pt x="80" y="13"/>
                        </a:lnTo>
                        <a:lnTo>
                          <a:pt x="70" y="30"/>
                        </a:lnTo>
                        <a:lnTo>
                          <a:pt x="19" y="30"/>
                        </a:lnTo>
                        <a:lnTo>
                          <a:pt x="40" y="25"/>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7" name="Freeform 107">
                    <a:extLst>
                      <a:ext uri="{FF2B5EF4-FFF2-40B4-BE49-F238E27FC236}">
                        <a16:creationId xmlns:a16="http://schemas.microsoft.com/office/drawing/2014/main" id="{3F94DDDF-5CD6-9E18-8C4E-B202F69B340A}"/>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48" name="Freeform 108">
                    <a:extLst>
                      <a:ext uri="{FF2B5EF4-FFF2-40B4-BE49-F238E27FC236}">
                        <a16:creationId xmlns:a16="http://schemas.microsoft.com/office/drawing/2014/main" id="{02DA65EE-0B95-78A1-C62F-C540F28FF827}"/>
                      </a:ext>
                    </a:extLst>
                  </p:cNvPr>
                  <p:cNvSpPr>
                    <a:spLocks/>
                  </p:cNvSpPr>
                  <p:nvPr/>
                </p:nvSpPr>
                <p:spPr bwMode="auto">
                  <a:xfrm>
                    <a:off x="652" y="916"/>
                    <a:ext cx="80" cy="30"/>
                  </a:xfrm>
                  <a:custGeom>
                    <a:avLst/>
                    <a:gdLst>
                      <a:gd name="T0" fmla="*/ 80 w 80"/>
                      <a:gd name="T1" fmla="*/ 23 h 30"/>
                      <a:gd name="T2" fmla="*/ 63 w 80"/>
                      <a:gd name="T3" fmla="*/ 30 h 30"/>
                      <a:gd name="T4" fmla="*/ 21 w 80"/>
                      <a:gd name="T5" fmla="*/ 10 h 30"/>
                      <a:gd name="T6" fmla="*/ 0 w 80"/>
                      <a:gd name="T7" fmla="*/ 17 h 30"/>
                      <a:gd name="T8" fmla="*/ 11 w 80"/>
                      <a:gd name="T9" fmla="*/ 0 h 30"/>
                      <a:gd name="T10" fmla="*/ 63 w 80"/>
                      <a:gd name="T11" fmla="*/ 0 h 30"/>
                      <a:gd name="T12" fmla="*/ 40 w 80"/>
                      <a:gd name="T13" fmla="*/ 5 h 30"/>
                      <a:gd name="T14" fmla="*/ 80 w 80"/>
                      <a:gd name="T15" fmla="*/ 23 h 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0" h="30">
                        <a:moveTo>
                          <a:pt x="80" y="23"/>
                        </a:moveTo>
                        <a:lnTo>
                          <a:pt x="63" y="30"/>
                        </a:lnTo>
                        <a:lnTo>
                          <a:pt x="21" y="10"/>
                        </a:lnTo>
                        <a:lnTo>
                          <a:pt x="0" y="17"/>
                        </a:lnTo>
                        <a:lnTo>
                          <a:pt x="11" y="0"/>
                        </a:lnTo>
                        <a:lnTo>
                          <a:pt x="63" y="0"/>
                        </a:lnTo>
                        <a:lnTo>
                          <a:pt x="40" y="5"/>
                        </a:lnTo>
                        <a:lnTo>
                          <a:pt x="8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sp>
            <p:nvSpPr>
              <p:cNvPr id="132" name="Line 111">
                <a:extLst>
                  <a:ext uri="{FF2B5EF4-FFF2-40B4-BE49-F238E27FC236}">
                    <a16:creationId xmlns:a16="http://schemas.microsoft.com/office/drawing/2014/main" id="{1BB1ABB7-0113-0597-D5DD-1EEC0FBA3D78}"/>
                  </a:ext>
                </a:extLst>
              </p:cNvPr>
              <p:cNvSpPr>
                <a:spLocks noChangeShapeType="1"/>
              </p:cNvSpPr>
              <p:nvPr/>
            </p:nvSpPr>
            <p:spPr bwMode="auto">
              <a:xfrm>
                <a:off x="83978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sp>
            <p:nvSpPr>
              <p:cNvPr id="133" name="Line 112">
                <a:extLst>
                  <a:ext uri="{FF2B5EF4-FFF2-40B4-BE49-F238E27FC236}">
                    <a16:creationId xmlns:a16="http://schemas.microsoft.com/office/drawing/2014/main" id="{331CC70F-EC7D-C94B-5191-F37351D32954}"/>
                  </a:ext>
                </a:extLst>
              </p:cNvPr>
              <p:cNvSpPr>
                <a:spLocks noChangeShapeType="1"/>
              </p:cNvSpPr>
              <p:nvPr/>
            </p:nvSpPr>
            <p:spPr bwMode="auto">
              <a:xfrm>
                <a:off x="1227138" y="1443038"/>
                <a:ext cx="1587" cy="315912"/>
              </a:xfrm>
              <a:prstGeom prst="line">
                <a:avLst/>
              </a:prstGeom>
              <a:noFill/>
              <a:ln w="1588">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050" b="1">
                  <a:ea typeface="微软雅黑" panose="020B0503020204020204" pitchFamily="34" charset="-122"/>
                </a:endParaRPr>
              </a:p>
            </p:txBody>
          </p:sp>
          <p:grpSp>
            <p:nvGrpSpPr>
              <p:cNvPr id="134" name="Group 150">
                <a:extLst>
                  <a:ext uri="{FF2B5EF4-FFF2-40B4-BE49-F238E27FC236}">
                    <a16:creationId xmlns:a16="http://schemas.microsoft.com/office/drawing/2014/main" id="{423EDBFE-4ED9-0C21-6C62-667B1C117B74}"/>
                  </a:ext>
                </a:extLst>
              </p:cNvPr>
              <p:cNvGrpSpPr>
                <a:grpSpLocks/>
              </p:cNvGrpSpPr>
              <p:nvPr/>
            </p:nvGrpSpPr>
            <p:grpSpPr bwMode="auto">
              <a:xfrm>
                <a:off x="871778" y="1539380"/>
                <a:ext cx="298450" cy="168771"/>
                <a:chOff x="465" y="2127"/>
                <a:chExt cx="188" cy="171"/>
              </a:xfrm>
            </p:grpSpPr>
            <p:sp>
              <p:nvSpPr>
                <p:cNvPr id="135" name="Freeform 146">
                  <a:extLst>
                    <a:ext uri="{FF2B5EF4-FFF2-40B4-BE49-F238E27FC236}">
                      <a16:creationId xmlns:a16="http://schemas.microsoft.com/office/drawing/2014/main" id="{4FF88354-79EB-40D7-1E45-BB67843BB843}"/>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6" name="Freeform 147">
                  <a:extLst>
                    <a:ext uri="{FF2B5EF4-FFF2-40B4-BE49-F238E27FC236}">
                      <a16:creationId xmlns:a16="http://schemas.microsoft.com/office/drawing/2014/main" id="{C85F7EB5-DA2E-0AAD-206B-C0C72452D213}"/>
                    </a:ext>
                  </a:extLst>
                </p:cNvPr>
                <p:cNvSpPr>
                  <a:spLocks/>
                </p:cNvSpPr>
                <p:nvPr/>
              </p:nvSpPr>
              <p:spPr bwMode="auto">
                <a:xfrm>
                  <a:off x="465" y="2127"/>
                  <a:ext cx="187" cy="169"/>
                </a:xfrm>
                <a:custGeom>
                  <a:avLst/>
                  <a:gdLst>
                    <a:gd name="T0" fmla="*/ 27 w 187"/>
                    <a:gd name="T1" fmla="*/ 0 h 169"/>
                    <a:gd name="T2" fmla="*/ 27 w 187"/>
                    <a:gd name="T3" fmla="*/ 21 h 169"/>
                    <a:gd name="T4" fmla="*/ 70 w 187"/>
                    <a:gd name="T5" fmla="*/ 21 h 169"/>
                    <a:gd name="T6" fmla="*/ 93 w 187"/>
                    <a:gd name="T7" fmla="*/ 66 h 169"/>
                    <a:gd name="T8" fmla="*/ 117 w 187"/>
                    <a:gd name="T9" fmla="*/ 21 h 169"/>
                    <a:gd name="T10" fmla="*/ 160 w 187"/>
                    <a:gd name="T11" fmla="*/ 21 h 169"/>
                    <a:gd name="T12" fmla="*/ 160 w 187"/>
                    <a:gd name="T13" fmla="*/ 0 h 169"/>
                    <a:gd name="T14" fmla="*/ 187 w 187"/>
                    <a:gd name="T15" fmla="*/ 26 h 169"/>
                    <a:gd name="T16" fmla="*/ 160 w 187"/>
                    <a:gd name="T17" fmla="*/ 53 h 169"/>
                    <a:gd name="T18" fmla="*/ 160 w 187"/>
                    <a:gd name="T19" fmla="*/ 35 h 169"/>
                    <a:gd name="T20" fmla="*/ 129 w 187"/>
                    <a:gd name="T21" fmla="*/ 35 h 169"/>
                    <a:gd name="T22" fmla="*/ 103 w 187"/>
                    <a:gd name="T23" fmla="*/ 84 h 169"/>
                    <a:gd name="T24" fmla="*/ 129 w 187"/>
                    <a:gd name="T25" fmla="*/ 136 h 169"/>
                    <a:gd name="T26" fmla="*/ 160 w 187"/>
                    <a:gd name="T27" fmla="*/ 136 h 169"/>
                    <a:gd name="T28" fmla="*/ 160 w 187"/>
                    <a:gd name="T29" fmla="*/ 118 h 169"/>
                    <a:gd name="T30" fmla="*/ 187 w 187"/>
                    <a:gd name="T31" fmla="*/ 143 h 169"/>
                    <a:gd name="T32" fmla="*/ 160 w 187"/>
                    <a:gd name="T33" fmla="*/ 169 h 169"/>
                    <a:gd name="T34" fmla="*/ 160 w 187"/>
                    <a:gd name="T35" fmla="*/ 149 h 169"/>
                    <a:gd name="T36" fmla="*/ 117 w 187"/>
                    <a:gd name="T37" fmla="*/ 149 h 169"/>
                    <a:gd name="T38" fmla="*/ 93 w 187"/>
                    <a:gd name="T39" fmla="*/ 103 h 169"/>
                    <a:gd name="T40" fmla="*/ 70 w 187"/>
                    <a:gd name="T41" fmla="*/ 151 h 169"/>
                    <a:gd name="T42" fmla="*/ 27 w 187"/>
                    <a:gd name="T43" fmla="*/ 151 h 169"/>
                    <a:gd name="T44" fmla="*/ 27 w 187"/>
                    <a:gd name="T45" fmla="*/ 169 h 169"/>
                    <a:gd name="T46" fmla="*/ 0 w 187"/>
                    <a:gd name="T47" fmla="*/ 143 h 169"/>
                    <a:gd name="T48" fmla="*/ 27 w 187"/>
                    <a:gd name="T49" fmla="*/ 118 h 169"/>
                    <a:gd name="T50" fmla="*/ 27 w 187"/>
                    <a:gd name="T51" fmla="*/ 136 h 169"/>
                    <a:gd name="T52" fmla="*/ 57 w 187"/>
                    <a:gd name="T53" fmla="*/ 136 h 169"/>
                    <a:gd name="T54" fmla="*/ 84 w 187"/>
                    <a:gd name="T55" fmla="*/ 84 h 169"/>
                    <a:gd name="T56" fmla="*/ 57 w 187"/>
                    <a:gd name="T57" fmla="*/ 35 h 169"/>
                    <a:gd name="T58" fmla="*/ 27 w 187"/>
                    <a:gd name="T59" fmla="*/ 35 h 169"/>
                    <a:gd name="T60" fmla="*/ 27 w 187"/>
                    <a:gd name="T61" fmla="*/ 51 h 169"/>
                    <a:gd name="T62" fmla="*/ 0 w 187"/>
                    <a:gd name="T63" fmla="*/ 26 h 169"/>
                    <a:gd name="T64" fmla="*/ 27 w 187"/>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7" h="169">
                      <a:moveTo>
                        <a:pt x="27" y="0"/>
                      </a:moveTo>
                      <a:lnTo>
                        <a:pt x="27" y="21"/>
                      </a:lnTo>
                      <a:lnTo>
                        <a:pt x="70" y="21"/>
                      </a:lnTo>
                      <a:lnTo>
                        <a:pt x="93" y="66"/>
                      </a:lnTo>
                      <a:lnTo>
                        <a:pt x="117" y="21"/>
                      </a:lnTo>
                      <a:lnTo>
                        <a:pt x="160" y="21"/>
                      </a:lnTo>
                      <a:lnTo>
                        <a:pt x="160" y="0"/>
                      </a:lnTo>
                      <a:lnTo>
                        <a:pt x="187" y="26"/>
                      </a:lnTo>
                      <a:lnTo>
                        <a:pt x="160" y="53"/>
                      </a:lnTo>
                      <a:lnTo>
                        <a:pt x="160" y="35"/>
                      </a:lnTo>
                      <a:lnTo>
                        <a:pt x="129" y="35"/>
                      </a:lnTo>
                      <a:lnTo>
                        <a:pt x="103" y="84"/>
                      </a:lnTo>
                      <a:lnTo>
                        <a:pt x="129" y="136"/>
                      </a:lnTo>
                      <a:lnTo>
                        <a:pt x="160" y="136"/>
                      </a:lnTo>
                      <a:lnTo>
                        <a:pt x="160" y="118"/>
                      </a:lnTo>
                      <a:lnTo>
                        <a:pt x="187" y="143"/>
                      </a:lnTo>
                      <a:lnTo>
                        <a:pt x="160" y="169"/>
                      </a:lnTo>
                      <a:lnTo>
                        <a:pt x="160" y="149"/>
                      </a:lnTo>
                      <a:lnTo>
                        <a:pt x="117" y="149"/>
                      </a:lnTo>
                      <a:lnTo>
                        <a:pt x="93" y="103"/>
                      </a:lnTo>
                      <a:lnTo>
                        <a:pt x="70" y="151"/>
                      </a:lnTo>
                      <a:lnTo>
                        <a:pt x="27" y="151"/>
                      </a:lnTo>
                      <a:lnTo>
                        <a:pt x="27" y="169"/>
                      </a:lnTo>
                      <a:lnTo>
                        <a:pt x="0" y="143"/>
                      </a:lnTo>
                      <a:lnTo>
                        <a:pt x="27" y="118"/>
                      </a:lnTo>
                      <a:lnTo>
                        <a:pt x="27" y="136"/>
                      </a:lnTo>
                      <a:lnTo>
                        <a:pt x="57" y="136"/>
                      </a:lnTo>
                      <a:lnTo>
                        <a:pt x="84" y="84"/>
                      </a:lnTo>
                      <a:lnTo>
                        <a:pt x="57" y="35"/>
                      </a:lnTo>
                      <a:lnTo>
                        <a:pt x="27" y="35"/>
                      </a:lnTo>
                      <a:lnTo>
                        <a:pt x="27" y="51"/>
                      </a:lnTo>
                      <a:lnTo>
                        <a:pt x="0" y="26"/>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7" name="Freeform 148">
                  <a:extLst>
                    <a:ext uri="{FF2B5EF4-FFF2-40B4-BE49-F238E27FC236}">
                      <a16:creationId xmlns:a16="http://schemas.microsoft.com/office/drawing/2014/main" id="{D8D91F86-AFBB-4038-9A45-DBEF5F29FD7E}"/>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sp>
              <p:nvSpPr>
                <p:cNvPr id="138" name="Freeform 149">
                  <a:extLst>
                    <a:ext uri="{FF2B5EF4-FFF2-40B4-BE49-F238E27FC236}">
                      <a16:creationId xmlns:a16="http://schemas.microsoft.com/office/drawing/2014/main" id="{1F8C048C-725D-5322-E0E1-6A725FA5CF5C}"/>
                    </a:ext>
                  </a:extLst>
                </p:cNvPr>
                <p:cNvSpPr>
                  <a:spLocks/>
                </p:cNvSpPr>
                <p:nvPr/>
              </p:nvSpPr>
              <p:spPr bwMode="auto">
                <a:xfrm>
                  <a:off x="467" y="2128"/>
                  <a:ext cx="186" cy="170"/>
                </a:xfrm>
                <a:custGeom>
                  <a:avLst/>
                  <a:gdLst>
                    <a:gd name="T0" fmla="*/ 27 w 186"/>
                    <a:gd name="T1" fmla="*/ 0 h 170"/>
                    <a:gd name="T2" fmla="*/ 27 w 186"/>
                    <a:gd name="T3" fmla="*/ 22 h 170"/>
                    <a:gd name="T4" fmla="*/ 70 w 186"/>
                    <a:gd name="T5" fmla="*/ 22 h 170"/>
                    <a:gd name="T6" fmla="*/ 92 w 186"/>
                    <a:gd name="T7" fmla="*/ 67 h 170"/>
                    <a:gd name="T8" fmla="*/ 116 w 186"/>
                    <a:gd name="T9" fmla="*/ 22 h 170"/>
                    <a:gd name="T10" fmla="*/ 159 w 186"/>
                    <a:gd name="T11" fmla="*/ 22 h 170"/>
                    <a:gd name="T12" fmla="*/ 159 w 186"/>
                    <a:gd name="T13" fmla="*/ 0 h 170"/>
                    <a:gd name="T14" fmla="*/ 186 w 186"/>
                    <a:gd name="T15" fmla="*/ 27 h 170"/>
                    <a:gd name="T16" fmla="*/ 159 w 186"/>
                    <a:gd name="T17" fmla="*/ 53 h 170"/>
                    <a:gd name="T18" fmla="*/ 159 w 186"/>
                    <a:gd name="T19" fmla="*/ 35 h 170"/>
                    <a:gd name="T20" fmla="*/ 128 w 186"/>
                    <a:gd name="T21" fmla="*/ 35 h 170"/>
                    <a:gd name="T22" fmla="*/ 103 w 186"/>
                    <a:gd name="T23" fmla="*/ 85 h 170"/>
                    <a:gd name="T24" fmla="*/ 128 w 186"/>
                    <a:gd name="T25" fmla="*/ 137 h 170"/>
                    <a:gd name="T26" fmla="*/ 159 w 186"/>
                    <a:gd name="T27" fmla="*/ 137 h 170"/>
                    <a:gd name="T28" fmla="*/ 159 w 186"/>
                    <a:gd name="T29" fmla="*/ 118 h 170"/>
                    <a:gd name="T30" fmla="*/ 186 w 186"/>
                    <a:gd name="T31" fmla="*/ 143 h 170"/>
                    <a:gd name="T32" fmla="*/ 159 w 186"/>
                    <a:gd name="T33" fmla="*/ 170 h 170"/>
                    <a:gd name="T34" fmla="*/ 159 w 186"/>
                    <a:gd name="T35" fmla="*/ 150 h 170"/>
                    <a:gd name="T36" fmla="*/ 116 w 186"/>
                    <a:gd name="T37" fmla="*/ 150 h 170"/>
                    <a:gd name="T38" fmla="*/ 92 w 186"/>
                    <a:gd name="T39" fmla="*/ 103 h 170"/>
                    <a:gd name="T40" fmla="*/ 70 w 186"/>
                    <a:gd name="T41" fmla="*/ 151 h 170"/>
                    <a:gd name="T42" fmla="*/ 27 w 186"/>
                    <a:gd name="T43" fmla="*/ 151 h 170"/>
                    <a:gd name="T44" fmla="*/ 27 w 186"/>
                    <a:gd name="T45" fmla="*/ 170 h 170"/>
                    <a:gd name="T46" fmla="*/ 0 w 186"/>
                    <a:gd name="T47" fmla="*/ 143 h 170"/>
                    <a:gd name="T48" fmla="*/ 27 w 186"/>
                    <a:gd name="T49" fmla="*/ 118 h 170"/>
                    <a:gd name="T50" fmla="*/ 27 w 186"/>
                    <a:gd name="T51" fmla="*/ 137 h 170"/>
                    <a:gd name="T52" fmla="*/ 56 w 186"/>
                    <a:gd name="T53" fmla="*/ 137 h 170"/>
                    <a:gd name="T54" fmla="*/ 83 w 186"/>
                    <a:gd name="T55" fmla="*/ 85 h 170"/>
                    <a:gd name="T56" fmla="*/ 56 w 186"/>
                    <a:gd name="T57" fmla="*/ 35 h 170"/>
                    <a:gd name="T58" fmla="*/ 27 w 186"/>
                    <a:gd name="T59" fmla="*/ 35 h 170"/>
                    <a:gd name="T60" fmla="*/ 27 w 186"/>
                    <a:gd name="T61" fmla="*/ 52 h 170"/>
                    <a:gd name="T62" fmla="*/ 0 w 186"/>
                    <a:gd name="T63" fmla="*/ 27 h 170"/>
                    <a:gd name="T64" fmla="*/ 27 w 186"/>
                    <a:gd name="T65" fmla="*/ 0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170">
                      <a:moveTo>
                        <a:pt x="27" y="0"/>
                      </a:moveTo>
                      <a:lnTo>
                        <a:pt x="27" y="22"/>
                      </a:lnTo>
                      <a:lnTo>
                        <a:pt x="70" y="22"/>
                      </a:lnTo>
                      <a:lnTo>
                        <a:pt x="92" y="67"/>
                      </a:lnTo>
                      <a:lnTo>
                        <a:pt x="116" y="22"/>
                      </a:lnTo>
                      <a:lnTo>
                        <a:pt x="159" y="22"/>
                      </a:lnTo>
                      <a:lnTo>
                        <a:pt x="159" y="0"/>
                      </a:lnTo>
                      <a:lnTo>
                        <a:pt x="186" y="27"/>
                      </a:lnTo>
                      <a:lnTo>
                        <a:pt x="159" y="53"/>
                      </a:lnTo>
                      <a:lnTo>
                        <a:pt x="159" y="35"/>
                      </a:lnTo>
                      <a:lnTo>
                        <a:pt x="128" y="35"/>
                      </a:lnTo>
                      <a:lnTo>
                        <a:pt x="103" y="85"/>
                      </a:lnTo>
                      <a:lnTo>
                        <a:pt x="128" y="137"/>
                      </a:lnTo>
                      <a:lnTo>
                        <a:pt x="159" y="137"/>
                      </a:lnTo>
                      <a:lnTo>
                        <a:pt x="159" y="118"/>
                      </a:lnTo>
                      <a:lnTo>
                        <a:pt x="186" y="143"/>
                      </a:lnTo>
                      <a:lnTo>
                        <a:pt x="159" y="170"/>
                      </a:lnTo>
                      <a:lnTo>
                        <a:pt x="159" y="150"/>
                      </a:lnTo>
                      <a:lnTo>
                        <a:pt x="116" y="150"/>
                      </a:lnTo>
                      <a:lnTo>
                        <a:pt x="92" y="103"/>
                      </a:lnTo>
                      <a:lnTo>
                        <a:pt x="70" y="151"/>
                      </a:lnTo>
                      <a:lnTo>
                        <a:pt x="27" y="151"/>
                      </a:lnTo>
                      <a:lnTo>
                        <a:pt x="27" y="170"/>
                      </a:lnTo>
                      <a:lnTo>
                        <a:pt x="0" y="143"/>
                      </a:lnTo>
                      <a:lnTo>
                        <a:pt x="27" y="118"/>
                      </a:lnTo>
                      <a:lnTo>
                        <a:pt x="27" y="137"/>
                      </a:lnTo>
                      <a:lnTo>
                        <a:pt x="56" y="137"/>
                      </a:lnTo>
                      <a:lnTo>
                        <a:pt x="83" y="85"/>
                      </a:lnTo>
                      <a:lnTo>
                        <a:pt x="56" y="35"/>
                      </a:lnTo>
                      <a:lnTo>
                        <a:pt x="27" y="35"/>
                      </a:lnTo>
                      <a:lnTo>
                        <a:pt x="27" y="52"/>
                      </a:lnTo>
                      <a:lnTo>
                        <a:pt x="0" y="27"/>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050" b="1">
                    <a:ea typeface="微软雅黑" panose="020B0503020204020204" pitchFamily="34" charset="-122"/>
                  </a:endParaRPr>
                </a:p>
              </p:txBody>
            </p:sp>
          </p:grpSp>
        </p:grpSp>
        <p:grpSp>
          <p:nvGrpSpPr>
            <p:cNvPr id="41" name="组合 3256">
              <a:extLst>
                <a:ext uri="{FF2B5EF4-FFF2-40B4-BE49-F238E27FC236}">
                  <a16:creationId xmlns:a16="http://schemas.microsoft.com/office/drawing/2014/main" id="{E073802C-59D6-F7BF-197C-CBDF84348799}"/>
                </a:ext>
              </a:extLst>
            </p:cNvPr>
            <p:cNvGrpSpPr>
              <a:grpSpLocks/>
            </p:cNvGrpSpPr>
            <p:nvPr/>
          </p:nvGrpSpPr>
          <p:grpSpPr bwMode="auto">
            <a:xfrm>
              <a:off x="7531428" y="3202103"/>
              <a:ext cx="989112" cy="545961"/>
              <a:chOff x="9866202" y="1510266"/>
              <a:chExt cx="1309687" cy="703263"/>
            </a:xfrm>
          </p:grpSpPr>
          <p:pic>
            <p:nvPicPr>
              <p:cNvPr id="125" name="Picture 226">
                <a:extLst>
                  <a:ext uri="{FF2B5EF4-FFF2-40B4-BE49-F238E27FC236}">
                    <a16:creationId xmlns:a16="http://schemas.microsoft.com/office/drawing/2014/main" id="{D79BD0AC-D92E-F307-C20D-20479A9B020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6202" y="1510266"/>
                <a:ext cx="130968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6" name="Text Box 353">
                <a:extLst>
                  <a:ext uri="{FF2B5EF4-FFF2-40B4-BE49-F238E27FC236}">
                    <a16:creationId xmlns:a16="http://schemas.microsoft.com/office/drawing/2014/main" id="{E31B67B9-BD44-92C0-B788-C19D0648F1C9}"/>
                  </a:ext>
                </a:extLst>
              </p:cNvPr>
              <p:cNvSpPr txBox="1">
                <a:spLocks noChangeArrowheads="1"/>
              </p:cNvSpPr>
              <p:nvPr/>
            </p:nvSpPr>
            <p:spPr bwMode="auto">
              <a:xfrm>
                <a:off x="10012484" y="1711879"/>
                <a:ext cx="1091736" cy="34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a:t>
                </a:r>
                <a:endParaRPr lang="zh-CN" altLang="en-US" sz="1000" b="1">
                  <a:ea typeface="微软雅黑" panose="020B0503020204020204" pitchFamily="34" charset="-122"/>
                </a:endParaRPr>
              </a:p>
            </p:txBody>
          </p:sp>
        </p:grpSp>
        <p:sp>
          <p:nvSpPr>
            <p:cNvPr id="42" name="Text Box 358">
              <a:extLst>
                <a:ext uri="{FF2B5EF4-FFF2-40B4-BE49-F238E27FC236}">
                  <a16:creationId xmlns:a16="http://schemas.microsoft.com/office/drawing/2014/main" id="{DDBB97BA-B580-8AC0-072E-A7ECC5973328}"/>
                </a:ext>
              </a:extLst>
            </p:cNvPr>
            <p:cNvSpPr txBox="1">
              <a:spLocks noChangeArrowheads="1"/>
            </p:cNvSpPr>
            <p:nvPr/>
          </p:nvSpPr>
          <p:spPr bwMode="auto">
            <a:xfrm>
              <a:off x="4815975" y="2431843"/>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43" name="Text Box 358">
              <a:extLst>
                <a:ext uri="{FF2B5EF4-FFF2-40B4-BE49-F238E27FC236}">
                  <a16:creationId xmlns:a16="http://schemas.microsoft.com/office/drawing/2014/main" id="{A27421EF-7877-C759-285C-804ED8E5DAA2}"/>
                </a:ext>
              </a:extLst>
            </p:cNvPr>
            <p:cNvSpPr txBox="1">
              <a:spLocks noChangeArrowheads="1"/>
            </p:cNvSpPr>
            <p:nvPr/>
          </p:nvSpPr>
          <p:spPr bwMode="auto">
            <a:xfrm rot="859865">
              <a:off x="4817175" y="3135336"/>
              <a:ext cx="1654299" cy="271567"/>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165.60/16 </a:t>
              </a:r>
              <a:r>
                <a:rPr lang="zh-CN" altLang="en-US" sz="1000" b="1">
                  <a:ea typeface="微软雅黑" panose="020B0503020204020204" pitchFamily="34" charset="-122"/>
                </a:rPr>
                <a:t>的标签是 </a:t>
              </a: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44" name="Line 420">
              <a:extLst>
                <a:ext uri="{FF2B5EF4-FFF2-40B4-BE49-F238E27FC236}">
                  <a16:creationId xmlns:a16="http://schemas.microsoft.com/office/drawing/2014/main" id="{3603D423-4439-1DC2-9542-192FEF2321B2}"/>
                </a:ext>
              </a:extLst>
            </p:cNvPr>
            <p:cNvSpPr>
              <a:spLocks noChangeShapeType="1"/>
            </p:cNvSpPr>
            <p:nvPr/>
          </p:nvSpPr>
          <p:spPr bwMode="auto">
            <a:xfrm rot="17283846">
              <a:off x="4759966" y="2928406"/>
              <a:ext cx="11092" cy="21340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45" name="Text Box 358">
              <a:extLst>
                <a:ext uri="{FF2B5EF4-FFF2-40B4-BE49-F238E27FC236}">
                  <a16:creationId xmlns:a16="http://schemas.microsoft.com/office/drawing/2014/main" id="{D42EB2B3-7D5E-0A47-3687-706C91435158}"/>
                </a:ext>
              </a:extLst>
            </p:cNvPr>
            <p:cNvSpPr txBox="1">
              <a:spLocks noChangeArrowheads="1"/>
            </p:cNvSpPr>
            <p:nvPr/>
          </p:nvSpPr>
          <p:spPr bwMode="auto">
            <a:xfrm>
              <a:off x="6254191" y="1624608"/>
              <a:ext cx="745302"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80       0 </a:t>
              </a:r>
              <a:endParaRPr lang="zh-CN" altLang="en-US" sz="1000" b="1">
                <a:ea typeface="微软雅黑" panose="020B0503020204020204" pitchFamily="34" charset="-122"/>
              </a:endParaRPr>
            </a:p>
          </p:txBody>
        </p:sp>
        <p:sp>
          <p:nvSpPr>
            <p:cNvPr id="46" name="Text Box 358">
              <a:extLst>
                <a:ext uri="{FF2B5EF4-FFF2-40B4-BE49-F238E27FC236}">
                  <a16:creationId xmlns:a16="http://schemas.microsoft.com/office/drawing/2014/main" id="{8F999D1B-F1A7-854B-F31B-178D1627FFCA}"/>
                </a:ext>
              </a:extLst>
            </p:cNvPr>
            <p:cNvSpPr txBox="1">
              <a:spLocks noChangeArrowheads="1"/>
            </p:cNvSpPr>
            <p:nvPr/>
          </p:nvSpPr>
          <p:spPr bwMode="auto">
            <a:xfrm>
              <a:off x="6157532"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47" name="Text Box 358">
              <a:extLst>
                <a:ext uri="{FF2B5EF4-FFF2-40B4-BE49-F238E27FC236}">
                  <a16:creationId xmlns:a16="http://schemas.microsoft.com/office/drawing/2014/main" id="{893AE4F5-9CAB-059E-3CA4-AFF31F3B9281}"/>
                </a:ext>
              </a:extLst>
            </p:cNvPr>
            <p:cNvSpPr txBox="1">
              <a:spLocks noChangeArrowheads="1"/>
            </p:cNvSpPr>
            <p:nvPr/>
          </p:nvSpPr>
          <p:spPr bwMode="auto">
            <a:xfrm>
              <a:off x="6548380"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48" name="Text Box 358">
              <a:extLst>
                <a:ext uri="{FF2B5EF4-FFF2-40B4-BE49-F238E27FC236}">
                  <a16:creationId xmlns:a16="http://schemas.microsoft.com/office/drawing/2014/main" id="{01D16BAF-939B-EE76-D0F8-B2D353275B55}"/>
                </a:ext>
              </a:extLst>
            </p:cNvPr>
            <p:cNvSpPr txBox="1">
              <a:spLocks noChangeArrowheads="1"/>
            </p:cNvSpPr>
            <p:nvPr/>
          </p:nvSpPr>
          <p:spPr bwMode="auto">
            <a:xfrm>
              <a:off x="6888875"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0" name="组合 1">
              <a:extLst>
                <a:ext uri="{FF2B5EF4-FFF2-40B4-BE49-F238E27FC236}">
                  <a16:creationId xmlns:a16="http://schemas.microsoft.com/office/drawing/2014/main" id="{440E0F96-E644-E268-9F04-AE3942B07210}"/>
                </a:ext>
              </a:extLst>
            </p:cNvPr>
            <p:cNvGrpSpPr>
              <a:grpSpLocks/>
            </p:cNvGrpSpPr>
            <p:nvPr/>
          </p:nvGrpSpPr>
          <p:grpSpPr bwMode="auto">
            <a:xfrm>
              <a:off x="6226999" y="1624609"/>
              <a:ext cx="1100612" cy="215673"/>
              <a:chOff x="8213725" y="1520825"/>
              <a:chExt cx="2092325" cy="277813"/>
            </a:xfrm>
          </p:grpSpPr>
          <p:cxnSp>
            <p:nvCxnSpPr>
              <p:cNvPr id="123" name="直接连接符 3285">
                <a:extLst>
                  <a:ext uri="{FF2B5EF4-FFF2-40B4-BE49-F238E27FC236}">
                    <a16:creationId xmlns:a16="http://schemas.microsoft.com/office/drawing/2014/main" id="{DDF01111-67D1-1B6F-5CE1-0DB58B08658B}"/>
                  </a:ext>
                </a:extLst>
              </p:cNvPr>
              <p:cNvCxnSpPr>
                <a:cxnSpLocks/>
              </p:cNvCxnSpPr>
              <p:nvPr/>
            </p:nvCxnSpPr>
            <p:spPr bwMode="auto">
              <a:xfrm>
                <a:off x="8223250" y="1520825"/>
                <a:ext cx="208280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4" name="直接连接符 3286">
                <a:extLst>
                  <a:ext uri="{FF2B5EF4-FFF2-40B4-BE49-F238E27FC236}">
                    <a16:creationId xmlns:a16="http://schemas.microsoft.com/office/drawing/2014/main" id="{B2362971-0A4F-A768-E80C-2E1E9E6020C1}"/>
                  </a:ext>
                </a:extLst>
              </p:cNvPr>
              <p:cNvCxnSpPr>
                <a:cxnSpLocks/>
              </p:cNvCxnSpPr>
              <p:nvPr/>
            </p:nvCxnSpPr>
            <p:spPr bwMode="auto">
              <a:xfrm>
                <a:off x="8213725" y="1798638"/>
                <a:ext cx="208280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1" name="直接连接符 3288">
              <a:extLst>
                <a:ext uri="{FF2B5EF4-FFF2-40B4-BE49-F238E27FC236}">
                  <a16:creationId xmlns:a16="http://schemas.microsoft.com/office/drawing/2014/main" id="{58EDF95F-DC8D-07F6-80F5-C228DFDB3E0F}"/>
                </a:ext>
              </a:extLst>
            </p:cNvPr>
            <p:cNvCxnSpPr>
              <a:cxnSpLocks/>
            </p:cNvCxnSpPr>
            <p:nvPr/>
          </p:nvCxnSpPr>
          <p:spPr bwMode="auto">
            <a:xfrm>
              <a:off x="6613053" y="1254884"/>
              <a:ext cx="1199"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2" name="直接连接符 3289">
              <a:extLst>
                <a:ext uri="{FF2B5EF4-FFF2-40B4-BE49-F238E27FC236}">
                  <a16:creationId xmlns:a16="http://schemas.microsoft.com/office/drawing/2014/main" id="{8DA9AEAC-42E3-93BC-6037-895F5DCF28F6}"/>
                </a:ext>
              </a:extLst>
            </p:cNvPr>
            <p:cNvCxnSpPr>
              <a:cxnSpLocks/>
            </p:cNvCxnSpPr>
            <p:nvPr/>
          </p:nvCxnSpPr>
          <p:spPr bwMode="auto">
            <a:xfrm>
              <a:off x="6958343" y="1254884"/>
              <a:ext cx="47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53" name="Text Box 358">
              <a:extLst>
                <a:ext uri="{FF2B5EF4-FFF2-40B4-BE49-F238E27FC236}">
                  <a16:creationId xmlns:a16="http://schemas.microsoft.com/office/drawing/2014/main" id="{1745AE59-7CF6-E4DC-1E7B-D9DE4F348A47}"/>
                </a:ext>
              </a:extLst>
            </p:cNvPr>
            <p:cNvSpPr txBox="1">
              <a:spLocks noChangeArrowheads="1"/>
            </p:cNvSpPr>
            <p:nvPr/>
          </p:nvSpPr>
          <p:spPr bwMode="auto">
            <a:xfrm>
              <a:off x="3903374" y="162214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81       0</a:t>
              </a:r>
              <a:endParaRPr lang="zh-CN" altLang="en-US" sz="1000" b="1">
                <a:ea typeface="微软雅黑" panose="020B0503020204020204" pitchFamily="34" charset="-122"/>
              </a:endParaRPr>
            </a:p>
          </p:txBody>
        </p:sp>
        <p:sp>
          <p:nvSpPr>
            <p:cNvPr id="54" name="Text Box 358">
              <a:extLst>
                <a:ext uri="{FF2B5EF4-FFF2-40B4-BE49-F238E27FC236}">
                  <a16:creationId xmlns:a16="http://schemas.microsoft.com/office/drawing/2014/main" id="{180F818F-82BF-8A36-DBF1-BA1EC5DD0409}"/>
                </a:ext>
              </a:extLst>
            </p:cNvPr>
            <p:cNvSpPr txBox="1">
              <a:spLocks noChangeArrowheads="1"/>
            </p:cNvSpPr>
            <p:nvPr/>
          </p:nvSpPr>
          <p:spPr bwMode="auto">
            <a:xfrm>
              <a:off x="3818431" y="124132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55" name="Text Box 358">
              <a:extLst>
                <a:ext uri="{FF2B5EF4-FFF2-40B4-BE49-F238E27FC236}">
                  <a16:creationId xmlns:a16="http://schemas.microsoft.com/office/drawing/2014/main" id="{88B47797-8765-2F5E-BCF1-D516A12A6E61}"/>
                </a:ext>
              </a:extLst>
            </p:cNvPr>
            <p:cNvSpPr txBox="1">
              <a:spLocks noChangeArrowheads="1"/>
            </p:cNvSpPr>
            <p:nvPr/>
          </p:nvSpPr>
          <p:spPr bwMode="auto">
            <a:xfrm>
              <a:off x="4215277" y="1246257"/>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56" name="Text Box 358">
              <a:extLst>
                <a:ext uri="{FF2B5EF4-FFF2-40B4-BE49-F238E27FC236}">
                  <a16:creationId xmlns:a16="http://schemas.microsoft.com/office/drawing/2014/main" id="{BF93E546-9383-581C-7F19-078CB9EA2C62}"/>
                </a:ext>
              </a:extLst>
            </p:cNvPr>
            <p:cNvSpPr txBox="1">
              <a:spLocks noChangeArrowheads="1"/>
            </p:cNvSpPr>
            <p:nvPr/>
          </p:nvSpPr>
          <p:spPr bwMode="auto">
            <a:xfrm>
              <a:off x="4555771" y="1242559"/>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58" name="组合 3303">
              <a:extLst>
                <a:ext uri="{FF2B5EF4-FFF2-40B4-BE49-F238E27FC236}">
                  <a16:creationId xmlns:a16="http://schemas.microsoft.com/office/drawing/2014/main" id="{709CA50D-2F72-21AA-B7FD-65DEEC20442C}"/>
                </a:ext>
              </a:extLst>
            </p:cNvPr>
            <p:cNvGrpSpPr>
              <a:grpSpLocks/>
            </p:cNvGrpSpPr>
            <p:nvPr/>
          </p:nvGrpSpPr>
          <p:grpSpPr bwMode="auto">
            <a:xfrm>
              <a:off x="3861524" y="1617214"/>
              <a:ext cx="1140176" cy="205814"/>
              <a:chOff x="374152" y="5167871"/>
              <a:chExt cx="2069011" cy="264309"/>
            </a:xfrm>
          </p:grpSpPr>
          <p:cxnSp>
            <p:nvCxnSpPr>
              <p:cNvPr id="121" name="直接连接符 3307">
                <a:extLst>
                  <a:ext uri="{FF2B5EF4-FFF2-40B4-BE49-F238E27FC236}">
                    <a16:creationId xmlns:a16="http://schemas.microsoft.com/office/drawing/2014/main" id="{409FB9C5-2519-5BE7-CB2E-BEAF64D056A6}"/>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2" name="直接连接符 3308">
                <a:extLst>
                  <a:ext uri="{FF2B5EF4-FFF2-40B4-BE49-F238E27FC236}">
                    <a16:creationId xmlns:a16="http://schemas.microsoft.com/office/drawing/2014/main" id="{495C5966-1616-A9F3-0E9D-83B4EC897076}"/>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59" name="直接连接符 3305">
              <a:extLst>
                <a:ext uri="{FF2B5EF4-FFF2-40B4-BE49-F238E27FC236}">
                  <a16:creationId xmlns:a16="http://schemas.microsoft.com/office/drawing/2014/main" id="{B8A06F62-68A5-1008-34C9-DFB1740462CE}"/>
                </a:ext>
              </a:extLst>
            </p:cNvPr>
            <p:cNvCxnSpPr>
              <a:cxnSpLocks/>
            </p:cNvCxnSpPr>
            <p:nvPr/>
          </p:nvCxnSpPr>
          <p:spPr bwMode="auto">
            <a:xfrm>
              <a:off x="4281147" y="1254884"/>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60" name="直接连接符 3306">
              <a:extLst>
                <a:ext uri="{FF2B5EF4-FFF2-40B4-BE49-F238E27FC236}">
                  <a16:creationId xmlns:a16="http://schemas.microsoft.com/office/drawing/2014/main" id="{F44326F7-227E-BA21-A38B-435CB0FB5006}"/>
                </a:ext>
              </a:extLst>
            </p:cNvPr>
            <p:cNvCxnSpPr>
              <a:cxnSpLocks/>
            </p:cNvCxnSpPr>
            <p:nvPr/>
          </p:nvCxnSpPr>
          <p:spPr bwMode="auto">
            <a:xfrm>
              <a:off x="4626437" y="1254884"/>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61" name="Text Box 358">
              <a:extLst>
                <a:ext uri="{FF2B5EF4-FFF2-40B4-BE49-F238E27FC236}">
                  <a16:creationId xmlns:a16="http://schemas.microsoft.com/office/drawing/2014/main" id="{461DB84A-A6A3-38BC-714E-9699B98B7F01}"/>
                </a:ext>
              </a:extLst>
            </p:cNvPr>
            <p:cNvSpPr txBox="1">
              <a:spLocks noChangeArrowheads="1"/>
            </p:cNvSpPr>
            <p:nvPr/>
          </p:nvSpPr>
          <p:spPr bwMode="auto">
            <a:xfrm>
              <a:off x="3906973" y="1815634"/>
              <a:ext cx="707586"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40       1</a:t>
              </a:r>
              <a:endParaRPr lang="zh-CN" altLang="en-US" sz="1000" b="1">
                <a:ea typeface="微软雅黑" panose="020B0503020204020204" pitchFamily="34" charset="-122"/>
              </a:endParaRPr>
            </a:p>
          </p:txBody>
        </p:sp>
        <p:sp>
          <p:nvSpPr>
            <p:cNvPr id="62" name="Text Box 358">
              <a:extLst>
                <a:ext uri="{FF2B5EF4-FFF2-40B4-BE49-F238E27FC236}">
                  <a16:creationId xmlns:a16="http://schemas.microsoft.com/office/drawing/2014/main" id="{E2DD745A-FD8D-009A-E3E2-7D8438EC0817}"/>
                </a:ext>
              </a:extLst>
            </p:cNvPr>
            <p:cNvSpPr txBox="1">
              <a:spLocks noChangeArrowheads="1"/>
            </p:cNvSpPr>
            <p:nvPr/>
          </p:nvSpPr>
          <p:spPr bwMode="auto">
            <a:xfrm>
              <a:off x="4642595" y="1618447"/>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80</a:t>
              </a:r>
              <a:endParaRPr lang="zh-CN" altLang="en-US" sz="1000" b="1">
                <a:ea typeface="微软雅黑" panose="020B0503020204020204" pitchFamily="34" charset="-122"/>
              </a:endParaRPr>
            </a:p>
          </p:txBody>
        </p:sp>
        <p:sp>
          <p:nvSpPr>
            <p:cNvPr id="63" name="Text Box 358">
              <a:extLst>
                <a:ext uri="{FF2B5EF4-FFF2-40B4-BE49-F238E27FC236}">
                  <a16:creationId xmlns:a16="http://schemas.microsoft.com/office/drawing/2014/main" id="{5785740E-8C25-93FC-1088-A42D8516A6D0}"/>
                </a:ext>
              </a:extLst>
            </p:cNvPr>
            <p:cNvSpPr txBox="1">
              <a:spLocks noChangeArrowheads="1"/>
            </p:cNvSpPr>
            <p:nvPr/>
          </p:nvSpPr>
          <p:spPr bwMode="auto">
            <a:xfrm>
              <a:off x="4624013" y="1814401"/>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70</a:t>
              </a:r>
              <a:endParaRPr lang="zh-CN" altLang="en-US" sz="1000" b="1">
                <a:ea typeface="微软雅黑" panose="020B0503020204020204" pitchFamily="34" charset="-122"/>
              </a:endParaRPr>
            </a:p>
          </p:txBody>
        </p:sp>
        <p:sp>
          <p:nvSpPr>
            <p:cNvPr id="64" name="Text Box 358">
              <a:extLst>
                <a:ext uri="{FF2B5EF4-FFF2-40B4-BE49-F238E27FC236}">
                  <a16:creationId xmlns:a16="http://schemas.microsoft.com/office/drawing/2014/main" id="{D3BD4D12-3EFF-E1C4-4670-482B05569340}"/>
                </a:ext>
              </a:extLst>
            </p:cNvPr>
            <p:cNvSpPr txBox="1">
              <a:spLocks noChangeArrowheads="1"/>
            </p:cNvSpPr>
            <p:nvPr/>
          </p:nvSpPr>
          <p:spPr bwMode="auto">
            <a:xfrm>
              <a:off x="1738754" y="1618447"/>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65" name="Text Box 358">
              <a:extLst>
                <a:ext uri="{FF2B5EF4-FFF2-40B4-BE49-F238E27FC236}">
                  <a16:creationId xmlns:a16="http://schemas.microsoft.com/office/drawing/2014/main" id="{53468379-336C-CBDE-C710-D041FEF21289}"/>
                </a:ext>
              </a:extLst>
            </p:cNvPr>
            <p:cNvSpPr txBox="1">
              <a:spLocks noChangeArrowheads="1"/>
            </p:cNvSpPr>
            <p:nvPr/>
          </p:nvSpPr>
          <p:spPr bwMode="auto">
            <a:xfrm>
              <a:off x="1263526"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66" name="Text Box 358">
              <a:extLst>
                <a:ext uri="{FF2B5EF4-FFF2-40B4-BE49-F238E27FC236}">
                  <a16:creationId xmlns:a16="http://schemas.microsoft.com/office/drawing/2014/main" id="{6BD9C28C-349B-0020-553F-7FC4812CD2EF}"/>
                </a:ext>
              </a:extLst>
            </p:cNvPr>
            <p:cNvSpPr txBox="1">
              <a:spLocks noChangeArrowheads="1"/>
            </p:cNvSpPr>
            <p:nvPr/>
          </p:nvSpPr>
          <p:spPr bwMode="auto">
            <a:xfrm>
              <a:off x="1637591" y="1261046"/>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67" name="Text Box 358">
              <a:extLst>
                <a:ext uri="{FF2B5EF4-FFF2-40B4-BE49-F238E27FC236}">
                  <a16:creationId xmlns:a16="http://schemas.microsoft.com/office/drawing/2014/main" id="{29A523A9-F34B-1344-0844-62AFCC98E3B7}"/>
                </a:ext>
              </a:extLst>
            </p:cNvPr>
            <p:cNvSpPr txBox="1">
              <a:spLocks noChangeArrowheads="1"/>
            </p:cNvSpPr>
            <p:nvPr/>
          </p:nvSpPr>
          <p:spPr bwMode="auto">
            <a:xfrm>
              <a:off x="1978085" y="1264743"/>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grpSp>
          <p:nvGrpSpPr>
            <p:cNvPr id="69" name="组合 3319">
              <a:extLst>
                <a:ext uri="{FF2B5EF4-FFF2-40B4-BE49-F238E27FC236}">
                  <a16:creationId xmlns:a16="http://schemas.microsoft.com/office/drawing/2014/main" id="{74FA3A5E-2ADD-D66A-54E9-5199E9431BD8}"/>
                </a:ext>
              </a:extLst>
            </p:cNvPr>
            <p:cNvGrpSpPr>
              <a:grpSpLocks/>
            </p:cNvGrpSpPr>
            <p:nvPr/>
          </p:nvGrpSpPr>
          <p:grpSpPr bwMode="auto">
            <a:xfrm>
              <a:off x="1329398" y="1638166"/>
              <a:ext cx="1091020" cy="205813"/>
              <a:chOff x="374152" y="5167871"/>
              <a:chExt cx="2069011" cy="264309"/>
            </a:xfrm>
          </p:grpSpPr>
          <p:cxnSp>
            <p:nvCxnSpPr>
              <p:cNvPr id="119" name="直接连接符 3320">
                <a:extLst>
                  <a:ext uri="{FF2B5EF4-FFF2-40B4-BE49-F238E27FC236}">
                    <a16:creationId xmlns:a16="http://schemas.microsoft.com/office/drawing/2014/main" id="{FC53121F-7A34-C286-0A61-4D95C6CA8EB8}"/>
                  </a:ext>
                </a:extLst>
              </p:cNvPr>
              <p:cNvCxnSpPr>
                <a:cxnSpLocks/>
              </p:cNvCxnSpPr>
              <p:nvPr/>
            </p:nvCxnSpPr>
            <p:spPr bwMode="auto">
              <a:xfrm>
                <a:off x="389873" y="5167871"/>
                <a:ext cx="2053290"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20" name="直接连接符 3321">
                <a:extLst>
                  <a:ext uri="{FF2B5EF4-FFF2-40B4-BE49-F238E27FC236}">
                    <a16:creationId xmlns:a16="http://schemas.microsoft.com/office/drawing/2014/main" id="{74503143-6B08-7ADE-E7DE-2E1A59833E1C}"/>
                  </a:ext>
                </a:extLst>
              </p:cNvPr>
              <p:cNvCxnSpPr>
                <a:cxnSpLocks/>
              </p:cNvCxnSpPr>
              <p:nvPr/>
            </p:nvCxnSpPr>
            <p:spPr bwMode="auto">
              <a:xfrm>
                <a:off x="374152" y="5432180"/>
                <a:ext cx="205329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70" name="直接连接符 3323">
              <a:extLst>
                <a:ext uri="{FF2B5EF4-FFF2-40B4-BE49-F238E27FC236}">
                  <a16:creationId xmlns:a16="http://schemas.microsoft.com/office/drawing/2014/main" id="{551EB162-8480-7C4E-79C1-96F55191D56A}"/>
                </a:ext>
              </a:extLst>
            </p:cNvPr>
            <p:cNvCxnSpPr>
              <a:cxnSpLocks/>
            </p:cNvCxnSpPr>
            <p:nvPr/>
          </p:nvCxnSpPr>
          <p:spPr bwMode="auto">
            <a:xfrm>
              <a:off x="1703462" y="1269673"/>
              <a:ext cx="0" cy="78998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1" name="直接连接符 3324">
              <a:extLst>
                <a:ext uri="{FF2B5EF4-FFF2-40B4-BE49-F238E27FC236}">
                  <a16:creationId xmlns:a16="http://schemas.microsoft.com/office/drawing/2014/main" id="{844A480A-48FD-5E68-F166-F643429209BD}"/>
                </a:ext>
              </a:extLst>
            </p:cNvPr>
            <p:cNvCxnSpPr>
              <a:cxnSpLocks/>
            </p:cNvCxnSpPr>
            <p:nvPr/>
          </p:nvCxnSpPr>
          <p:spPr bwMode="auto">
            <a:xfrm>
              <a:off x="2048752" y="1269673"/>
              <a:ext cx="3596" cy="78012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72" name="Text Box 358">
              <a:extLst>
                <a:ext uri="{FF2B5EF4-FFF2-40B4-BE49-F238E27FC236}">
                  <a16:creationId xmlns:a16="http://schemas.microsoft.com/office/drawing/2014/main" id="{7049F277-B9D4-E002-3084-2BAB32224C34}"/>
                </a:ext>
              </a:extLst>
            </p:cNvPr>
            <p:cNvSpPr txBox="1">
              <a:spLocks noChangeArrowheads="1"/>
            </p:cNvSpPr>
            <p:nvPr/>
          </p:nvSpPr>
          <p:spPr bwMode="auto">
            <a:xfrm>
              <a:off x="1733959" y="1829190"/>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endParaRPr lang="zh-CN" altLang="en-US" sz="1000" b="1">
                <a:ea typeface="微软雅黑" panose="020B0503020204020204" pitchFamily="34" charset="-122"/>
              </a:endParaRPr>
            </a:p>
          </p:txBody>
        </p:sp>
        <p:sp>
          <p:nvSpPr>
            <p:cNvPr id="73" name="Text Box 358">
              <a:extLst>
                <a:ext uri="{FF2B5EF4-FFF2-40B4-BE49-F238E27FC236}">
                  <a16:creationId xmlns:a16="http://schemas.microsoft.com/office/drawing/2014/main" id="{24335B2D-86B6-75A1-EC2C-3D1F44348435}"/>
                </a:ext>
              </a:extLst>
            </p:cNvPr>
            <p:cNvSpPr txBox="1">
              <a:spLocks noChangeArrowheads="1"/>
            </p:cNvSpPr>
            <p:nvPr/>
          </p:nvSpPr>
          <p:spPr bwMode="auto">
            <a:xfrm>
              <a:off x="2063712" y="1633236"/>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81</a:t>
              </a:r>
              <a:endParaRPr lang="zh-CN" altLang="en-US" sz="1000" b="1">
                <a:ea typeface="微软雅黑" panose="020B0503020204020204" pitchFamily="34" charset="-122"/>
              </a:endParaRPr>
            </a:p>
          </p:txBody>
        </p:sp>
        <p:sp>
          <p:nvSpPr>
            <p:cNvPr id="74" name="Text Box 358">
              <a:extLst>
                <a:ext uri="{FF2B5EF4-FFF2-40B4-BE49-F238E27FC236}">
                  <a16:creationId xmlns:a16="http://schemas.microsoft.com/office/drawing/2014/main" id="{211A0D87-5941-F7A2-B8E8-F4FB81E79428}"/>
                </a:ext>
              </a:extLst>
            </p:cNvPr>
            <p:cNvSpPr txBox="1">
              <a:spLocks noChangeArrowheads="1"/>
            </p:cNvSpPr>
            <p:nvPr/>
          </p:nvSpPr>
          <p:spPr bwMode="auto">
            <a:xfrm>
              <a:off x="2045727" y="1829190"/>
              <a:ext cx="36812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40</a:t>
              </a:r>
              <a:endParaRPr lang="zh-CN" altLang="en-US" sz="1000" b="1">
                <a:ea typeface="微软雅黑" panose="020B0503020204020204" pitchFamily="34" charset="-122"/>
              </a:endParaRPr>
            </a:p>
          </p:txBody>
        </p:sp>
        <p:sp>
          <p:nvSpPr>
            <p:cNvPr id="75" name="Text Box 410">
              <a:extLst>
                <a:ext uri="{FF2B5EF4-FFF2-40B4-BE49-F238E27FC236}">
                  <a16:creationId xmlns:a16="http://schemas.microsoft.com/office/drawing/2014/main" id="{E2F3038F-CF03-1AAA-03FD-2E645150BBB4}"/>
                </a:ext>
              </a:extLst>
            </p:cNvPr>
            <p:cNvSpPr txBox="1">
              <a:spLocks noChangeArrowheads="1"/>
            </p:cNvSpPr>
            <p:nvPr/>
          </p:nvSpPr>
          <p:spPr bwMode="auto">
            <a:xfrm>
              <a:off x="1947966" y="2550154"/>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76" name="Text Box 353">
              <a:extLst>
                <a:ext uri="{FF2B5EF4-FFF2-40B4-BE49-F238E27FC236}">
                  <a16:creationId xmlns:a16="http://schemas.microsoft.com/office/drawing/2014/main" id="{6C030BEB-909B-A539-8FBE-74922B6271F5}"/>
                </a:ext>
              </a:extLst>
            </p:cNvPr>
            <p:cNvSpPr txBox="1">
              <a:spLocks noChangeArrowheads="1"/>
            </p:cNvSpPr>
            <p:nvPr/>
          </p:nvSpPr>
          <p:spPr bwMode="auto">
            <a:xfrm>
              <a:off x="1356534" y="1761408"/>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7" name="Text Box 353">
              <a:extLst>
                <a:ext uri="{FF2B5EF4-FFF2-40B4-BE49-F238E27FC236}">
                  <a16:creationId xmlns:a16="http://schemas.microsoft.com/office/drawing/2014/main" id="{4DA894C2-A396-CB98-8272-AA3A4110B601}"/>
                </a:ext>
              </a:extLst>
            </p:cNvPr>
            <p:cNvSpPr txBox="1">
              <a:spLocks noChangeArrowheads="1"/>
            </p:cNvSpPr>
            <p:nvPr/>
          </p:nvSpPr>
          <p:spPr bwMode="auto">
            <a:xfrm>
              <a:off x="1361331" y="1551897"/>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8" name="Text Box 353">
              <a:extLst>
                <a:ext uri="{FF2B5EF4-FFF2-40B4-BE49-F238E27FC236}">
                  <a16:creationId xmlns:a16="http://schemas.microsoft.com/office/drawing/2014/main" id="{D7CD4AF2-821B-BA2C-8B1A-A34DABC3BB14}"/>
                </a:ext>
              </a:extLst>
            </p:cNvPr>
            <p:cNvSpPr txBox="1">
              <a:spLocks noChangeArrowheads="1"/>
            </p:cNvSpPr>
            <p:nvPr/>
          </p:nvSpPr>
          <p:spPr bwMode="auto">
            <a:xfrm>
              <a:off x="6986679" y="1549432"/>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79" name="任意多边形: 形状 78">
              <a:extLst>
                <a:ext uri="{FF2B5EF4-FFF2-40B4-BE49-F238E27FC236}">
                  <a16:creationId xmlns:a16="http://schemas.microsoft.com/office/drawing/2014/main" id="{3488E3DE-DC3D-6471-6B8F-7ECA116F26F9}"/>
                </a:ext>
              </a:extLst>
            </p:cNvPr>
            <p:cNvSpPr/>
            <p:nvPr/>
          </p:nvSpPr>
          <p:spPr bwMode="auto">
            <a:xfrm>
              <a:off x="3867518" y="2048560"/>
              <a:ext cx="1126988" cy="568145"/>
            </a:xfrm>
            <a:custGeom>
              <a:avLst/>
              <a:gdLst>
                <a:gd name="connsiteX0" fmla="*/ 0 w 2096086"/>
                <a:gd name="connsiteY0" fmla="*/ 7034 h 731520"/>
                <a:gd name="connsiteX1" fmla="*/ 2096086 w 2096086"/>
                <a:gd name="connsiteY1" fmla="*/ 0 h 731520"/>
                <a:gd name="connsiteX2" fmla="*/ 1104314 w 2096086"/>
                <a:gd name="connsiteY2" fmla="*/ 724486 h 731520"/>
                <a:gd name="connsiteX3" fmla="*/ 935501 w 2096086"/>
                <a:gd name="connsiteY3" fmla="*/ 731520 h 731520"/>
                <a:gd name="connsiteX4" fmla="*/ 0 w 2096086"/>
                <a:gd name="connsiteY4" fmla="*/ 7034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086" h="731520">
                  <a:moveTo>
                    <a:pt x="0" y="7034"/>
                  </a:moveTo>
                  <a:lnTo>
                    <a:pt x="2096086" y="0"/>
                  </a:lnTo>
                  <a:lnTo>
                    <a:pt x="1104314" y="724486"/>
                  </a:lnTo>
                  <a:lnTo>
                    <a:pt x="935501" y="731520"/>
                  </a:lnTo>
                  <a:lnTo>
                    <a:pt x="0" y="7034"/>
                  </a:lnTo>
                  <a:close/>
                </a:path>
              </a:pathLst>
            </a:custGeom>
            <a:gradFill flip="none" rotWithShape="1">
              <a:gsLst>
                <a:gs pos="0">
                  <a:srgbClr val="00FFFF">
                    <a:tint val="66000"/>
                    <a:satMod val="160000"/>
                  </a:srgbClr>
                </a:gs>
                <a:gs pos="50000">
                  <a:srgbClr val="00FFFF">
                    <a:tint val="44500"/>
                    <a:satMod val="160000"/>
                  </a:srgbClr>
                </a:gs>
                <a:gs pos="100000">
                  <a:schemeClr val="bg1"/>
                </a:gs>
              </a:gsLst>
              <a:lin ang="16200000" scaled="1"/>
              <a:tileRect/>
            </a:gradFill>
            <a:ln w="9525" cap="flat" cmpd="sng" algn="ctr">
              <a:noFill/>
              <a:prstDash val="solid"/>
              <a:round/>
              <a:headEnd type="none" w="med" len="med"/>
              <a:tailEnd type="none" w="med" len="med"/>
            </a:ln>
            <a:effectLst/>
          </p:spPr>
          <p:txBody>
            <a:bodyPr/>
            <a:lstStyle/>
            <a:p>
              <a:pPr algn="ctr"/>
              <a:endParaRPr lang="zh-CN" altLang="en-US" sz="1050" b="1">
                <a:ea typeface="微软雅黑" panose="020B0503020204020204" pitchFamily="34" charset="-122"/>
              </a:endParaRPr>
            </a:p>
          </p:txBody>
        </p:sp>
        <p:pic>
          <p:nvPicPr>
            <p:cNvPr id="80" name="Picture 377">
              <a:extLst>
                <a:ext uri="{FF2B5EF4-FFF2-40B4-BE49-F238E27FC236}">
                  <a16:creationId xmlns:a16="http://schemas.microsoft.com/office/drawing/2014/main" id="{13316525-D115-CD78-E53E-9DFC51E31D8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67959" y="2606846"/>
              <a:ext cx="293737" cy="36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 Box 358">
              <a:extLst>
                <a:ext uri="{FF2B5EF4-FFF2-40B4-BE49-F238E27FC236}">
                  <a16:creationId xmlns:a16="http://schemas.microsoft.com/office/drawing/2014/main" id="{BB914498-4971-6E26-7ACD-A25236FCEA26}"/>
                </a:ext>
              </a:extLst>
            </p:cNvPr>
            <p:cNvSpPr txBox="1">
              <a:spLocks noChangeArrowheads="1"/>
            </p:cNvSpPr>
            <p:nvPr/>
          </p:nvSpPr>
          <p:spPr bwMode="auto">
            <a:xfrm>
              <a:off x="2288093" y="2291347"/>
              <a:ext cx="1729734" cy="434508"/>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128.70/16 </a:t>
              </a:r>
              <a:r>
                <a:rPr lang="zh-CN" altLang="en-US" sz="1000" b="1">
                  <a:ea typeface="微软雅黑" panose="020B0503020204020204" pitchFamily="34" charset="-122"/>
                </a:rPr>
                <a:t>的标签是 </a:t>
              </a:r>
              <a:r>
                <a:rPr lang="en-US" altLang="zh-CN" sz="1000" b="1">
                  <a:ea typeface="微软雅黑" panose="020B0503020204020204" pitchFamily="34" charset="-122"/>
                </a:rPr>
                <a:t>81</a:t>
              </a:r>
            </a:p>
            <a:p>
              <a:pPr algn="ctr" eaLnBrk="1" hangingPunct="1">
                <a:lnSpc>
                  <a:spcPct val="90000"/>
                </a:lnSpc>
                <a:spcBef>
                  <a:spcPct val="0"/>
                </a:spcBef>
                <a:buFontTx/>
                <a:buNone/>
              </a:pPr>
              <a:r>
                <a:rPr lang="en-US" altLang="zh-CN" sz="1000" b="1">
                  <a:ea typeface="微软雅黑" panose="020B0503020204020204" pitchFamily="34" charset="-122"/>
                </a:rPr>
                <a:t> 165.60/16 </a:t>
              </a:r>
              <a:r>
                <a:rPr lang="zh-CN" altLang="en-US" sz="1000" b="1">
                  <a:ea typeface="微软雅黑" panose="020B0503020204020204" pitchFamily="34" charset="-122"/>
                </a:rPr>
                <a:t>的标签是 </a:t>
              </a:r>
              <a:r>
                <a:rPr lang="en-US" altLang="zh-CN" sz="1000" b="1">
                  <a:ea typeface="微软雅黑" panose="020B0503020204020204" pitchFamily="34" charset="-122"/>
                </a:rPr>
                <a:t>40</a:t>
              </a:r>
              <a:r>
                <a:rPr lang="zh-CN" altLang="en-US" sz="1000" b="1">
                  <a:ea typeface="微软雅黑" panose="020B0503020204020204" pitchFamily="34" charset="-122"/>
                </a:rPr>
                <a:t> </a:t>
              </a:r>
            </a:p>
          </p:txBody>
        </p:sp>
        <p:sp>
          <p:nvSpPr>
            <p:cNvPr id="82" name="Line 420">
              <a:extLst>
                <a:ext uri="{FF2B5EF4-FFF2-40B4-BE49-F238E27FC236}">
                  <a16:creationId xmlns:a16="http://schemas.microsoft.com/office/drawing/2014/main" id="{1897C29D-280E-1B1C-C5CB-813560954929}"/>
                </a:ext>
              </a:extLst>
            </p:cNvPr>
            <p:cNvSpPr>
              <a:spLocks noChangeShapeType="1"/>
            </p:cNvSpPr>
            <p:nvPr/>
          </p:nvSpPr>
          <p:spPr bwMode="auto">
            <a:xfrm rot="17283846">
              <a:off x="2177930" y="2435055"/>
              <a:ext cx="66551" cy="185833"/>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83" name="Text Box 410">
              <a:extLst>
                <a:ext uri="{FF2B5EF4-FFF2-40B4-BE49-F238E27FC236}">
                  <a16:creationId xmlns:a16="http://schemas.microsoft.com/office/drawing/2014/main" id="{05257FDC-AF30-A237-292D-364D772CF259}"/>
                </a:ext>
              </a:extLst>
            </p:cNvPr>
            <p:cNvSpPr txBox="1">
              <a:spLocks noChangeArrowheads="1"/>
            </p:cNvSpPr>
            <p:nvPr/>
          </p:nvSpPr>
          <p:spPr bwMode="auto">
            <a:xfrm>
              <a:off x="6867148" y="2534133"/>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0</a:t>
              </a:r>
            </a:p>
          </p:txBody>
        </p:sp>
        <p:sp>
          <p:nvSpPr>
            <p:cNvPr id="84" name="文本框 3342">
              <a:extLst>
                <a:ext uri="{FF2B5EF4-FFF2-40B4-BE49-F238E27FC236}">
                  <a16:creationId xmlns:a16="http://schemas.microsoft.com/office/drawing/2014/main" id="{3B03B904-AB43-6E97-F1F3-C5214658E04D}"/>
                </a:ext>
              </a:extLst>
            </p:cNvPr>
            <p:cNvSpPr txBox="1">
              <a:spLocks noChangeArrowheads="1"/>
            </p:cNvSpPr>
            <p:nvPr/>
          </p:nvSpPr>
          <p:spPr bwMode="auto">
            <a:xfrm>
              <a:off x="6633435" y="1714576"/>
              <a:ext cx="3832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100" b="1">
                  <a:ea typeface="微软雅黑" panose="020B0503020204020204" pitchFamily="34" charset="-122"/>
                  <a:sym typeface="Symbol" panose="05050102010706020507" pitchFamily="18" charset="2"/>
                </a:rPr>
                <a:t></a:t>
              </a:r>
              <a:endParaRPr lang="zh-CN" altLang="en-US" sz="1100" b="1">
                <a:ea typeface="微软雅黑" panose="020B0503020204020204" pitchFamily="34" charset="-122"/>
              </a:endParaRPr>
            </a:p>
          </p:txBody>
        </p:sp>
        <p:sp>
          <p:nvSpPr>
            <p:cNvPr id="85" name="Text Box 353">
              <a:extLst>
                <a:ext uri="{FF2B5EF4-FFF2-40B4-BE49-F238E27FC236}">
                  <a16:creationId xmlns:a16="http://schemas.microsoft.com/office/drawing/2014/main" id="{76DEE86F-247B-414F-95F1-0ED26A5D0B5C}"/>
                </a:ext>
              </a:extLst>
            </p:cNvPr>
            <p:cNvSpPr txBox="1">
              <a:spLocks noChangeArrowheads="1"/>
            </p:cNvSpPr>
            <p:nvPr/>
          </p:nvSpPr>
          <p:spPr bwMode="auto">
            <a:xfrm>
              <a:off x="6994472" y="1744154"/>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86" name="Text Box 350">
              <a:extLst>
                <a:ext uri="{FF2B5EF4-FFF2-40B4-BE49-F238E27FC236}">
                  <a16:creationId xmlns:a16="http://schemas.microsoft.com/office/drawing/2014/main" id="{E032EF83-24B0-B28C-0B4C-75A4F906BF5B}"/>
                </a:ext>
              </a:extLst>
            </p:cNvPr>
            <p:cNvSpPr txBox="1">
              <a:spLocks noChangeArrowheads="1"/>
            </p:cNvSpPr>
            <p:nvPr/>
          </p:nvSpPr>
          <p:spPr bwMode="auto">
            <a:xfrm>
              <a:off x="5199522" y="2202613"/>
              <a:ext cx="858455"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eaLnBrk="1" hangingPunct="1">
                <a:lnSpc>
                  <a:spcPct val="90000"/>
                </a:lnSpc>
                <a:spcBef>
                  <a:spcPct val="0"/>
                </a:spcBef>
                <a:buFontTx/>
                <a:buNone/>
              </a:pPr>
              <a:r>
                <a:rPr lang="zh-CN" altLang="en-US" sz="1000" b="1">
                  <a:ea typeface="微软雅黑" panose="020B0503020204020204" pitchFamily="34" charset="-122"/>
                </a:rPr>
                <a:t>使用 </a:t>
              </a:r>
              <a:r>
                <a:rPr lang="en-US" altLang="zh-CN" sz="1000" b="1">
                  <a:ea typeface="微软雅黑" panose="020B0503020204020204" pitchFamily="34" charset="-122"/>
                </a:rPr>
                <a:t>LDP</a:t>
              </a:r>
            </a:p>
          </p:txBody>
        </p:sp>
        <p:sp>
          <p:nvSpPr>
            <p:cNvPr id="87" name="Rectangle 414">
              <a:extLst>
                <a:ext uri="{FF2B5EF4-FFF2-40B4-BE49-F238E27FC236}">
                  <a16:creationId xmlns:a16="http://schemas.microsoft.com/office/drawing/2014/main" id="{A8000CA4-3150-4074-7026-29286BA252CB}"/>
                </a:ext>
              </a:extLst>
            </p:cNvPr>
            <p:cNvSpPr>
              <a:spLocks noChangeArrowheads="1"/>
            </p:cNvSpPr>
            <p:nvPr/>
          </p:nvSpPr>
          <p:spPr bwMode="auto">
            <a:xfrm rot="10800000">
              <a:off x="5599963" y="2794174"/>
              <a:ext cx="449596"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88" name="Rectangle 415">
              <a:extLst>
                <a:ext uri="{FF2B5EF4-FFF2-40B4-BE49-F238E27FC236}">
                  <a16:creationId xmlns:a16="http://schemas.microsoft.com/office/drawing/2014/main" id="{7DECF375-105A-A462-C8A8-EDA272A28788}"/>
                </a:ext>
              </a:extLst>
            </p:cNvPr>
            <p:cNvSpPr>
              <a:spLocks noChangeArrowheads="1"/>
            </p:cNvSpPr>
            <p:nvPr/>
          </p:nvSpPr>
          <p:spPr bwMode="auto">
            <a:xfrm>
              <a:off x="6049559" y="2794174"/>
              <a:ext cx="152264" cy="142960"/>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900" b="1">
                  <a:ea typeface="微软雅黑" panose="020B0503020204020204" pitchFamily="34" charset="-122"/>
                </a:rPr>
                <a:t>80</a:t>
              </a:r>
            </a:p>
          </p:txBody>
        </p:sp>
        <p:sp>
          <p:nvSpPr>
            <p:cNvPr id="89" name="Rectangle 414">
              <a:extLst>
                <a:ext uri="{FF2B5EF4-FFF2-40B4-BE49-F238E27FC236}">
                  <a16:creationId xmlns:a16="http://schemas.microsoft.com/office/drawing/2014/main" id="{8D3116A4-6BF8-291E-6FEC-202B5642F302}"/>
                </a:ext>
              </a:extLst>
            </p:cNvPr>
            <p:cNvSpPr>
              <a:spLocks noChangeArrowheads="1"/>
            </p:cNvSpPr>
            <p:nvPr/>
          </p:nvSpPr>
          <p:spPr bwMode="auto">
            <a:xfrm rot="10800000">
              <a:off x="1026070" y="2804033"/>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0" name="Line 345">
              <a:extLst>
                <a:ext uri="{FF2B5EF4-FFF2-40B4-BE49-F238E27FC236}">
                  <a16:creationId xmlns:a16="http://schemas.microsoft.com/office/drawing/2014/main" id="{0DEEEB24-8F0A-9C14-8576-6CF576D3D7D4}"/>
                </a:ext>
              </a:extLst>
            </p:cNvPr>
            <p:cNvSpPr>
              <a:spLocks noChangeShapeType="1"/>
            </p:cNvSpPr>
            <p:nvPr/>
          </p:nvSpPr>
          <p:spPr bwMode="auto">
            <a:xfrm flipV="1">
              <a:off x="7511047" y="2863189"/>
              <a:ext cx="177441" cy="0"/>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1" name="Text Box 353">
              <a:extLst>
                <a:ext uri="{FF2B5EF4-FFF2-40B4-BE49-F238E27FC236}">
                  <a16:creationId xmlns:a16="http://schemas.microsoft.com/office/drawing/2014/main" id="{DF74AB73-91DD-89AD-A2DE-AD3B32D96B7D}"/>
                </a:ext>
              </a:extLst>
            </p:cNvPr>
            <p:cNvSpPr txBox="1">
              <a:spLocks noChangeArrowheads="1"/>
            </p:cNvSpPr>
            <p:nvPr/>
          </p:nvSpPr>
          <p:spPr bwMode="auto">
            <a:xfrm>
              <a:off x="6712980" y="2919880"/>
              <a:ext cx="1201686"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发往 </a:t>
              </a:r>
              <a:r>
                <a:rPr lang="en-US" altLang="zh-CN" sz="1000" b="1">
                  <a:ea typeface="微软雅黑" panose="020B0503020204020204" pitchFamily="34" charset="-122"/>
                </a:rPr>
                <a:t>128.70/16 </a:t>
              </a:r>
            </a:p>
            <a:p>
              <a:pPr algn="ctr" eaLnBrk="1" hangingPunct="1">
                <a:lnSpc>
                  <a:spcPct val="90000"/>
                </a:lnSpc>
                <a:spcBef>
                  <a:spcPct val="0"/>
                </a:spcBef>
                <a:buFontTx/>
                <a:buNone/>
              </a:pPr>
              <a:r>
                <a:rPr lang="zh-CN" altLang="en-US" sz="1000" b="1">
                  <a:ea typeface="微软雅黑" panose="020B0503020204020204" pitchFamily="34" charset="-122"/>
                </a:rPr>
                <a:t>的分组</a:t>
              </a:r>
            </a:p>
          </p:txBody>
        </p:sp>
        <p:sp>
          <p:nvSpPr>
            <p:cNvPr id="92" name="Rectangle 414">
              <a:extLst>
                <a:ext uri="{FF2B5EF4-FFF2-40B4-BE49-F238E27FC236}">
                  <a16:creationId xmlns:a16="http://schemas.microsoft.com/office/drawing/2014/main" id="{03527B52-3FA1-2308-9896-25064496A7C0}"/>
                </a:ext>
              </a:extLst>
            </p:cNvPr>
            <p:cNvSpPr>
              <a:spLocks noChangeArrowheads="1"/>
            </p:cNvSpPr>
            <p:nvPr/>
          </p:nvSpPr>
          <p:spPr bwMode="auto">
            <a:xfrm rot="10800000">
              <a:off x="7035074" y="2792941"/>
              <a:ext cx="469978" cy="142960"/>
            </a:xfrm>
            <a:prstGeom prst="rect">
              <a:avLst/>
            </a:prstGeom>
            <a:solidFill>
              <a:srgbClr val="FFC000"/>
            </a:solidFill>
            <a:ln w="9525">
              <a:solidFill>
                <a:schemeClr val="tx1"/>
              </a:solidFill>
              <a:miter lim="800000"/>
              <a:headEnd/>
              <a:tailEnd/>
            </a:ln>
          </p:spPr>
          <p:txBody>
            <a:bodyPr rot="10800000" wrap="none" anchor="ct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000" b="1">
                <a:ea typeface="微软雅黑" panose="020B0503020204020204" pitchFamily="34" charset="-122"/>
              </a:endParaRPr>
            </a:p>
          </p:txBody>
        </p:sp>
        <p:sp>
          <p:nvSpPr>
            <p:cNvPr id="93" name="Line 345">
              <a:extLst>
                <a:ext uri="{FF2B5EF4-FFF2-40B4-BE49-F238E27FC236}">
                  <a16:creationId xmlns:a16="http://schemas.microsoft.com/office/drawing/2014/main" id="{7B21387D-F19C-1DB0-1973-52412B1847D3}"/>
                </a:ext>
              </a:extLst>
            </p:cNvPr>
            <p:cNvSpPr>
              <a:spLocks noChangeShapeType="1"/>
            </p:cNvSpPr>
            <p:nvPr/>
          </p:nvSpPr>
          <p:spPr bwMode="auto">
            <a:xfrm flipV="1">
              <a:off x="2988708" y="2884140"/>
              <a:ext cx="177441" cy="1233"/>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4" name="AutoShape 357">
              <a:extLst>
                <a:ext uri="{FF2B5EF4-FFF2-40B4-BE49-F238E27FC236}">
                  <a16:creationId xmlns:a16="http://schemas.microsoft.com/office/drawing/2014/main" id="{0B700DD7-D614-A60E-CC4C-05834E153C19}"/>
                </a:ext>
              </a:extLst>
            </p:cNvPr>
            <p:cNvSpPr>
              <a:spLocks noChangeArrowheads="1"/>
            </p:cNvSpPr>
            <p:nvPr/>
          </p:nvSpPr>
          <p:spPr bwMode="auto">
            <a:xfrm flipH="1">
              <a:off x="6802482" y="2097857"/>
              <a:ext cx="870418" cy="256343"/>
            </a:xfrm>
            <a:prstGeom prst="wedgeRoundRectCallout">
              <a:avLst>
                <a:gd name="adj1" fmla="val -26134"/>
                <a:gd name="adj2" fmla="val 251079"/>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95" name="Text Box 356">
              <a:extLst>
                <a:ext uri="{FF2B5EF4-FFF2-40B4-BE49-F238E27FC236}">
                  <a16:creationId xmlns:a16="http://schemas.microsoft.com/office/drawing/2014/main" id="{15988FE0-89EF-DE80-8A48-EC9458C2652C}"/>
                </a:ext>
              </a:extLst>
            </p:cNvPr>
            <p:cNvSpPr txBox="1">
              <a:spLocks noChangeArrowheads="1"/>
            </p:cNvSpPr>
            <p:nvPr/>
          </p:nvSpPr>
          <p:spPr bwMode="auto">
            <a:xfrm>
              <a:off x="6734915" y="2101556"/>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3 </a:t>
              </a:r>
              <a:r>
                <a:rPr lang="zh-CN" altLang="en-US" sz="1000" b="1">
                  <a:ea typeface="微软雅黑" panose="020B0503020204020204" pitchFamily="34" charset="-122"/>
                </a:rPr>
                <a:t>弹出标签</a:t>
              </a:r>
            </a:p>
          </p:txBody>
        </p:sp>
        <p:sp>
          <p:nvSpPr>
            <p:cNvPr id="96" name="Line 345">
              <a:extLst>
                <a:ext uri="{FF2B5EF4-FFF2-40B4-BE49-F238E27FC236}">
                  <a16:creationId xmlns:a16="http://schemas.microsoft.com/office/drawing/2014/main" id="{830993ED-1146-2AFE-CD68-E8148D852F7E}"/>
                </a:ext>
              </a:extLst>
            </p:cNvPr>
            <p:cNvSpPr>
              <a:spLocks noChangeShapeType="1"/>
            </p:cNvSpPr>
            <p:nvPr/>
          </p:nvSpPr>
          <p:spPr bwMode="auto">
            <a:xfrm flipV="1">
              <a:off x="6205419" y="2860724"/>
              <a:ext cx="178640" cy="1232"/>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wrap="none" anchor="ctr"/>
            <a:lstStyle/>
            <a:p>
              <a:endParaRPr lang="zh-CN" altLang="en-US" sz="1050" b="1">
                <a:ea typeface="微软雅黑" panose="020B0503020204020204" pitchFamily="34" charset="-122"/>
              </a:endParaRPr>
            </a:p>
          </p:txBody>
        </p:sp>
        <p:sp>
          <p:nvSpPr>
            <p:cNvPr id="97" name="Text Box 411">
              <a:extLst>
                <a:ext uri="{FF2B5EF4-FFF2-40B4-BE49-F238E27FC236}">
                  <a16:creationId xmlns:a16="http://schemas.microsoft.com/office/drawing/2014/main" id="{3C6C9160-BE73-A547-BF44-BA970E220A27}"/>
                </a:ext>
              </a:extLst>
            </p:cNvPr>
            <p:cNvSpPr txBox="1">
              <a:spLocks noChangeArrowheads="1"/>
            </p:cNvSpPr>
            <p:nvPr/>
          </p:nvSpPr>
          <p:spPr bwMode="auto">
            <a:xfrm>
              <a:off x="1800499" y="2850865"/>
              <a:ext cx="292689" cy="271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en-US" altLang="zh-CN" sz="1000" b="1">
                  <a:ea typeface="微软雅黑" panose="020B0503020204020204" pitchFamily="34" charset="-122"/>
                </a:rPr>
                <a:t>1</a:t>
              </a:r>
            </a:p>
          </p:txBody>
        </p:sp>
        <p:grpSp>
          <p:nvGrpSpPr>
            <p:cNvPr id="98" name="组合 29">
              <a:extLst>
                <a:ext uri="{FF2B5EF4-FFF2-40B4-BE49-F238E27FC236}">
                  <a16:creationId xmlns:a16="http://schemas.microsoft.com/office/drawing/2014/main" id="{7731D197-01DE-FED1-208C-D2109DAC083B}"/>
                </a:ext>
              </a:extLst>
            </p:cNvPr>
            <p:cNvGrpSpPr>
              <a:grpSpLocks/>
            </p:cNvGrpSpPr>
            <p:nvPr/>
          </p:nvGrpSpPr>
          <p:grpSpPr bwMode="auto">
            <a:xfrm>
              <a:off x="728739" y="2418900"/>
              <a:ext cx="530426" cy="289671"/>
              <a:chOff x="4253264" y="3384673"/>
              <a:chExt cx="701744" cy="373591"/>
            </a:xfrm>
          </p:grpSpPr>
          <p:sp>
            <p:nvSpPr>
              <p:cNvPr id="117" name="矩形: 圆角 116">
                <a:extLst>
                  <a:ext uri="{FF2B5EF4-FFF2-40B4-BE49-F238E27FC236}">
                    <a16:creationId xmlns:a16="http://schemas.microsoft.com/office/drawing/2014/main" id="{BEC6FDC5-C3AE-992F-64FF-CA313C970D6E}"/>
                  </a:ext>
                </a:extLst>
              </p:cNvPr>
              <p:cNvSpPr/>
              <p:nvPr/>
            </p:nvSpPr>
            <p:spPr bwMode="auto">
              <a:xfrm>
                <a:off x="4253264" y="3429970"/>
                <a:ext cx="618600"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8" name="文本框 28">
                <a:extLst>
                  <a:ext uri="{FF2B5EF4-FFF2-40B4-BE49-F238E27FC236}">
                    <a16:creationId xmlns:a16="http://schemas.microsoft.com/office/drawing/2014/main" id="{6D8318B9-B32F-06DC-4723-C92AAEC27E69}"/>
                  </a:ext>
                </a:extLst>
              </p:cNvPr>
              <p:cNvSpPr txBox="1">
                <a:spLocks noChangeArrowheads="1"/>
              </p:cNvSpPr>
              <p:nvPr/>
            </p:nvSpPr>
            <p:spPr bwMode="auto">
              <a:xfrm>
                <a:off x="4268386" y="3384673"/>
                <a:ext cx="686622"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dirty="0">
                    <a:ea typeface="微软雅黑" panose="020B0503020204020204" pitchFamily="34" charset="-122"/>
                  </a:rPr>
                  <a:t>上游</a:t>
                </a:r>
              </a:p>
            </p:txBody>
          </p:sp>
        </p:grpSp>
        <p:grpSp>
          <p:nvGrpSpPr>
            <p:cNvPr id="99" name="组合 31">
              <a:extLst>
                <a:ext uri="{FF2B5EF4-FFF2-40B4-BE49-F238E27FC236}">
                  <a16:creationId xmlns:a16="http://schemas.microsoft.com/office/drawing/2014/main" id="{1731C2D7-4438-8BDB-E309-4F7878F9A06C}"/>
                </a:ext>
              </a:extLst>
            </p:cNvPr>
            <p:cNvGrpSpPr>
              <a:grpSpLocks/>
            </p:cNvGrpSpPr>
            <p:nvPr/>
          </p:nvGrpSpPr>
          <p:grpSpPr bwMode="auto">
            <a:xfrm>
              <a:off x="7826362" y="2468814"/>
              <a:ext cx="518995" cy="289671"/>
              <a:chOff x="4253441" y="3397392"/>
              <a:chExt cx="688188" cy="373591"/>
            </a:xfrm>
          </p:grpSpPr>
          <p:sp>
            <p:nvSpPr>
              <p:cNvPr id="115" name="矩形: 圆角 114">
                <a:extLst>
                  <a:ext uri="{FF2B5EF4-FFF2-40B4-BE49-F238E27FC236}">
                    <a16:creationId xmlns:a16="http://schemas.microsoft.com/office/drawing/2014/main" id="{B7F36B04-DAE6-DCFD-7C2E-1C027E037DD6}"/>
                  </a:ext>
                </a:extLst>
              </p:cNvPr>
              <p:cNvSpPr/>
              <p:nvPr/>
            </p:nvSpPr>
            <p:spPr bwMode="auto">
              <a:xfrm>
                <a:off x="4253441" y="3429176"/>
                <a:ext cx="618423" cy="274976"/>
              </a:xfrm>
              <a:prstGeom prst="roundRect">
                <a:avLst>
                  <a:gd name="adj" fmla="val 50000"/>
                </a:avLst>
              </a:prstGeom>
              <a:solidFill>
                <a:srgbClr val="FFFF00"/>
              </a:solidFill>
              <a:ln w="28575" cap="flat" cmpd="sng" algn="ctr">
                <a:solidFill>
                  <a:schemeClr val="tx1"/>
                </a:solidFill>
                <a:prstDash val="solid"/>
                <a:round/>
                <a:headEnd type="none" w="med" len="med"/>
                <a:tailEnd type="none" w="med" len="med"/>
              </a:ln>
              <a:effectLst/>
            </p:spPr>
            <p:txBody>
              <a:bodyPr/>
              <a:lstStyle/>
              <a:p>
                <a:pPr algn="ctr" eaLnBrk="1" hangingPunct="1">
                  <a:defRPr/>
                </a:pPr>
                <a:endParaRPr lang="zh-CN" altLang="en-US" sz="1050" b="1">
                  <a:ea typeface="微软雅黑" panose="020B0503020204020204" pitchFamily="34" charset="-122"/>
                </a:endParaRPr>
              </a:p>
            </p:txBody>
          </p:sp>
          <p:sp>
            <p:nvSpPr>
              <p:cNvPr id="116" name="文本框 33">
                <a:extLst>
                  <a:ext uri="{FF2B5EF4-FFF2-40B4-BE49-F238E27FC236}">
                    <a16:creationId xmlns:a16="http://schemas.microsoft.com/office/drawing/2014/main" id="{2AE575FE-C84F-4B49-24AF-0C735CFECD3D}"/>
                  </a:ext>
                </a:extLst>
              </p:cNvPr>
              <p:cNvSpPr txBox="1">
                <a:spLocks noChangeArrowheads="1"/>
              </p:cNvSpPr>
              <p:nvPr/>
            </p:nvSpPr>
            <p:spPr bwMode="auto">
              <a:xfrm>
                <a:off x="4253441" y="3397392"/>
                <a:ext cx="688188" cy="37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en-US" sz="1000" b="1">
                    <a:ea typeface="微软雅黑" panose="020B0503020204020204" pitchFamily="34" charset="-122"/>
                  </a:rPr>
                  <a:t>下游</a:t>
                </a:r>
              </a:p>
            </p:txBody>
          </p:sp>
        </p:grpSp>
        <p:sp>
          <p:nvSpPr>
            <p:cNvPr id="100" name="文本框 34">
              <a:extLst>
                <a:ext uri="{FF2B5EF4-FFF2-40B4-BE49-F238E27FC236}">
                  <a16:creationId xmlns:a16="http://schemas.microsoft.com/office/drawing/2014/main" id="{2685FA89-6F22-38EF-A812-7FD949952FCE}"/>
                </a:ext>
              </a:extLst>
            </p:cNvPr>
            <p:cNvSpPr txBox="1">
              <a:spLocks noChangeArrowheads="1"/>
            </p:cNvSpPr>
            <p:nvPr/>
          </p:nvSpPr>
          <p:spPr bwMode="auto">
            <a:xfrm>
              <a:off x="1243076" y="1026887"/>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1" name="文本框 35">
              <a:extLst>
                <a:ext uri="{FF2B5EF4-FFF2-40B4-BE49-F238E27FC236}">
                  <a16:creationId xmlns:a16="http://schemas.microsoft.com/office/drawing/2014/main" id="{AA18E47C-9B9F-568C-190A-659CA6D73566}"/>
                </a:ext>
              </a:extLst>
            </p:cNvPr>
            <p:cNvSpPr txBox="1">
              <a:spLocks noChangeArrowheads="1"/>
            </p:cNvSpPr>
            <p:nvPr/>
          </p:nvSpPr>
          <p:spPr bwMode="auto">
            <a:xfrm>
              <a:off x="3799180" y="992379"/>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sp>
          <p:nvSpPr>
            <p:cNvPr id="102" name="文本框 36">
              <a:extLst>
                <a:ext uri="{FF2B5EF4-FFF2-40B4-BE49-F238E27FC236}">
                  <a16:creationId xmlns:a16="http://schemas.microsoft.com/office/drawing/2014/main" id="{E86E53D2-9A7D-F278-DBA7-6CE4B4536A2B}"/>
                </a:ext>
              </a:extLst>
            </p:cNvPr>
            <p:cNvSpPr txBox="1">
              <a:spLocks noChangeArrowheads="1"/>
            </p:cNvSpPr>
            <p:nvPr/>
          </p:nvSpPr>
          <p:spPr bwMode="auto">
            <a:xfrm>
              <a:off x="6137080" y="1001006"/>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cxnSp>
          <p:nvCxnSpPr>
            <p:cNvPr id="103" name="直接箭头连接符 2">
              <a:extLst>
                <a:ext uri="{FF2B5EF4-FFF2-40B4-BE49-F238E27FC236}">
                  <a16:creationId xmlns:a16="http://schemas.microsoft.com/office/drawing/2014/main" id="{B254B202-E61E-7BF6-4801-2A6741ABC2B0}"/>
                </a:ext>
              </a:extLst>
            </p:cNvPr>
            <p:cNvCxnSpPr>
              <a:cxnSpLocks/>
            </p:cNvCxnSpPr>
            <p:nvPr/>
          </p:nvCxnSpPr>
          <p:spPr bwMode="auto">
            <a:xfrm>
              <a:off x="1609946" y="4525720"/>
              <a:ext cx="5941864" cy="0"/>
            </a:xfrm>
            <a:prstGeom prst="straightConnector1">
              <a:avLst/>
            </a:prstGeom>
            <a:noFill/>
            <a:ln w="9525" algn="ctr">
              <a:solidFill>
                <a:schemeClr val="tx1"/>
              </a:solidFill>
              <a:round/>
              <a:headEnd type="triangle" w="sm" len="lg"/>
              <a:tailEnd type="triangle" w="sm" len="lg"/>
            </a:ln>
            <a:extLst>
              <a:ext uri="{909E8E84-426E-40DD-AFC4-6F175D3DCCD1}">
                <a14:hiddenFill xmlns:a14="http://schemas.microsoft.com/office/drawing/2010/main">
                  <a:noFill/>
                </a14:hiddenFill>
              </a:ext>
            </a:extLst>
          </p:spPr>
        </p:cxnSp>
        <p:sp>
          <p:nvSpPr>
            <p:cNvPr id="104" name="Text Box 355">
              <a:extLst>
                <a:ext uri="{FF2B5EF4-FFF2-40B4-BE49-F238E27FC236}">
                  <a16:creationId xmlns:a16="http://schemas.microsoft.com/office/drawing/2014/main" id="{0EA74113-5C0E-8C81-4938-845B31A9F6A3}"/>
                </a:ext>
              </a:extLst>
            </p:cNvPr>
            <p:cNvSpPr txBox="1">
              <a:spLocks noChangeArrowheads="1"/>
            </p:cNvSpPr>
            <p:nvPr/>
          </p:nvSpPr>
          <p:spPr bwMode="auto">
            <a:xfrm>
              <a:off x="4040162" y="4391388"/>
              <a:ext cx="875985" cy="289672"/>
            </a:xfrm>
            <a:prstGeom prst="rect">
              <a:avLst/>
            </a:prstGeom>
            <a:solidFill>
              <a:srgbClr val="C3E3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a:t>
              </a:r>
            </a:p>
          </p:txBody>
        </p:sp>
        <p:sp>
          <p:nvSpPr>
            <p:cNvPr id="105" name="AutoShape 354">
              <a:extLst>
                <a:ext uri="{FF2B5EF4-FFF2-40B4-BE49-F238E27FC236}">
                  <a16:creationId xmlns:a16="http://schemas.microsoft.com/office/drawing/2014/main" id="{00AD5020-2757-2ECB-3A51-62A9680801CE}"/>
                </a:ext>
              </a:extLst>
            </p:cNvPr>
            <p:cNvSpPr>
              <a:spLocks noChangeArrowheads="1"/>
            </p:cNvSpPr>
            <p:nvPr/>
          </p:nvSpPr>
          <p:spPr bwMode="auto">
            <a:xfrm>
              <a:off x="3234487" y="3023403"/>
              <a:ext cx="890800" cy="262505"/>
            </a:xfrm>
            <a:prstGeom prst="wedgeRoundRectCallout">
              <a:avLst>
                <a:gd name="adj1" fmla="val 73259"/>
                <a:gd name="adj2" fmla="val -122694"/>
                <a:gd name="adj3" fmla="val 16667"/>
              </a:avLst>
            </a:prstGeom>
            <a:ln>
              <a:headEnd/>
              <a:tailEnd/>
            </a:ln>
          </p:spPr>
          <p:style>
            <a:lnRef idx="1">
              <a:schemeClr val="accent2"/>
            </a:lnRef>
            <a:fillRef idx="2">
              <a:schemeClr val="accent2"/>
            </a:fillRef>
            <a:effectRef idx="1">
              <a:schemeClr val="accent2"/>
            </a:effectRef>
            <a:fontRef idx="minor">
              <a:schemeClr val="dk1"/>
            </a:fontRef>
          </p:style>
          <p:txBody>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endParaRPr lang="zh-CN" altLang="zh-CN" sz="1200" b="1">
                <a:ea typeface="微软雅黑" panose="020B0503020204020204" pitchFamily="34" charset="-122"/>
              </a:endParaRPr>
            </a:p>
          </p:txBody>
        </p:sp>
        <p:sp>
          <p:nvSpPr>
            <p:cNvPr id="106" name="Text Box 355">
              <a:extLst>
                <a:ext uri="{FF2B5EF4-FFF2-40B4-BE49-F238E27FC236}">
                  <a16:creationId xmlns:a16="http://schemas.microsoft.com/office/drawing/2014/main" id="{D3D9F68C-D140-6A12-CEBA-D54EB91CB118}"/>
                </a:ext>
              </a:extLst>
            </p:cNvPr>
            <p:cNvSpPr txBox="1">
              <a:spLocks noChangeArrowheads="1"/>
            </p:cNvSpPr>
            <p:nvPr/>
          </p:nvSpPr>
          <p:spPr bwMode="auto">
            <a:xfrm>
              <a:off x="3170517" y="3041889"/>
              <a:ext cx="1005555"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a:ea typeface="微软雅黑" panose="020B0503020204020204" pitchFamily="34" charset="-122"/>
                </a:rPr>
                <a:t>R</a:t>
              </a:r>
              <a:r>
                <a:rPr lang="en-US" altLang="zh-CN" sz="1000" b="1" baseline="-25000">
                  <a:ea typeface="微软雅黑" panose="020B0503020204020204" pitchFamily="34" charset="-122"/>
                </a:rPr>
                <a:t>2 </a:t>
              </a:r>
              <a:r>
                <a:rPr lang="zh-CN" altLang="en-US" sz="1000" b="1">
                  <a:ea typeface="微软雅黑" panose="020B0503020204020204" pitchFamily="34" charset="-122"/>
                </a:rPr>
                <a:t>标签交换</a:t>
              </a:r>
            </a:p>
          </p:txBody>
        </p:sp>
        <p:sp>
          <p:nvSpPr>
            <p:cNvPr id="108" name="Text Box 358">
              <a:extLst>
                <a:ext uri="{FF2B5EF4-FFF2-40B4-BE49-F238E27FC236}">
                  <a16:creationId xmlns:a16="http://schemas.microsoft.com/office/drawing/2014/main" id="{697252B1-7258-8F67-0889-FA45F0283AD1}"/>
                </a:ext>
              </a:extLst>
            </p:cNvPr>
            <p:cNvSpPr txBox="1">
              <a:spLocks noChangeArrowheads="1"/>
            </p:cNvSpPr>
            <p:nvPr/>
          </p:nvSpPr>
          <p:spPr bwMode="auto">
            <a:xfrm>
              <a:off x="627262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入</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09" name="Text Box 358">
              <a:extLst>
                <a:ext uri="{FF2B5EF4-FFF2-40B4-BE49-F238E27FC236}">
                  <a16:creationId xmlns:a16="http://schemas.microsoft.com/office/drawing/2014/main" id="{866EE422-65A0-72CA-DE23-58A9E5F89511}"/>
                </a:ext>
              </a:extLst>
            </p:cNvPr>
            <p:cNvSpPr txBox="1">
              <a:spLocks noChangeArrowheads="1"/>
            </p:cNvSpPr>
            <p:nvPr/>
          </p:nvSpPr>
          <p:spPr bwMode="auto">
            <a:xfrm>
              <a:off x="6663478" y="3850355"/>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接口</a:t>
              </a:r>
            </a:p>
          </p:txBody>
        </p:sp>
        <p:sp>
          <p:nvSpPr>
            <p:cNvPr id="110" name="Text Box 358">
              <a:extLst>
                <a:ext uri="{FF2B5EF4-FFF2-40B4-BE49-F238E27FC236}">
                  <a16:creationId xmlns:a16="http://schemas.microsoft.com/office/drawing/2014/main" id="{D3464F8C-6588-A8F3-D95C-ADB72E31DA5B}"/>
                </a:ext>
              </a:extLst>
            </p:cNvPr>
            <p:cNvSpPr txBox="1">
              <a:spLocks noChangeArrowheads="1"/>
            </p:cNvSpPr>
            <p:nvPr/>
          </p:nvSpPr>
          <p:spPr bwMode="auto">
            <a:xfrm>
              <a:off x="7003972" y="3846658"/>
              <a:ext cx="518995" cy="43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000" b="1">
                  <a:ea typeface="微软雅黑" panose="020B0503020204020204" pitchFamily="34" charset="-122"/>
                </a:rPr>
                <a:t>出</a:t>
              </a:r>
              <a:endParaRPr lang="en-US" altLang="zh-CN" sz="1000" b="1">
                <a:ea typeface="微软雅黑" panose="020B0503020204020204" pitchFamily="34" charset="-122"/>
              </a:endParaRPr>
            </a:p>
            <a:p>
              <a:pPr algn="ctr" eaLnBrk="1" hangingPunct="1">
                <a:lnSpc>
                  <a:spcPct val="90000"/>
                </a:lnSpc>
                <a:spcBef>
                  <a:spcPct val="0"/>
                </a:spcBef>
                <a:buFontTx/>
                <a:buNone/>
              </a:pPr>
              <a:r>
                <a:rPr lang="zh-CN" altLang="en-US" sz="1000" b="1">
                  <a:ea typeface="微软雅黑" panose="020B0503020204020204" pitchFamily="34" charset="-122"/>
                </a:rPr>
                <a:t>标签</a:t>
              </a:r>
            </a:p>
          </p:txBody>
        </p:sp>
        <p:sp>
          <p:nvSpPr>
            <p:cNvPr id="112" name="Text Box 353">
              <a:extLst>
                <a:ext uri="{FF2B5EF4-FFF2-40B4-BE49-F238E27FC236}">
                  <a16:creationId xmlns:a16="http://schemas.microsoft.com/office/drawing/2014/main" id="{BAB0A971-AD28-9744-A836-5FB738AC5571}"/>
                </a:ext>
              </a:extLst>
            </p:cNvPr>
            <p:cNvSpPr txBox="1">
              <a:spLocks noChangeArrowheads="1"/>
            </p:cNvSpPr>
            <p:nvPr/>
          </p:nvSpPr>
          <p:spPr bwMode="auto">
            <a:xfrm>
              <a:off x="7101774" y="4153529"/>
              <a:ext cx="334180" cy="33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lnSpc>
                  <a:spcPct val="90000"/>
                </a:lnSpc>
                <a:spcBef>
                  <a:spcPct val="0"/>
                </a:spcBef>
                <a:buFontTx/>
                <a:buNone/>
              </a:pPr>
              <a:r>
                <a:rPr lang="zh-CN" altLang="en-US" sz="1400" b="1">
                  <a:ea typeface="微软雅黑" panose="020B0503020204020204" pitchFamily="34" charset="-122"/>
                  <a:sym typeface="Symbol" panose="05050102010706020507" pitchFamily="18" charset="2"/>
                </a:rPr>
                <a:t></a:t>
              </a:r>
              <a:endParaRPr lang="zh-CN" altLang="en-US" sz="1400" b="1">
                <a:ea typeface="微软雅黑" panose="020B0503020204020204" pitchFamily="34" charset="-122"/>
              </a:endParaRPr>
            </a:p>
          </p:txBody>
        </p:sp>
        <p:sp>
          <p:nvSpPr>
            <p:cNvPr id="113" name="Text Box 355">
              <a:extLst>
                <a:ext uri="{FF2B5EF4-FFF2-40B4-BE49-F238E27FC236}">
                  <a16:creationId xmlns:a16="http://schemas.microsoft.com/office/drawing/2014/main" id="{C26D927D-6206-A9DB-B008-6419B949C860}"/>
                </a:ext>
              </a:extLst>
            </p:cNvPr>
            <p:cNvSpPr txBox="1">
              <a:spLocks noChangeArrowheads="1"/>
            </p:cNvSpPr>
            <p:nvPr/>
          </p:nvSpPr>
          <p:spPr bwMode="auto">
            <a:xfrm>
              <a:off x="1138336" y="3738205"/>
              <a:ext cx="2502883" cy="289672"/>
            </a:xfrm>
            <a:prstGeom prst="rect">
              <a:avLst/>
            </a:prstGeom>
            <a:noFill/>
            <a:ln>
              <a:noFill/>
            </a:ln>
          </p:spPr>
          <p:txBody>
            <a:bodyPr wrap="squar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lgn="ctr" eaLnBrk="1" hangingPunct="1">
                <a:spcBef>
                  <a:spcPct val="0"/>
                </a:spcBef>
                <a:buFontTx/>
                <a:buNone/>
              </a:pPr>
              <a:r>
                <a:rPr lang="en-US" altLang="zh-CN" sz="1000" b="1" dirty="0">
                  <a:ea typeface="微软雅黑" panose="020B0503020204020204" pitchFamily="34" charset="-122"/>
                </a:rPr>
                <a:t>MPLS </a:t>
              </a:r>
              <a:r>
                <a:rPr lang="zh-CN" altLang="en-US" sz="1000" b="1" dirty="0">
                  <a:ea typeface="微软雅黑" panose="020B0503020204020204" pitchFamily="34" charset="-122"/>
                </a:rPr>
                <a:t>域包含了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1</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2</a:t>
              </a:r>
              <a:r>
                <a:rPr lang="zh-CN" altLang="en-US" sz="1000" b="1" dirty="0">
                  <a:ea typeface="微软雅黑" panose="020B0503020204020204" pitchFamily="34" charset="-122"/>
                </a:rPr>
                <a:t>、</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3</a:t>
              </a:r>
              <a:r>
                <a:rPr lang="en-US" altLang="zh-CN" sz="1000" b="1" dirty="0">
                  <a:ea typeface="微软雅黑" panose="020B0503020204020204" pitchFamily="34" charset="-122"/>
                </a:rPr>
                <a:t> </a:t>
              </a:r>
              <a:r>
                <a:rPr lang="zh-CN" altLang="en-US" sz="1000" b="1" dirty="0">
                  <a:ea typeface="微软雅黑" panose="020B0503020204020204" pitchFamily="34" charset="-122"/>
                </a:rPr>
                <a:t>和 </a:t>
              </a:r>
              <a:r>
                <a:rPr lang="en-US" altLang="zh-CN" sz="1000" b="1" dirty="0">
                  <a:ea typeface="微软雅黑" panose="020B0503020204020204" pitchFamily="34" charset="-122"/>
                </a:rPr>
                <a:t>R</a:t>
              </a:r>
              <a:r>
                <a:rPr lang="en-US" altLang="zh-CN" sz="1000" b="1" baseline="-25000" dirty="0">
                  <a:ea typeface="微软雅黑" panose="020B0503020204020204" pitchFamily="34" charset="-122"/>
                </a:rPr>
                <a:t>4</a:t>
              </a:r>
              <a:r>
                <a:rPr lang="zh-CN" altLang="en-US" sz="1000" b="1" dirty="0">
                  <a:ea typeface="微软雅黑" panose="020B0503020204020204" pitchFamily="34" charset="-122"/>
                </a:rPr>
                <a:t>。</a:t>
              </a:r>
            </a:p>
          </p:txBody>
        </p:sp>
        <p:sp>
          <p:nvSpPr>
            <p:cNvPr id="114" name="文本框 35">
              <a:extLst>
                <a:ext uri="{FF2B5EF4-FFF2-40B4-BE49-F238E27FC236}">
                  <a16:creationId xmlns:a16="http://schemas.microsoft.com/office/drawing/2014/main" id="{F8D02ADC-DEAD-7DCE-286A-5132C47C96B9}"/>
                </a:ext>
              </a:extLst>
            </p:cNvPr>
            <p:cNvSpPr txBox="1">
              <a:spLocks noChangeArrowheads="1"/>
            </p:cNvSpPr>
            <p:nvPr/>
          </p:nvSpPr>
          <p:spPr bwMode="auto">
            <a:xfrm>
              <a:off x="6249779" y="3613731"/>
              <a:ext cx="1360101" cy="289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Char char="–"/>
                <a:defRPr kumimoji="1" sz="28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Char char="•"/>
                <a:defRPr kumimoji="1" sz="24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a:spcBef>
                  <a:spcPct val="0"/>
                </a:spcBef>
                <a:buFontTx/>
                <a:buNone/>
              </a:pPr>
              <a:r>
                <a:rPr lang="zh-CN" altLang="zh-CN" sz="1000" b="1">
                  <a:ea typeface="微软雅黑" panose="020B0503020204020204" pitchFamily="34" charset="-122"/>
                  <a:cs typeface="Times New Roman" panose="02020603050405020304" pitchFamily="18" charset="0"/>
                </a:rPr>
                <a:t>标签</a:t>
              </a:r>
              <a:r>
                <a:rPr lang="zh-CN" altLang="en-US" sz="1000" b="1">
                  <a:ea typeface="微软雅黑" panose="020B0503020204020204" pitchFamily="34" charset="-122"/>
                  <a:cs typeface="Times New Roman" panose="02020603050405020304" pitchFamily="18" charset="0"/>
                </a:rPr>
                <a:t>转发表 </a:t>
              </a:r>
              <a:r>
                <a:rPr lang="en-US" altLang="zh-CN" sz="1000" b="1">
                  <a:ea typeface="微软雅黑" panose="020B0503020204020204" pitchFamily="34" charset="-122"/>
                  <a:cs typeface="Times New Roman" panose="02020603050405020304" pitchFamily="18" charset="0"/>
                </a:rPr>
                <a:t>LFIB</a:t>
              </a:r>
              <a:endParaRPr lang="zh-CN" altLang="en-US" sz="1000" b="1">
                <a:ea typeface="微软雅黑" panose="020B0503020204020204" pitchFamily="34" charset="-122"/>
              </a:endParaRPr>
            </a:p>
          </p:txBody>
        </p:sp>
      </p:grpSp>
      <p:sp>
        <p:nvSpPr>
          <p:cNvPr id="7" name="矩形 6">
            <a:extLst>
              <a:ext uri="{FF2B5EF4-FFF2-40B4-BE49-F238E27FC236}">
                <a16:creationId xmlns:a16="http://schemas.microsoft.com/office/drawing/2014/main" id="{6D4D0F8B-CE5A-C39B-5C70-5555E4B8FB00}"/>
              </a:ext>
            </a:extLst>
          </p:cNvPr>
          <p:cNvSpPr/>
          <p:nvPr/>
        </p:nvSpPr>
        <p:spPr>
          <a:xfrm>
            <a:off x="645539" y="3767328"/>
            <a:ext cx="8021370" cy="1022844"/>
          </a:xfrm>
          <a:prstGeom prst="rect">
            <a:avLst/>
          </a:prstGeom>
        </p:spPr>
        <p:txBody>
          <a:bodyPr wrap="square">
            <a:spAutoFit/>
          </a:bodyPr>
          <a:lstStyle/>
          <a:p>
            <a:pPr>
              <a:lnSpc>
                <a:spcPts val="2500"/>
              </a:lnSpc>
            </a:pPr>
            <a:r>
              <a:rPr lang="en-US" altLang="zh-CN" sz="1600" b="1" dirty="0">
                <a:latin typeface="微软雅黑" panose="020B0503020204020204" pitchFamily="34" charset="-122"/>
                <a:ea typeface="微软雅黑" panose="020B0503020204020204" pitchFamily="34" charset="-122"/>
              </a:rPr>
              <a:t>(5) </a:t>
            </a:r>
            <a:r>
              <a:rPr lang="zh-CN" altLang="en-US" sz="1600" b="1" dirty="0">
                <a:latin typeface="微软雅黑" panose="020B0503020204020204" pitchFamily="34" charset="-122"/>
                <a:ea typeface="微软雅黑" panose="020B0503020204020204" pitchFamily="34" charset="-122"/>
              </a:rPr>
              <a:t>从以上所述可知，所有的分组在进入</a:t>
            </a:r>
            <a:r>
              <a:rPr lang="en-US" altLang="zh-CN" sz="1600" b="1" dirty="0">
                <a:latin typeface="微软雅黑" panose="020B0503020204020204" pitchFamily="34" charset="-122"/>
                <a:ea typeface="微软雅黑" panose="020B0503020204020204" pitchFamily="34" charset="-122"/>
              </a:rPr>
              <a:t>MPLS</a:t>
            </a:r>
            <a:r>
              <a:rPr lang="zh-CN" altLang="en-US" sz="1600" b="1" dirty="0">
                <a:latin typeface="微软雅黑" panose="020B0503020204020204" pitchFamily="34" charset="-122"/>
                <a:ea typeface="微软雅黑" panose="020B0503020204020204" pitchFamily="34" charset="-122"/>
              </a:rPr>
              <a:t>域的第一个</a:t>
            </a:r>
            <a:r>
              <a:rPr lang="en-US" altLang="zh-CN" sz="1600" b="1" dirty="0">
                <a:latin typeface="微软雅黑" panose="020B0503020204020204" pitchFamily="34" charset="-122"/>
                <a:ea typeface="微软雅黑" panose="020B0503020204020204" pitchFamily="34" charset="-122"/>
              </a:rPr>
              <a:t>LSR</a:t>
            </a:r>
            <a:r>
              <a:rPr lang="zh-CN" altLang="en-US" sz="1600" b="1" dirty="0">
                <a:latin typeface="微软雅黑" panose="020B0503020204020204" pitchFamily="34" charset="-122"/>
                <a:ea typeface="微软雅黑" panose="020B0503020204020204" pitchFamily="34" charset="-122"/>
              </a:rPr>
              <a:t>时，在</a:t>
            </a:r>
            <a:r>
              <a:rPr lang="en-US" altLang="zh-CN" sz="1600" b="1" dirty="0">
                <a:latin typeface="微软雅黑" panose="020B0503020204020204" pitchFamily="34" charset="-122"/>
                <a:ea typeface="微软雅黑" panose="020B0503020204020204" pitchFamily="34" charset="-122"/>
              </a:rPr>
              <a:t>FEC</a:t>
            </a:r>
            <a:r>
              <a:rPr lang="zh-CN" altLang="en-US" sz="1600" b="1" dirty="0">
                <a:latin typeface="微软雅黑" panose="020B0503020204020204" pitchFamily="34" charset="-122"/>
                <a:ea typeface="微软雅黑" panose="020B0503020204020204" pitchFamily="34" charset="-122"/>
              </a:rPr>
              <a:t>中找到相匹配的项目，就压入标签。然后在经过所有的核心</a:t>
            </a:r>
            <a:r>
              <a:rPr lang="en-US" altLang="zh-CN" sz="1600" b="1" dirty="0">
                <a:latin typeface="微软雅黑" panose="020B0503020204020204" pitchFamily="34" charset="-122"/>
                <a:ea typeface="微软雅黑" panose="020B0503020204020204" pitchFamily="34" charset="-122"/>
              </a:rPr>
              <a:t>LSR</a:t>
            </a:r>
            <a:r>
              <a:rPr lang="zh-CN" altLang="en-US" sz="1600" b="1" dirty="0">
                <a:latin typeface="微软雅黑" panose="020B0503020204020204" pitchFamily="34" charset="-122"/>
                <a:ea typeface="微软雅黑" panose="020B0503020204020204" pitchFamily="34" charset="-122"/>
              </a:rPr>
              <a:t>时，根据标签交换表进行标签交换，就能很快地转发出去，这就大大加快了分组的转发。</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947171224"/>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580933"/>
            <a:ext cx="8053711" cy="440649"/>
          </a:xfrm>
          <a:prstGeom prst="roundRect">
            <a:avLst>
              <a:gd name="adj" fmla="val 16667"/>
            </a:avLst>
          </a:prstGeom>
          <a:solidFill>
            <a:srgbClr val="0089FA"/>
          </a:solidFill>
          <a:ln>
            <a:noFill/>
          </a:ln>
          <a:effectLst/>
        </p:spPr>
        <p:txBody>
          <a:bodyPr wrap="none" anchor="ctr"/>
          <a:lstStyle/>
          <a:p>
            <a:endParaRPr lang="zh-CN" altLang="en-US" sz="2000"/>
          </a:p>
        </p:txBody>
      </p:sp>
      <p:sp>
        <p:nvSpPr>
          <p:cNvPr id="4" name="Rectangle 6"/>
          <p:cNvSpPr>
            <a:spLocks noChangeArrowheads="1"/>
          </p:cNvSpPr>
          <p:nvPr/>
        </p:nvSpPr>
        <p:spPr bwMode="auto">
          <a:xfrm>
            <a:off x="1941968" y="580933"/>
            <a:ext cx="52600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itchFamily="34" charset="-122"/>
                <a:ea typeface="微软雅黑" pitchFamily="34" charset="-122"/>
              </a:rPr>
              <a:t>4.11.2 MPLS </a:t>
            </a:r>
            <a:r>
              <a:rPr lang="zh-CN" altLang="en-US" sz="2400" b="1" dirty="0">
                <a:solidFill>
                  <a:schemeClr val="bg1"/>
                </a:solidFill>
                <a:latin typeface="微软雅黑" pitchFamily="34" charset="-122"/>
                <a:ea typeface="微软雅黑" pitchFamily="34" charset="-122"/>
              </a:rPr>
              <a:t>首部的格式</a:t>
            </a:r>
          </a:p>
        </p:txBody>
      </p:sp>
      <p:grpSp>
        <p:nvGrpSpPr>
          <p:cNvPr id="31" name="组合 30"/>
          <p:cNvGrpSpPr/>
          <p:nvPr/>
        </p:nvGrpSpPr>
        <p:grpSpPr>
          <a:xfrm>
            <a:off x="1150083" y="1142751"/>
            <a:ext cx="6692134" cy="2202496"/>
            <a:chOff x="445521" y="1337046"/>
            <a:chExt cx="8662793" cy="2851073"/>
          </a:xfrm>
        </p:grpSpPr>
        <p:sp>
          <p:nvSpPr>
            <p:cNvPr id="5" name="Freeform 41"/>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6" name="Line 2"/>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Text Box 6"/>
            <p:cNvSpPr txBox="1">
              <a:spLocks noChangeArrowheads="1"/>
            </p:cNvSpPr>
            <p:nvPr/>
          </p:nvSpPr>
          <p:spPr bwMode="auto">
            <a:xfrm>
              <a:off x="2935072" y="2421284"/>
              <a:ext cx="703856" cy="398409"/>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栈顶</a:t>
              </a:r>
            </a:p>
          </p:txBody>
        </p:sp>
        <p:sp>
          <p:nvSpPr>
            <p:cNvPr id="9" name="Rectangle 8"/>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10" name="Rectangle 9"/>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11" name="Line 10"/>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11"/>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2"/>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Text Box 13"/>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标   签   值</a:t>
              </a:r>
            </a:p>
          </p:txBody>
        </p:sp>
        <p:sp>
          <p:nvSpPr>
            <p:cNvPr id="15" name="Text Box 14"/>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生存时间 </a:t>
              </a:r>
              <a:r>
                <a:rPr kumimoji="1" lang="en-US" altLang="zh-CN" sz="1400" b="1" dirty="0">
                  <a:latin typeface="微软雅黑" pitchFamily="34" charset="-122"/>
                  <a:ea typeface="微软雅黑" pitchFamily="34" charset="-122"/>
                </a:rPr>
                <a:t>TTL</a:t>
              </a:r>
            </a:p>
          </p:txBody>
        </p:sp>
        <p:sp>
          <p:nvSpPr>
            <p:cNvPr id="16" name="Text Box 15"/>
            <p:cNvSpPr txBox="1">
              <a:spLocks noChangeArrowheads="1"/>
            </p:cNvSpPr>
            <p:nvPr/>
          </p:nvSpPr>
          <p:spPr bwMode="auto">
            <a:xfrm>
              <a:off x="6018138" y="1729647"/>
              <a:ext cx="936261"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流量类</a:t>
              </a:r>
            </a:p>
          </p:txBody>
        </p:sp>
        <p:sp>
          <p:nvSpPr>
            <p:cNvPr id="17" name="Text Box 16"/>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S</a:t>
              </a:r>
            </a:p>
          </p:txBody>
        </p:sp>
        <p:sp>
          <p:nvSpPr>
            <p:cNvPr id="18" name="Text Box 17"/>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99"/>
                  </a:solidFill>
                  <a:latin typeface="微软雅黑" pitchFamily="34" charset="-122"/>
                  <a:ea typeface="微软雅黑" pitchFamily="34" charset="-122"/>
                </a:rPr>
                <a:t>20                                            3      1             8</a:t>
              </a:r>
            </a:p>
          </p:txBody>
        </p:sp>
        <p:sp>
          <p:nvSpPr>
            <p:cNvPr id="19" name="Line 19"/>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0" name="Line 21"/>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 name="Line 22"/>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 name="Line 33"/>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3" name="Text Box 34"/>
            <p:cNvSpPr txBox="1">
              <a:spLocks noChangeArrowheads="1"/>
            </p:cNvSpPr>
            <p:nvPr/>
          </p:nvSpPr>
          <p:spPr bwMode="auto">
            <a:xfrm>
              <a:off x="5198284" y="3460937"/>
              <a:ext cx="1004738"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分组</a:t>
              </a:r>
            </a:p>
          </p:txBody>
        </p:sp>
        <p:sp>
          <p:nvSpPr>
            <p:cNvPr id="24" name="Text Box 35"/>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25" name="Text Box 37"/>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26" name="Line 38"/>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Rectangle 8"/>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28" name="Rectangle 8"/>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29" name="Rectangle 8"/>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30" name="Rectangle 8"/>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
        <p:nvSpPr>
          <p:cNvPr id="32" name="对角圆角矩形 31"/>
          <p:cNvSpPr/>
          <p:nvPr/>
        </p:nvSpPr>
        <p:spPr>
          <a:xfrm>
            <a:off x="1059254" y="3476593"/>
            <a:ext cx="7143184" cy="923374"/>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p:cNvSpPr/>
          <p:nvPr/>
        </p:nvSpPr>
        <p:spPr>
          <a:xfrm>
            <a:off x="1293009" y="3584456"/>
            <a:ext cx="6629111" cy="708335"/>
          </a:xfrm>
          <a:prstGeom prst="rect">
            <a:avLst/>
          </a:prstGeom>
        </p:spPr>
        <p:txBody>
          <a:bodyPr wrap="square">
            <a:spAutoFit/>
          </a:bodyPr>
          <a:lstStyle/>
          <a:p>
            <a:pPr>
              <a:lnSpc>
                <a:spcPts val="2500"/>
              </a:lnSpc>
            </a:pPr>
            <a:r>
              <a:rPr lang="zh-CN" altLang="en-US" b="1" dirty="0">
                <a:solidFill>
                  <a:schemeClr val="bg1"/>
                </a:solidFill>
                <a:latin typeface="微软雅黑" pitchFamily="34" charset="-122"/>
                <a:ea typeface="微软雅黑" pitchFamily="34" charset="-122"/>
              </a:rPr>
              <a:t>当具有</a:t>
            </a:r>
            <a:r>
              <a:rPr lang="en-US" altLang="zh-CN" b="1" dirty="0">
                <a:solidFill>
                  <a:schemeClr val="bg1"/>
                </a:solidFill>
                <a:latin typeface="微软雅黑" pitchFamily="34" charset="-122"/>
                <a:ea typeface="微软雅黑" pitchFamily="34" charset="-122"/>
              </a:rPr>
              <a:t>MPLS</a:t>
            </a:r>
            <a:r>
              <a:rPr lang="zh-CN" altLang="en-US" b="1" dirty="0">
                <a:solidFill>
                  <a:schemeClr val="bg1"/>
                </a:solidFill>
                <a:latin typeface="微软雅黑" pitchFamily="34" charset="-122"/>
                <a:ea typeface="微软雅黑" pitchFamily="34" charset="-122"/>
              </a:rPr>
              <a:t>首部的</a:t>
            </a:r>
            <a:r>
              <a:rPr lang="en-US" altLang="zh-CN" b="1" dirty="0">
                <a:solidFill>
                  <a:schemeClr val="bg1"/>
                </a:solidFill>
                <a:latin typeface="微软雅黑" pitchFamily="34" charset="-122"/>
                <a:ea typeface="微软雅黑" pitchFamily="34" charset="-122"/>
              </a:rPr>
              <a:t>IP</a:t>
            </a:r>
            <a:r>
              <a:rPr lang="zh-CN" altLang="en-US" b="1" dirty="0">
                <a:solidFill>
                  <a:schemeClr val="bg1"/>
                </a:solidFill>
                <a:latin typeface="微软雅黑" pitchFamily="34" charset="-122"/>
                <a:ea typeface="微软雅黑" pitchFamily="34" charset="-122"/>
              </a:rPr>
              <a:t>分组封装成以太网帧时，以太网的类型字段就设置为</a:t>
            </a:r>
            <a:r>
              <a:rPr lang="en-US" altLang="zh-CN" b="1" dirty="0">
                <a:solidFill>
                  <a:schemeClr val="bg1"/>
                </a:solidFill>
                <a:latin typeface="微软雅黑" pitchFamily="34" charset="-122"/>
                <a:ea typeface="微软雅黑" pitchFamily="34" charset="-122"/>
              </a:rPr>
              <a:t>0x8847</a:t>
            </a:r>
            <a:r>
              <a:rPr lang="zh-CN" altLang="en-US" b="1" dirty="0">
                <a:solidFill>
                  <a:schemeClr val="bg1"/>
                </a:solidFill>
                <a:latin typeface="微软雅黑" pitchFamily="34" charset="-122"/>
                <a:ea typeface="微软雅黑" pitchFamily="34" charset="-122"/>
              </a:rPr>
              <a:t>（单播情况），或</a:t>
            </a:r>
            <a:r>
              <a:rPr lang="en-US" altLang="zh-CN" b="1" dirty="0">
                <a:solidFill>
                  <a:schemeClr val="bg1"/>
                </a:solidFill>
                <a:latin typeface="微软雅黑" pitchFamily="34" charset="-122"/>
                <a:ea typeface="微软雅黑" pitchFamily="34" charset="-122"/>
              </a:rPr>
              <a:t>0x8848</a:t>
            </a:r>
            <a:r>
              <a:rPr lang="zh-CN" altLang="en-US" b="1" dirty="0">
                <a:solidFill>
                  <a:schemeClr val="bg1"/>
                </a:solidFill>
                <a:latin typeface="微软雅黑" pitchFamily="34" charset="-122"/>
                <a:ea typeface="微软雅黑" pitchFamily="34" charset="-122"/>
              </a:rPr>
              <a:t>（多播情况）。</a:t>
            </a:r>
          </a:p>
        </p:txBody>
      </p:sp>
    </p:spTree>
    <p:extLst>
      <p:ext uri="{BB962C8B-B14F-4D97-AF65-F5344CB8AC3E}">
        <p14:creationId xmlns:p14="http://schemas.microsoft.com/office/powerpoint/2010/main" val="3426238834"/>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矩形 32"/>
          <p:cNvSpPr/>
          <p:nvPr/>
        </p:nvSpPr>
        <p:spPr>
          <a:xfrm>
            <a:off x="760492" y="3457987"/>
            <a:ext cx="8021370" cy="387735"/>
          </a:xfrm>
          <a:prstGeom prst="rect">
            <a:avLst/>
          </a:prstGeom>
        </p:spPr>
        <p:txBody>
          <a:bodyPr wrap="square">
            <a:spAutoFit/>
          </a:bodyPr>
          <a:lstStyle/>
          <a:p>
            <a:pPr>
              <a:lnSpc>
                <a:spcPts val="2500"/>
              </a:lnSpc>
            </a:pPr>
            <a:r>
              <a:rPr lang="en-US" altLang="zh-CN" b="1" dirty="0">
                <a:solidFill>
                  <a:srgbClr val="0000FF"/>
                </a:solidFill>
                <a:latin typeface="微软雅黑" pitchFamily="34" charset="-122"/>
                <a:ea typeface="微软雅黑" pitchFamily="34" charset="-122"/>
              </a:rPr>
              <a:t>(1) </a:t>
            </a:r>
            <a:r>
              <a:rPr lang="zh-CN" altLang="en-US" b="1" dirty="0">
                <a:solidFill>
                  <a:srgbClr val="0000FF"/>
                </a:solidFill>
                <a:latin typeface="微软雅黑" pitchFamily="34" charset="-122"/>
                <a:ea typeface="微软雅黑" pitchFamily="34" charset="-122"/>
              </a:rPr>
              <a:t>标签值。占 </a:t>
            </a:r>
            <a:r>
              <a:rPr lang="en-US" altLang="zh-CN" b="1" dirty="0">
                <a:solidFill>
                  <a:srgbClr val="0000FF"/>
                </a:solidFill>
                <a:latin typeface="微软雅黑" pitchFamily="34" charset="-122"/>
                <a:ea typeface="微软雅黑" pitchFamily="34" charset="-122"/>
              </a:rPr>
              <a:t>20 </a:t>
            </a:r>
            <a:r>
              <a:rPr lang="zh-CN" altLang="en-US" b="1" dirty="0">
                <a:solidFill>
                  <a:srgbClr val="0000FF"/>
                </a:solidFill>
                <a:latin typeface="微软雅黑" pitchFamily="34" charset="-122"/>
                <a:ea typeface="微软雅黑" pitchFamily="34" charset="-122"/>
              </a:rPr>
              <a:t>位。可以同时容纳高达 </a:t>
            </a:r>
            <a:r>
              <a:rPr lang="en-US" altLang="zh-CN" b="1" dirty="0">
                <a:solidFill>
                  <a:srgbClr val="0000FF"/>
                </a:solidFill>
                <a:latin typeface="微软雅黑" pitchFamily="34" charset="-122"/>
                <a:ea typeface="微软雅黑" pitchFamily="34" charset="-122"/>
              </a:rPr>
              <a:t>2</a:t>
            </a:r>
            <a:r>
              <a:rPr lang="en-US" altLang="zh-CN" b="1" baseline="30000" dirty="0">
                <a:solidFill>
                  <a:srgbClr val="0000FF"/>
                </a:solidFill>
                <a:latin typeface="微软雅黑" pitchFamily="34" charset="-122"/>
                <a:ea typeface="微软雅黑" pitchFamily="34" charset="-122"/>
              </a:rPr>
              <a:t>20</a:t>
            </a:r>
            <a:r>
              <a:rPr lang="en-US" altLang="zh-CN" b="1" dirty="0">
                <a:solidFill>
                  <a:srgbClr val="0000FF"/>
                </a:solidFill>
                <a:latin typeface="微软雅黑" pitchFamily="34" charset="-122"/>
                <a:ea typeface="微软雅黑" pitchFamily="34" charset="-122"/>
              </a:rPr>
              <a:t> </a:t>
            </a:r>
            <a:r>
              <a:rPr lang="zh-CN" altLang="en-US" b="1" dirty="0">
                <a:solidFill>
                  <a:srgbClr val="0000FF"/>
                </a:solidFill>
                <a:latin typeface="微软雅黑" pitchFamily="34" charset="-122"/>
                <a:ea typeface="微软雅黑" pitchFamily="34" charset="-122"/>
              </a:rPr>
              <a:t>个流（即 </a:t>
            </a:r>
            <a:r>
              <a:rPr lang="en-US" altLang="zh-CN" b="1" dirty="0">
                <a:solidFill>
                  <a:srgbClr val="0000FF"/>
                </a:solidFill>
                <a:latin typeface="微软雅黑" pitchFamily="34" charset="-122"/>
                <a:ea typeface="微软雅黑" pitchFamily="34" charset="-122"/>
              </a:rPr>
              <a:t>1048576 </a:t>
            </a:r>
            <a:r>
              <a:rPr lang="zh-CN" altLang="en-US" b="1" dirty="0">
                <a:solidFill>
                  <a:srgbClr val="0000FF"/>
                </a:solidFill>
                <a:latin typeface="微软雅黑" pitchFamily="34" charset="-122"/>
                <a:ea typeface="微软雅黑" pitchFamily="34" charset="-122"/>
              </a:rPr>
              <a:t>个流）。</a:t>
            </a:r>
          </a:p>
        </p:txBody>
      </p:sp>
      <p:sp>
        <p:nvSpPr>
          <p:cNvPr id="7" name="圆角矩形 1">
            <a:extLst>
              <a:ext uri="{FF2B5EF4-FFF2-40B4-BE49-F238E27FC236}">
                <a16:creationId xmlns:a16="http://schemas.microsoft.com/office/drawing/2014/main" id="{8D38D76B-21D4-92DB-944B-6CA363748AC1}"/>
              </a:ext>
            </a:extLst>
          </p:cNvPr>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2" name="AutoShape 5">
            <a:extLst>
              <a:ext uri="{FF2B5EF4-FFF2-40B4-BE49-F238E27FC236}">
                <a16:creationId xmlns:a16="http://schemas.microsoft.com/office/drawing/2014/main" id="{0284C0B2-0041-5CD4-8173-342823EA7160}"/>
              </a:ext>
            </a:extLst>
          </p:cNvPr>
          <p:cNvSpPr>
            <a:spLocks noChangeArrowheads="1"/>
          </p:cNvSpPr>
          <p:nvPr/>
        </p:nvSpPr>
        <p:spPr bwMode="auto">
          <a:xfrm>
            <a:off x="545144" y="580933"/>
            <a:ext cx="8053711" cy="440649"/>
          </a:xfrm>
          <a:prstGeom prst="roundRect">
            <a:avLst>
              <a:gd name="adj" fmla="val 16667"/>
            </a:avLst>
          </a:prstGeom>
          <a:solidFill>
            <a:srgbClr val="0089FA"/>
          </a:solidFill>
          <a:ln>
            <a:noFill/>
          </a:ln>
          <a:effectLst/>
        </p:spPr>
        <p:txBody>
          <a:bodyPr wrap="none" anchor="ctr"/>
          <a:lstStyle/>
          <a:p>
            <a:endParaRPr lang="zh-CN" altLang="en-US" sz="2000"/>
          </a:p>
        </p:txBody>
      </p:sp>
      <p:sp>
        <p:nvSpPr>
          <p:cNvPr id="34" name="Rectangle 6">
            <a:extLst>
              <a:ext uri="{FF2B5EF4-FFF2-40B4-BE49-F238E27FC236}">
                <a16:creationId xmlns:a16="http://schemas.microsoft.com/office/drawing/2014/main" id="{4BF4F618-7E34-20E3-87D0-FEFF0C6F9D91}"/>
              </a:ext>
            </a:extLst>
          </p:cNvPr>
          <p:cNvSpPr>
            <a:spLocks noChangeArrowheads="1"/>
          </p:cNvSpPr>
          <p:nvPr/>
        </p:nvSpPr>
        <p:spPr bwMode="auto">
          <a:xfrm>
            <a:off x="1941968" y="580933"/>
            <a:ext cx="52600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itchFamily="34" charset="-122"/>
                <a:ea typeface="微软雅黑" pitchFamily="34" charset="-122"/>
              </a:rPr>
              <a:t>4.11.2 MPLS </a:t>
            </a:r>
            <a:r>
              <a:rPr lang="zh-CN" altLang="en-US" sz="2400" b="1" dirty="0">
                <a:solidFill>
                  <a:schemeClr val="bg1"/>
                </a:solidFill>
                <a:latin typeface="微软雅黑" pitchFamily="34" charset="-122"/>
                <a:ea typeface="微软雅黑" pitchFamily="34" charset="-122"/>
              </a:rPr>
              <a:t>首部的格式</a:t>
            </a:r>
          </a:p>
        </p:txBody>
      </p:sp>
      <p:grpSp>
        <p:nvGrpSpPr>
          <p:cNvPr id="35" name="组合 34">
            <a:extLst>
              <a:ext uri="{FF2B5EF4-FFF2-40B4-BE49-F238E27FC236}">
                <a16:creationId xmlns:a16="http://schemas.microsoft.com/office/drawing/2014/main" id="{27E88303-5472-302A-B151-4C952A7D4C5C}"/>
              </a:ext>
            </a:extLst>
          </p:cNvPr>
          <p:cNvGrpSpPr/>
          <p:nvPr/>
        </p:nvGrpSpPr>
        <p:grpSpPr>
          <a:xfrm>
            <a:off x="1150083" y="1142751"/>
            <a:ext cx="6692134" cy="2202496"/>
            <a:chOff x="445521" y="1337046"/>
            <a:chExt cx="8662793" cy="2851073"/>
          </a:xfrm>
        </p:grpSpPr>
        <p:sp>
          <p:nvSpPr>
            <p:cNvPr id="36" name="Freeform 41">
              <a:extLst>
                <a:ext uri="{FF2B5EF4-FFF2-40B4-BE49-F238E27FC236}">
                  <a16:creationId xmlns:a16="http://schemas.microsoft.com/office/drawing/2014/main" id="{150398C1-69DB-826E-56EE-4143EE58EB4C}"/>
                </a:ext>
              </a:extLst>
            </p:cNvPr>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37" name="Line 2">
              <a:extLst>
                <a:ext uri="{FF2B5EF4-FFF2-40B4-BE49-F238E27FC236}">
                  <a16:creationId xmlns:a16="http://schemas.microsoft.com/office/drawing/2014/main" id="{EFE5434F-8516-FDDA-FE26-636FD2BAF5A3}"/>
                </a:ext>
              </a:extLst>
            </p:cNvPr>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8" name="Text Box 6">
              <a:extLst>
                <a:ext uri="{FF2B5EF4-FFF2-40B4-BE49-F238E27FC236}">
                  <a16:creationId xmlns:a16="http://schemas.microsoft.com/office/drawing/2014/main" id="{753EA03F-3EFE-A924-5F94-CE3E61C8EB8B}"/>
                </a:ext>
              </a:extLst>
            </p:cNvPr>
            <p:cNvSpPr txBox="1">
              <a:spLocks noChangeArrowheads="1"/>
            </p:cNvSpPr>
            <p:nvPr/>
          </p:nvSpPr>
          <p:spPr bwMode="auto">
            <a:xfrm>
              <a:off x="2935072" y="2421284"/>
              <a:ext cx="703856" cy="398409"/>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栈顶</a:t>
              </a:r>
            </a:p>
          </p:txBody>
        </p:sp>
        <p:sp>
          <p:nvSpPr>
            <p:cNvPr id="39" name="Rectangle 8">
              <a:extLst>
                <a:ext uri="{FF2B5EF4-FFF2-40B4-BE49-F238E27FC236}">
                  <a16:creationId xmlns:a16="http://schemas.microsoft.com/office/drawing/2014/main" id="{227E6DEB-EB35-1D37-DC0D-F1F36914718A}"/>
                </a:ext>
              </a:extLst>
            </p:cNvPr>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40" name="Rectangle 9">
              <a:extLst>
                <a:ext uri="{FF2B5EF4-FFF2-40B4-BE49-F238E27FC236}">
                  <a16:creationId xmlns:a16="http://schemas.microsoft.com/office/drawing/2014/main" id="{03AF93DB-3FEF-6FDB-01D8-32F96AC2AA01}"/>
                </a:ext>
              </a:extLst>
            </p:cNvPr>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41" name="Line 10">
              <a:extLst>
                <a:ext uri="{FF2B5EF4-FFF2-40B4-BE49-F238E27FC236}">
                  <a16:creationId xmlns:a16="http://schemas.microsoft.com/office/drawing/2014/main" id="{EF3E9CE2-9758-3FF4-AABB-1BEE563689C8}"/>
                </a:ext>
              </a:extLst>
            </p:cNvPr>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2" name="Line 11">
              <a:extLst>
                <a:ext uri="{FF2B5EF4-FFF2-40B4-BE49-F238E27FC236}">
                  <a16:creationId xmlns:a16="http://schemas.microsoft.com/office/drawing/2014/main" id="{3D4C529F-A7D3-02E5-B652-0DA05D7AD1B9}"/>
                </a:ext>
              </a:extLst>
            </p:cNvPr>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3" name="Line 12">
              <a:extLst>
                <a:ext uri="{FF2B5EF4-FFF2-40B4-BE49-F238E27FC236}">
                  <a16:creationId xmlns:a16="http://schemas.microsoft.com/office/drawing/2014/main" id="{57A3E84E-F283-E3A6-768A-3D5AE04FE2AA}"/>
                </a:ext>
              </a:extLst>
            </p:cNvPr>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4" name="Text Box 13">
              <a:extLst>
                <a:ext uri="{FF2B5EF4-FFF2-40B4-BE49-F238E27FC236}">
                  <a16:creationId xmlns:a16="http://schemas.microsoft.com/office/drawing/2014/main" id="{05015CB5-B967-4824-36CB-0430AE8B3370}"/>
                </a:ext>
              </a:extLst>
            </p:cNvPr>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标   签   值</a:t>
              </a:r>
            </a:p>
          </p:txBody>
        </p:sp>
        <p:sp>
          <p:nvSpPr>
            <p:cNvPr id="45" name="Text Box 14">
              <a:extLst>
                <a:ext uri="{FF2B5EF4-FFF2-40B4-BE49-F238E27FC236}">
                  <a16:creationId xmlns:a16="http://schemas.microsoft.com/office/drawing/2014/main" id="{8A2E6519-9E3C-B542-76D0-C217C638F465}"/>
                </a:ext>
              </a:extLst>
            </p:cNvPr>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生存时间 </a:t>
              </a:r>
              <a:r>
                <a:rPr kumimoji="1" lang="en-US" altLang="zh-CN" sz="1400" b="1" dirty="0">
                  <a:latin typeface="微软雅黑" pitchFamily="34" charset="-122"/>
                  <a:ea typeface="微软雅黑" pitchFamily="34" charset="-122"/>
                </a:rPr>
                <a:t>TTL</a:t>
              </a:r>
            </a:p>
          </p:txBody>
        </p:sp>
        <p:sp>
          <p:nvSpPr>
            <p:cNvPr id="46" name="Text Box 15">
              <a:extLst>
                <a:ext uri="{FF2B5EF4-FFF2-40B4-BE49-F238E27FC236}">
                  <a16:creationId xmlns:a16="http://schemas.microsoft.com/office/drawing/2014/main" id="{1F47EE90-4E92-173C-C655-3D91ADCF3AE4}"/>
                </a:ext>
              </a:extLst>
            </p:cNvPr>
            <p:cNvSpPr txBox="1">
              <a:spLocks noChangeArrowheads="1"/>
            </p:cNvSpPr>
            <p:nvPr/>
          </p:nvSpPr>
          <p:spPr bwMode="auto">
            <a:xfrm>
              <a:off x="6018138" y="1729647"/>
              <a:ext cx="936261"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流量类</a:t>
              </a:r>
            </a:p>
          </p:txBody>
        </p:sp>
        <p:sp>
          <p:nvSpPr>
            <p:cNvPr id="47" name="Text Box 16">
              <a:extLst>
                <a:ext uri="{FF2B5EF4-FFF2-40B4-BE49-F238E27FC236}">
                  <a16:creationId xmlns:a16="http://schemas.microsoft.com/office/drawing/2014/main" id="{EF39BBF0-3874-F7C0-F6B5-41F633E5B3DE}"/>
                </a:ext>
              </a:extLst>
            </p:cNvPr>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S</a:t>
              </a:r>
            </a:p>
          </p:txBody>
        </p:sp>
        <p:sp>
          <p:nvSpPr>
            <p:cNvPr id="48" name="Text Box 17">
              <a:extLst>
                <a:ext uri="{FF2B5EF4-FFF2-40B4-BE49-F238E27FC236}">
                  <a16:creationId xmlns:a16="http://schemas.microsoft.com/office/drawing/2014/main" id="{C6D4384E-467B-BC1C-BAB1-124F35B3A72D}"/>
                </a:ext>
              </a:extLst>
            </p:cNvPr>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99"/>
                  </a:solidFill>
                  <a:latin typeface="微软雅黑" pitchFamily="34" charset="-122"/>
                  <a:ea typeface="微软雅黑" pitchFamily="34" charset="-122"/>
                </a:rPr>
                <a:t>20                                            3      1             8</a:t>
              </a:r>
            </a:p>
          </p:txBody>
        </p:sp>
        <p:sp>
          <p:nvSpPr>
            <p:cNvPr id="49" name="Line 19">
              <a:extLst>
                <a:ext uri="{FF2B5EF4-FFF2-40B4-BE49-F238E27FC236}">
                  <a16:creationId xmlns:a16="http://schemas.microsoft.com/office/drawing/2014/main" id="{926F77E6-64D4-068D-D3A2-E019640049C0}"/>
                </a:ext>
              </a:extLst>
            </p:cNvPr>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0" name="Line 21">
              <a:extLst>
                <a:ext uri="{FF2B5EF4-FFF2-40B4-BE49-F238E27FC236}">
                  <a16:creationId xmlns:a16="http://schemas.microsoft.com/office/drawing/2014/main" id="{FD5909EB-F67B-897D-B441-BECD2EDD841F}"/>
                </a:ext>
              </a:extLst>
            </p:cNvPr>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1" name="Line 22">
              <a:extLst>
                <a:ext uri="{FF2B5EF4-FFF2-40B4-BE49-F238E27FC236}">
                  <a16:creationId xmlns:a16="http://schemas.microsoft.com/office/drawing/2014/main" id="{E920D8C6-E8C8-F881-AEA2-1FAD4FBBC80F}"/>
                </a:ext>
              </a:extLst>
            </p:cNvPr>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2" name="Line 33">
              <a:extLst>
                <a:ext uri="{FF2B5EF4-FFF2-40B4-BE49-F238E27FC236}">
                  <a16:creationId xmlns:a16="http://schemas.microsoft.com/office/drawing/2014/main" id="{47B6854C-FAF8-8F0E-F57E-8077FA1F21E2}"/>
                </a:ext>
              </a:extLst>
            </p:cNvPr>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3" name="Text Box 34">
              <a:extLst>
                <a:ext uri="{FF2B5EF4-FFF2-40B4-BE49-F238E27FC236}">
                  <a16:creationId xmlns:a16="http://schemas.microsoft.com/office/drawing/2014/main" id="{BEBF38E5-C61A-D867-4319-4163DA1CBBF7}"/>
                </a:ext>
              </a:extLst>
            </p:cNvPr>
            <p:cNvSpPr txBox="1">
              <a:spLocks noChangeArrowheads="1"/>
            </p:cNvSpPr>
            <p:nvPr/>
          </p:nvSpPr>
          <p:spPr bwMode="auto">
            <a:xfrm>
              <a:off x="5198284" y="3460937"/>
              <a:ext cx="1004738"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分组</a:t>
              </a:r>
            </a:p>
          </p:txBody>
        </p:sp>
        <p:sp>
          <p:nvSpPr>
            <p:cNvPr id="54" name="Text Box 35">
              <a:extLst>
                <a:ext uri="{FF2B5EF4-FFF2-40B4-BE49-F238E27FC236}">
                  <a16:creationId xmlns:a16="http://schemas.microsoft.com/office/drawing/2014/main" id="{78CD2D65-5D15-3B10-B7AE-F2E429B3288C}"/>
                </a:ext>
              </a:extLst>
            </p:cNvPr>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55" name="Text Box 37">
              <a:extLst>
                <a:ext uri="{FF2B5EF4-FFF2-40B4-BE49-F238E27FC236}">
                  <a16:creationId xmlns:a16="http://schemas.microsoft.com/office/drawing/2014/main" id="{047FF534-DD7C-67C3-8465-0A1D0A45478D}"/>
                </a:ext>
              </a:extLst>
            </p:cNvPr>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56" name="Line 38">
              <a:extLst>
                <a:ext uri="{FF2B5EF4-FFF2-40B4-BE49-F238E27FC236}">
                  <a16:creationId xmlns:a16="http://schemas.microsoft.com/office/drawing/2014/main" id="{55B43D62-37C1-F198-14CE-56E450015B75}"/>
                </a:ext>
              </a:extLst>
            </p:cNvPr>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7" name="Rectangle 8">
              <a:extLst>
                <a:ext uri="{FF2B5EF4-FFF2-40B4-BE49-F238E27FC236}">
                  <a16:creationId xmlns:a16="http://schemas.microsoft.com/office/drawing/2014/main" id="{1BC8465B-5F1E-EA33-9688-408606F9EB90}"/>
                </a:ext>
              </a:extLst>
            </p:cNvPr>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58" name="Rectangle 8">
              <a:extLst>
                <a:ext uri="{FF2B5EF4-FFF2-40B4-BE49-F238E27FC236}">
                  <a16:creationId xmlns:a16="http://schemas.microsoft.com/office/drawing/2014/main" id="{38C25D68-26B2-A1F1-13C9-02F238569D4B}"/>
                </a:ext>
              </a:extLst>
            </p:cNvPr>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59" name="Rectangle 8">
              <a:extLst>
                <a:ext uri="{FF2B5EF4-FFF2-40B4-BE49-F238E27FC236}">
                  <a16:creationId xmlns:a16="http://schemas.microsoft.com/office/drawing/2014/main" id="{936517AB-D800-EB38-9B7D-B04F0984B5C3}"/>
                </a:ext>
              </a:extLst>
            </p:cNvPr>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60" name="Rectangle 8">
              <a:extLst>
                <a:ext uri="{FF2B5EF4-FFF2-40B4-BE49-F238E27FC236}">
                  <a16:creationId xmlns:a16="http://schemas.microsoft.com/office/drawing/2014/main" id="{B1563DEA-E7CC-7864-34DE-0348C5C31C90}"/>
                </a:ext>
              </a:extLst>
            </p:cNvPr>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Tree>
    <p:extLst>
      <p:ext uri="{BB962C8B-B14F-4D97-AF65-F5344CB8AC3E}">
        <p14:creationId xmlns:p14="http://schemas.microsoft.com/office/powerpoint/2010/main" val="1414973240"/>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矩形 32"/>
          <p:cNvSpPr/>
          <p:nvPr/>
        </p:nvSpPr>
        <p:spPr>
          <a:xfrm>
            <a:off x="760492" y="3457987"/>
            <a:ext cx="8021370" cy="708335"/>
          </a:xfrm>
          <a:prstGeom prst="rect">
            <a:avLst/>
          </a:prstGeom>
        </p:spPr>
        <p:txBody>
          <a:bodyPr wrap="square">
            <a:spAutoFit/>
          </a:bodyPr>
          <a:lstStyle/>
          <a:p>
            <a:pPr>
              <a:lnSpc>
                <a:spcPts val="2500"/>
              </a:lnSpc>
            </a:pPr>
            <a:r>
              <a:rPr lang="en-US" altLang="zh-CN" b="1" dirty="0">
                <a:solidFill>
                  <a:srgbClr val="0000FF"/>
                </a:solidFill>
                <a:latin typeface="微软雅黑" pitchFamily="34" charset="-122"/>
                <a:ea typeface="微软雅黑" pitchFamily="34" charset="-122"/>
              </a:rPr>
              <a:t>(2) </a:t>
            </a:r>
            <a:r>
              <a:rPr lang="zh-CN" altLang="en-US" b="1" dirty="0">
                <a:solidFill>
                  <a:srgbClr val="0000FF"/>
                </a:solidFill>
                <a:latin typeface="微软雅黑" pitchFamily="34" charset="-122"/>
                <a:ea typeface="微软雅黑" pitchFamily="34" charset="-122"/>
              </a:rPr>
              <a:t>流量类</a:t>
            </a:r>
            <a:r>
              <a:rPr lang="en-US" altLang="zh-CN" b="1" dirty="0">
                <a:solidFill>
                  <a:srgbClr val="0000FF"/>
                </a:solidFill>
                <a:latin typeface="微软雅黑" pitchFamily="34" charset="-122"/>
                <a:ea typeface="微软雅黑" pitchFamily="34" charset="-122"/>
              </a:rPr>
              <a:t>TC (Traffic Class)</a:t>
            </a:r>
            <a:r>
              <a:rPr lang="zh-CN" altLang="en-US" b="1" dirty="0">
                <a:solidFill>
                  <a:srgbClr val="0000FF"/>
                </a:solidFill>
                <a:latin typeface="微软雅黑" pitchFamily="34" charset="-122"/>
                <a:ea typeface="微软雅黑" pitchFamily="34" charset="-122"/>
              </a:rPr>
              <a:t>。占 </a:t>
            </a:r>
            <a:r>
              <a:rPr lang="en-US" altLang="zh-CN" b="1" dirty="0">
                <a:solidFill>
                  <a:srgbClr val="0000FF"/>
                </a:solidFill>
                <a:latin typeface="微软雅黑" pitchFamily="34" charset="-122"/>
                <a:ea typeface="微软雅黑" pitchFamily="34" charset="-122"/>
              </a:rPr>
              <a:t>3 </a:t>
            </a:r>
            <a:r>
              <a:rPr lang="zh-CN" altLang="en-US" b="1" dirty="0">
                <a:solidFill>
                  <a:srgbClr val="0000FF"/>
                </a:solidFill>
                <a:latin typeface="微软雅黑" pitchFamily="34" charset="-122"/>
                <a:ea typeface="微软雅黑" pitchFamily="34" charset="-122"/>
              </a:rPr>
              <a:t>位。</a:t>
            </a:r>
            <a:r>
              <a:rPr lang="en-US" altLang="zh-CN" b="1" dirty="0">
                <a:solidFill>
                  <a:srgbClr val="0000FF"/>
                </a:solidFill>
                <a:latin typeface="微软雅黑" pitchFamily="34" charset="-122"/>
                <a:ea typeface="微软雅黑" pitchFamily="34" charset="-122"/>
              </a:rPr>
              <a:t>TC = 5 ~ 7</a:t>
            </a:r>
            <a:r>
              <a:rPr lang="zh-CN" altLang="en-US" b="1" dirty="0">
                <a:solidFill>
                  <a:srgbClr val="0000FF"/>
                </a:solidFill>
                <a:latin typeface="微软雅黑" pitchFamily="34" charset="-122"/>
                <a:ea typeface="微软雅黑" pitchFamily="34" charset="-122"/>
              </a:rPr>
              <a:t>，用于实时流量；</a:t>
            </a:r>
            <a:r>
              <a:rPr lang="en-US" altLang="zh-CN" b="1" dirty="0">
                <a:solidFill>
                  <a:srgbClr val="0000FF"/>
                </a:solidFill>
                <a:latin typeface="微软雅黑" pitchFamily="34" charset="-122"/>
                <a:ea typeface="微软雅黑" pitchFamily="34" charset="-122"/>
              </a:rPr>
              <a:t>TC = 2 ~ 4</a:t>
            </a:r>
            <a:r>
              <a:rPr lang="zh-CN" altLang="en-US" b="1" dirty="0">
                <a:solidFill>
                  <a:srgbClr val="0000FF"/>
                </a:solidFill>
                <a:latin typeface="微软雅黑" pitchFamily="34" charset="-122"/>
                <a:ea typeface="微软雅黑" pitchFamily="34" charset="-122"/>
              </a:rPr>
              <a:t>，用于关键业务数据；</a:t>
            </a:r>
            <a:r>
              <a:rPr lang="en-US" altLang="zh-CN" b="1" dirty="0">
                <a:solidFill>
                  <a:srgbClr val="0000FF"/>
                </a:solidFill>
                <a:latin typeface="微软雅黑" pitchFamily="34" charset="-122"/>
                <a:ea typeface="微软雅黑" pitchFamily="34" charset="-122"/>
              </a:rPr>
              <a:t>TC = 0 ~ 1</a:t>
            </a:r>
            <a:r>
              <a:rPr lang="zh-CN" altLang="en-US" b="1" dirty="0">
                <a:solidFill>
                  <a:srgbClr val="0000FF"/>
                </a:solidFill>
                <a:latin typeface="微软雅黑" pitchFamily="34" charset="-122"/>
                <a:ea typeface="微软雅黑" pitchFamily="34" charset="-122"/>
              </a:rPr>
              <a:t>，用于普通数据流量。</a:t>
            </a:r>
          </a:p>
        </p:txBody>
      </p:sp>
      <p:sp>
        <p:nvSpPr>
          <p:cNvPr id="7" name="圆角矩形 1">
            <a:extLst>
              <a:ext uri="{FF2B5EF4-FFF2-40B4-BE49-F238E27FC236}">
                <a16:creationId xmlns:a16="http://schemas.microsoft.com/office/drawing/2014/main" id="{8AAC1E0C-F219-1506-3A08-76B2D2C68717}"/>
              </a:ext>
            </a:extLst>
          </p:cNvPr>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2" name="AutoShape 5">
            <a:extLst>
              <a:ext uri="{FF2B5EF4-FFF2-40B4-BE49-F238E27FC236}">
                <a16:creationId xmlns:a16="http://schemas.microsoft.com/office/drawing/2014/main" id="{832F1BD4-D188-ACED-D6C9-2A3D9847EEF6}"/>
              </a:ext>
            </a:extLst>
          </p:cNvPr>
          <p:cNvSpPr>
            <a:spLocks noChangeArrowheads="1"/>
          </p:cNvSpPr>
          <p:nvPr/>
        </p:nvSpPr>
        <p:spPr bwMode="auto">
          <a:xfrm>
            <a:off x="545144" y="580933"/>
            <a:ext cx="8053711" cy="440649"/>
          </a:xfrm>
          <a:prstGeom prst="roundRect">
            <a:avLst>
              <a:gd name="adj" fmla="val 16667"/>
            </a:avLst>
          </a:prstGeom>
          <a:solidFill>
            <a:srgbClr val="0089FA"/>
          </a:solidFill>
          <a:ln>
            <a:noFill/>
          </a:ln>
          <a:effectLst/>
        </p:spPr>
        <p:txBody>
          <a:bodyPr wrap="none" anchor="ctr"/>
          <a:lstStyle/>
          <a:p>
            <a:endParaRPr lang="zh-CN" altLang="en-US" sz="2000"/>
          </a:p>
        </p:txBody>
      </p:sp>
      <p:sp>
        <p:nvSpPr>
          <p:cNvPr id="34" name="Rectangle 6">
            <a:extLst>
              <a:ext uri="{FF2B5EF4-FFF2-40B4-BE49-F238E27FC236}">
                <a16:creationId xmlns:a16="http://schemas.microsoft.com/office/drawing/2014/main" id="{420D7A6F-DA7A-CD09-23E5-E304D5938BF2}"/>
              </a:ext>
            </a:extLst>
          </p:cNvPr>
          <p:cNvSpPr>
            <a:spLocks noChangeArrowheads="1"/>
          </p:cNvSpPr>
          <p:nvPr/>
        </p:nvSpPr>
        <p:spPr bwMode="auto">
          <a:xfrm>
            <a:off x="1941968" y="580933"/>
            <a:ext cx="52600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itchFamily="34" charset="-122"/>
                <a:ea typeface="微软雅黑" pitchFamily="34" charset="-122"/>
              </a:rPr>
              <a:t>4.11.2 MPLS </a:t>
            </a:r>
            <a:r>
              <a:rPr lang="zh-CN" altLang="en-US" sz="2400" b="1" dirty="0">
                <a:solidFill>
                  <a:schemeClr val="bg1"/>
                </a:solidFill>
                <a:latin typeface="微软雅黑" pitchFamily="34" charset="-122"/>
                <a:ea typeface="微软雅黑" pitchFamily="34" charset="-122"/>
              </a:rPr>
              <a:t>首部的格式</a:t>
            </a:r>
          </a:p>
        </p:txBody>
      </p:sp>
      <p:grpSp>
        <p:nvGrpSpPr>
          <p:cNvPr id="35" name="组合 34">
            <a:extLst>
              <a:ext uri="{FF2B5EF4-FFF2-40B4-BE49-F238E27FC236}">
                <a16:creationId xmlns:a16="http://schemas.microsoft.com/office/drawing/2014/main" id="{14C4332B-EACB-EB02-C8CD-C838EF17EF3C}"/>
              </a:ext>
            </a:extLst>
          </p:cNvPr>
          <p:cNvGrpSpPr/>
          <p:nvPr/>
        </p:nvGrpSpPr>
        <p:grpSpPr>
          <a:xfrm>
            <a:off x="1150083" y="1142751"/>
            <a:ext cx="6692134" cy="2202496"/>
            <a:chOff x="445521" y="1337046"/>
            <a:chExt cx="8662793" cy="2851073"/>
          </a:xfrm>
        </p:grpSpPr>
        <p:sp>
          <p:nvSpPr>
            <p:cNvPr id="36" name="Freeform 41">
              <a:extLst>
                <a:ext uri="{FF2B5EF4-FFF2-40B4-BE49-F238E27FC236}">
                  <a16:creationId xmlns:a16="http://schemas.microsoft.com/office/drawing/2014/main" id="{C5D40952-A343-18EC-2AA0-C8603BE469E4}"/>
                </a:ext>
              </a:extLst>
            </p:cNvPr>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37" name="Line 2">
              <a:extLst>
                <a:ext uri="{FF2B5EF4-FFF2-40B4-BE49-F238E27FC236}">
                  <a16:creationId xmlns:a16="http://schemas.microsoft.com/office/drawing/2014/main" id="{B6175D6C-CEE1-86EB-4B56-42F63C101BD2}"/>
                </a:ext>
              </a:extLst>
            </p:cNvPr>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8" name="Text Box 6">
              <a:extLst>
                <a:ext uri="{FF2B5EF4-FFF2-40B4-BE49-F238E27FC236}">
                  <a16:creationId xmlns:a16="http://schemas.microsoft.com/office/drawing/2014/main" id="{691F3028-D74E-69A0-B906-E031EDB1312C}"/>
                </a:ext>
              </a:extLst>
            </p:cNvPr>
            <p:cNvSpPr txBox="1">
              <a:spLocks noChangeArrowheads="1"/>
            </p:cNvSpPr>
            <p:nvPr/>
          </p:nvSpPr>
          <p:spPr bwMode="auto">
            <a:xfrm>
              <a:off x="2935072" y="2421284"/>
              <a:ext cx="703856" cy="398409"/>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栈顶</a:t>
              </a:r>
            </a:p>
          </p:txBody>
        </p:sp>
        <p:sp>
          <p:nvSpPr>
            <p:cNvPr id="39" name="Rectangle 8">
              <a:extLst>
                <a:ext uri="{FF2B5EF4-FFF2-40B4-BE49-F238E27FC236}">
                  <a16:creationId xmlns:a16="http://schemas.microsoft.com/office/drawing/2014/main" id="{F48AE30B-3393-8124-E11A-F145E14E836A}"/>
                </a:ext>
              </a:extLst>
            </p:cNvPr>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40" name="Rectangle 9">
              <a:extLst>
                <a:ext uri="{FF2B5EF4-FFF2-40B4-BE49-F238E27FC236}">
                  <a16:creationId xmlns:a16="http://schemas.microsoft.com/office/drawing/2014/main" id="{7E174252-E7E1-6DFB-E26C-0AED2B8DB2C4}"/>
                </a:ext>
              </a:extLst>
            </p:cNvPr>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41" name="Line 10">
              <a:extLst>
                <a:ext uri="{FF2B5EF4-FFF2-40B4-BE49-F238E27FC236}">
                  <a16:creationId xmlns:a16="http://schemas.microsoft.com/office/drawing/2014/main" id="{7BC6B6E3-4664-9421-B89F-2F422FF169B8}"/>
                </a:ext>
              </a:extLst>
            </p:cNvPr>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2" name="Line 11">
              <a:extLst>
                <a:ext uri="{FF2B5EF4-FFF2-40B4-BE49-F238E27FC236}">
                  <a16:creationId xmlns:a16="http://schemas.microsoft.com/office/drawing/2014/main" id="{4732EE0C-668A-DBE6-D80F-129B18925BF2}"/>
                </a:ext>
              </a:extLst>
            </p:cNvPr>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3" name="Line 12">
              <a:extLst>
                <a:ext uri="{FF2B5EF4-FFF2-40B4-BE49-F238E27FC236}">
                  <a16:creationId xmlns:a16="http://schemas.microsoft.com/office/drawing/2014/main" id="{B45A89D4-74D0-41F6-FC58-C7DC00DAE63D}"/>
                </a:ext>
              </a:extLst>
            </p:cNvPr>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4" name="Text Box 13">
              <a:extLst>
                <a:ext uri="{FF2B5EF4-FFF2-40B4-BE49-F238E27FC236}">
                  <a16:creationId xmlns:a16="http://schemas.microsoft.com/office/drawing/2014/main" id="{26949946-EFCF-CDC7-6822-BD3A41C3E0F5}"/>
                </a:ext>
              </a:extLst>
            </p:cNvPr>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标   签   值</a:t>
              </a:r>
            </a:p>
          </p:txBody>
        </p:sp>
        <p:sp>
          <p:nvSpPr>
            <p:cNvPr id="45" name="Text Box 14">
              <a:extLst>
                <a:ext uri="{FF2B5EF4-FFF2-40B4-BE49-F238E27FC236}">
                  <a16:creationId xmlns:a16="http://schemas.microsoft.com/office/drawing/2014/main" id="{7397B601-E0F5-2186-3430-CFAF25F46BED}"/>
                </a:ext>
              </a:extLst>
            </p:cNvPr>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生存时间 </a:t>
              </a:r>
              <a:r>
                <a:rPr kumimoji="1" lang="en-US" altLang="zh-CN" sz="1400" b="1" dirty="0">
                  <a:latin typeface="微软雅黑" pitchFamily="34" charset="-122"/>
                  <a:ea typeface="微软雅黑" pitchFamily="34" charset="-122"/>
                </a:rPr>
                <a:t>TTL</a:t>
              </a:r>
            </a:p>
          </p:txBody>
        </p:sp>
        <p:sp>
          <p:nvSpPr>
            <p:cNvPr id="46" name="Text Box 15">
              <a:extLst>
                <a:ext uri="{FF2B5EF4-FFF2-40B4-BE49-F238E27FC236}">
                  <a16:creationId xmlns:a16="http://schemas.microsoft.com/office/drawing/2014/main" id="{F77D463A-2F65-D260-AD10-A7483285031E}"/>
                </a:ext>
              </a:extLst>
            </p:cNvPr>
            <p:cNvSpPr txBox="1">
              <a:spLocks noChangeArrowheads="1"/>
            </p:cNvSpPr>
            <p:nvPr/>
          </p:nvSpPr>
          <p:spPr bwMode="auto">
            <a:xfrm>
              <a:off x="6018138" y="1729647"/>
              <a:ext cx="936261"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流量类</a:t>
              </a:r>
            </a:p>
          </p:txBody>
        </p:sp>
        <p:sp>
          <p:nvSpPr>
            <p:cNvPr id="47" name="Text Box 16">
              <a:extLst>
                <a:ext uri="{FF2B5EF4-FFF2-40B4-BE49-F238E27FC236}">
                  <a16:creationId xmlns:a16="http://schemas.microsoft.com/office/drawing/2014/main" id="{626894AA-72FF-41D9-842C-9E59014D5C5E}"/>
                </a:ext>
              </a:extLst>
            </p:cNvPr>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S</a:t>
              </a:r>
            </a:p>
          </p:txBody>
        </p:sp>
        <p:sp>
          <p:nvSpPr>
            <p:cNvPr id="48" name="Text Box 17">
              <a:extLst>
                <a:ext uri="{FF2B5EF4-FFF2-40B4-BE49-F238E27FC236}">
                  <a16:creationId xmlns:a16="http://schemas.microsoft.com/office/drawing/2014/main" id="{A8323EA3-E29D-584F-9D2C-5F562FFF86CF}"/>
                </a:ext>
              </a:extLst>
            </p:cNvPr>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99"/>
                  </a:solidFill>
                  <a:latin typeface="微软雅黑" pitchFamily="34" charset="-122"/>
                  <a:ea typeface="微软雅黑" pitchFamily="34" charset="-122"/>
                </a:rPr>
                <a:t>20                                            3      1             8</a:t>
              </a:r>
            </a:p>
          </p:txBody>
        </p:sp>
        <p:sp>
          <p:nvSpPr>
            <p:cNvPr id="49" name="Line 19">
              <a:extLst>
                <a:ext uri="{FF2B5EF4-FFF2-40B4-BE49-F238E27FC236}">
                  <a16:creationId xmlns:a16="http://schemas.microsoft.com/office/drawing/2014/main" id="{C179BD67-407B-B2B2-1092-0CF0D632238F}"/>
                </a:ext>
              </a:extLst>
            </p:cNvPr>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0" name="Line 21">
              <a:extLst>
                <a:ext uri="{FF2B5EF4-FFF2-40B4-BE49-F238E27FC236}">
                  <a16:creationId xmlns:a16="http://schemas.microsoft.com/office/drawing/2014/main" id="{44D56DE7-218F-74EF-8DB9-F0932D3CB3F9}"/>
                </a:ext>
              </a:extLst>
            </p:cNvPr>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1" name="Line 22">
              <a:extLst>
                <a:ext uri="{FF2B5EF4-FFF2-40B4-BE49-F238E27FC236}">
                  <a16:creationId xmlns:a16="http://schemas.microsoft.com/office/drawing/2014/main" id="{592AD3EB-B294-A7AD-0337-25545D965FAF}"/>
                </a:ext>
              </a:extLst>
            </p:cNvPr>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2" name="Line 33">
              <a:extLst>
                <a:ext uri="{FF2B5EF4-FFF2-40B4-BE49-F238E27FC236}">
                  <a16:creationId xmlns:a16="http://schemas.microsoft.com/office/drawing/2014/main" id="{0CA4E961-A10B-CC61-768A-B65C0DDD2291}"/>
                </a:ext>
              </a:extLst>
            </p:cNvPr>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3" name="Text Box 34">
              <a:extLst>
                <a:ext uri="{FF2B5EF4-FFF2-40B4-BE49-F238E27FC236}">
                  <a16:creationId xmlns:a16="http://schemas.microsoft.com/office/drawing/2014/main" id="{97C52583-B5BC-D8E0-9DCF-94D922C71834}"/>
                </a:ext>
              </a:extLst>
            </p:cNvPr>
            <p:cNvSpPr txBox="1">
              <a:spLocks noChangeArrowheads="1"/>
            </p:cNvSpPr>
            <p:nvPr/>
          </p:nvSpPr>
          <p:spPr bwMode="auto">
            <a:xfrm>
              <a:off x="5198284" y="3460937"/>
              <a:ext cx="1004738"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分组</a:t>
              </a:r>
            </a:p>
          </p:txBody>
        </p:sp>
        <p:sp>
          <p:nvSpPr>
            <p:cNvPr id="54" name="Text Box 35">
              <a:extLst>
                <a:ext uri="{FF2B5EF4-FFF2-40B4-BE49-F238E27FC236}">
                  <a16:creationId xmlns:a16="http://schemas.microsoft.com/office/drawing/2014/main" id="{E0E2977F-E7A4-8EE7-871C-66B7E3AEE00B}"/>
                </a:ext>
              </a:extLst>
            </p:cNvPr>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55" name="Text Box 37">
              <a:extLst>
                <a:ext uri="{FF2B5EF4-FFF2-40B4-BE49-F238E27FC236}">
                  <a16:creationId xmlns:a16="http://schemas.microsoft.com/office/drawing/2014/main" id="{5FB0D2C3-A9BF-0DD8-EFE5-DCAACF71ACDC}"/>
                </a:ext>
              </a:extLst>
            </p:cNvPr>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56" name="Line 38">
              <a:extLst>
                <a:ext uri="{FF2B5EF4-FFF2-40B4-BE49-F238E27FC236}">
                  <a16:creationId xmlns:a16="http://schemas.microsoft.com/office/drawing/2014/main" id="{47C6F1BC-37B5-8650-3E06-791A1438C784}"/>
                </a:ext>
              </a:extLst>
            </p:cNvPr>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7" name="Rectangle 8">
              <a:extLst>
                <a:ext uri="{FF2B5EF4-FFF2-40B4-BE49-F238E27FC236}">
                  <a16:creationId xmlns:a16="http://schemas.microsoft.com/office/drawing/2014/main" id="{3C70C7BD-B2D5-EB4E-28E7-B4AAD314814A}"/>
                </a:ext>
              </a:extLst>
            </p:cNvPr>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58" name="Rectangle 8">
              <a:extLst>
                <a:ext uri="{FF2B5EF4-FFF2-40B4-BE49-F238E27FC236}">
                  <a16:creationId xmlns:a16="http://schemas.microsoft.com/office/drawing/2014/main" id="{00E71DD8-F836-31A8-FD4A-933D80DD46C3}"/>
                </a:ext>
              </a:extLst>
            </p:cNvPr>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59" name="Rectangle 8">
              <a:extLst>
                <a:ext uri="{FF2B5EF4-FFF2-40B4-BE49-F238E27FC236}">
                  <a16:creationId xmlns:a16="http://schemas.microsoft.com/office/drawing/2014/main" id="{8DAA55D1-B688-5FB8-D3B0-AED7A0EAF8C3}"/>
                </a:ext>
              </a:extLst>
            </p:cNvPr>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60" name="Rectangle 8">
              <a:extLst>
                <a:ext uri="{FF2B5EF4-FFF2-40B4-BE49-F238E27FC236}">
                  <a16:creationId xmlns:a16="http://schemas.microsoft.com/office/drawing/2014/main" id="{396930A1-08C5-DA3B-CADB-525B1191E614}"/>
                </a:ext>
              </a:extLst>
            </p:cNvPr>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Tree>
    <p:extLst>
      <p:ext uri="{BB962C8B-B14F-4D97-AF65-F5344CB8AC3E}">
        <p14:creationId xmlns:p14="http://schemas.microsoft.com/office/powerpoint/2010/main" val="1729028035"/>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矩形 32"/>
          <p:cNvSpPr/>
          <p:nvPr/>
        </p:nvSpPr>
        <p:spPr>
          <a:xfrm>
            <a:off x="760492" y="3457987"/>
            <a:ext cx="8021370" cy="708335"/>
          </a:xfrm>
          <a:prstGeom prst="rect">
            <a:avLst/>
          </a:prstGeom>
        </p:spPr>
        <p:txBody>
          <a:bodyPr wrap="square">
            <a:spAutoFit/>
          </a:bodyPr>
          <a:lstStyle/>
          <a:p>
            <a:pPr>
              <a:lnSpc>
                <a:spcPts val="2500"/>
              </a:lnSpc>
            </a:pPr>
            <a:r>
              <a:rPr lang="en-US" altLang="zh-CN" b="1" dirty="0">
                <a:solidFill>
                  <a:srgbClr val="0000FF"/>
                </a:solidFill>
                <a:latin typeface="微软雅黑" pitchFamily="34" charset="-122"/>
                <a:ea typeface="微软雅黑" pitchFamily="34" charset="-122"/>
              </a:rPr>
              <a:t>(3) </a:t>
            </a:r>
            <a:r>
              <a:rPr lang="zh-CN" altLang="en-US" b="1" dirty="0">
                <a:solidFill>
                  <a:srgbClr val="0000FF"/>
                </a:solidFill>
                <a:latin typeface="微软雅黑" pitchFamily="34" charset="-122"/>
                <a:ea typeface="微软雅黑" pitchFamily="34" charset="-122"/>
              </a:rPr>
              <a:t>栈</a:t>
            </a:r>
            <a:r>
              <a:rPr lang="en-US" altLang="zh-CN" b="1" dirty="0">
                <a:solidFill>
                  <a:srgbClr val="0000FF"/>
                </a:solidFill>
                <a:latin typeface="微软雅黑" pitchFamily="34" charset="-122"/>
                <a:ea typeface="微软雅黑" pitchFamily="34" charset="-122"/>
              </a:rPr>
              <a:t>S</a:t>
            </a:r>
            <a:r>
              <a:rPr lang="zh-CN" altLang="en-US" b="1" dirty="0">
                <a:solidFill>
                  <a:srgbClr val="0000FF"/>
                </a:solidFill>
                <a:latin typeface="微软雅黑" pitchFamily="34" charset="-122"/>
                <a:ea typeface="微软雅黑" pitchFamily="34" charset="-122"/>
              </a:rPr>
              <a:t>。占 </a:t>
            </a:r>
            <a:r>
              <a:rPr lang="en-US" altLang="zh-CN" b="1" dirty="0">
                <a:solidFill>
                  <a:srgbClr val="0000FF"/>
                </a:solidFill>
                <a:latin typeface="微软雅黑" pitchFamily="34" charset="-122"/>
                <a:ea typeface="微软雅黑" pitchFamily="34" charset="-122"/>
              </a:rPr>
              <a:t>1 </a:t>
            </a:r>
            <a:r>
              <a:rPr lang="zh-CN" altLang="en-US" b="1" dirty="0">
                <a:solidFill>
                  <a:srgbClr val="0000FF"/>
                </a:solidFill>
                <a:latin typeface="微软雅黑" pitchFamily="34" charset="-122"/>
                <a:ea typeface="微软雅黑" pitchFamily="34" charset="-122"/>
              </a:rPr>
              <a:t>位。在使用多个标签构成“标签栈”时使用。</a:t>
            </a:r>
            <a:r>
              <a:rPr lang="en-US" altLang="zh-CN" b="1" dirty="0">
                <a:solidFill>
                  <a:srgbClr val="0000FF"/>
                </a:solidFill>
                <a:latin typeface="微软雅黑" pitchFamily="34" charset="-122"/>
                <a:ea typeface="微软雅黑" pitchFamily="34" charset="-122"/>
              </a:rPr>
              <a:t>S = 0</a:t>
            </a:r>
            <a:r>
              <a:rPr lang="zh-CN" altLang="en-US" b="1" dirty="0">
                <a:solidFill>
                  <a:srgbClr val="0000FF"/>
                </a:solidFill>
                <a:latin typeface="微软雅黑" pitchFamily="34" charset="-122"/>
                <a:ea typeface="微软雅黑" pitchFamily="34" charset="-122"/>
              </a:rPr>
              <a:t>表示后面还有更多标签。</a:t>
            </a:r>
            <a:r>
              <a:rPr lang="en-US" altLang="zh-CN" b="1" dirty="0">
                <a:solidFill>
                  <a:srgbClr val="0000FF"/>
                </a:solidFill>
                <a:latin typeface="微软雅黑" pitchFamily="34" charset="-122"/>
                <a:ea typeface="微软雅黑" pitchFamily="34" charset="-122"/>
              </a:rPr>
              <a:t>S = 1</a:t>
            </a:r>
            <a:r>
              <a:rPr lang="zh-CN" altLang="en-US" b="1" dirty="0">
                <a:solidFill>
                  <a:srgbClr val="0000FF"/>
                </a:solidFill>
                <a:latin typeface="微软雅黑" pitchFamily="34" charset="-122"/>
                <a:ea typeface="微软雅黑" pitchFamily="34" charset="-122"/>
              </a:rPr>
              <a:t>表示这是标签栈中的最后一个标签（到了栈底）。</a:t>
            </a:r>
          </a:p>
        </p:txBody>
      </p:sp>
      <p:sp>
        <p:nvSpPr>
          <p:cNvPr id="7" name="圆角矩形 1">
            <a:extLst>
              <a:ext uri="{FF2B5EF4-FFF2-40B4-BE49-F238E27FC236}">
                <a16:creationId xmlns:a16="http://schemas.microsoft.com/office/drawing/2014/main" id="{5CC540AB-34A5-3D79-CC50-F8446FA4833D}"/>
              </a:ext>
            </a:extLst>
          </p:cNvPr>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2" name="AutoShape 5">
            <a:extLst>
              <a:ext uri="{FF2B5EF4-FFF2-40B4-BE49-F238E27FC236}">
                <a16:creationId xmlns:a16="http://schemas.microsoft.com/office/drawing/2014/main" id="{8D9E6AB3-7B8B-549E-D0EC-4C04E65A1D8E}"/>
              </a:ext>
            </a:extLst>
          </p:cNvPr>
          <p:cNvSpPr>
            <a:spLocks noChangeArrowheads="1"/>
          </p:cNvSpPr>
          <p:nvPr/>
        </p:nvSpPr>
        <p:spPr bwMode="auto">
          <a:xfrm>
            <a:off x="545144" y="580933"/>
            <a:ext cx="8053711" cy="440649"/>
          </a:xfrm>
          <a:prstGeom prst="roundRect">
            <a:avLst>
              <a:gd name="adj" fmla="val 16667"/>
            </a:avLst>
          </a:prstGeom>
          <a:solidFill>
            <a:srgbClr val="0089FA"/>
          </a:solidFill>
          <a:ln>
            <a:noFill/>
          </a:ln>
          <a:effectLst/>
        </p:spPr>
        <p:txBody>
          <a:bodyPr wrap="none" anchor="ctr"/>
          <a:lstStyle/>
          <a:p>
            <a:endParaRPr lang="zh-CN" altLang="en-US" sz="2000"/>
          </a:p>
        </p:txBody>
      </p:sp>
      <p:sp>
        <p:nvSpPr>
          <p:cNvPr id="34" name="Rectangle 6">
            <a:extLst>
              <a:ext uri="{FF2B5EF4-FFF2-40B4-BE49-F238E27FC236}">
                <a16:creationId xmlns:a16="http://schemas.microsoft.com/office/drawing/2014/main" id="{F9A0567F-1435-E389-08A4-A642CC517B7A}"/>
              </a:ext>
            </a:extLst>
          </p:cNvPr>
          <p:cNvSpPr>
            <a:spLocks noChangeArrowheads="1"/>
          </p:cNvSpPr>
          <p:nvPr/>
        </p:nvSpPr>
        <p:spPr bwMode="auto">
          <a:xfrm>
            <a:off x="1941968" y="580933"/>
            <a:ext cx="52600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itchFamily="34" charset="-122"/>
                <a:ea typeface="微软雅黑" pitchFamily="34" charset="-122"/>
              </a:rPr>
              <a:t>4.11.2 MPLS </a:t>
            </a:r>
            <a:r>
              <a:rPr lang="zh-CN" altLang="en-US" sz="2400" b="1" dirty="0">
                <a:solidFill>
                  <a:schemeClr val="bg1"/>
                </a:solidFill>
                <a:latin typeface="微软雅黑" pitchFamily="34" charset="-122"/>
                <a:ea typeface="微软雅黑" pitchFamily="34" charset="-122"/>
              </a:rPr>
              <a:t>首部的格式</a:t>
            </a:r>
          </a:p>
        </p:txBody>
      </p:sp>
      <p:grpSp>
        <p:nvGrpSpPr>
          <p:cNvPr id="35" name="组合 34">
            <a:extLst>
              <a:ext uri="{FF2B5EF4-FFF2-40B4-BE49-F238E27FC236}">
                <a16:creationId xmlns:a16="http://schemas.microsoft.com/office/drawing/2014/main" id="{E3301622-8E4F-AD95-8AE3-AAF6E14514C3}"/>
              </a:ext>
            </a:extLst>
          </p:cNvPr>
          <p:cNvGrpSpPr/>
          <p:nvPr/>
        </p:nvGrpSpPr>
        <p:grpSpPr>
          <a:xfrm>
            <a:off x="1150083" y="1142751"/>
            <a:ext cx="6692134" cy="2202496"/>
            <a:chOff x="445521" y="1337046"/>
            <a:chExt cx="8662793" cy="2851073"/>
          </a:xfrm>
        </p:grpSpPr>
        <p:sp>
          <p:nvSpPr>
            <p:cNvPr id="36" name="Freeform 41">
              <a:extLst>
                <a:ext uri="{FF2B5EF4-FFF2-40B4-BE49-F238E27FC236}">
                  <a16:creationId xmlns:a16="http://schemas.microsoft.com/office/drawing/2014/main" id="{5D7AFFF1-8C3D-9341-26C6-F0E6EB4ED7FE}"/>
                </a:ext>
              </a:extLst>
            </p:cNvPr>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37" name="Line 2">
              <a:extLst>
                <a:ext uri="{FF2B5EF4-FFF2-40B4-BE49-F238E27FC236}">
                  <a16:creationId xmlns:a16="http://schemas.microsoft.com/office/drawing/2014/main" id="{F26B7077-77BA-882C-B570-F6DF2D27662B}"/>
                </a:ext>
              </a:extLst>
            </p:cNvPr>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8" name="Text Box 6">
              <a:extLst>
                <a:ext uri="{FF2B5EF4-FFF2-40B4-BE49-F238E27FC236}">
                  <a16:creationId xmlns:a16="http://schemas.microsoft.com/office/drawing/2014/main" id="{9943F73A-79CA-C6CD-470E-D698297B2568}"/>
                </a:ext>
              </a:extLst>
            </p:cNvPr>
            <p:cNvSpPr txBox="1">
              <a:spLocks noChangeArrowheads="1"/>
            </p:cNvSpPr>
            <p:nvPr/>
          </p:nvSpPr>
          <p:spPr bwMode="auto">
            <a:xfrm>
              <a:off x="2935072" y="2421284"/>
              <a:ext cx="703856" cy="398409"/>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栈顶</a:t>
              </a:r>
            </a:p>
          </p:txBody>
        </p:sp>
        <p:sp>
          <p:nvSpPr>
            <p:cNvPr id="39" name="Rectangle 8">
              <a:extLst>
                <a:ext uri="{FF2B5EF4-FFF2-40B4-BE49-F238E27FC236}">
                  <a16:creationId xmlns:a16="http://schemas.microsoft.com/office/drawing/2014/main" id="{26E4486E-7386-92D5-7E2F-D2ADEEBEB46E}"/>
                </a:ext>
              </a:extLst>
            </p:cNvPr>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40" name="Rectangle 9">
              <a:extLst>
                <a:ext uri="{FF2B5EF4-FFF2-40B4-BE49-F238E27FC236}">
                  <a16:creationId xmlns:a16="http://schemas.microsoft.com/office/drawing/2014/main" id="{566C6824-AA32-AB38-4EA3-414BEED6F90E}"/>
                </a:ext>
              </a:extLst>
            </p:cNvPr>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41" name="Line 10">
              <a:extLst>
                <a:ext uri="{FF2B5EF4-FFF2-40B4-BE49-F238E27FC236}">
                  <a16:creationId xmlns:a16="http://schemas.microsoft.com/office/drawing/2014/main" id="{C53070BA-B633-8677-C293-953F6E105574}"/>
                </a:ext>
              </a:extLst>
            </p:cNvPr>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2" name="Line 11">
              <a:extLst>
                <a:ext uri="{FF2B5EF4-FFF2-40B4-BE49-F238E27FC236}">
                  <a16:creationId xmlns:a16="http://schemas.microsoft.com/office/drawing/2014/main" id="{1CD847B4-2D6A-C3D3-1705-6E4F53984BFE}"/>
                </a:ext>
              </a:extLst>
            </p:cNvPr>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3" name="Line 12">
              <a:extLst>
                <a:ext uri="{FF2B5EF4-FFF2-40B4-BE49-F238E27FC236}">
                  <a16:creationId xmlns:a16="http://schemas.microsoft.com/office/drawing/2014/main" id="{71C67F57-FC15-17C4-CC64-6C307E917D9F}"/>
                </a:ext>
              </a:extLst>
            </p:cNvPr>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4" name="Text Box 13">
              <a:extLst>
                <a:ext uri="{FF2B5EF4-FFF2-40B4-BE49-F238E27FC236}">
                  <a16:creationId xmlns:a16="http://schemas.microsoft.com/office/drawing/2014/main" id="{3924914E-44F9-35C3-D96C-DF4917BE870A}"/>
                </a:ext>
              </a:extLst>
            </p:cNvPr>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标   签   值</a:t>
              </a:r>
            </a:p>
          </p:txBody>
        </p:sp>
        <p:sp>
          <p:nvSpPr>
            <p:cNvPr id="45" name="Text Box 14">
              <a:extLst>
                <a:ext uri="{FF2B5EF4-FFF2-40B4-BE49-F238E27FC236}">
                  <a16:creationId xmlns:a16="http://schemas.microsoft.com/office/drawing/2014/main" id="{80E7FC8C-0448-BC0E-0AEB-23F5AC2C72F0}"/>
                </a:ext>
              </a:extLst>
            </p:cNvPr>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生存时间 </a:t>
              </a:r>
              <a:r>
                <a:rPr kumimoji="1" lang="en-US" altLang="zh-CN" sz="1400" b="1" dirty="0">
                  <a:latin typeface="微软雅黑" pitchFamily="34" charset="-122"/>
                  <a:ea typeface="微软雅黑" pitchFamily="34" charset="-122"/>
                </a:rPr>
                <a:t>TTL</a:t>
              </a:r>
            </a:p>
          </p:txBody>
        </p:sp>
        <p:sp>
          <p:nvSpPr>
            <p:cNvPr id="46" name="Text Box 15">
              <a:extLst>
                <a:ext uri="{FF2B5EF4-FFF2-40B4-BE49-F238E27FC236}">
                  <a16:creationId xmlns:a16="http://schemas.microsoft.com/office/drawing/2014/main" id="{12F3CB1D-BD4C-BF7D-4D07-973CC5B8DE47}"/>
                </a:ext>
              </a:extLst>
            </p:cNvPr>
            <p:cNvSpPr txBox="1">
              <a:spLocks noChangeArrowheads="1"/>
            </p:cNvSpPr>
            <p:nvPr/>
          </p:nvSpPr>
          <p:spPr bwMode="auto">
            <a:xfrm>
              <a:off x="6018138" y="1729647"/>
              <a:ext cx="936261"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流量类</a:t>
              </a:r>
            </a:p>
          </p:txBody>
        </p:sp>
        <p:sp>
          <p:nvSpPr>
            <p:cNvPr id="47" name="Text Box 16">
              <a:extLst>
                <a:ext uri="{FF2B5EF4-FFF2-40B4-BE49-F238E27FC236}">
                  <a16:creationId xmlns:a16="http://schemas.microsoft.com/office/drawing/2014/main" id="{F357895A-1120-F9DF-C05F-0584BB7880F7}"/>
                </a:ext>
              </a:extLst>
            </p:cNvPr>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S</a:t>
              </a:r>
            </a:p>
          </p:txBody>
        </p:sp>
        <p:sp>
          <p:nvSpPr>
            <p:cNvPr id="48" name="Text Box 17">
              <a:extLst>
                <a:ext uri="{FF2B5EF4-FFF2-40B4-BE49-F238E27FC236}">
                  <a16:creationId xmlns:a16="http://schemas.microsoft.com/office/drawing/2014/main" id="{B0941681-8CAB-F447-B680-77980C804FA2}"/>
                </a:ext>
              </a:extLst>
            </p:cNvPr>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99"/>
                  </a:solidFill>
                  <a:latin typeface="微软雅黑" pitchFamily="34" charset="-122"/>
                  <a:ea typeface="微软雅黑" pitchFamily="34" charset="-122"/>
                </a:rPr>
                <a:t>20                                            3      1             8</a:t>
              </a:r>
            </a:p>
          </p:txBody>
        </p:sp>
        <p:sp>
          <p:nvSpPr>
            <p:cNvPr id="49" name="Line 19">
              <a:extLst>
                <a:ext uri="{FF2B5EF4-FFF2-40B4-BE49-F238E27FC236}">
                  <a16:creationId xmlns:a16="http://schemas.microsoft.com/office/drawing/2014/main" id="{3BD6B34E-A899-12E1-C8FE-B2F1A22EBC21}"/>
                </a:ext>
              </a:extLst>
            </p:cNvPr>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0" name="Line 21">
              <a:extLst>
                <a:ext uri="{FF2B5EF4-FFF2-40B4-BE49-F238E27FC236}">
                  <a16:creationId xmlns:a16="http://schemas.microsoft.com/office/drawing/2014/main" id="{4D03EA05-3BEE-EF09-1E53-3349AFAAADA6}"/>
                </a:ext>
              </a:extLst>
            </p:cNvPr>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1" name="Line 22">
              <a:extLst>
                <a:ext uri="{FF2B5EF4-FFF2-40B4-BE49-F238E27FC236}">
                  <a16:creationId xmlns:a16="http://schemas.microsoft.com/office/drawing/2014/main" id="{57E2C036-30BA-B2A2-3D6D-1F03D60DB40D}"/>
                </a:ext>
              </a:extLst>
            </p:cNvPr>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2" name="Line 33">
              <a:extLst>
                <a:ext uri="{FF2B5EF4-FFF2-40B4-BE49-F238E27FC236}">
                  <a16:creationId xmlns:a16="http://schemas.microsoft.com/office/drawing/2014/main" id="{9ECAA13B-0245-0F94-1EBF-C8C4B0D25FAC}"/>
                </a:ext>
              </a:extLst>
            </p:cNvPr>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3" name="Text Box 34">
              <a:extLst>
                <a:ext uri="{FF2B5EF4-FFF2-40B4-BE49-F238E27FC236}">
                  <a16:creationId xmlns:a16="http://schemas.microsoft.com/office/drawing/2014/main" id="{2A996821-D0C6-D709-7AAB-2CF4819002ED}"/>
                </a:ext>
              </a:extLst>
            </p:cNvPr>
            <p:cNvSpPr txBox="1">
              <a:spLocks noChangeArrowheads="1"/>
            </p:cNvSpPr>
            <p:nvPr/>
          </p:nvSpPr>
          <p:spPr bwMode="auto">
            <a:xfrm>
              <a:off x="5198284" y="3460937"/>
              <a:ext cx="1004738"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分组</a:t>
              </a:r>
            </a:p>
          </p:txBody>
        </p:sp>
        <p:sp>
          <p:nvSpPr>
            <p:cNvPr id="54" name="Text Box 35">
              <a:extLst>
                <a:ext uri="{FF2B5EF4-FFF2-40B4-BE49-F238E27FC236}">
                  <a16:creationId xmlns:a16="http://schemas.microsoft.com/office/drawing/2014/main" id="{45D5D104-D8ED-1995-98CC-E924C81728E0}"/>
                </a:ext>
              </a:extLst>
            </p:cNvPr>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55" name="Text Box 37">
              <a:extLst>
                <a:ext uri="{FF2B5EF4-FFF2-40B4-BE49-F238E27FC236}">
                  <a16:creationId xmlns:a16="http://schemas.microsoft.com/office/drawing/2014/main" id="{0A63FE26-4CA8-5106-0E3D-597A7A04EA60}"/>
                </a:ext>
              </a:extLst>
            </p:cNvPr>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56" name="Line 38">
              <a:extLst>
                <a:ext uri="{FF2B5EF4-FFF2-40B4-BE49-F238E27FC236}">
                  <a16:creationId xmlns:a16="http://schemas.microsoft.com/office/drawing/2014/main" id="{842EE488-99F7-2035-81F5-20067D96F4B2}"/>
                </a:ext>
              </a:extLst>
            </p:cNvPr>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7" name="Rectangle 8">
              <a:extLst>
                <a:ext uri="{FF2B5EF4-FFF2-40B4-BE49-F238E27FC236}">
                  <a16:creationId xmlns:a16="http://schemas.microsoft.com/office/drawing/2014/main" id="{0A7B0E4E-2083-4C91-711E-448AA178A563}"/>
                </a:ext>
              </a:extLst>
            </p:cNvPr>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58" name="Rectangle 8">
              <a:extLst>
                <a:ext uri="{FF2B5EF4-FFF2-40B4-BE49-F238E27FC236}">
                  <a16:creationId xmlns:a16="http://schemas.microsoft.com/office/drawing/2014/main" id="{128B39DD-E42C-F162-CE22-5A1D7FD9D3DE}"/>
                </a:ext>
              </a:extLst>
            </p:cNvPr>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59" name="Rectangle 8">
              <a:extLst>
                <a:ext uri="{FF2B5EF4-FFF2-40B4-BE49-F238E27FC236}">
                  <a16:creationId xmlns:a16="http://schemas.microsoft.com/office/drawing/2014/main" id="{A99C2A01-8A7F-021B-A403-7C3DA9368D6C}"/>
                </a:ext>
              </a:extLst>
            </p:cNvPr>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60" name="Rectangle 8">
              <a:extLst>
                <a:ext uri="{FF2B5EF4-FFF2-40B4-BE49-F238E27FC236}">
                  <a16:creationId xmlns:a16="http://schemas.microsoft.com/office/drawing/2014/main" id="{42A1854E-66C0-504A-0885-F7D51F9C00DB}"/>
                </a:ext>
              </a:extLst>
            </p:cNvPr>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Tree>
    <p:extLst>
      <p:ext uri="{BB962C8B-B14F-4D97-AF65-F5344CB8AC3E}">
        <p14:creationId xmlns:p14="http://schemas.microsoft.com/office/powerpoint/2010/main" val="1735084073"/>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矩形 32"/>
          <p:cNvSpPr/>
          <p:nvPr/>
        </p:nvSpPr>
        <p:spPr>
          <a:xfrm>
            <a:off x="760492" y="3457987"/>
            <a:ext cx="8021370" cy="387735"/>
          </a:xfrm>
          <a:prstGeom prst="rect">
            <a:avLst/>
          </a:prstGeom>
        </p:spPr>
        <p:txBody>
          <a:bodyPr wrap="square">
            <a:spAutoFit/>
          </a:bodyPr>
          <a:lstStyle/>
          <a:p>
            <a:pPr>
              <a:lnSpc>
                <a:spcPts val="2500"/>
              </a:lnSpc>
            </a:pPr>
            <a:r>
              <a:rPr lang="en-US" altLang="zh-CN" b="1" dirty="0">
                <a:solidFill>
                  <a:srgbClr val="0000FF"/>
                </a:solidFill>
                <a:latin typeface="微软雅黑" pitchFamily="34" charset="-122"/>
                <a:ea typeface="微软雅黑" pitchFamily="34" charset="-122"/>
              </a:rPr>
              <a:t>(4) </a:t>
            </a:r>
            <a:r>
              <a:rPr lang="zh-CN" altLang="en-US" b="1" dirty="0">
                <a:solidFill>
                  <a:srgbClr val="0000FF"/>
                </a:solidFill>
                <a:latin typeface="微软雅黑" pitchFamily="34" charset="-122"/>
                <a:ea typeface="微软雅黑" pitchFamily="34" charset="-122"/>
              </a:rPr>
              <a:t>生存时间 </a:t>
            </a:r>
            <a:r>
              <a:rPr lang="en-US" altLang="zh-CN" b="1" dirty="0">
                <a:solidFill>
                  <a:srgbClr val="0000FF"/>
                </a:solidFill>
                <a:latin typeface="微软雅黑" pitchFamily="34" charset="-122"/>
                <a:ea typeface="微软雅黑" pitchFamily="34" charset="-122"/>
              </a:rPr>
              <a:t>TTL</a:t>
            </a:r>
            <a:r>
              <a:rPr lang="zh-CN" altLang="en-US" b="1" dirty="0">
                <a:solidFill>
                  <a:srgbClr val="0000FF"/>
                </a:solidFill>
                <a:latin typeface="微软雅黑" pitchFamily="34" charset="-122"/>
                <a:ea typeface="微软雅黑" pitchFamily="34" charset="-122"/>
              </a:rPr>
              <a:t>。占 </a:t>
            </a:r>
            <a:r>
              <a:rPr lang="en-US" altLang="zh-CN" b="1" dirty="0">
                <a:solidFill>
                  <a:srgbClr val="0000FF"/>
                </a:solidFill>
                <a:latin typeface="微软雅黑" pitchFamily="34" charset="-122"/>
                <a:ea typeface="微软雅黑" pitchFamily="34" charset="-122"/>
              </a:rPr>
              <a:t>8 </a:t>
            </a:r>
            <a:r>
              <a:rPr lang="zh-CN" altLang="en-US" b="1" dirty="0">
                <a:solidFill>
                  <a:srgbClr val="0000FF"/>
                </a:solidFill>
                <a:latin typeface="微软雅黑" pitchFamily="34" charset="-122"/>
                <a:ea typeface="微软雅黑" pitchFamily="34" charset="-122"/>
              </a:rPr>
              <a:t>位，用来防止 </a:t>
            </a:r>
            <a:r>
              <a:rPr lang="en-US" altLang="zh-CN" b="1" dirty="0">
                <a:solidFill>
                  <a:srgbClr val="0000FF"/>
                </a:solidFill>
                <a:latin typeface="微软雅黑" pitchFamily="34" charset="-122"/>
                <a:ea typeface="微软雅黑" pitchFamily="34" charset="-122"/>
              </a:rPr>
              <a:t>MPLS </a:t>
            </a:r>
            <a:r>
              <a:rPr lang="zh-CN" altLang="en-US" b="1" dirty="0">
                <a:solidFill>
                  <a:srgbClr val="0000FF"/>
                </a:solidFill>
                <a:latin typeface="微软雅黑" pitchFamily="34" charset="-122"/>
                <a:ea typeface="微软雅黑" pitchFamily="34" charset="-122"/>
              </a:rPr>
              <a:t>分组在 </a:t>
            </a:r>
            <a:r>
              <a:rPr lang="en-US" altLang="zh-CN" b="1" dirty="0">
                <a:solidFill>
                  <a:srgbClr val="0000FF"/>
                </a:solidFill>
                <a:latin typeface="微软雅黑" pitchFamily="34" charset="-122"/>
                <a:ea typeface="微软雅黑" pitchFamily="34" charset="-122"/>
              </a:rPr>
              <a:t>MPLS </a:t>
            </a:r>
            <a:r>
              <a:rPr lang="zh-CN" altLang="en-US" b="1" dirty="0">
                <a:solidFill>
                  <a:srgbClr val="0000FF"/>
                </a:solidFill>
                <a:latin typeface="微软雅黑" pitchFamily="34" charset="-122"/>
                <a:ea typeface="微软雅黑" pitchFamily="34" charset="-122"/>
              </a:rPr>
              <a:t>域中兜圈子。</a:t>
            </a:r>
          </a:p>
        </p:txBody>
      </p:sp>
      <p:sp>
        <p:nvSpPr>
          <p:cNvPr id="7" name="圆角矩形 1">
            <a:extLst>
              <a:ext uri="{FF2B5EF4-FFF2-40B4-BE49-F238E27FC236}">
                <a16:creationId xmlns:a16="http://schemas.microsoft.com/office/drawing/2014/main" id="{4BDF28E2-168D-61A3-2746-F2BD8C867D63}"/>
              </a:ext>
            </a:extLst>
          </p:cNvPr>
          <p:cNvSpPr/>
          <p:nvPr/>
        </p:nvSpPr>
        <p:spPr>
          <a:xfrm>
            <a:off x="545144" y="1071879"/>
            <a:ext cx="8053711" cy="236800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8" name="AutoShape 5">
            <a:extLst>
              <a:ext uri="{FF2B5EF4-FFF2-40B4-BE49-F238E27FC236}">
                <a16:creationId xmlns:a16="http://schemas.microsoft.com/office/drawing/2014/main" id="{0D7AF97C-00A6-BD74-428D-A06E39DA042E}"/>
              </a:ext>
            </a:extLst>
          </p:cNvPr>
          <p:cNvSpPr>
            <a:spLocks noChangeArrowheads="1"/>
          </p:cNvSpPr>
          <p:nvPr/>
        </p:nvSpPr>
        <p:spPr bwMode="auto">
          <a:xfrm>
            <a:off x="545144" y="580933"/>
            <a:ext cx="8053711" cy="440649"/>
          </a:xfrm>
          <a:prstGeom prst="roundRect">
            <a:avLst>
              <a:gd name="adj" fmla="val 16667"/>
            </a:avLst>
          </a:prstGeom>
          <a:solidFill>
            <a:srgbClr val="0089FA"/>
          </a:solidFill>
          <a:ln>
            <a:noFill/>
          </a:ln>
          <a:effectLst/>
        </p:spPr>
        <p:txBody>
          <a:bodyPr wrap="none" anchor="ctr"/>
          <a:lstStyle/>
          <a:p>
            <a:endParaRPr lang="zh-CN" altLang="en-US" sz="2000"/>
          </a:p>
        </p:txBody>
      </p:sp>
      <p:sp>
        <p:nvSpPr>
          <p:cNvPr id="32" name="Rectangle 6">
            <a:extLst>
              <a:ext uri="{FF2B5EF4-FFF2-40B4-BE49-F238E27FC236}">
                <a16:creationId xmlns:a16="http://schemas.microsoft.com/office/drawing/2014/main" id="{908D0D1B-BA74-A92E-3025-B09D9D9D678B}"/>
              </a:ext>
            </a:extLst>
          </p:cNvPr>
          <p:cNvSpPr>
            <a:spLocks noChangeArrowheads="1"/>
          </p:cNvSpPr>
          <p:nvPr/>
        </p:nvSpPr>
        <p:spPr bwMode="auto">
          <a:xfrm>
            <a:off x="1941968" y="580933"/>
            <a:ext cx="52600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itchFamily="34" charset="-122"/>
                <a:ea typeface="微软雅黑" pitchFamily="34" charset="-122"/>
              </a:rPr>
              <a:t>4.11.2 MPLS </a:t>
            </a:r>
            <a:r>
              <a:rPr lang="zh-CN" altLang="en-US" sz="2400" b="1" dirty="0">
                <a:solidFill>
                  <a:schemeClr val="bg1"/>
                </a:solidFill>
                <a:latin typeface="微软雅黑" pitchFamily="34" charset="-122"/>
                <a:ea typeface="微软雅黑" pitchFamily="34" charset="-122"/>
              </a:rPr>
              <a:t>首部的格式</a:t>
            </a:r>
          </a:p>
        </p:txBody>
      </p:sp>
      <p:grpSp>
        <p:nvGrpSpPr>
          <p:cNvPr id="34" name="组合 33">
            <a:extLst>
              <a:ext uri="{FF2B5EF4-FFF2-40B4-BE49-F238E27FC236}">
                <a16:creationId xmlns:a16="http://schemas.microsoft.com/office/drawing/2014/main" id="{84C5809D-1B6D-8058-C1BB-B1A5337745FF}"/>
              </a:ext>
            </a:extLst>
          </p:cNvPr>
          <p:cNvGrpSpPr/>
          <p:nvPr/>
        </p:nvGrpSpPr>
        <p:grpSpPr>
          <a:xfrm>
            <a:off x="1150083" y="1142751"/>
            <a:ext cx="6692134" cy="2202496"/>
            <a:chOff x="445521" y="1337046"/>
            <a:chExt cx="8662793" cy="2851073"/>
          </a:xfrm>
        </p:grpSpPr>
        <p:sp>
          <p:nvSpPr>
            <p:cNvPr id="35" name="Freeform 41">
              <a:extLst>
                <a:ext uri="{FF2B5EF4-FFF2-40B4-BE49-F238E27FC236}">
                  <a16:creationId xmlns:a16="http://schemas.microsoft.com/office/drawing/2014/main" id="{84DA2E3F-2726-863D-E223-EDD1B54F205F}"/>
                </a:ext>
              </a:extLst>
            </p:cNvPr>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00B050"/>
                </a:gs>
                <a:gs pos="100000">
                  <a:srgbClr val="00FFFF"/>
                </a:gs>
              </a:gsLst>
              <a:lin ang="5400000" scaled="1"/>
            </a:gradFill>
            <a:ln>
              <a:noFill/>
            </a:ln>
            <a:effectLst/>
          </p:spPr>
          <p:txBody>
            <a:bodyPr/>
            <a:lstStyle/>
            <a:p>
              <a:endParaRPr lang="zh-CN" altLang="en-US" sz="1400" b="1">
                <a:solidFill>
                  <a:srgbClr val="000099"/>
                </a:solidFill>
                <a:latin typeface="微软雅黑" pitchFamily="34" charset="-122"/>
                <a:ea typeface="微软雅黑" pitchFamily="34" charset="-122"/>
              </a:endParaRPr>
            </a:p>
          </p:txBody>
        </p:sp>
        <p:sp>
          <p:nvSpPr>
            <p:cNvPr id="36" name="Line 2">
              <a:extLst>
                <a:ext uri="{FF2B5EF4-FFF2-40B4-BE49-F238E27FC236}">
                  <a16:creationId xmlns:a16="http://schemas.microsoft.com/office/drawing/2014/main" id="{2C7B6942-9D60-0C8D-D0B8-087CFCF8F019}"/>
                </a:ext>
              </a:extLst>
            </p:cNvPr>
            <p:cNvSpPr>
              <a:spLocks noChangeShapeType="1"/>
            </p:cNvSpPr>
            <p:nvPr/>
          </p:nvSpPr>
          <p:spPr bwMode="auto">
            <a:xfrm flipV="1">
              <a:off x="3969576" y="2227609"/>
              <a:ext cx="5138738" cy="6032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7" name="Text Box 6">
              <a:extLst>
                <a:ext uri="{FF2B5EF4-FFF2-40B4-BE49-F238E27FC236}">
                  <a16:creationId xmlns:a16="http://schemas.microsoft.com/office/drawing/2014/main" id="{C656CFA1-AE3F-B2A6-5D29-BBEB1ABE6C08}"/>
                </a:ext>
              </a:extLst>
            </p:cNvPr>
            <p:cNvSpPr txBox="1">
              <a:spLocks noChangeArrowheads="1"/>
            </p:cNvSpPr>
            <p:nvPr/>
          </p:nvSpPr>
          <p:spPr bwMode="auto">
            <a:xfrm>
              <a:off x="2935072" y="2421284"/>
              <a:ext cx="703856" cy="398409"/>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栈顶</a:t>
              </a:r>
            </a:p>
          </p:txBody>
        </p:sp>
        <p:sp>
          <p:nvSpPr>
            <p:cNvPr id="38" name="Rectangle 8">
              <a:extLst>
                <a:ext uri="{FF2B5EF4-FFF2-40B4-BE49-F238E27FC236}">
                  <a16:creationId xmlns:a16="http://schemas.microsoft.com/office/drawing/2014/main" id="{B6A1C6D8-835B-6CBD-43D4-D23E0F4C7F75}"/>
                </a:ext>
              </a:extLst>
            </p:cNvPr>
            <p:cNvSpPr>
              <a:spLocks noChangeArrowheads="1"/>
            </p:cNvSpPr>
            <p:nvPr/>
          </p:nvSpPr>
          <p:spPr bwMode="auto">
            <a:xfrm>
              <a:off x="1580786"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帧首部  </a:t>
              </a:r>
            </a:p>
          </p:txBody>
        </p:sp>
        <p:sp>
          <p:nvSpPr>
            <p:cNvPr id="39" name="Rectangle 9">
              <a:extLst>
                <a:ext uri="{FF2B5EF4-FFF2-40B4-BE49-F238E27FC236}">
                  <a16:creationId xmlns:a16="http://schemas.microsoft.com/office/drawing/2014/main" id="{1D0D80BB-6F21-9747-3DCA-4EA9328E2F88}"/>
                </a:ext>
              </a:extLst>
            </p:cNvPr>
            <p:cNvSpPr>
              <a:spLocks noChangeArrowheads="1"/>
            </p:cNvSpPr>
            <p:nvPr/>
          </p:nvSpPr>
          <p:spPr bwMode="auto">
            <a:xfrm>
              <a:off x="1056249" y="1675159"/>
              <a:ext cx="8038306" cy="525462"/>
            </a:xfrm>
            <a:prstGeom prst="rect">
              <a:avLst/>
            </a:prstGeom>
            <a:solidFill>
              <a:srgbClr val="99FFCC"/>
            </a:solidFill>
            <a:ln w="9525">
              <a:solidFill>
                <a:schemeClr val="tx1"/>
              </a:solidFill>
              <a:miter lim="800000"/>
              <a:headEnd/>
              <a:tailEnd/>
            </a:ln>
            <a:effec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40" name="Line 10">
              <a:extLst>
                <a:ext uri="{FF2B5EF4-FFF2-40B4-BE49-F238E27FC236}">
                  <a16:creationId xmlns:a16="http://schemas.microsoft.com/office/drawing/2014/main" id="{D385DD2F-DB97-39FF-1027-DB594050FF9A}"/>
                </a:ext>
              </a:extLst>
            </p:cNvPr>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1" name="Line 11">
              <a:extLst>
                <a:ext uri="{FF2B5EF4-FFF2-40B4-BE49-F238E27FC236}">
                  <a16:creationId xmlns:a16="http://schemas.microsoft.com/office/drawing/2014/main" id="{53D30892-405E-DA4D-B13A-2702DFA135DF}"/>
                </a:ext>
              </a:extLst>
            </p:cNvPr>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2" name="Line 12">
              <a:extLst>
                <a:ext uri="{FF2B5EF4-FFF2-40B4-BE49-F238E27FC236}">
                  <a16:creationId xmlns:a16="http://schemas.microsoft.com/office/drawing/2014/main" id="{2FFB9DD3-7F08-4CFA-6735-AB23A3004A20}"/>
                </a:ext>
              </a:extLst>
            </p:cNvPr>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3" name="Text Box 13">
              <a:extLst>
                <a:ext uri="{FF2B5EF4-FFF2-40B4-BE49-F238E27FC236}">
                  <a16:creationId xmlns:a16="http://schemas.microsoft.com/office/drawing/2014/main" id="{2DDA8161-B99C-4D23-3B94-F0FD9655A1BE}"/>
                </a:ext>
              </a:extLst>
            </p:cNvPr>
            <p:cNvSpPr txBox="1">
              <a:spLocks noChangeArrowheads="1"/>
            </p:cNvSpPr>
            <p:nvPr/>
          </p:nvSpPr>
          <p:spPr bwMode="auto">
            <a:xfrm>
              <a:off x="2935323" y="1729647"/>
              <a:ext cx="1347120"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标   签   值</a:t>
              </a:r>
            </a:p>
          </p:txBody>
        </p:sp>
        <p:sp>
          <p:nvSpPr>
            <p:cNvPr id="44" name="Text Box 14">
              <a:extLst>
                <a:ext uri="{FF2B5EF4-FFF2-40B4-BE49-F238E27FC236}">
                  <a16:creationId xmlns:a16="http://schemas.microsoft.com/office/drawing/2014/main" id="{2E182C84-F27C-2CC5-A642-6037CE765E59}"/>
                </a:ext>
              </a:extLst>
            </p:cNvPr>
            <p:cNvSpPr txBox="1">
              <a:spLocks noChangeArrowheads="1"/>
            </p:cNvSpPr>
            <p:nvPr/>
          </p:nvSpPr>
          <p:spPr bwMode="auto">
            <a:xfrm>
              <a:off x="7298742" y="1729647"/>
              <a:ext cx="165912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生存时间 </a:t>
              </a:r>
              <a:r>
                <a:rPr kumimoji="1" lang="en-US" altLang="zh-CN" sz="1400" b="1" dirty="0">
                  <a:latin typeface="微软雅黑" pitchFamily="34" charset="-122"/>
                  <a:ea typeface="微软雅黑" pitchFamily="34" charset="-122"/>
                </a:rPr>
                <a:t>TTL</a:t>
              </a:r>
            </a:p>
          </p:txBody>
        </p:sp>
        <p:sp>
          <p:nvSpPr>
            <p:cNvPr id="45" name="Text Box 15">
              <a:extLst>
                <a:ext uri="{FF2B5EF4-FFF2-40B4-BE49-F238E27FC236}">
                  <a16:creationId xmlns:a16="http://schemas.microsoft.com/office/drawing/2014/main" id="{F76D7876-DCBB-ABF6-7701-1E92CA558EED}"/>
                </a:ext>
              </a:extLst>
            </p:cNvPr>
            <p:cNvSpPr txBox="1">
              <a:spLocks noChangeArrowheads="1"/>
            </p:cNvSpPr>
            <p:nvPr/>
          </p:nvSpPr>
          <p:spPr bwMode="auto">
            <a:xfrm>
              <a:off x="6018138" y="1729647"/>
              <a:ext cx="936261"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itchFamily="34" charset="-122"/>
                  <a:ea typeface="微软雅黑" pitchFamily="34" charset="-122"/>
                </a:rPr>
                <a:t>流量类</a:t>
              </a:r>
            </a:p>
          </p:txBody>
        </p:sp>
        <p:sp>
          <p:nvSpPr>
            <p:cNvPr id="46" name="Text Box 16">
              <a:extLst>
                <a:ext uri="{FF2B5EF4-FFF2-40B4-BE49-F238E27FC236}">
                  <a16:creationId xmlns:a16="http://schemas.microsoft.com/office/drawing/2014/main" id="{8BBB3DD4-7147-FDF1-4EED-C11415C510F7}"/>
                </a:ext>
              </a:extLst>
            </p:cNvPr>
            <p:cNvSpPr txBox="1">
              <a:spLocks noChangeArrowheads="1"/>
            </p:cNvSpPr>
            <p:nvPr/>
          </p:nvSpPr>
          <p:spPr bwMode="auto">
            <a:xfrm>
              <a:off x="6781436" y="1729647"/>
              <a:ext cx="378074"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latin typeface="微软雅黑" pitchFamily="34" charset="-122"/>
                  <a:ea typeface="微软雅黑" pitchFamily="34" charset="-122"/>
                </a:rPr>
                <a:t>S</a:t>
              </a:r>
            </a:p>
          </p:txBody>
        </p:sp>
        <p:sp>
          <p:nvSpPr>
            <p:cNvPr id="47" name="Text Box 17">
              <a:extLst>
                <a:ext uri="{FF2B5EF4-FFF2-40B4-BE49-F238E27FC236}">
                  <a16:creationId xmlns:a16="http://schemas.microsoft.com/office/drawing/2014/main" id="{063DCC50-ACF1-6B0D-FBB5-8FD68342F0AD}"/>
                </a:ext>
              </a:extLst>
            </p:cNvPr>
            <p:cNvSpPr txBox="1">
              <a:spLocks noChangeArrowheads="1"/>
            </p:cNvSpPr>
            <p:nvPr/>
          </p:nvSpPr>
          <p:spPr bwMode="auto">
            <a:xfrm>
              <a:off x="704530" y="1337046"/>
              <a:ext cx="8390027"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1400" b="1" dirty="0">
                  <a:solidFill>
                    <a:srgbClr val="000099"/>
                  </a:solidFill>
                  <a:latin typeface="微软雅黑" pitchFamily="34" charset="-122"/>
                  <a:ea typeface="微软雅黑" pitchFamily="34" charset="-122"/>
                </a:rPr>
                <a:t>位                              </a:t>
              </a:r>
              <a:r>
                <a:rPr kumimoji="1" lang="en-US" altLang="zh-CN" sz="1400" b="1" dirty="0">
                  <a:solidFill>
                    <a:srgbClr val="000099"/>
                  </a:solidFill>
                  <a:latin typeface="微软雅黑" pitchFamily="34" charset="-122"/>
                  <a:ea typeface="微软雅黑" pitchFamily="34" charset="-122"/>
                </a:rPr>
                <a:t>20                                            3      1             8</a:t>
              </a:r>
            </a:p>
          </p:txBody>
        </p:sp>
        <p:sp>
          <p:nvSpPr>
            <p:cNvPr id="48" name="Line 19">
              <a:extLst>
                <a:ext uri="{FF2B5EF4-FFF2-40B4-BE49-F238E27FC236}">
                  <a16:creationId xmlns:a16="http://schemas.microsoft.com/office/drawing/2014/main" id="{D066D68E-AF6A-565F-9B20-5765E47D7893}"/>
                </a:ext>
              </a:extLst>
            </p:cNvPr>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9" name="Line 21">
              <a:extLst>
                <a:ext uri="{FF2B5EF4-FFF2-40B4-BE49-F238E27FC236}">
                  <a16:creationId xmlns:a16="http://schemas.microsoft.com/office/drawing/2014/main" id="{FAAEA384-1B2D-0316-732D-E8A9435C6BBD}"/>
                </a:ext>
              </a:extLst>
            </p:cNvPr>
            <p:cNvSpPr>
              <a:spLocks noChangeShapeType="1"/>
            </p:cNvSpPr>
            <p:nvPr/>
          </p:nvSpPr>
          <p:spPr bwMode="auto">
            <a:xfrm>
              <a:off x="1056249" y="2214909"/>
              <a:ext cx="1520296" cy="6159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0" name="Line 22">
              <a:extLst>
                <a:ext uri="{FF2B5EF4-FFF2-40B4-BE49-F238E27FC236}">
                  <a16:creationId xmlns:a16="http://schemas.microsoft.com/office/drawing/2014/main" id="{2EF30087-A636-E054-F0B1-3B6CFEEF9469}"/>
                </a:ext>
              </a:extLst>
            </p:cNvPr>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1" name="Line 33">
              <a:extLst>
                <a:ext uri="{FF2B5EF4-FFF2-40B4-BE49-F238E27FC236}">
                  <a16:creationId xmlns:a16="http://schemas.microsoft.com/office/drawing/2014/main" id="{8B814359-5DF9-3EA8-B808-09AD7D4610B7}"/>
                </a:ext>
              </a:extLst>
            </p:cNvPr>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2" name="Text Box 34">
              <a:extLst>
                <a:ext uri="{FF2B5EF4-FFF2-40B4-BE49-F238E27FC236}">
                  <a16:creationId xmlns:a16="http://schemas.microsoft.com/office/drawing/2014/main" id="{E9B7B948-17B3-C089-F4E0-7D77DF3C330B}"/>
                </a:ext>
              </a:extLst>
            </p:cNvPr>
            <p:cNvSpPr txBox="1">
              <a:spLocks noChangeArrowheads="1"/>
            </p:cNvSpPr>
            <p:nvPr/>
          </p:nvSpPr>
          <p:spPr bwMode="auto">
            <a:xfrm>
              <a:off x="5198284" y="3460937"/>
              <a:ext cx="1004738" cy="398409"/>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IP </a:t>
              </a:r>
              <a:r>
                <a:rPr kumimoji="1" lang="zh-CN" altLang="en-US" sz="1400" b="1" dirty="0">
                  <a:solidFill>
                    <a:srgbClr val="000099"/>
                  </a:solidFill>
                  <a:latin typeface="微软雅黑" pitchFamily="34" charset="-122"/>
                  <a:ea typeface="微软雅黑" pitchFamily="34" charset="-122"/>
                </a:rPr>
                <a:t>分组</a:t>
              </a:r>
            </a:p>
          </p:txBody>
        </p:sp>
        <p:sp>
          <p:nvSpPr>
            <p:cNvPr id="53" name="Text Box 35">
              <a:extLst>
                <a:ext uri="{FF2B5EF4-FFF2-40B4-BE49-F238E27FC236}">
                  <a16:creationId xmlns:a16="http://schemas.microsoft.com/office/drawing/2014/main" id="{084667AC-04C7-9336-16EB-23A241A71930}"/>
                </a:ext>
              </a:extLst>
            </p:cNvPr>
            <p:cNvSpPr txBox="1">
              <a:spLocks noChangeArrowheads="1"/>
            </p:cNvSpPr>
            <p:nvPr/>
          </p:nvSpPr>
          <p:spPr bwMode="auto">
            <a:xfrm>
              <a:off x="445521" y="2865786"/>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solidFill>
                    <a:srgbClr val="000099"/>
                  </a:solidFill>
                  <a:latin typeface="微软雅黑" pitchFamily="34" charset="-122"/>
                  <a:ea typeface="微软雅黑" pitchFamily="34" charset="-122"/>
                </a:rPr>
                <a:t>以太网帧</a:t>
              </a:r>
            </a:p>
          </p:txBody>
        </p:sp>
        <p:sp>
          <p:nvSpPr>
            <p:cNvPr id="54" name="Text Box 37">
              <a:extLst>
                <a:ext uri="{FF2B5EF4-FFF2-40B4-BE49-F238E27FC236}">
                  <a16:creationId xmlns:a16="http://schemas.microsoft.com/office/drawing/2014/main" id="{4EF043A3-50F7-B65B-3B3C-52BD33B13836}"/>
                </a:ext>
              </a:extLst>
            </p:cNvPr>
            <p:cNvSpPr txBox="1">
              <a:spLocks noChangeArrowheads="1"/>
            </p:cNvSpPr>
            <p:nvPr/>
          </p:nvSpPr>
          <p:spPr bwMode="auto">
            <a:xfrm>
              <a:off x="879110" y="3789710"/>
              <a:ext cx="1168665" cy="3984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a:solidFill>
                    <a:srgbClr val="000099"/>
                  </a:solidFill>
                  <a:latin typeface="微软雅黑" pitchFamily="34" charset="-122"/>
                  <a:ea typeface="微软雅黑" pitchFamily="34" charset="-122"/>
                </a:rPr>
                <a:t>发送在前</a:t>
              </a:r>
            </a:p>
          </p:txBody>
        </p:sp>
        <p:sp>
          <p:nvSpPr>
            <p:cNvPr id="55" name="Line 38">
              <a:extLst>
                <a:ext uri="{FF2B5EF4-FFF2-40B4-BE49-F238E27FC236}">
                  <a16:creationId xmlns:a16="http://schemas.microsoft.com/office/drawing/2014/main" id="{BCB80F33-418E-38A3-BE8D-DDEFDF591991}"/>
                </a:ext>
              </a:extLst>
            </p:cNvPr>
            <p:cNvSpPr>
              <a:spLocks noChangeShapeType="1"/>
            </p:cNvSpPr>
            <p:nvPr/>
          </p:nvSpPr>
          <p:spPr bwMode="auto">
            <a:xfrm flipV="1">
              <a:off x="1580786" y="3357910"/>
              <a:ext cx="0" cy="503237"/>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6" name="Rectangle 8">
              <a:extLst>
                <a:ext uri="{FF2B5EF4-FFF2-40B4-BE49-F238E27FC236}">
                  <a16:creationId xmlns:a16="http://schemas.microsoft.com/office/drawing/2014/main" id="{7A4CAA8A-12FB-D1D5-8922-967BC06B7837}"/>
                </a:ext>
              </a:extLst>
            </p:cNvPr>
            <p:cNvSpPr>
              <a:spLocks noChangeArrowheads="1"/>
            </p:cNvSpPr>
            <p:nvPr/>
          </p:nvSpPr>
          <p:spPr bwMode="auto">
            <a:xfrm>
              <a:off x="2562786" y="2830860"/>
              <a:ext cx="1406790" cy="482600"/>
            </a:xfrm>
            <a:prstGeom prst="rect">
              <a:avLst/>
            </a:prstGeom>
            <a:solidFill>
              <a:srgbClr val="FF66FF"/>
            </a:solidFill>
            <a:ln w="19050">
              <a:solidFill>
                <a:schemeClr val="tx1"/>
              </a:solidFill>
              <a:miter lim="800000"/>
              <a:headEnd/>
              <a:tailEnd/>
            </a:ln>
            <a:effectLst/>
          </p:spPr>
          <p:txBody>
            <a:bodyPr wrap="none" anchor="ctr"/>
            <a:lstStyle/>
            <a:p>
              <a:pPr lvl="0" algn="just"/>
              <a:r>
                <a:rPr kumimoji="1" lang="en-US" altLang="zh-CN" sz="1400" b="1" dirty="0">
                  <a:latin typeface="微软雅黑" pitchFamily="34" charset="-122"/>
                  <a:ea typeface="微软雅黑" pitchFamily="34" charset="-122"/>
                </a:rPr>
                <a:t>MPLS </a:t>
              </a:r>
              <a:r>
                <a:rPr kumimoji="1" lang="zh-CN" altLang="en-US" sz="1400" b="1" dirty="0">
                  <a:latin typeface="微软雅黑" pitchFamily="34" charset="-122"/>
                  <a:ea typeface="微软雅黑" pitchFamily="34" charset="-122"/>
                </a:rPr>
                <a:t>首部</a:t>
              </a:r>
            </a:p>
          </p:txBody>
        </p:sp>
        <p:sp>
          <p:nvSpPr>
            <p:cNvPr id="57" name="Rectangle 8">
              <a:extLst>
                <a:ext uri="{FF2B5EF4-FFF2-40B4-BE49-F238E27FC236}">
                  <a16:creationId xmlns:a16="http://schemas.microsoft.com/office/drawing/2014/main" id="{32A91140-D271-024D-5EA3-0DE02C595160}"/>
                </a:ext>
              </a:extLst>
            </p:cNvPr>
            <p:cNvSpPr>
              <a:spLocks noChangeArrowheads="1"/>
            </p:cNvSpPr>
            <p:nvPr/>
          </p:nvSpPr>
          <p:spPr bwMode="auto">
            <a:xfrm>
              <a:off x="3970436" y="2830859"/>
              <a:ext cx="910556"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首部</a:t>
              </a:r>
            </a:p>
          </p:txBody>
        </p:sp>
        <p:sp>
          <p:nvSpPr>
            <p:cNvPr id="58" name="Rectangle 8">
              <a:extLst>
                <a:ext uri="{FF2B5EF4-FFF2-40B4-BE49-F238E27FC236}">
                  <a16:creationId xmlns:a16="http://schemas.microsoft.com/office/drawing/2014/main" id="{722773ED-05A9-1E68-1237-84A959FB0F08}"/>
                </a:ext>
              </a:extLst>
            </p:cNvPr>
            <p:cNvSpPr>
              <a:spLocks noChangeArrowheads="1"/>
            </p:cNvSpPr>
            <p:nvPr/>
          </p:nvSpPr>
          <p:spPr bwMode="auto">
            <a:xfrm>
              <a:off x="4880992" y="2830859"/>
              <a:ext cx="2841468"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1400" b="1" dirty="0">
                  <a:solidFill>
                    <a:schemeClr val="bg1"/>
                  </a:solidFill>
                  <a:latin typeface="微软雅黑" pitchFamily="34" charset="-122"/>
                  <a:ea typeface="微软雅黑" pitchFamily="34" charset="-122"/>
                </a:rPr>
                <a:t>         </a:t>
              </a:r>
              <a:r>
                <a:rPr kumimoji="1" lang="en-US" altLang="zh-CN" sz="1400" b="1" dirty="0">
                  <a:solidFill>
                    <a:schemeClr val="bg1"/>
                  </a:solidFill>
                  <a:latin typeface="微软雅黑" pitchFamily="34" charset="-122"/>
                  <a:ea typeface="微软雅黑" pitchFamily="34" charset="-122"/>
                </a:rPr>
                <a:t>IP  </a:t>
              </a:r>
              <a:r>
                <a:rPr kumimoji="1" lang="zh-CN" altLang="en-US" sz="1400" b="1" dirty="0">
                  <a:solidFill>
                    <a:schemeClr val="bg1"/>
                  </a:solidFill>
                  <a:latin typeface="微软雅黑" pitchFamily="34" charset="-122"/>
                  <a:ea typeface="微软雅黑" pitchFamily="34" charset="-122"/>
                </a:rPr>
                <a:t>数  据  部  分</a:t>
              </a:r>
            </a:p>
          </p:txBody>
        </p:sp>
        <p:sp>
          <p:nvSpPr>
            <p:cNvPr id="59" name="Rectangle 8">
              <a:extLst>
                <a:ext uri="{FF2B5EF4-FFF2-40B4-BE49-F238E27FC236}">
                  <a16:creationId xmlns:a16="http://schemas.microsoft.com/office/drawing/2014/main" id="{2C16D4D5-6552-4A42-440E-5DB83833D7D3}"/>
                </a:ext>
              </a:extLst>
            </p:cNvPr>
            <p:cNvSpPr>
              <a:spLocks noChangeArrowheads="1"/>
            </p:cNvSpPr>
            <p:nvPr/>
          </p:nvSpPr>
          <p:spPr bwMode="auto">
            <a:xfrm>
              <a:off x="7722460" y="2830859"/>
              <a:ext cx="982000" cy="482600"/>
            </a:xfrm>
            <a:prstGeom prst="rect">
              <a:avLst/>
            </a:prstGeom>
            <a:solidFill>
              <a:srgbClr val="0070C0"/>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1400" b="1" dirty="0">
                  <a:solidFill>
                    <a:schemeClr val="bg1"/>
                  </a:solidFill>
                  <a:latin typeface="微软雅黑" pitchFamily="34" charset="-122"/>
                  <a:ea typeface="微软雅黑" pitchFamily="34" charset="-122"/>
                </a:rPr>
                <a:t>帧尾部  </a:t>
              </a:r>
            </a:p>
          </p:txBody>
        </p:sp>
      </p:grpSp>
    </p:spTree>
    <p:extLst>
      <p:ext uri="{BB962C8B-B14F-4D97-AF65-F5344CB8AC3E}">
        <p14:creationId xmlns:p14="http://schemas.microsoft.com/office/powerpoint/2010/main" val="3887865369"/>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70681" y="576646"/>
            <a:ext cx="38026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4.11.3  MPLS </a:t>
            </a:r>
            <a:r>
              <a:rPr lang="zh-CN" altLang="en-US" sz="2400" b="1" dirty="0">
                <a:solidFill>
                  <a:schemeClr val="bg1"/>
                </a:solidFill>
                <a:latin typeface="微软雅黑" pitchFamily="34" charset="-122"/>
                <a:ea typeface="微软雅黑" pitchFamily="34" charset="-122"/>
              </a:rPr>
              <a:t>的应用场合</a:t>
            </a:r>
          </a:p>
        </p:txBody>
      </p:sp>
      <p:sp>
        <p:nvSpPr>
          <p:cNvPr id="4" name="Rectangle 8"/>
          <p:cNvSpPr>
            <a:spLocks noChangeArrowheads="1"/>
          </p:cNvSpPr>
          <p:nvPr/>
        </p:nvSpPr>
        <p:spPr bwMode="auto">
          <a:xfrm>
            <a:off x="545143" y="1009413"/>
            <a:ext cx="8209557" cy="33337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早期，标签交换确实在分组转发的速率方面比起传统的</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转发网络具有明显的优势。但随着现代路由器和交换机性能的提高，使得</a:t>
            </a:r>
            <a:r>
              <a:rPr lang="en-US" altLang="zh-CN" sz="2000" b="1" dirty="0">
                <a:latin typeface="微软雅黑" pitchFamily="34" charset="-122"/>
                <a:ea typeface="微软雅黑" pitchFamily="34" charset="-122"/>
              </a:rPr>
              <a:t>IP</a:t>
            </a:r>
            <a:r>
              <a:rPr lang="zh-CN" altLang="en-US" sz="2000" b="1" dirty="0">
                <a:latin typeface="微软雅黑" pitchFamily="34" charset="-122"/>
                <a:ea typeface="微软雅黑" pitchFamily="34" charset="-122"/>
              </a:rPr>
              <a:t>路由的查找速度几乎和标签交换一样快。所以</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标签转发在速率上的优势不再明显。</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然而人们发现</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在其他一些方面具有一些独特的优点，使得</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在这些方面具有很大的优势。</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目前的主要优势体现在</a:t>
            </a:r>
            <a:r>
              <a:rPr lang="zh-CN" altLang="en-US" sz="2000" b="1" dirty="0">
                <a:solidFill>
                  <a:srgbClr val="0000FF"/>
                </a:solidFill>
                <a:latin typeface="微软雅黑" pitchFamily="34" charset="-122"/>
                <a:ea typeface="微软雅黑" pitchFamily="34" charset="-122"/>
              </a:rPr>
              <a:t>流量工程</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故障恢复</a:t>
            </a:r>
            <a:r>
              <a:rPr lang="zh-CN" altLang="en-US" sz="2000" b="1" dirty="0">
                <a:latin typeface="微软雅黑" pitchFamily="34" charset="-122"/>
                <a:ea typeface="微软雅黑" pitchFamily="34" charset="-122"/>
              </a:rPr>
              <a:t>、</a:t>
            </a:r>
            <a:r>
              <a:rPr lang="en-US" altLang="zh-CN" sz="2000" b="1" dirty="0">
                <a:solidFill>
                  <a:srgbClr val="0000FF"/>
                </a:solidFill>
                <a:latin typeface="微软雅黑" pitchFamily="34" charset="-122"/>
                <a:ea typeface="微软雅黑" pitchFamily="34" charset="-122"/>
              </a:rPr>
              <a:t>VPN</a:t>
            </a:r>
            <a:r>
              <a:rPr lang="zh-CN" altLang="en-US" sz="2000" b="1" dirty="0">
                <a:solidFill>
                  <a:srgbClr val="0000FF"/>
                </a:solidFill>
                <a:latin typeface="微软雅黑" pitchFamily="34" charset="-122"/>
                <a:ea typeface="微软雅黑" pitchFamily="34" charset="-122"/>
              </a:rPr>
              <a:t>隔离</a:t>
            </a:r>
            <a:r>
              <a:rPr lang="zh-CN" altLang="en-US" sz="2000" b="1" dirty="0">
                <a:latin typeface="微软雅黑" pitchFamily="34" charset="-122"/>
                <a:ea typeface="微软雅黑" pitchFamily="34" charset="-122"/>
              </a:rPr>
              <a:t>等网络管理和服务功能上，而非简单的转发速率。</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2456465528"/>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88D231-A1A2-B168-A10B-069247693B77}"/>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B5BBBA8E-72E7-6DD4-BD25-B9B5345D7CF9}"/>
              </a:ext>
            </a:extLst>
          </p:cNvPr>
          <p:cNvSpPr>
            <a:spLocks noChangeArrowheads="1"/>
          </p:cNvSpPr>
          <p:nvPr/>
        </p:nvSpPr>
        <p:spPr bwMode="auto">
          <a:xfrm>
            <a:off x="545144" y="617509"/>
            <a:ext cx="8053712"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FE8B2789-A2A6-EC7A-9C91-9293F39A61C4}"/>
              </a:ext>
            </a:extLst>
          </p:cNvPr>
          <p:cNvSpPr>
            <a:spLocks noChangeArrowheads="1"/>
          </p:cNvSpPr>
          <p:nvPr/>
        </p:nvSpPr>
        <p:spPr bwMode="auto">
          <a:xfrm>
            <a:off x="2670681" y="576646"/>
            <a:ext cx="38026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4.11.3  MPLS </a:t>
            </a:r>
            <a:r>
              <a:rPr lang="zh-CN" altLang="en-US" sz="2400" b="1" dirty="0">
                <a:solidFill>
                  <a:schemeClr val="bg1"/>
                </a:solidFill>
                <a:latin typeface="微软雅黑" pitchFamily="34" charset="-122"/>
                <a:ea typeface="微软雅黑" pitchFamily="34" charset="-122"/>
              </a:rPr>
              <a:t>的应用场合</a:t>
            </a:r>
          </a:p>
        </p:txBody>
      </p:sp>
      <p:sp>
        <p:nvSpPr>
          <p:cNvPr id="4" name="Rectangle 8">
            <a:extLst>
              <a:ext uri="{FF2B5EF4-FFF2-40B4-BE49-F238E27FC236}">
                <a16:creationId xmlns:a16="http://schemas.microsoft.com/office/drawing/2014/main" id="{A1621373-EA9E-36F3-309D-71470090FC6A}"/>
              </a:ext>
            </a:extLst>
          </p:cNvPr>
          <p:cNvSpPr>
            <a:spLocks noChangeArrowheads="1"/>
          </p:cNvSpPr>
          <p:nvPr/>
        </p:nvSpPr>
        <p:spPr bwMode="auto">
          <a:xfrm>
            <a:off x="545143" y="1009413"/>
            <a:ext cx="8209557" cy="25129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由于</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的这些特点，全球的互联网服务提供商都广泛使用</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来构建高速骨干网络，提供优质的网络服务。</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大型企业则利用</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技术连接各地的分支机构，构建安全、高效的广域网和虚拟专用网络</a:t>
            </a:r>
            <a:r>
              <a:rPr lang="en-US" altLang="zh-CN" sz="2000" b="1" dirty="0">
                <a:latin typeface="微软雅黑" pitchFamily="34" charset="-122"/>
                <a:ea typeface="微软雅黑" pitchFamily="34" charset="-122"/>
              </a:rPr>
              <a:t>VPN</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在数据中心之间，</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可用于实现高带宽、低延迟的连接，支持云计算和大数据应用。</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87994210"/>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B9AA5F-642F-BAFA-8EB9-EE3591E8E5AB}"/>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F2F8A432-713F-A324-296F-C9F28729C898}"/>
              </a:ext>
            </a:extLst>
          </p:cNvPr>
          <p:cNvSpPr>
            <a:spLocks noChangeArrowheads="1"/>
          </p:cNvSpPr>
          <p:nvPr/>
        </p:nvSpPr>
        <p:spPr bwMode="auto">
          <a:xfrm>
            <a:off x="545144" y="617509"/>
            <a:ext cx="8053712" cy="324883"/>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23D9D93C-43FC-809A-AC06-CEC53F74F67F}"/>
              </a:ext>
            </a:extLst>
          </p:cNvPr>
          <p:cNvSpPr>
            <a:spLocks noChangeArrowheads="1"/>
          </p:cNvSpPr>
          <p:nvPr/>
        </p:nvSpPr>
        <p:spPr bwMode="auto">
          <a:xfrm>
            <a:off x="3775150" y="576646"/>
            <a:ext cx="159370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流量工程</a:t>
            </a:r>
            <a:r>
              <a:rPr lang="en-US" altLang="zh-CN" sz="2000" b="1" dirty="0">
                <a:solidFill>
                  <a:schemeClr val="bg1"/>
                </a:solidFill>
                <a:latin typeface="微软雅黑" pitchFamily="34" charset="-122"/>
                <a:ea typeface="微软雅黑" pitchFamily="34" charset="-122"/>
              </a:rPr>
              <a:t>TE </a:t>
            </a:r>
            <a:endParaRPr lang="zh-CN" altLang="en-US" sz="2000" b="1" dirty="0">
              <a:solidFill>
                <a:schemeClr val="bg1"/>
              </a:solidFill>
              <a:latin typeface="微软雅黑" pitchFamily="34" charset="-122"/>
              <a:ea typeface="微软雅黑" pitchFamily="34" charset="-122"/>
            </a:endParaRPr>
          </a:p>
        </p:txBody>
      </p:sp>
      <p:sp>
        <p:nvSpPr>
          <p:cNvPr id="4" name="Rectangle 8">
            <a:extLst>
              <a:ext uri="{FF2B5EF4-FFF2-40B4-BE49-F238E27FC236}">
                <a16:creationId xmlns:a16="http://schemas.microsoft.com/office/drawing/2014/main" id="{B88BC39F-3A74-E9D3-BD84-A06650DA7A4E}"/>
              </a:ext>
            </a:extLst>
          </p:cNvPr>
          <p:cNvSpPr>
            <a:spLocks noChangeArrowheads="1"/>
          </p:cNvSpPr>
          <p:nvPr/>
        </p:nvSpPr>
        <p:spPr bwMode="auto">
          <a:xfrm>
            <a:off x="545143" y="1009413"/>
            <a:ext cx="8209557" cy="1692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MPLS</a:t>
            </a:r>
            <a:r>
              <a:rPr lang="zh-CN" altLang="en-US" sz="2000" b="1" dirty="0">
                <a:solidFill>
                  <a:srgbClr val="0000FF"/>
                </a:solidFill>
                <a:latin typeface="微软雅黑" pitchFamily="34" charset="-122"/>
                <a:ea typeface="微软雅黑" pitchFamily="34" charset="-122"/>
              </a:rPr>
              <a:t>流量工程</a:t>
            </a:r>
            <a:r>
              <a:rPr lang="en-US" altLang="zh-CN" sz="2000" b="1" dirty="0">
                <a:solidFill>
                  <a:srgbClr val="0000FF"/>
                </a:solidFill>
                <a:latin typeface="微软雅黑" pitchFamily="34" charset="-122"/>
                <a:ea typeface="微软雅黑" pitchFamily="34" charset="-122"/>
              </a:rPr>
              <a:t>TE </a:t>
            </a:r>
            <a:r>
              <a:rPr lang="en-US" altLang="zh-CN" sz="2000" b="1" dirty="0">
                <a:latin typeface="微软雅黑" pitchFamily="34" charset="-122"/>
                <a:ea typeface="微软雅黑" pitchFamily="34" charset="-122"/>
              </a:rPr>
              <a:t>(Traffic Engineering)</a:t>
            </a:r>
            <a:r>
              <a:rPr lang="zh-CN" altLang="en-US" sz="2000" b="1" dirty="0">
                <a:latin typeface="微软雅黑" pitchFamily="34" charset="-122"/>
                <a:ea typeface="微软雅黑" pitchFamily="34" charset="-122"/>
              </a:rPr>
              <a:t>是利用</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技术对网络中的数据流进行路径规划和资源分配，以优化流量分布、避开网络拥塞、提升链路利用率和保障网络服务质量</a:t>
            </a:r>
            <a:r>
              <a:rPr lang="en-US" altLang="zh-CN" sz="2000" b="1" dirty="0">
                <a:latin typeface="微软雅黑" pitchFamily="34" charset="-122"/>
                <a:ea typeface="微软雅黑" pitchFamily="34" charset="-122"/>
              </a:rPr>
              <a:t>QoS</a:t>
            </a:r>
            <a:r>
              <a:rPr lang="zh-CN" altLang="en-US" sz="2000" b="1" dirty="0">
                <a:latin typeface="微软雅黑" pitchFamily="34" charset="-122"/>
                <a:ea typeface="微软雅黑" pitchFamily="34" charset="-122"/>
              </a:rPr>
              <a:t>的整体机制和技术。</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流量工程的一个典型例子就是</a:t>
            </a:r>
            <a:r>
              <a:rPr lang="zh-CN" altLang="en-US" sz="2000" b="1" dirty="0">
                <a:solidFill>
                  <a:srgbClr val="0000FF"/>
                </a:solidFill>
                <a:latin typeface="微软雅黑" pitchFamily="34" charset="-122"/>
                <a:ea typeface="微软雅黑" pitchFamily="34" charset="-122"/>
              </a:rPr>
              <a:t>负载均衡</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2663799458"/>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5144" y="956015"/>
            <a:ext cx="8053712" cy="323846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3" name="AutoShape 5"/>
          <p:cNvSpPr>
            <a:spLocks noChangeArrowheads="1"/>
          </p:cNvSpPr>
          <p:nvPr/>
        </p:nvSpPr>
        <p:spPr bwMode="auto">
          <a:xfrm>
            <a:off x="545144" y="615872"/>
            <a:ext cx="8053712"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16084" y="565896"/>
            <a:ext cx="5213215" cy="400110"/>
          </a:xfrm>
          <a:prstGeom prst="rect">
            <a:avLst/>
          </a:prstGeom>
        </p:spPr>
        <p:txBody>
          <a:bodyPr wrap="square">
            <a:spAutoFit/>
          </a:bodyPr>
          <a:lstStyle/>
          <a:p>
            <a:r>
              <a:rPr lang="en-US" altLang="zh-CN" sz="2000" b="1" dirty="0">
                <a:latin typeface="微软雅黑" pitchFamily="34" charset="-122"/>
                <a:ea typeface="微软雅黑" pitchFamily="34" charset="-122"/>
              </a:rPr>
              <a:t>FEC </a:t>
            </a:r>
            <a:r>
              <a:rPr lang="zh-CN" altLang="en-US" sz="2000" b="1" dirty="0">
                <a:latin typeface="微软雅黑" pitchFamily="34" charset="-122"/>
                <a:ea typeface="微软雅黑" pitchFamily="34" charset="-122"/>
              </a:rPr>
              <a:t>用于负载平衡</a:t>
            </a:r>
          </a:p>
        </p:txBody>
      </p:sp>
      <p:grpSp>
        <p:nvGrpSpPr>
          <p:cNvPr id="5" name="组合 4"/>
          <p:cNvGrpSpPr/>
          <p:nvPr/>
        </p:nvGrpSpPr>
        <p:grpSpPr>
          <a:xfrm>
            <a:off x="2077203" y="1057327"/>
            <a:ext cx="5005539" cy="1400979"/>
            <a:chOff x="844070" y="1216619"/>
            <a:chExt cx="8454080" cy="2366178"/>
          </a:xfrm>
        </p:grpSpPr>
        <p:sp>
          <p:nvSpPr>
            <p:cNvPr id="6" name="Line 3"/>
            <p:cNvSpPr>
              <a:spLocks noChangeShapeType="1"/>
            </p:cNvSpPr>
            <p:nvPr/>
          </p:nvSpPr>
          <p:spPr bwMode="auto">
            <a:xfrm>
              <a:off x="1736750" y="1510305"/>
              <a:ext cx="1061112" cy="54768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 name="Line 4"/>
            <p:cNvSpPr>
              <a:spLocks noChangeShapeType="1"/>
            </p:cNvSpPr>
            <p:nvPr/>
          </p:nvSpPr>
          <p:spPr bwMode="auto">
            <a:xfrm flipV="1">
              <a:off x="1736749" y="2097680"/>
              <a:ext cx="1176338" cy="78898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 name="Line 5"/>
            <p:cNvSpPr>
              <a:spLocks noChangeShapeType="1"/>
            </p:cNvSpPr>
            <p:nvPr/>
          </p:nvSpPr>
          <p:spPr bwMode="auto">
            <a:xfrm flipV="1">
              <a:off x="2976720" y="1523005"/>
              <a:ext cx="2325158" cy="53498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 name="Line 6"/>
            <p:cNvSpPr>
              <a:spLocks noChangeShapeType="1"/>
            </p:cNvSpPr>
            <p:nvPr/>
          </p:nvSpPr>
          <p:spPr bwMode="auto">
            <a:xfrm>
              <a:off x="5367230" y="1510306"/>
              <a:ext cx="1795463" cy="658813"/>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 name="Line 7"/>
            <p:cNvSpPr>
              <a:spLocks noChangeShapeType="1"/>
            </p:cNvSpPr>
            <p:nvPr/>
          </p:nvSpPr>
          <p:spPr bwMode="auto">
            <a:xfrm>
              <a:off x="2887291" y="2057993"/>
              <a:ext cx="1128183" cy="785812"/>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 name="Line 8"/>
            <p:cNvSpPr>
              <a:spLocks noChangeShapeType="1"/>
            </p:cNvSpPr>
            <p:nvPr/>
          </p:nvSpPr>
          <p:spPr bwMode="auto">
            <a:xfrm flipV="1">
              <a:off x="4125541" y="2843806"/>
              <a:ext cx="2178976" cy="42863"/>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 name="Line 9"/>
            <p:cNvSpPr>
              <a:spLocks noChangeShapeType="1"/>
            </p:cNvSpPr>
            <p:nvPr/>
          </p:nvSpPr>
          <p:spPr bwMode="auto">
            <a:xfrm flipV="1">
              <a:off x="6519491" y="2169118"/>
              <a:ext cx="727471" cy="627062"/>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 name="Line 10"/>
            <p:cNvSpPr>
              <a:spLocks noChangeShapeType="1"/>
            </p:cNvSpPr>
            <p:nvPr/>
          </p:nvSpPr>
          <p:spPr bwMode="auto">
            <a:xfrm flipV="1">
              <a:off x="7319193" y="1553168"/>
              <a:ext cx="990600" cy="596900"/>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 name="Line 11"/>
            <p:cNvSpPr>
              <a:spLocks noChangeShapeType="1"/>
            </p:cNvSpPr>
            <p:nvPr/>
          </p:nvSpPr>
          <p:spPr bwMode="auto">
            <a:xfrm>
              <a:off x="7315754" y="2197694"/>
              <a:ext cx="925248" cy="617537"/>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pic>
          <p:nvPicPr>
            <p:cNvPr id="15" name="Picture 1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20723" y="1967505"/>
              <a:ext cx="538295"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6" name="Picture 1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77252" y="2700930"/>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7" name="Picture 1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74703" y="2700930"/>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 name="Picture 1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61477" y="2057993"/>
              <a:ext cx="536575" cy="258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 name="Picture 1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07793" y="1415055"/>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4" name="Freeform 21"/>
            <p:cNvSpPr>
              <a:spLocks/>
            </p:cNvSpPr>
            <p:nvPr/>
          </p:nvSpPr>
          <p:spPr bwMode="auto">
            <a:xfrm>
              <a:off x="3231249" y="1322981"/>
              <a:ext cx="3740546" cy="631825"/>
            </a:xfrm>
            <a:custGeom>
              <a:avLst/>
              <a:gdLst>
                <a:gd name="T0" fmla="*/ 0 w 2028"/>
                <a:gd name="T1" fmla="*/ 252 h 330"/>
                <a:gd name="T2" fmla="*/ 174 w 2028"/>
                <a:gd name="T3" fmla="*/ 210 h 330"/>
                <a:gd name="T4" fmla="*/ 357 w 2028"/>
                <a:gd name="T5" fmla="*/ 164 h 330"/>
                <a:gd name="T6" fmla="*/ 634 w 2028"/>
                <a:gd name="T7" fmla="*/ 97 h 330"/>
                <a:gd name="T8" fmla="*/ 1098 w 2028"/>
                <a:gd name="T9" fmla="*/ 6 h 330"/>
                <a:gd name="T10" fmla="*/ 1374 w 2028"/>
                <a:gd name="T11" fmla="*/ 60 h 330"/>
                <a:gd name="T12" fmla="*/ 1531 w 2028"/>
                <a:gd name="T13" fmla="*/ 119 h 330"/>
                <a:gd name="T14" fmla="*/ 1746 w 2028"/>
                <a:gd name="T15" fmla="*/ 210 h 330"/>
                <a:gd name="T16" fmla="*/ 2028 w 2028"/>
                <a:gd name="T17"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8" h="330">
                  <a:moveTo>
                    <a:pt x="0" y="252"/>
                  </a:moveTo>
                  <a:cubicBezTo>
                    <a:pt x="28" y="245"/>
                    <a:pt x="115" y="225"/>
                    <a:pt x="174" y="210"/>
                  </a:cubicBezTo>
                  <a:cubicBezTo>
                    <a:pt x="233" y="195"/>
                    <a:pt x="280" y="183"/>
                    <a:pt x="357" y="164"/>
                  </a:cubicBezTo>
                  <a:cubicBezTo>
                    <a:pt x="434" y="145"/>
                    <a:pt x="511" y="123"/>
                    <a:pt x="634" y="97"/>
                  </a:cubicBezTo>
                  <a:cubicBezTo>
                    <a:pt x="757" y="71"/>
                    <a:pt x="975" y="12"/>
                    <a:pt x="1098" y="6"/>
                  </a:cubicBezTo>
                  <a:cubicBezTo>
                    <a:pt x="1221" y="0"/>
                    <a:pt x="1302" y="41"/>
                    <a:pt x="1374" y="60"/>
                  </a:cubicBezTo>
                  <a:cubicBezTo>
                    <a:pt x="1446" y="79"/>
                    <a:pt x="1469" y="94"/>
                    <a:pt x="1531" y="119"/>
                  </a:cubicBezTo>
                  <a:cubicBezTo>
                    <a:pt x="1593" y="144"/>
                    <a:pt x="1663" y="175"/>
                    <a:pt x="1746" y="210"/>
                  </a:cubicBezTo>
                  <a:cubicBezTo>
                    <a:pt x="1829" y="245"/>
                    <a:pt x="1969" y="305"/>
                    <a:pt x="2028" y="330"/>
                  </a:cubicBezTo>
                </a:path>
              </a:pathLst>
            </a:custGeom>
            <a:noFill/>
            <a:ln w="5715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 name="Line 22"/>
            <p:cNvSpPr>
              <a:spLocks noChangeShapeType="1"/>
            </p:cNvSpPr>
            <p:nvPr/>
          </p:nvSpPr>
          <p:spPr bwMode="auto">
            <a:xfrm>
              <a:off x="2089307" y="1510305"/>
              <a:ext cx="687917" cy="376238"/>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6" name="Line 23"/>
            <p:cNvSpPr>
              <a:spLocks noChangeShapeType="1"/>
            </p:cNvSpPr>
            <p:nvPr/>
          </p:nvSpPr>
          <p:spPr bwMode="auto">
            <a:xfrm>
              <a:off x="7293397" y="2381843"/>
              <a:ext cx="665559" cy="457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 name="Line 24"/>
            <p:cNvSpPr>
              <a:spLocks noChangeShapeType="1"/>
            </p:cNvSpPr>
            <p:nvPr/>
          </p:nvSpPr>
          <p:spPr bwMode="auto">
            <a:xfrm flipV="1">
              <a:off x="2022235" y="2150069"/>
              <a:ext cx="498740" cy="331787"/>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 name="Line 25"/>
            <p:cNvSpPr>
              <a:spLocks noChangeShapeType="1"/>
            </p:cNvSpPr>
            <p:nvPr/>
          </p:nvSpPr>
          <p:spPr bwMode="auto">
            <a:xfrm flipV="1">
              <a:off x="7319193" y="1576981"/>
              <a:ext cx="675879" cy="390525"/>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 name="Text Box 26"/>
            <p:cNvSpPr txBox="1">
              <a:spLocks noChangeArrowheads="1"/>
            </p:cNvSpPr>
            <p:nvPr/>
          </p:nvSpPr>
          <p:spPr bwMode="auto">
            <a:xfrm>
              <a:off x="6894404" y="1534119"/>
              <a:ext cx="514946"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C</a:t>
              </a:r>
            </a:p>
          </p:txBody>
        </p:sp>
        <p:sp>
          <p:nvSpPr>
            <p:cNvPr id="30" name="Text Box 27"/>
            <p:cNvSpPr txBox="1">
              <a:spLocks noChangeArrowheads="1"/>
            </p:cNvSpPr>
            <p:nvPr/>
          </p:nvSpPr>
          <p:spPr bwMode="auto">
            <a:xfrm>
              <a:off x="5021552" y="1622189"/>
              <a:ext cx="520361"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B</a:t>
              </a:r>
            </a:p>
          </p:txBody>
        </p:sp>
        <p:sp>
          <p:nvSpPr>
            <p:cNvPr id="31" name="Text Box 28"/>
            <p:cNvSpPr txBox="1">
              <a:spLocks noChangeArrowheads="1"/>
            </p:cNvSpPr>
            <p:nvPr/>
          </p:nvSpPr>
          <p:spPr bwMode="auto">
            <a:xfrm>
              <a:off x="2677476" y="1438869"/>
              <a:ext cx="539311"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A</a:t>
              </a:r>
            </a:p>
          </p:txBody>
        </p:sp>
        <p:sp>
          <p:nvSpPr>
            <p:cNvPr id="32" name="Text Box 29"/>
            <p:cNvSpPr txBox="1">
              <a:spLocks noChangeArrowheads="1"/>
            </p:cNvSpPr>
            <p:nvPr/>
          </p:nvSpPr>
          <p:spPr bwMode="auto">
            <a:xfrm>
              <a:off x="866428" y="1216619"/>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1</a:t>
              </a:r>
            </a:p>
          </p:txBody>
        </p:sp>
        <p:sp>
          <p:nvSpPr>
            <p:cNvPr id="33" name="Text Box 30"/>
            <p:cNvSpPr txBox="1">
              <a:spLocks noChangeArrowheads="1"/>
            </p:cNvSpPr>
            <p:nvPr/>
          </p:nvSpPr>
          <p:spPr bwMode="auto">
            <a:xfrm>
              <a:off x="6209929" y="2283418"/>
              <a:ext cx="485163"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E</a:t>
              </a:r>
            </a:p>
          </p:txBody>
        </p:sp>
        <p:sp>
          <p:nvSpPr>
            <p:cNvPr id="34" name="Text Box 31"/>
            <p:cNvSpPr txBox="1">
              <a:spLocks noChangeArrowheads="1"/>
            </p:cNvSpPr>
            <p:nvPr/>
          </p:nvSpPr>
          <p:spPr bwMode="auto">
            <a:xfrm>
              <a:off x="3760945" y="2204044"/>
              <a:ext cx="55284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D</a:t>
              </a:r>
            </a:p>
          </p:txBody>
        </p:sp>
        <p:sp>
          <p:nvSpPr>
            <p:cNvPr id="35" name="Text Box 32"/>
            <p:cNvSpPr txBox="1">
              <a:spLocks noChangeArrowheads="1"/>
            </p:cNvSpPr>
            <p:nvPr/>
          </p:nvSpPr>
          <p:spPr bwMode="auto">
            <a:xfrm>
              <a:off x="844070" y="2375494"/>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H</a:t>
              </a:r>
              <a:r>
                <a:rPr kumimoji="1" lang="en-US" altLang="zh-CN" sz="1400" b="1" baseline="-25000">
                  <a:solidFill>
                    <a:srgbClr val="000099"/>
                  </a:solidFill>
                  <a:latin typeface="微软雅黑" pitchFamily="34" charset="-122"/>
                  <a:ea typeface="微软雅黑" pitchFamily="34" charset="-122"/>
                </a:rPr>
                <a:t>2</a:t>
              </a:r>
            </a:p>
          </p:txBody>
        </p:sp>
        <p:sp>
          <p:nvSpPr>
            <p:cNvPr id="36" name="Text Box 33"/>
            <p:cNvSpPr txBox="1">
              <a:spLocks noChangeArrowheads="1"/>
            </p:cNvSpPr>
            <p:nvPr/>
          </p:nvSpPr>
          <p:spPr bwMode="auto">
            <a:xfrm>
              <a:off x="8612641" y="1256306"/>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3</a:t>
              </a:r>
            </a:p>
          </p:txBody>
        </p:sp>
        <p:sp>
          <p:nvSpPr>
            <p:cNvPr id="37" name="Text Box 34"/>
            <p:cNvSpPr txBox="1">
              <a:spLocks noChangeArrowheads="1"/>
            </p:cNvSpPr>
            <p:nvPr/>
          </p:nvSpPr>
          <p:spPr bwMode="auto">
            <a:xfrm>
              <a:off x="8579965" y="2461219"/>
              <a:ext cx="685509"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4</a:t>
              </a:r>
            </a:p>
          </p:txBody>
        </p:sp>
        <p:sp>
          <p:nvSpPr>
            <p:cNvPr id="38" name="Text Box 35"/>
            <p:cNvSpPr txBox="1">
              <a:spLocks noChangeArrowheads="1"/>
            </p:cNvSpPr>
            <p:nvPr/>
          </p:nvSpPr>
          <p:spPr bwMode="auto">
            <a:xfrm>
              <a:off x="1683219" y="3062978"/>
              <a:ext cx="6270843" cy="519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(a) </a:t>
              </a:r>
              <a:r>
                <a:rPr kumimoji="1" lang="zh-CN" altLang="en-US" sz="1400" b="1" dirty="0">
                  <a:latin typeface="微软雅黑" pitchFamily="34" charset="-122"/>
                  <a:ea typeface="微软雅黑" pitchFamily="34" charset="-122"/>
                </a:rPr>
                <a:t>传统路由协议使最短路径 </a:t>
              </a:r>
              <a:r>
                <a:rPr kumimoji="1" lang="en-US" altLang="zh-CN" sz="1400" b="1" dirty="0">
                  <a:latin typeface="微软雅黑" pitchFamily="34" charset="-122"/>
                  <a:ea typeface="微软雅黑" pitchFamily="34" charset="-122"/>
                </a:rPr>
                <a:t>A→B→C </a:t>
              </a:r>
              <a:r>
                <a:rPr kumimoji="1" lang="zh-CN" altLang="en-US" sz="1400" b="1" dirty="0">
                  <a:latin typeface="微软雅黑" pitchFamily="34" charset="-122"/>
                  <a:ea typeface="微软雅黑" pitchFamily="34" charset="-122"/>
                </a:rPr>
                <a:t>过载 </a:t>
              </a:r>
            </a:p>
          </p:txBody>
        </p:sp>
      </p:grpSp>
      <p:pic>
        <p:nvPicPr>
          <p:cNvPr id="71"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107368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1833148"/>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3"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107368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4"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1833148"/>
            <a:ext cx="367811" cy="367811"/>
          </a:xfrm>
          <a:prstGeom prst="rect">
            <a:avLst/>
          </a:prstGeom>
          <a:noFill/>
          <a:extLst>
            <a:ext uri="{909E8E84-426E-40DD-AFC4-6F175D3DCCD1}">
              <a14:hiddenFill xmlns:a14="http://schemas.microsoft.com/office/drawing/2010/main">
                <a:solidFill>
                  <a:srgbClr val="FFFFFF"/>
                </a:solidFill>
              </a14:hiddenFill>
            </a:ext>
          </a:extLst>
        </p:spPr>
      </p:pic>
      <p:grpSp>
        <p:nvGrpSpPr>
          <p:cNvPr id="79" name="组合 78"/>
          <p:cNvGrpSpPr/>
          <p:nvPr/>
        </p:nvGrpSpPr>
        <p:grpSpPr>
          <a:xfrm>
            <a:off x="2073199" y="2513283"/>
            <a:ext cx="5004768" cy="1672143"/>
            <a:chOff x="2073199" y="2603813"/>
            <a:chExt cx="5004768" cy="1672143"/>
          </a:xfrm>
        </p:grpSpPr>
        <p:grpSp>
          <p:nvGrpSpPr>
            <p:cNvPr id="39" name="Group 36"/>
            <p:cNvGrpSpPr>
              <a:grpSpLocks/>
            </p:cNvGrpSpPr>
            <p:nvPr/>
          </p:nvGrpSpPr>
          <p:grpSpPr bwMode="auto">
            <a:xfrm>
              <a:off x="2073199" y="2603813"/>
              <a:ext cx="5004768" cy="1672143"/>
              <a:chOff x="477" y="2240"/>
              <a:chExt cx="4915" cy="1779"/>
            </a:xfrm>
          </p:grpSpPr>
          <p:sp>
            <p:nvSpPr>
              <p:cNvPr id="40" name="Line 37"/>
              <p:cNvSpPr>
                <a:spLocks noChangeShapeType="1"/>
              </p:cNvSpPr>
              <p:nvPr/>
            </p:nvSpPr>
            <p:spPr bwMode="auto">
              <a:xfrm>
                <a:off x="1000" y="2621"/>
                <a:ext cx="617" cy="347"/>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1" name="Line 38"/>
              <p:cNvSpPr>
                <a:spLocks noChangeShapeType="1"/>
              </p:cNvSpPr>
              <p:nvPr/>
            </p:nvSpPr>
            <p:spPr bwMode="auto">
              <a:xfrm flipV="1">
                <a:off x="1000" y="2993"/>
                <a:ext cx="684" cy="49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2" name="Line 39"/>
              <p:cNvSpPr>
                <a:spLocks noChangeShapeType="1"/>
              </p:cNvSpPr>
              <p:nvPr/>
            </p:nvSpPr>
            <p:spPr bwMode="auto">
              <a:xfrm flipV="1">
                <a:off x="1721" y="2630"/>
                <a:ext cx="1352" cy="338"/>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3" name="Line 40"/>
              <p:cNvSpPr>
                <a:spLocks noChangeShapeType="1"/>
              </p:cNvSpPr>
              <p:nvPr/>
            </p:nvSpPr>
            <p:spPr bwMode="auto">
              <a:xfrm>
                <a:off x="3111" y="2621"/>
                <a:ext cx="1044" cy="41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4" name="Line 41"/>
              <p:cNvSpPr>
                <a:spLocks noChangeShapeType="1"/>
              </p:cNvSpPr>
              <p:nvPr/>
            </p:nvSpPr>
            <p:spPr bwMode="auto">
              <a:xfrm>
                <a:off x="1669" y="2968"/>
                <a:ext cx="656" cy="494"/>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5" name="Line 42"/>
              <p:cNvSpPr>
                <a:spLocks noChangeShapeType="1"/>
              </p:cNvSpPr>
              <p:nvPr/>
            </p:nvSpPr>
            <p:spPr bwMode="auto">
              <a:xfrm flipV="1">
                <a:off x="2389" y="3478"/>
                <a:ext cx="1339" cy="10"/>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6" name="Line 43"/>
              <p:cNvSpPr>
                <a:spLocks noChangeShapeType="1"/>
              </p:cNvSpPr>
              <p:nvPr/>
            </p:nvSpPr>
            <p:spPr bwMode="auto">
              <a:xfrm flipV="1">
                <a:off x="3781" y="3036"/>
                <a:ext cx="423" cy="396"/>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7" name="Line 44"/>
              <p:cNvSpPr>
                <a:spLocks noChangeShapeType="1"/>
              </p:cNvSpPr>
              <p:nvPr/>
            </p:nvSpPr>
            <p:spPr bwMode="auto">
              <a:xfrm flipV="1">
                <a:off x="4246" y="2650"/>
                <a:ext cx="576" cy="375"/>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8" name="Line 45"/>
              <p:cNvSpPr>
                <a:spLocks noChangeShapeType="1"/>
              </p:cNvSpPr>
              <p:nvPr/>
            </p:nvSpPr>
            <p:spPr bwMode="auto">
              <a:xfrm>
                <a:off x="4244" y="3056"/>
                <a:ext cx="538" cy="387"/>
              </a:xfrm>
              <a:prstGeom prst="line">
                <a:avLst/>
              </a:prstGeom>
              <a:noFill/>
              <a:ln w="28575">
                <a:solidFill>
                  <a:srgbClr val="33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3" name="Text Box 50"/>
              <p:cNvSpPr txBox="1">
                <a:spLocks noChangeArrowheads="1"/>
              </p:cNvSpPr>
              <p:nvPr/>
            </p:nvSpPr>
            <p:spPr bwMode="auto">
              <a:xfrm>
                <a:off x="4052" y="2506"/>
                <a:ext cx="2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C</a:t>
                </a:r>
              </a:p>
            </p:txBody>
          </p:sp>
          <p:sp>
            <p:nvSpPr>
              <p:cNvPr id="54" name="Text Box 51"/>
              <p:cNvSpPr txBox="1">
                <a:spLocks noChangeArrowheads="1"/>
              </p:cNvSpPr>
              <p:nvPr/>
            </p:nvSpPr>
            <p:spPr bwMode="auto">
              <a:xfrm>
                <a:off x="2683" y="2240"/>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B</a:t>
                </a:r>
              </a:p>
            </p:txBody>
          </p:sp>
          <p:sp>
            <p:nvSpPr>
              <p:cNvPr id="55" name="Text Box 52"/>
              <p:cNvSpPr txBox="1">
                <a:spLocks noChangeArrowheads="1"/>
              </p:cNvSpPr>
              <p:nvPr/>
            </p:nvSpPr>
            <p:spPr bwMode="auto">
              <a:xfrm>
                <a:off x="1518" y="2461"/>
                <a:ext cx="31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A</a:t>
                </a:r>
              </a:p>
            </p:txBody>
          </p:sp>
          <p:sp>
            <p:nvSpPr>
              <p:cNvPr id="56" name="Text Box 53"/>
              <p:cNvSpPr txBox="1">
                <a:spLocks noChangeArrowheads="1"/>
              </p:cNvSpPr>
              <p:nvPr/>
            </p:nvSpPr>
            <p:spPr bwMode="auto">
              <a:xfrm>
                <a:off x="484" y="2426"/>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1</a:t>
                </a:r>
              </a:p>
            </p:txBody>
          </p:sp>
          <p:sp>
            <p:nvSpPr>
              <p:cNvPr id="57" name="Text Box 54"/>
              <p:cNvSpPr txBox="1">
                <a:spLocks noChangeArrowheads="1"/>
              </p:cNvSpPr>
              <p:nvPr/>
            </p:nvSpPr>
            <p:spPr bwMode="auto">
              <a:xfrm>
                <a:off x="477" y="3180"/>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H</a:t>
                </a:r>
                <a:r>
                  <a:rPr kumimoji="1" lang="en-US" altLang="zh-CN" sz="1400" b="1" baseline="-25000">
                    <a:solidFill>
                      <a:srgbClr val="000099"/>
                    </a:solidFill>
                    <a:latin typeface="微软雅黑" pitchFamily="34" charset="-122"/>
                    <a:ea typeface="微软雅黑" pitchFamily="34" charset="-122"/>
                  </a:rPr>
                  <a:t>2</a:t>
                </a:r>
              </a:p>
            </p:txBody>
          </p:sp>
          <p:sp>
            <p:nvSpPr>
              <p:cNvPr id="58" name="Text Box 55"/>
              <p:cNvSpPr txBox="1">
                <a:spLocks noChangeArrowheads="1"/>
              </p:cNvSpPr>
              <p:nvPr/>
            </p:nvSpPr>
            <p:spPr bwMode="auto">
              <a:xfrm>
                <a:off x="4993" y="2467"/>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H</a:t>
                </a:r>
                <a:r>
                  <a:rPr kumimoji="1" lang="en-US" altLang="zh-CN" sz="1400" b="1" baseline="-25000">
                    <a:solidFill>
                      <a:srgbClr val="000099"/>
                    </a:solidFill>
                    <a:latin typeface="微软雅黑" pitchFamily="34" charset="-122"/>
                    <a:ea typeface="微软雅黑" pitchFamily="34" charset="-122"/>
                  </a:rPr>
                  <a:t>3</a:t>
                </a:r>
              </a:p>
            </p:txBody>
          </p:sp>
          <p:sp>
            <p:nvSpPr>
              <p:cNvPr id="59" name="Text Box 56"/>
              <p:cNvSpPr txBox="1">
                <a:spLocks noChangeArrowheads="1"/>
              </p:cNvSpPr>
              <p:nvPr/>
            </p:nvSpPr>
            <p:spPr bwMode="auto">
              <a:xfrm>
                <a:off x="4972" y="3225"/>
                <a:ext cx="39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99"/>
                    </a:solidFill>
                    <a:latin typeface="微软雅黑" pitchFamily="34" charset="-122"/>
                    <a:ea typeface="微软雅黑" pitchFamily="34" charset="-122"/>
                  </a:rPr>
                  <a:t>H</a:t>
                </a:r>
                <a:r>
                  <a:rPr kumimoji="1" lang="en-US" altLang="zh-CN" sz="1400" b="1" baseline="-25000" dirty="0">
                    <a:solidFill>
                      <a:srgbClr val="000099"/>
                    </a:solidFill>
                    <a:latin typeface="微软雅黑" pitchFamily="34" charset="-122"/>
                    <a:ea typeface="微软雅黑" pitchFamily="34" charset="-122"/>
                  </a:rPr>
                  <a:t>4</a:t>
                </a:r>
              </a:p>
            </p:txBody>
          </p:sp>
          <p:sp>
            <p:nvSpPr>
              <p:cNvPr id="60" name="Text Box 57"/>
              <p:cNvSpPr txBox="1">
                <a:spLocks noChangeArrowheads="1"/>
              </p:cNvSpPr>
              <p:nvPr/>
            </p:nvSpPr>
            <p:spPr bwMode="auto">
              <a:xfrm>
                <a:off x="2196" y="2971"/>
                <a:ext cx="32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D</a:t>
                </a:r>
              </a:p>
            </p:txBody>
          </p:sp>
          <p:sp>
            <p:nvSpPr>
              <p:cNvPr id="61" name="Text Box 58"/>
              <p:cNvSpPr txBox="1">
                <a:spLocks noChangeArrowheads="1"/>
              </p:cNvSpPr>
              <p:nvPr/>
            </p:nvSpPr>
            <p:spPr bwMode="auto">
              <a:xfrm>
                <a:off x="3569" y="2893"/>
                <a:ext cx="28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a:solidFill>
                      <a:srgbClr val="000099"/>
                    </a:solidFill>
                    <a:latin typeface="微软雅黑" pitchFamily="34" charset="-122"/>
                    <a:ea typeface="微软雅黑" pitchFamily="34" charset="-122"/>
                  </a:rPr>
                  <a:t>E</a:t>
                </a:r>
              </a:p>
            </p:txBody>
          </p:sp>
          <p:sp>
            <p:nvSpPr>
              <p:cNvPr id="62" name="Text Box 59"/>
              <p:cNvSpPr txBox="1">
                <a:spLocks noChangeArrowheads="1"/>
              </p:cNvSpPr>
              <p:nvPr/>
            </p:nvSpPr>
            <p:spPr bwMode="auto">
              <a:xfrm>
                <a:off x="1150" y="3692"/>
                <a:ext cx="39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latin typeface="微软雅黑" pitchFamily="34" charset="-122"/>
                    <a:ea typeface="微软雅黑" pitchFamily="34" charset="-122"/>
                  </a:rPr>
                  <a:t>(b) </a:t>
                </a:r>
                <a:r>
                  <a:rPr kumimoji="1" lang="zh-CN" altLang="en-US" sz="1400" b="1" dirty="0">
                    <a:latin typeface="微软雅黑" pitchFamily="34" charset="-122"/>
                    <a:ea typeface="微软雅黑" pitchFamily="34" charset="-122"/>
                  </a:rPr>
                  <a:t>设置两种 </a:t>
                </a:r>
                <a:r>
                  <a:rPr kumimoji="1" lang="en-US" altLang="zh-CN" sz="1400" b="1" dirty="0">
                    <a:latin typeface="微软雅黑" pitchFamily="34" charset="-122"/>
                    <a:ea typeface="微软雅黑" pitchFamily="34" charset="-122"/>
                  </a:rPr>
                  <a:t>FEC</a:t>
                </a:r>
                <a:r>
                  <a:rPr kumimoji="1" lang="zh-CN" altLang="en-US" sz="1400" b="1" dirty="0">
                    <a:latin typeface="微软雅黑" pitchFamily="34" charset="-122"/>
                    <a:ea typeface="微软雅黑" pitchFamily="34" charset="-122"/>
                  </a:rPr>
                  <a:t>，利用 </a:t>
                </a:r>
                <a:r>
                  <a:rPr kumimoji="1" lang="en-US" altLang="zh-CN" sz="1400" b="1" dirty="0">
                    <a:latin typeface="微软雅黑" pitchFamily="34" charset="-122"/>
                    <a:ea typeface="微软雅黑" pitchFamily="34" charset="-122"/>
                  </a:rPr>
                  <a:t>FEC </a:t>
                </a:r>
                <a:r>
                  <a:rPr kumimoji="1" lang="zh-CN" altLang="en-US" sz="1400" b="1" dirty="0">
                    <a:latin typeface="微软雅黑" pitchFamily="34" charset="-122"/>
                    <a:ea typeface="微软雅黑" pitchFamily="34" charset="-122"/>
                  </a:rPr>
                  <a:t>使通信量较为均衡 </a:t>
                </a:r>
              </a:p>
            </p:txBody>
          </p:sp>
          <p:pic>
            <p:nvPicPr>
              <p:cNvPr id="63" name="Picture 6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59" y="283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6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65" y="329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6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71" y="2460"/>
                <a:ext cx="259" cy="3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6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28" y="332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7" name="Picture 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3" y="2910"/>
                <a:ext cx="259"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 name="Freeform 65"/>
              <p:cNvSpPr>
                <a:spLocks/>
              </p:cNvSpPr>
              <p:nvPr/>
            </p:nvSpPr>
            <p:spPr bwMode="auto">
              <a:xfrm>
                <a:off x="1200" y="2545"/>
                <a:ext cx="3463" cy="393"/>
              </a:xfrm>
              <a:custGeom>
                <a:avLst/>
                <a:gdLst>
                  <a:gd name="T0" fmla="*/ 0 w 3228"/>
                  <a:gd name="T1" fmla="*/ 96 h 326"/>
                  <a:gd name="T2" fmla="*/ 288 w 3228"/>
                  <a:gd name="T3" fmla="*/ 234 h 326"/>
                  <a:gd name="T4" fmla="*/ 480 w 3228"/>
                  <a:gd name="T5" fmla="*/ 264 h 326"/>
                  <a:gd name="T6" fmla="*/ 792 w 3228"/>
                  <a:gd name="T7" fmla="*/ 210 h 326"/>
                  <a:gd name="T8" fmla="*/ 975 w 3228"/>
                  <a:gd name="T9" fmla="*/ 164 h 326"/>
                  <a:gd name="T10" fmla="*/ 1252 w 3228"/>
                  <a:gd name="T11" fmla="*/ 97 h 326"/>
                  <a:gd name="T12" fmla="*/ 1716 w 3228"/>
                  <a:gd name="T13" fmla="*/ 6 h 326"/>
                  <a:gd name="T14" fmla="*/ 1992 w 3228"/>
                  <a:gd name="T15" fmla="*/ 60 h 326"/>
                  <a:gd name="T16" fmla="*/ 2149 w 3228"/>
                  <a:gd name="T17" fmla="*/ 119 h 326"/>
                  <a:gd name="T18" fmla="*/ 2364 w 3228"/>
                  <a:gd name="T19" fmla="*/ 210 h 326"/>
                  <a:gd name="T20" fmla="*/ 2646 w 3228"/>
                  <a:gd name="T21" fmla="*/ 312 h 326"/>
                  <a:gd name="T22" fmla="*/ 2874 w 3228"/>
                  <a:gd name="T23" fmla="*/ 294 h 326"/>
                  <a:gd name="T24" fmla="*/ 3060 w 3228"/>
                  <a:gd name="T25" fmla="*/ 204 h 326"/>
                  <a:gd name="T26" fmla="*/ 3228 w 3228"/>
                  <a:gd name="T27" fmla="*/ 108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8" h="326">
                    <a:moveTo>
                      <a:pt x="0" y="96"/>
                    </a:moveTo>
                    <a:cubicBezTo>
                      <a:pt x="49" y="119"/>
                      <a:pt x="208" y="206"/>
                      <a:pt x="288" y="234"/>
                    </a:cubicBezTo>
                    <a:cubicBezTo>
                      <a:pt x="368" y="262"/>
                      <a:pt x="396" y="268"/>
                      <a:pt x="480" y="264"/>
                    </a:cubicBezTo>
                    <a:cubicBezTo>
                      <a:pt x="564" y="260"/>
                      <a:pt x="710" y="227"/>
                      <a:pt x="792" y="210"/>
                    </a:cubicBezTo>
                    <a:cubicBezTo>
                      <a:pt x="874" y="193"/>
                      <a:pt x="898" y="183"/>
                      <a:pt x="975" y="164"/>
                    </a:cubicBezTo>
                    <a:cubicBezTo>
                      <a:pt x="1052" y="145"/>
                      <a:pt x="1129" y="123"/>
                      <a:pt x="1252" y="97"/>
                    </a:cubicBezTo>
                    <a:cubicBezTo>
                      <a:pt x="1375" y="71"/>
                      <a:pt x="1593" y="12"/>
                      <a:pt x="1716" y="6"/>
                    </a:cubicBezTo>
                    <a:cubicBezTo>
                      <a:pt x="1839" y="0"/>
                      <a:pt x="1920" y="41"/>
                      <a:pt x="1992" y="60"/>
                    </a:cubicBezTo>
                    <a:cubicBezTo>
                      <a:pt x="2064" y="79"/>
                      <a:pt x="2087" y="94"/>
                      <a:pt x="2149" y="119"/>
                    </a:cubicBezTo>
                    <a:cubicBezTo>
                      <a:pt x="2211" y="144"/>
                      <a:pt x="2281" y="178"/>
                      <a:pt x="2364" y="210"/>
                    </a:cubicBezTo>
                    <a:cubicBezTo>
                      <a:pt x="2447" y="242"/>
                      <a:pt x="2561" y="298"/>
                      <a:pt x="2646" y="312"/>
                    </a:cubicBezTo>
                    <a:cubicBezTo>
                      <a:pt x="2731" y="326"/>
                      <a:pt x="2805" y="312"/>
                      <a:pt x="2874" y="294"/>
                    </a:cubicBezTo>
                    <a:cubicBezTo>
                      <a:pt x="2943" y="276"/>
                      <a:pt x="3001" y="235"/>
                      <a:pt x="3060" y="204"/>
                    </a:cubicBezTo>
                    <a:cubicBezTo>
                      <a:pt x="3119" y="173"/>
                      <a:pt x="3193" y="128"/>
                      <a:pt x="3228" y="108"/>
                    </a:cubicBezTo>
                  </a:path>
                </a:pathLst>
              </a:custGeom>
              <a:noFill/>
              <a:ln w="381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Freeform 66"/>
              <p:cNvSpPr>
                <a:spLocks/>
              </p:cNvSpPr>
              <p:nvPr/>
            </p:nvSpPr>
            <p:spPr bwMode="auto">
              <a:xfrm>
                <a:off x="1155" y="3130"/>
                <a:ext cx="3522" cy="470"/>
              </a:xfrm>
              <a:custGeom>
                <a:avLst/>
                <a:gdLst>
                  <a:gd name="T0" fmla="*/ 0 w 3282"/>
                  <a:gd name="T1" fmla="*/ 259 h 391"/>
                  <a:gd name="T2" fmla="*/ 240 w 3282"/>
                  <a:gd name="T3" fmla="*/ 116 h 391"/>
                  <a:gd name="T4" fmla="*/ 498 w 3282"/>
                  <a:gd name="T5" fmla="*/ 7 h 391"/>
                  <a:gd name="T6" fmla="*/ 756 w 3282"/>
                  <a:gd name="T7" fmla="*/ 157 h 391"/>
                  <a:gd name="T8" fmla="*/ 1026 w 3282"/>
                  <a:gd name="T9" fmla="*/ 349 h 391"/>
                  <a:gd name="T10" fmla="*/ 1245 w 3282"/>
                  <a:gd name="T11" fmla="*/ 385 h 391"/>
                  <a:gd name="T12" fmla="*/ 1626 w 3282"/>
                  <a:gd name="T13" fmla="*/ 385 h 391"/>
                  <a:gd name="T14" fmla="*/ 2124 w 3282"/>
                  <a:gd name="T15" fmla="*/ 385 h 391"/>
                  <a:gd name="T16" fmla="*/ 2442 w 3282"/>
                  <a:gd name="T17" fmla="*/ 349 h 391"/>
                  <a:gd name="T18" fmla="*/ 2592 w 3282"/>
                  <a:gd name="T19" fmla="*/ 277 h 391"/>
                  <a:gd name="T20" fmla="*/ 2796 w 3282"/>
                  <a:gd name="T21" fmla="*/ 91 h 391"/>
                  <a:gd name="T22" fmla="*/ 2946 w 3282"/>
                  <a:gd name="T23" fmla="*/ 67 h 391"/>
                  <a:gd name="T24" fmla="*/ 3101 w 3282"/>
                  <a:gd name="T25" fmla="*/ 160 h 391"/>
                  <a:gd name="T26" fmla="*/ 3282 w 3282"/>
                  <a:gd name="T27" fmla="*/ 27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82" h="391">
                    <a:moveTo>
                      <a:pt x="0" y="259"/>
                    </a:moveTo>
                    <a:cubicBezTo>
                      <a:pt x="39" y="235"/>
                      <a:pt x="157" y="158"/>
                      <a:pt x="240" y="116"/>
                    </a:cubicBezTo>
                    <a:cubicBezTo>
                      <a:pt x="323" y="74"/>
                      <a:pt x="412" y="0"/>
                      <a:pt x="498" y="7"/>
                    </a:cubicBezTo>
                    <a:cubicBezTo>
                      <a:pt x="584" y="14"/>
                      <a:pt x="668" y="100"/>
                      <a:pt x="756" y="157"/>
                    </a:cubicBezTo>
                    <a:cubicBezTo>
                      <a:pt x="844" y="214"/>
                      <a:pt x="945" y="311"/>
                      <a:pt x="1026" y="349"/>
                    </a:cubicBezTo>
                    <a:cubicBezTo>
                      <a:pt x="1107" y="387"/>
                      <a:pt x="1145" y="379"/>
                      <a:pt x="1245" y="385"/>
                    </a:cubicBezTo>
                    <a:cubicBezTo>
                      <a:pt x="1345" y="391"/>
                      <a:pt x="1480" y="385"/>
                      <a:pt x="1626" y="385"/>
                    </a:cubicBezTo>
                    <a:cubicBezTo>
                      <a:pt x="1772" y="385"/>
                      <a:pt x="1988" y="391"/>
                      <a:pt x="2124" y="385"/>
                    </a:cubicBezTo>
                    <a:cubicBezTo>
                      <a:pt x="2260" y="379"/>
                      <a:pt x="2364" y="367"/>
                      <a:pt x="2442" y="349"/>
                    </a:cubicBezTo>
                    <a:cubicBezTo>
                      <a:pt x="2520" y="331"/>
                      <a:pt x="2533" y="320"/>
                      <a:pt x="2592" y="277"/>
                    </a:cubicBezTo>
                    <a:cubicBezTo>
                      <a:pt x="2651" y="234"/>
                      <a:pt x="2737" y="126"/>
                      <a:pt x="2796" y="91"/>
                    </a:cubicBezTo>
                    <a:cubicBezTo>
                      <a:pt x="2855" y="56"/>
                      <a:pt x="2895" y="55"/>
                      <a:pt x="2946" y="67"/>
                    </a:cubicBezTo>
                    <a:cubicBezTo>
                      <a:pt x="2997" y="79"/>
                      <a:pt x="3045" y="126"/>
                      <a:pt x="3101" y="160"/>
                    </a:cubicBezTo>
                    <a:cubicBezTo>
                      <a:pt x="3157" y="194"/>
                      <a:pt x="3244" y="248"/>
                      <a:pt x="3282" y="271"/>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pic>
          <p:nvPicPr>
            <p:cNvPr id="75"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280281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06425" y="3562278"/>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2802814"/>
              <a:ext cx="367811" cy="367811"/>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246"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2200" y="3562278"/>
              <a:ext cx="367811" cy="367811"/>
            </a:xfrm>
            <a:prstGeom prst="rect">
              <a:avLst/>
            </a:prstGeom>
            <a:noFill/>
            <a:extLst>
              <a:ext uri="{909E8E84-426E-40DD-AFC4-6F175D3DCCD1}">
                <a14:hiddenFill xmlns:a14="http://schemas.microsoft.com/office/drawing/2010/main">
                  <a:solidFill>
                    <a:srgbClr val="FFFFFF"/>
                  </a:solidFill>
                </a14:hiddenFill>
              </a:ext>
            </a:extLst>
          </p:spPr>
        </p:pic>
      </p:grpSp>
      <p:sp>
        <p:nvSpPr>
          <p:cNvPr id="20" name="矩形 19"/>
          <p:cNvSpPr/>
          <p:nvPr/>
        </p:nvSpPr>
        <p:spPr>
          <a:xfrm>
            <a:off x="1408438" y="4200668"/>
            <a:ext cx="6449959" cy="584775"/>
          </a:xfrm>
          <a:prstGeom prst="rect">
            <a:avLst/>
          </a:prstGeom>
        </p:spPr>
        <p:txBody>
          <a:bodyPr wrap="square">
            <a:spAutoFit/>
          </a:bodyPr>
          <a:lstStyle/>
          <a:p>
            <a:r>
              <a:rPr lang="zh-CN" altLang="en-US" sz="1600" b="1" dirty="0">
                <a:latin typeface="微软雅黑" panose="020B0503020204020204" pitchFamily="34" charset="-122"/>
                <a:ea typeface="微软雅黑" panose="020B0503020204020204" pitchFamily="34" charset="-122"/>
              </a:rPr>
              <a:t>流量工程 </a:t>
            </a:r>
            <a:r>
              <a:rPr lang="en-US" altLang="zh-CN" sz="1600" b="1" dirty="0">
                <a:latin typeface="微软雅黑" panose="020B0503020204020204" pitchFamily="34" charset="-122"/>
                <a:ea typeface="微软雅黑" panose="020B0503020204020204" pitchFamily="34" charset="-122"/>
              </a:rPr>
              <a:t>FEC </a:t>
            </a:r>
            <a:r>
              <a:rPr lang="zh-CN" altLang="en-US" sz="1600" b="1" dirty="0">
                <a:latin typeface="微软雅黑" panose="020B0503020204020204" pitchFamily="34" charset="-122"/>
                <a:ea typeface="微软雅黑" panose="020B0503020204020204" pitchFamily="34" charset="-122"/>
              </a:rPr>
              <a:t>的一个子集就是</a:t>
            </a:r>
            <a:r>
              <a:rPr lang="zh-CN" altLang="en-US" sz="1600" b="1" dirty="0">
                <a:solidFill>
                  <a:srgbClr val="0000FF"/>
                </a:solidFill>
                <a:latin typeface="微软雅黑" panose="020B0503020204020204" pitchFamily="34" charset="-122"/>
                <a:ea typeface="微软雅黑" panose="020B0503020204020204" pitchFamily="34" charset="-122"/>
              </a:rPr>
              <a:t>负载均衡</a:t>
            </a:r>
            <a:r>
              <a:rPr lang="zh-CN" altLang="en-US" sz="1600" b="1" dirty="0">
                <a:latin typeface="微软雅黑" panose="020B0503020204020204" pitchFamily="34" charset="-122"/>
                <a:ea typeface="微软雅黑" panose="020B0503020204020204" pitchFamily="34" charset="-122"/>
              </a:rPr>
              <a:t>。自定义的 </a:t>
            </a:r>
            <a:r>
              <a:rPr lang="en-US" altLang="zh-CN" sz="1600" b="1" dirty="0">
                <a:latin typeface="微软雅黑" panose="020B0503020204020204" pitchFamily="34" charset="-122"/>
                <a:ea typeface="微软雅黑" panose="020B0503020204020204" pitchFamily="34" charset="-122"/>
              </a:rPr>
              <a:t>FEC </a:t>
            </a:r>
            <a:r>
              <a:rPr lang="zh-CN" altLang="en-US" sz="1600" b="1" dirty="0">
                <a:latin typeface="微软雅黑" panose="020B0503020204020204" pitchFamily="34" charset="-122"/>
                <a:ea typeface="微软雅黑" panose="020B0503020204020204" pitchFamily="34" charset="-122"/>
              </a:rPr>
              <a:t>可以更好地管理网络的资源。</a:t>
            </a:r>
          </a:p>
        </p:txBody>
      </p:sp>
    </p:spTree>
    <p:extLst>
      <p:ext uri="{BB962C8B-B14F-4D97-AF65-F5344CB8AC3E}">
        <p14:creationId xmlns:p14="http://schemas.microsoft.com/office/powerpoint/2010/main" val="3629129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E33558-0F01-90C1-C404-80DE962CE1DE}"/>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6E5E6AA3-501D-968F-EF3B-8D7CFA57CDE6}"/>
              </a:ext>
            </a:extLst>
          </p:cNvPr>
          <p:cNvSpPr>
            <a:spLocks noChangeArrowheads="1"/>
          </p:cNvSpPr>
          <p:nvPr/>
        </p:nvSpPr>
        <p:spPr bwMode="auto">
          <a:xfrm>
            <a:off x="545144" y="617509"/>
            <a:ext cx="8053712" cy="324883"/>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E0506A58-39E5-A856-0098-9B216E7BF1E4}"/>
              </a:ext>
            </a:extLst>
          </p:cNvPr>
          <p:cNvSpPr>
            <a:spLocks noChangeArrowheads="1"/>
          </p:cNvSpPr>
          <p:nvPr/>
        </p:nvSpPr>
        <p:spPr bwMode="auto">
          <a:xfrm>
            <a:off x="3453747" y="576646"/>
            <a:ext cx="22365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实现快速故障切换</a:t>
            </a:r>
          </a:p>
        </p:txBody>
      </p:sp>
      <p:sp>
        <p:nvSpPr>
          <p:cNvPr id="4" name="Rectangle 8">
            <a:extLst>
              <a:ext uri="{FF2B5EF4-FFF2-40B4-BE49-F238E27FC236}">
                <a16:creationId xmlns:a16="http://schemas.microsoft.com/office/drawing/2014/main" id="{E2155B43-F5DC-E480-9B4B-2A897A03E135}"/>
              </a:ext>
            </a:extLst>
          </p:cNvPr>
          <p:cNvSpPr>
            <a:spLocks noChangeArrowheads="1"/>
          </p:cNvSpPr>
          <p:nvPr/>
        </p:nvSpPr>
        <p:spPr bwMode="auto">
          <a:xfrm>
            <a:off x="545143" y="1009413"/>
            <a:ext cx="8209557" cy="29233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还可以实现快速故障切换，即</a:t>
            </a:r>
            <a:r>
              <a:rPr lang="zh-CN" altLang="en-US" sz="2000" b="1" dirty="0">
                <a:solidFill>
                  <a:srgbClr val="0000FF"/>
                </a:solidFill>
                <a:latin typeface="微软雅黑" pitchFamily="34" charset="-122"/>
                <a:ea typeface="微软雅黑" pitchFamily="34" charset="-122"/>
              </a:rPr>
              <a:t>快速重路由</a:t>
            </a:r>
            <a:r>
              <a:rPr lang="en-US" altLang="zh-CN" sz="2000" b="1" dirty="0">
                <a:solidFill>
                  <a:srgbClr val="0000FF"/>
                </a:solidFill>
                <a:latin typeface="微软雅黑" pitchFamily="34" charset="-122"/>
                <a:ea typeface="微软雅黑" pitchFamily="34" charset="-122"/>
              </a:rPr>
              <a:t>FRR </a:t>
            </a:r>
            <a:r>
              <a:rPr lang="en-US" altLang="zh-CN" sz="2000" b="1" dirty="0">
                <a:latin typeface="微软雅黑" pitchFamily="34" charset="-122"/>
                <a:ea typeface="微软雅黑" pitchFamily="34" charset="-122"/>
              </a:rPr>
              <a:t>(Fast </a:t>
            </a:r>
            <a:r>
              <a:rPr lang="en-US" altLang="zh-CN" sz="2000" b="1" dirty="0" err="1">
                <a:latin typeface="微软雅黑" pitchFamily="34" charset="-122"/>
                <a:ea typeface="微软雅黑" pitchFamily="34" charset="-122"/>
              </a:rPr>
              <a:t>ReRoute</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在链路或节点发生故障之前，网络设备就已经为关键路径预先计算并建立好备份路径，保证主干链路故障时的通信快速恢复（不需要重新计算整个路径）。</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可以对重要的主路径建立备份路径。当主路径不可用时，流量自动切换到备用路径。这种方式适用于点到点业务，对整个路径提供冗余保护。</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207372961"/>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818A30-417F-9C05-B2AB-3E347A390472}"/>
            </a:ext>
          </a:extLst>
        </p:cNvPr>
        <p:cNvGrpSpPr/>
        <p:nvPr/>
      </p:nvGrpSpPr>
      <p:grpSpPr>
        <a:xfrm>
          <a:off x="0" y="0"/>
          <a:ext cx="0" cy="0"/>
          <a:chOff x="0" y="0"/>
          <a:chExt cx="0" cy="0"/>
        </a:xfrm>
      </p:grpSpPr>
      <p:sp>
        <p:nvSpPr>
          <p:cNvPr id="2" name="AutoShape 5">
            <a:extLst>
              <a:ext uri="{FF2B5EF4-FFF2-40B4-BE49-F238E27FC236}">
                <a16:creationId xmlns:a16="http://schemas.microsoft.com/office/drawing/2014/main" id="{F9327195-CD09-7CB5-5DE1-8F7FE94079E7}"/>
              </a:ext>
            </a:extLst>
          </p:cNvPr>
          <p:cNvSpPr>
            <a:spLocks noChangeArrowheads="1"/>
          </p:cNvSpPr>
          <p:nvPr/>
        </p:nvSpPr>
        <p:spPr bwMode="auto">
          <a:xfrm>
            <a:off x="545144" y="617509"/>
            <a:ext cx="8053712" cy="324883"/>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a:extLst>
              <a:ext uri="{FF2B5EF4-FFF2-40B4-BE49-F238E27FC236}">
                <a16:creationId xmlns:a16="http://schemas.microsoft.com/office/drawing/2014/main" id="{1CCFEAC0-50D1-5BF2-A2E4-BD1792FF7E00}"/>
              </a:ext>
            </a:extLst>
          </p:cNvPr>
          <p:cNvSpPr>
            <a:spLocks noChangeArrowheads="1"/>
          </p:cNvSpPr>
          <p:nvPr/>
        </p:nvSpPr>
        <p:spPr bwMode="auto">
          <a:xfrm>
            <a:off x="3553935" y="576646"/>
            <a:ext cx="20361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latin typeface="微软雅黑" pitchFamily="34" charset="-122"/>
                <a:ea typeface="微软雅黑" pitchFamily="34" charset="-122"/>
              </a:rPr>
              <a:t>虚拟专用网</a:t>
            </a:r>
            <a:r>
              <a:rPr lang="en-US" altLang="zh-CN" sz="2000" b="1" dirty="0">
                <a:solidFill>
                  <a:schemeClr val="bg1"/>
                </a:solidFill>
                <a:latin typeface="微软雅黑" pitchFamily="34" charset="-122"/>
                <a:ea typeface="微软雅黑" pitchFamily="34" charset="-122"/>
              </a:rPr>
              <a:t>VPN</a:t>
            </a:r>
          </a:p>
        </p:txBody>
      </p:sp>
      <p:sp>
        <p:nvSpPr>
          <p:cNvPr id="4" name="Rectangle 8">
            <a:extLst>
              <a:ext uri="{FF2B5EF4-FFF2-40B4-BE49-F238E27FC236}">
                <a16:creationId xmlns:a16="http://schemas.microsoft.com/office/drawing/2014/main" id="{94894004-169F-84E3-D4A4-9CCAE4BD16B4}"/>
              </a:ext>
            </a:extLst>
          </p:cNvPr>
          <p:cNvSpPr>
            <a:spLocks noChangeArrowheads="1"/>
          </p:cNvSpPr>
          <p:nvPr/>
        </p:nvSpPr>
        <p:spPr bwMode="auto">
          <a:xfrm>
            <a:off x="545143" y="1009413"/>
            <a:ext cx="8209557" cy="33337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能够为用户非常方便地构建虚拟专用网</a:t>
            </a:r>
            <a:r>
              <a:rPr lang="en-US" altLang="zh-CN" sz="2000" b="1" dirty="0">
                <a:latin typeface="微软雅黑" pitchFamily="34" charset="-122"/>
                <a:ea typeface="微软雅黑" pitchFamily="34" charset="-122"/>
              </a:rPr>
              <a:t>VPN</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MPLS VPN</a:t>
            </a:r>
            <a:r>
              <a:rPr lang="zh-CN" altLang="en-US" sz="2000" b="1" dirty="0">
                <a:latin typeface="微软雅黑" pitchFamily="34" charset="-122"/>
                <a:ea typeface="微软雅黑" pitchFamily="34" charset="-122"/>
              </a:rPr>
              <a:t>通过标签来区分不同的</a:t>
            </a:r>
            <a:r>
              <a:rPr lang="en-US" altLang="zh-CN" sz="2000" b="1" dirty="0">
                <a:latin typeface="微软雅黑" pitchFamily="34" charset="-122"/>
                <a:ea typeface="微软雅黑" pitchFamily="34" charset="-122"/>
              </a:rPr>
              <a:t>VPN</a:t>
            </a:r>
            <a:r>
              <a:rPr lang="zh-CN" altLang="en-US" sz="2000" b="1" dirty="0">
                <a:latin typeface="微软雅黑" pitchFamily="34" charset="-122"/>
                <a:ea typeface="微软雅黑" pitchFamily="34" charset="-122"/>
              </a:rPr>
              <a:t>。不同</a:t>
            </a:r>
            <a:r>
              <a:rPr lang="en-US" altLang="zh-CN" sz="2000" b="1" dirty="0">
                <a:latin typeface="微软雅黑" pitchFamily="34" charset="-122"/>
                <a:ea typeface="微软雅黑" pitchFamily="34" charset="-122"/>
              </a:rPr>
              <a:t>VPN</a:t>
            </a:r>
            <a:r>
              <a:rPr lang="zh-CN" altLang="en-US" sz="2000" b="1" dirty="0">
                <a:latin typeface="微软雅黑" pitchFamily="34" charset="-122"/>
                <a:ea typeface="微软雅黑" pitchFamily="34" charset="-122"/>
              </a:rPr>
              <a:t>之间的数据在</a:t>
            </a:r>
            <a:r>
              <a:rPr lang="en-US" altLang="zh-CN" sz="2000" b="1" dirty="0">
                <a:latin typeface="微软雅黑" pitchFamily="34" charset="-122"/>
                <a:ea typeface="微软雅黑" pitchFamily="34" charset="-122"/>
              </a:rPr>
              <a:t>MPLS</a:t>
            </a:r>
            <a:r>
              <a:rPr lang="zh-CN" altLang="en-US" sz="2000" b="1" dirty="0">
                <a:latin typeface="微软雅黑" pitchFamily="34" charset="-122"/>
                <a:ea typeface="微软雅黑" pitchFamily="34" charset="-122"/>
              </a:rPr>
              <a:t>网络中是相互隔离的。即使数据在物理链路上共享，在逻辑上也是完全分开的。</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MPLS VPN</a:t>
            </a:r>
            <a:r>
              <a:rPr lang="zh-CN" altLang="en-US" sz="2000" b="1" dirty="0">
                <a:latin typeface="微软雅黑" pitchFamily="34" charset="-122"/>
                <a:ea typeface="微软雅黑" pitchFamily="34" charset="-122"/>
              </a:rPr>
              <a:t>可根据流量的类型和优先级进行带宽分配，能够灵活地调整不同</a:t>
            </a:r>
            <a:r>
              <a:rPr lang="en-US" altLang="zh-CN" sz="2000" b="1" dirty="0">
                <a:latin typeface="微软雅黑" pitchFamily="34" charset="-122"/>
                <a:ea typeface="微软雅黑" pitchFamily="34" charset="-122"/>
              </a:rPr>
              <a:t>VPN</a:t>
            </a:r>
            <a:r>
              <a:rPr lang="zh-CN" altLang="en-US" sz="2000" b="1" dirty="0">
                <a:latin typeface="微软雅黑" pitchFamily="34" charset="-122"/>
                <a:ea typeface="微软雅黑" pitchFamily="34" charset="-122"/>
              </a:rPr>
              <a:t>用户之间的带宽资源，实现带宽的动态分配。</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传统</a:t>
            </a:r>
            <a:r>
              <a:rPr lang="en-US" altLang="zh-CN" sz="2000" b="1" dirty="0">
                <a:latin typeface="微软雅黑" pitchFamily="34" charset="-122"/>
                <a:ea typeface="微软雅黑" pitchFamily="34" charset="-122"/>
              </a:rPr>
              <a:t>VPN</a:t>
            </a:r>
            <a:r>
              <a:rPr lang="zh-CN" altLang="en-US" sz="2000" b="1" dirty="0">
                <a:latin typeface="微软雅黑" pitchFamily="34" charset="-122"/>
                <a:ea typeface="微软雅黑" pitchFamily="34" charset="-122"/>
              </a:rPr>
              <a:t>很难做到如此精细的带宽管理，通常带宽是固定的或者按照简单的策略分配，可能会出现带宽浪费或者某些业务带宽不足的情况。</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3659428222"/>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IMING" val="|7.4|12.4"/>
</p:tagLst>
</file>

<file path=ppt/tags/tag2.xml><?xml version="1.0" encoding="utf-8"?>
<p:tagLst xmlns:a="http://schemas.openxmlformats.org/drawingml/2006/main" xmlns:r="http://schemas.openxmlformats.org/officeDocument/2006/relationships" xmlns:p="http://schemas.openxmlformats.org/presentationml/2006/main">
  <p:tag name="TIMING" val="|13.7|11.5|18.2"/>
</p:tagLst>
</file>

<file path=ppt/tags/tag3.xml><?xml version="1.0" encoding="utf-8"?>
<p:tagLst xmlns:a="http://schemas.openxmlformats.org/drawingml/2006/main" xmlns:r="http://schemas.openxmlformats.org/officeDocument/2006/relationships" xmlns:p="http://schemas.openxmlformats.org/presentationml/2006/main">
  <p:tag name="TIMING" val="|5.4|8.4"/>
</p:tagLst>
</file>

<file path=ppt/tags/tag4.xml><?xml version="1.0" encoding="utf-8"?>
<p:tagLst xmlns:a="http://schemas.openxmlformats.org/drawingml/2006/main" xmlns:r="http://schemas.openxmlformats.org/officeDocument/2006/relationships" xmlns:p="http://schemas.openxmlformats.org/presentationml/2006/main">
  <p:tag name="TIMING" val="|43.2|5.7|3.4|24.8"/>
</p:tagLst>
</file>

<file path=ppt/tags/tag5.xml><?xml version="1.0" encoding="utf-8"?>
<p:tagLst xmlns:a="http://schemas.openxmlformats.org/drawingml/2006/main" xmlns:r="http://schemas.openxmlformats.org/officeDocument/2006/relationships" xmlns:p="http://schemas.openxmlformats.org/presentationml/2006/main">
  <p:tag name="TIMING" val="|1.8"/>
</p:tagLst>
</file>

<file path=ppt/tags/tag6.xml><?xml version="1.0" encoding="utf-8"?>
<p:tagLst xmlns:a="http://schemas.openxmlformats.org/drawingml/2006/main" xmlns:r="http://schemas.openxmlformats.org/officeDocument/2006/relationships" xmlns:p="http://schemas.openxmlformats.org/presentationml/2006/main">
  <p:tag name="TIMING" val="|6.9"/>
</p:tagLst>
</file>

<file path=ppt/tags/tag7.xml><?xml version="1.0" encoding="utf-8"?>
<p:tagLst xmlns:a="http://schemas.openxmlformats.org/drawingml/2006/main" xmlns:r="http://schemas.openxmlformats.org/officeDocument/2006/relationships" xmlns:p="http://schemas.openxmlformats.org/presentationml/2006/main">
  <p:tag name="TIMING" val="|28.5|5.2|3.3|3.8|11|6.4"/>
</p:tagLst>
</file>

<file path=ppt/tags/tag8.xml><?xml version="1.0" encoding="utf-8"?>
<p:tagLst xmlns:a="http://schemas.openxmlformats.org/drawingml/2006/main" xmlns:r="http://schemas.openxmlformats.org/officeDocument/2006/relationships" xmlns:p="http://schemas.openxmlformats.org/presentationml/2006/main">
  <p:tag name="TIMING" val="|39.9|3.7|2.7|2.5|2.5|2.4|2.3|2.5|3.4|4|4.4"/>
</p:tagLst>
</file>

<file path=ppt/tags/tag9.xml><?xml version="1.0" encoding="utf-8"?>
<p:tagLst xmlns:a="http://schemas.openxmlformats.org/drawingml/2006/main" xmlns:r="http://schemas.openxmlformats.org/officeDocument/2006/relationships" xmlns:p="http://schemas.openxmlformats.org/presentationml/2006/main">
  <p:tag name="TIMING" val="|13.4|4.8|4.4|4.1"/>
</p:tagLst>
</file>

<file path=ppt/tags/tag10.xml><?xml version="1.0" encoding="utf-8"?>
<p:tagLst xmlns:a="http://schemas.openxmlformats.org/drawingml/2006/main" xmlns:r="http://schemas.openxmlformats.org/officeDocument/2006/relationships" xmlns:p="http://schemas.openxmlformats.org/presentationml/2006/main">
  <p:tag name="TIMING" val="|9.7"/>
</p:tagLst>
</file>

<file path=ppt/tags/tag11.xml><?xml version="1.0" encoding="utf-8"?>
<p:tagLst xmlns:a="http://schemas.openxmlformats.org/drawingml/2006/main" xmlns:r="http://schemas.openxmlformats.org/officeDocument/2006/relationships" xmlns:p="http://schemas.openxmlformats.org/presentationml/2006/main">
  <p:tag name="TIMING" val="|20.8|25|5.6|10.6"/>
</p:tagLst>
</file>

<file path=ppt/tags/tag12.xml><?xml version="1.0" encoding="utf-8"?>
<p:tagLst xmlns:a="http://schemas.openxmlformats.org/drawingml/2006/main" xmlns:r="http://schemas.openxmlformats.org/officeDocument/2006/relationships" xmlns:p="http://schemas.openxmlformats.org/presentationml/2006/main">
  <p:tag name="TIMING" val="|7.9|6.6|13.4|8.3|8.7|8.8|6.8|35.5|3.6|16.7|4.8"/>
</p:tagLst>
</file>

<file path=ppt/tags/tag13.xml><?xml version="1.0" encoding="utf-8"?>
<p:tagLst xmlns:a="http://schemas.openxmlformats.org/drawingml/2006/main" xmlns:r="http://schemas.openxmlformats.org/officeDocument/2006/relationships" xmlns:p="http://schemas.openxmlformats.org/presentationml/2006/main">
  <p:tag name="TIMING" val="|20.3|20.5|9.7|3.2"/>
</p:tagLst>
</file>

<file path=ppt/tags/tag14.xml><?xml version="1.0" encoding="utf-8"?>
<p:tagLst xmlns:a="http://schemas.openxmlformats.org/drawingml/2006/main" xmlns:r="http://schemas.openxmlformats.org/officeDocument/2006/relationships" xmlns:p="http://schemas.openxmlformats.org/presentationml/2006/main">
  <p:tag name="TIMING" val="|7.9|9.8|3.1|2.9|2.1|3.3"/>
</p:tagLst>
</file>

<file path=ppt/tags/tag15.xml><?xml version="1.0" encoding="utf-8"?>
<p:tagLst xmlns:a="http://schemas.openxmlformats.org/drawingml/2006/main" xmlns:r="http://schemas.openxmlformats.org/officeDocument/2006/relationships" xmlns:p="http://schemas.openxmlformats.org/presentationml/2006/main">
  <p:tag name="TIMING" val="|28.5|7.4|6.7|4|5|7.6"/>
</p:tagLst>
</file>

<file path=ppt/tags/tag16.xml><?xml version="1.0" encoding="utf-8"?>
<p:tagLst xmlns:a="http://schemas.openxmlformats.org/drawingml/2006/main" xmlns:r="http://schemas.openxmlformats.org/officeDocument/2006/relationships" xmlns:p="http://schemas.openxmlformats.org/presentationml/2006/main">
  <p:tag name="TIMING" val="|9.1|10.5|17.2|6.6|7.1"/>
</p:tagLst>
</file>

<file path=ppt/tags/tag17.xml><?xml version="1.0" encoding="utf-8"?>
<p:tagLst xmlns:a="http://schemas.openxmlformats.org/drawingml/2006/main" xmlns:r="http://schemas.openxmlformats.org/officeDocument/2006/relationships" xmlns:p="http://schemas.openxmlformats.org/presentationml/2006/main">
  <p:tag name="TIMING" val="|27|8.1|7.4|7.2|4.3|4.5|5.2|10.4"/>
</p:tagLst>
</file>

<file path=ppt/tags/tag18.xml><?xml version="1.0" encoding="utf-8"?>
<p:tagLst xmlns:a="http://schemas.openxmlformats.org/drawingml/2006/main" xmlns:r="http://schemas.openxmlformats.org/officeDocument/2006/relationships" xmlns:p="http://schemas.openxmlformats.org/presentationml/2006/main">
  <p:tag name="TIMING" val="|12.5|9.6|10.9|12.9|12.9"/>
</p:tagLst>
</file>

<file path=ppt/tags/tag19.xml><?xml version="1.0" encoding="utf-8"?>
<p:tagLst xmlns:a="http://schemas.openxmlformats.org/drawingml/2006/main" xmlns:r="http://schemas.openxmlformats.org/officeDocument/2006/relationships" xmlns:p="http://schemas.openxmlformats.org/presentationml/2006/main">
  <p:tag name="TIMING" val="|13.2|30.8"/>
</p:tagLst>
</file>

<file path=ppt/tags/tag20.xml><?xml version="1.0" encoding="utf-8"?>
<p:tagLst xmlns:a="http://schemas.openxmlformats.org/drawingml/2006/main" xmlns:r="http://schemas.openxmlformats.org/officeDocument/2006/relationships" xmlns:p="http://schemas.openxmlformats.org/presentationml/2006/main">
  <p:tag name="TIMING" val="|31.1"/>
</p:tagLst>
</file>

<file path=ppt/tags/tag21.xml><?xml version="1.0" encoding="utf-8"?>
<p:tagLst xmlns:a="http://schemas.openxmlformats.org/drawingml/2006/main" xmlns:r="http://schemas.openxmlformats.org/officeDocument/2006/relationships" xmlns:p="http://schemas.openxmlformats.org/presentationml/2006/main">
  <p:tag name="TIMING" val="|7.6|4.9|6.8|11.6"/>
</p:tagLst>
</file>

<file path=ppt/tags/tag22.xml><?xml version="1.0" encoding="utf-8"?>
<p:tagLst xmlns:a="http://schemas.openxmlformats.org/drawingml/2006/main" xmlns:r="http://schemas.openxmlformats.org/officeDocument/2006/relationships" xmlns:p="http://schemas.openxmlformats.org/presentationml/2006/main">
  <p:tag name="TIMING" val="|1.5|0.9|11.3|1.4|1.2|0.8"/>
</p:tagLst>
</file>

<file path=ppt/tags/tag23.xml><?xml version="1.0" encoding="utf-8"?>
<p:tagLst xmlns:a="http://schemas.openxmlformats.org/drawingml/2006/main" xmlns:r="http://schemas.openxmlformats.org/officeDocument/2006/relationships" xmlns:p="http://schemas.openxmlformats.org/presentationml/2006/main">
  <p:tag name="TIMING" val="|5.9|9|14.2|19.7"/>
</p:tagLst>
</file>

<file path=ppt/tags/tag24.xml><?xml version="1.0" encoding="utf-8"?>
<p:tagLst xmlns:a="http://schemas.openxmlformats.org/drawingml/2006/main" xmlns:r="http://schemas.openxmlformats.org/officeDocument/2006/relationships" xmlns:p="http://schemas.openxmlformats.org/presentationml/2006/main">
  <p:tag name="TIMING" val="|13.8|3.7|4.1|7.8|5.6|7.5"/>
</p:tagLst>
</file>

<file path=ppt/tags/tag25.xml><?xml version="1.0" encoding="utf-8"?>
<p:tagLst xmlns:a="http://schemas.openxmlformats.org/drawingml/2006/main" xmlns:r="http://schemas.openxmlformats.org/officeDocument/2006/relationships" xmlns:p="http://schemas.openxmlformats.org/presentationml/2006/main">
  <p:tag name="TIMING" val="|7.3|5.5|5.1"/>
</p:tagLst>
</file>

<file path=ppt/tags/tag26.xml><?xml version="1.0" encoding="utf-8"?>
<p:tagLst xmlns:a="http://schemas.openxmlformats.org/drawingml/2006/main" xmlns:r="http://schemas.openxmlformats.org/officeDocument/2006/relationships" xmlns:p="http://schemas.openxmlformats.org/presentationml/2006/main">
  <p:tag name="TIMING" val="|8.1"/>
</p:tagLst>
</file>

<file path=ppt/tags/tag27.xml><?xml version="1.0" encoding="utf-8"?>
<p:tagLst xmlns:a="http://schemas.openxmlformats.org/drawingml/2006/main" xmlns:r="http://schemas.openxmlformats.org/officeDocument/2006/relationships" xmlns:p="http://schemas.openxmlformats.org/presentationml/2006/main">
  <p:tag name="TIMING" val="|16.3"/>
</p:tagLst>
</file>

<file path=ppt/tags/tag28.xml><?xml version="1.0" encoding="utf-8"?>
<p:tagLst xmlns:a="http://schemas.openxmlformats.org/drawingml/2006/main" xmlns:r="http://schemas.openxmlformats.org/officeDocument/2006/relationships" xmlns:p="http://schemas.openxmlformats.org/presentationml/2006/main">
  <p:tag name="TIMING" val="|1.4|4.1"/>
</p:tagLst>
</file>

<file path=ppt/tags/tag29.xml><?xml version="1.0" encoding="utf-8"?>
<p:tagLst xmlns:a="http://schemas.openxmlformats.org/drawingml/2006/main" xmlns:r="http://schemas.openxmlformats.org/officeDocument/2006/relationships" xmlns:p="http://schemas.openxmlformats.org/presentationml/2006/main">
  <p:tag name="TIMING" val="|15.3"/>
</p:tagLst>
</file>

<file path=ppt/tags/tag30.xml><?xml version="1.0" encoding="utf-8"?>
<p:tagLst xmlns:a="http://schemas.openxmlformats.org/drawingml/2006/main" xmlns:r="http://schemas.openxmlformats.org/officeDocument/2006/relationships" xmlns:p="http://schemas.openxmlformats.org/presentationml/2006/main">
  <p:tag name="TIMING" val="|7.8"/>
</p:tagLst>
</file>

<file path=ppt/tags/tag31.xml><?xml version="1.0" encoding="utf-8"?>
<p:tagLst xmlns:a="http://schemas.openxmlformats.org/drawingml/2006/main" xmlns:r="http://schemas.openxmlformats.org/officeDocument/2006/relationships" xmlns:p="http://schemas.openxmlformats.org/presentationml/2006/main">
  <p:tag name="TIMING" val="|8.5|16.9|20.5"/>
</p:tagLst>
</file>

<file path=ppt/tags/tag32.xml><?xml version="1.0" encoding="utf-8"?>
<p:tagLst xmlns:a="http://schemas.openxmlformats.org/drawingml/2006/main" xmlns:r="http://schemas.openxmlformats.org/officeDocument/2006/relationships" xmlns:p="http://schemas.openxmlformats.org/presentationml/2006/main">
  <p:tag name="TIMING" val="|14.7|6"/>
</p:tagLst>
</file>

<file path=ppt/tags/tag33.xml><?xml version="1.0" encoding="utf-8"?>
<p:tagLst xmlns:a="http://schemas.openxmlformats.org/drawingml/2006/main" xmlns:r="http://schemas.openxmlformats.org/officeDocument/2006/relationships" xmlns:p="http://schemas.openxmlformats.org/presentationml/2006/main">
  <p:tag name="TIMING" val="|11.2"/>
</p:tagLst>
</file>

<file path=ppt/tags/tag34.xml><?xml version="1.0" encoding="utf-8"?>
<p:tagLst xmlns:a="http://schemas.openxmlformats.org/drawingml/2006/main" xmlns:r="http://schemas.openxmlformats.org/officeDocument/2006/relationships" xmlns:p="http://schemas.openxmlformats.org/presentationml/2006/main">
  <p:tag name="TIMING" val="|8.3"/>
</p:tagLst>
</file>

<file path=ppt/tags/tag35.xml><?xml version="1.0" encoding="utf-8"?>
<p:tagLst xmlns:a="http://schemas.openxmlformats.org/drawingml/2006/main" xmlns:r="http://schemas.openxmlformats.org/officeDocument/2006/relationships" xmlns:p="http://schemas.openxmlformats.org/presentationml/2006/main">
  <p:tag name="TIMING" val="|13.9"/>
</p:tagLst>
</file>

<file path=ppt/tags/tag36.xml><?xml version="1.0" encoding="utf-8"?>
<p:tagLst xmlns:a="http://schemas.openxmlformats.org/drawingml/2006/main" xmlns:r="http://schemas.openxmlformats.org/officeDocument/2006/relationships" xmlns:p="http://schemas.openxmlformats.org/presentationml/2006/main">
  <p:tag name="TIMING" val="|2|3.5|10.5"/>
</p:tagLst>
</file>

<file path=ppt/tags/tag37.xml><?xml version="1.0" encoding="utf-8"?>
<p:tagLst xmlns:a="http://schemas.openxmlformats.org/drawingml/2006/main" xmlns:r="http://schemas.openxmlformats.org/officeDocument/2006/relationships" xmlns:p="http://schemas.openxmlformats.org/presentationml/2006/main">
  <p:tag name="TIMING" val="|1.7"/>
</p:tagLst>
</file>

<file path=ppt/tags/tag38.xml><?xml version="1.0" encoding="utf-8"?>
<p:tagLst xmlns:a="http://schemas.openxmlformats.org/drawingml/2006/main" xmlns:r="http://schemas.openxmlformats.org/officeDocument/2006/relationships" xmlns:p="http://schemas.openxmlformats.org/presentationml/2006/main">
  <p:tag name="TIMING" val="|2.4|18.4"/>
</p:tagLst>
</file>

<file path=ppt/tags/tag39.xml><?xml version="1.0" encoding="utf-8"?>
<p:tagLst xmlns:a="http://schemas.openxmlformats.org/drawingml/2006/main" xmlns:r="http://schemas.openxmlformats.org/officeDocument/2006/relationships" xmlns:p="http://schemas.openxmlformats.org/presentationml/2006/main">
  <p:tag name="TIMING" val="|1.7"/>
</p:tagLst>
</file>

<file path=ppt/tags/tag40.xml><?xml version="1.0" encoding="utf-8"?>
<p:tagLst xmlns:a="http://schemas.openxmlformats.org/drawingml/2006/main" xmlns:r="http://schemas.openxmlformats.org/officeDocument/2006/relationships" xmlns:p="http://schemas.openxmlformats.org/presentationml/2006/main">
  <p:tag name="TIMING" val="|9|14.1"/>
</p:tagLst>
</file>

<file path=ppt/tags/tag41.xml><?xml version="1.0" encoding="utf-8"?>
<p:tagLst xmlns:a="http://schemas.openxmlformats.org/drawingml/2006/main" xmlns:r="http://schemas.openxmlformats.org/officeDocument/2006/relationships" xmlns:p="http://schemas.openxmlformats.org/presentationml/2006/main">
  <p:tag name="TIMING" val="|5.5|4.7"/>
</p:tagLst>
</file>

<file path=ppt/tags/tag42.xml><?xml version="1.0" encoding="utf-8"?>
<p:tagLst xmlns:a="http://schemas.openxmlformats.org/drawingml/2006/main" xmlns:r="http://schemas.openxmlformats.org/officeDocument/2006/relationships" xmlns:p="http://schemas.openxmlformats.org/presentationml/2006/main">
  <p:tag name="TIMING" val="|17.1|5|5.1"/>
</p:tagLst>
</file>

<file path=ppt/tags/tag43.xml><?xml version="1.0" encoding="utf-8"?>
<p:tagLst xmlns:a="http://schemas.openxmlformats.org/drawingml/2006/main" xmlns:r="http://schemas.openxmlformats.org/officeDocument/2006/relationships" xmlns:p="http://schemas.openxmlformats.org/presentationml/2006/main">
  <p:tag name="TIMING" val="|6.2"/>
</p:tagLst>
</file>

<file path=ppt/tags/tag44.xml><?xml version="1.0" encoding="utf-8"?>
<p:tagLst xmlns:a="http://schemas.openxmlformats.org/drawingml/2006/main" xmlns:r="http://schemas.openxmlformats.org/officeDocument/2006/relationships" xmlns:p="http://schemas.openxmlformats.org/presentationml/2006/main">
  <p:tag name="TIMING" val="|8.8|19.7"/>
</p:tagLst>
</file>

<file path=ppt/tags/tag45.xml><?xml version="1.0" encoding="utf-8"?>
<p:tagLst xmlns:a="http://schemas.openxmlformats.org/drawingml/2006/main" xmlns:r="http://schemas.openxmlformats.org/officeDocument/2006/relationships" xmlns:p="http://schemas.openxmlformats.org/presentationml/2006/main">
  <p:tag name="TIMING" val="|28.7"/>
</p:tagLst>
</file>

<file path=ppt/tags/tag46.xml><?xml version="1.0" encoding="utf-8"?>
<p:tagLst xmlns:a="http://schemas.openxmlformats.org/drawingml/2006/main" xmlns:r="http://schemas.openxmlformats.org/officeDocument/2006/relationships" xmlns:p="http://schemas.openxmlformats.org/presentationml/2006/main">
  <p:tag name="TIMING" val="|10|4.8"/>
</p:tagLst>
</file>

<file path=ppt/tags/tag47.xml><?xml version="1.0" encoding="utf-8"?>
<p:tagLst xmlns:a="http://schemas.openxmlformats.org/drawingml/2006/main" xmlns:r="http://schemas.openxmlformats.org/officeDocument/2006/relationships" xmlns:p="http://schemas.openxmlformats.org/presentationml/2006/main">
  <p:tag name="TIMING" val="|7.9|8|5.4|5.1|4.3"/>
</p:tagLst>
</file>

<file path=ppt/tags/tag48.xml><?xml version="1.0" encoding="utf-8"?>
<p:tagLst xmlns:a="http://schemas.openxmlformats.org/drawingml/2006/main" xmlns:r="http://schemas.openxmlformats.org/officeDocument/2006/relationships" xmlns:p="http://schemas.openxmlformats.org/presentationml/2006/main">
  <p:tag name="TIMING" val="|2.9|8.7|16.7"/>
</p:tagLst>
</file>

<file path=ppt/tags/tag49.xml><?xml version="1.0" encoding="utf-8"?>
<p:tagLst xmlns:a="http://schemas.openxmlformats.org/drawingml/2006/main" xmlns:r="http://schemas.openxmlformats.org/officeDocument/2006/relationships" xmlns:p="http://schemas.openxmlformats.org/presentationml/2006/main">
  <p:tag name="TIMING" val="|15.5|16.3|15.9|9"/>
</p:tagLst>
</file>

<file path=ppt/tags/tag50.xml><?xml version="1.0" encoding="utf-8"?>
<p:tagLst xmlns:a="http://schemas.openxmlformats.org/drawingml/2006/main" xmlns:r="http://schemas.openxmlformats.org/officeDocument/2006/relationships" xmlns:p="http://schemas.openxmlformats.org/presentationml/2006/main">
  <p:tag name="TIMING" val="|15.6|14.7"/>
</p:tagLst>
</file>

<file path=ppt/tags/tag51.xml><?xml version="1.0" encoding="utf-8"?>
<p:tagLst xmlns:a="http://schemas.openxmlformats.org/drawingml/2006/main" xmlns:r="http://schemas.openxmlformats.org/officeDocument/2006/relationships" xmlns:p="http://schemas.openxmlformats.org/presentationml/2006/main">
  <p:tag name="TIMING" val="|6.3|10.9"/>
</p:tagLst>
</file>

<file path=ppt/tags/tag52.xml><?xml version="1.0" encoding="utf-8"?>
<p:tagLst xmlns:a="http://schemas.openxmlformats.org/drawingml/2006/main" xmlns:r="http://schemas.openxmlformats.org/officeDocument/2006/relationships" xmlns:p="http://schemas.openxmlformats.org/presentationml/2006/main">
  <p:tag name="TIMING" val="|12.5"/>
</p:tagLst>
</file>

<file path=ppt/tags/tag53.xml><?xml version="1.0" encoding="utf-8"?>
<p:tagLst xmlns:a="http://schemas.openxmlformats.org/drawingml/2006/main" xmlns:r="http://schemas.openxmlformats.org/officeDocument/2006/relationships" xmlns:p="http://schemas.openxmlformats.org/presentationml/2006/main">
  <p:tag name="TIMING" val="|11.5"/>
</p:tagLst>
</file>

<file path=ppt/tags/tag54.xml><?xml version="1.0" encoding="utf-8"?>
<p:tagLst xmlns:a="http://schemas.openxmlformats.org/drawingml/2006/main" xmlns:r="http://schemas.openxmlformats.org/officeDocument/2006/relationships" xmlns:p="http://schemas.openxmlformats.org/presentationml/2006/main">
  <p:tag name="TIMING" val="|10.9"/>
</p:tagLst>
</file>

<file path=ppt/tags/tag55.xml><?xml version="1.0" encoding="utf-8"?>
<p:tagLst xmlns:a="http://schemas.openxmlformats.org/drawingml/2006/main" xmlns:r="http://schemas.openxmlformats.org/officeDocument/2006/relationships" xmlns:p="http://schemas.openxmlformats.org/presentationml/2006/main">
  <p:tag name="TIMING" val="|19.1|6|13.5|7.2"/>
</p:tagLst>
</file>

<file path=ppt/tags/tag56.xml><?xml version="1.0" encoding="utf-8"?>
<p:tagLst xmlns:a="http://schemas.openxmlformats.org/drawingml/2006/main" xmlns:r="http://schemas.openxmlformats.org/officeDocument/2006/relationships" xmlns:p="http://schemas.openxmlformats.org/presentationml/2006/main">
  <p:tag name="TIMING" val="|4"/>
</p:tagLst>
</file>

<file path=ppt/tags/tag57.xml><?xml version="1.0" encoding="utf-8"?>
<p:tagLst xmlns:a="http://schemas.openxmlformats.org/drawingml/2006/main" xmlns:r="http://schemas.openxmlformats.org/officeDocument/2006/relationships" xmlns:p="http://schemas.openxmlformats.org/presentationml/2006/main">
  <p:tag name="TIMING" val="|5"/>
</p:tagLst>
</file>

<file path=ppt/tags/tag58.xml><?xml version="1.0" encoding="utf-8"?>
<p:tagLst xmlns:a="http://schemas.openxmlformats.org/drawingml/2006/main" xmlns:r="http://schemas.openxmlformats.org/officeDocument/2006/relationships" xmlns:p="http://schemas.openxmlformats.org/presentationml/2006/main">
  <p:tag name="TIMING" val="|8.1|7.6|9.3|6.1|4.3|9.2"/>
</p:tagLst>
</file>

<file path=ppt/tags/tag59.xml><?xml version="1.0" encoding="utf-8"?>
<p:tagLst xmlns:a="http://schemas.openxmlformats.org/drawingml/2006/main" xmlns:r="http://schemas.openxmlformats.org/officeDocument/2006/relationships" xmlns:p="http://schemas.openxmlformats.org/presentationml/2006/main">
  <p:tag name="TIMING" val="|8.5|4.7|26.2|6.8|14|10"/>
</p:tagLst>
</file>

<file path=ppt/tags/tag60.xml><?xml version="1.0" encoding="utf-8"?>
<p:tagLst xmlns:a="http://schemas.openxmlformats.org/drawingml/2006/main" xmlns:r="http://schemas.openxmlformats.org/officeDocument/2006/relationships" xmlns:p="http://schemas.openxmlformats.org/presentationml/2006/main">
  <p:tag name="TIMING" val="|8.3|4|8.1|2.8|2.5|4|7.7|4.2|3.4"/>
</p:tagLst>
</file>

<file path=ppt/tags/tag61.xml><?xml version="1.0" encoding="utf-8"?>
<p:tagLst xmlns:a="http://schemas.openxmlformats.org/drawingml/2006/main" xmlns:r="http://schemas.openxmlformats.org/officeDocument/2006/relationships" xmlns:p="http://schemas.openxmlformats.org/presentationml/2006/main">
  <p:tag name="TIMING" val="|14.4|8.5|15.1"/>
</p:tagLst>
</file>

<file path=ppt/tags/tag62.xml><?xml version="1.0" encoding="utf-8"?>
<p:tagLst xmlns:a="http://schemas.openxmlformats.org/drawingml/2006/main" xmlns:r="http://schemas.openxmlformats.org/officeDocument/2006/relationships" xmlns:p="http://schemas.openxmlformats.org/presentationml/2006/main">
  <p:tag name="TIMING" val="|4.5|3.3|3.6"/>
</p:tagLst>
</file>

<file path=ppt/tags/tag63.xml><?xml version="1.0" encoding="utf-8"?>
<p:tagLst xmlns:a="http://schemas.openxmlformats.org/drawingml/2006/main" xmlns:r="http://schemas.openxmlformats.org/officeDocument/2006/relationships" xmlns:p="http://schemas.openxmlformats.org/presentationml/2006/main">
  <p:tag name="TIMING" val="|6.1"/>
</p:tagLst>
</file>

<file path=ppt/tags/tag64.xml><?xml version="1.0" encoding="utf-8"?>
<p:tagLst xmlns:a="http://schemas.openxmlformats.org/drawingml/2006/main" xmlns:r="http://schemas.openxmlformats.org/officeDocument/2006/relationships" xmlns:p="http://schemas.openxmlformats.org/presentationml/2006/main">
  <p:tag name="TIMING" val="|11.9"/>
</p:tagLst>
</file>

<file path=ppt/tags/tag65.xml><?xml version="1.0" encoding="utf-8"?>
<p:tagLst xmlns:a="http://schemas.openxmlformats.org/drawingml/2006/main" xmlns:r="http://schemas.openxmlformats.org/officeDocument/2006/relationships" xmlns:p="http://schemas.openxmlformats.org/presentationml/2006/main">
  <p:tag name="TIMING" val="|17.6|13.2|4.5"/>
</p:tagLst>
</file>

<file path=ppt/tags/tag66.xml><?xml version="1.0" encoding="utf-8"?>
<p:tagLst xmlns:a="http://schemas.openxmlformats.org/drawingml/2006/main" xmlns:r="http://schemas.openxmlformats.org/officeDocument/2006/relationships" xmlns:p="http://schemas.openxmlformats.org/presentationml/2006/main">
  <p:tag name="TIMING" val="|12.5"/>
</p:tagLst>
</file>

<file path=ppt/tags/tag67.xml><?xml version="1.0" encoding="utf-8"?>
<p:tagLst xmlns:a="http://schemas.openxmlformats.org/drawingml/2006/main" xmlns:r="http://schemas.openxmlformats.org/officeDocument/2006/relationships" xmlns:p="http://schemas.openxmlformats.org/presentationml/2006/main">
  <p:tag name="TIMING" val="|9.5"/>
</p:tagLst>
</file>

<file path=ppt/tags/tag68.xml><?xml version="1.0" encoding="utf-8"?>
<p:tagLst xmlns:a="http://schemas.openxmlformats.org/drawingml/2006/main" xmlns:r="http://schemas.openxmlformats.org/officeDocument/2006/relationships" xmlns:p="http://schemas.openxmlformats.org/presentationml/2006/main">
  <p:tag name="TIMING" val="|7.7|9.7|10.5"/>
</p:tagLst>
</file>

<file path=ppt/tags/tag69.xml><?xml version="1.0" encoding="utf-8"?>
<p:tagLst xmlns:a="http://schemas.openxmlformats.org/drawingml/2006/main" xmlns:r="http://schemas.openxmlformats.org/officeDocument/2006/relationships" xmlns:p="http://schemas.openxmlformats.org/presentationml/2006/main">
  <p:tag name="TIMING" val="|3.6|13.3|13.1|6.7|11.7|8.4|9.6|26.1|6.2"/>
</p:tagLst>
</file>

<file path=ppt/tags/tag70.xml><?xml version="1.0" encoding="utf-8"?>
<p:tagLst xmlns:a="http://schemas.openxmlformats.org/drawingml/2006/main" xmlns:r="http://schemas.openxmlformats.org/officeDocument/2006/relationships" xmlns:p="http://schemas.openxmlformats.org/presentationml/2006/main">
  <p:tag name="TIMING" val="|9.9|4.1|8.8|5.8|12.8|10.5"/>
</p:tagLst>
</file>

<file path=ppt/tags/tag71.xml><?xml version="1.0" encoding="utf-8"?>
<p:tagLst xmlns:a="http://schemas.openxmlformats.org/drawingml/2006/main" xmlns:r="http://schemas.openxmlformats.org/officeDocument/2006/relationships" xmlns:p="http://schemas.openxmlformats.org/presentationml/2006/main">
  <p:tag name="TIMING" val="|5.7"/>
</p:tagLst>
</file>

<file path=ppt/tags/tag72.xml><?xml version="1.0" encoding="utf-8"?>
<p:tagLst xmlns:a="http://schemas.openxmlformats.org/drawingml/2006/main" xmlns:r="http://schemas.openxmlformats.org/officeDocument/2006/relationships" xmlns:p="http://schemas.openxmlformats.org/presentationml/2006/main">
  <p:tag name="TIMING" val="|6.1|20.5|6.5|3.6|6.6|4.4|13.7|4.1|3.9"/>
</p:tagLst>
</file>

<file path=ppt/tags/tag73.xml><?xml version="1.0" encoding="utf-8"?>
<p:tagLst xmlns:a="http://schemas.openxmlformats.org/drawingml/2006/main" xmlns:r="http://schemas.openxmlformats.org/officeDocument/2006/relationships" xmlns:p="http://schemas.openxmlformats.org/presentationml/2006/main">
  <p:tag name="TIMING" val="|16.7|13.3"/>
</p:tagLst>
</file>

<file path=ppt/tags/tag74.xml><?xml version="1.0" encoding="utf-8"?>
<p:tagLst xmlns:a="http://schemas.openxmlformats.org/drawingml/2006/main" xmlns:r="http://schemas.openxmlformats.org/officeDocument/2006/relationships" xmlns:p="http://schemas.openxmlformats.org/presentationml/2006/main">
  <p:tag name="TIMING" val="|9.1|11.9|14.3"/>
</p:tagLst>
</file>

<file path=ppt/tags/tag75.xml><?xml version="1.0" encoding="utf-8"?>
<p:tagLst xmlns:a="http://schemas.openxmlformats.org/drawingml/2006/main" xmlns:r="http://schemas.openxmlformats.org/officeDocument/2006/relationships" xmlns:p="http://schemas.openxmlformats.org/presentationml/2006/main">
  <p:tag name="TIMING" val="|7.7|4.8"/>
</p:tagLst>
</file>

<file path=ppt/tags/tag76.xml><?xml version="1.0" encoding="utf-8"?>
<p:tagLst xmlns:a="http://schemas.openxmlformats.org/drawingml/2006/main" xmlns:r="http://schemas.openxmlformats.org/officeDocument/2006/relationships" xmlns:p="http://schemas.openxmlformats.org/presentationml/2006/main">
  <p:tag name="TIMING" val="|2.8|4.2|7.9|19.2|4.7|2.9|2.7|23.6"/>
</p:tagLst>
</file>

<file path=ppt/tags/tag77.xml><?xml version="1.0" encoding="utf-8"?>
<p:tagLst xmlns:a="http://schemas.openxmlformats.org/drawingml/2006/main" xmlns:r="http://schemas.openxmlformats.org/officeDocument/2006/relationships" xmlns:p="http://schemas.openxmlformats.org/presentationml/2006/main">
  <p:tag name="TIMING" val="|9.7"/>
</p:tagLst>
</file>

<file path=ppt/tags/tag78.xml><?xml version="1.0" encoding="utf-8"?>
<p:tagLst xmlns:a="http://schemas.openxmlformats.org/drawingml/2006/main" xmlns:r="http://schemas.openxmlformats.org/officeDocument/2006/relationships" xmlns:p="http://schemas.openxmlformats.org/presentationml/2006/main">
  <p:tag name="TIMING" val="|5.6|17.7|14.9"/>
</p:tagLst>
</file>

<file path=ppt/tags/tag79.xml><?xml version="1.0" encoding="utf-8"?>
<p:tagLst xmlns:a="http://schemas.openxmlformats.org/drawingml/2006/main" xmlns:r="http://schemas.openxmlformats.org/officeDocument/2006/relationships" xmlns:p="http://schemas.openxmlformats.org/presentationml/2006/main">
  <p:tag name="TIMING" val="|2.9|2.5"/>
</p:tagLst>
</file>

<file path=ppt/tags/tag80.xml><?xml version="1.0" encoding="utf-8"?>
<p:tagLst xmlns:a="http://schemas.openxmlformats.org/drawingml/2006/main" xmlns:r="http://schemas.openxmlformats.org/officeDocument/2006/relationships" xmlns:p="http://schemas.openxmlformats.org/presentationml/2006/main">
  <p:tag name="TIMING" val="|8.7|10.9|2.9"/>
</p:tagLst>
</file>

<file path=ppt/tags/tag81.xml><?xml version="1.0" encoding="utf-8"?>
<p:tagLst xmlns:a="http://schemas.openxmlformats.org/drawingml/2006/main" xmlns:r="http://schemas.openxmlformats.org/officeDocument/2006/relationships" xmlns:p="http://schemas.openxmlformats.org/presentationml/2006/main">
  <p:tag name="TIMING" val="|6|10.4"/>
</p:tagLst>
</file>

<file path=ppt/tags/tag82.xml><?xml version="1.0" encoding="utf-8"?>
<p:tagLst xmlns:a="http://schemas.openxmlformats.org/drawingml/2006/main" xmlns:r="http://schemas.openxmlformats.org/officeDocument/2006/relationships" xmlns:p="http://schemas.openxmlformats.org/presentationml/2006/main">
  <p:tag name="TIMING" val="|5.7|14.6"/>
</p:tagLst>
</file>

<file path=ppt/tags/tag83.xml><?xml version="1.0" encoding="utf-8"?>
<p:tagLst xmlns:a="http://schemas.openxmlformats.org/drawingml/2006/main" xmlns:r="http://schemas.openxmlformats.org/officeDocument/2006/relationships" xmlns:p="http://schemas.openxmlformats.org/presentationml/2006/main">
  <p:tag name="TIMING" val="|6.6"/>
</p:tagLst>
</file>

<file path=ppt/tags/tag84.xml><?xml version="1.0" encoding="utf-8"?>
<p:tagLst xmlns:a="http://schemas.openxmlformats.org/drawingml/2006/main" xmlns:r="http://schemas.openxmlformats.org/officeDocument/2006/relationships" xmlns:p="http://schemas.openxmlformats.org/presentationml/2006/main">
  <p:tag name="TIMING" val="|5.6|20.5"/>
</p:tagLst>
</file>

<file path=ppt/tags/tag85.xml><?xml version="1.0" encoding="utf-8"?>
<p:tagLst xmlns:a="http://schemas.openxmlformats.org/drawingml/2006/main" xmlns:r="http://schemas.openxmlformats.org/officeDocument/2006/relationships" xmlns:p="http://schemas.openxmlformats.org/presentationml/2006/main">
  <p:tag name="TIMING" val="|15.2|9.8|28.9"/>
</p:tagLst>
</file>

<file path=ppt/tags/tag86.xml><?xml version="1.0" encoding="utf-8"?>
<p:tagLst xmlns:a="http://schemas.openxmlformats.org/drawingml/2006/main" xmlns:r="http://schemas.openxmlformats.org/officeDocument/2006/relationships" xmlns:p="http://schemas.openxmlformats.org/presentationml/2006/main">
  <p:tag name="TIMING" val="|7.7|8.5|11.1|9.2"/>
</p:tagLst>
</file>

<file path=ppt/tags/tag87.xml><?xml version="1.0" encoding="utf-8"?>
<p:tagLst xmlns:a="http://schemas.openxmlformats.org/drawingml/2006/main" xmlns:r="http://schemas.openxmlformats.org/officeDocument/2006/relationships" xmlns:p="http://schemas.openxmlformats.org/presentationml/2006/main">
  <p:tag name="TIMING" val="|8|8.6|8|7.2|6.6|15.4|6.6"/>
</p:tagLst>
</file>

<file path=ppt/tags/tag88.xml><?xml version="1.0" encoding="utf-8"?>
<p:tagLst xmlns:a="http://schemas.openxmlformats.org/drawingml/2006/main" xmlns:r="http://schemas.openxmlformats.org/officeDocument/2006/relationships" xmlns:p="http://schemas.openxmlformats.org/presentationml/2006/main">
  <p:tag name="TIMING" val="|8|4.3|5.5"/>
</p:tagLst>
</file>

<file path=ppt/tags/tag89.xml><?xml version="1.0" encoding="utf-8"?>
<p:tagLst xmlns:a="http://schemas.openxmlformats.org/drawingml/2006/main" xmlns:r="http://schemas.openxmlformats.org/officeDocument/2006/relationships" xmlns:p="http://schemas.openxmlformats.org/presentationml/2006/main">
  <p:tag name="TIMING" val="|32|8.2|10.3|5.2"/>
</p:tagLst>
</file>

<file path=ppt/tags/tag90.xml><?xml version="1.0" encoding="utf-8"?>
<p:tagLst xmlns:a="http://schemas.openxmlformats.org/drawingml/2006/main" xmlns:r="http://schemas.openxmlformats.org/officeDocument/2006/relationships" xmlns:p="http://schemas.openxmlformats.org/presentationml/2006/main">
  <p:tag name="TIMING" val="|4.1|8.2|10.4"/>
</p:tagLst>
</file>

<file path=ppt/tags/tag91.xml><?xml version="1.0" encoding="utf-8"?>
<p:tagLst xmlns:a="http://schemas.openxmlformats.org/drawingml/2006/main" xmlns:r="http://schemas.openxmlformats.org/officeDocument/2006/relationships" xmlns:p="http://schemas.openxmlformats.org/presentationml/2006/main">
  <p:tag name="TIMING" val="|15.5|32.7"/>
</p:tagLst>
</file>

<file path=ppt/tags/tag92.xml><?xml version="1.0" encoding="utf-8"?>
<p:tagLst xmlns:a="http://schemas.openxmlformats.org/drawingml/2006/main" xmlns:r="http://schemas.openxmlformats.org/officeDocument/2006/relationships" xmlns:p="http://schemas.openxmlformats.org/presentationml/2006/main">
  <p:tag name="TIMING" val="|7.3|8"/>
</p:tagLst>
</file>

<file path=ppt/tags/tag93.xml><?xml version="1.0" encoding="utf-8"?>
<p:tagLst xmlns:a="http://schemas.openxmlformats.org/drawingml/2006/main" xmlns:r="http://schemas.openxmlformats.org/officeDocument/2006/relationships" xmlns:p="http://schemas.openxmlformats.org/presentationml/2006/main">
  <p:tag name="TIMING" val="|17.2"/>
</p:tagLst>
</file>

<file path=ppt/tags/tag94.xml><?xml version="1.0" encoding="utf-8"?>
<p:tagLst xmlns:a="http://schemas.openxmlformats.org/drawingml/2006/main" xmlns:r="http://schemas.openxmlformats.org/officeDocument/2006/relationships" xmlns:p="http://schemas.openxmlformats.org/presentationml/2006/main">
  <p:tag name="TIMING" val="|34.3"/>
</p:tagLst>
</file>

<file path=ppt/tags/tag95.xml><?xml version="1.0" encoding="utf-8"?>
<p:tagLst xmlns:a="http://schemas.openxmlformats.org/drawingml/2006/main" xmlns:r="http://schemas.openxmlformats.org/officeDocument/2006/relationships" xmlns:p="http://schemas.openxmlformats.org/presentationml/2006/main">
  <p:tag name="TIMING" val="|6.7|10.1|6.7|13.2"/>
</p:tagLst>
</file>

<file path=ppt/tags/tag96.xml><?xml version="1.0" encoding="utf-8"?>
<p:tagLst xmlns:a="http://schemas.openxmlformats.org/drawingml/2006/main" xmlns:r="http://schemas.openxmlformats.org/officeDocument/2006/relationships" xmlns:p="http://schemas.openxmlformats.org/presentationml/2006/main">
  <p:tag name="TIMING" val="|6.9|15.9|4.6"/>
</p:tagLst>
</file>

<file path=ppt/tags/tag97.xml><?xml version="1.0" encoding="utf-8"?>
<p:tagLst xmlns:a="http://schemas.openxmlformats.org/drawingml/2006/main" xmlns:r="http://schemas.openxmlformats.org/officeDocument/2006/relationships" xmlns:p="http://schemas.openxmlformats.org/presentationml/2006/main">
  <p:tag name="TIMING" val="|21.4|9.9"/>
</p:tagLst>
</file>

<file path=ppt/tags/tag98.xml><?xml version="1.0" encoding="utf-8"?>
<p:tagLst xmlns:a="http://schemas.openxmlformats.org/drawingml/2006/main" xmlns:r="http://schemas.openxmlformats.org/officeDocument/2006/relationships" xmlns:p="http://schemas.openxmlformats.org/presentationml/2006/main">
  <p:tag name="TIMING" val="|12.2"/>
</p:tagLst>
</file>

<file path=ppt/tags/tag99.xml><?xml version="1.0" encoding="utf-8"?>
<p:tagLst xmlns:a="http://schemas.openxmlformats.org/drawingml/2006/main" xmlns:r="http://schemas.openxmlformats.org/officeDocument/2006/relationships" xmlns:p="http://schemas.openxmlformats.org/presentationml/2006/main">
  <p:tag name="TIMING" val="|23.7"/>
</p:tagLst>
</file>

<file path=ppt/tags/tag100.xml><?xml version="1.0" encoding="utf-8"?>
<p:tagLst xmlns:a="http://schemas.openxmlformats.org/drawingml/2006/main" xmlns:r="http://schemas.openxmlformats.org/officeDocument/2006/relationships" xmlns:p="http://schemas.openxmlformats.org/presentationml/2006/main">
  <p:tag name="TIMING" val="|11|14.4"/>
</p:tagLst>
</file>

<file path=ppt/tags/tag101.xml><?xml version="1.0" encoding="utf-8"?>
<p:tagLst xmlns:a="http://schemas.openxmlformats.org/drawingml/2006/main" xmlns:r="http://schemas.openxmlformats.org/officeDocument/2006/relationships" xmlns:p="http://schemas.openxmlformats.org/presentationml/2006/main">
  <p:tag name="TIMING" val="|16.4|8.4"/>
</p:tagLst>
</file>

<file path=ppt/tags/tag102.xml><?xml version="1.0" encoding="utf-8"?>
<p:tagLst xmlns:a="http://schemas.openxmlformats.org/drawingml/2006/main" xmlns:r="http://schemas.openxmlformats.org/officeDocument/2006/relationships" xmlns:p="http://schemas.openxmlformats.org/presentationml/2006/main">
  <p:tag name="TIMING" val="|11.2|9.7|21.5|7.4"/>
</p:tagLst>
</file>

<file path=ppt/tags/tag103.xml><?xml version="1.0" encoding="utf-8"?>
<p:tagLst xmlns:a="http://schemas.openxmlformats.org/drawingml/2006/main" xmlns:r="http://schemas.openxmlformats.org/officeDocument/2006/relationships" xmlns:p="http://schemas.openxmlformats.org/presentationml/2006/main">
  <p:tag name="TIMING" val="|4.1|7.4"/>
</p:tagLst>
</file>

<file path=ppt/tags/tag104.xml><?xml version="1.0" encoding="utf-8"?>
<p:tagLst xmlns:a="http://schemas.openxmlformats.org/drawingml/2006/main" xmlns:r="http://schemas.openxmlformats.org/officeDocument/2006/relationships" xmlns:p="http://schemas.openxmlformats.org/presentationml/2006/main">
  <p:tag name="TIMING" val="|12.4"/>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19602</TotalTime>
  <Words>32895</Words>
  <Application>Microsoft Office PowerPoint</Application>
  <PresentationFormat>全屏显示(16:9)</PresentationFormat>
  <Paragraphs>6868</Paragraphs>
  <Slides>385</Slides>
  <Notes>330</Notes>
  <HiddenSlides>0</HiddenSlides>
  <MMClips>0</MMClips>
  <ScaleCrop>false</ScaleCrop>
  <HeadingPairs>
    <vt:vector size="8" baseType="variant">
      <vt:variant>
        <vt:lpstr>已用的字体</vt:lpstr>
      </vt:variant>
      <vt:variant>
        <vt:i4>9</vt:i4>
      </vt:variant>
      <vt:variant>
        <vt:lpstr>主题</vt:lpstr>
      </vt:variant>
      <vt:variant>
        <vt:i4>1</vt:i4>
      </vt:variant>
      <vt:variant>
        <vt:lpstr>嵌入 OLE 服务器</vt:lpstr>
      </vt:variant>
      <vt:variant>
        <vt:i4>4</vt:i4>
      </vt:variant>
      <vt:variant>
        <vt:lpstr>幻灯片标题</vt:lpstr>
      </vt:variant>
      <vt:variant>
        <vt:i4>385</vt:i4>
      </vt:variant>
    </vt:vector>
  </HeadingPairs>
  <TitlesOfParts>
    <vt:vector size="399" baseType="lpstr">
      <vt:lpstr>Calibri</vt:lpstr>
      <vt:lpstr>Wingdings</vt:lpstr>
      <vt:lpstr>Times New Roman</vt:lpstr>
      <vt:lpstr>Symbol</vt:lpstr>
      <vt:lpstr>微软雅黑</vt:lpstr>
      <vt:lpstr>Tahoma</vt:lpstr>
      <vt:lpstr>黑体</vt:lpstr>
      <vt:lpstr>宋体</vt:lpstr>
      <vt:lpstr>Arial</vt:lpstr>
      <vt:lpstr>Office 主题​​</vt:lpstr>
      <vt:lpstr>Visio</vt:lpstr>
      <vt:lpstr>VISIO</vt:lpstr>
      <vt:lpstr>公式</vt:lpstr>
      <vt:lpstr>Equation.DSMT4</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ZF</dc:creator>
  <cp:lastModifiedBy>jun xie</cp:lastModifiedBy>
  <cp:revision>544</cp:revision>
  <dcterms:modified xsi:type="dcterms:W3CDTF">2026-05-22T09:11:46Z</dcterms:modified>
</cp:coreProperties>
</file>